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9" r:id="rId5"/>
    <p:sldId id="260" r:id="rId6"/>
    <p:sldId id="261" r:id="rId7"/>
    <p:sldId id="262" r:id="rId8"/>
    <p:sldId id="267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1F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5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0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73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98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9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43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E86DF7F-7D65-46DC-94D5-24B123BEFBFC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B21D7EB-02F8-45F1-AFED-627AED1B3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72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tags" Target="../tags/tag299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324" Type="http://schemas.openxmlformats.org/officeDocument/2006/relationships/tags" Target="../tags/tag324.xml"/><Relationship Id="rId366" Type="http://schemas.openxmlformats.org/officeDocument/2006/relationships/tags" Target="../tags/tag366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433" Type="http://schemas.openxmlformats.org/officeDocument/2006/relationships/tags" Target="../tags/tag433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335" Type="http://schemas.openxmlformats.org/officeDocument/2006/relationships/tags" Target="../tags/tag335.xml"/><Relationship Id="rId377" Type="http://schemas.openxmlformats.org/officeDocument/2006/relationships/tags" Target="../tags/tag377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402" Type="http://schemas.openxmlformats.org/officeDocument/2006/relationships/tags" Target="../tags/tag402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346" Type="http://schemas.openxmlformats.org/officeDocument/2006/relationships/tags" Target="../tags/tag346.xml"/><Relationship Id="rId388" Type="http://schemas.openxmlformats.org/officeDocument/2006/relationships/tags" Target="../tags/tag388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413" Type="http://schemas.openxmlformats.org/officeDocument/2006/relationships/tags" Target="../tags/tag413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tags" Target="../tags/tag315.xml"/><Relationship Id="rId357" Type="http://schemas.openxmlformats.org/officeDocument/2006/relationships/tags" Target="../tags/tag357.xml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399" Type="http://schemas.openxmlformats.org/officeDocument/2006/relationships/tags" Target="../tags/tag399.xml"/><Relationship Id="rId259" Type="http://schemas.openxmlformats.org/officeDocument/2006/relationships/tags" Target="../tags/tag259.xml"/><Relationship Id="rId424" Type="http://schemas.openxmlformats.org/officeDocument/2006/relationships/tags" Target="../tags/tag424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326" Type="http://schemas.openxmlformats.org/officeDocument/2006/relationships/tags" Target="../tags/tag326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368" Type="http://schemas.openxmlformats.org/officeDocument/2006/relationships/tags" Target="../tags/tag368.xml"/><Relationship Id="rId172" Type="http://schemas.openxmlformats.org/officeDocument/2006/relationships/tags" Target="../tags/tag172.xml"/><Relationship Id="rId228" Type="http://schemas.openxmlformats.org/officeDocument/2006/relationships/tags" Target="../tags/tag228.xml"/><Relationship Id="rId435" Type="http://schemas.openxmlformats.org/officeDocument/2006/relationships/tags" Target="../tags/tag435.xml"/><Relationship Id="rId281" Type="http://schemas.openxmlformats.org/officeDocument/2006/relationships/tags" Target="../tags/tag281.xml"/><Relationship Id="rId337" Type="http://schemas.openxmlformats.org/officeDocument/2006/relationships/tags" Target="../tags/tag337.xml"/><Relationship Id="rId34" Type="http://schemas.openxmlformats.org/officeDocument/2006/relationships/tags" Target="../tags/tag34.xml"/><Relationship Id="rId76" Type="http://schemas.openxmlformats.org/officeDocument/2006/relationships/tags" Target="../tags/tag76.xml"/><Relationship Id="rId141" Type="http://schemas.openxmlformats.org/officeDocument/2006/relationships/tags" Target="../tags/tag141.xml"/><Relationship Id="rId379" Type="http://schemas.openxmlformats.org/officeDocument/2006/relationships/tags" Target="../tags/tag379.xml"/><Relationship Id="rId7" Type="http://schemas.openxmlformats.org/officeDocument/2006/relationships/tags" Target="../tags/tag7.xml"/><Relationship Id="rId183" Type="http://schemas.openxmlformats.org/officeDocument/2006/relationships/tags" Target="../tags/tag183.xml"/><Relationship Id="rId239" Type="http://schemas.openxmlformats.org/officeDocument/2006/relationships/tags" Target="../tags/tag239.xml"/><Relationship Id="rId390" Type="http://schemas.openxmlformats.org/officeDocument/2006/relationships/tags" Target="../tags/tag390.xml"/><Relationship Id="rId404" Type="http://schemas.openxmlformats.org/officeDocument/2006/relationships/tags" Target="../tags/tag404.xml"/><Relationship Id="rId250" Type="http://schemas.openxmlformats.org/officeDocument/2006/relationships/tags" Target="../tags/tag250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45" Type="http://schemas.openxmlformats.org/officeDocument/2006/relationships/tags" Target="../tags/tag45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348" Type="http://schemas.openxmlformats.org/officeDocument/2006/relationships/tags" Target="../tags/tag348.xml"/><Relationship Id="rId152" Type="http://schemas.openxmlformats.org/officeDocument/2006/relationships/tags" Target="../tags/tag152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415" Type="http://schemas.openxmlformats.org/officeDocument/2006/relationships/tags" Target="../tags/tag415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56" Type="http://schemas.openxmlformats.org/officeDocument/2006/relationships/tags" Target="../tags/tag56.xml"/><Relationship Id="rId317" Type="http://schemas.openxmlformats.org/officeDocument/2006/relationships/tags" Target="../tags/tag317.xml"/><Relationship Id="rId359" Type="http://schemas.openxmlformats.org/officeDocument/2006/relationships/tags" Target="../tags/tag359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63" Type="http://schemas.openxmlformats.org/officeDocument/2006/relationships/tags" Target="../tags/tag163.xml"/><Relationship Id="rId219" Type="http://schemas.openxmlformats.org/officeDocument/2006/relationships/tags" Target="../tags/tag219.xml"/><Relationship Id="rId370" Type="http://schemas.openxmlformats.org/officeDocument/2006/relationships/tags" Target="../tags/tag370.xml"/><Relationship Id="rId426" Type="http://schemas.openxmlformats.org/officeDocument/2006/relationships/tags" Target="../tags/tag426.xml"/><Relationship Id="rId230" Type="http://schemas.openxmlformats.org/officeDocument/2006/relationships/tags" Target="../tags/tag230.xml"/><Relationship Id="rId25" Type="http://schemas.openxmlformats.org/officeDocument/2006/relationships/tags" Target="../tags/tag25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328" Type="http://schemas.openxmlformats.org/officeDocument/2006/relationships/tags" Target="../tags/tag328.xml"/><Relationship Id="rId132" Type="http://schemas.openxmlformats.org/officeDocument/2006/relationships/tags" Target="../tags/tag132.xml"/><Relationship Id="rId174" Type="http://schemas.openxmlformats.org/officeDocument/2006/relationships/tags" Target="../tags/tag174.xml"/><Relationship Id="rId381" Type="http://schemas.openxmlformats.org/officeDocument/2006/relationships/tags" Target="../tags/tag381.xml"/><Relationship Id="rId241" Type="http://schemas.openxmlformats.org/officeDocument/2006/relationships/tags" Target="../tags/tag241.xml"/><Relationship Id="rId36" Type="http://schemas.openxmlformats.org/officeDocument/2006/relationships/tags" Target="../tags/tag36.xml"/><Relationship Id="rId283" Type="http://schemas.openxmlformats.org/officeDocument/2006/relationships/tags" Target="../tags/tag283.xml"/><Relationship Id="rId339" Type="http://schemas.openxmlformats.org/officeDocument/2006/relationships/tags" Target="../tags/tag339.xml"/><Relationship Id="rId78" Type="http://schemas.openxmlformats.org/officeDocument/2006/relationships/tags" Target="../tags/tag78.xml"/><Relationship Id="rId101" Type="http://schemas.openxmlformats.org/officeDocument/2006/relationships/tags" Target="../tags/tag101.xml"/><Relationship Id="rId143" Type="http://schemas.openxmlformats.org/officeDocument/2006/relationships/tags" Target="../tags/tag143.xml"/><Relationship Id="rId185" Type="http://schemas.openxmlformats.org/officeDocument/2006/relationships/tags" Target="../tags/tag185.xml"/><Relationship Id="rId350" Type="http://schemas.openxmlformats.org/officeDocument/2006/relationships/tags" Target="../tags/tag350.xml"/><Relationship Id="rId406" Type="http://schemas.openxmlformats.org/officeDocument/2006/relationships/tags" Target="../tags/tag406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392" Type="http://schemas.openxmlformats.org/officeDocument/2006/relationships/tags" Target="../tags/tag392.xml"/><Relationship Id="rId252" Type="http://schemas.openxmlformats.org/officeDocument/2006/relationships/tags" Target="../tags/tag252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47" Type="http://schemas.openxmlformats.org/officeDocument/2006/relationships/tags" Target="../tags/tag47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54" Type="http://schemas.openxmlformats.org/officeDocument/2006/relationships/tags" Target="../tags/tag154.xml"/><Relationship Id="rId361" Type="http://schemas.openxmlformats.org/officeDocument/2006/relationships/tags" Target="../tags/tag361.xml"/><Relationship Id="rId196" Type="http://schemas.openxmlformats.org/officeDocument/2006/relationships/tags" Target="../tags/tag196.xml"/><Relationship Id="rId417" Type="http://schemas.openxmlformats.org/officeDocument/2006/relationships/tags" Target="../tags/tag417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63" Type="http://schemas.openxmlformats.org/officeDocument/2006/relationships/tags" Target="../tags/tag263.xml"/><Relationship Id="rId319" Type="http://schemas.openxmlformats.org/officeDocument/2006/relationships/tags" Target="../tags/tag319.xml"/><Relationship Id="rId58" Type="http://schemas.openxmlformats.org/officeDocument/2006/relationships/tags" Target="../tags/tag58.xml"/><Relationship Id="rId123" Type="http://schemas.openxmlformats.org/officeDocument/2006/relationships/tags" Target="../tags/tag123.xml"/><Relationship Id="rId330" Type="http://schemas.openxmlformats.org/officeDocument/2006/relationships/tags" Target="../tags/tag330.xml"/><Relationship Id="rId165" Type="http://schemas.openxmlformats.org/officeDocument/2006/relationships/tags" Target="../tags/tag165.xml"/><Relationship Id="rId372" Type="http://schemas.openxmlformats.org/officeDocument/2006/relationships/tags" Target="../tags/tag372.xml"/><Relationship Id="rId428" Type="http://schemas.openxmlformats.org/officeDocument/2006/relationships/tags" Target="../tags/tag428.xml"/><Relationship Id="rId232" Type="http://schemas.openxmlformats.org/officeDocument/2006/relationships/tags" Target="../tags/tag232.xml"/><Relationship Id="rId274" Type="http://schemas.openxmlformats.org/officeDocument/2006/relationships/tags" Target="../tags/tag274.xml"/><Relationship Id="rId27" Type="http://schemas.openxmlformats.org/officeDocument/2006/relationships/tags" Target="../tags/tag27.xml"/><Relationship Id="rId69" Type="http://schemas.openxmlformats.org/officeDocument/2006/relationships/tags" Target="../tags/tag69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76" Type="http://schemas.openxmlformats.org/officeDocument/2006/relationships/tags" Target="../tags/tag176.xml"/><Relationship Id="rId341" Type="http://schemas.openxmlformats.org/officeDocument/2006/relationships/tags" Target="../tags/tag341.xml"/><Relationship Id="rId383" Type="http://schemas.openxmlformats.org/officeDocument/2006/relationships/tags" Target="../tags/tag383.xml"/><Relationship Id="rId201" Type="http://schemas.openxmlformats.org/officeDocument/2006/relationships/tags" Target="../tags/tag201.xml"/><Relationship Id="rId243" Type="http://schemas.openxmlformats.org/officeDocument/2006/relationships/tags" Target="../tags/tag243.xml"/><Relationship Id="rId285" Type="http://schemas.openxmlformats.org/officeDocument/2006/relationships/tags" Target="../tags/tag285.xml"/><Relationship Id="rId38" Type="http://schemas.openxmlformats.org/officeDocument/2006/relationships/tags" Target="../tags/tag38.xml"/><Relationship Id="rId103" Type="http://schemas.openxmlformats.org/officeDocument/2006/relationships/tags" Target="../tags/tag103.xml"/><Relationship Id="rId310" Type="http://schemas.openxmlformats.org/officeDocument/2006/relationships/tags" Target="../tags/tag31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87" Type="http://schemas.openxmlformats.org/officeDocument/2006/relationships/tags" Target="../tags/tag187.xml"/><Relationship Id="rId352" Type="http://schemas.openxmlformats.org/officeDocument/2006/relationships/tags" Target="../tags/tag352.xml"/><Relationship Id="rId394" Type="http://schemas.openxmlformats.org/officeDocument/2006/relationships/tags" Target="../tags/tag394.xml"/><Relationship Id="rId408" Type="http://schemas.openxmlformats.org/officeDocument/2006/relationships/tags" Target="../tags/tag408.xml"/><Relationship Id="rId212" Type="http://schemas.openxmlformats.org/officeDocument/2006/relationships/tags" Target="../tags/tag212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tags" Target="../tags/tag300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321" Type="http://schemas.openxmlformats.org/officeDocument/2006/relationships/tags" Target="../tags/tag321.xml"/><Relationship Id="rId342" Type="http://schemas.openxmlformats.org/officeDocument/2006/relationships/tags" Target="../tags/tag342.xml"/><Relationship Id="rId363" Type="http://schemas.openxmlformats.org/officeDocument/2006/relationships/tags" Target="../tags/tag363.xml"/><Relationship Id="rId384" Type="http://schemas.openxmlformats.org/officeDocument/2006/relationships/tags" Target="../tags/tag384.xml"/><Relationship Id="rId419" Type="http://schemas.openxmlformats.org/officeDocument/2006/relationships/tags" Target="../tags/tag419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430" Type="http://schemas.openxmlformats.org/officeDocument/2006/relationships/tags" Target="../tags/tag430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332" Type="http://schemas.openxmlformats.org/officeDocument/2006/relationships/tags" Target="../tags/tag332.xml"/><Relationship Id="rId353" Type="http://schemas.openxmlformats.org/officeDocument/2006/relationships/tags" Target="../tags/tag353.xml"/><Relationship Id="rId374" Type="http://schemas.openxmlformats.org/officeDocument/2006/relationships/tags" Target="../tags/tag374.xml"/><Relationship Id="rId395" Type="http://schemas.openxmlformats.org/officeDocument/2006/relationships/tags" Target="../tags/tag395.xml"/><Relationship Id="rId409" Type="http://schemas.openxmlformats.org/officeDocument/2006/relationships/tags" Target="../tags/tag409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420" Type="http://schemas.openxmlformats.org/officeDocument/2006/relationships/tags" Target="../tags/tag420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322" Type="http://schemas.openxmlformats.org/officeDocument/2006/relationships/tags" Target="../tags/tag322.xml"/><Relationship Id="rId343" Type="http://schemas.openxmlformats.org/officeDocument/2006/relationships/tags" Target="../tags/tag343.xml"/><Relationship Id="rId364" Type="http://schemas.openxmlformats.org/officeDocument/2006/relationships/tags" Target="../tags/tag364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385" Type="http://schemas.openxmlformats.org/officeDocument/2006/relationships/tags" Target="../tags/tag385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410" Type="http://schemas.openxmlformats.org/officeDocument/2006/relationships/tags" Target="../tags/tag410.xml"/><Relationship Id="rId431" Type="http://schemas.openxmlformats.org/officeDocument/2006/relationships/tags" Target="../tags/tag431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312" Type="http://schemas.openxmlformats.org/officeDocument/2006/relationships/tags" Target="../tags/tag312.xml"/><Relationship Id="rId333" Type="http://schemas.openxmlformats.org/officeDocument/2006/relationships/tags" Target="../tags/tag333.xml"/><Relationship Id="rId354" Type="http://schemas.openxmlformats.org/officeDocument/2006/relationships/tags" Target="../tags/tag354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75" Type="http://schemas.openxmlformats.org/officeDocument/2006/relationships/tags" Target="../tags/tag375.xml"/><Relationship Id="rId396" Type="http://schemas.openxmlformats.org/officeDocument/2006/relationships/tags" Target="../tags/tag396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400" Type="http://schemas.openxmlformats.org/officeDocument/2006/relationships/tags" Target="../tags/tag400.xml"/><Relationship Id="rId421" Type="http://schemas.openxmlformats.org/officeDocument/2006/relationships/tags" Target="../tags/tag421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302" Type="http://schemas.openxmlformats.org/officeDocument/2006/relationships/tags" Target="../tags/tag302.xml"/><Relationship Id="rId323" Type="http://schemas.openxmlformats.org/officeDocument/2006/relationships/tags" Target="../tags/tag323.xml"/><Relationship Id="rId344" Type="http://schemas.openxmlformats.org/officeDocument/2006/relationships/tags" Target="../tags/tag344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365" Type="http://schemas.openxmlformats.org/officeDocument/2006/relationships/tags" Target="../tags/tag365.xml"/><Relationship Id="rId386" Type="http://schemas.openxmlformats.org/officeDocument/2006/relationships/tags" Target="../tags/tag386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411" Type="http://schemas.openxmlformats.org/officeDocument/2006/relationships/tags" Target="../tags/tag411.xml"/><Relationship Id="rId432" Type="http://schemas.openxmlformats.org/officeDocument/2006/relationships/tags" Target="../tags/tag432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313" Type="http://schemas.openxmlformats.org/officeDocument/2006/relationships/tags" Target="../tags/tag313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334" Type="http://schemas.openxmlformats.org/officeDocument/2006/relationships/tags" Target="../tags/tag334.xml"/><Relationship Id="rId355" Type="http://schemas.openxmlformats.org/officeDocument/2006/relationships/tags" Target="../tags/tag355.xml"/><Relationship Id="rId376" Type="http://schemas.openxmlformats.org/officeDocument/2006/relationships/tags" Target="../tags/tag376.xml"/><Relationship Id="rId397" Type="http://schemas.openxmlformats.org/officeDocument/2006/relationships/tags" Target="../tags/tag397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401" Type="http://schemas.openxmlformats.org/officeDocument/2006/relationships/tags" Target="../tags/tag401.xml"/><Relationship Id="rId422" Type="http://schemas.openxmlformats.org/officeDocument/2006/relationships/tags" Target="../tags/tag422.xml"/><Relationship Id="rId303" Type="http://schemas.openxmlformats.org/officeDocument/2006/relationships/tags" Target="../tags/tag303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345" Type="http://schemas.openxmlformats.org/officeDocument/2006/relationships/tags" Target="../tags/tag345.xml"/><Relationship Id="rId387" Type="http://schemas.openxmlformats.org/officeDocument/2006/relationships/tags" Target="../tags/tag387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412" Type="http://schemas.openxmlformats.org/officeDocument/2006/relationships/tags" Target="../tags/tag412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tags" Target="../tags/tag314.xml"/><Relationship Id="rId356" Type="http://schemas.openxmlformats.org/officeDocument/2006/relationships/tags" Target="../tags/tag356.xml"/><Relationship Id="rId398" Type="http://schemas.openxmlformats.org/officeDocument/2006/relationships/tags" Target="../tags/tag398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423" Type="http://schemas.openxmlformats.org/officeDocument/2006/relationships/tags" Target="../tags/tag423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325" Type="http://schemas.openxmlformats.org/officeDocument/2006/relationships/tags" Target="../tags/tag325.xml"/><Relationship Id="rId367" Type="http://schemas.openxmlformats.org/officeDocument/2006/relationships/tags" Target="../tags/tag367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434" Type="http://schemas.openxmlformats.org/officeDocument/2006/relationships/tags" Target="../tags/tag434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336" Type="http://schemas.openxmlformats.org/officeDocument/2006/relationships/tags" Target="../tags/tag336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378" Type="http://schemas.openxmlformats.org/officeDocument/2006/relationships/tags" Target="../tags/tag378.xml"/><Relationship Id="rId403" Type="http://schemas.openxmlformats.org/officeDocument/2006/relationships/tags" Target="../tags/tag403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347" Type="http://schemas.openxmlformats.org/officeDocument/2006/relationships/tags" Target="../tags/tag347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389" Type="http://schemas.openxmlformats.org/officeDocument/2006/relationships/tags" Target="../tags/tag389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49" Type="http://schemas.openxmlformats.org/officeDocument/2006/relationships/tags" Target="../tags/tag249.xml"/><Relationship Id="rId414" Type="http://schemas.openxmlformats.org/officeDocument/2006/relationships/tags" Target="../tags/tag414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316" Type="http://schemas.openxmlformats.org/officeDocument/2006/relationships/tags" Target="../tags/tag316.xml"/><Relationship Id="rId55" Type="http://schemas.openxmlformats.org/officeDocument/2006/relationships/tags" Target="../tags/tag55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358" Type="http://schemas.openxmlformats.org/officeDocument/2006/relationships/tags" Target="../tags/tag358.xml"/><Relationship Id="rId162" Type="http://schemas.openxmlformats.org/officeDocument/2006/relationships/tags" Target="../tags/tag162.xml"/><Relationship Id="rId218" Type="http://schemas.openxmlformats.org/officeDocument/2006/relationships/tags" Target="../tags/tag218.xml"/><Relationship Id="rId425" Type="http://schemas.openxmlformats.org/officeDocument/2006/relationships/tags" Target="../tags/tag425.xml"/><Relationship Id="rId271" Type="http://schemas.openxmlformats.org/officeDocument/2006/relationships/tags" Target="../tags/tag271.xml"/><Relationship Id="rId24" Type="http://schemas.openxmlformats.org/officeDocument/2006/relationships/tags" Target="../tags/tag24.xml"/><Relationship Id="rId66" Type="http://schemas.openxmlformats.org/officeDocument/2006/relationships/tags" Target="../tags/tag66.xml"/><Relationship Id="rId131" Type="http://schemas.openxmlformats.org/officeDocument/2006/relationships/tags" Target="../tags/tag131.xml"/><Relationship Id="rId327" Type="http://schemas.openxmlformats.org/officeDocument/2006/relationships/tags" Target="../tags/tag327.xml"/><Relationship Id="rId369" Type="http://schemas.openxmlformats.org/officeDocument/2006/relationships/tags" Target="../tags/tag369.xml"/><Relationship Id="rId173" Type="http://schemas.openxmlformats.org/officeDocument/2006/relationships/tags" Target="../tags/tag173.xml"/><Relationship Id="rId229" Type="http://schemas.openxmlformats.org/officeDocument/2006/relationships/tags" Target="../tags/tag229.xml"/><Relationship Id="rId380" Type="http://schemas.openxmlformats.org/officeDocument/2006/relationships/tags" Target="../tags/tag380.xml"/><Relationship Id="rId436" Type="http://schemas.openxmlformats.org/officeDocument/2006/relationships/slideLayout" Target="../slideLayouts/slideLayout2.xml"/><Relationship Id="rId240" Type="http://schemas.openxmlformats.org/officeDocument/2006/relationships/tags" Target="../tags/tag240.xml"/><Relationship Id="rId35" Type="http://schemas.openxmlformats.org/officeDocument/2006/relationships/tags" Target="../tags/tag35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338" Type="http://schemas.openxmlformats.org/officeDocument/2006/relationships/tags" Target="../tags/tag338.xml"/><Relationship Id="rId8" Type="http://schemas.openxmlformats.org/officeDocument/2006/relationships/tags" Target="../tags/tag8.xml"/><Relationship Id="rId142" Type="http://schemas.openxmlformats.org/officeDocument/2006/relationships/tags" Target="../tags/tag142.xml"/><Relationship Id="rId184" Type="http://schemas.openxmlformats.org/officeDocument/2006/relationships/tags" Target="../tags/tag184.xml"/><Relationship Id="rId391" Type="http://schemas.openxmlformats.org/officeDocument/2006/relationships/tags" Target="../tags/tag391.xml"/><Relationship Id="rId405" Type="http://schemas.openxmlformats.org/officeDocument/2006/relationships/tags" Target="../tags/tag405.xml"/><Relationship Id="rId251" Type="http://schemas.openxmlformats.org/officeDocument/2006/relationships/tags" Target="../tags/tag251.xml"/><Relationship Id="rId46" Type="http://schemas.openxmlformats.org/officeDocument/2006/relationships/tags" Target="../tags/tag46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349" Type="http://schemas.openxmlformats.org/officeDocument/2006/relationships/tags" Target="../tags/tag349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3" Type="http://schemas.openxmlformats.org/officeDocument/2006/relationships/tags" Target="../tags/tag153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360" Type="http://schemas.openxmlformats.org/officeDocument/2006/relationships/tags" Target="../tags/tag360.xml"/><Relationship Id="rId416" Type="http://schemas.openxmlformats.org/officeDocument/2006/relationships/tags" Target="../tags/tag416.xml"/><Relationship Id="rId220" Type="http://schemas.openxmlformats.org/officeDocument/2006/relationships/tags" Target="../tags/tag220.xml"/><Relationship Id="rId15" Type="http://schemas.openxmlformats.org/officeDocument/2006/relationships/tags" Target="../tags/tag15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318" Type="http://schemas.openxmlformats.org/officeDocument/2006/relationships/tags" Target="../tags/tag318.xml"/><Relationship Id="rId99" Type="http://schemas.openxmlformats.org/officeDocument/2006/relationships/tags" Target="../tags/tag99.xml"/><Relationship Id="rId122" Type="http://schemas.openxmlformats.org/officeDocument/2006/relationships/tags" Target="../tags/tag122.xml"/><Relationship Id="rId164" Type="http://schemas.openxmlformats.org/officeDocument/2006/relationships/tags" Target="../tags/tag164.xml"/><Relationship Id="rId371" Type="http://schemas.openxmlformats.org/officeDocument/2006/relationships/tags" Target="../tags/tag371.xml"/><Relationship Id="rId427" Type="http://schemas.openxmlformats.org/officeDocument/2006/relationships/tags" Target="../tags/tag427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73" Type="http://schemas.openxmlformats.org/officeDocument/2006/relationships/tags" Target="../tags/tag273.xml"/><Relationship Id="rId329" Type="http://schemas.openxmlformats.org/officeDocument/2006/relationships/tags" Target="../tags/tag329.xml"/><Relationship Id="rId68" Type="http://schemas.openxmlformats.org/officeDocument/2006/relationships/tags" Target="../tags/tag68.xml"/><Relationship Id="rId133" Type="http://schemas.openxmlformats.org/officeDocument/2006/relationships/tags" Target="../tags/tag133.xml"/><Relationship Id="rId175" Type="http://schemas.openxmlformats.org/officeDocument/2006/relationships/tags" Target="../tags/tag175.xml"/><Relationship Id="rId340" Type="http://schemas.openxmlformats.org/officeDocument/2006/relationships/tags" Target="../tags/tag340.xml"/><Relationship Id="rId200" Type="http://schemas.openxmlformats.org/officeDocument/2006/relationships/tags" Target="../tags/tag200.xml"/><Relationship Id="rId382" Type="http://schemas.openxmlformats.org/officeDocument/2006/relationships/tags" Target="../tags/tag382.xml"/><Relationship Id="rId242" Type="http://schemas.openxmlformats.org/officeDocument/2006/relationships/tags" Target="../tags/tag242.xml"/><Relationship Id="rId284" Type="http://schemas.openxmlformats.org/officeDocument/2006/relationships/tags" Target="../tags/tag284.xml"/><Relationship Id="rId37" Type="http://schemas.openxmlformats.org/officeDocument/2006/relationships/tags" Target="../tags/tag37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86" Type="http://schemas.openxmlformats.org/officeDocument/2006/relationships/tags" Target="../tags/tag186.xml"/><Relationship Id="rId351" Type="http://schemas.openxmlformats.org/officeDocument/2006/relationships/tags" Target="../tags/tag351.xml"/><Relationship Id="rId393" Type="http://schemas.openxmlformats.org/officeDocument/2006/relationships/tags" Target="../tags/tag393.xml"/><Relationship Id="rId407" Type="http://schemas.openxmlformats.org/officeDocument/2006/relationships/tags" Target="../tags/tag407.xml"/><Relationship Id="rId211" Type="http://schemas.openxmlformats.org/officeDocument/2006/relationships/tags" Target="../tags/tag211.xml"/><Relationship Id="rId253" Type="http://schemas.openxmlformats.org/officeDocument/2006/relationships/tags" Target="../tags/tag253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48" Type="http://schemas.openxmlformats.org/officeDocument/2006/relationships/tags" Target="../tags/tag48.xml"/><Relationship Id="rId113" Type="http://schemas.openxmlformats.org/officeDocument/2006/relationships/tags" Target="../tags/tag113.xml"/><Relationship Id="rId320" Type="http://schemas.openxmlformats.org/officeDocument/2006/relationships/tags" Target="../tags/tag320.xml"/><Relationship Id="rId155" Type="http://schemas.openxmlformats.org/officeDocument/2006/relationships/tags" Target="../tags/tag155.xml"/><Relationship Id="rId197" Type="http://schemas.openxmlformats.org/officeDocument/2006/relationships/tags" Target="../tags/tag197.xml"/><Relationship Id="rId362" Type="http://schemas.openxmlformats.org/officeDocument/2006/relationships/tags" Target="../tags/tag362.xml"/><Relationship Id="rId418" Type="http://schemas.openxmlformats.org/officeDocument/2006/relationships/tags" Target="../tags/tag418.xml"/><Relationship Id="rId222" Type="http://schemas.openxmlformats.org/officeDocument/2006/relationships/tags" Target="../tags/tag222.xml"/><Relationship Id="rId264" Type="http://schemas.openxmlformats.org/officeDocument/2006/relationships/tags" Target="../tags/tag264.xml"/><Relationship Id="rId17" Type="http://schemas.openxmlformats.org/officeDocument/2006/relationships/tags" Target="../tags/tag17.xml"/><Relationship Id="rId59" Type="http://schemas.openxmlformats.org/officeDocument/2006/relationships/tags" Target="../tags/tag59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166" Type="http://schemas.openxmlformats.org/officeDocument/2006/relationships/tags" Target="../tags/tag166.xml"/><Relationship Id="rId331" Type="http://schemas.openxmlformats.org/officeDocument/2006/relationships/tags" Target="../tags/tag331.xml"/><Relationship Id="rId373" Type="http://schemas.openxmlformats.org/officeDocument/2006/relationships/tags" Target="../tags/tag373.xml"/><Relationship Id="rId429" Type="http://schemas.openxmlformats.org/officeDocument/2006/relationships/tags" Target="../tags/tag429.xml"/><Relationship Id="rId1" Type="http://schemas.openxmlformats.org/officeDocument/2006/relationships/tags" Target="../tags/tag1.xml"/><Relationship Id="rId233" Type="http://schemas.openxmlformats.org/officeDocument/2006/relationships/tags" Target="../tags/tag23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552.xml"/><Relationship Id="rId299" Type="http://schemas.openxmlformats.org/officeDocument/2006/relationships/tags" Target="../tags/tag734.xml"/><Relationship Id="rId21" Type="http://schemas.openxmlformats.org/officeDocument/2006/relationships/tags" Target="../tags/tag456.xml"/><Relationship Id="rId63" Type="http://schemas.openxmlformats.org/officeDocument/2006/relationships/tags" Target="../tags/tag498.xml"/><Relationship Id="rId159" Type="http://schemas.openxmlformats.org/officeDocument/2006/relationships/tags" Target="../tags/tag594.xml"/><Relationship Id="rId324" Type="http://schemas.openxmlformats.org/officeDocument/2006/relationships/tags" Target="../tags/tag759.xml"/><Relationship Id="rId170" Type="http://schemas.openxmlformats.org/officeDocument/2006/relationships/tags" Target="../tags/tag605.xml"/><Relationship Id="rId226" Type="http://schemas.openxmlformats.org/officeDocument/2006/relationships/tags" Target="../tags/tag661.xml"/><Relationship Id="rId268" Type="http://schemas.openxmlformats.org/officeDocument/2006/relationships/tags" Target="../tags/tag703.xml"/><Relationship Id="rId32" Type="http://schemas.openxmlformats.org/officeDocument/2006/relationships/tags" Target="../tags/tag467.xml"/><Relationship Id="rId74" Type="http://schemas.openxmlformats.org/officeDocument/2006/relationships/tags" Target="../tags/tag509.xml"/><Relationship Id="rId128" Type="http://schemas.openxmlformats.org/officeDocument/2006/relationships/tags" Target="../tags/tag563.xml"/><Relationship Id="rId335" Type="http://schemas.openxmlformats.org/officeDocument/2006/relationships/slideLayout" Target="../slideLayouts/slideLayout2.xml"/><Relationship Id="rId5" Type="http://schemas.openxmlformats.org/officeDocument/2006/relationships/tags" Target="../tags/tag440.xml"/><Relationship Id="rId181" Type="http://schemas.openxmlformats.org/officeDocument/2006/relationships/tags" Target="../tags/tag616.xml"/><Relationship Id="rId237" Type="http://schemas.openxmlformats.org/officeDocument/2006/relationships/tags" Target="../tags/tag672.xml"/><Relationship Id="rId279" Type="http://schemas.openxmlformats.org/officeDocument/2006/relationships/tags" Target="../tags/tag714.xml"/><Relationship Id="rId43" Type="http://schemas.openxmlformats.org/officeDocument/2006/relationships/tags" Target="../tags/tag478.xml"/><Relationship Id="rId139" Type="http://schemas.openxmlformats.org/officeDocument/2006/relationships/tags" Target="../tags/tag574.xml"/><Relationship Id="rId290" Type="http://schemas.openxmlformats.org/officeDocument/2006/relationships/tags" Target="../tags/tag725.xml"/><Relationship Id="rId304" Type="http://schemas.openxmlformats.org/officeDocument/2006/relationships/tags" Target="../tags/tag739.xml"/><Relationship Id="rId85" Type="http://schemas.openxmlformats.org/officeDocument/2006/relationships/tags" Target="../tags/tag520.xml"/><Relationship Id="rId150" Type="http://schemas.openxmlformats.org/officeDocument/2006/relationships/tags" Target="../tags/tag585.xml"/><Relationship Id="rId192" Type="http://schemas.openxmlformats.org/officeDocument/2006/relationships/tags" Target="../tags/tag627.xml"/><Relationship Id="rId206" Type="http://schemas.openxmlformats.org/officeDocument/2006/relationships/tags" Target="../tags/tag641.xml"/><Relationship Id="rId248" Type="http://schemas.openxmlformats.org/officeDocument/2006/relationships/tags" Target="../tags/tag683.xml"/><Relationship Id="rId12" Type="http://schemas.openxmlformats.org/officeDocument/2006/relationships/tags" Target="../tags/tag447.xml"/><Relationship Id="rId108" Type="http://schemas.openxmlformats.org/officeDocument/2006/relationships/tags" Target="../tags/tag543.xml"/><Relationship Id="rId315" Type="http://schemas.openxmlformats.org/officeDocument/2006/relationships/tags" Target="../tags/tag750.xml"/><Relationship Id="rId54" Type="http://schemas.openxmlformats.org/officeDocument/2006/relationships/tags" Target="../tags/tag489.xml"/><Relationship Id="rId96" Type="http://schemas.openxmlformats.org/officeDocument/2006/relationships/tags" Target="../tags/tag531.xml"/><Relationship Id="rId161" Type="http://schemas.openxmlformats.org/officeDocument/2006/relationships/tags" Target="../tags/tag596.xml"/><Relationship Id="rId217" Type="http://schemas.openxmlformats.org/officeDocument/2006/relationships/tags" Target="../tags/tag652.xml"/><Relationship Id="rId259" Type="http://schemas.openxmlformats.org/officeDocument/2006/relationships/tags" Target="../tags/tag694.xml"/><Relationship Id="rId23" Type="http://schemas.openxmlformats.org/officeDocument/2006/relationships/tags" Target="../tags/tag458.xml"/><Relationship Id="rId119" Type="http://schemas.openxmlformats.org/officeDocument/2006/relationships/tags" Target="../tags/tag554.xml"/><Relationship Id="rId270" Type="http://schemas.openxmlformats.org/officeDocument/2006/relationships/tags" Target="../tags/tag705.xml"/><Relationship Id="rId326" Type="http://schemas.openxmlformats.org/officeDocument/2006/relationships/tags" Target="../tags/tag761.xml"/><Relationship Id="rId65" Type="http://schemas.openxmlformats.org/officeDocument/2006/relationships/tags" Target="../tags/tag500.xml"/><Relationship Id="rId130" Type="http://schemas.openxmlformats.org/officeDocument/2006/relationships/tags" Target="../tags/tag565.xml"/><Relationship Id="rId172" Type="http://schemas.openxmlformats.org/officeDocument/2006/relationships/tags" Target="../tags/tag607.xml"/><Relationship Id="rId228" Type="http://schemas.openxmlformats.org/officeDocument/2006/relationships/tags" Target="../tags/tag663.xml"/><Relationship Id="rId281" Type="http://schemas.openxmlformats.org/officeDocument/2006/relationships/tags" Target="../tags/tag716.xml"/><Relationship Id="rId34" Type="http://schemas.openxmlformats.org/officeDocument/2006/relationships/tags" Target="../tags/tag469.xml"/><Relationship Id="rId76" Type="http://schemas.openxmlformats.org/officeDocument/2006/relationships/tags" Target="../tags/tag511.xml"/><Relationship Id="rId141" Type="http://schemas.openxmlformats.org/officeDocument/2006/relationships/tags" Target="../tags/tag576.xml"/><Relationship Id="rId7" Type="http://schemas.openxmlformats.org/officeDocument/2006/relationships/tags" Target="../tags/tag442.xml"/><Relationship Id="rId183" Type="http://schemas.openxmlformats.org/officeDocument/2006/relationships/tags" Target="../tags/tag618.xml"/><Relationship Id="rId239" Type="http://schemas.openxmlformats.org/officeDocument/2006/relationships/tags" Target="../tags/tag674.xml"/><Relationship Id="rId250" Type="http://schemas.openxmlformats.org/officeDocument/2006/relationships/tags" Target="../tags/tag685.xml"/><Relationship Id="rId292" Type="http://schemas.openxmlformats.org/officeDocument/2006/relationships/tags" Target="../tags/tag727.xml"/><Relationship Id="rId306" Type="http://schemas.openxmlformats.org/officeDocument/2006/relationships/tags" Target="../tags/tag741.xml"/><Relationship Id="rId24" Type="http://schemas.openxmlformats.org/officeDocument/2006/relationships/tags" Target="../tags/tag459.xml"/><Relationship Id="rId45" Type="http://schemas.openxmlformats.org/officeDocument/2006/relationships/tags" Target="../tags/tag480.xml"/><Relationship Id="rId66" Type="http://schemas.openxmlformats.org/officeDocument/2006/relationships/tags" Target="../tags/tag501.xml"/><Relationship Id="rId87" Type="http://schemas.openxmlformats.org/officeDocument/2006/relationships/tags" Target="../tags/tag522.xml"/><Relationship Id="rId110" Type="http://schemas.openxmlformats.org/officeDocument/2006/relationships/tags" Target="../tags/tag545.xml"/><Relationship Id="rId131" Type="http://schemas.openxmlformats.org/officeDocument/2006/relationships/tags" Target="../tags/tag566.xml"/><Relationship Id="rId327" Type="http://schemas.openxmlformats.org/officeDocument/2006/relationships/tags" Target="../tags/tag762.xml"/><Relationship Id="rId152" Type="http://schemas.openxmlformats.org/officeDocument/2006/relationships/tags" Target="../tags/tag587.xml"/><Relationship Id="rId173" Type="http://schemas.openxmlformats.org/officeDocument/2006/relationships/tags" Target="../tags/tag608.xml"/><Relationship Id="rId194" Type="http://schemas.openxmlformats.org/officeDocument/2006/relationships/tags" Target="../tags/tag629.xml"/><Relationship Id="rId208" Type="http://schemas.openxmlformats.org/officeDocument/2006/relationships/tags" Target="../tags/tag643.xml"/><Relationship Id="rId229" Type="http://schemas.openxmlformats.org/officeDocument/2006/relationships/tags" Target="../tags/tag664.xml"/><Relationship Id="rId240" Type="http://schemas.openxmlformats.org/officeDocument/2006/relationships/tags" Target="../tags/tag675.xml"/><Relationship Id="rId261" Type="http://schemas.openxmlformats.org/officeDocument/2006/relationships/tags" Target="../tags/tag696.xml"/><Relationship Id="rId14" Type="http://schemas.openxmlformats.org/officeDocument/2006/relationships/tags" Target="../tags/tag449.xml"/><Relationship Id="rId35" Type="http://schemas.openxmlformats.org/officeDocument/2006/relationships/tags" Target="../tags/tag470.xml"/><Relationship Id="rId56" Type="http://schemas.openxmlformats.org/officeDocument/2006/relationships/tags" Target="../tags/tag491.xml"/><Relationship Id="rId77" Type="http://schemas.openxmlformats.org/officeDocument/2006/relationships/tags" Target="../tags/tag512.xml"/><Relationship Id="rId100" Type="http://schemas.openxmlformats.org/officeDocument/2006/relationships/tags" Target="../tags/tag535.xml"/><Relationship Id="rId282" Type="http://schemas.openxmlformats.org/officeDocument/2006/relationships/tags" Target="../tags/tag717.xml"/><Relationship Id="rId317" Type="http://schemas.openxmlformats.org/officeDocument/2006/relationships/tags" Target="../tags/tag752.xml"/><Relationship Id="rId8" Type="http://schemas.openxmlformats.org/officeDocument/2006/relationships/tags" Target="../tags/tag443.xml"/><Relationship Id="rId98" Type="http://schemas.openxmlformats.org/officeDocument/2006/relationships/tags" Target="../tags/tag533.xml"/><Relationship Id="rId121" Type="http://schemas.openxmlformats.org/officeDocument/2006/relationships/tags" Target="../tags/tag556.xml"/><Relationship Id="rId142" Type="http://schemas.openxmlformats.org/officeDocument/2006/relationships/tags" Target="../tags/tag577.xml"/><Relationship Id="rId163" Type="http://schemas.openxmlformats.org/officeDocument/2006/relationships/tags" Target="../tags/tag598.xml"/><Relationship Id="rId184" Type="http://schemas.openxmlformats.org/officeDocument/2006/relationships/tags" Target="../tags/tag619.xml"/><Relationship Id="rId219" Type="http://schemas.openxmlformats.org/officeDocument/2006/relationships/tags" Target="../tags/tag654.xml"/><Relationship Id="rId230" Type="http://schemas.openxmlformats.org/officeDocument/2006/relationships/tags" Target="../tags/tag665.xml"/><Relationship Id="rId251" Type="http://schemas.openxmlformats.org/officeDocument/2006/relationships/tags" Target="../tags/tag686.xml"/><Relationship Id="rId25" Type="http://schemas.openxmlformats.org/officeDocument/2006/relationships/tags" Target="../tags/tag460.xml"/><Relationship Id="rId46" Type="http://schemas.openxmlformats.org/officeDocument/2006/relationships/tags" Target="../tags/tag481.xml"/><Relationship Id="rId67" Type="http://schemas.openxmlformats.org/officeDocument/2006/relationships/tags" Target="../tags/tag502.xml"/><Relationship Id="rId272" Type="http://schemas.openxmlformats.org/officeDocument/2006/relationships/tags" Target="../tags/tag707.xml"/><Relationship Id="rId293" Type="http://schemas.openxmlformats.org/officeDocument/2006/relationships/tags" Target="../tags/tag728.xml"/><Relationship Id="rId307" Type="http://schemas.openxmlformats.org/officeDocument/2006/relationships/tags" Target="../tags/tag742.xml"/><Relationship Id="rId328" Type="http://schemas.openxmlformats.org/officeDocument/2006/relationships/tags" Target="../tags/tag763.xml"/><Relationship Id="rId88" Type="http://schemas.openxmlformats.org/officeDocument/2006/relationships/tags" Target="../tags/tag523.xml"/><Relationship Id="rId111" Type="http://schemas.openxmlformats.org/officeDocument/2006/relationships/tags" Target="../tags/tag546.xml"/><Relationship Id="rId132" Type="http://schemas.openxmlformats.org/officeDocument/2006/relationships/tags" Target="../tags/tag567.xml"/><Relationship Id="rId153" Type="http://schemas.openxmlformats.org/officeDocument/2006/relationships/tags" Target="../tags/tag588.xml"/><Relationship Id="rId174" Type="http://schemas.openxmlformats.org/officeDocument/2006/relationships/tags" Target="../tags/tag609.xml"/><Relationship Id="rId195" Type="http://schemas.openxmlformats.org/officeDocument/2006/relationships/tags" Target="../tags/tag630.xml"/><Relationship Id="rId209" Type="http://schemas.openxmlformats.org/officeDocument/2006/relationships/tags" Target="../tags/tag644.xml"/><Relationship Id="rId220" Type="http://schemas.openxmlformats.org/officeDocument/2006/relationships/tags" Target="../tags/tag655.xml"/><Relationship Id="rId241" Type="http://schemas.openxmlformats.org/officeDocument/2006/relationships/tags" Target="../tags/tag676.xml"/><Relationship Id="rId15" Type="http://schemas.openxmlformats.org/officeDocument/2006/relationships/tags" Target="../tags/tag450.xml"/><Relationship Id="rId36" Type="http://schemas.openxmlformats.org/officeDocument/2006/relationships/tags" Target="../tags/tag471.xml"/><Relationship Id="rId57" Type="http://schemas.openxmlformats.org/officeDocument/2006/relationships/tags" Target="../tags/tag492.xml"/><Relationship Id="rId262" Type="http://schemas.openxmlformats.org/officeDocument/2006/relationships/tags" Target="../tags/tag697.xml"/><Relationship Id="rId283" Type="http://schemas.openxmlformats.org/officeDocument/2006/relationships/tags" Target="../tags/tag718.xml"/><Relationship Id="rId318" Type="http://schemas.openxmlformats.org/officeDocument/2006/relationships/tags" Target="../tags/tag753.xml"/><Relationship Id="rId78" Type="http://schemas.openxmlformats.org/officeDocument/2006/relationships/tags" Target="../tags/tag513.xml"/><Relationship Id="rId99" Type="http://schemas.openxmlformats.org/officeDocument/2006/relationships/tags" Target="../tags/tag534.xml"/><Relationship Id="rId101" Type="http://schemas.openxmlformats.org/officeDocument/2006/relationships/tags" Target="../tags/tag536.xml"/><Relationship Id="rId122" Type="http://schemas.openxmlformats.org/officeDocument/2006/relationships/tags" Target="../tags/tag557.xml"/><Relationship Id="rId143" Type="http://schemas.openxmlformats.org/officeDocument/2006/relationships/tags" Target="../tags/tag578.xml"/><Relationship Id="rId164" Type="http://schemas.openxmlformats.org/officeDocument/2006/relationships/tags" Target="../tags/tag599.xml"/><Relationship Id="rId185" Type="http://schemas.openxmlformats.org/officeDocument/2006/relationships/tags" Target="../tags/tag620.xml"/><Relationship Id="rId9" Type="http://schemas.openxmlformats.org/officeDocument/2006/relationships/tags" Target="../tags/tag444.xml"/><Relationship Id="rId210" Type="http://schemas.openxmlformats.org/officeDocument/2006/relationships/tags" Target="../tags/tag645.xml"/><Relationship Id="rId26" Type="http://schemas.openxmlformats.org/officeDocument/2006/relationships/tags" Target="../tags/tag461.xml"/><Relationship Id="rId231" Type="http://schemas.openxmlformats.org/officeDocument/2006/relationships/tags" Target="../tags/tag666.xml"/><Relationship Id="rId252" Type="http://schemas.openxmlformats.org/officeDocument/2006/relationships/tags" Target="../tags/tag687.xml"/><Relationship Id="rId273" Type="http://schemas.openxmlformats.org/officeDocument/2006/relationships/tags" Target="../tags/tag708.xml"/><Relationship Id="rId294" Type="http://schemas.openxmlformats.org/officeDocument/2006/relationships/tags" Target="../tags/tag729.xml"/><Relationship Id="rId308" Type="http://schemas.openxmlformats.org/officeDocument/2006/relationships/tags" Target="../tags/tag743.xml"/><Relationship Id="rId329" Type="http://schemas.openxmlformats.org/officeDocument/2006/relationships/tags" Target="../tags/tag764.xml"/><Relationship Id="rId47" Type="http://schemas.openxmlformats.org/officeDocument/2006/relationships/tags" Target="../tags/tag482.xml"/><Relationship Id="rId68" Type="http://schemas.openxmlformats.org/officeDocument/2006/relationships/tags" Target="../tags/tag503.xml"/><Relationship Id="rId89" Type="http://schemas.openxmlformats.org/officeDocument/2006/relationships/tags" Target="../tags/tag524.xml"/><Relationship Id="rId112" Type="http://schemas.openxmlformats.org/officeDocument/2006/relationships/tags" Target="../tags/tag547.xml"/><Relationship Id="rId133" Type="http://schemas.openxmlformats.org/officeDocument/2006/relationships/tags" Target="../tags/tag568.xml"/><Relationship Id="rId154" Type="http://schemas.openxmlformats.org/officeDocument/2006/relationships/tags" Target="../tags/tag589.xml"/><Relationship Id="rId175" Type="http://schemas.openxmlformats.org/officeDocument/2006/relationships/tags" Target="../tags/tag610.xml"/><Relationship Id="rId196" Type="http://schemas.openxmlformats.org/officeDocument/2006/relationships/tags" Target="../tags/tag631.xml"/><Relationship Id="rId200" Type="http://schemas.openxmlformats.org/officeDocument/2006/relationships/tags" Target="../tags/tag635.xml"/><Relationship Id="rId16" Type="http://schemas.openxmlformats.org/officeDocument/2006/relationships/tags" Target="../tags/tag451.xml"/><Relationship Id="rId221" Type="http://schemas.openxmlformats.org/officeDocument/2006/relationships/tags" Target="../tags/tag656.xml"/><Relationship Id="rId242" Type="http://schemas.openxmlformats.org/officeDocument/2006/relationships/tags" Target="../tags/tag677.xml"/><Relationship Id="rId263" Type="http://schemas.openxmlformats.org/officeDocument/2006/relationships/tags" Target="../tags/tag698.xml"/><Relationship Id="rId284" Type="http://schemas.openxmlformats.org/officeDocument/2006/relationships/tags" Target="../tags/tag719.xml"/><Relationship Id="rId319" Type="http://schemas.openxmlformats.org/officeDocument/2006/relationships/tags" Target="../tags/tag754.xml"/><Relationship Id="rId37" Type="http://schemas.openxmlformats.org/officeDocument/2006/relationships/tags" Target="../tags/tag472.xml"/><Relationship Id="rId58" Type="http://schemas.openxmlformats.org/officeDocument/2006/relationships/tags" Target="../tags/tag493.xml"/><Relationship Id="rId79" Type="http://schemas.openxmlformats.org/officeDocument/2006/relationships/tags" Target="../tags/tag514.xml"/><Relationship Id="rId102" Type="http://schemas.openxmlformats.org/officeDocument/2006/relationships/tags" Target="../tags/tag537.xml"/><Relationship Id="rId123" Type="http://schemas.openxmlformats.org/officeDocument/2006/relationships/tags" Target="../tags/tag558.xml"/><Relationship Id="rId144" Type="http://schemas.openxmlformats.org/officeDocument/2006/relationships/tags" Target="../tags/tag579.xml"/><Relationship Id="rId330" Type="http://schemas.openxmlformats.org/officeDocument/2006/relationships/tags" Target="../tags/tag765.xml"/><Relationship Id="rId90" Type="http://schemas.openxmlformats.org/officeDocument/2006/relationships/tags" Target="../tags/tag525.xml"/><Relationship Id="rId165" Type="http://schemas.openxmlformats.org/officeDocument/2006/relationships/tags" Target="../tags/tag600.xml"/><Relationship Id="rId186" Type="http://schemas.openxmlformats.org/officeDocument/2006/relationships/tags" Target="../tags/tag621.xml"/><Relationship Id="rId211" Type="http://schemas.openxmlformats.org/officeDocument/2006/relationships/tags" Target="../tags/tag646.xml"/><Relationship Id="rId232" Type="http://schemas.openxmlformats.org/officeDocument/2006/relationships/tags" Target="../tags/tag667.xml"/><Relationship Id="rId253" Type="http://schemas.openxmlformats.org/officeDocument/2006/relationships/tags" Target="../tags/tag688.xml"/><Relationship Id="rId274" Type="http://schemas.openxmlformats.org/officeDocument/2006/relationships/tags" Target="../tags/tag709.xml"/><Relationship Id="rId295" Type="http://schemas.openxmlformats.org/officeDocument/2006/relationships/tags" Target="../tags/tag730.xml"/><Relationship Id="rId309" Type="http://schemas.openxmlformats.org/officeDocument/2006/relationships/tags" Target="../tags/tag744.xml"/><Relationship Id="rId27" Type="http://schemas.openxmlformats.org/officeDocument/2006/relationships/tags" Target="../tags/tag462.xml"/><Relationship Id="rId48" Type="http://schemas.openxmlformats.org/officeDocument/2006/relationships/tags" Target="../tags/tag483.xml"/><Relationship Id="rId69" Type="http://schemas.openxmlformats.org/officeDocument/2006/relationships/tags" Target="../tags/tag504.xml"/><Relationship Id="rId113" Type="http://schemas.openxmlformats.org/officeDocument/2006/relationships/tags" Target="../tags/tag548.xml"/><Relationship Id="rId134" Type="http://schemas.openxmlformats.org/officeDocument/2006/relationships/tags" Target="../tags/tag569.xml"/><Relationship Id="rId320" Type="http://schemas.openxmlformats.org/officeDocument/2006/relationships/tags" Target="../tags/tag755.xml"/><Relationship Id="rId80" Type="http://schemas.openxmlformats.org/officeDocument/2006/relationships/tags" Target="../tags/tag515.xml"/><Relationship Id="rId155" Type="http://schemas.openxmlformats.org/officeDocument/2006/relationships/tags" Target="../tags/tag590.xml"/><Relationship Id="rId176" Type="http://schemas.openxmlformats.org/officeDocument/2006/relationships/tags" Target="../tags/tag611.xml"/><Relationship Id="rId197" Type="http://schemas.openxmlformats.org/officeDocument/2006/relationships/tags" Target="../tags/tag632.xml"/><Relationship Id="rId201" Type="http://schemas.openxmlformats.org/officeDocument/2006/relationships/tags" Target="../tags/tag636.xml"/><Relationship Id="rId222" Type="http://schemas.openxmlformats.org/officeDocument/2006/relationships/tags" Target="../tags/tag657.xml"/><Relationship Id="rId243" Type="http://schemas.openxmlformats.org/officeDocument/2006/relationships/tags" Target="../tags/tag678.xml"/><Relationship Id="rId264" Type="http://schemas.openxmlformats.org/officeDocument/2006/relationships/tags" Target="../tags/tag699.xml"/><Relationship Id="rId285" Type="http://schemas.openxmlformats.org/officeDocument/2006/relationships/tags" Target="../tags/tag720.xml"/><Relationship Id="rId17" Type="http://schemas.openxmlformats.org/officeDocument/2006/relationships/tags" Target="../tags/tag452.xml"/><Relationship Id="rId38" Type="http://schemas.openxmlformats.org/officeDocument/2006/relationships/tags" Target="../tags/tag473.xml"/><Relationship Id="rId59" Type="http://schemas.openxmlformats.org/officeDocument/2006/relationships/tags" Target="../tags/tag494.xml"/><Relationship Id="rId103" Type="http://schemas.openxmlformats.org/officeDocument/2006/relationships/tags" Target="../tags/tag538.xml"/><Relationship Id="rId124" Type="http://schemas.openxmlformats.org/officeDocument/2006/relationships/tags" Target="../tags/tag559.xml"/><Relationship Id="rId310" Type="http://schemas.openxmlformats.org/officeDocument/2006/relationships/tags" Target="../tags/tag745.xml"/><Relationship Id="rId70" Type="http://schemas.openxmlformats.org/officeDocument/2006/relationships/tags" Target="../tags/tag505.xml"/><Relationship Id="rId91" Type="http://schemas.openxmlformats.org/officeDocument/2006/relationships/tags" Target="../tags/tag526.xml"/><Relationship Id="rId145" Type="http://schemas.openxmlformats.org/officeDocument/2006/relationships/tags" Target="../tags/tag580.xml"/><Relationship Id="rId166" Type="http://schemas.openxmlformats.org/officeDocument/2006/relationships/tags" Target="../tags/tag601.xml"/><Relationship Id="rId187" Type="http://schemas.openxmlformats.org/officeDocument/2006/relationships/tags" Target="../tags/tag622.xml"/><Relationship Id="rId331" Type="http://schemas.openxmlformats.org/officeDocument/2006/relationships/tags" Target="../tags/tag766.xml"/><Relationship Id="rId1" Type="http://schemas.openxmlformats.org/officeDocument/2006/relationships/tags" Target="../tags/tag436.xml"/><Relationship Id="rId212" Type="http://schemas.openxmlformats.org/officeDocument/2006/relationships/tags" Target="../tags/tag647.xml"/><Relationship Id="rId233" Type="http://schemas.openxmlformats.org/officeDocument/2006/relationships/tags" Target="../tags/tag668.xml"/><Relationship Id="rId254" Type="http://schemas.openxmlformats.org/officeDocument/2006/relationships/tags" Target="../tags/tag689.xml"/><Relationship Id="rId28" Type="http://schemas.openxmlformats.org/officeDocument/2006/relationships/tags" Target="../tags/tag463.xml"/><Relationship Id="rId49" Type="http://schemas.openxmlformats.org/officeDocument/2006/relationships/tags" Target="../tags/tag484.xml"/><Relationship Id="rId114" Type="http://schemas.openxmlformats.org/officeDocument/2006/relationships/tags" Target="../tags/tag549.xml"/><Relationship Id="rId275" Type="http://schemas.openxmlformats.org/officeDocument/2006/relationships/tags" Target="../tags/tag710.xml"/><Relationship Id="rId296" Type="http://schemas.openxmlformats.org/officeDocument/2006/relationships/tags" Target="../tags/tag731.xml"/><Relationship Id="rId300" Type="http://schemas.openxmlformats.org/officeDocument/2006/relationships/tags" Target="../tags/tag735.xml"/><Relationship Id="rId60" Type="http://schemas.openxmlformats.org/officeDocument/2006/relationships/tags" Target="../tags/tag495.xml"/><Relationship Id="rId81" Type="http://schemas.openxmlformats.org/officeDocument/2006/relationships/tags" Target="../tags/tag516.xml"/><Relationship Id="rId135" Type="http://schemas.openxmlformats.org/officeDocument/2006/relationships/tags" Target="../tags/tag570.xml"/><Relationship Id="rId156" Type="http://schemas.openxmlformats.org/officeDocument/2006/relationships/tags" Target="../tags/tag591.xml"/><Relationship Id="rId177" Type="http://schemas.openxmlformats.org/officeDocument/2006/relationships/tags" Target="../tags/tag612.xml"/><Relationship Id="rId198" Type="http://schemas.openxmlformats.org/officeDocument/2006/relationships/tags" Target="../tags/tag633.xml"/><Relationship Id="rId321" Type="http://schemas.openxmlformats.org/officeDocument/2006/relationships/tags" Target="../tags/tag756.xml"/><Relationship Id="rId202" Type="http://schemas.openxmlformats.org/officeDocument/2006/relationships/tags" Target="../tags/tag637.xml"/><Relationship Id="rId223" Type="http://schemas.openxmlformats.org/officeDocument/2006/relationships/tags" Target="../tags/tag658.xml"/><Relationship Id="rId244" Type="http://schemas.openxmlformats.org/officeDocument/2006/relationships/tags" Target="../tags/tag679.xml"/><Relationship Id="rId18" Type="http://schemas.openxmlformats.org/officeDocument/2006/relationships/tags" Target="../tags/tag453.xml"/><Relationship Id="rId39" Type="http://schemas.openxmlformats.org/officeDocument/2006/relationships/tags" Target="../tags/tag474.xml"/><Relationship Id="rId265" Type="http://schemas.openxmlformats.org/officeDocument/2006/relationships/tags" Target="../tags/tag700.xml"/><Relationship Id="rId286" Type="http://schemas.openxmlformats.org/officeDocument/2006/relationships/tags" Target="../tags/tag721.xml"/><Relationship Id="rId50" Type="http://schemas.openxmlformats.org/officeDocument/2006/relationships/tags" Target="../tags/tag485.xml"/><Relationship Id="rId104" Type="http://schemas.openxmlformats.org/officeDocument/2006/relationships/tags" Target="../tags/tag539.xml"/><Relationship Id="rId125" Type="http://schemas.openxmlformats.org/officeDocument/2006/relationships/tags" Target="../tags/tag560.xml"/><Relationship Id="rId146" Type="http://schemas.openxmlformats.org/officeDocument/2006/relationships/tags" Target="../tags/tag581.xml"/><Relationship Id="rId167" Type="http://schemas.openxmlformats.org/officeDocument/2006/relationships/tags" Target="../tags/tag602.xml"/><Relationship Id="rId188" Type="http://schemas.openxmlformats.org/officeDocument/2006/relationships/tags" Target="../tags/tag623.xml"/><Relationship Id="rId311" Type="http://schemas.openxmlformats.org/officeDocument/2006/relationships/tags" Target="../tags/tag746.xml"/><Relationship Id="rId332" Type="http://schemas.openxmlformats.org/officeDocument/2006/relationships/tags" Target="../tags/tag767.xml"/><Relationship Id="rId71" Type="http://schemas.openxmlformats.org/officeDocument/2006/relationships/tags" Target="../tags/tag506.xml"/><Relationship Id="rId92" Type="http://schemas.openxmlformats.org/officeDocument/2006/relationships/tags" Target="../tags/tag527.xml"/><Relationship Id="rId213" Type="http://schemas.openxmlformats.org/officeDocument/2006/relationships/tags" Target="../tags/tag648.xml"/><Relationship Id="rId234" Type="http://schemas.openxmlformats.org/officeDocument/2006/relationships/tags" Target="../tags/tag669.xml"/><Relationship Id="rId2" Type="http://schemas.openxmlformats.org/officeDocument/2006/relationships/tags" Target="../tags/tag437.xml"/><Relationship Id="rId29" Type="http://schemas.openxmlformats.org/officeDocument/2006/relationships/tags" Target="../tags/tag464.xml"/><Relationship Id="rId255" Type="http://schemas.openxmlformats.org/officeDocument/2006/relationships/tags" Target="../tags/tag690.xml"/><Relationship Id="rId276" Type="http://schemas.openxmlformats.org/officeDocument/2006/relationships/tags" Target="../tags/tag711.xml"/><Relationship Id="rId297" Type="http://schemas.openxmlformats.org/officeDocument/2006/relationships/tags" Target="../tags/tag732.xml"/><Relationship Id="rId40" Type="http://schemas.openxmlformats.org/officeDocument/2006/relationships/tags" Target="../tags/tag475.xml"/><Relationship Id="rId115" Type="http://schemas.openxmlformats.org/officeDocument/2006/relationships/tags" Target="../tags/tag550.xml"/><Relationship Id="rId136" Type="http://schemas.openxmlformats.org/officeDocument/2006/relationships/tags" Target="../tags/tag571.xml"/><Relationship Id="rId157" Type="http://schemas.openxmlformats.org/officeDocument/2006/relationships/tags" Target="../tags/tag592.xml"/><Relationship Id="rId178" Type="http://schemas.openxmlformats.org/officeDocument/2006/relationships/tags" Target="../tags/tag613.xml"/><Relationship Id="rId301" Type="http://schemas.openxmlformats.org/officeDocument/2006/relationships/tags" Target="../tags/tag736.xml"/><Relationship Id="rId322" Type="http://schemas.openxmlformats.org/officeDocument/2006/relationships/tags" Target="../tags/tag757.xml"/><Relationship Id="rId61" Type="http://schemas.openxmlformats.org/officeDocument/2006/relationships/tags" Target="../tags/tag496.xml"/><Relationship Id="rId82" Type="http://schemas.openxmlformats.org/officeDocument/2006/relationships/tags" Target="../tags/tag517.xml"/><Relationship Id="rId199" Type="http://schemas.openxmlformats.org/officeDocument/2006/relationships/tags" Target="../tags/tag634.xml"/><Relationship Id="rId203" Type="http://schemas.openxmlformats.org/officeDocument/2006/relationships/tags" Target="../tags/tag638.xml"/><Relationship Id="rId19" Type="http://schemas.openxmlformats.org/officeDocument/2006/relationships/tags" Target="../tags/tag454.xml"/><Relationship Id="rId224" Type="http://schemas.openxmlformats.org/officeDocument/2006/relationships/tags" Target="../tags/tag659.xml"/><Relationship Id="rId245" Type="http://schemas.openxmlformats.org/officeDocument/2006/relationships/tags" Target="../tags/tag680.xml"/><Relationship Id="rId266" Type="http://schemas.openxmlformats.org/officeDocument/2006/relationships/tags" Target="../tags/tag701.xml"/><Relationship Id="rId287" Type="http://schemas.openxmlformats.org/officeDocument/2006/relationships/tags" Target="../tags/tag722.xml"/><Relationship Id="rId30" Type="http://schemas.openxmlformats.org/officeDocument/2006/relationships/tags" Target="../tags/tag465.xml"/><Relationship Id="rId105" Type="http://schemas.openxmlformats.org/officeDocument/2006/relationships/tags" Target="../tags/tag540.xml"/><Relationship Id="rId126" Type="http://schemas.openxmlformats.org/officeDocument/2006/relationships/tags" Target="../tags/tag561.xml"/><Relationship Id="rId147" Type="http://schemas.openxmlformats.org/officeDocument/2006/relationships/tags" Target="../tags/tag582.xml"/><Relationship Id="rId168" Type="http://schemas.openxmlformats.org/officeDocument/2006/relationships/tags" Target="../tags/tag603.xml"/><Relationship Id="rId312" Type="http://schemas.openxmlformats.org/officeDocument/2006/relationships/tags" Target="../tags/tag747.xml"/><Relationship Id="rId333" Type="http://schemas.openxmlformats.org/officeDocument/2006/relationships/tags" Target="../tags/tag768.xml"/><Relationship Id="rId51" Type="http://schemas.openxmlformats.org/officeDocument/2006/relationships/tags" Target="../tags/tag486.xml"/><Relationship Id="rId72" Type="http://schemas.openxmlformats.org/officeDocument/2006/relationships/tags" Target="../tags/tag507.xml"/><Relationship Id="rId93" Type="http://schemas.openxmlformats.org/officeDocument/2006/relationships/tags" Target="../tags/tag528.xml"/><Relationship Id="rId189" Type="http://schemas.openxmlformats.org/officeDocument/2006/relationships/tags" Target="../tags/tag624.xml"/><Relationship Id="rId3" Type="http://schemas.openxmlformats.org/officeDocument/2006/relationships/tags" Target="../tags/tag438.xml"/><Relationship Id="rId214" Type="http://schemas.openxmlformats.org/officeDocument/2006/relationships/tags" Target="../tags/tag649.xml"/><Relationship Id="rId235" Type="http://schemas.openxmlformats.org/officeDocument/2006/relationships/tags" Target="../tags/tag670.xml"/><Relationship Id="rId256" Type="http://schemas.openxmlformats.org/officeDocument/2006/relationships/tags" Target="../tags/tag691.xml"/><Relationship Id="rId277" Type="http://schemas.openxmlformats.org/officeDocument/2006/relationships/tags" Target="../tags/tag712.xml"/><Relationship Id="rId298" Type="http://schemas.openxmlformats.org/officeDocument/2006/relationships/tags" Target="../tags/tag733.xml"/><Relationship Id="rId116" Type="http://schemas.openxmlformats.org/officeDocument/2006/relationships/tags" Target="../tags/tag551.xml"/><Relationship Id="rId137" Type="http://schemas.openxmlformats.org/officeDocument/2006/relationships/tags" Target="../tags/tag572.xml"/><Relationship Id="rId158" Type="http://schemas.openxmlformats.org/officeDocument/2006/relationships/tags" Target="../tags/tag593.xml"/><Relationship Id="rId302" Type="http://schemas.openxmlformats.org/officeDocument/2006/relationships/tags" Target="../tags/tag737.xml"/><Relationship Id="rId323" Type="http://schemas.openxmlformats.org/officeDocument/2006/relationships/tags" Target="../tags/tag758.xml"/><Relationship Id="rId20" Type="http://schemas.openxmlformats.org/officeDocument/2006/relationships/tags" Target="../tags/tag455.xml"/><Relationship Id="rId41" Type="http://schemas.openxmlformats.org/officeDocument/2006/relationships/tags" Target="../tags/tag476.xml"/><Relationship Id="rId62" Type="http://schemas.openxmlformats.org/officeDocument/2006/relationships/tags" Target="../tags/tag497.xml"/><Relationship Id="rId83" Type="http://schemas.openxmlformats.org/officeDocument/2006/relationships/tags" Target="../tags/tag518.xml"/><Relationship Id="rId179" Type="http://schemas.openxmlformats.org/officeDocument/2006/relationships/tags" Target="../tags/tag614.xml"/><Relationship Id="rId190" Type="http://schemas.openxmlformats.org/officeDocument/2006/relationships/tags" Target="../tags/tag625.xml"/><Relationship Id="rId204" Type="http://schemas.openxmlformats.org/officeDocument/2006/relationships/tags" Target="../tags/tag639.xml"/><Relationship Id="rId225" Type="http://schemas.openxmlformats.org/officeDocument/2006/relationships/tags" Target="../tags/tag660.xml"/><Relationship Id="rId246" Type="http://schemas.openxmlformats.org/officeDocument/2006/relationships/tags" Target="../tags/tag681.xml"/><Relationship Id="rId267" Type="http://schemas.openxmlformats.org/officeDocument/2006/relationships/tags" Target="../tags/tag702.xml"/><Relationship Id="rId288" Type="http://schemas.openxmlformats.org/officeDocument/2006/relationships/tags" Target="../tags/tag723.xml"/><Relationship Id="rId106" Type="http://schemas.openxmlformats.org/officeDocument/2006/relationships/tags" Target="../tags/tag541.xml"/><Relationship Id="rId127" Type="http://schemas.openxmlformats.org/officeDocument/2006/relationships/tags" Target="../tags/tag562.xml"/><Relationship Id="rId313" Type="http://schemas.openxmlformats.org/officeDocument/2006/relationships/tags" Target="../tags/tag748.xml"/><Relationship Id="rId10" Type="http://schemas.openxmlformats.org/officeDocument/2006/relationships/tags" Target="../tags/tag445.xml"/><Relationship Id="rId31" Type="http://schemas.openxmlformats.org/officeDocument/2006/relationships/tags" Target="../tags/tag466.xml"/><Relationship Id="rId52" Type="http://schemas.openxmlformats.org/officeDocument/2006/relationships/tags" Target="../tags/tag487.xml"/><Relationship Id="rId73" Type="http://schemas.openxmlformats.org/officeDocument/2006/relationships/tags" Target="../tags/tag508.xml"/><Relationship Id="rId94" Type="http://schemas.openxmlformats.org/officeDocument/2006/relationships/tags" Target="../tags/tag529.xml"/><Relationship Id="rId148" Type="http://schemas.openxmlformats.org/officeDocument/2006/relationships/tags" Target="../tags/tag583.xml"/><Relationship Id="rId169" Type="http://schemas.openxmlformats.org/officeDocument/2006/relationships/tags" Target="../tags/tag604.xml"/><Relationship Id="rId334" Type="http://schemas.openxmlformats.org/officeDocument/2006/relationships/tags" Target="../tags/tag769.xml"/><Relationship Id="rId4" Type="http://schemas.openxmlformats.org/officeDocument/2006/relationships/tags" Target="../tags/tag439.xml"/><Relationship Id="rId180" Type="http://schemas.openxmlformats.org/officeDocument/2006/relationships/tags" Target="../tags/tag615.xml"/><Relationship Id="rId215" Type="http://schemas.openxmlformats.org/officeDocument/2006/relationships/tags" Target="../tags/tag650.xml"/><Relationship Id="rId236" Type="http://schemas.openxmlformats.org/officeDocument/2006/relationships/tags" Target="../tags/tag671.xml"/><Relationship Id="rId257" Type="http://schemas.openxmlformats.org/officeDocument/2006/relationships/tags" Target="../tags/tag692.xml"/><Relationship Id="rId278" Type="http://schemas.openxmlformats.org/officeDocument/2006/relationships/tags" Target="../tags/tag713.xml"/><Relationship Id="rId303" Type="http://schemas.openxmlformats.org/officeDocument/2006/relationships/tags" Target="../tags/tag738.xml"/><Relationship Id="rId42" Type="http://schemas.openxmlformats.org/officeDocument/2006/relationships/tags" Target="../tags/tag477.xml"/><Relationship Id="rId84" Type="http://schemas.openxmlformats.org/officeDocument/2006/relationships/tags" Target="../tags/tag519.xml"/><Relationship Id="rId138" Type="http://schemas.openxmlformats.org/officeDocument/2006/relationships/tags" Target="../tags/tag573.xml"/><Relationship Id="rId191" Type="http://schemas.openxmlformats.org/officeDocument/2006/relationships/tags" Target="../tags/tag626.xml"/><Relationship Id="rId205" Type="http://schemas.openxmlformats.org/officeDocument/2006/relationships/tags" Target="../tags/tag640.xml"/><Relationship Id="rId247" Type="http://schemas.openxmlformats.org/officeDocument/2006/relationships/tags" Target="../tags/tag682.xml"/><Relationship Id="rId107" Type="http://schemas.openxmlformats.org/officeDocument/2006/relationships/tags" Target="../tags/tag542.xml"/><Relationship Id="rId289" Type="http://schemas.openxmlformats.org/officeDocument/2006/relationships/tags" Target="../tags/tag724.xml"/><Relationship Id="rId11" Type="http://schemas.openxmlformats.org/officeDocument/2006/relationships/tags" Target="../tags/tag446.xml"/><Relationship Id="rId53" Type="http://schemas.openxmlformats.org/officeDocument/2006/relationships/tags" Target="../tags/tag488.xml"/><Relationship Id="rId149" Type="http://schemas.openxmlformats.org/officeDocument/2006/relationships/tags" Target="../tags/tag584.xml"/><Relationship Id="rId314" Type="http://schemas.openxmlformats.org/officeDocument/2006/relationships/tags" Target="../tags/tag749.xml"/><Relationship Id="rId95" Type="http://schemas.openxmlformats.org/officeDocument/2006/relationships/tags" Target="../tags/tag530.xml"/><Relationship Id="rId160" Type="http://schemas.openxmlformats.org/officeDocument/2006/relationships/tags" Target="../tags/tag595.xml"/><Relationship Id="rId216" Type="http://schemas.openxmlformats.org/officeDocument/2006/relationships/tags" Target="../tags/tag651.xml"/><Relationship Id="rId258" Type="http://schemas.openxmlformats.org/officeDocument/2006/relationships/tags" Target="../tags/tag693.xml"/><Relationship Id="rId22" Type="http://schemas.openxmlformats.org/officeDocument/2006/relationships/tags" Target="../tags/tag457.xml"/><Relationship Id="rId64" Type="http://schemas.openxmlformats.org/officeDocument/2006/relationships/tags" Target="../tags/tag499.xml"/><Relationship Id="rId118" Type="http://schemas.openxmlformats.org/officeDocument/2006/relationships/tags" Target="../tags/tag553.xml"/><Relationship Id="rId325" Type="http://schemas.openxmlformats.org/officeDocument/2006/relationships/tags" Target="../tags/tag760.xml"/><Relationship Id="rId171" Type="http://schemas.openxmlformats.org/officeDocument/2006/relationships/tags" Target="../tags/tag606.xml"/><Relationship Id="rId227" Type="http://schemas.openxmlformats.org/officeDocument/2006/relationships/tags" Target="../tags/tag662.xml"/><Relationship Id="rId269" Type="http://schemas.openxmlformats.org/officeDocument/2006/relationships/tags" Target="../tags/tag704.xml"/><Relationship Id="rId33" Type="http://schemas.openxmlformats.org/officeDocument/2006/relationships/tags" Target="../tags/tag468.xml"/><Relationship Id="rId129" Type="http://schemas.openxmlformats.org/officeDocument/2006/relationships/tags" Target="../tags/tag564.xml"/><Relationship Id="rId280" Type="http://schemas.openxmlformats.org/officeDocument/2006/relationships/tags" Target="../tags/tag715.xml"/><Relationship Id="rId75" Type="http://schemas.openxmlformats.org/officeDocument/2006/relationships/tags" Target="../tags/tag510.xml"/><Relationship Id="rId140" Type="http://schemas.openxmlformats.org/officeDocument/2006/relationships/tags" Target="../tags/tag575.xml"/><Relationship Id="rId182" Type="http://schemas.openxmlformats.org/officeDocument/2006/relationships/tags" Target="../tags/tag617.xml"/><Relationship Id="rId6" Type="http://schemas.openxmlformats.org/officeDocument/2006/relationships/tags" Target="../tags/tag441.xml"/><Relationship Id="rId238" Type="http://schemas.openxmlformats.org/officeDocument/2006/relationships/tags" Target="../tags/tag673.xml"/><Relationship Id="rId291" Type="http://schemas.openxmlformats.org/officeDocument/2006/relationships/tags" Target="../tags/tag726.xml"/><Relationship Id="rId305" Type="http://schemas.openxmlformats.org/officeDocument/2006/relationships/tags" Target="../tags/tag740.xml"/><Relationship Id="rId44" Type="http://schemas.openxmlformats.org/officeDocument/2006/relationships/tags" Target="../tags/tag479.xml"/><Relationship Id="rId86" Type="http://schemas.openxmlformats.org/officeDocument/2006/relationships/tags" Target="../tags/tag521.xml"/><Relationship Id="rId151" Type="http://schemas.openxmlformats.org/officeDocument/2006/relationships/tags" Target="../tags/tag586.xml"/><Relationship Id="rId193" Type="http://schemas.openxmlformats.org/officeDocument/2006/relationships/tags" Target="../tags/tag628.xml"/><Relationship Id="rId207" Type="http://schemas.openxmlformats.org/officeDocument/2006/relationships/tags" Target="../tags/tag642.xml"/><Relationship Id="rId249" Type="http://schemas.openxmlformats.org/officeDocument/2006/relationships/tags" Target="../tags/tag684.xml"/><Relationship Id="rId13" Type="http://schemas.openxmlformats.org/officeDocument/2006/relationships/tags" Target="../tags/tag448.xml"/><Relationship Id="rId109" Type="http://schemas.openxmlformats.org/officeDocument/2006/relationships/tags" Target="../tags/tag544.xml"/><Relationship Id="rId260" Type="http://schemas.openxmlformats.org/officeDocument/2006/relationships/tags" Target="../tags/tag695.xml"/><Relationship Id="rId316" Type="http://schemas.openxmlformats.org/officeDocument/2006/relationships/tags" Target="../tags/tag751.xml"/><Relationship Id="rId55" Type="http://schemas.openxmlformats.org/officeDocument/2006/relationships/tags" Target="../tags/tag490.xml"/><Relationship Id="rId97" Type="http://schemas.openxmlformats.org/officeDocument/2006/relationships/tags" Target="../tags/tag532.xml"/><Relationship Id="rId120" Type="http://schemas.openxmlformats.org/officeDocument/2006/relationships/tags" Target="../tags/tag555.xml"/><Relationship Id="rId162" Type="http://schemas.openxmlformats.org/officeDocument/2006/relationships/tags" Target="../tags/tag597.xml"/><Relationship Id="rId218" Type="http://schemas.openxmlformats.org/officeDocument/2006/relationships/tags" Target="../tags/tag653.xml"/><Relationship Id="rId271" Type="http://schemas.openxmlformats.org/officeDocument/2006/relationships/tags" Target="../tags/tag706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886.xml"/><Relationship Id="rId21" Type="http://schemas.openxmlformats.org/officeDocument/2006/relationships/tags" Target="../tags/tag790.xml"/><Relationship Id="rId42" Type="http://schemas.openxmlformats.org/officeDocument/2006/relationships/tags" Target="../tags/tag811.xml"/><Relationship Id="rId63" Type="http://schemas.openxmlformats.org/officeDocument/2006/relationships/tags" Target="../tags/tag832.xml"/><Relationship Id="rId84" Type="http://schemas.openxmlformats.org/officeDocument/2006/relationships/tags" Target="../tags/tag853.xml"/><Relationship Id="rId138" Type="http://schemas.openxmlformats.org/officeDocument/2006/relationships/tags" Target="../tags/tag907.xml"/><Relationship Id="rId159" Type="http://schemas.openxmlformats.org/officeDocument/2006/relationships/tags" Target="../tags/tag928.xml"/><Relationship Id="rId170" Type="http://schemas.openxmlformats.org/officeDocument/2006/relationships/tags" Target="../tags/tag939.xml"/><Relationship Id="rId107" Type="http://schemas.openxmlformats.org/officeDocument/2006/relationships/tags" Target="../tags/tag876.xml"/><Relationship Id="rId11" Type="http://schemas.openxmlformats.org/officeDocument/2006/relationships/tags" Target="../tags/tag780.xml"/><Relationship Id="rId32" Type="http://schemas.openxmlformats.org/officeDocument/2006/relationships/tags" Target="../tags/tag801.xml"/><Relationship Id="rId53" Type="http://schemas.openxmlformats.org/officeDocument/2006/relationships/tags" Target="../tags/tag822.xml"/><Relationship Id="rId74" Type="http://schemas.openxmlformats.org/officeDocument/2006/relationships/tags" Target="../tags/tag843.xml"/><Relationship Id="rId128" Type="http://schemas.openxmlformats.org/officeDocument/2006/relationships/tags" Target="../tags/tag897.xml"/><Relationship Id="rId149" Type="http://schemas.openxmlformats.org/officeDocument/2006/relationships/tags" Target="../tags/tag918.xml"/><Relationship Id="rId5" Type="http://schemas.openxmlformats.org/officeDocument/2006/relationships/tags" Target="../tags/tag774.xml"/><Relationship Id="rId95" Type="http://schemas.openxmlformats.org/officeDocument/2006/relationships/tags" Target="../tags/tag864.xml"/><Relationship Id="rId160" Type="http://schemas.openxmlformats.org/officeDocument/2006/relationships/tags" Target="../tags/tag929.xml"/><Relationship Id="rId181" Type="http://schemas.openxmlformats.org/officeDocument/2006/relationships/tags" Target="../tags/tag950.xml"/><Relationship Id="rId22" Type="http://schemas.openxmlformats.org/officeDocument/2006/relationships/tags" Target="../tags/tag791.xml"/><Relationship Id="rId43" Type="http://schemas.openxmlformats.org/officeDocument/2006/relationships/tags" Target="../tags/tag812.xml"/><Relationship Id="rId64" Type="http://schemas.openxmlformats.org/officeDocument/2006/relationships/tags" Target="../tags/tag833.xml"/><Relationship Id="rId118" Type="http://schemas.openxmlformats.org/officeDocument/2006/relationships/tags" Target="../tags/tag887.xml"/><Relationship Id="rId139" Type="http://schemas.openxmlformats.org/officeDocument/2006/relationships/tags" Target="../tags/tag908.xml"/><Relationship Id="rId85" Type="http://schemas.openxmlformats.org/officeDocument/2006/relationships/tags" Target="../tags/tag854.xml"/><Relationship Id="rId150" Type="http://schemas.openxmlformats.org/officeDocument/2006/relationships/tags" Target="../tags/tag919.xml"/><Relationship Id="rId171" Type="http://schemas.openxmlformats.org/officeDocument/2006/relationships/tags" Target="../tags/tag940.xml"/><Relationship Id="rId12" Type="http://schemas.openxmlformats.org/officeDocument/2006/relationships/tags" Target="../tags/tag781.xml"/><Relationship Id="rId33" Type="http://schemas.openxmlformats.org/officeDocument/2006/relationships/tags" Target="../tags/tag802.xml"/><Relationship Id="rId108" Type="http://schemas.openxmlformats.org/officeDocument/2006/relationships/tags" Target="../tags/tag877.xml"/><Relationship Id="rId129" Type="http://schemas.openxmlformats.org/officeDocument/2006/relationships/tags" Target="../tags/tag898.xml"/><Relationship Id="rId54" Type="http://schemas.openxmlformats.org/officeDocument/2006/relationships/tags" Target="../tags/tag823.xml"/><Relationship Id="rId75" Type="http://schemas.openxmlformats.org/officeDocument/2006/relationships/tags" Target="../tags/tag844.xml"/><Relationship Id="rId96" Type="http://schemas.openxmlformats.org/officeDocument/2006/relationships/tags" Target="../tags/tag865.xml"/><Relationship Id="rId140" Type="http://schemas.openxmlformats.org/officeDocument/2006/relationships/tags" Target="../tags/tag909.xml"/><Relationship Id="rId161" Type="http://schemas.openxmlformats.org/officeDocument/2006/relationships/tags" Target="../tags/tag930.xml"/><Relationship Id="rId182" Type="http://schemas.openxmlformats.org/officeDocument/2006/relationships/tags" Target="../tags/tag951.xml"/><Relationship Id="rId6" Type="http://schemas.openxmlformats.org/officeDocument/2006/relationships/tags" Target="../tags/tag775.xml"/><Relationship Id="rId23" Type="http://schemas.openxmlformats.org/officeDocument/2006/relationships/tags" Target="../tags/tag792.xml"/><Relationship Id="rId119" Type="http://schemas.openxmlformats.org/officeDocument/2006/relationships/tags" Target="../tags/tag888.xml"/><Relationship Id="rId44" Type="http://schemas.openxmlformats.org/officeDocument/2006/relationships/tags" Target="../tags/tag813.xml"/><Relationship Id="rId65" Type="http://schemas.openxmlformats.org/officeDocument/2006/relationships/tags" Target="../tags/tag834.xml"/><Relationship Id="rId86" Type="http://schemas.openxmlformats.org/officeDocument/2006/relationships/tags" Target="../tags/tag855.xml"/><Relationship Id="rId130" Type="http://schemas.openxmlformats.org/officeDocument/2006/relationships/tags" Target="../tags/tag899.xml"/><Relationship Id="rId151" Type="http://schemas.openxmlformats.org/officeDocument/2006/relationships/tags" Target="../tags/tag920.xml"/><Relationship Id="rId172" Type="http://schemas.openxmlformats.org/officeDocument/2006/relationships/tags" Target="../tags/tag941.xml"/><Relationship Id="rId13" Type="http://schemas.openxmlformats.org/officeDocument/2006/relationships/tags" Target="../tags/tag782.xml"/><Relationship Id="rId18" Type="http://schemas.openxmlformats.org/officeDocument/2006/relationships/tags" Target="../tags/tag787.xml"/><Relationship Id="rId39" Type="http://schemas.openxmlformats.org/officeDocument/2006/relationships/tags" Target="../tags/tag808.xml"/><Relationship Id="rId109" Type="http://schemas.openxmlformats.org/officeDocument/2006/relationships/tags" Target="../tags/tag878.xml"/><Relationship Id="rId34" Type="http://schemas.openxmlformats.org/officeDocument/2006/relationships/tags" Target="../tags/tag803.xml"/><Relationship Id="rId50" Type="http://schemas.openxmlformats.org/officeDocument/2006/relationships/tags" Target="../tags/tag819.xml"/><Relationship Id="rId55" Type="http://schemas.openxmlformats.org/officeDocument/2006/relationships/tags" Target="../tags/tag824.xml"/><Relationship Id="rId76" Type="http://schemas.openxmlformats.org/officeDocument/2006/relationships/tags" Target="../tags/tag845.xml"/><Relationship Id="rId97" Type="http://schemas.openxmlformats.org/officeDocument/2006/relationships/tags" Target="../tags/tag866.xml"/><Relationship Id="rId104" Type="http://schemas.openxmlformats.org/officeDocument/2006/relationships/tags" Target="../tags/tag873.xml"/><Relationship Id="rId120" Type="http://schemas.openxmlformats.org/officeDocument/2006/relationships/tags" Target="../tags/tag889.xml"/><Relationship Id="rId125" Type="http://schemas.openxmlformats.org/officeDocument/2006/relationships/tags" Target="../tags/tag894.xml"/><Relationship Id="rId141" Type="http://schemas.openxmlformats.org/officeDocument/2006/relationships/tags" Target="../tags/tag910.xml"/><Relationship Id="rId146" Type="http://schemas.openxmlformats.org/officeDocument/2006/relationships/tags" Target="../tags/tag915.xml"/><Relationship Id="rId167" Type="http://schemas.openxmlformats.org/officeDocument/2006/relationships/tags" Target="../tags/tag936.xml"/><Relationship Id="rId7" Type="http://schemas.openxmlformats.org/officeDocument/2006/relationships/tags" Target="../tags/tag776.xml"/><Relationship Id="rId71" Type="http://schemas.openxmlformats.org/officeDocument/2006/relationships/tags" Target="../tags/tag840.xml"/><Relationship Id="rId92" Type="http://schemas.openxmlformats.org/officeDocument/2006/relationships/tags" Target="../tags/tag861.xml"/><Relationship Id="rId162" Type="http://schemas.openxmlformats.org/officeDocument/2006/relationships/tags" Target="../tags/tag931.xml"/><Relationship Id="rId183" Type="http://schemas.openxmlformats.org/officeDocument/2006/relationships/tags" Target="../tags/tag952.xml"/><Relationship Id="rId2" Type="http://schemas.openxmlformats.org/officeDocument/2006/relationships/tags" Target="../tags/tag771.xml"/><Relationship Id="rId29" Type="http://schemas.openxmlformats.org/officeDocument/2006/relationships/tags" Target="../tags/tag798.xml"/><Relationship Id="rId24" Type="http://schemas.openxmlformats.org/officeDocument/2006/relationships/tags" Target="../tags/tag793.xml"/><Relationship Id="rId40" Type="http://schemas.openxmlformats.org/officeDocument/2006/relationships/tags" Target="../tags/tag809.xml"/><Relationship Id="rId45" Type="http://schemas.openxmlformats.org/officeDocument/2006/relationships/tags" Target="../tags/tag814.xml"/><Relationship Id="rId66" Type="http://schemas.openxmlformats.org/officeDocument/2006/relationships/tags" Target="../tags/tag835.xml"/><Relationship Id="rId87" Type="http://schemas.openxmlformats.org/officeDocument/2006/relationships/tags" Target="../tags/tag856.xml"/><Relationship Id="rId110" Type="http://schemas.openxmlformats.org/officeDocument/2006/relationships/tags" Target="../tags/tag879.xml"/><Relationship Id="rId115" Type="http://schemas.openxmlformats.org/officeDocument/2006/relationships/tags" Target="../tags/tag884.xml"/><Relationship Id="rId131" Type="http://schemas.openxmlformats.org/officeDocument/2006/relationships/tags" Target="../tags/tag900.xml"/><Relationship Id="rId136" Type="http://schemas.openxmlformats.org/officeDocument/2006/relationships/tags" Target="../tags/tag905.xml"/><Relationship Id="rId157" Type="http://schemas.openxmlformats.org/officeDocument/2006/relationships/tags" Target="../tags/tag926.xml"/><Relationship Id="rId178" Type="http://schemas.openxmlformats.org/officeDocument/2006/relationships/tags" Target="../tags/tag947.xml"/><Relationship Id="rId61" Type="http://schemas.openxmlformats.org/officeDocument/2006/relationships/tags" Target="../tags/tag830.xml"/><Relationship Id="rId82" Type="http://schemas.openxmlformats.org/officeDocument/2006/relationships/tags" Target="../tags/tag851.xml"/><Relationship Id="rId152" Type="http://schemas.openxmlformats.org/officeDocument/2006/relationships/tags" Target="../tags/tag921.xml"/><Relationship Id="rId173" Type="http://schemas.openxmlformats.org/officeDocument/2006/relationships/tags" Target="../tags/tag942.xml"/><Relationship Id="rId19" Type="http://schemas.openxmlformats.org/officeDocument/2006/relationships/tags" Target="../tags/tag788.xml"/><Relationship Id="rId14" Type="http://schemas.openxmlformats.org/officeDocument/2006/relationships/tags" Target="../tags/tag783.xml"/><Relationship Id="rId30" Type="http://schemas.openxmlformats.org/officeDocument/2006/relationships/tags" Target="../tags/tag799.xml"/><Relationship Id="rId35" Type="http://schemas.openxmlformats.org/officeDocument/2006/relationships/tags" Target="../tags/tag804.xml"/><Relationship Id="rId56" Type="http://schemas.openxmlformats.org/officeDocument/2006/relationships/tags" Target="../tags/tag825.xml"/><Relationship Id="rId77" Type="http://schemas.openxmlformats.org/officeDocument/2006/relationships/tags" Target="../tags/tag846.xml"/><Relationship Id="rId100" Type="http://schemas.openxmlformats.org/officeDocument/2006/relationships/tags" Target="../tags/tag869.xml"/><Relationship Id="rId105" Type="http://schemas.openxmlformats.org/officeDocument/2006/relationships/tags" Target="../tags/tag874.xml"/><Relationship Id="rId126" Type="http://schemas.openxmlformats.org/officeDocument/2006/relationships/tags" Target="../tags/tag895.xml"/><Relationship Id="rId147" Type="http://schemas.openxmlformats.org/officeDocument/2006/relationships/tags" Target="../tags/tag916.xml"/><Relationship Id="rId168" Type="http://schemas.openxmlformats.org/officeDocument/2006/relationships/tags" Target="../tags/tag937.xml"/><Relationship Id="rId8" Type="http://schemas.openxmlformats.org/officeDocument/2006/relationships/tags" Target="../tags/tag777.xml"/><Relationship Id="rId51" Type="http://schemas.openxmlformats.org/officeDocument/2006/relationships/tags" Target="../tags/tag820.xml"/><Relationship Id="rId72" Type="http://schemas.openxmlformats.org/officeDocument/2006/relationships/tags" Target="../tags/tag841.xml"/><Relationship Id="rId93" Type="http://schemas.openxmlformats.org/officeDocument/2006/relationships/tags" Target="../tags/tag862.xml"/><Relationship Id="rId98" Type="http://schemas.openxmlformats.org/officeDocument/2006/relationships/tags" Target="../tags/tag867.xml"/><Relationship Id="rId121" Type="http://schemas.openxmlformats.org/officeDocument/2006/relationships/tags" Target="../tags/tag890.xml"/><Relationship Id="rId142" Type="http://schemas.openxmlformats.org/officeDocument/2006/relationships/tags" Target="../tags/tag911.xml"/><Relationship Id="rId163" Type="http://schemas.openxmlformats.org/officeDocument/2006/relationships/tags" Target="../tags/tag932.xml"/><Relationship Id="rId184" Type="http://schemas.openxmlformats.org/officeDocument/2006/relationships/tags" Target="../tags/tag953.xml"/><Relationship Id="rId3" Type="http://schemas.openxmlformats.org/officeDocument/2006/relationships/tags" Target="../tags/tag772.xml"/><Relationship Id="rId25" Type="http://schemas.openxmlformats.org/officeDocument/2006/relationships/tags" Target="../tags/tag794.xml"/><Relationship Id="rId46" Type="http://schemas.openxmlformats.org/officeDocument/2006/relationships/tags" Target="../tags/tag815.xml"/><Relationship Id="rId67" Type="http://schemas.openxmlformats.org/officeDocument/2006/relationships/tags" Target="../tags/tag836.xml"/><Relationship Id="rId116" Type="http://schemas.openxmlformats.org/officeDocument/2006/relationships/tags" Target="../tags/tag885.xml"/><Relationship Id="rId137" Type="http://schemas.openxmlformats.org/officeDocument/2006/relationships/tags" Target="../tags/tag906.xml"/><Relationship Id="rId158" Type="http://schemas.openxmlformats.org/officeDocument/2006/relationships/tags" Target="../tags/tag927.xml"/><Relationship Id="rId20" Type="http://schemas.openxmlformats.org/officeDocument/2006/relationships/tags" Target="../tags/tag789.xml"/><Relationship Id="rId41" Type="http://schemas.openxmlformats.org/officeDocument/2006/relationships/tags" Target="../tags/tag810.xml"/><Relationship Id="rId62" Type="http://schemas.openxmlformats.org/officeDocument/2006/relationships/tags" Target="../tags/tag831.xml"/><Relationship Id="rId83" Type="http://schemas.openxmlformats.org/officeDocument/2006/relationships/tags" Target="../tags/tag852.xml"/><Relationship Id="rId88" Type="http://schemas.openxmlformats.org/officeDocument/2006/relationships/tags" Target="../tags/tag857.xml"/><Relationship Id="rId111" Type="http://schemas.openxmlformats.org/officeDocument/2006/relationships/tags" Target="../tags/tag880.xml"/><Relationship Id="rId132" Type="http://schemas.openxmlformats.org/officeDocument/2006/relationships/tags" Target="../tags/tag901.xml"/><Relationship Id="rId153" Type="http://schemas.openxmlformats.org/officeDocument/2006/relationships/tags" Target="../tags/tag922.xml"/><Relationship Id="rId174" Type="http://schemas.openxmlformats.org/officeDocument/2006/relationships/tags" Target="../tags/tag943.xml"/><Relationship Id="rId179" Type="http://schemas.openxmlformats.org/officeDocument/2006/relationships/tags" Target="../tags/tag948.xml"/><Relationship Id="rId15" Type="http://schemas.openxmlformats.org/officeDocument/2006/relationships/tags" Target="../tags/tag784.xml"/><Relationship Id="rId36" Type="http://schemas.openxmlformats.org/officeDocument/2006/relationships/tags" Target="../tags/tag805.xml"/><Relationship Id="rId57" Type="http://schemas.openxmlformats.org/officeDocument/2006/relationships/tags" Target="../tags/tag826.xml"/><Relationship Id="rId106" Type="http://schemas.openxmlformats.org/officeDocument/2006/relationships/tags" Target="../tags/tag875.xml"/><Relationship Id="rId127" Type="http://schemas.openxmlformats.org/officeDocument/2006/relationships/tags" Target="../tags/tag896.xml"/><Relationship Id="rId10" Type="http://schemas.openxmlformats.org/officeDocument/2006/relationships/tags" Target="../tags/tag779.xml"/><Relationship Id="rId31" Type="http://schemas.openxmlformats.org/officeDocument/2006/relationships/tags" Target="../tags/tag800.xml"/><Relationship Id="rId52" Type="http://schemas.openxmlformats.org/officeDocument/2006/relationships/tags" Target="../tags/tag821.xml"/><Relationship Id="rId73" Type="http://schemas.openxmlformats.org/officeDocument/2006/relationships/tags" Target="../tags/tag842.xml"/><Relationship Id="rId78" Type="http://schemas.openxmlformats.org/officeDocument/2006/relationships/tags" Target="../tags/tag847.xml"/><Relationship Id="rId94" Type="http://schemas.openxmlformats.org/officeDocument/2006/relationships/tags" Target="../tags/tag863.xml"/><Relationship Id="rId99" Type="http://schemas.openxmlformats.org/officeDocument/2006/relationships/tags" Target="../tags/tag868.xml"/><Relationship Id="rId101" Type="http://schemas.openxmlformats.org/officeDocument/2006/relationships/tags" Target="../tags/tag870.xml"/><Relationship Id="rId122" Type="http://schemas.openxmlformats.org/officeDocument/2006/relationships/tags" Target="../tags/tag891.xml"/><Relationship Id="rId143" Type="http://schemas.openxmlformats.org/officeDocument/2006/relationships/tags" Target="../tags/tag912.xml"/><Relationship Id="rId148" Type="http://schemas.openxmlformats.org/officeDocument/2006/relationships/tags" Target="../tags/tag917.xml"/><Relationship Id="rId164" Type="http://schemas.openxmlformats.org/officeDocument/2006/relationships/tags" Target="../tags/tag933.xml"/><Relationship Id="rId169" Type="http://schemas.openxmlformats.org/officeDocument/2006/relationships/tags" Target="../tags/tag938.xml"/><Relationship Id="rId185" Type="http://schemas.openxmlformats.org/officeDocument/2006/relationships/slideLayout" Target="../slideLayouts/slideLayout2.xml"/><Relationship Id="rId4" Type="http://schemas.openxmlformats.org/officeDocument/2006/relationships/tags" Target="../tags/tag773.xml"/><Relationship Id="rId9" Type="http://schemas.openxmlformats.org/officeDocument/2006/relationships/tags" Target="../tags/tag778.xml"/><Relationship Id="rId180" Type="http://schemas.openxmlformats.org/officeDocument/2006/relationships/tags" Target="../tags/tag949.xml"/><Relationship Id="rId26" Type="http://schemas.openxmlformats.org/officeDocument/2006/relationships/tags" Target="../tags/tag795.xml"/><Relationship Id="rId47" Type="http://schemas.openxmlformats.org/officeDocument/2006/relationships/tags" Target="../tags/tag816.xml"/><Relationship Id="rId68" Type="http://schemas.openxmlformats.org/officeDocument/2006/relationships/tags" Target="../tags/tag837.xml"/><Relationship Id="rId89" Type="http://schemas.openxmlformats.org/officeDocument/2006/relationships/tags" Target="../tags/tag858.xml"/><Relationship Id="rId112" Type="http://schemas.openxmlformats.org/officeDocument/2006/relationships/tags" Target="../tags/tag881.xml"/><Relationship Id="rId133" Type="http://schemas.openxmlformats.org/officeDocument/2006/relationships/tags" Target="../tags/tag902.xml"/><Relationship Id="rId154" Type="http://schemas.openxmlformats.org/officeDocument/2006/relationships/tags" Target="../tags/tag923.xml"/><Relationship Id="rId175" Type="http://schemas.openxmlformats.org/officeDocument/2006/relationships/tags" Target="../tags/tag944.xml"/><Relationship Id="rId16" Type="http://schemas.openxmlformats.org/officeDocument/2006/relationships/tags" Target="../tags/tag785.xml"/><Relationship Id="rId37" Type="http://schemas.openxmlformats.org/officeDocument/2006/relationships/tags" Target="../tags/tag806.xml"/><Relationship Id="rId58" Type="http://schemas.openxmlformats.org/officeDocument/2006/relationships/tags" Target="../tags/tag827.xml"/><Relationship Id="rId79" Type="http://schemas.openxmlformats.org/officeDocument/2006/relationships/tags" Target="../tags/tag848.xml"/><Relationship Id="rId102" Type="http://schemas.openxmlformats.org/officeDocument/2006/relationships/tags" Target="../tags/tag871.xml"/><Relationship Id="rId123" Type="http://schemas.openxmlformats.org/officeDocument/2006/relationships/tags" Target="../tags/tag892.xml"/><Relationship Id="rId144" Type="http://schemas.openxmlformats.org/officeDocument/2006/relationships/tags" Target="../tags/tag913.xml"/><Relationship Id="rId90" Type="http://schemas.openxmlformats.org/officeDocument/2006/relationships/tags" Target="../tags/tag859.xml"/><Relationship Id="rId165" Type="http://schemas.openxmlformats.org/officeDocument/2006/relationships/tags" Target="../tags/tag934.xml"/><Relationship Id="rId186" Type="http://schemas.openxmlformats.org/officeDocument/2006/relationships/image" Target="../media/image1.png"/><Relationship Id="rId27" Type="http://schemas.openxmlformats.org/officeDocument/2006/relationships/tags" Target="../tags/tag796.xml"/><Relationship Id="rId48" Type="http://schemas.openxmlformats.org/officeDocument/2006/relationships/tags" Target="../tags/tag817.xml"/><Relationship Id="rId69" Type="http://schemas.openxmlformats.org/officeDocument/2006/relationships/tags" Target="../tags/tag838.xml"/><Relationship Id="rId113" Type="http://schemas.openxmlformats.org/officeDocument/2006/relationships/tags" Target="../tags/tag882.xml"/><Relationship Id="rId134" Type="http://schemas.openxmlformats.org/officeDocument/2006/relationships/tags" Target="../tags/tag903.xml"/><Relationship Id="rId80" Type="http://schemas.openxmlformats.org/officeDocument/2006/relationships/tags" Target="../tags/tag849.xml"/><Relationship Id="rId155" Type="http://schemas.openxmlformats.org/officeDocument/2006/relationships/tags" Target="../tags/tag924.xml"/><Relationship Id="rId176" Type="http://schemas.openxmlformats.org/officeDocument/2006/relationships/tags" Target="../tags/tag945.xml"/><Relationship Id="rId17" Type="http://schemas.openxmlformats.org/officeDocument/2006/relationships/tags" Target="../tags/tag786.xml"/><Relationship Id="rId38" Type="http://schemas.openxmlformats.org/officeDocument/2006/relationships/tags" Target="../tags/tag807.xml"/><Relationship Id="rId59" Type="http://schemas.openxmlformats.org/officeDocument/2006/relationships/tags" Target="../tags/tag828.xml"/><Relationship Id="rId103" Type="http://schemas.openxmlformats.org/officeDocument/2006/relationships/tags" Target="../tags/tag872.xml"/><Relationship Id="rId124" Type="http://schemas.openxmlformats.org/officeDocument/2006/relationships/tags" Target="../tags/tag893.xml"/><Relationship Id="rId70" Type="http://schemas.openxmlformats.org/officeDocument/2006/relationships/tags" Target="../tags/tag839.xml"/><Relationship Id="rId91" Type="http://schemas.openxmlformats.org/officeDocument/2006/relationships/tags" Target="../tags/tag860.xml"/><Relationship Id="rId145" Type="http://schemas.openxmlformats.org/officeDocument/2006/relationships/tags" Target="../tags/tag914.xml"/><Relationship Id="rId166" Type="http://schemas.openxmlformats.org/officeDocument/2006/relationships/tags" Target="../tags/tag935.xml"/><Relationship Id="rId1" Type="http://schemas.openxmlformats.org/officeDocument/2006/relationships/tags" Target="../tags/tag770.xml"/><Relationship Id="rId28" Type="http://schemas.openxmlformats.org/officeDocument/2006/relationships/tags" Target="../tags/tag797.xml"/><Relationship Id="rId49" Type="http://schemas.openxmlformats.org/officeDocument/2006/relationships/tags" Target="../tags/tag818.xml"/><Relationship Id="rId114" Type="http://schemas.openxmlformats.org/officeDocument/2006/relationships/tags" Target="../tags/tag883.xml"/><Relationship Id="rId60" Type="http://schemas.openxmlformats.org/officeDocument/2006/relationships/tags" Target="../tags/tag829.xml"/><Relationship Id="rId81" Type="http://schemas.openxmlformats.org/officeDocument/2006/relationships/tags" Target="../tags/tag850.xml"/><Relationship Id="rId135" Type="http://schemas.openxmlformats.org/officeDocument/2006/relationships/tags" Target="../tags/tag904.xml"/><Relationship Id="rId156" Type="http://schemas.openxmlformats.org/officeDocument/2006/relationships/tags" Target="../tags/tag925.xml"/><Relationship Id="rId177" Type="http://schemas.openxmlformats.org/officeDocument/2006/relationships/tags" Target="../tags/tag94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1070.xml"/><Relationship Id="rId299" Type="http://schemas.openxmlformats.org/officeDocument/2006/relationships/tags" Target="../tags/tag1252.xml"/><Relationship Id="rId21" Type="http://schemas.openxmlformats.org/officeDocument/2006/relationships/tags" Target="../tags/tag974.xml"/><Relationship Id="rId63" Type="http://schemas.openxmlformats.org/officeDocument/2006/relationships/tags" Target="../tags/tag1016.xml"/><Relationship Id="rId159" Type="http://schemas.openxmlformats.org/officeDocument/2006/relationships/tags" Target="../tags/tag1112.xml"/><Relationship Id="rId324" Type="http://schemas.openxmlformats.org/officeDocument/2006/relationships/tags" Target="../tags/tag1277.xml"/><Relationship Id="rId170" Type="http://schemas.openxmlformats.org/officeDocument/2006/relationships/tags" Target="../tags/tag1123.xml"/><Relationship Id="rId226" Type="http://schemas.openxmlformats.org/officeDocument/2006/relationships/tags" Target="../tags/tag1179.xml"/><Relationship Id="rId268" Type="http://schemas.openxmlformats.org/officeDocument/2006/relationships/tags" Target="../tags/tag1221.xml"/><Relationship Id="rId32" Type="http://schemas.openxmlformats.org/officeDocument/2006/relationships/tags" Target="../tags/tag985.xml"/><Relationship Id="rId74" Type="http://schemas.openxmlformats.org/officeDocument/2006/relationships/tags" Target="../tags/tag1027.xml"/><Relationship Id="rId128" Type="http://schemas.openxmlformats.org/officeDocument/2006/relationships/tags" Target="../tags/tag1081.xml"/><Relationship Id="rId335" Type="http://schemas.openxmlformats.org/officeDocument/2006/relationships/tags" Target="../tags/tag1288.xml"/><Relationship Id="rId5" Type="http://schemas.openxmlformats.org/officeDocument/2006/relationships/tags" Target="../tags/tag958.xml"/><Relationship Id="rId181" Type="http://schemas.openxmlformats.org/officeDocument/2006/relationships/tags" Target="../tags/tag1134.xml"/><Relationship Id="rId237" Type="http://schemas.openxmlformats.org/officeDocument/2006/relationships/tags" Target="../tags/tag1190.xml"/><Relationship Id="rId279" Type="http://schemas.openxmlformats.org/officeDocument/2006/relationships/tags" Target="../tags/tag1232.xml"/><Relationship Id="rId43" Type="http://schemas.openxmlformats.org/officeDocument/2006/relationships/tags" Target="../tags/tag996.xml"/><Relationship Id="rId139" Type="http://schemas.openxmlformats.org/officeDocument/2006/relationships/tags" Target="../tags/tag1092.xml"/><Relationship Id="rId290" Type="http://schemas.openxmlformats.org/officeDocument/2006/relationships/tags" Target="../tags/tag1243.xml"/><Relationship Id="rId304" Type="http://schemas.openxmlformats.org/officeDocument/2006/relationships/tags" Target="../tags/tag1257.xml"/><Relationship Id="rId346" Type="http://schemas.openxmlformats.org/officeDocument/2006/relationships/tags" Target="../tags/tag1299.xml"/><Relationship Id="rId85" Type="http://schemas.openxmlformats.org/officeDocument/2006/relationships/tags" Target="../tags/tag1038.xml"/><Relationship Id="rId150" Type="http://schemas.openxmlformats.org/officeDocument/2006/relationships/tags" Target="../tags/tag1103.xml"/><Relationship Id="rId192" Type="http://schemas.openxmlformats.org/officeDocument/2006/relationships/tags" Target="../tags/tag1145.xml"/><Relationship Id="rId206" Type="http://schemas.openxmlformats.org/officeDocument/2006/relationships/tags" Target="../tags/tag1159.xml"/><Relationship Id="rId248" Type="http://schemas.openxmlformats.org/officeDocument/2006/relationships/tags" Target="../tags/tag1201.xml"/><Relationship Id="rId12" Type="http://schemas.openxmlformats.org/officeDocument/2006/relationships/tags" Target="../tags/tag965.xml"/><Relationship Id="rId108" Type="http://schemas.openxmlformats.org/officeDocument/2006/relationships/tags" Target="../tags/tag1061.xml"/><Relationship Id="rId315" Type="http://schemas.openxmlformats.org/officeDocument/2006/relationships/tags" Target="../tags/tag1268.xml"/><Relationship Id="rId357" Type="http://schemas.openxmlformats.org/officeDocument/2006/relationships/tags" Target="../tags/tag1310.xml"/><Relationship Id="rId54" Type="http://schemas.openxmlformats.org/officeDocument/2006/relationships/tags" Target="../tags/tag1007.xml"/><Relationship Id="rId96" Type="http://schemas.openxmlformats.org/officeDocument/2006/relationships/tags" Target="../tags/tag1049.xml"/><Relationship Id="rId161" Type="http://schemas.openxmlformats.org/officeDocument/2006/relationships/tags" Target="../tags/tag1114.xml"/><Relationship Id="rId217" Type="http://schemas.openxmlformats.org/officeDocument/2006/relationships/tags" Target="../tags/tag1170.xml"/><Relationship Id="rId259" Type="http://schemas.openxmlformats.org/officeDocument/2006/relationships/tags" Target="../tags/tag1212.xml"/><Relationship Id="rId23" Type="http://schemas.openxmlformats.org/officeDocument/2006/relationships/tags" Target="../tags/tag976.xml"/><Relationship Id="rId119" Type="http://schemas.openxmlformats.org/officeDocument/2006/relationships/tags" Target="../tags/tag1072.xml"/><Relationship Id="rId270" Type="http://schemas.openxmlformats.org/officeDocument/2006/relationships/tags" Target="../tags/tag1223.xml"/><Relationship Id="rId326" Type="http://schemas.openxmlformats.org/officeDocument/2006/relationships/tags" Target="../tags/tag1279.xml"/><Relationship Id="rId65" Type="http://schemas.openxmlformats.org/officeDocument/2006/relationships/tags" Target="../tags/tag1018.xml"/><Relationship Id="rId130" Type="http://schemas.openxmlformats.org/officeDocument/2006/relationships/tags" Target="../tags/tag1083.xml"/><Relationship Id="rId172" Type="http://schemas.openxmlformats.org/officeDocument/2006/relationships/tags" Target="../tags/tag1125.xml"/><Relationship Id="rId228" Type="http://schemas.openxmlformats.org/officeDocument/2006/relationships/tags" Target="../tags/tag1181.xml"/><Relationship Id="rId281" Type="http://schemas.openxmlformats.org/officeDocument/2006/relationships/tags" Target="../tags/tag1234.xml"/><Relationship Id="rId337" Type="http://schemas.openxmlformats.org/officeDocument/2006/relationships/tags" Target="../tags/tag1290.xml"/><Relationship Id="rId34" Type="http://schemas.openxmlformats.org/officeDocument/2006/relationships/tags" Target="../tags/tag987.xml"/><Relationship Id="rId76" Type="http://schemas.openxmlformats.org/officeDocument/2006/relationships/tags" Target="../tags/tag1029.xml"/><Relationship Id="rId141" Type="http://schemas.openxmlformats.org/officeDocument/2006/relationships/tags" Target="../tags/tag1094.xml"/><Relationship Id="rId7" Type="http://schemas.openxmlformats.org/officeDocument/2006/relationships/tags" Target="../tags/tag960.xml"/><Relationship Id="rId183" Type="http://schemas.openxmlformats.org/officeDocument/2006/relationships/tags" Target="../tags/tag1136.xml"/><Relationship Id="rId239" Type="http://schemas.openxmlformats.org/officeDocument/2006/relationships/tags" Target="../tags/tag1192.xml"/><Relationship Id="rId250" Type="http://schemas.openxmlformats.org/officeDocument/2006/relationships/tags" Target="../tags/tag1203.xml"/><Relationship Id="rId292" Type="http://schemas.openxmlformats.org/officeDocument/2006/relationships/tags" Target="../tags/tag1245.xml"/><Relationship Id="rId306" Type="http://schemas.openxmlformats.org/officeDocument/2006/relationships/tags" Target="../tags/tag1259.xml"/><Relationship Id="rId45" Type="http://schemas.openxmlformats.org/officeDocument/2006/relationships/tags" Target="../tags/tag998.xml"/><Relationship Id="rId87" Type="http://schemas.openxmlformats.org/officeDocument/2006/relationships/tags" Target="../tags/tag1040.xml"/><Relationship Id="rId110" Type="http://schemas.openxmlformats.org/officeDocument/2006/relationships/tags" Target="../tags/tag1063.xml"/><Relationship Id="rId348" Type="http://schemas.openxmlformats.org/officeDocument/2006/relationships/tags" Target="../tags/tag1301.xml"/><Relationship Id="rId152" Type="http://schemas.openxmlformats.org/officeDocument/2006/relationships/tags" Target="../tags/tag1105.xml"/><Relationship Id="rId194" Type="http://schemas.openxmlformats.org/officeDocument/2006/relationships/tags" Target="../tags/tag1147.xml"/><Relationship Id="rId208" Type="http://schemas.openxmlformats.org/officeDocument/2006/relationships/tags" Target="../tags/tag1161.xml"/><Relationship Id="rId261" Type="http://schemas.openxmlformats.org/officeDocument/2006/relationships/tags" Target="../tags/tag1214.xml"/><Relationship Id="rId14" Type="http://schemas.openxmlformats.org/officeDocument/2006/relationships/tags" Target="../tags/tag967.xml"/><Relationship Id="rId56" Type="http://schemas.openxmlformats.org/officeDocument/2006/relationships/tags" Target="../tags/tag1009.xml"/><Relationship Id="rId317" Type="http://schemas.openxmlformats.org/officeDocument/2006/relationships/tags" Target="../tags/tag1270.xml"/><Relationship Id="rId359" Type="http://schemas.openxmlformats.org/officeDocument/2006/relationships/tags" Target="../tags/tag1312.xml"/><Relationship Id="rId98" Type="http://schemas.openxmlformats.org/officeDocument/2006/relationships/tags" Target="../tags/tag1051.xml"/><Relationship Id="rId121" Type="http://schemas.openxmlformats.org/officeDocument/2006/relationships/tags" Target="../tags/tag1074.xml"/><Relationship Id="rId163" Type="http://schemas.openxmlformats.org/officeDocument/2006/relationships/tags" Target="../tags/tag1116.xml"/><Relationship Id="rId219" Type="http://schemas.openxmlformats.org/officeDocument/2006/relationships/tags" Target="../tags/tag1172.xml"/><Relationship Id="rId230" Type="http://schemas.openxmlformats.org/officeDocument/2006/relationships/tags" Target="../tags/tag1183.xml"/><Relationship Id="rId25" Type="http://schemas.openxmlformats.org/officeDocument/2006/relationships/tags" Target="../tags/tag978.xml"/><Relationship Id="rId67" Type="http://schemas.openxmlformats.org/officeDocument/2006/relationships/tags" Target="../tags/tag1020.xml"/><Relationship Id="rId272" Type="http://schemas.openxmlformats.org/officeDocument/2006/relationships/tags" Target="../tags/tag1225.xml"/><Relationship Id="rId328" Type="http://schemas.openxmlformats.org/officeDocument/2006/relationships/tags" Target="../tags/tag1281.xml"/><Relationship Id="rId88" Type="http://schemas.openxmlformats.org/officeDocument/2006/relationships/tags" Target="../tags/tag1041.xml"/><Relationship Id="rId111" Type="http://schemas.openxmlformats.org/officeDocument/2006/relationships/tags" Target="../tags/tag1064.xml"/><Relationship Id="rId132" Type="http://schemas.openxmlformats.org/officeDocument/2006/relationships/tags" Target="../tags/tag1085.xml"/><Relationship Id="rId153" Type="http://schemas.openxmlformats.org/officeDocument/2006/relationships/tags" Target="../tags/tag1106.xml"/><Relationship Id="rId174" Type="http://schemas.openxmlformats.org/officeDocument/2006/relationships/tags" Target="../tags/tag1127.xml"/><Relationship Id="rId195" Type="http://schemas.openxmlformats.org/officeDocument/2006/relationships/tags" Target="../tags/tag1148.xml"/><Relationship Id="rId209" Type="http://schemas.openxmlformats.org/officeDocument/2006/relationships/tags" Target="../tags/tag1162.xml"/><Relationship Id="rId360" Type="http://schemas.openxmlformats.org/officeDocument/2006/relationships/tags" Target="../tags/tag1313.xml"/><Relationship Id="rId220" Type="http://schemas.openxmlformats.org/officeDocument/2006/relationships/tags" Target="../tags/tag1173.xml"/><Relationship Id="rId241" Type="http://schemas.openxmlformats.org/officeDocument/2006/relationships/tags" Target="../tags/tag1194.xml"/><Relationship Id="rId15" Type="http://schemas.openxmlformats.org/officeDocument/2006/relationships/tags" Target="../tags/tag968.xml"/><Relationship Id="rId36" Type="http://schemas.openxmlformats.org/officeDocument/2006/relationships/tags" Target="../tags/tag989.xml"/><Relationship Id="rId57" Type="http://schemas.openxmlformats.org/officeDocument/2006/relationships/tags" Target="../tags/tag1010.xml"/><Relationship Id="rId262" Type="http://schemas.openxmlformats.org/officeDocument/2006/relationships/tags" Target="../tags/tag1215.xml"/><Relationship Id="rId283" Type="http://schemas.openxmlformats.org/officeDocument/2006/relationships/tags" Target="../tags/tag1236.xml"/><Relationship Id="rId318" Type="http://schemas.openxmlformats.org/officeDocument/2006/relationships/tags" Target="../tags/tag1271.xml"/><Relationship Id="rId339" Type="http://schemas.openxmlformats.org/officeDocument/2006/relationships/tags" Target="../tags/tag1292.xml"/><Relationship Id="rId78" Type="http://schemas.openxmlformats.org/officeDocument/2006/relationships/tags" Target="../tags/tag1031.xml"/><Relationship Id="rId99" Type="http://schemas.openxmlformats.org/officeDocument/2006/relationships/tags" Target="../tags/tag1052.xml"/><Relationship Id="rId101" Type="http://schemas.openxmlformats.org/officeDocument/2006/relationships/tags" Target="../tags/tag1054.xml"/><Relationship Id="rId122" Type="http://schemas.openxmlformats.org/officeDocument/2006/relationships/tags" Target="../tags/tag1075.xml"/><Relationship Id="rId143" Type="http://schemas.openxmlformats.org/officeDocument/2006/relationships/tags" Target="../tags/tag1096.xml"/><Relationship Id="rId164" Type="http://schemas.openxmlformats.org/officeDocument/2006/relationships/tags" Target="../tags/tag1117.xml"/><Relationship Id="rId185" Type="http://schemas.openxmlformats.org/officeDocument/2006/relationships/tags" Target="../tags/tag1138.xml"/><Relationship Id="rId350" Type="http://schemas.openxmlformats.org/officeDocument/2006/relationships/tags" Target="../tags/tag1303.xml"/><Relationship Id="rId9" Type="http://schemas.openxmlformats.org/officeDocument/2006/relationships/tags" Target="../tags/tag962.xml"/><Relationship Id="rId210" Type="http://schemas.openxmlformats.org/officeDocument/2006/relationships/tags" Target="../tags/tag1163.xml"/><Relationship Id="rId26" Type="http://schemas.openxmlformats.org/officeDocument/2006/relationships/tags" Target="../tags/tag979.xml"/><Relationship Id="rId231" Type="http://schemas.openxmlformats.org/officeDocument/2006/relationships/tags" Target="../tags/tag1184.xml"/><Relationship Id="rId252" Type="http://schemas.openxmlformats.org/officeDocument/2006/relationships/tags" Target="../tags/tag1205.xml"/><Relationship Id="rId273" Type="http://schemas.openxmlformats.org/officeDocument/2006/relationships/tags" Target="../tags/tag1226.xml"/><Relationship Id="rId294" Type="http://schemas.openxmlformats.org/officeDocument/2006/relationships/tags" Target="../tags/tag1247.xml"/><Relationship Id="rId308" Type="http://schemas.openxmlformats.org/officeDocument/2006/relationships/tags" Target="../tags/tag1261.xml"/><Relationship Id="rId329" Type="http://schemas.openxmlformats.org/officeDocument/2006/relationships/tags" Target="../tags/tag1282.xml"/><Relationship Id="rId47" Type="http://schemas.openxmlformats.org/officeDocument/2006/relationships/tags" Target="../tags/tag1000.xml"/><Relationship Id="rId68" Type="http://schemas.openxmlformats.org/officeDocument/2006/relationships/tags" Target="../tags/tag1021.xml"/><Relationship Id="rId89" Type="http://schemas.openxmlformats.org/officeDocument/2006/relationships/tags" Target="../tags/tag1042.xml"/><Relationship Id="rId112" Type="http://schemas.openxmlformats.org/officeDocument/2006/relationships/tags" Target="../tags/tag1065.xml"/><Relationship Id="rId133" Type="http://schemas.openxmlformats.org/officeDocument/2006/relationships/tags" Target="../tags/tag1086.xml"/><Relationship Id="rId154" Type="http://schemas.openxmlformats.org/officeDocument/2006/relationships/tags" Target="../tags/tag1107.xml"/><Relationship Id="rId175" Type="http://schemas.openxmlformats.org/officeDocument/2006/relationships/tags" Target="../tags/tag1128.xml"/><Relationship Id="rId340" Type="http://schemas.openxmlformats.org/officeDocument/2006/relationships/tags" Target="../tags/tag1293.xml"/><Relationship Id="rId361" Type="http://schemas.openxmlformats.org/officeDocument/2006/relationships/tags" Target="../tags/tag1314.xml"/><Relationship Id="rId196" Type="http://schemas.openxmlformats.org/officeDocument/2006/relationships/tags" Target="../tags/tag1149.xml"/><Relationship Id="rId200" Type="http://schemas.openxmlformats.org/officeDocument/2006/relationships/tags" Target="../tags/tag1153.xml"/><Relationship Id="rId16" Type="http://schemas.openxmlformats.org/officeDocument/2006/relationships/tags" Target="../tags/tag969.xml"/><Relationship Id="rId221" Type="http://schemas.openxmlformats.org/officeDocument/2006/relationships/tags" Target="../tags/tag1174.xml"/><Relationship Id="rId242" Type="http://schemas.openxmlformats.org/officeDocument/2006/relationships/tags" Target="../tags/tag1195.xml"/><Relationship Id="rId263" Type="http://schemas.openxmlformats.org/officeDocument/2006/relationships/tags" Target="../tags/tag1216.xml"/><Relationship Id="rId284" Type="http://schemas.openxmlformats.org/officeDocument/2006/relationships/tags" Target="../tags/tag1237.xml"/><Relationship Id="rId319" Type="http://schemas.openxmlformats.org/officeDocument/2006/relationships/tags" Target="../tags/tag1272.xml"/><Relationship Id="rId37" Type="http://schemas.openxmlformats.org/officeDocument/2006/relationships/tags" Target="../tags/tag990.xml"/><Relationship Id="rId58" Type="http://schemas.openxmlformats.org/officeDocument/2006/relationships/tags" Target="../tags/tag1011.xml"/><Relationship Id="rId79" Type="http://schemas.openxmlformats.org/officeDocument/2006/relationships/tags" Target="../tags/tag1032.xml"/><Relationship Id="rId102" Type="http://schemas.openxmlformats.org/officeDocument/2006/relationships/tags" Target="../tags/tag1055.xml"/><Relationship Id="rId123" Type="http://schemas.openxmlformats.org/officeDocument/2006/relationships/tags" Target="../tags/tag1076.xml"/><Relationship Id="rId144" Type="http://schemas.openxmlformats.org/officeDocument/2006/relationships/tags" Target="../tags/tag1097.xml"/><Relationship Id="rId330" Type="http://schemas.openxmlformats.org/officeDocument/2006/relationships/tags" Target="../tags/tag1283.xml"/><Relationship Id="rId90" Type="http://schemas.openxmlformats.org/officeDocument/2006/relationships/tags" Target="../tags/tag1043.xml"/><Relationship Id="rId165" Type="http://schemas.openxmlformats.org/officeDocument/2006/relationships/tags" Target="../tags/tag1118.xml"/><Relationship Id="rId186" Type="http://schemas.openxmlformats.org/officeDocument/2006/relationships/tags" Target="../tags/tag1139.xml"/><Relationship Id="rId351" Type="http://schemas.openxmlformats.org/officeDocument/2006/relationships/tags" Target="../tags/tag1304.xml"/><Relationship Id="rId211" Type="http://schemas.openxmlformats.org/officeDocument/2006/relationships/tags" Target="../tags/tag1164.xml"/><Relationship Id="rId232" Type="http://schemas.openxmlformats.org/officeDocument/2006/relationships/tags" Target="../tags/tag1185.xml"/><Relationship Id="rId253" Type="http://schemas.openxmlformats.org/officeDocument/2006/relationships/tags" Target="../tags/tag1206.xml"/><Relationship Id="rId274" Type="http://schemas.openxmlformats.org/officeDocument/2006/relationships/tags" Target="../tags/tag1227.xml"/><Relationship Id="rId295" Type="http://schemas.openxmlformats.org/officeDocument/2006/relationships/tags" Target="../tags/tag1248.xml"/><Relationship Id="rId309" Type="http://schemas.openxmlformats.org/officeDocument/2006/relationships/tags" Target="../tags/tag1262.xml"/><Relationship Id="rId27" Type="http://schemas.openxmlformats.org/officeDocument/2006/relationships/tags" Target="../tags/tag980.xml"/><Relationship Id="rId48" Type="http://schemas.openxmlformats.org/officeDocument/2006/relationships/tags" Target="../tags/tag1001.xml"/><Relationship Id="rId69" Type="http://schemas.openxmlformats.org/officeDocument/2006/relationships/tags" Target="../tags/tag1022.xml"/><Relationship Id="rId113" Type="http://schemas.openxmlformats.org/officeDocument/2006/relationships/tags" Target="../tags/tag1066.xml"/><Relationship Id="rId134" Type="http://schemas.openxmlformats.org/officeDocument/2006/relationships/tags" Target="../tags/tag1087.xml"/><Relationship Id="rId320" Type="http://schemas.openxmlformats.org/officeDocument/2006/relationships/tags" Target="../tags/tag1273.xml"/><Relationship Id="rId80" Type="http://schemas.openxmlformats.org/officeDocument/2006/relationships/tags" Target="../tags/tag1033.xml"/><Relationship Id="rId155" Type="http://schemas.openxmlformats.org/officeDocument/2006/relationships/tags" Target="../tags/tag1108.xml"/><Relationship Id="rId176" Type="http://schemas.openxmlformats.org/officeDocument/2006/relationships/tags" Target="../tags/tag1129.xml"/><Relationship Id="rId197" Type="http://schemas.openxmlformats.org/officeDocument/2006/relationships/tags" Target="../tags/tag1150.xml"/><Relationship Id="rId341" Type="http://schemas.openxmlformats.org/officeDocument/2006/relationships/tags" Target="../tags/tag1294.xml"/><Relationship Id="rId362" Type="http://schemas.openxmlformats.org/officeDocument/2006/relationships/tags" Target="../tags/tag1315.xml"/><Relationship Id="rId201" Type="http://schemas.openxmlformats.org/officeDocument/2006/relationships/tags" Target="../tags/tag1154.xml"/><Relationship Id="rId222" Type="http://schemas.openxmlformats.org/officeDocument/2006/relationships/tags" Target="../tags/tag1175.xml"/><Relationship Id="rId243" Type="http://schemas.openxmlformats.org/officeDocument/2006/relationships/tags" Target="../tags/tag1196.xml"/><Relationship Id="rId264" Type="http://schemas.openxmlformats.org/officeDocument/2006/relationships/tags" Target="../tags/tag1217.xml"/><Relationship Id="rId285" Type="http://schemas.openxmlformats.org/officeDocument/2006/relationships/tags" Target="../tags/tag1238.xml"/><Relationship Id="rId17" Type="http://schemas.openxmlformats.org/officeDocument/2006/relationships/tags" Target="../tags/tag970.xml"/><Relationship Id="rId38" Type="http://schemas.openxmlformats.org/officeDocument/2006/relationships/tags" Target="../tags/tag991.xml"/><Relationship Id="rId59" Type="http://schemas.openxmlformats.org/officeDocument/2006/relationships/tags" Target="../tags/tag1012.xml"/><Relationship Id="rId103" Type="http://schemas.openxmlformats.org/officeDocument/2006/relationships/tags" Target="../tags/tag1056.xml"/><Relationship Id="rId124" Type="http://schemas.openxmlformats.org/officeDocument/2006/relationships/tags" Target="../tags/tag1077.xml"/><Relationship Id="rId310" Type="http://schemas.openxmlformats.org/officeDocument/2006/relationships/tags" Target="../tags/tag1263.xml"/><Relationship Id="rId70" Type="http://schemas.openxmlformats.org/officeDocument/2006/relationships/tags" Target="../tags/tag1023.xml"/><Relationship Id="rId91" Type="http://schemas.openxmlformats.org/officeDocument/2006/relationships/tags" Target="../tags/tag1044.xml"/><Relationship Id="rId145" Type="http://schemas.openxmlformats.org/officeDocument/2006/relationships/tags" Target="../tags/tag1098.xml"/><Relationship Id="rId166" Type="http://schemas.openxmlformats.org/officeDocument/2006/relationships/tags" Target="../tags/tag1119.xml"/><Relationship Id="rId187" Type="http://schemas.openxmlformats.org/officeDocument/2006/relationships/tags" Target="../tags/tag1140.xml"/><Relationship Id="rId331" Type="http://schemas.openxmlformats.org/officeDocument/2006/relationships/tags" Target="../tags/tag1284.xml"/><Relationship Id="rId352" Type="http://schemas.openxmlformats.org/officeDocument/2006/relationships/tags" Target="../tags/tag1305.xml"/><Relationship Id="rId1" Type="http://schemas.openxmlformats.org/officeDocument/2006/relationships/tags" Target="../tags/tag954.xml"/><Relationship Id="rId212" Type="http://schemas.openxmlformats.org/officeDocument/2006/relationships/tags" Target="../tags/tag1165.xml"/><Relationship Id="rId233" Type="http://schemas.openxmlformats.org/officeDocument/2006/relationships/tags" Target="../tags/tag1186.xml"/><Relationship Id="rId254" Type="http://schemas.openxmlformats.org/officeDocument/2006/relationships/tags" Target="../tags/tag1207.xml"/><Relationship Id="rId28" Type="http://schemas.openxmlformats.org/officeDocument/2006/relationships/tags" Target="../tags/tag981.xml"/><Relationship Id="rId49" Type="http://schemas.openxmlformats.org/officeDocument/2006/relationships/tags" Target="../tags/tag1002.xml"/><Relationship Id="rId114" Type="http://schemas.openxmlformats.org/officeDocument/2006/relationships/tags" Target="../tags/tag1067.xml"/><Relationship Id="rId275" Type="http://schemas.openxmlformats.org/officeDocument/2006/relationships/tags" Target="../tags/tag1228.xml"/><Relationship Id="rId296" Type="http://schemas.openxmlformats.org/officeDocument/2006/relationships/tags" Target="../tags/tag1249.xml"/><Relationship Id="rId300" Type="http://schemas.openxmlformats.org/officeDocument/2006/relationships/tags" Target="../tags/tag1253.xml"/><Relationship Id="rId60" Type="http://schemas.openxmlformats.org/officeDocument/2006/relationships/tags" Target="../tags/tag1013.xml"/><Relationship Id="rId81" Type="http://schemas.openxmlformats.org/officeDocument/2006/relationships/tags" Target="../tags/tag1034.xml"/><Relationship Id="rId135" Type="http://schemas.openxmlformats.org/officeDocument/2006/relationships/tags" Target="../tags/tag1088.xml"/><Relationship Id="rId156" Type="http://schemas.openxmlformats.org/officeDocument/2006/relationships/tags" Target="../tags/tag1109.xml"/><Relationship Id="rId177" Type="http://schemas.openxmlformats.org/officeDocument/2006/relationships/tags" Target="../tags/tag1130.xml"/><Relationship Id="rId198" Type="http://schemas.openxmlformats.org/officeDocument/2006/relationships/tags" Target="../tags/tag1151.xml"/><Relationship Id="rId321" Type="http://schemas.openxmlformats.org/officeDocument/2006/relationships/tags" Target="../tags/tag1274.xml"/><Relationship Id="rId342" Type="http://schemas.openxmlformats.org/officeDocument/2006/relationships/tags" Target="../tags/tag1295.xml"/><Relationship Id="rId363" Type="http://schemas.openxmlformats.org/officeDocument/2006/relationships/tags" Target="../tags/tag1316.xml"/><Relationship Id="rId202" Type="http://schemas.openxmlformats.org/officeDocument/2006/relationships/tags" Target="../tags/tag1155.xml"/><Relationship Id="rId223" Type="http://schemas.openxmlformats.org/officeDocument/2006/relationships/tags" Target="../tags/tag1176.xml"/><Relationship Id="rId244" Type="http://schemas.openxmlformats.org/officeDocument/2006/relationships/tags" Target="../tags/tag1197.xml"/><Relationship Id="rId18" Type="http://schemas.openxmlformats.org/officeDocument/2006/relationships/tags" Target="../tags/tag971.xml"/><Relationship Id="rId39" Type="http://schemas.openxmlformats.org/officeDocument/2006/relationships/tags" Target="../tags/tag992.xml"/><Relationship Id="rId265" Type="http://schemas.openxmlformats.org/officeDocument/2006/relationships/tags" Target="../tags/tag1218.xml"/><Relationship Id="rId286" Type="http://schemas.openxmlformats.org/officeDocument/2006/relationships/tags" Target="../tags/tag1239.xml"/><Relationship Id="rId50" Type="http://schemas.openxmlformats.org/officeDocument/2006/relationships/tags" Target="../tags/tag1003.xml"/><Relationship Id="rId104" Type="http://schemas.openxmlformats.org/officeDocument/2006/relationships/tags" Target="../tags/tag1057.xml"/><Relationship Id="rId125" Type="http://schemas.openxmlformats.org/officeDocument/2006/relationships/tags" Target="../tags/tag1078.xml"/><Relationship Id="rId146" Type="http://schemas.openxmlformats.org/officeDocument/2006/relationships/tags" Target="../tags/tag1099.xml"/><Relationship Id="rId167" Type="http://schemas.openxmlformats.org/officeDocument/2006/relationships/tags" Target="../tags/tag1120.xml"/><Relationship Id="rId188" Type="http://schemas.openxmlformats.org/officeDocument/2006/relationships/tags" Target="../tags/tag1141.xml"/><Relationship Id="rId311" Type="http://schemas.openxmlformats.org/officeDocument/2006/relationships/tags" Target="../tags/tag1264.xml"/><Relationship Id="rId332" Type="http://schemas.openxmlformats.org/officeDocument/2006/relationships/tags" Target="../tags/tag1285.xml"/><Relationship Id="rId353" Type="http://schemas.openxmlformats.org/officeDocument/2006/relationships/tags" Target="../tags/tag1306.xml"/><Relationship Id="rId71" Type="http://schemas.openxmlformats.org/officeDocument/2006/relationships/tags" Target="../tags/tag1024.xml"/><Relationship Id="rId92" Type="http://schemas.openxmlformats.org/officeDocument/2006/relationships/tags" Target="../tags/tag1045.xml"/><Relationship Id="rId213" Type="http://schemas.openxmlformats.org/officeDocument/2006/relationships/tags" Target="../tags/tag1166.xml"/><Relationship Id="rId234" Type="http://schemas.openxmlformats.org/officeDocument/2006/relationships/tags" Target="../tags/tag1187.xml"/><Relationship Id="rId2" Type="http://schemas.openxmlformats.org/officeDocument/2006/relationships/tags" Target="../tags/tag955.xml"/><Relationship Id="rId29" Type="http://schemas.openxmlformats.org/officeDocument/2006/relationships/tags" Target="../tags/tag982.xml"/><Relationship Id="rId255" Type="http://schemas.openxmlformats.org/officeDocument/2006/relationships/tags" Target="../tags/tag1208.xml"/><Relationship Id="rId276" Type="http://schemas.openxmlformats.org/officeDocument/2006/relationships/tags" Target="../tags/tag1229.xml"/><Relationship Id="rId297" Type="http://schemas.openxmlformats.org/officeDocument/2006/relationships/tags" Target="../tags/tag1250.xml"/><Relationship Id="rId40" Type="http://schemas.openxmlformats.org/officeDocument/2006/relationships/tags" Target="../tags/tag993.xml"/><Relationship Id="rId115" Type="http://schemas.openxmlformats.org/officeDocument/2006/relationships/tags" Target="../tags/tag1068.xml"/><Relationship Id="rId136" Type="http://schemas.openxmlformats.org/officeDocument/2006/relationships/tags" Target="../tags/tag1089.xml"/><Relationship Id="rId157" Type="http://schemas.openxmlformats.org/officeDocument/2006/relationships/tags" Target="../tags/tag1110.xml"/><Relationship Id="rId178" Type="http://schemas.openxmlformats.org/officeDocument/2006/relationships/tags" Target="../tags/tag1131.xml"/><Relationship Id="rId301" Type="http://schemas.openxmlformats.org/officeDocument/2006/relationships/tags" Target="../tags/tag1254.xml"/><Relationship Id="rId322" Type="http://schemas.openxmlformats.org/officeDocument/2006/relationships/tags" Target="../tags/tag1275.xml"/><Relationship Id="rId343" Type="http://schemas.openxmlformats.org/officeDocument/2006/relationships/tags" Target="../tags/tag1296.xml"/><Relationship Id="rId364" Type="http://schemas.openxmlformats.org/officeDocument/2006/relationships/slideLayout" Target="../slideLayouts/slideLayout2.xml"/><Relationship Id="rId61" Type="http://schemas.openxmlformats.org/officeDocument/2006/relationships/tags" Target="../tags/tag1014.xml"/><Relationship Id="rId82" Type="http://schemas.openxmlformats.org/officeDocument/2006/relationships/tags" Target="../tags/tag1035.xml"/><Relationship Id="rId199" Type="http://schemas.openxmlformats.org/officeDocument/2006/relationships/tags" Target="../tags/tag1152.xml"/><Relationship Id="rId203" Type="http://schemas.openxmlformats.org/officeDocument/2006/relationships/tags" Target="../tags/tag1156.xml"/><Relationship Id="rId19" Type="http://schemas.openxmlformats.org/officeDocument/2006/relationships/tags" Target="../tags/tag972.xml"/><Relationship Id="rId224" Type="http://schemas.openxmlformats.org/officeDocument/2006/relationships/tags" Target="../tags/tag1177.xml"/><Relationship Id="rId245" Type="http://schemas.openxmlformats.org/officeDocument/2006/relationships/tags" Target="../tags/tag1198.xml"/><Relationship Id="rId266" Type="http://schemas.openxmlformats.org/officeDocument/2006/relationships/tags" Target="../tags/tag1219.xml"/><Relationship Id="rId287" Type="http://schemas.openxmlformats.org/officeDocument/2006/relationships/tags" Target="../tags/tag1240.xml"/><Relationship Id="rId30" Type="http://schemas.openxmlformats.org/officeDocument/2006/relationships/tags" Target="../tags/tag983.xml"/><Relationship Id="rId105" Type="http://schemas.openxmlformats.org/officeDocument/2006/relationships/tags" Target="../tags/tag1058.xml"/><Relationship Id="rId126" Type="http://schemas.openxmlformats.org/officeDocument/2006/relationships/tags" Target="../tags/tag1079.xml"/><Relationship Id="rId147" Type="http://schemas.openxmlformats.org/officeDocument/2006/relationships/tags" Target="../tags/tag1100.xml"/><Relationship Id="rId168" Type="http://schemas.openxmlformats.org/officeDocument/2006/relationships/tags" Target="../tags/tag1121.xml"/><Relationship Id="rId312" Type="http://schemas.openxmlformats.org/officeDocument/2006/relationships/tags" Target="../tags/tag1265.xml"/><Relationship Id="rId333" Type="http://schemas.openxmlformats.org/officeDocument/2006/relationships/tags" Target="../tags/tag1286.xml"/><Relationship Id="rId354" Type="http://schemas.openxmlformats.org/officeDocument/2006/relationships/tags" Target="../tags/tag1307.xml"/><Relationship Id="rId51" Type="http://schemas.openxmlformats.org/officeDocument/2006/relationships/tags" Target="../tags/tag1004.xml"/><Relationship Id="rId72" Type="http://schemas.openxmlformats.org/officeDocument/2006/relationships/tags" Target="../tags/tag1025.xml"/><Relationship Id="rId93" Type="http://schemas.openxmlformats.org/officeDocument/2006/relationships/tags" Target="../tags/tag1046.xml"/><Relationship Id="rId189" Type="http://schemas.openxmlformats.org/officeDocument/2006/relationships/tags" Target="../tags/tag1142.xml"/><Relationship Id="rId3" Type="http://schemas.openxmlformats.org/officeDocument/2006/relationships/tags" Target="../tags/tag956.xml"/><Relationship Id="rId214" Type="http://schemas.openxmlformats.org/officeDocument/2006/relationships/tags" Target="../tags/tag1167.xml"/><Relationship Id="rId235" Type="http://schemas.openxmlformats.org/officeDocument/2006/relationships/tags" Target="../tags/tag1188.xml"/><Relationship Id="rId256" Type="http://schemas.openxmlformats.org/officeDocument/2006/relationships/tags" Target="../tags/tag1209.xml"/><Relationship Id="rId277" Type="http://schemas.openxmlformats.org/officeDocument/2006/relationships/tags" Target="../tags/tag1230.xml"/><Relationship Id="rId298" Type="http://schemas.openxmlformats.org/officeDocument/2006/relationships/tags" Target="../tags/tag1251.xml"/><Relationship Id="rId116" Type="http://schemas.openxmlformats.org/officeDocument/2006/relationships/tags" Target="../tags/tag1069.xml"/><Relationship Id="rId137" Type="http://schemas.openxmlformats.org/officeDocument/2006/relationships/tags" Target="../tags/tag1090.xml"/><Relationship Id="rId158" Type="http://schemas.openxmlformats.org/officeDocument/2006/relationships/tags" Target="../tags/tag1111.xml"/><Relationship Id="rId302" Type="http://schemas.openxmlformats.org/officeDocument/2006/relationships/tags" Target="../tags/tag1255.xml"/><Relationship Id="rId323" Type="http://schemas.openxmlformats.org/officeDocument/2006/relationships/tags" Target="../tags/tag1276.xml"/><Relationship Id="rId344" Type="http://schemas.openxmlformats.org/officeDocument/2006/relationships/tags" Target="../tags/tag1297.xml"/><Relationship Id="rId20" Type="http://schemas.openxmlformats.org/officeDocument/2006/relationships/tags" Target="../tags/tag973.xml"/><Relationship Id="rId41" Type="http://schemas.openxmlformats.org/officeDocument/2006/relationships/tags" Target="../tags/tag994.xml"/><Relationship Id="rId62" Type="http://schemas.openxmlformats.org/officeDocument/2006/relationships/tags" Target="../tags/tag1015.xml"/><Relationship Id="rId83" Type="http://schemas.openxmlformats.org/officeDocument/2006/relationships/tags" Target="../tags/tag1036.xml"/><Relationship Id="rId179" Type="http://schemas.openxmlformats.org/officeDocument/2006/relationships/tags" Target="../tags/tag1132.xml"/><Relationship Id="rId190" Type="http://schemas.openxmlformats.org/officeDocument/2006/relationships/tags" Target="../tags/tag1143.xml"/><Relationship Id="rId204" Type="http://schemas.openxmlformats.org/officeDocument/2006/relationships/tags" Target="../tags/tag1157.xml"/><Relationship Id="rId225" Type="http://schemas.openxmlformats.org/officeDocument/2006/relationships/tags" Target="../tags/tag1178.xml"/><Relationship Id="rId246" Type="http://schemas.openxmlformats.org/officeDocument/2006/relationships/tags" Target="../tags/tag1199.xml"/><Relationship Id="rId267" Type="http://schemas.openxmlformats.org/officeDocument/2006/relationships/tags" Target="../tags/tag1220.xml"/><Relationship Id="rId288" Type="http://schemas.openxmlformats.org/officeDocument/2006/relationships/tags" Target="../tags/tag1241.xml"/><Relationship Id="rId106" Type="http://schemas.openxmlformats.org/officeDocument/2006/relationships/tags" Target="../tags/tag1059.xml"/><Relationship Id="rId127" Type="http://schemas.openxmlformats.org/officeDocument/2006/relationships/tags" Target="../tags/tag1080.xml"/><Relationship Id="rId313" Type="http://schemas.openxmlformats.org/officeDocument/2006/relationships/tags" Target="../tags/tag1266.xml"/><Relationship Id="rId10" Type="http://schemas.openxmlformats.org/officeDocument/2006/relationships/tags" Target="../tags/tag963.xml"/><Relationship Id="rId31" Type="http://schemas.openxmlformats.org/officeDocument/2006/relationships/tags" Target="../tags/tag984.xml"/><Relationship Id="rId52" Type="http://schemas.openxmlformats.org/officeDocument/2006/relationships/tags" Target="../tags/tag1005.xml"/><Relationship Id="rId73" Type="http://schemas.openxmlformats.org/officeDocument/2006/relationships/tags" Target="../tags/tag1026.xml"/><Relationship Id="rId94" Type="http://schemas.openxmlformats.org/officeDocument/2006/relationships/tags" Target="../tags/tag1047.xml"/><Relationship Id="rId148" Type="http://schemas.openxmlformats.org/officeDocument/2006/relationships/tags" Target="../tags/tag1101.xml"/><Relationship Id="rId169" Type="http://schemas.openxmlformats.org/officeDocument/2006/relationships/tags" Target="../tags/tag1122.xml"/><Relationship Id="rId334" Type="http://schemas.openxmlformats.org/officeDocument/2006/relationships/tags" Target="../tags/tag1287.xml"/><Relationship Id="rId355" Type="http://schemas.openxmlformats.org/officeDocument/2006/relationships/tags" Target="../tags/tag1308.xml"/><Relationship Id="rId4" Type="http://schemas.openxmlformats.org/officeDocument/2006/relationships/tags" Target="../tags/tag957.xml"/><Relationship Id="rId180" Type="http://schemas.openxmlformats.org/officeDocument/2006/relationships/tags" Target="../tags/tag1133.xml"/><Relationship Id="rId215" Type="http://schemas.openxmlformats.org/officeDocument/2006/relationships/tags" Target="../tags/tag1168.xml"/><Relationship Id="rId236" Type="http://schemas.openxmlformats.org/officeDocument/2006/relationships/tags" Target="../tags/tag1189.xml"/><Relationship Id="rId257" Type="http://schemas.openxmlformats.org/officeDocument/2006/relationships/tags" Target="../tags/tag1210.xml"/><Relationship Id="rId278" Type="http://schemas.openxmlformats.org/officeDocument/2006/relationships/tags" Target="../tags/tag1231.xml"/><Relationship Id="rId303" Type="http://schemas.openxmlformats.org/officeDocument/2006/relationships/tags" Target="../tags/tag1256.xml"/><Relationship Id="rId42" Type="http://schemas.openxmlformats.org/officeDocument/2006/relationships/tags" Target="../tags/tag995.xml"/><Relationship Id="rId84" Type="http://schemas.openxmlformats.org/officeDocument/2006/relationships/tags" Target="../tags/tag1037.xml"/><Relationship Id="rId138" Type="http://schemas.openxmlformats.org/officeDocument/2006/relationships/tags" Target="../tags/tag1091.xml"/><Relationship Id="rId345" Type="http://schemas.openxmlformats.org/officeDocument/2006/relationships/tags" Target="../tags/tag1298.xml"/><Relationship Id="rId191" Type="http://schemas.openxmlformats.org/officeDocument/2006/relationships/tags" Target="../tags/tag1144.xml"/><Relationship Id="rId205" Type="http://schemas.openxmlformats.org/officeDocument/2006/relationships/tags" Target="../tags/tag1158.xml"/><Relationship Id="rId247" Type="http://schemas.openxmlformats.org/officeDocument/2006/relationships/tags" Target="../tags/tag1200.xml"/><Relationship Id="rId107" Type="http://schemas.openxmlformats.org/officeDocument/2006/relationships/tags" Target="../tags/tag1060.xml"/><Relationship Id="rId289" Type="http://schemas.openxmlformats.org/officeDocument/2006/relationships/tags" Target="../tags/tag1242.xml"/><Relationship Id="rId11" Type="http://schemas.openxmlformats.org/officeDocument/2006/relationships/tags" Target="../tags/tag964.xml"/><Relationship Id="rId53" Type="http://schemas.openxmlformats.org/officeDocument/2006/relationships/tags" Target="../tags/tag1006.xml"/><Relationship Id="rId149" Type="http://schemas.openxmlformats.org/officeDocument/2006/relationships/tags" Target="../tags/tag1102.xml"/><Relationship Id="rId314" Type="http://schemas.openxmlformats.org/officeDocument/2006/relationships/tags" Target="../tags/tag1267.xml"/><Relationship Id="rId356" Type="http://schemas.openxmlformats.org/officeDocument/2006/relationships/tags" Target="../tags/tag1309.xml"/><Relationship Id="rId95" Type="http://schemas.openxmlformats.org/officeDocument/2006/relationships/tags" Target="../tags/tag1048.xml"/><Relationship Id="rId160" Type="http://schemas.openxmlformats.org/officeDocument/2006/relationships/tags" Target="../tags/tag1113.xml"/><Relationship Id="rId216" Type="http://schemas.openxmlformats.org/officeDocument/2006/relationships/tags" Target="../tags/tag1169.xml"/><Relationship Id="rId258" Type="http://schemas.openxmlformats.org/officeDocument/2006/relationships/tags" Target="../tags/tag1211.xml"/><Relationship Id="rId22" Type="http://schemas.openxmlformats.org/officeDocument/2006/relationships/tags" Target="../tags/tag975.xml"/><Relationship Id="rId64" Type="http://schemas.openxmlformats.org/officeDocument/2006/relationships/tags" Target="../tags/tag1017.xml"/><Relationship Id="rId118" Type="http://schemas.openxmlformats.org/officeDocument/2006/relationships/tags" Target="../tags/tag1071.xml"/><Relationship Id="rId325" Type="http://schemas.openxmlformats.org/officeDocument/2006/relationships/tags" Target="../tags/tag1278.xml"/><Relationship Id="rId171" Type="http://schemas.openxmlformats.org/officeDocument/2006/relationships/tags" Target="../tags/tag1124.xml"/><Relationship Id="rId227" Type="http://schemas.openxmlformats.org/officeDocument/2006/relationships/tags" Target="../tags/tag1180.xml"/><Relationship Id="rId269" Type="http://schemas.openxmlformats.org/officeDocument/2006/relationships/tags" Target="../tags/tag1222.xml"/><Relationship Id="rId33" Type="http://schemas.openxmlformats.org/officeDocument/2006/relationships/tags" Target="../tags/tag986.xml"/><Relationship Id="rId129" Type="http://schemas.openxmlformats.org/officeDocument/2006/relationships/tags" Target="../tags/tag1082.xml"/><Relationship Id="rId280" Type="http://schemas.openxmlformats.org/officeDocument/2006/relationships/tags" Target="../tags/tag1233.xml"/><Relationship Id="rId336" Type="http://schemas.openxmlformats.org/officeDocument/2006/relationships/tags" Target="../tags/tag1289.xml"/><Relationship Id="rId75" Type="http://schemas.openxmlformats.org/officeDocument/2006/relationships/tags" Target="../tags/tag1028.xml"/><Relationship Id="rId140" Type="http://schemas.openxmlformats.org/officeDocument/2006/relationships/tags" Target="../tags/tag1093.xml"/><Relationship Id="rId182" Type="http://schemas.openxmlformats.org/officeDocument/2006/relationships/tags" Target="../tags/tag1135.xml"/><Relationship Id="rId6" Type="http://schemas.openxmlformats.org/officeDocument/2006/relationships/tags" Target="../tags/tag959.xml"/><Relationship Id="rId238" Type="http://schemas.openxmlformats.org/officeDocument/2006/relationships/tags" Target="../tags/tag1191.xml"/><Relationship Id="rId291" Type="http://schemas.openxmlformats.org/officeDocument/2006/relationships/tags" Target="../tags/tag1244.xml"/><Relationship Id="rId305" Type="http://schemas.openxmlformats.org/officeDocument/2006/relationships/tags" Target="../tags/tag1258.xml"/><Relationship Id="rId347" Type="http://schemas.openxmlformats.org/officeDocument/2006/relationships/tags" Target="../tags/tag1300.xml"/><Relationship Id="rId44" Type="http://schemas.openxmlformats.org/officeDocument/2006/relationships/tags" Target="../tags/tag997.xml"/><Relationship Id="rId86" Type="http://schemas.openxmlformats.org/officeDocument/2006/relationships/tags" Target="../tags/tag1039.xml"/><Relationship Id="rId151" Type="http://schemas.openxmlformats.org/officeDocument/2006/relationships/tags" Target="../tags/tag1104.xml"/><Relationship Id="rId193" Type="http://schemas.openxmlformats.org/officeDocument/2006/relationships/tags" Target="../tags/tag1146.xml"/><Relationship Id="rId207" Type="http://schemas.openxmlformats.org/officeDocument/2006/relationships/tags" Target="../tags/tag1160.xml"/><Relationship Id="rId249" Type="http://schemas.openxmlformats.org/officeDocument/2006/relationships/tags" Target="../tags/tag1202.xml"/><Relationship Id="rId13" Type="http://schemas.openxmlformats.org/officeDocument/2006/relationships/tags" Target="../tags/tag966.xml"/><Relationship Id="rId109" Type="http://schemas.openxmlformats.org/officeDocument/2006/relationships/tags" Target="../tags/tag1062.xml"/><Relationship Id="rId260" Type="http://schemas.openxmlformats.org/officeDocument/2006/relationships/tags" Target="../tags/tag1213.xml"/><Relationship Id="rId316" Type="http://schemas.openxmlformats.org/officeDocument/2006/relationships/tags" Target="../tags/tag1269.xml"/><Relationship Id="rId55" Type="http://schemas.openxmlformats.org/officeDocument/2006/relationships/tags" Target="../tags/tag1008.xml"/><Relationship Id="rId97" Type="http://schemas.openxmlformats.org/officeDocument/2006/relationships/tags" Target="../tags/tag1050.xml"/><Relationship Id="rId120" Type="http://schemas.openxmlformats.org/officeDocument/2006/relationships/tags" Target="../tags/tag1073.xml"/><Relationship Id="rId358" Type="http://schemas.openxmlformats.org/officeDocument/2006/relationships/tags" Target="../tags/tag1311.xml"/><Relationship Id="rId162" Type="http://schemas.openxmlformats.org/officeDocument/2006/relationships/tags" Target="../tags/tag1115.xml"/><Relationship Id="rId218" Type="http://schemas.openxmlformats.org/officeDocument/2006/relationships/tags" Target="../tags/tag1171.xml"/><Relationship Id="rId271" Type="http://schemas.openxmlformats.org/officeDocument/2006/relationships/tags" Target="../tags/tag1224.xml"/><Relationship Id="rId24" Type="http://schemas.openxmlformats.org/officeDocument/2006/relationships/tags" Target="../tags/tag977.xml"/><Relationship Id="rId66" Type="http://schemas.openxmlformats.org/officeDocument/2006/relationships/tags" Target="../tags/tag1019.xml"/><Relationship Id="rId131" Type="http://schemas.openxmlformats.org/officeDocument/2006/relationships/tags" Target="../tags/tag1084.xml"/><Relationship Id="rId327" Type="http://schemas.openxmlformats.org/officeDocument/2006/relationships/tags" Target="../tags/tag1280.xml"/><Relationship Id="rId173" Type="http://schemas.openxmlformats.org/officeDocument/2006/relationships/tags" Target="../tags/tag1126.xml"/><Relationship Id="rId229" Type="http://schemas.openxmlformats.org/officeDocument/2006/relationships/tags" Target="../tags/tag1182.xml"/><Relationship Id="rId240" Type="http://schemas.openxmlformats.org/officeDocument/2006/relationships/tags" Target="../tags/tag1193.xml"/><Relationship Id="rId35" Type="http://schemas.openxmlformats.org/officeDocument/2006/relationships/tags" Target="../tags/tag988.xml"/><Relationship Id="rId77" Type="http://schemas.openxmlformats.org/officeDocument/2006/relationships/tags" Target="../tags/tag1030.xml"/><Relationship Id="rId100" Type="http://schemas.openxmlformats.org/officeDocument/2006/relationships/tags" Target="../tags/tag1053.xml"/><Relationship Id="rId282" Type="http://schemas.openxmlformats.org/officeDocument/2006/relationships/tags" Target="../tags/tag1235.xml"/><Relationship Id="rId338" Type="http://schemas.openxmlformats.org/officeDocument/2006/relationships/tags" Target="../tags/tag1291.xml"/><Relationship Id="rId8" Type="http://schemas.openxmlformats.org/officeDocument/2006/relationships/tags" Target="../tags/tag961.xml"/><Relationship Id="rId142" Type="http://schemas.openxmlformats.org/officeDocument/2006/relationships/tags" Target="../tags/tag1095.xml"/><Relationship Id="rId184" Type="http://schemas.openxmlformats.org/officeDocument/2006/relationships/tags" Target="../tags/tag1137.xml"/><Relationship Id="rId251" Type="http://schemas.openxmlformats.org/officeDocument/2006/relationships/tags" Target="../tags/tag1204.xml"/><Relationship Id="rId46" Type="http://schemas.openxmlformats.org/officeDocument/2006/relationships/tags" Target="../tags/tag999.xml"/><Relationship Id="rId293" Type="http://schemas.openxmlformats.org/officeDocument/2006/relationships/tags" Target="../tags/tag1246.xml"/><Relationship Id="rId307" Type="http://schemas.openxmlformats.org/officeDocument/2006/relationships/tags" Target="../tags/tag1260.xml"/><Relationship Id="rId349" Type="http://schemas.openxmlformats.org/officeDocument/2006/relationships/tags" Target="../tags/tag130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1342.xml"/><Relationship Id="rId117" Type="http://schemas.openxmlformats.org/officeDocument/2006/relationships/slideLayout" Target="../slideLayouts/slideLayout2.xml"/><Relationship Id="rId21" Type="http://schemas.openxmlformats.org/officeDocument/2006/relationships/tags" Target="../tags/tag1337.xml"/><Relationship Id="rId42" Type="http://schemas.openxmlformats.org/officeDocument/2006/relationships/tags" Target="../tags/tag1358.xml"/><Relationship Id="rId47" Type="http://schemas.openxmlformats.org/officeDocument/2006/relationships/tags" Target="../tags/tag1363.xml"/><Relationship Id="rId63" Type="http://schemas.openxmlformats.org/officeDocument/2006/relationships/tags" Target="../tags/tag1379.xml"/><Relationship Id="rId68" Type="http://schemas.openxmlformats.org/officeDocument/2006/relationships/tags" Target="../tags/tag1384.xml"/><Relationship Id="rId84" Type="http://schemas.openxmlformats.org/officeDocument/2006/relationships/tags" Target="../tags/tag1400.xml"/><Relationship Id="rId89" Type="http://schemas.openxmlformats.org/officeDocument/2006/relationships/tags" Target="../tags/tag1405.xml"/><Relationship Id="rId112" Type="http://schemas.openxmlformats.org/officeDocument/2006/relationships/tags" Target="../tags/tag1428.xml"/><Relationship Id="rId16" Type="http://schemas.openxmlformats.org/officeDocument/2006/relationships/tags" Target="../tags/tag1332.xml"/><Relationship Id="rId107" Type="http://schemas.openxmlformats.org/officeDocument/2006/relationships/tags" Target="../tags/tag1423.xml"/><Relationship Id="rId11" Type="http://schemas.openxmlformats.org/officeDocument/2006/relationships/tags" Target="../tags/tag1327.xml"/><Relationship Id="rId32" Type="http://schemas.openxmlformats.org/officeDocument/2006/relationships/tags" Target="../tags/tag1348.xml"/><Relationship Id="rId37" Type="http://schemas.openxmlformats.org/officeDocument/2006/relationships/tags" Target="../tags/tag1353.xml"/><Relationship Id="rId53" Type="http://schemas.openxmlformats.org/officeDocument/2006/relationships/tags" Target="../tags/tag1369.xml"/><Relationship Id="rId58" Type="http://schemas.openxmlformats.org/officeDocument/2006/relationships/tags" Target="../tags/tag1374.xml"/><Relationship Id="rId74" Type="http://schemas.openxmlformats.org/officeDocument/2006/relationships/tags" Target="../tags/tag1390.xml"/><Relationship Id="rId79" Type="http://schemas.openxmlformats.org/officeDocument/2006/relationships/tags" Target="../tags/tag1395.xml"/><Relationship Id="rId102" Type="http://schemas.openxmlformats.org/officeDocument/2006/relationships/tags" Target="../tags/tag1418.xml"/><Relationship Id="rId5" Type="http://schemas.openxmlformats.org/officeDocument/2006/relationships/tags" Target="../tags/tag1321.xml"/><Relationship Id="rId90" Type="http://schemas.openxmlformats.org/officeDocument/2006/relationships/tags" Target="../tags/tag1406.xml"/><Relationship Id="rId95" Type="http://schemas.openxmlformats.org/officeDocument/2006/relationships/tags" Target="../tags/tag1411.xml"/><Relationship Id="rId22" Type="http://schemas.openxmlformats.org/officeDocument/2006/relationships/tags" Target="../tags/tag1338.xml"/><Relationship Id="rId27" Type="http://schemas.openxmlformats.org/officeDocument/2006/relationships/tags" Target="../tags/tag1343.xml"/><Relationship Id="rId43" Type="http://schemas.openxmlformats.org/officeDocument/2006/relationships/tags" Target="../tags/tag1359.xml"/><Relationship Id="rId48" Type="http://schemas.openxmlformats.org/officeDocument/2006/relationships/tags" Target="../tags/tag1364.xml"/><Relationship Id="rId64" Type="http://schemas.openxmlformats.org/officeDocument/2006/relationships/tags" Target="../tags/tag1380.xml"/><Relationship Id="rId69" Type="http://schemas.openxmlformats.org/officeDocument/2006/relationships/tags" Target="../tags/tag1385.xml"/><Relationship Id="rId113" Type="http://schemas.openxmlformats.org/officeDocument/2006/relationships/tags" Target="../tags/tag1429.xml"/><Relationship Id="rId118" Type="http://schemas.openxmlformats.org/officeDocument/2006/relationships/image" Target="../media/image2.png"/><Relationship Id="rId80" Type="http://schemas.openxmlformats.org/officeDocument/2006/relationships/tags" Target="../tags/tag1396.xml"/><Relationship Id="rId85" Type="http://schemas.openxmlformats.org/officeDocument/2006/relationships/tags" Target="../tags/tag1401.xml"/><Relationship Id="rId12" Type="http://schemas.openxmlformats.org/officeDocument/2006/relationships/tags" Target="../tags/tag1328.xml"/><Relationship Id="rId17" Type="http://schemas.openxmlformats.org/officeDocument/2006/relationships/tags" Target="../tags/tag1333.xml"/><Relationship Id="rId33" Type="http://schemas.openxmlformats.org/officeDocument/2006/relationships/tags" Target="../tags/tag1349.xml"/><Relationship Id="rId38" Type="http://schemas.openxmlformats.org/officeDocument/2006/relationships/tags" Target="../tags/tag1354.xml"/><Relationship Id="rId59" Type="http://schemas.openxmlformats.org/officeDocument/2006/relationships/tags" Target="../tags/tag1375.xml"/><Relationship Id="rId103" Type="http://schemas.openxmlformats.org/officeDocument/2006/relationships/tags" Target="../tags/tag1419.xml"/><Relationship Id="rId108" Type="http://schemas.openxmlformats.org/officeDocument/2006/relationships/tags" Target="../tags/tag1424.xml"/><Relationship Id="rId54" Type="http://schemas.openxmlformats.org/officeDocument/2006/relationships/tags" Target="../tags/tag1370.xml"/><Relationship Id="rId70" Type="http://schemas.openxmlformats.org/officeDocument/2006/relationships/tags" Target="../tags/tag1386.xml"/><Relationship Id="rId75" Type="http://schemas.openxmlformats.org/officeDocument/2006/relationships/tags" Target="../tags/tag1391.xml"/><Relationship Id="rId91" Type="http://schemas.openxmlformats.org/officeDocument/2006/relationships/tags" Target="../tags/tag1407.xml"/><Relationship Id="rId96" Type="http://schemas.openxmlformats.org/officeDocument/2006/relationships/tags" Target="../tags/tag1412.xml"/><Relationship Id="rId1" Type="http://schemas.openxmlformats.org/officeDocument/2006/relationships/tags" Target="../tags/tag1317.xml"/><Relationship Id="rId6" Type="http://schemas.openxmlformats.org/officeDocument/2006/relationships/tags" Target="../tags/tag1322.xml"/><Relationship Id="rId23" Type="http://schemas.openxmlformats.org/officeDocument/2006/relationships/tags" Target="../tags/tag1339.xml"/><Relationship Id="rId28" Type="http://schemas.openxmlformats.org/officeDocument/2006/relationships/tags" Target="../tags/tag1344.xml"/><Relationship Id="rId49" Type="http://schemas.openxmlformats.org/officeDocument/2006/relationships/tags" Target="../tags/tag1365.xml"/><Relationship Id="rId114" Type="http://schemas.openxmlformats.org/officeDocument/2006/relationships/tags" Target="../tags/tag1430.xml"/><Relationship Id="rId119" Type="http://schemas.openxmlformats.org/officeDocument/2006/relationships/image" Target="../media/image3.png"/><Relationship Id="rId10" Type="http://schemas.openxmlformats.org/officeDocument/2006/relationships/tags" Target="../tags/tag1326.xml"/><Relationship Id="rId31" Type="http://schemas.openxmlformats.org/officeDocument/2006/relationships/tags" Target="../tags/tag1347.xml"/><Relationship Id="rId44" Type="http://schemas.openxmlformats.org/officeDocument/2006/relationships/tags" Target="../tags/tag1360.xml"/><Relationship Id="rId52" Type="http://schemas.openxmlformats.org/officeDocument/2006/relationships/tags" Target="../tags/tag1368.xml"/><Relationship Id="rId60" Type="http://schemas.openxmlformats.org/officeDocument/2006/relationships/tags" Target="../tags/tag1376.xml"/><Relationship Id="rId65" Type="http://schemas.openxmlformats.org/officeDocument/2006/relationships/tags" Target="../tags/tag1381.xml"/><Relationship Id="rId73" Type="http://schemas.openxmlformats.org/officeDocument/2006/relationships/tags" Target="../tags/tag1389.xml"/><Relationship Id="rId78" Type="http://schemas.openxmlformats.org/officeDocument/2006/relationships/tags" Target="../tags/tag1394.xml"/><Relationship Id="rId81" Type="http://schemas.openxmlformats.org/officeDocument/2006/relationships/tags" Target="../tags/tag1397.xml"/><Relationship Id="rId86" Type="http://schemas.openxmlformats.org/officeDocument/2006/relationships/tags" Target="../tags/tag1402.xml"/><Relationship Id="rId94" Type="http://schemas.openxmlformats.org/officeDocument/2006/relationships/tags" Target="../tags/tag1410.xml"/><Relationship Id="rId99" Type="http://schemas.openxmlformats.org/officeDocument/2006/relationships/tags" Target="../tags/tag1415.xml"/><Relationship Id="rId101" Type="http://schemas.openxmlformats.org/officeDocument/2006/relationships/tags" Target="../tags/tag1417.xml"/><Relationship Id="rId4" Type="http://schemas.openxmlformats.org/officeDocument/2006/relationships/tags" Target="../tags/tag1320.xml"/><Relationship Id="rId9" Type="http://schemas.openxmlformats.org/officeDocument/2006/relationships/tags" Target="../tags/tag1325.xml"/><Relationship Id="rId13" Type="http://schemas.openxmlformats.org/officeDocument/2006/relationships/tags" Target="../tags/tag1329.xml"/><Relationship Id="rId18" Type="http://schemas.openxmlformats.org/officeDocument/2006/relationships/tags" Target="../tags/tag1334.xml"/><Relationship Id="rId39" Type="http://schemas.openxmlformats.org/officeDocument/2006/relationships/tags" Target="../tags/tag1355.xml"/><Relationship Id="rId109" Type="http://schemas.openxmlformats.org/officeDocument/2006/relationships/tags" Target="../tags/tag1425.xml"/><Relationship Id="rId34" Type="http://schemas.openxmlformats.org/officeDocument/2006/relationships/tags" Target="../tags/tag1350.xml"/><Relationship Id="rId50" Type="http://schemas.openxmlformats.org/officeDocument/2006/relationships/tags" Target="../tags/tag1366.xml"/><Relationship Id="rId55" Type="http://schemas.openxmlformats.org/officeDocument/2006/relationships/tags" Target="../tags/tag1371.xml"/><Relationship Id="rId76" Type="http://schemas.openxmlformats.org/officeDocument/2006/relationships/tags" Target="../tags/tag1392.xml"/><Relationship Id="rId97" Type="http://schemas.openxmlformats.org/officeDocument/2006/relationships/tags" Target="../tags/tag1413.xml"/><Relationship Id="rId104" Type="http://schemas.openxmlformats.org/officeDocument/2006/relationships/tags" Target="../tags/tag1420.xml"/><Relationship Id="rId7" Type="http://schemas.openxmlformats.org/officeDocument/2006/relationships/tags" Target="../tags/tag1323.xml"/><Relationship Id="rId71" Type="http://schemas.openxmlformats.org/officeDocument/2006/relationships/tags" Target="../tags/tag1387.xml"/><Relationship Id="rId92" Type="http://schemas.openxmlformats.org/officeDocument/2006/relationships/tags" Target="../tags/tag1408.xml"/><Relationship Id="rId2" Type="http://schemas.openxmlformats.org/officeDocument/2006/relationships/tags" Target="../tags/tag1318.xml"/><Relationship Id="rId29" Type="http://schemas.openxmlformats.org/officeDocument/2006/relationships/tags" Target="../tags/tag1345.xml"/><Relationship Id="rId24" Type="http://schemas.openxmlformats.org/officeDocument/2006/relationships/tags" Target="../tags/tag1340.xml"/><Relationship Id="rId40" Type="http://schemas.openxmlformats.org/officeDocument/2006/relationships/tags" Target="../tags/tag1356.xml"/><Relationship Id="rId45" Type="http://schemas.openxmlformats.org/officeDocument/2006/relationships/tags" Target="../tags/tag1361.xml"/><Relationship Id="rId66" Type="http://schemas.openxmlformats.org/officeDocument/2006/relationships/tags" Target="../tags/tag1382.xml"/><Relationship Id="rId87" Type="http://schemas.openxmlformats.org/officeDocument/2006/relationships/tags" Target="../tags/tag1403.xml"/><Relationship Id="rId110" Type="http://schemas.openxmlformats.org/officeDocument/2006/relationships/tags" Target="../tags/tag1426.xml"/><Relationship Id="rId115" Type="http://schemas.openxmlformats.org/officeDocument/2006/relationships/tags" Target="../tags/tag1431.xml"/><Relationship Id="rId61" Type="http://schemas.openxmlformats.org/officeDocument/2006/relationships/tags" Target="../tags/tag1377.xml"/><Relationship Id="rId82" Type="http://schemas.openxmlformats.org/officeDocument/2006/relationships/tags" Target="../tags/tag1398.xml"/><Relationship Id="rId19" Type="http://schemas.openxmlformats.org/officeDocument/2006/relationships/tags" Target="../tags/tag1335.xml"/><Relationship Id="rId14" Type="http://schemas.openxmlformats.org/officeDocument/2006/relationships/tags" Target="../tags/tag1330.xml"/><Relationship Id="rId30" Type="http://schemas.openxmlformats.org/officeDocument/2006/relationships/tags" Target="../tags/tag1346.xml"/><Relationship Id="rId35" Type="http://schemas.openxmlformats.org/officeDocument/2006/relationships/tags" Target="../tags/tag1351.xml"/><Relationship Id="rId56" Type="http://schemas.openxmlformats.org/officeDocument/2006/relationships/tags" Target="../tags/tag1372.xml"/><Relationship Id="rId77" Type="http://schemas.openxmlformats.org/officeDocument/2006/relationships/tags" Target="../tags/tag1393.xml"/><Relationship Id="rId100" Type="http://schemas.openxmlformats.org/officeDocument/2006/relationships/tags" Target="../tags/tag1416.xml"/><Relationship Id="rId105" Type="http://schemas.openxmlformats.org/officeDocument/2006/relationships/tags" Target="../tags/tag1421.xml"/><Relationship Id="rId8" Type="http://schemas.openxmlformats.org/officeDocument/2006/relationships/tags" Target="../tags/tag1324.xml"/><Relationship Id="rId51" Type="http://schemas.openxmlformats.org/officeDocument/2006/relationships/tags" Target="../tags/tag1367.xml"/><Relationship Id="rId72" Type="http://schemas.openxmlformats.org/officeDocument/2006/relationships/tags" Target="../tags/tag1388.xml"/><Relationship Id="rId93" Type="http://schemas.openxmlformats.org/officeDocument/2006/relationships/tags" Target="../tags/tag1409.xml"/><Relationship Id="rId98" Type="http://schemas.openxmlformats.org/officeDocument/2006/relationships/tags" Target="../tags/tag1414.xml"/><Relationship Id="rId3" Type="http://schemas.openxmlformats.org/officeDocument/2006/relationships/tags" Target="../tags/tag1319.xml"/><Relationship Id="rId25" Type="http://schemas.openxmlformats.org/officeDocument/2006/relationships/tags" Target="../tags/tag1341.xml"/><Relationship Id="rId46" Type="http://schemas.openxmlformats.org/officeDocument/2006/relationships/tags" Target="../tags/tag1362.xml"/><Relationship Id="rId67" Type="http://schemas.openxmlformats.org/officeDocument/2006/relationships/tags" Target="../tags/tag1383.xml"/><Relationship Id="rId116" Type="http://schemas.openxmlformats.org/officeDocument/2006/relationships/tags" Target="../tags/tag1432.xml"/><Relationship Id="rId20" Type="http://schemas.openxmlformats.org/officeDocument/2006/relationships/tags" Target="../tags/tag1336.xml"/><Relationship Id="rId41" Type="http://schemas.openxmlformats.org/officeDocument/2006/relationships/tags" Target="../tags/tag1357.xml"/><Relationship Id="rId62" Type="http://schemas.openxmlformats.org/officeDocument/2006/relationships/tags" Target="../tags/tag1378.xml"/><Relationship Id="rId83" Type="http://schemas.openxmlformats.org/officeDocument/2006/relationships/tags" Target="../tags/tag1399.xml"/><Relationship Id="rId88" Type="http://schemas.openxmlformats.org/officeDocument/2006/relationships/tags" Target="../tags/tag1404.xml"/><Relationship Id="rId111" Type="http://schemas.openxmlformats.org/officeDocument/2006/relationships/tags" Target="../tags/tag1427.xml"/><Relationship Id="rId15" Type="http://schemas.openxmlformats.org/officeDocument/2006/relationships/tags" Target="../tags/tag1331.xml"/><Relationship Id="rId36" Type="http://schemas.openxmlformats.org/officeDocument/2006/relationships/tags" Target="../tags/tag1352.xml"/><Relationship Id="rId57" Type="http://schemas.openxmlformats.org/officeDocument/2006/relationships/tags" Target="../tags/tag1373.xml"/><Relationship Id="rId106" Type="http://schemas.openxmlformats.org/officeDocument/2006/relationships/tags" Target="../tags/tag142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1458.xml"/><Relationship Id="rId21" Type="http://schemas.openxmlformats.org/officeDocument/2006/relationships/tags" Target="../tags/tag1453.xml"/><Relationship Id="rId42" Type="http://schemas.openxmlformats.org/officeDocument/2006/relationships/tags" Target="../tags/tag1474.xml"/><Relationship Id="rId47" Type="http://schemas.openxmlformats.org/officeDocument/2006/relationships/tags" Target="../tags/tag1479.xml"/><Relationship Id="rId63" Type="http://schemas.openxmlformats.org/officeDocument/2006/relationships/tags" Target="../tags/tag1495.xml"/><Relationship Id="rId68" Type="http://schemas.openxmlformats.org/officeDocument/2006/relationships/tags" Target="../tags/tag1500.xml"/><Relationship Id="rId84" Type="http://schemas.openxmlformats.org/officeDocument/2006/relationships/tags" Target="../tags/tag1516.xml"/><Relationship Id="rId89" Type="http://schemas.openxmlformats.org/officeDocument/2006/relationships/image" Target="../media/image4.png"/><Relationship Id="rId16" Type="http://schemas.openxmlformats.org/officeDocument/2006/relationships/tags" Target="../tags/tag1448.xml"/><Relationship Id="rId11" Type="http://schemas.openxmlformats.org/officeDocument/2006/relationships/tags" Target="../tags/tag1443.xml"/><Relationship Id="rId32" Type="http://schemas.openxmlformats.org/officeDocument/2006/relationships/tags" Target="../tags/tag1464.xml"/><Relationship Id="rId37" Type="http://schemas.openxmlformats.org/officeDocument/2006/relationships/tags" Target="../tags/tag1469.xml"/><Relationship Id="rId53" Type="http://schemas.openxmlformats.org/officeDocument/2006/relationships/tags" Target="../tags/tag1485.xml"/><Relationship Id="rId58" Type="http://schemas.openxmlformats.org/officeDocument/2006/relationships/tags" Target="../tags/tag1490.xml"/><Relationship Id="rId74" Type="http://schemas.openxmlformats.org/officeDocument/2006/relationships/tags" Target="../tags/tag1506.xml"/><Relationship Id="rId79" Type="http://schemas.openxmlformats.org/officeDocument/2006/relationships/tags" Target="../tags/tag1511.xml"/><Relationship Id="rId5" Type="http://schemas.openxmlformats.org/officeDocument/2006/relationships/tags" Target="../tags/tag1437.xml"/><Relationship Id="rId14" Type="http://schemas.openxmlformats.org/officeDocument/2006/relationships/tags" Target="../tags/tag1446.xml"/><Relationship Id="rId22" Type="http://schemas.openxmlformats.org/officeDocument/2006/relationships/tags" Target="../tags/tag1454.xml"/><Relationship Id="rId27" Type="http://schemas.openxmlformats.org/officeDocument/2006/relationships/tags" Target="../tags/tag1459.xml"/><Relationship Id="rId30" Type="http://schemas.openxmlformats.org/officeDocument/2006/relationships/tags" Target="../tags/tag1462.xml"/><Relationship Id="rId35" Type="http://schemas.openxmlformats.org/officeDocument/2006/relationships/tags" Target="../tags/tag1467.xml"/><Relationship Id="rId43" Type="http://schemas.openxmlformats.org/officeDocument/2006/relationships/tags" Target="../tags/tag1475.xml"/><Relationship Id="rId48" Type="http://schemas.openxmlformats.org/officeDocument/2006/relationships/tags" Target="../tags/tag1480.xml"/><Relationship Id="rId56" Type="http://schemas.openxmlformats.org/officeDocument/2006/relationships/tags" Target="../tags/tag1488.xml"/><Relationship Id="rId64" Type="http://schemas.openxmlformats.org/officeDocument/2006/relationships/tags" Target="../tags/tag1496.xml"/><Relationship Id="rId69" Type="http://schemas.openxmlformats.org/officeDocument/2006/relationships/tags" Target="../tags/tag1501.xml"/><Relationship Id="rId77" Type="http://schemas.openxmlformats.org/officeDocument/2006/relationships/tags" Target="../tags/tag1509.xml"/><Relationship Id="rId8" Type="http://schemas.openxmlformats.org/officeDocument/2006/relationships/tags" Target="../tags/tag1440.xml"/><Relationship Id="rId51" Type="http://schemas.openxmlformats.org/officeDocument/2006/relationships/tags" Target="../tags/tag1483.xml"/><Relationship Id="rId72" Type="http://schemas.openxmlformats.org/officeDocument/2006/relationships/tags" Target="../tags/tag1504.xml"/><Relationship Id="rId80" Type="http://schemas.openxmlformats.org/officeDocument/2006/relationships/tags" Target="../tags/tag1512.xml"/><Relationship Id="rId85" Type="http://schemas.openxmlformats.org/officeDocument/2006/relationships/tags" Target="../tags/tag1517.xml"/><Relationship Id="rId3" Type="http://schemas.openxmlformats.org/officeDocument/2006/relationships/tags" Target="../tags/tag1435.xml"/><Relationship Id="rId12" Type="http://schemas.openxmlformats.org/officeDocument/2006/relationships/tags" Target="../tags/tag1444.xml"/><Relationship Id="rId17" Type="http://schemas.openxmlformats.org/officeDocument/2006/relationships/tags" Target="../tags/tag1449.xml"/><Relationship Id="rId25" Type="http://schemas.openxmlformats.org/officeDocument/2006/relationships/tags" Target="../tags/tag1457.xml"/><Relationship Id="rId33" Type="http://schemas.openxmlformats.org/officeDocument/2006/relationships/tags" Target="../tags/tag1465.xml"/><Relationship Id="rId38" Type="http://schemas.openxmlformats.org/officeDocument/2006/relationships/tags" Target="../tags/tag1470.xml"/><Relationship Id="rId46" Type="http://schemas.openxmlformats.org/officeDocument/2006/relationships/tags" Target="../tags/tag1478.xml"/><Relationship Id="rId59" Type="http://schemas.openxmlformats.org/officeDocument/2006/relationships/tags" Target="../tags/tag1491.xml"/><Relationship Id="rId67" Type="http://schemas.openxmlformats.org/officeDocument/2006/relationships/tags" Target="../tags/tag1499.xml"/><Relationship Id="rId20" Type="http://schemas.openxmlformats.org/officeDocument/2006/relationships/tags" Target="../tags/tag1452.xml"/><Relationship Id="rId41" Type="http://schemas.openxmlformats.org/officeDocument/2006/relationships/tags" Target="../tags/tag1473.xml"/><Relationship Id="rId54" Type="http://schemas.openxmlformats.org/officeDocument/2006/relationships/tags" Target="../tags/tag1486.xml"/><Relationship Id="rId62" Type="http://schemas.openxmlformats.org/officeDocument/2006/relationships/tags" Target="../tags/tag1494.xml"/><Relationship Id="rId70" Type="http://schemas.openxmlformats.org/officeDocument/2006/relationships/tags" Target="../tags/tag1502.xml"/><Relationship Id="rId75" Type="http://schemas.openxmlformats.org/officeDocument/2006/relationships/tags" Target="../tags/tag1507.xml"/><Relationship Id="rId83" Type="http://schemas.openxmlformats.org/officeDocument/2006/relationships/tags" Target="../tags/tag1515.xml"/><Relationship Id="rId88" Type="http://schemas.openxmlformats.org/officeDocument/2006/relationships/slideLayout" Target="../slideLayouts/slideLayout2.xml"/><Relationship Id="rId1" Type="http://schemas.openxmlformats.org/officeDocument/2006/relationships/tags" Target="../tags/tag1433.xml"/><Relationship Id="rId6" Type="http://schemas.openxmlformats.org/officeDocument/2006/relationships/tags" Target="../tags/tag1438.xml"/><Relationship Id="rId15" Type="http://schemas.openxmlformats.org/officeDocument/2006/relationships/tags" Target="../tags/tag1447.xml"/><Relationship Id="rId23" Type="http://schemas.openxmlformats.org/officeDocument/2006/relationships/tags" Target="../tags/tag1455.xml"/><Relationship Id="rId28" Type="http://schemas.openxmlformats.org/officeDocument/2006/relationships/tags" Target="../tags/tag1460.xml"/><Relationship Id="rId36" Type="http://schemas.openxmlformats.org/officeDocument/2006/relationships/tags" Target="../tags/tag1468.xml"/><Relationship Id="rId49" Type="http://schemas.openxmlformats.org/officeDocument/2006/relationships/tags" Target="../tags/tag1481.xml"/><Relationship Id="rId57" Type="http://schemas.openxmlformats.org/officeDocument/2006/relationships/tags" Target="../tags/tag1489.xml"/><Relationship Id="rId10" Type="http://schemas.openxmlformats.org/officeDocument/2006/relationships/tags" Target="../tags/tag1442.xml"/><Relationship Id="rId31" Type="http://schemas.openxmlformats.org/officeDocument/2006/relationships/tags" Target="../tags/tag1463.xml"/><Relationship Id="rId44" Type="http://schemas.openxmlformats.org/officeDocument/2006/relationships/tags" Target="../tags/tag1476.xml"/><Relationship Id="rId52" Type="http://schemas.openxmlformats.org/officeDocument/2006/relationships/tags" Target="../tags/tag1484.xml"/><Relationship Id="rId60" Type="http://schemas.openxmlformats.org/officeDocument/2006/relationships/tags" Target="../tags/tag1492.xml"/><Relationship Id="rId65" Type="http://schemas.openxmlformats.org/officeDocument/2006/relationships/tags" Target="../tags/tag1497.xml"/><Relationship Id="rId73" Type="http://schemas.openxmlformats.org/officeDocument/2006/relationships/tags" Target="../tags/tag1505.xml"/><Relationship Id="rId78" Type="http://schemas.openxmlformats.org/officeDocument/2006/relationships/tags" Target="../tags/tag1510.xml"/><Relationship Id="rId81" Type="http://schemas.openxmlformats.org/officeDocument/2006/relationships/tags" Target="../tags/tag1513.xml"/><Relationship Id="rId86" Type="http://schemas.openxmlformats.org/officeDocument/2006/relationships/tags" Target="../tags/tag1518.xml"/><Relationship Id="rId4" Type="http://schemas.openxmlformats.org/officeDocument/2006/relationships/tags" Target="../tags/tag1436.xml"/><Relationship Id="rId9" Type="http://schemas.openxmlformats.org/officeDocument/2006/relationships/tags" Target="../tags/tag1441.xml"/><Relationship Id="rId13" Type="http://schemas.openxmlformats.org/officeDocument/2006/relationships/tags" Target="../tags/tag1445.xml"/><Relationship Id="rId18" Type="http://schemas.openxmlformats.org/officeDocument/2006/relationships/tags" Target="../tags/tag1450.xml"/><Relationship Id="rId39" Type="http://schemas.openxmlformats.org/officeDocument/2006/relationships/tags" Target="../tags/tag1471.xml"/><Relationship Id="rId34" Type="http://schemas.openxmlformats.org/officeDocument/2006/relationships/tags" Target="../tags/tag1466.xml"/><Relationship Id="rId50" Type="http://schemas.openxmlformats.org/officeDocument/2006/relationships/tags" Target="../tags/tag1482.xml"/><Relationship Id="rId55" Type="http://schemas.openxmlformats.org/officeDocument/2006/relationships/tags" Target="../tags/tag1487.xml"/><Relationship Id="rId76" Type="http://schemas.openxmlformats.org/officeDocument/2006/relationships/tags" Target="../tags/tag1508.xml"/><Relationship Id="rId7" Type="http://schemas.openxmlformats.org/officeDocument/2006/relationships/tags" Target="../tags/tag1439.xml"/><Relationship Id="rId71" Type="http://schemas.openxmlformats.org/officeDocument/2006/relationships/tags" Target="../tags/tag1503.xml"/><Relationship Id="rId2" Type="http://schemas.openxmlformats.org/officeDocument/2006/relationships/tags" Target="../tags/tag1434.xml"/><Relationship Id="rId29" Type="http://schemas.openxmlformats.org/officeDocument/2006/relationships/tags" Target="../tags/tag1461.xml"/><Relationship Id="rId24" Type="http://schemas.openxmlformats.org/officeDocument/2006/relationships/tags" Target="../tags/tag1456.xml"/><Relationship Id="rId40" Type="http://schemas.openxmlformats.org/officeDocument/2006/relationships/tags" Target="../tags/tag1472.xml"/><Relationship Id="rId45" Type="http://schemas.openxmlformats.org/officeDocument/2006/relationships/tags" Target="../tags/tag1477.xml"/><Relationship Id="rId66" Type="http://schemas.openxmlformats.org/officeDocument/2006/relationships/tags" Target="../tags/tag1498.xml"/><Relationship Id="rId87" Type="http://schemas.openxmlformats.org/officeDocument/2006/relationships/tags" Target="../tags/tag1519.xml"/><Relationship Id="rId61" Type="http://schemas.openxmlformats.org/officeDocument/2006/relationships/tags" Target="../tags/tag1493.xml"/><Relationship Id="rId82" Type="http://schemas.openxmlformats.org/officeDocument/2006/relationships/tags" Target="../tags/tag1514.xml"/><Relationship Id="rId19" Type="http://schemas.openxmlformats.org/officeDocument/2006/relationships/tags" Target="../tags/tag1451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tags" Target="../tags/tag1636.xml"/><Relationship Id="rId21" Type="http://schemas.openxmlformats.org/officeDocument/2006/relationships/tags" Target="../tags/tag1540.xml"/><Relationship Id="rId42" Type="http://schemas.openxmlformats.org/officeDocument/2006/relationships/tags" Target="../tags/tag1561.xml"/><Relationship Id="rId47" Type="http://schemas.openxmlformats.org/officeDocument/2006/relationships/tags" Target="../tags/tag1566.xml"/><Relationship Id="rId63" Type="http://schemas.openxmlformats.org/officeDocument/2006/relationships/tags" Target="../tags/tag1582.xml"/><Relationship Id="rId68" Type="http://schemas.openxmlformats.org/officeDocument/2006/relationships/tags" Target="../tags/tag1587.xml"/><Relationship Id="rId84" Type="http://schemas.openxmlformats.org/officeDocument/2006/relationships/tags" Target="../tags/tag1603.xml"/><Relationship Id="rId89" Type="http://schemas.openxmlformats.org/officeDocument/2006/relationships/tags" Target="../tags/tag1608.xml"/><Relationship Id="rId112" Type="http://schemas.openxmlformats.org/officeDocument/2006/relationships/tags" Target="../tags/tag1631.xml"/><Relationship Id="rId16" Type="http://schemas.openxmlformats.org/officeDocument/2006/relationships/tags" Target="../tags/tag1535.xml"/><Relationship Id="rId107" Type="http://schemas.openxmlformats.org/officeDocument/2006/relationships/tags" Target="../tags/tag1626.xml"/><Relationship Id="rId11" Type="http://schemas.openxmlformats.org/officeDocument/2006/relationships/tags" Target="../tags/tag1530.xml"/><Relationship Id="rId32" Type="http://schemas.openxmlformats.org/officeDocument/2006/relationships/tags" Target="../tags/tag1551.xml"/><Relationship Id="rId37" Type="http://schemas.openxmlformats.org/officeDocument/2006/relationships/tags" Target="../tags/tag1556.xml"/><Relationship Id="rId53" Type="http://schemas.openxmlformats.org/officeDocument/2006/relationships/tags" Target="../tags/tag1572.xml"/><Relationship Id="rId58" Type="http://schemas.openxmlformats.org/officeDocument/2006/relationships/tags" Target="../tags/tag1577.xml"/><Relationship Id="rId74" Type="http://schemas.openxmlformats.org/officeDocument/2006/relationships/tags" Target="../tags/tag1593.xml"/><Relationship Id="rId79" Type="http://schemas.openxmlformats.org/officeDocument/2006/relationships/tags" Target="../tags/tag1598.xml"/><Relationship Id="rId102" Type="http://schemas.openxmlformats.org/officeDocument/2006/relationships/tags" Target="../tags/tag1621.xml"/><Relationship Id="rId123" Type="http://schemas.openxmlformats.org/officeDocument/2006/relationships/tags" Target="../tags/tag1642.xml"/><Relationship Id="rId128" Type="http://schemas.openxmlformats.org/officeDocument/2006/relationships/image" Target="../media/image40.png"/><Relationship Id="rId5" Type="http://schemas.openxmlformats.org/officeDocument/2006/relationships/tags" Target="../tags/tag1524.xml"/><Relationship Id="rId90" Type="http://schemas.openxmlformats.org/officeDocument/2006/relationships/tags" Target="../tags/tag1609.xml"/><Relationship Id="rId95" Type="http://schemas.openxmlformats.org/officeDocument/2006/relationships/tags" Target="../tags/tag1614.xml"/><Relationship Id="rId22" Type="http://schemas.openxmlformats.org/officeDocument/2006/relationships/tags" Target="../tags/tag1541.xml"/><Relationship Id="rId27" Type="http://schemas.openxmlformats.org/officeDocument/2006/relationships/tags" Target="../tags/tag1546.xml"/><Relationship Id="rId43" Type="http://schemas.openxmlformats.org/officeDocument/2006/relationships/tags" Target="../tags/tag1562.xml"/><Relationship Id="rId48" Type="http://schemas.openxmlformats.org/officeDocument/2006/relationships/tags" Target="../tags/tag1567.xml"/><Relationship Id="rId64" Type="http://schemas.openxmlformats.org/officeDocument/2006/relationships/tags" Target="../tags/tag1583.xml"/><Relationship Id="rId69" Type="http://schemas.openxmlformats.org/officeDocument/2006/relationships/tags" Target="../tags/tag1588.xml"/><Relationship Id="rId113" Type="http://schemas.openxmlformats.org/officeDocument/2006/relationships/tags" Target="../tags/tag1632.xml"/><Relationship Id="rId118" Type="http://schemas.openxmlformats.org/officeDocument/2006/relationships/tags" Target="../tags/tag1637.xml"/><Relationship Id="rId80" Type="http://schemas.openxmlformats.org/officeDocument/2006/relationships/tags" Target="../tags/tag1599.xml"/><Relationship Id="rId85" Type="http://schemas.openxmlformats.org/officeDocument/2006/relationships/tags" Target="../tags/tag1604.xml"/><Relationship Id="rId12" Type="http://schemas.openxmlformats.org/officeDocument/2006/relationships/tags" Target="../tags/tag1531.xml"/><Relationship Id="rId17" Type="http://schemas.openxmlformats.org/officeDocument/2006/relationships/tags" Target="../tags/tag1536.xml"/><Relationship Id="rId33" Type="http://schemas.openxmlformats.org/officeDocument/2006/relationships/tags" Target="../tags/tag1552.xml"/><Relationship Id="rId38" Type="http://schemas.openxmlformats.org/officeDocument/2006/relationships/tags" Target="../tags/tag1557.xml"/><Relationship Id="rId59" Type="http://schemas.openxmlformats.org/officeDocument/2006/relationships/tags" Target="../tags/tag1578.xml"/><Relationship Id="rId103" Type="http://schemas.openxmlformats.org/officeDocument/2006/relationships/tags" Target="../tags/tag1622.xml"/><Relationship Id="rId108" Type="http://schemas.openxmlformats.org/officeDocument/2006/relationships/tags" Target="../tags/tag1627.xml"/><Relationship Id="rId124" Type="http://schemas.openxmlformats.org/officeDocument/2006/relationships/tags" Target="../tags/tag1643.xml"/><Relationship Id="rId129" Type="http://schemas.openxmlformats.org/officeDocument/2006/relationships/image" Target="../media/image5.png"/><Relationship Id="rId54" Type="http://schemas.openxmlformats.org/officeDocument/2006/relationships/tags" Target="../tags/tag1573.xml"/><Relationship Id="rId70" Type="http://schemas.openxmlformats.org/officeDocument/2006/relationships/tags" Target="../tags/tag1589.xml"/><Relationship Id="rId75" Type="http://schemas.openxmlformats.org/officeDocument/2006/relationships/tags" Target="../tags/tag1594.xml"/><Relationship Id="rId91" Type="http://schemas.openxmlformats.org/officeDocument/2006/relationships/tags" Target="../tags/tag1610.xml"/><Relationship Id="rId96" Type="http://schemas.openxmlformats.org/officeDocument/2006/relationships/tags" Target="../tags/tag1615.xml"/><Relationship Id="rId1" Type="http://schemas.openxmlformats.org/officeDocument/2006/relationships/tags" Target="../tags/tag1520.xml"/><Relationship Id="rId6" Type="http://schemas.openxmlformats.org/officeDocument/2006/relationships/tags" Target="../tags/tag1525.xml"/><Relationship Id="rId23" Type="http://schemas.openxmlformats.org/officeDocument/2006/relationships/tags" Target="../tags/tag1542.xml"/><Relationship Id="rId28" Type="http://schemas.openxmlformats.org/officeDocument/2006/relationships/tags" Target="../tags/tag1547.xml"/><Relationship Id="rId49" Type="http://schemas.openxmlformats.org/officeDocument/2006/relationships/tags" Target="../tags/tag1568.xml"/><Relationship Id="rId114" Type="http://schemas.openxmlformats.org/officeDocument/2006/relationships/tags" Target="../tags/tag1633.xml"/><Relationship Id="rId119" Type="http://schemas.openxmlformats.org/officeDocument/2006/relationships/tags" Target="../tags/tag1638.xml"/><Relationship Id="rId44" Type="http://schemas.openxmlformats.org/officeDocument/2006/relationships/tags" Target="../tags/tag1563.xml"/><Relationship Id="rId60" Type="http://schemas.openxmlformats.org/officeDocument/2006/relationships/tags" Target="../tags/tag1579.xml"/><Relationship Id="rId65" Type="http://schemas.openxmlformats.org/officeDocument/2006/relationships/tags" Target="../tags/tag1584.xml"/><Relationship Id="rId81" Type="http://schemas.openxmlformats.org/officeDocument/2006/relationships/tags" Target="../tags/tag1600.xml"/><Relationship Id="rId86" Type="http://schemas.openxmlformats.org/officeDocument/2006/relationships/tags" Target="../tags/tag1605.xml"/><Relationship Id="rId13" Type="http://schemas.openxmlformats.org/officeDocument/2006/relationships/tags" Target="../tags/tag1532.xml"/><Relationship Id="rId18" Type="http://schemas.openxmlformats.org/officeDocument/2006/relationships/tags" Target="../tags/tag1537.xml"/><Relationship Id="rId39" Type="http://schemas.openxmlformats.org/officeDocument/2006/relationships/tags" Target="../tags/tag1558.xml"/><Relationship Id="rId109" Type="http://schemas.openxmlformats.org/officeDocument/2006/relationships/tags" Target="../tags/tag1628.xml"/><Relationship Id="rId34" Type="http://schemas.openxmlformats.org/officeDocument/2006/relationships/tags" Target="../tags/tag1553.xml"/><Relationship Id="rId50" Type="http://schemas.openxmlformats.org/officeDocument/2006/relationships/tags" Target="../tags/tag1569.xml"/><Relationship Id="rId55" Type="http://schemas.openxmlformats.org/officeDocument/2006/relationships/tags" Target="../tags/tag1574.xml"/><Relationship Id="rId76" Type="http://schemas.openxmlformats.org/officeDocument/2006/relationships/tags" Target="../tags/tag1595.xml"/><Relationship Id="rId97" Type="http://schemas.openxmlformats.org/officeDocument/2006/relationships/tags" Target="../tags/tag1616.xml"/><Relationship Id="rId104" Type="http://schemas.openxmlformats.org/officeDocument/2006/relationships/tags" Target="../tags/tag1623.xml"/><Relationship Id="rId120" Type="http://schemas.openxmlformats.org/officeDocument/2006/relationships/tags" Target="../tags/tag1639.xml"/><Relationship Id="rId125" Type="http://schemas.openxmlformats.org/officeDocument/2006/relationships/tags" Target="../tags/tag1644.xml"/><Relationship Id="rId7" Type="http://schemas.openxmlformats.org/officeDocument/2006/relationships/tags" Target="../tags/tag1526.xml"/><Relationship Id="rId71" Type="http://schemas.openxmlformats.org/officeDocument/2006/relationships/tags" Target="../tags/tag1590.xml"/><Relationship Id="rId92" Type="http://schemas.openxmlformats.org/officeDocument/2006/relationships/tags" Target="../tags/tag1611.xml"/><Relationship Id="rId2" Type="http://schemas.openxmlformats.org/officeDocument/2006/relationships/tags" Target="../tags/tag1521.xml"/><Relationship Id="rId29" Type="http://schemas.openxmlformats.org/officeDocument/2006/relationships/tags" Target="../tags/tag1548.xml"/><Relationship Id="rId24" Type="http://schemas.openxmlformats.org/officeDocument/2006/relationships/tags" Target="../tags/tag1543.xml"/><Relationship Id="rId40" Type="http://schemas.openxmlformats.org/officeDocument/2006/relationships/tags" Target="../tags/tag1559.xml"/><Relationship Id="rId45" Type="http://schemas.openxmlformats.org/officeDocument/2006/relationships/tags" Target="../tags/tag1564.xml"/><Relationship Id="rId66" Type="http://schemas.openxmlformats.org/officeDocument/2006/relationships/tags" Target="../tags/tag1585.xml"/><Relationship Id="rId87" Type="http://schemas.openxmlformats.org/officeDocument/2006/relationships/tags" Target="../tags/tag1606.xml"/><Relationship Id="rId110" Type="http://schemas.openxmlformats.org/officeDocument/2006/relationships/tags" Target="../tags/tag1629.xml"/><Relationship Id="rId115" Type="http://schemas.openxmlformats.org/officeDocument/2006/relationships/tags" Target="../tags/tag1634.xml"/><Relationship Id="rId61" Type="http://schemas.openxmlformats.org/officeDocument/2006/relationships/tags" Target="../tags/tag1580.xml"/><Relationship Id="rId82" Type="http://schemas.openxmlformats.org/officeDocument/2006/relationships/tags" Target="../tags/tag1601.xml"/><Relationship Id="rId19" Type="http://schemas.openxmlformats.org/officeDocument/2006/relationships/tags" Target="../tags/tag1538.xml"/><Relationship Id="rId14" Type="http://schemas.openxmlformats.org/officeDocument/2006/relationships/tags" Target="../tags/tag1533.xml"/><Relationship Id="rId30" Type="http://schemas.openxmlformats.org/officeDocument/2006/relationships/tags" Target="../tags/tag1549.xml"/><Relationship Id="rId35" Type="http://schemas.openxmlformats.org/officeDocument/2006/relationships/tags" Target="../tags/tag1554.xml"/><Relationship Id="rId56" Type="http://schemas.openxmlformats.org/officeDocument/2006/relationships/tags" Target="../tags/tag1575.xml"/><Relationship Id="rId77" Type="http://schemas.openxmlformats.org/officeDocument/2006/relationships/tags" Target="../tags/tag1596.xml"/><Relationship Id="rId100" Type="http://schemas.openxmlformats.org/officeDocument/2006/relationships/tags" Target="../tags/tag1619.xml"/><Relationship Id="rId105" Type="http://schemas.openxmlformats.org/officeDocument/2006/relationships/tags" Target="../tags/tag1624.xml"/><Relationship Id="rId126" Type="http://schemas.openxmlformats.org/officeDocument/2006/relationships/tags" Target="../tags/tag1645.xml"/><Relationship Id="rId8" Type="http://schemas.openxmlformats.org/officeDocument/2006/relationships/tags" Target="../tags/tag1527.xml"/><Relationship Id="rId51" Type="http://schemas.openxmlformats.org/officeDocument/2006/relationships/tags" Target="../tags/tag1570.xml"/><Relationship Id="rId72" Type="http://schemas.openxmlformats.org/officeDocument/2006/relationships/tags" Target="../tags/tag1591.xml"/><Relationship Id="rId93" Type="http://schemas.openxmlformats.org/officeDocument/2006/relationships/tags" Target="../tags/tag1612.xml"/><Relationship Id="rId98" Type="http://schemas.openxmlformats.org/officeDocument/2006/relationships/tags" Target="../tags/tag1617.xml"/><Relationship Id="rId121" Type="http://schemas.openxmlformats.org/officeDocument/2006/relationships/tags" Target="../tags/tag1640.xml"/><Relationship Id="rId3" Type="http://schemas.openxmlformats.org/officeDocument/2006/relationships/tags" Target="../tags/tag1522.xml"/><Relationship Id="rId25" Type="http://schemas.openxmlformats.org/officeDocument/2006/relationships/tags" Target="../tags/tag1544.xml"/><Relationship Id="rId46" Type="http://schemas.openxmlformats.org/officeDocument/2006/relationships/tags" Target="../tags/tag1565.xml"/><Relationship Id="rId67" Type="http://schemas.openxmlformats.org/officeDocument/2006/relationships/tags" Target="../tags/tag1586.xml"/><Relationship Id="rId116" Type="http://schemas.openxmlformats.org/officeDocument/2006/relationships/tags" Target="../tags/tag1635.xml"/><Relationship Id="rId20" Type="http://schemas.openxmlformats.org/officeDocument/2006/relationships/tags" Target="../tags/tag1539.xml"/><Relationship Id="rId41" Type="http://schemas.openxmlformats.org/officeDocument/2006/relationships/tags" Target="../tags/tag1560.xml"/><Relationship Id="rId62" Type="http://schemas.openxmlformats.org/officeDocument/2006/relationships/tags" Target="../tags/tag1581.xml"/><Relationship Id="rId83" Type="http://schemas.openxmlformats.org/officeDocument/2006/relationships/tags" Target="../tags/tag1602.xml"/><Relationship Id="rId88" Type="http://schemas.openxmlformats.org/officeDocument/2006/relationships/tags" Target="../tags/tag1607.xml"/><Relationship Id="rId111" Type="http://schemas.openxmlformats.org/officeDocument/2006/relationships/tags" Target="../tags/tag1630.xml"/><Relationship Id="rId15" Type="http://schemas.openxmlformats.org/officeDocument/2006/relationships/tags" Target="../tags/tag1534.xml"/><Relationship Id="rId36" Type="http://schemas.openxmlformats.org/officeDocument/2006/relationships/tags" Target="../tags/tag1555.xml"/><Relationship Id="rId57" Type="http://schemas.openxmlformats.org/officeDocument/2006/relationships/tags" Target="../tags/tag1576.xml"/><Relationship Id="rId106" Type="http://schemas.openxmlformats.org/officeDocument/2006/relationships/tags" Target="../tags/tag1625.xml"/><Relationship Id="rId127" Type="http://schemas.openxmlformats.org/officeDocument/2006/relationships/slideLayout" Target="../slideLayouts/slideLayout2.xml"/><Relationship Id="rId10" Type="http://schemas.openxmlformats.org/officeDocument/2006/relationships/tags" Target="../tags/tag1529.xml"/><Relationship Id="rId31" Type="http://schemas.openxmlformats.org/officeDocument/2006/relationships/tags" Target="../tags/tag1550.xml"/><Relationship Id="rId52" Type="http://schemas.openxmlformats.org/officeDocument/2006/relationships/tags" Target="../tags/tag1571.xml"/><Relationship Id="rId73" Type="http://schemas.openxmlformats.org/officeDocument/2006/relationships/tags" Target="../tags/tag1592.xml"/><Relationship Id="rId78" Type="http://schemas.openxmlformats.org/officeDocument/2006/relationships/tags" Target="../tags/tag1597.xml"/><Relationship Id="rId94" Type="http://schemas.openxmlformats.org/officeDocument/2006/relationships/tags" Target="../tags/tag1613.xml"/><Relationship Id="rId99" Type="http://schemas.openxmlformats.org/officeDocument/2006/relationships/tags" Target="../tags/tag1618.xml"/><Relationship Id="rId101" Type="http://schemas.openxmlformats.org/officeDocument/2006/relationships/tags" Target="../tags/tag1620.xml"/><Relationship Id="rId122" Type="http://schemas.openxmlformats.org/officeDocument/2006/relationships/tags" Target="../tags/tag1641.xml"/><Relationship Id="rId4" Type="http://schemas.openxmlformats.org/officeDocument/2006/relationships/tags" Target="../tags/tag1523.xml"/><Relationship Id="rId9" Type="http://schemas.openxmlformats.org/officeDocument/2006/relationships/tags" Target="../tags/tag1528.xml"/><Relationship Id="rId26" Type="http://schemas.openxmlformats.org/officeDocument/2006/relationships/tags" Target="../tags/tag154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653.xml"/><Relationship Id="rId13" Type="http://schemas.openxmlformats.org/officeDocument/2006/relationships/tags" Target="../tags/tag165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648.xml"/><Relationship Id="rId7" Type="http://schemas.openxmlformats.org/officeDocument/2006/relationships/tags" Target="../tags/tag1652.xml"/><Relationship Id="rId12" Type="http://schemas.openxmlformats.org/officeDocument/2006/relationships/tags" Target="../tags/tag1657.xml"/><Relationship Id="rId17" Type="http://schemas.openxmlformats.org/officeDocument/2006/relationships/tags" Target="../tags/tag1662.xml"/><Relationship Id="rId2" Type="http://schemas.openxmlformats.org/officeDocument/2006/relationships/tags" Target="../tags/tag1647.xml"/><Relationship Id="rId16" Type="http://schemas.openxmlformats.org/officeDocument/2006/relationships/tags" Target="../tags/tag1661.xml"/><Relationship Id="rId1" Type="http://schemas.openxmlformats.org/officeDocument/2006/relationships/tags" Target="../tags/tag1646.xml"/><Relationship Id="rId6" Type="http://schemas.openxmlformats.org/officeDocument/2006/relationships/tags" Target="../tags/tag1651.xml"/><Relationship Id="rId11" Type="http://schemas.openxmlformats.org/officeDocument/2006/relationships/tags" Target="../tags/tag1656.xml"/><Relationship Id="rId5" Type="http://schemas.openxmlformats.org/officeDocument/2006/relationships/tags" Target="../tags/tag1650.xml"/><Relationship Id="rId15" Type="http://schemas.openxmlformats.org/officeDocument/2006/relationships/tags" Target="../tags/tag1660.xml"/><Relationship Id="rId10" Type="http://schemas.openxmlformats.org/officeDocument/2006/relationships/tags" Target="../tags/tag1655.xml"/><Relationship Id="rId19" Type="http://schemas.openxmlformats.org/officeDocument/2006/relationships/image" Target="../media/image6.png"/><Relationship Id="rId4" Type="http://schemas.openxmlformats.org/officeDocument/2006/relationships/tags" Target="../tags/tag1649.xml"/><Relationship Id="rId9" Type="http://schemas.openxmlformats.org/officeDocument/2006/relationships/tags" Target="../tags/tag1654.xml"/><Relationship Id="rId14" Type="http://schemas.openxmlformats.org/officeDocument/2006/relationships/tags" Target="../tags/tag165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15C2-0E52-2FB9-F783-703A5FDE8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Week-7: Simpson’s Rule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4508B-5B59-CBBE-9E9F-E132C2CCC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56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315E4-9556-50B7-2E4C-C386FD6D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99DD-E666-38F3-0364-64D8CAE09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75EA6-5C45-E7B5-346C-502B3DA26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E9601-8940-8774-1C7E-52014E1C4508}"/>
              </a:ext>
            </a:extLst>
          </p:cNvPr>
          <p:cNvSpPr txBox="1"/>
          <p:nvPr/>
        </p:nvSpPr>
        <p:spPr>
          <a:xfrm>
            <a:off x="1619852" y="229092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Simpson’s 1/3</a:t>
            </a:r>
            <a:r>
              <a:rPr lang="en-US" sz="2400" baseline="30000" dirty="0"/>
              <a:t>rd</a:t>
            </a:r>
            <a:r>
              <a:rPr lang="en-US" sz="2400" dirty="0"/>
              <a:t> Rule</a:t>
            </a:r>
          </a:p>
        </p:txBody>
      </p:sp>
      <p:grpSp>
        <p:nvGrpSpPr>
          <p:cNvPr id="338" name="Group 33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x_0}^{x_2}f(x)dx\cong\int_{x_0}^{x_2}f_{2}(x)dx&#10;\end{align*}&#10;}&#10;\end{document}" title="IguanaTex Shape Display">
            <a:extLst>
              <a:ext uri="{FF2B5EF4-FFF2-40B4-BE49-F238E27FC236}">
                <a16:creationId xmlns:a16="http://schemas.microsoft.com/office/drawing/2014/main" id="{E2C6840B-36A5-93F6-390F-3C27D7A99E1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902200" y="2400300"/>
            <a:ext cx="3719767" cy="692769"/>
            <a:chOff x="10197455" y="4701962"/>
            <a:chExt cx="3719767" cy="692769"/>
          </a:xfrm>
        </p:grpSpPr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096A6AC-D28F-DBA3-A59C-1C4C3C2B1098}"/>
                </a:ext>
              </a:extLst>
            </p:cNvPr>
            <p:cNvSpPr/>
            <p:nvPr>
              <p:custDataLst>
                <p:tags r:id="rId409"/>
              </p:custDataLst>
            </p:nvPr>
          </p:nvSpPr>
          <p:spPr>
            <a:xfrm>
              <a:off x="10197455" y="4900232"/>
              <a:ext cx="119080" cy="202039"/>
            </a:xfrm>
            <a:custGeom>
              <a:avLst/>
              <a:gdLst>
                <a:gd name="connsiteX0" fmla="*/ 173 w 119080"/>
                <a:gd name="connsiteY0" fmla="*/ 202125 h 202039"/>
                <a:gd name="connsiteX1" fmla="*/ 74295 w 119080"/>
                <a:gd name="connsiteY1" fmla="*/ 202125 h 202039"/>
                <a:gd name="connsiteX2" fmla="*/ 74295 w 119080"/>
                <a:gd name="connsiteY2" fmla="*/ 197175 h 202039"/>
                <a:gd name="connsiteX3" fmla="*/ 53638 w 119080"/>
                <a:gd name="connsiteY3" fmla="*/ 184489 h 202039"/>
                <a:gd name="connsiteX4" fmla="*/ 56980 w 119080"/>
                <a:gd name="connsiteY4" fmla="*/ 164997 h 202039"/>
                <a:gd name="connsiteX5" fmla="*/ 94344 w 119080"/>
                <a:gd name="connsiteY5" fmla="*/ 27932 h 202039"/>
                <a:gd name="connsiteX6" fmla="*/ 119254 w 119080"/>
                <a:gd name="connsiteY6" fmla="*/ 5036 h 202039"/>
                <a:gd name="connsiteX7" fmla="*/ 119254 w 119080"/>
                <a:gd name="connsiteY7" fmla="*/ 86 h 202039"/>
                <a:gd name="connsiteX8" fmla="*/ 44221 w 119080"/>
                <a:gd name="connsiteY8" fmla="*/ 86 h 202039"/>
                <a:gd name="connsiteX9" fmla="*/ 44221 w 119080"/>
                <a:gd name="connsiteY9" fmla="*/ 5036 h 202039"/>
                <a:gd name="connsiteX10" fmla="*/ 65485 w 119080"/>
                <a:gd name="connsiteY10" fmla="*/ 18340 h 202039"/>
                <a:gd name="connsiteX11" fmla="*/ 62144 w 119080"/>
                <a:gd name="connsiteY11" fmla="*/ 37523 h 202039"/>
                <a:gd name="connsiteX12" fmla="*/ 24779 w 119080"/>
                <a:gd name="connsiteY12" fmla="*/ 174279 h 202039"/>
                <a:gd name="connsiteX13" fmla="*/ 173 w 119080"/>
                <a:gd name="connsiteY13" fmla="*/ 197175 h 202039"/>
                <a:gd name="connsiteX14" fmla="*/ 173 w 119080"/>
                <a:gd name="connsiteY14" fmla="*/ 202125 h 20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080" h="202039">
                  <a:moveTo>
                    <a:pt x="173" y="202125"/>
                  </a:moveTo>
                  <a:lnTo>
                    <a:pt x="74295" y="202125"/>
                  </a:lnTo>
                  <a:lnTo>
                    <a:pt x="74295" y="197175"/>
                  </a:lnTo>
                  <a:cubicBezTo>
                    <a:pt x="56980" y="195009"/>
                    <a:pt x="53638" y="193153"/>
                    <a:pt x="53638" y="184489"/>
                  </a:cubicBezTo>
                  <a:cubicBezTo>
                    <a:pt x="53638" y="178611"/>
                    <a:pt x="54246" y="174898"/>
                    <a:pt x="56980" y="164997"/>
                  </a:cubicBezTo>
                  <a:lnTo>
                    <a:pt x="94344" y="27932"/>
                  </a:lnTo>
                  <a:cubicBezTo>
                    <a:pt x="99812" y="9987"/>
                    <a:pt x="101939" y="8130"/>
                    <a:pt x="119254" y="5036"/>
                  </a:cubicBezTo>
                  <a:lnTo>
                    <a:pt x="119254" y="86"/>
                  </a:lnTo>
                  <a:lnTo>
                    <a:pt x="44221" y="86"/>
                  </a:lnTo>
                  <a:lnTo>
                    <a:pt x="44221" y="5036"/>
                  </a:lnTo>
                  <a:cubicBezTo>
                    <a:pt x="61840" y="7202"/>
                    <a:pt x="65485" y="9677"/>
                    <a:pt x="65485" y="18340"/>
                  </a:cubicBezTo>
                  <a:cubicBezTo>
                    <a:pt x="65485" y="22672"/>
                    <a:pt x="64270" y="29788"/>
                    <a:pt x="62144" y="37523"/>
                  </a:cubicBezTo>
                  <a:lnTo>
                    <a:pt x="24779" y="174279"/>
                  </a:lnTo>
                  <a:cubicBezTo>
                    <a:pt x="19311" y="192224"/>
                    <a:pt x="17185" y="194081"/>
                    <a:pt x="173" y="197175"/>
                  </a:cubicBezTo>
                  <a:lnTo>
                    <a:pt x="173" y="202125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14D2E66C-390F-788A-965A-E8C1706F620A}"/>
                </a:ext>
              </a:extLst>
            </p:cNvPr>
            <p:cNvSpPr/>
            <p:nvPr>
              <p:custDataLst>
                <p:tags r:id="rId410"/>
              </p:custDataLst>
            </p:nvPr>
          </p:nvSpPr>
          <p:spPr>
            <a:xfrm>
              <a:off x="10401737" y="4988721"/>
              <a:ext cx="202011" cy="72400"/>
            </a:xfrm>
            <a:custGeom>
              <a:avLst/>
              <a:gdLst>
                <a:gd name="connsiteX0" fmla="*/ 191864 w 202011"/>
                <a:gd name="connsiteY0" fmla="*/ 12462 h 72400"/>
                <a:gd name="connsiteX1" fmla="*/ 202192 w 202011"/>
                <a:gd name="connsiteY1" fmla="*/ 6274 h 72400"/>
                <a:gd name="connsiteX2" fmla="*/ 192168 w 202011"/>
                <a:gd name="connsiteY2" fmla="*/ 86 h 72400"/>
                <a:gd name="connsiteX3" fmla="*/ 10205 w 202011"/>
                <a:gd name="connsiteY3" fmla="*/ 86 h 72400"/>
                <a:gd name="connsiteX4" fmla="*/ 180 w 202011"/>
                <a:gd name="connsiteY4" fmla="*/ 6274 h 72400"/>
                <a:gd name="connsiteX5" fmla="*/ 10509 w 202011"/>
                <a:gd name="connsiteY5" fmla="*/ 12462 h 72400"/>
                <a:gd name="connsiteX6" fmla="*/ 191864 w 202011"/>
                <a:gd name="connsiteY6" fmla="*/ 12462 h 72400"/>
                <a:gd name="connsiteX7" fmla="*/ 192168 w 202011"/>
                <a:gd name="connsiteY7" fmla="*/ 72486 h 72400"/>
                <a:gd name="connsiteX8" fmla="*/ 202192 w 202011"/>
                <a:gd name="connsiteY8" fmla="*/ 66298 h 72400"/>
                <a:gd name="connsiteX9" fmla="*/ 191864 w 202011"/>
                <a:gd name="connsiteY9" fmla="*/ 60110 h 72400"/>
                <a:gd name="connsiteX10" fmla="*/ 10509 w 202011"/>
                <a:gd name="connsiteY10" fmla="*/ 60110 h 72400"/>
                <a:gd name="connsiteX11" fmla="*/ 180 w 202011"/>
                <a:gd name="connsiteY11" fmla="*/ 66298 h 72400"/>
                <a:gd name="connsiteX12" fmla="*/ 10205 w 202011"/>
                <a:gd name="connsiteY12" fmla="*/ 72486 h 72400"/>
                <a:gd name="connsiteX13" fmla="*/ 192168 w 202011"/>
                <a:gd name="connsiteY13" fmla="*/ 72486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011" h="72400">
                  <a:moveTo>
                    <a:pt x="191864" y="12462"/>
                  </a:moveTo>
                  <a:cubicBezTo>
                    <a:pt x="196421" y="12462"/>
                    <a:pt x="202192" y="12462"/>
                    <a:pt x="202192" y="6274"/>
                  </a:cubicBezTo>
                  <a:cubicBezTo>
                    <a:pt x="202192" y="86"/>
                    <a:pt x="196421" y="86"/>
                    <a:pt x="192168" y="86"/>
                  </a:cubicBezTo>
                  <a:lnTo>
                    <a:pt x="10205" y="86"/>
                  </a:lnTo>
                  <a:cubicBezTo>
                    <a:pt x="5952" y="86"/>
                    <a:pt x="180" y="86"/>
                    <a:pt x="180" y="6274"/>
                  </a:cubicBezTo>
                  <a:cubicBezTo>
                    <a:pt x="180" y="12462"/>
                    <a:pt x="5952" y="12462"/>
                    <a:pt x="10509" y="12462"/>
                  </a:cubicBezTo>
                  <a:lnTo>
                    <a:pt x="191864" y="12462"/>
                  </a:lnTo>
                  <a:close/>
                  <a:moveTo>
                    <a:pt x="192168" y="72486"/>
                  </a:moveTo>
                  <a:cubicBezTo>
                    <a:pt x="196421" y="72486"/>
                    <a:pt x="202192" y="72486"/>
                    <a:pt x="202192" y="66298"/>
                  </a:cubicBezTo>
                  <a:cubicBezTo>
                    <a:pt x="202192" y="60110"/>
                    <a:pt x="196421" y="60110"/>
                    <a:pt x="191864" y="60110"/>
                  </a:cubicBezTo>
                  <a:lnTo>
                    <a:pt x="10509" y="60110"/>
                  </a:lnTo>
                  <a:cubicBezTo>
                    <a:pt x="5952" y="60110"/>
                    <a:pt x="180" y="60110"/>
                    <a:pt x="180" y="66298"/>
                  </a:cubicBezTo>
                  <a:cubicBezTo>
                    <a:pt x="180" y="72486"/>
                    <a:pt x="5952" y="72486"/>
                    <a:pt x="10205" y="72486"/>
                  </a:cubicBezTo>
                  <a:lnTo>
                    <a:pt x="192168" y="72486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6512BCA2-64D2-FA7A-F9A2-9B847F57DF7A}"/>
                </a:ext>
              </a:extLst>
            </p:cNvPr>
            <p:cNvSpPr/>
            <p:nvPr>
              <p:custDataLst>
                <p:tags r:id="rId411"/>
              </p:custDataLst>
            </p:nvPr>
          </p:nvSpPr>
          <p:spPr>
            <a:xfrm>
              <a:off x="10704711" y="4714224"/>
              <a:ext cx="242505" cy="618742"/>
            </a:xfrm>
            <a:custGeom>
              <a:avLst/>
              <a:gdLst>
                <a:gd name="connsiteX0" fmla="*/ 13312 w 242505"/>
                <a:gd name="connsiteY0" fmla="*/ 606285 h 618742"/>
                <a:gd name="connsiteX1" fmla="*/ 26708 w 242505"/>
                <a:gd name="connsiteY1" fmla="*/ 592640 h 618742"/>
                <a:gd name="connsiteX2" fmla="*/ 13585 w 242505"/>
                <a:gd name="connsiteY2" fmla="*/ 578996 h 618742"/>
                <a:gd name="connsiteX3" fmla="*/ 188 w 242505"/>
                <a:gd name="connsiteY3" fmla="*/ 592919 h 618742"/>
                <a:gd name="connsiteX4" fmla="*/ 30536 w 242505"/>
                <a:gd name="connsiteY4" fmla="*/ 618816 h 618742"/>
                <a:gd name="connsiteX5" fmla="*/ 107088 w 242505"/>
                <a:gd name="connsiteY5" fmla="*/ 472902 h 618742"/>
                <a:gd name="connsiteX6" fmla="*/ 160674 w 242505"/>
                <a:gd name="connsiteY6" fmla="*/ 206692 h 618742"/>
                <a:gd name="connsiteX7" fmla="*/ 190201 w 242505"/>
                <a:gd name="connsiteY7" fmla="*/ 55765 h 618742"/>
                <a:gd name="connsiteX8" fmla="*/ 213440 w 242505"/>
                <a:gd name="connsiteY8" fmla="*/ 6199 h 618742"/>
                <a:gd name="connsiteX9" fmla="*/ 229844 w 242505"/>
                <a:gd name="connsiteY9" fmla="*/ 12604 h 618742"/>
                <a:gd name="connsiteX10" fmla="*/ 216174 w 242505"/>
                <a:gd name="connsiteY10" fmla="*/ 26248 h 618742"/>
                <a:gd name="connsiteX11" fmla="*/ 229297 w 242505"/>
                <a:gd name="connsiteY11" fmla="*/ 39893 h 618742"/>
                <a:gd name="connsiteX12" fmla="*/ 242694 w 242505"/>
                <a:gd name="connsiteY12" fmla="*/ 25970 h 618742"/>
                <a:gd name="connsiteX13" fmla="*/ 212893 w 242505"/>
                <a:gd name="connsiteY13" fmla="*/ 73 h 618742"/>
                <a:gd name="connsiteX14" fmla="*/ 161767 w 242505"/>
                <a:gd name="connsiteY14" fmla="*/ 87232 h 618742"/>
                <a:gd name="connsiteX15" fmla="*/ 93691 w 242505"/>
                <a:gd name="connsiteY15" fmla="*/ 412197 h 618742"/>
                <a:gd name="connsiteX16" fmla="*/ 69632 w 242505"/>
                <a:gd name="connsiteY16" fmla="*/ 540011 h 618742"/>
                <a:gd name="connsiteX17" fmla="*/ 29989 w 242505"/>
                <a:gd name="connsiteY17" fmla="*/ 612690 h 618742"/>
                <a:gd name="connsiteX18" fmla="*/ 13312 w 242505"/>
                <a:gd name="connsiteY18" fmla="*/ 606285 h 61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505" h="618742">
                  <a:moveTo>
                    <a:pt x="13312" y="606285"/>
                  </a:moveTo>
                  <a:cubicBezTo>
                    <a:pt x="22060" y="605728"/>
                    <a:pt x="26708" y="599602"/>
                    <a:pt x="26708" y="592640"/>
                  </a:cubicBezTo>
                  <a:cubicBezTo>
                    <a:pt x="26708" y="583451"/>
                    <a:pt x="19873" y="578996"/>
                    <a:pt x="13585" y="578996"/>
                  </a:cubicBezTo>
                  <a:cubicBezTo>
                    <a:pt x="7023" y="578996"/>
                    <a:pt x="188" y="583173"/>
                    <a:pt x="188" y="592919"/>
                  </a:cubicBezTo>
                  <a:cubicBezTo>
                    <a:pt x="188" y="607121"/>
                    <a:pt x="13858" y="618816"/>
                    <a:pt x="30536" y="618816"/>
                  </a:cubicBezTo>
                  <a:cubicBezTo>
                    <a:pt x="72092" y="618816"/>
                    <a:pt x="87676" y="553656"/>
                    <a:pt x="107088" y="472902"/>
                  </a:cubicBezTo>
                  <a:cubicBezTo>
                    <a:pt x="128139" y="384908"/>
                    <a:pt x="145910" y="296078"/>
                    <a:pt x="160674" y="206692"/>
                  </a:cubicBezTo>
                  <a:cubicBezTo>
                    <a:pt x="170790" y="147379"/>
                    <a:pt x="180905" y="91687"/>
                    <a:pt x="190201" y="55765"/>
                  </a:cubicBezTo>
                  <a:cubicBezTo>
                    <a:pt x="193482" y="42121"/>
                    <a:pt x="202777" y="6199"/>
                    <a:pt x="213440" y="6199"/>
                  </a:cubicBezTo>
                  <a:cubicBezTo>
                    <a:pt x="221915" y="6199"/>
                    <a:pt x="228750" y="11490"/>
                    <a:pt x="229844" y="12604"/>
                  </a:cubicBezTo>
                  <a:cubicBezTo>
                    <a:pt x="220822" y="13161"/>
                    <a:pt x="216174" y="19287"/>
                    <a:pt x="216174" y="26248"/>
                  </a:cubicBezTo>
                  <a:cubicBezTo>
                    <a:pt x="216174" y="35438"/>
                    <a:pt x="223009" y="39893"/>
                    <a:pt x="229297" y="39893"/>
                  </a:cubicBezTo>
                  <a:cubicBezTo>
                    <a:pt x="235859" y="39893"/>
                    <a:pt x="242694" y="35716"/>
                    <a:pt x="242694" y="25970"/>
                  </a:cubicBezTo>
                  <a:cubicBezTo>
                    <a:pt x="242694" y="10933"/>
                    <a:pt x="227930" y="73"/>
                    <a:pt x="212893" y="73"/>
                  </a:cubicBezTo>
                  <a:cubicBezTo>
                    <a:pt x="192115" y="73"/>
                    <a:pt x="176804" y="30425"/>
                    <a:pt x="161767" y="87232"/>
                  </a:cubicBezTo>
                  <a:cubicBezTo>
                    <a:pt x="160947" y="90295"/>
                    <a:pt x="123765" y="230083"/>
                    <a:pt x="93691" y="412197"/>
                  </a:cubicBezTo>
                  <a:cubicBezTo>
                    <a:pt x="86583" y="454802"/>
                    <a:pt x="78654" y="501305"/>
                    <a:pt x="69632" y="540011"/>
                  </a:cubicBezTo>
                  <a:cubicBezTo>
                    <a:pt x="64711" y="560339"/>
                    <a:pt x="52134" y="612690"/>
                    <a:pt x="29989" y="612690"/>
                  </a:cubicBezTo>
                  <a:cubicBezTo>
                    <a:pt x="20147" y="612690"/>
                    <a:pt x="13585" y="606285"/>
                    <a:pt x="13312" y="606285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12A214A5-4EFE-F259-C5CF-38DD4126CF17}"/>
                </a:ext>
              </a:extLst>
            </p:cNvPr>
            <p:cNvSpPr/>
            <p:nvPr>
              <p:custDataLst>
                <p:tags r:id="rId412"/>
              </p:custDataLst>
            </p:nvPr>
          </p:nvSpPr>
          <p:spPr>
            <a:xfrm>
              <a:off x="10957145" y="4701962"/>
              <a:ext cx="106552" cy="103488"/>
            </a:xfrm>
            <a:custGeom>
              <a:avLst/>
              <a:gdLst>
                <a:gd name="connsiteX0" fmla="*/ 96635 w 106552"/>
                <a:gd name="connsiteY0" fmla="*/ 75633 h 103488"/>
                <a:gd name="connsiteX1" fmla="*/ 91689 w 106552"/>
                <a:gd name="connsiteY1" fmla="*/ 81815 h 103488"/>
                <a:gd name="connsiteX2" fmla="*/ 81349 w 106552"/>
                <a:gd name="connsiteY2" fmla="*/ 90973 h 103488"/>
                <a:gd name="connsiteX3" fmla="*/ 74380 w 106552"/>
                <a:gd name="connsiteY3" fmla="*/ 81586 h 103488"/>
                <a:gd name="connsiteX4" fmla="*/ 73481 w 106552"/>
                <a:gd name="connsiteY4" fmla="*/ 77694 h 103488"/>
                <a:gd name="connsiteX5" fmla="*/ 65388 w 106552"/>
                <a:gd name="connsiteY5" fmla="*/ 40602 h 103488"/>
                <a:gd name="connsiteX6" fmla="*/ 87418 w 106552"/>
                <a:gd name="connsiteY6" fmla="*/ 12899 h 103488"/>
                <a:gd name="connsiteX7" fmla="*/ 92813 w 106552"/>
                <a:gd name="connsiteY7" fmla="*/ 14730 h 103488"/>
                <a:gd name="connsiteX8" fmla="*/ 98883 w 106552"/>
                <a:gd name="connsiteY8" fmla="*/ 16791 h 103488"/>
                <a:gd name="connsiteX9" fmla="*/ 106751 w 106552"/>
                <a:gd name="connsiteY9" fmla="*/ 8548 h 103488"/>
                <a:gd name="connsiteX10" fmla="*/ 97534 w 106552"/>
                <a:gd name="connsiteY10" fmla="*/ 77 h 103488"/>
                <a:gd name="connsiteX11" fmla="*/ 63590 w 106552"/>
                <a:gd name="connsiteY11" fmla="*/ 32818 h 103488"/>
                <a:gd name="connsiteX12" fmla="*/ 61117 w 106552"/>
                <a:gd name="connsiteY12" fmla="*/ 20225 h 103488"/>
                <a:gd name="connsiteX13" fmla="*/ 49428 w 106552"/>
                <a:gd name="connsiteY13" fmla="*/ 77 h 103488"/>
                <a:gd name="connsiteX14" fmla="*/ 23127 w 106552"/>
                <a:gd name="connsiteY14" fmla="*/ 6717 h 103488"/>
                <a:gd name="connsiteX15" fmla="*/ 20654 w 106552"/>
                <a:gd name="connsiteY15" fmla="*/ 7633 h 103488"/>
                <a:gd name="connsiteX16" fmla="*/ 21553 w 106552"/>
                <a:gd name="connsiteY16" fmla="*/ 11067 h 103488"/>
                <a:gd name="connsiteX17" fmla="*/ 34142 w 106552"/>
                <a:gd name="connsiteY17" fmla="*/ 8548 h 103488"/>
                <a:gd name="connsiteX18" fmla="*/ 44258 w 106552"/>
                <a:gd name="connsiteY18" fmla="*/ 24346 h 103488"/>
                <a:gd name="connsiteX19" fmla="*/ 50777 w 106552"/>
                <a:gd name="connsiteY19" fmla="*/ 52508 h 103488"/>
                <a:gd name="connsiteX20" fmla="*/ 32343 w 106552"/>
                <a:gd name="connsiteY20" fmla="*/ 79296 h 103488"/>
                <a:gd name="connsiteX21" fmla="*/ 20879 w 106552"/>
                <a:gd name="connsiteY21" fmla="*/ 90286 h 103488"/>
                <a:gd name="connsiteX22" fmla="*/ 15034 w 106552"/>
                <a:gd name="connsiteY22" fmla="*/ 88226 h 103488"/>
                <a:gd name="connsiteX23" fmla="*/ 7841 w 106552"/>
                <a:gd name="connsiteY23" fmla="*/ 85936 h 103488"/>
                <a:gd name="connsiteX24" fmla="*/ 198 w 106552"/>
                <a:gd name="connsiteY24" fmla="*/ 93950 h 103488"/>
                <a:gd name="connsiteX25" fmla="*/ 11438 w 106552"/>
                <a:gd name="connsiteY25" fmla="*/ 103566 h 103488"/>
                <a:gd name="connsiteX26" fmla="*/ 32343 w 106552"/>
                <a:gd name="connsiteY26" fmla="*/ 87539 h 103488"/>
                <a:gd name="connsiteX27" fmla="*/ 52575 w 106552"/>
                <a:gd name="connsiteY27" fmla="*/ 60751 h 103488"/>
                <a:gd name="connsiteX28" fmla="*/ 59319 w 106552"/>
                <a:gd name="connsiteY28" fmla="*/ 88226 h 103488"/>
                <a:gd name="connsiteX29" fmla="*/ 72357 w 106552"/>
                <a:gd name="connsiteY29" fmla="*/ 103566 h 103488"/>
                <a:gd name="connsiteX30" fmla="*/ 99782 w 106552"/>
                <a:gd name="connsiteY30" fmla="*/ 77465 h 103488"/>
                <a:gd name="connsiteX31" fmla="*/ 96635 w 106552"/>
                <a:gd name="connsiteY31" fmla="*/ 75633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35" y="75633"/>
                  </a:moveTo>
                  <a:cubicBezTo>
                    <a:pt x="94836" y="77694"/>
                    <a:pt x="93712" y="79067"/>
                    <a:pt x="91689" y="81815"/>
                  </a:cubicBezTo>
                  <a:cubicBezTo>
                    <a:pt x="86519" y="88684"/>
                    <a:pt x="83822" y="90973"/>
                    <a:pt x="81349" y="90973"/>
                  </a:cubicBezTo>
                  <a:cubicBezTo>
                    <a:pt x="77977" y="90973"/>
                    <a:pt x="75954" y="87997"/>
                    <a:pt x="74380" y="81586"/>
                  </a:cubicBezTo>
                  <a:cubicBezTo>
                    <a:pt x="73931" y="79754"/>
                    <a:pt x="73706" y="78380"/>
                    <a:pt x="73481" y="77694"/>
                  </a:cubicBezTo>
                  <a:cubicBezTo>
                    <a:pt x="67861" y="54569"/>
                    <a:pt x="65388" y="44037"/>
                    <a:pt x="65388" y="40602"/>
                  </a:cubicBezTo>
                  <a:cubicBezTo>
                    <a:pt x="75279" y="22973"/>
                    <a:pt x="83372" y="12899"/>
                    <a:pt x="87418" y="12899"/>
                  </a:cubicBezTo>
                  <a:cubicBezTo>
                    <a:pt x="88767" y="12899"/>
                    <a:pt x="90565" y="13585"/>
                    <a:pt x="92813" y="14730"/>
                  </a:cubicBezTo>
                  <a:cubicBezTo>
                    <a:pt x="95511" y="16333"/>
                    <a:pt x="97084" y="16791"/>
                    <a:pt x="98883" y="16791"/>
                  </a:cubicBezTo>
                  <a:cubicBezTo>
                    <a:pt x="103603" y="16791"/>
                    <a:pt x="106751" y="13356"/>
                    <a:pt x="106751" y="8548"/>
                  </a:cubicBezTo>
                  <a:cubicBezTo>
                    <a:pt x="106751" y="3740"/>
                    <a:pt x="102929" y="77"/>
                    <a:pt x="97534" y="77"/>
                  </a:cubicBezTo>
                  <a:cubicBezTo>
                    <a:pt x="87643" y="77"/>
                    <a:pt x="79101" y="8319"/>
                    <a:pt x="63590" y="32818"/>
                  </a:cubicBezTo>
                  <a:lnTo>
                    <a:pt x="61117" y="20225"/>
                  </a:lnTo>
                  <a:cubicBezTo>
                    <a:pt x="57970" y="4656"/>
                    <a:pt x="55497" y="77"/>
                    <a:pt x="49428" y="77"/>
                  </a:cubicBezTo>
                  <a:cubicBezTo>
                    <a:pt x="44482" y="77"/>
                    <a:pt x="36839" y="2138"/>
                    <a:pt x="23127" y="6717"/>
                  </a:cubicBezTo>
                  <a:lnTo>
                    <a:pt x="20654" y="7633"/>
                  </a:lnTo>
                  <a:lnTo>
                    <a:pt x="21553" y="11067"/>
                  </a:lnTo>
                  <a:cubicBezTo>
                    <a:pt x="30096" y="9006"/>
                    <a:pt x="32119" y="8548"/>
                    <a:pt x="34142" y="8548"/>
                  </a:cubicBezTo>
                  <a:cubicBezTo>
                    <a:pt x="39762" y="8548"/>
                    <a:pt x="41111" y="10609"/>
                    <a:pt x="44258" y="24346"/>
                  </a:cubicBezTo>
                  <a:lnTo>
                    <a:pt x="50777" y="52508"/>
                  </a:lnTo>
                  <a:lnTo>
                    <a:pt x="32343" y="79296"/>
                  </a:lnTo>
                  <a:cubicBezTo>
                    <a:pt x="27848" y="86165"/>
                    <a:pt x="23352" y="90286"/>
                    <a:pt x="20879" y="90286"/>
                  </a:cubicBezTo>
                  <a:cubicBezTo>
                    <a:pt x="19530" y="90286"/>
                    <a:pt x="17282" y="89599"/>
                    <a:pt x="15034" y="88226"/>
                  </a:cubicBezTo>
                  <a:cubicBezTo>
                    <a:pt x="12112" y="86623"/>
                    <a:pt x="9639" y="85936"/>
                    <a:pt x="7841" y="85936"/>
                  </a:cubicBezTo>
                  <a:cubicBezTo>
                    <a:pt x="3570" y="85936"/>
                    <a:pt x="198" y="89370"/>
                    <a:pt x="198" y="93950"/>
                  </a:cubicBezTo>
                  <a:cubicBezTo>
                    <a:pt x="198" y="99902"/>
                    <a:pt x="4694" y="103566"/>
                    <a:pt x="11438" y="103566"/>
                  </a:cubicBezTo>
                  <a:cubicBezTo>
                    <a:pt x="18406" y="103566"/>
                    <a:pt x="21104" y="101505"/>
                    <a:pt x="32343" y="87539"/>
                  </a:cubicBezTo>
                  <a:cubicBezTo>
                    <a:pt x="38413" y="80212"/>
                    <a:pt x="43134" y="74030"/>
                    <a:pt x="52575" y="60751"/>
                  </a:cubicBezTo>
                  <a:lnTo>
                    <a:pt x="59319" y="88226"/>
                  </a:lnTo>
                  <a:cubicBezTo>
                    <a:pt x="62241" y="99902"/>
                    <a:pt x="65164" y="103566"/>
                    <a:pt x="72357" y="103566"/>
                  </a:cubicBezTo>
                  <a:cubicBezTo>
                    <a:pt x="80899" y="103566"/>
                    <a:pt x="86744" y="98071"/>
                    <a:pt x="99782" y="77465"/>
                  </a:cubicBezTo>
                  <a:lnTo>
                    <a:pt x="96635" y="7563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26758E23-AF87-C254-E9EB-01FE60A9EE93}"/>
                </a:ext>
              </a:extLst>
            </p:cNvPr>
            <p:cNvSpPr/>
            <p:nvPr>
              <p:custDataLst>
                <p:tags r:id="rId413"/>
              </p:custDataLst>
            </p:nvPr>
          </p:nvSpPr>
          <p:spPr>
            <a:xfrm>
              <a:off x="11068864" y="4723043"/>
              <a:ext cx="81108" cy="125493"/>
            </a:xfrm>
            <a:custGeom>
              <a:avLst/>
              <a:gdLst>
                <a:gd name="connsiteX0" fmla="*/ 81309 w 81108"/>
                <a:gd name="connsiteY0" fmla="*/ 100140 h 125493"/>
                <a:gd name="connsiteX1" fmla="*/ 78939 w 81108"/>
                <a:gd name="connsiteY1" fmla="*/ 99212 h 125493"/>
                <a:gd name="connsiteX2" fmla="*/ 61624 w 81108"/>
                <a:gd name="connsiteY2" fmla="*/ 111465 h 125493"/>
                <a:gd name="connsiteX3" fmla="*/ 18062 w 81108"/>
                <a:gd name="connsiteY3" fmla="*/ 111465 h 125493"/>
                <a:gd name="connsiteX4" fmla="*/ 48683 w 81108"/>
                <a:gd name="connsiteY4" fmla="*/ 78792 h 125493"/>
                <a:gd name="connsiteX5" fmla="*/ 72013 w 81108"/>
                <a:gd name="connsiteY5" fmla="*/ 32938 h 125493"/>
                <a:gd name="connsiteX6" fmla="*/ 38294 w 81108"/>
                <a:gd name="connsiteY6" fmla="*/ 80 h 125493"/>
                <a:gd name="connsiteX7" fmla="*/ 12047 w 81108"/>
                <a:gd name="connsiteY7" fmla="*/ 11590 h 125493"/>
                <a:gd name="connsiteX8" fmla="*/ 382 w 81108"/>
                <a:gd name="connsiteY8" fmla="*/ 37022 h 125493"/>
                <a:gd name="connsiteX9" fmla="*/ 4210 w 81108"/>
                <a:gd name="connsiteY9" fmla="*/ 37951 h 125493"/>
                <a:gd name="connsiteX10" fmla="*/ 30639 w 81108"/>
                <a:gd name="connsiteY10" fmla="*/ 13817 h 125493"/>
                <a:gd name="connsiteX11" fmla="*/ 56338 w 81108"/>
                <a:gd name="connsiteY11" fmla="*/ 39993 h 125493"/>
                <a:gd name="connsiteX12" fmla="*/ 32643 w 81108"/>
                <a:gd name="connsiteY12" fmla="*/ 88259 h 125493"/>
                <a:gd name="connsiteX13" fmla="*/ 200 w 81108"/>
                <a:gd name="connsiteY13" fmla="*/ 123346 h 125493"/>
                <a:gd name="connsiteX14" fmla="*/ 200 w 81108"/>
                <a:gd name="connsiteY14" fmla="*/ 125573 h 125493"/>
                <a:gd name="connsiteX15" fmla="*/ 71284 w 81108"/>
                <a:gd name="connsiteY15" fmla="*/ 125573 h 125493"/>
                <a:gd name="connsiteX16" fmla="*/ 81309 w 81108"/>
                <a:gd name="connsiteY16" fmla="*/ 100140 h 12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108" h="125493">
                  <a:moveTo>
                    <a:pt x="81309" y="100140"/>
                  </a:moveTo>
                  <a:lnTo>
                    <a:pt x="78939" y="99212"/>
                  </a:lnTo>
                  <a:cubicBezTo>
                    <a:pt x="72195" y="109794"/>
                    <a:pt x="69826" y="111465"/>
                    <a:pt x="61624" y="111465"/>
                  </a:cubicBezTo>
                  <a:lnTo>
                    <a:pt x="18062" y="111465"/>
                  </a:lnTo>
                  <a:lnTo>
                    <a:pt x="48683" y="78792"/>
                  </a:lnTo>
                  <a:cubicBezTo>
                    <a:pt x="64905" y="61527"/>
                    <a:pt x="72013" y="47418"/>
                    <a:pt x="72013" y="32938"/>
                  </a:cubicBezTo>
                  <a:cubicBezTo>
                    <a:pt x="72013" y="14374"/>
                    <a:pt x="57249" y="80"/>
                    <a:pt x="38294" y="80"/>
                  </a:cubicBezTo>
                  <a:cubicBezTo>
                    <a:pt x="28269" y="80"/>
                    <a:pt x="18791" y="4164"/>
                    <a:pt x="12047" y="11590"/>
                  </a:cubicBezTo>
                  <a:cubicBezTo>
                    <a:pt x="6215" y="17901"/>
                    <a:pt x="3481" y="23842"/>
                    <a:pt x="382" y="37022"/>
                  </a:cubicBezTo>
                  <a:lnTo>
                    <a:pt x="4210" y="37951"/>
                  </a:lnTo>
                  <a:cubicBezTo>
                    <a:pt x="11501" y="19758"/>
                    <a:pt x="18062" y="13817"/>
                    <a:pt x="30639" y="13817"/>
                  </a:cubicBezTo>
                  <a:cubicBezTo>
                    <a:pt x="45949" y="13817"/>
                    <a:pt x="56338" y="24399"/>
                    <a:pt x="56338" y="39993"/>
                  </a:cubicBezTo>
                  <a:cubicBezTo>
                    <a:pt x="56338" y="54473"/>
                    <a:pt x="47954" y="71737"/>
                    <a:pt x="32643" y="88259"/>
                  </a:cubicBezTo>
                  <a:lnTo>
                    <a:pt x="200" y="123346"/>
                  </a:lnTo>
                  <a:lnTo>
                    <a:pt x="200" y="125573"/>
                  </a:lnTo>
                  <a:lnTo>
                    <a:pt x="71284" y="125573"/>
                  </a:lnTo>
                  <a:lnTo>
                    <a:pt x="81309" y="100140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9D8899CC-42AA-8003-5E0D-CBD3892AA963}"/>
                </a:ext>
              </a:extLst>
            </p:cNvPr>
            <p:cNvSpPr/>
            <p:nvPr>
              <p:custDataLst>
                <p:tags r:id="rId414"/>
              </p:custDataLst>
            </p:nvPr>
          </p:nvSpPr>
          <p:spPr>
            <a:xfrm>
              <a:off x="10835483" y="5245558"/>
              <a:ext cx="106552" cy="103488"/>
            </a:xfrm>
            <a:custGeom>
              <a:avLst/>
              <a:gdLst>
                <a:gd name="connsiteX0" fmla="*/ 96631 w 106552"/>
                <a:gd name="connsiteY0" fmla="*/ 75650 h 103488"/>
                <a:gd name="connsiteX1" fmla="*/ 91685 w 106552"/>
                <a:gd name="connsiteY1" fmla="*/ 81832 h 103488"/>
                <a:gd name="connsiteX2" fmla="*/ 81345 w 106552"/>
                <a:gd name="connsiteY2" fmla="*/ 90991 h 103488"/>
                <a:gd name="connsiteX3" fmla="*/ 74376 w 106552"/>
                <a:gd name="connsiteY3" fmla="*/ 81603 h 103488"/>
                <a:gd name="connsiteX4" fmla="*/ 73477 w 106552"/>
                <a:gd name="connsiteY4" fmla="*/ 77711 h 103488"/>
                <a:gd name="connsiteX5" fmla="*/ 65384 w 106552"/>
                <a:gd name="connsiteY5" fmla="*/ 40620 h 103488"/>
                <a:gd name="connsiteX6" fmla="*/ 87414 w 106552"/>
                <a:gd name="connsiteY6" fmla="*/ 12916 h 103488"/>
                <a:gd name="connsiteX7" fmla="*/ 92809 w 106552"/>
                <a:gd name="connsiteY7" fmla="*/ 14748 h 103488"/>
                <a:gd name="connsiteX8" fmla="*/ 98879 w 106552"/>
                <a:gd name="connsiteY8" fmla="*/ 16808 h 103488"/>
                <a:gd name="connsiteX9" fmla="*/ 106747 w 106552"/>
                <a:gd name="connsiteY9" fmla="*/ 8566 h 103488"/>
                <a:gd name="connsiteX10" fmla="*/ 97530 w 106552"/>
                <a:gd name="connsiteY10" fmla="*/ 94 h 103488"/>
                <a:gd name="connsiteX11" fmla="*/ 63586 w 106552"/>
                <a:gd name="connsiteY11" fmla="*/ 32835 h 103488"/>
                <a:gd name="connsiteX12" fmla="*/ 61113 w 106552"/>
                <a:gd name="connsiteY12" fmla="*/ 20243 h 103488"/>
                <a:gd name="connsiteX13" fmla="*/ 49424 w 106552"/>
                <a:gd name="connsiteY13" fmla="*/ 94 h 103488"/>
                <a:gd name="connsiteX14" fmla="*/ 23123 w 106552"/>
                <a:gd name="connsiteY14" fmla="*/ 6734 h 103488"/>
                <a:gd name="connsiteX15" fmla="*/ 20650 w 106552"/>
                <a:gd name="connsiteY15" fmla="*/ 7650 h 103488"/>
                <a:gd name="connsiteX16" fmla="*/ 21549 w 106552"/>
                <a:gd name="connsiteY16" fmla="*/ 11084 h 103488"/>
                <a:gd name="connsiteX17" fmla="*/ 34138 w 106552"/>
                <a:gd name="connsiteY17" fmla="*/ 8566 h 103488"/>
                <a:gd name="connsiteX18" fmla="*/ 44254 w 106552"/>
                <a:gd name="connsiteY18" fmla="*/ 24364 h 103488"/>
                <a:gd name="connsiteX19" fmla="*/ 50773 w 106552"/>
                <a:gd name="connsiteY19" fmla="*/ 52526 h 103488"/>
                <a:gd name="connsiteX20" fmla="*/ 32340 w 106552"/>
                <a:gd name="connsiteY20" fmla="*/ 79314 h 103488"/>
                <a:gd name="connsiteX21" fmla="*/ 20875 w 106552"/>
                <a:gd name="connsiteY21" fmla="*/ 90304 h 103488"/>
                <a:gd name="connsiteX22" fmla="*/ 15030 w 106552"/>
                <a:gd name="connsiteY22" fmla="*/ 88243 h 103488"/>
                <a:gd name="connsiteX23" fmla="*/ 7837 w 106552"/>
                <a:gd name="connsiteY23" fmla="*/ 85953 h 103488"/>
                <a:gd name="connsiteX24" fmla="*/ 194 w 106552"/>
                <a:gd name="connsiteY24" fmla="*/ 93967 h 103488"/>
                <a:gd name="connsiteX25" fmla="*/ 11434 w 106552"/>
                <a:gd name="connsiteY25" fmla="*/ 103583 h 103488"/>
                <a:gd name="connsiteX26" fmla="*/ 32340 w 106552"/>
                <a:gd name="connsiteY26" fmla="*/ 87556 h 103488"/>
                <a:gd name="connsiteX27" fmla="*/ 52571 w 106552"/>
                <a:gd name="connsiteY27" fmla="*/ 60768 h 103488"/>
                <a:gd name="connsiteX28" fmla="*/ 59315 w 106552"/>
                <a:gd name="connsiteY28" fmla="*/ 88243 h 103488"/>
                <a:gd name="connsiteX29" fmla="*/ 72353 w 106552"/>
                <a:gd name="connsiteY29" fmla="*/ 103583 h 103488"/>
                <a:gd name="connsiteX30" fmla="*/ 99778 w 106552"/>
                <a:gd name="connsiteY30" fmla="*/ 77482 h 103488"/>
                <a:gd name="connsiteX31" fmla="*/ 96631 w 106552"/>
                <a:gd name="connsiteY31" fmla="*/ 75650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31" y="75650"/>
                  </a:moveTo>
                  <a:cubicBezTo>
                    <a:pt x="94832" y="77711"/>
                    <a:pt x="93709" y="79085"/>
                    <a:pt x="91685" y="81832"/>
                  </a:cubicBezTo>
                  <a:cubicBezTo>
                    <a:pt x="86515" y="88701"/>
                    <a:pt x="83818" y="90991"/>
                    <a:pt x="81345" y="90991"/>
                  </a:cubicBezTo>
                  <a:cubicBezTo>
                    <a:pt x="77973" y="90991"/>
                    <a:pt x="75950" y="88014"/>
                    <a:pt x="74376" y="81603"/>
                  </a:cubicBezTo>
                  <a:cubicBezTo>
                    <a:pt x="73927" y="79772"/>
                    <a:pt x="73702" y="78398"/>
                    <a:pt x="73477" y="77711"/>
                  </a:cubicBezTo>
                  <a:cubicBezTo>
                    <a:pt x="67857" y="54586"/>
                    <a:pt x="65384" y="44054"/>
                    <a:pt x="65384" y="40620"/>
                  </a:cubicBezTo>
                  <a:cubicBezTo>
                    <a:pt x="75275" y="22990"/>
                    <a:pt x="83368" y="12916"/>
                    <a:pt x="87414" y="12916"/>
                  </a:cubicBezTo>
                  <a:cubicBezTo>
                    <a:pt x="88763" y="12916"/>
                    <a:pt x="90561" y="13603"/>
                    <a:pt x="92809" y="14748"/>
                  </a:cubicBezTo>
                  <a:cubicBezTo>
                    <a:pt x="95507" y="16350"/>
                    <a:pt x="97080" y="16808"/>
                    <a:pt x="98879" y="16808"/>
                  </a:cubicBezTo>
                  <a:cubicBezTo>
                    <a:pt x="103599" y="16808"/>
                    <a:pt x="106747" y="13374"/>
                    <a:pt x="106747" y="8566"/>
                  </a:cubicBezTo>
                  <a:cubicBezTo>
                    <a:pt x="106747" y="3758"/>
                    <a:pt x="102925" y="94"/>
                    <a:pt x="97530" y="94"/>
                  </a:cubicBezTo>
                  <a:cubicBezTo>
                    <a:pt x="87639" y="94"/>
                    <a:pt x="79097" y="8337"/>
                    <a:pt x="63586" y="32835"/>
                  </a:cubicBezTo>
                  <a:lnTo>
                    <a:pt x="61113" y="20243"/>
                  </a:lnTo>
                  <a:cubicBezTo>
                    <a:pt x="57966" y="4674"/>
                    <a:pt x="55493" y="94"/>
                    <a:pt x="49424" y="94"/>
                  </a:cubicBezTo>
                  <a:cubicBezTo>
                    <a:pt x="44478" y="94"/>
                    <a:pt x="36835" y="2155"/>
                    <a:pt x="23123" y="6734"/>
                  </a:cubicBezTo>
                  <a:lnTo>
                    <a:pt x="20650" y="7650"/>
                  </a:lnTo>
                  <a:lnTo>
                    <a:pt x="21549" y="11084"/>
                  </a:lnTo>
                  <a:cubicBezTo>
                    <a:pt x="30092" y="9024"/>
                    <a:pt x="32115" y="8566"/>
                    <a:pt x="34138" y="8566"/>
                  </a:cubicBezTo>
                  <a:cubicBezTo>
                    <a:pt x="39758" y="8566"/>
                    <a:pt x="41107" y="10626"/>
                    <a:pt x="44254" y="24364"/>
                  </a:cubicBezTo>
                  <a:lnTo>
                    <a:pt x="50773" y="52526"/>
                  </a:lnTo>
                  <a:lnTo>
                    <a:pt x="32340" y="79314"/>
                  </a:lnTo>
                  <a:cubicBezTo>
                    <a:pt x="27844" y="86182"/>
                    <a:pt x="23348" y="90304"/>
                    <a:pt x="20875" y="90304"/>
                  </a:cubicBezTo>
                  <a:cubicBezTo>
                    <a:pt x="19526" y="90304"/>
                    <a:pt x="17278" y="89617"/>
                    <a:pt x="15030" y="88243"/>
                  </a:cubicBezTo>
                  <a:cubicBezTo>
                    <a:pt x="12108" y="86640"/>
                    <a:pt x="9635" y="85953"/>
                    <a:pt x="7837" y="85953"/>
                  </a:cubicBezTo>
                  <a:cubicBezTo>
                    <a:pt x="3566" y="85953"/>
                    <a:pt x="194" y="89388"/>
                    <a:pt x="194" y="93967"/>
                  </a:cubicBezTo>
                  <a:cubicBezTo>
                    <a:pt x="194" y="99920"/>
                    <a:pt x="4690" y="103583"/>
                    <a:pt x="11434" y="103583"/>
                  </a:cubicBezTo>
                  <a:cubicBezTo>
                    <a:pt x="18402" y="103583"/>
                    <a:pt x="21100" y="101523"/>
                    <a:pt x="32340" y="87556"/>
                  </a:cubicBezTo>
                  <a:cubicBezTo>
                    <a:pt x="38409" y="80230"/>
                    <a:pt x="43130" y="74048"/>
                    <a:pt x="52571" y="60768"/>
                  </a:cubicBezTo>
                  <a:lnTo>
                    <a:pt x="59315" y="88243"/>
                  </a:lnTo>
                  <a:cubicBezTo>
                    <a:pt x="62237" y="99920"/>
                    <a:pt x="65160" y="103583"/>
                    <a:pt x="72353" y="103583"/>
                  </a:cubicBezTo>
                  <a:cubicBezTo>
                    <a:pt x="80895" y="103583"/>
                    <a:pt x="86740" y="98088"/>
                    <a:pt x="99778" y="77482"/>
                  </a:cubicBezTo>
                  <a:lnTo>
                    <a:pt x="96631" y="75650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EC5345C9-34C0-FC1F-EE42-1E7266C39813}"/>
                </a:ext>
              </a:extLst>
            </p:cNvPr>
            <p:cNvSpPr/>
            <p:nvPr>
              <p:custDataLst>
                <p:tags r:id="rId415"/>
              </p:custDataLst>
            </p:nvPr>
          </p:nvSpPr>
          <p:spPr>
            <a:xfrm>
              <a:off x="10946109" y="5266639"/>
              <a:ext cx="82384" cy="128092"/>
            </a:xfrm>
            <a:custGeom>
              <a:avLst/>
              <a:gdLst>
                <a:gd name="connsiteX0" fmla="*/ 42117 w 82384"/>
                <a:gd name="connsiteY0" fmla="*/ 97 h 128092"/>
                <a:gd name="connsiteX1" fmla="*/ 17694 w 82384"/>
                <a:gd name="connsiteY1" fmla="*/ 9751 h 128092"/>
                <a:gd name="connsiteX2" fmla="*/ 196 w 82384"/>
                <a:gd name="connsiteY2" fmla="*/ 63215 h 128092"/>
                <a:gd name="connsiteX3" fmla="*/ 14777 w 82384"/>
                <a:gd name="connsiteY3" fmla="*/ 115566 h 128092"/>
                <a:gd name="connsiteX4" fmla="*/ 41388 w 82384"/>
                <a:gd name="connsiteY4" fmla="*/ 128190 h 128092"/>
                <a:gd name="connsiteX5" fmla="*/ 65083 w 82384"/>
                <a:gd name="connsiteY5" fmla="*/ 118536 h 128092"/>
                <a:gd name="connsiteX6" fmla="*/ 82580 w 82384"/>
                <a:gd name="connsiteY6" fmla="*/ 64329 h 128092"/>
                <a:gd name="connsiteX7" fmla="*/ 42117 w 82384"/>
                <a:gd name="connsiteY7" fmla="*/ 97 h 128092"/>
                <a:gd name="connsiteX8" fmla="*/ 41571 w 82384"/>
                <a:gd name="connsiteY8" fmla="*/ 4924 h 128092"/>
                <a:gd name="connsiteX9" fmla="*/ 65083 w 82384"/>
                <a:gd name="connsiteY9" fmla="*/ 64700 h 128092"/>
                <a:gd name="connsiteX10" fmla="*/ 41388 w 82384"/>
                <a:gd name="connsiteY10" fmla="*/ 123363 h 128092"/>
                <a:gd name="connsiteX11" fmla="*/ 17694 w 82384"/>
                <a:gd name="connsiteY11" fmla="*/ 64886 h 128092"/>
                <a:gd name="connsiteX12" fmla="*/ 41571 w 82384"/>
                <a:gd name="connsiteY12" fmla="*/ 4924 h 12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384" h="128092">
                  <a:moveTo>
                    <a:pt x="42117" y="97"/>
                  </a:moveTo>
                  <a:cubicBezTo>
                    <a:pt x="32093" y="97"/>
                    <a:pt x="24438" y="3253"/>
                    <a:pt x="17694" y="9751"/>
                  </a:cubicBezTo>
                  <a:cubicBezTo>
                    <a:pt x="7122" y="20146"/>
                    <a:pt x="196" y="41495"/>
                    <a:pt x="196" y="63215"/>
                  </a:cubicBezTo>
                  <a:cubicBezTo>
                    <a:pt x="196" y="83450"/>
                    <a:pt x="6211" y="105170"/>
                    <a:pt x="14777" y="115566"/>
                  </a:cubicBezTo>
                  <a:cubicBezTo>
                    <a:pt x="21521" y="123734"/>
                    <a:pt x="30817" y="128190"/>
                    <a:pt x="41388" y="128190"/>
                  </a:cubicBezTo>
                  <a:cubicBezTo>
                    <a:pt x="50684" y="128190"/>
                    <a:pt x="58521" y="125034"/>
                    <a:pt x="65083" y="118536"/>
                  </a:cubicBezTo>
                  <a:cubicBezTo>
                    <a:pt x="75654" y="108326"/>
                    <a:pt x="82580" y="86792"/>
                    <a:pt x="82580" y="64329"/>
                  </a:cubicBezTo>
                  <a:cubicBezTo>
                    <a:pt x="82580" y="26273"/>
                    <a:pt x="65994" y="97"/>
                    <a:pt x="42117" y="97"/>
                  </a:cubicBezTo>
                  <a:close/>
                  <a:moveTo>
                    <a:pt x="41571" y="4924"/>
                  </a:moveTo>
                  <a:cubicBezTo>
                    <a:pt x="56881" y="4924"/>
                    <a:pt x="65083" y="25901"/>
                    <a:pt x="65083" y="64700"/>
                  </a:cubicBezTo>
                  <a:cubicBezTo>
                    <a:pt x="65083" y="103499"/>
                    <a:pt x="57063" y="123363"/>
                    <a:pt x="41388" y="123363"/>
                  </a:cubicBezTo>
                  <a:cubicBezTo>
                    <a:pt x="25713" y="123363"/>
                    <a:pt x="17694" y="103499"/>
                    <a:pt x="17694" y="64886"/>
                  </a:cubicBezTo>
                  <a:cubicBezTo>
                    <a:pt x="17694" y="25530"/>
                    <a:pt x="25896" y="4924"/>
                    <a:pt x="41571" y="4924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D14FB381-51E2-3BCE-D4ED-21513BDA4E7B}"/>
                </a:ext>
              </a:extLst>
            </p:cNvPr>
            <p:cNvSpPr/>
            <p:nvPr>
              <p:custDataLst>
                <p:tags r:id="rId416"/>
              </p:custDataLst>
            </p:nvPr>
          </p:nvSpPr>
          <p:spPr>
            <a:xfrm>
              <a:off x="11220323" y="4892497"/>
              <a:ext cx="173456" cy="273821"/>
            </a:xfrm>
            <a:custGeom>
              <a:avLst/>
              <a:gdLst>
                <a:gd name="connsiteX0" fmla="*/ 55495 w 173456"/>
                <a:gd name="connsiteY0" fmla="*/ 87337 h 273821"/>
                <a:gd name="connsiteX1" fmla="*/ 82835 w 173456"/>
                <a:gd name="connsiteY1" fmla="*/ 87337 h 273821"/>
                <a:gd name="connsiteX2" fmla="*/ 56103 w 173456"/>
                <a:gd name="connsiteY2" fmla="*/ 217286 h 273821"/>
                <a:gd name="connsiteX3" fmla="*/ 26637 w 173456"/>
                <a:gd name="connsiteY3" fmla="*/ 267410 h 273821"/>
                <a:gd name="connsiteX4" fmla="*/ 20561 w 173456"/>
                <a:gd name="connsiteY4" fmla="*/ 262459 h 273821"/>
                <a:gd name="connsiteX5" fmla="*/ 21776 w 173456"/>
                <a:gd name="connsiteY5" fmla="*/ 259056 h 273821"/>
                <a:gd name="connsiteX6" fmla="*/ 23295 w 173456"/>
                <a:gd name="connsiteY6" fmla="*/ 254105 h 273821"/>
                <a:gd name="connsiteX7" fmla="*/ 11448 w 173456"/>
                <a:gd name="connsiteY7" fmla="*/ 242348 h 273821"/>
                <a:gd name="connsiteX8" fmla="*/ 208 w 173456"/>
                <a:gd name="connsiteY8" fmla="*/ 255033 h 273821"/>
                <a:gd name="connsiteX9" fmla="*/ 24206 w 173456"/>
                <a:gd name="connsiteY9" fmla="*/ 273907 h 273821"/>
                <a:gd name="connsiteX10" fmla="*/ 84962 w 173456"/>
                <a:gd name="connsiteY10" fmla="*/ 186346 h 273821"/>
                <a:gd name="connsiteX11" fmla="*/ 106834 w 173456"/>
                <a:gd name="connsiteY11" fmla="*/ 87337 h 273821"/>
                <a:gd name="connsiteX12" fmla="*/ 139945 w 173456"/>
                <a:gd name="connsiteY12" fmla="*/ 87337 h 273821"/>
                <a:gd name="connsiteX13" fmla="*/ 141768 w 173456"/>
                <a:gd name="connsiteY13" fmla="*/ 77437 h 273821"/>
                <a:gd name="connsiteX14" fmla="*/ 108960 w 173456"/>
                <a:gd name="connsiteY14" fmla="*/ 77437 h 273821"/>
                <a:gd name="connsiteX15" fmla="*/ 146021 w 173456"/>
                <a:gd name="connsiteY15" fmla="*/ 6893 h 273821"/>
                <a:gd name="connsiteX16" fmla="*/ 152704 w 173456"/>
                <a:gd name="connsiteY16" fmla="*/ 10606 h 273821"/>
                <a:gd name="connsiteX17" fmla="*/ 151489 w 173456"/>
                <a:gd name="connsiteY17" fmla="*/ 13700 h 273821"/>
                <a:gd name="connsiteX18" fmla="*/ 149666 w 173456"/>
                <a:gd name="connsiteY18" fmla="*/ 20197 h 273821"/>
                <a:gd name="connsiteX19" fmla="*/ 160906 w 173456"/>
                <a:gd name="connsiteY19" fmla="*/ 32573 h 273821"/>
                <a:gd name="connsiteX20" fmla="*/ 173665 w 173456"/>
                <a:gd name="connsiteY20" fmla="*/ 20197 h 273821"/>
                <a:gd name="connsiteX21" fmla="*/ 147540 w 173456"/>
                <a:gd name="connsiteY21" fmla="*/ 86 h 273821"/>
                <a:gd name="connsiteX22" fmla="*/ 109872 w 173456"/>
                <a:gd name="connsiteY22" fmla="*/ 21435 h 273821"/>
                <a:gd name="connsiteX23" fmla="*/ 85569 w 173456"/>
                <a:gd name="connsiteY23" fmla="*/ 77437 h 273821"/>
                <a:gd name="connsiteX24" fmla="*/ 57622 w 173456"/>
                <a:gd name="connsiteY24" fmla="*/ 77437 h 273821"/>
                <a:gd name="connsiteX25" fmla="*/ 55495 w 173456"/>
                <a:gd name="connsiteY25" fmla="*/ 87337 h 27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56" h="273821">
                  <a:moveTo>
                    <a:pt x="55495" y="87337"/>
                  </a:moveTo>
                  <a:lnTo>
                    <a:pt x="82835" y="87337"/>
                  </a:lnTo>
                  <a:lnTo>
                    <a:pt x="56103" y="217286"/>
                  </a:lnTo>
                  <a:cubicBezTo>
                    <a:pt x="49420" y="250392"/>
                    <a:pt x="39395" y="267410"/>
                    <a:pt x="26637" y="267410"/>
                  </a:cubicBezTo>
                  <a:cubicBezTo>
                    <a:pt x="22991" y="267410"/>
                    <a:pt x="20561" y="265244"/>
                    <a:pt x="20561" y="262459"/>
                  </a:cubicBezTo>
                  <a:cubicBezTo>
                    <a:pt x="20561" y="261531"/>
                    <a:pt x="20865" y="260603"/>
                    <a:pt x="21776" y="259056"/>
                  </a:cubicBezTo>
                  <a:cubicBezTo>
                    <a:pt x="22991" y="257199"/>
                    <a:pt x="23295" y="255962"/>
                    <a:pt x="23295" y="254105"/>
                  </a:cubicBezTo>
                  <a:cubicBezTo>
                    <a:pt x="23295" y="247608"/>
                    <a:pt x="17827" y="242348"/>
                    <a:pt x="11448" y="242348"/>
                  </a:cubicBezTo>
                  <a:cubicBezTo>
                    <a:pt x="5068" y="242348"/>
                    <a:pt x="208" y="247917"/>
                    <a:pt x="208" y="255033"/>
                  </a:cubicBezTo>
                  <a:cubicBezTo>
                    <a:pt x="208" y="265553"/>
                    <a:pt x="10840" y="273907"/>
                    <a:pt x="24206" y="273907"/>
                  </a:cubicBezTo>
                  <a:cubicBezTo>
                    <a:pt x="51243" y="273907"/>
                    <a:pt x="72507" y="243276"/>
                    <a:pt x="84962" y="186346"/>
                  </a:cubicBezTo>
                  <a:lnTo>
                    <a:pt x="106834" y="87337"/>
                  </a:lnTo>
                  <a:lnTo>
                    <a:pt x="139945" y="87337"/>
                  </a:lnTo>
                  <a:lnTo>
                    <a:pt x="141768" y="77437"/>
                  </a:lnTo>
                  <a:lnTo>
                    <a:pt x="108960" y="77437"/>
                  </a:lnTo>
                  <a:cubicBezTo>
                    <a:pt x="117770" y="28860"/>
                    <a:pt x="129009" y="6893"/>
                    <a:pt x="146021" y="6893"/>
                  </a:cubicBezTo>
                  <a:cubicBezTo>
                    <a:pt x="149970" y="6893"/>
                    <a:pt x="152704" y="8440"/>
                    <a:pt x="152704" y="10606"/>
                  </a:cubicBezTo>
                  <a:cubicBezTo>
                    <a:pt x="152704" y="11534"/>
                    <a:pt x="152400" y="12153"/>
                    <a:pt x="151489" y="13700"/>
                  </a:cubicBezTo>
                  <a:cubicBezTo>
                    <a:pt x="150274" y="16484"/>
                    <a:pt x="149666" y="18031"/>
                    <a:pt x="149666" y="20197"/>
                  </a:cubicBezTo>
                  <a:cubicBezTo>
                    <a:pt x="149666" y="27623"/>
                    <a:pt x="154223" y="32573"/>
                    <a:pt x="160906" y="32573"/>
                  </a:cubicBezTo>
                  <a:cubicBezTo>
                    <a:pt x="167893" y="32573"/>
                    <a:pt x="173665" y="27004"/>
                    <a:pt x="173665" y="20197"/>
                  </a:cubicBezTo>
                  <a:cubicBezTo>
                    <a:pt x="173665" y="8749"/>
                    <a:pt x="162425" y="86"/>
                    <a:pt x="147540" y="86"/>
                  </a:cubicBezTo>
                  <a:cubicBezTo>
                    <a:pt x="132655" y="86"/>
                    <a:pt x="120807" y="6893"/>
                    <a:pt x="109872" y="21435"/>
                  </a:cubicBezTo>
                  <a:cubicBezTo>
                    <a:pt x="100758" y="33501"/>
                    <a:pt x="94683" y="47734"/>
                    <a:pt x="85569" y="77437"/>
                  </a:cubicBezTo>
                  <a:lnTo>
                    <a:pt x="57622" y="77437"/>
                  </a:lnTo>
                  <a:lnTo>
                    <a:pt x="55495" y="87337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2070696C-D423-6E8B-990F-E941278B9201}"/>
                </a:ext>
              </a:extLst>
            </p:cNvPr>
            <p:cNvSpPr/>
            <p:nvPr>
              <p:custDataLst>
                <p:tags r:id="rId417"/>
              </p:custDataLst>
            </p:nvPr>
          </p:nvSpPr>
          <p:spPr>
            <a:xfrm>
              <a:off x="11424333" y="4870220"/>
              <a:ext cx="70476" cy="309402"/>
            </a:xfrm>
            <a:custGeom>
              <a:avLst/>
              <a:gdLst>
                <a:gd name="connsiteX0" fmla="*/ 70689 w 70476"/>
                <a:gd name="connsiteY0" fmla="*/ 306394 h 309402"/>
                <a:gd name="connsiteX1" fmla="*/ 65525 w 70476"/>
                <a:gd name="connsiteY1" fmla="*/ 299587 h 309402"/>
                <a:gd name="connsiteX2" fmla="*/ 17832 w 70476"/>
                <a:gd name="connsiteY2" fmla="*/ 154787 h 309402"/>
                <a:gd name="connsiteX3" fmla="*/ 66740 w 70476"/>
                <a:gd name="connsiteY3" fmla="*/ 8439 h 309402"/>
                <a:gd name="connsiteX4" fmla="*/ 70689 w 70476"/>
                <a:gd name="connsiteY4" fmla="*/ 3180 h 309402"/>
                <a:gd name="connsiteX5" fmla="*/ 67651 w 70476"/>
                <a:gd name="connsiteY5" fmla="*/ 86 h 309402"/>
                <a:gd name="connsiteX6" fmla="*/ 19351 w 70476"/>
                <a:gd name="connsiteY6" fmla="*/ 60419 h 309402"/>
                <a:gd name="connsiteX7" fmla="*/ 213 w 70476"/>
                <a:gd name="connsiteY7" fmla="*/ 154787 h 309402"/>
                <a:gd name="connsiteX8" fmla="*/ 20262 w 70476"/>
                <a:gd name="connsiteY8" fmla="*/ 251320 h 309402"/>
                <a:gd name="connsiteX9" fmla="*/ 67651 w 70476"/>
                <a:gd name="connsiteY9" fmla="*/ 309488 h 309402"/>
                <a:gd name="connsiteX10" fmla="*/ 70689 w 70476"/>
                <a:gd name="connsiteY10" fmla="*/ 306394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689" y="306394"/>
                  </a:moveTo>
                  <a:cubicBezTo>
                    <a:pt x="70689" y="305466"/>
                    <a:pt x="70689" y="304847"/>
                    <a:pt x="65525" y="299587"/>
                  </a:cubicBezTo>
                  <a:cubicBezTo>
                    <a:pt x="27553" y="260602"/>
                    <a:pt x="17832" y="202125"/>
                    <a:pt x="17832" y="154787"/>
                  </a:cubicBezTo>
                  <a:cubicBezTo>
                    <a:pt x="17832" y="100951"/>
                    <a:pt x="29375" y="47115"/>
                    <a:pt x="66740" y="8439"/>
                  </a:cubicBezTo>
                  <a:cubicBezTo>
                    <a:pt x="70689" y="4727"/>
                    <a:pt x="70689" y="4108"/>
                    <a:pt x="70689" y="3180"/>
                  </a:cubicBezTo>
                  <a:cubicBezTo>
                    <a:pt x="70689" y="1014"/>
                    <a:pt x="69474" y="86"/>
                    <a:pt x="67651" y="86"/>
                  </a:cubicBezTo>
                  <a:cubicBezTo>
                    <a:pt x="64613" y="86"/>
                    <a:pt x="37274" y="21125"/>
                    <a:pt x="19351" y="60419"/>
                  </a:cubicBezTo>
                  <a:cubicBezTo>
                    <a:pt x="3858" y="94453"/>
                    <a:pt x="213" y="128797"/>
                    <a:pt x="213" y="154787"/>
                  </a:cubicBezTo>
                  <a:cubicBezTo>
                    <a:pt x="213" y="178920"/>
                    <a:pt x="3554" y="216358"/>
                    <a:pt x="20262" y="251320"/>
                  </a:cubicBezTo>
                  <a:cubicBezTo>
                    <a:pt x="38489" y="289377"/>
                    <a:pt x="64613" y="309488"/>
                    <a:pt x="67651" y="309488"/>
                  </a:cubicBezTo>
                  <a:cubicBezTo>
                    <a:pt x="69474" y="309488"/>
                    <a:pt x="70689" y="308560"/>
                    <a:pt x="70689" y="306394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535E3345-B9C6-7E0D-A3CF-8F6737E9F199}"/>
                </a:ext>
              </a:extLst>
            </p:cNvPr>
            <p:cNvSpPr/>
            <p:nvPr>
              <p:custDataLst>
                <p:tags r:id="rId418"/>
              </p:custDataLst>
            </p:nvPr>
          </p:nvSpPr>
          <p:spPr>
            <a:xfrm>
              <a:off x="11504361" y="4965825"/>
              <a:ext cx="143990" cy="139849"/>
            </a:xfrm>
            <a:custGeom>
              <a:avLst/>
              <a:gdLst>
                <a:gd name="connsiteX0" fmla="*/ 130537 w 143990"/>
                <a:gd name="connsiteY0" fmla="*/ 102189 h 139849"/>
                <a:gd name="connsiteX1" fmla="*/ 123854 w 143990"/>
                <a:gd name="connsiteY1" fmla="*/ 110543 h 139849"/>
                <a:gd name="connsiteX2" fmla="*/ 109880 w 143990"/>
                <a:gd name="connsiteY2" fmla="*/ 122919 h 139849"/>
                <a:gd name="connsiteX3" fmla="*/ 100463 w 143990"/>
                <a:gd name="connsiteY3" fmla="*/ 110233 h 139849"/>
                <a:gd name="connsiteX4" fmla="*/ 99248 w 143990"/>
                <a:gd name="connsiteY4" fmla="*/ 104973 h 139849"/>
                <a:gd name="connsiteX5" fmla="*/ 88312 w 143990"/>
                <a:gd name="connsiteY5" fmla="*/ 54850 h 139849"/>
                <a:gd name="connsiteX6" fmla="*/ 118082 w 143990"/>
                <a:gd name="connsiteY6" fmla="*/ 17413 h 139849"/>
                <a:gd name="connsiteX7" fmla="*/ 125372 w 143990"/>
                <a:gd name="connsiteY7" fmla="*/ 19888 h 139849"/>
                <a:gd name="connsiteX8" fmla="*/ 133574 w 143990"/>
                <a:gd name="connsiteY8" fmla="*/ 22672 h 139849"/>
                <a:gd name="connsiteX9" fmla="*/ 144207 w 143990"/>
                <a:gd name="connsiteY9" fmla="*/ 11534 h 139849"/>
                <a:gd name="connsiteX10" fmla="*/ 131752 w 143990"/>
                <a:gd name="connsiteY10" fmla="*/ 86 h 139849"/>
                <a:gd name="connsiteX11" fmla="*/ 85881 w 143990"/>
                <a:gd name="connsiteY11" fmla="*/ 44331 h 139849"/>
                <a:gd name="connsiteX12" fmla="*/ 82540 w 143990"/>
                <a:gd name="connsiteY12" fmla="*/ 27313 h 139849"/>
                <a:gd name="connsiteX13" fmla="*/ 66743 w 143990"/>
                <a:gd name="connsiteY13" fmla="*/ 86 h 139849"/>
                <a:gd name="connsiteX14" fmla="*/ 31202 w 143990"/>
                <a:gd name="connsiteY14" fmla="*/ 9059 h 139849"/>
                <a:gd name="connsiteX15" fmla="*/ 27860 w 143990"/>
                <a:gd name="connsiteY15" fmla="*/ 10296 h 139849"/>
                <a:gd name="connsiteX16" fmla="*/ 29075 w 143990"/>
                <a:gd name="connsiteY16" fmla="*/ 14937 h 139849"/>
                <a:gd name="connsiteX17" fmla="*/ 46087 w 143990"/>
                <a:gd name="connsiteY17" fmla="*/ 11534 h 139849"/>
                <a:gd name="connsiteX18" fmla="*/ 59757 w 143990"/>
                <a:gd name="connsiteY18" fmla="*/ 32883 h 139849"/>
                <a:gd name="connsiteX19" fmla="*/ 68566 w 143990"/>
                <a:gd name="connsiteY19" fmla="*/ 70939 h 139849"/>
                <a:gd name="connsiteX20" fmla="*/ 43656 w 143990"/>
                <a:gd name="connsiteY20" fmla="*/ 107139 h 139849"/>
                <a:gd name="connsiteX21" fmla="*/ 28164 w 143990"/>
                <a:gd name="connsiteY21" fmla="*/ 121990 h 139849"/>
                <a:gd name="connsiteX22" fmla="*/ 20266 w 143990"/>
                <a:gd name="connsiteY22" fmla="*/ 119206 h 139849"/>
                <a:gd name="connsiteX23" fmla="*/ 10545 w 143990"/>
                <a:gd name="connsiteY23" fmla="*/ 116112 h 139849"/>
                <a:gd name="connsiteX24" fmla="*/ 216 w 143990"/>
                <a:gd name="connsiteY24" fmla="*/ 126941 h 139849"/>
                <a:gd name="connsiteX25" fmla="*/ 15405 w 143990"/>
                <a:gd name="connsiteY25" fmla="*/ 139936 h 139849"/>
                <a:gd name="connsiteX26" fmla="*/ 43656 w 143990"/>
                <a:gd name="connsiteY26" fmla="*/ 118278 h 139849"/>
                <a:gd name="connsiteX27" fmla="*/ 70996 w 143990"/>
                <a:gd name="connsiteY27" fmla="*/ 82078 h 139849"/>
                <a:gd name="connsiteX28" fmla="*/ 80110 w 143990"/>
                <a:gd name="connsiteY28" fmla="*/ 119206 h 139849"/>
                <a:gd name="connsiteX29" fmla="*/ 97729 w 143990"/>
                <a:gd name="connsiteY29" fmla="*/ 139936 h 139849"/>
                <a:gd name="connsiteX30" fmla="*/ 134790 w 143990"/>
                <a:gd name="connsiteY30" fmla="*/ 104664 h 139849"/>
                <a:gd name="connsiteX31" fmla="*/ 130537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537" y="102189"/>
                  </a:moveTo>
                  <a:cubicBezTo>
                    <a:pt x="128106" y="104973"/>
                    <a:pt x="126588" y="106830"/>
                    <a:pt x="123854" y="110543"/>
                  </a:cubicBezTo>
                  <a:cubicBezTo>
                    <a:pt x="116867" y="119825"/>
                    <a:pt x="113221" y="122919"/>
                    <a:pt x="109880" y="122919"/>
                  </a:cubicBezTo>
                  <a:cubicBezTo>
                    <a:pt x="105323" y="122919"/>
                    <a:pt x="102589" y="118896"/>
                    <a:pt x="100463" y="110233"/>
                  </a:cubicBezTo>
                  <a:cubicBezTo>
                    <a:pt x="99855" y="107758"/>
                    <a:pt x="99551" y="105902"/>
                    <a:pt x="99248" y="104973"/>
                  </a:cubicBezTo>
                  <a:cubicBezTo>
                    <a:pt x="91653" y="73724"/>
                    <a:pt x="88312" y="59491"/>
                    <a:pt x="88312" y="54850"/>
                  </a:cubicBezTo>
                  <a:cubicBezTo>
                    <a:pt x="101678" y="31026"/>
                    <a:pt x="112614" y="17413"/>
                    <a:pt x="118082" y="17413"/>
                  </a:cubicBezTo>
                  <a:cubicBezTo>
                    <a:pt x="119904" y="17413"/>
                    <a:pt x="122335" y="18341"/>
                    <a:pt x="125372" y="19888"/>
                  </a:cubicBezTo>
                  <a:cubicBezTo>
                    <a:pt x="129018" y="22054"/>
                    <a:pt x="131144" y="22672"/>
                    <a:pt x="133574" y="22672"/>
                  </a:cubicBezTo>
                  <a:cubicBezTo>
                    <a:pt x="139954" y="22672"/>
                    <a:pt x="144207" y="18031"/>
                    <a:pt x="144207" y="11534"/>
                  </a:cubicBezTo>
                  <a:cubicBezTo>
                    <a:pt x="144207" y="5036"/>
                    <a:pt x="139042" y="86"/>
                    <a:pt x="131752" y="86"/>
                  </a:cubicBezTo>
                  <a:cubicBezTo>
                    <a:pt x="118386" y="86"/>
                    <a:pt x="106842" y="11224"/>
                    <a:pt x="85881" y="44331"/>
                  </a:cubicBezTo>
                  <a:lnTo>
                    <a:pt x="82540" y="27313"/>
                  </a:lnTo>
                  <a:cubicBezTo>
                    <a:pt x="78287" y="6274"/>
                    <a:pt x="74945" y="86"/>
                    <a:pt x="66743" y="86"/>
                  </a:cubicBezTo>
                  <a:cubicBezTo>
                    <a:pt x="60060" y="86"/>
                    <a:pt x="49732" y="2871"/>
                    <a:pt x="31202" y="9059"/>
                  </a:cubicBezTo>
                  <a:lnTo>
                    <a:pt x="27860" y="10296"/>
                  </a:lnTo>
                  <a:lnTo>
                    <a:pt x="29075" y="14937"/>
                  </a:lnTo>
                  <a:cubicBezTo>
                    <a:pt x="40619" y="12153"/>
                    <a:pt x="43353" y="11534"/>
                    <a:pt x="46087" y="11534"/>
                  </a:cubicBezTo>
                  <a:cubicBezTo>
                    <a:pt x="53681" y="11534"/>
                    <a:pt x="55504" y="14318"/>
                    <a:pt x="59757" y="32883"/>
                  </a:cubicBezTo>
                  <a:lnTo>
                    <a:pt x="68566" y="70939"/>
                  </a:lnTo>
                  <a:lnTo>
                    <a:pt x="43656" y="107139"/>
                  </a:lnTo>
                  <a:cubicBezTo>
                    <a:pt x="37581" y="116421"/>
                    <a:pt x="31505" y="121990"/>
                    <a:pt x="28164" y="121990"/>
                  </a:cubicBezTo>
                  <a:cubicBezTo>
                    <a:pt x="26341" y="121990"/>
                    <a:pt x="23303" y="121062"/>
                    <a:pt x="20266" y="119206"/>
                  </a:cubicBezTo>
                  <a:cubicBezTo>
                    <a:pt x="16317" y="117040"/>
                    <a:pt x="12975" y="116112"/>
                    <a:pt x="10545" y="116112"/>
                  </a:cubicBezTo>
                  <a:cubicBezTo>
                    <a:pt x="4773" y="116112"/>
                    <a:pt x="216" y="120753"/>
                    <a:pt x="216" y="126941"/>
                  </a:cubicBezTo>
                  <a:cubicBezTo>
                    <a:pt x="216" y="134985"/>
                    <a:pt x="6292" y="139936"/>
                    <a:pt x="15405" y="139936"/>
                  </a:cubicBezTo>
                  <a:cubicBezTo>
                    <a:pt x="24822" y="139936"/>
                    <a:pt x="28468" y="137151"/>
                    <a:pt x="43656" y="118278"/>
                  </a:cubicBezTo>
                  <a:cubicBezTo>
                    <a:pt x="51858" y="108377"/>
                    <a:pt x="58238" y="100023"/>
                    <a:pt x="70996" y="82078"/>
                  </a:cubicBezTo>
                  <a:lnTo>
                    <a:pt x="80110" y="119206"/>
                  </a:lnTo>
                  <a:cubicBezTo>
                    <a:pt x="84059" y="134985"/>
                    <a:pt x="88008" y="139936"/>
                    <a:pt x="97729" y="139936"/>
                  </a:cubicBezTo>
                  <a:cubicBezTo>
                    <a:pt x="109272" y="139936"/>
                    <a:pt x="117170" y="132510"/>
                    <a:pt x="134790" y="104664"/>
                  </a:cubicBezTo>
                  <a:lnTo>
                    <a:pt x="130537" y="102189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D541A1D-7079-83AD-9E30-5C4F10F96479}"/>
                </a:ext>
              </a:extLst>
            </p:cNvPr>
            <p:cNvSpPr/>
            <p:nvPr>
              <p:custDataLst>
                <p:tags r:id="rId419"/>
              </p:custDataLst>
            </p:nvPr>
          </p:nvSpPr>
          <p:spPr>
            <a:xfrm>
              <a:off x="11666170" y="4870220"/>
              <a:ext cx="70476" cy="309402"/>
            </a:xfrm>
            <a:custGeom>
              <a:avLst/>
              <a:gdLst>
                <a:gd name="connsiteX0" fmla="*/ 70697 w 70476"/>
                <a:gd name="connsiteY0" fmla="*/ 154787 h 309402"/>
                <a:gd name="connsiteX1" fmla="*/ 50648 w 70476"/>
                <a:gd name="connsiteY1" fmla="*/ 58253 h 309402"/>
                <a:gd name="connsiteX2" fmla="*/ 3259 w 70476"/>
                <a:gd name="connsiteY2" fmla="*/ 86 h 309402"/>
                <a:gd name="connsiteX3" fmla="*/ 221 w 70476"/>
                <a:gd name="connsiteY3" fmla="*/ 3180 h 309402"/>
                <a:gd name="connsiteX4" fmla="*/ 5993 w 70476"/>
                <a:gd name="connsiteY4" fmla="*/ 10296 h 309402"/>
                <a:gd name="connsiteX5" fmla="*/ 53078 w 70476"/>
                <a:gd name="connsiteY5" fmla="*/ 154787 h 309402"/>
                <a:gd name="connsiteX6" fmla="*/ 4170 w 70476"/>
                <a:gd name="connsiteY6" fmla="*/ 301134 h 309402"/>
                <a:gd name="connsiteX7" fmla="*/ 221 w 70476"/>
                <a:gd name="connsiteY7" fmla="*/ 306394 h 309402"/>
                <a:gd name="connsiteX8" fmla="*/ 3259 w 70476"/>
                <a:gd name="connsiteY8" fmla="*/ 309488 h 309402"/>
                <a:gd name="connsiteX9" fmla="*/ 51559 w 70476"/>
                <a:gd name="connsiteY9" fmla="*/ 249155 h 309402"/>
                <a:gd name="connsiteX10" fmla="*/ 70697 w 70476"/>
                <a:gd name="connsiteY10" fmla="*/ 154787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697" y="154787"/>
                  </a:moveTo>
                  <a:cubicBezTo>
                    <a:pt x="70697" y="130653"/>
                    <a:pt x="67356" y="93216"/>
                    <a:pt x="50648" y="58253"/>
                  </a:cubicBezTo>
                  <a:cubicBezTo>
                    <a:pt x="32421" y="20197"/>
                    <a:pt x="6296" y="86"/>
                    <a:pt x="3259" y="86"/>
                  </a:cubicBezTo>
                  <a:cubicBezTo>
                    <a:pt x="1436" y="86"/>
                    <a:pt x="221" y="1323"/>
                    <a:pt x="221" y="3180"/>
                  </a:cubicBezTo>
                  <a:cubicBezTo>
                    <a:pt x="221" y="4108"/>
                    <a:pt x="221" y="4727"/>
                    <a:pt x="5993" y="10296"/>
                  </a:cubicBezTo>
                  <a:cubicBezTo>
                    <a:pt x="35763" y="40927"/>
                    <a:pt x="53078" y="90122"/>
                    <a:pt x="53078" y="154787"/>
                  </a:cubicBezTo>
                  <a:cubicBezTo>
                    <a:pt x="53078" y="207695"/>
                    <a:pt x="41838" y="262149"/>
                    <a:pt x="4170" y="301134"/>
                  </a:cubicBezTo>
                  <a:cubicBezTo>
                    <a:pt x="221" y="304847"/>
                    <a:pt x="221" y="305466"/>
                    <a:pt x="221" y="306394"/>
                  </a:cubicBezTo>
                  <a:cubicBezTo>
                    <a:pt x="221" y="308250"/>
                    <a:pt x="1436" y="309488"/>
                    <a:pt x="3259" y="309488"/>
                  </a:cubicBezTo>
                  <a:cubicBezTo>
                    <a:pt x="6296" y="309488"/>
                    <a:pt x="33636" y="288449"/>
                    <a:pt x="51559" y="249155"/>
                  </a:cubicBezTo>
                  <a:cubicBezTo>
                    <a:pt x="67052" y="215120"/>
                    <a:pt x="70697" y="180777"/>
                    <a:pt x="70697" y="15478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EA588AE1-01CA-B9C3-7131-8723C55CB181}"/>
                </a:ext>
              </a:extLst>
            </p:cNvPr>
            <p:cNvSpPr/>
            <p:nvPr>
              <p:custDataLst>
                <p:tags r:id="rId420"/>
              </p:custDataLst>
            </p:nvPr>
          </p:nvSpPr>
          <p:spPr>
            <a:xfrm>
              <a:off x="11771716" y="4890950"/>
              <a:ext cx="155533" cy="215343"/>
            </a:xfrm>
            <a:custGeom>
              <a:avLst/>
              <a:gdLst>
                <a:gd name="connsiteX0" fmla="*/ 136317 w 155533"/>
                <a:gd name="connsiteY0" fmla="*/ 177064 h 215343"/>
                <a:gd name="connsiteX1" fmla="*/ 111407 w 155533"/>
                <a:gd name="connsiteY1" fmla="*/ 199031 h 215343"/>
                <a:gd name="connsiteX2" fmla="*/ 105939 w 155533"/>
                <a:gd name="connsiteY2" fmla="*/ 192843 h 215343"/>
                <a:gd name="connsiteX3" fmla="*/ 125685 w 155533"/>
                <a:gd name="connsiteY3" fmla="*/ 116730 h 215343"/>
                <a:gd name="connsiteX4" fmla="*/ 155759 w 155533"/>
                <a:gd name="connsiteY4" fmla="*/ 1633 h 215343"/>
                <a:gd name="connsiteX5" fmla="*/ 154240 w 155533"/>
                <a:gd name="connsiteY5" fmla="*/ 86 h 215343"/>
                <a:gd name="connsiteX6" fmla="*/ 107762 w 155533"/>
                <a:gd name="connsiteY6" fmla="*/ 7202 h 215343"/>
                <a:gd name="connsiteX7" fmla="*/ 107762 w 155533"/>
                <a:gd name="connsiteY7" fmla="*/ 12462 h 215343"/>
                <a:gd name="connsiteX8" fmla="*/ 126596 w 155533"/>
                <a:gd name="connsiteY8" fmla="*/ 20506 h 215343"/>
                <a:gd name="connsiteX9" fmla="*/ 122039 w 155533"/>
                <a:gd name="connsiteY9" fmla="*/ 42164 h 215343"/>
                <a:gd name="connsiteX10" fmla="*/ 108673 w 155533"/>
                <a:gd name="connsiteY10" fmla="*/ 92906 h 215343"/>
                <a:gd name="connsiteX11" fmla="*/ 88928 w 155533"/>
                <a:gd name="connsiteY11" fmla="*/ 74961 h 215343"/>
                <a:gd name="connsiteX12" fmla="*/ 225 w 155533"/>
                <a:gd name="connsiteY12" fmla="*/ 179539 h 215343"/>
                <a:gd name="connsiteX13" fmla="*/ 32121 w 155533"/>
                <a:gd name="connsiteY13" fmla="*/ 214811 h 215343"/>
                <a:gd name="connsiteX14" fmla="*/ 86801 w 155533"/>
                <a:gd name="connsiteY14" fmla="*/ 173970 h 215343"/>
                <a:gd name="connsiteX15" fmla="*/ 82852 w 155533"/>
                <a:gd name="connsiteY15" fmla="*/ 201507 h 215343"/>
                <a:gd name="connsiteX16" fmla="*/ 95611 w 155533"/>
                <a:gd name="connsiteY16" fmla="*/ 215430 h 215343"/>
                <a:gd name="connsiteX17" fmla="*/ 139962 w 155533"/>
                <a:gd name="connsiteY17" fmla="*/ 180158 h 215343"/>
                <a:gd name="connsiteX18" fmla="*/ 136317 w 155533"/>
                <a:gd name="connsiteY18" fmla="*/ 177064 h 215343"/>
                <a:gd name="connsiteX19" fmla="*/ 90143 w 155533"/>
                <a:gd name="connsiteY19" fmla="*/ 82077 h 215343"/>
                <a:gd name="connsiteX20" fmla="*/ 103813 w 155533"/>
                <a:gd name="connsiteY20" fmla="*/ 99713 h 215343"/>
                <a:gd name="connsiteX21" fmla="*/ 44272 w 155533"/>
                <a:gd name="connsiteY21" fmla="*/ 199960 h 215343"/>
                <a:gd name="connsiteX22" fmla="*/ 26653 w 155533"/>
                <a:gd name="connsiteY22" fmla="*/ 179539 h 215343"/>
                <a:gd name="connsiteX23" fmla="*/ 61892 w 155533"/>
                <a:gd name="connsiteY23" fmla="*/ 96310 h 215343"/>
                <a:gd name="connsiteX24" fmla="*/ 90143 w 155533"/>
                <a:gd name="connsiteY24" fmla="*/ 82077 h 215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533" h="215343">
                  <a:moveTo>
                    <a:pt x="136317" y="177064"/>
                  </a:moveTo>
                  <a:cubicBezTo>
                    <a:pt x="119913" y="196247"/>
                    <a:pt x="116571" y="199031"/>
                    <a:pt x="111407" y="199031"/>
                  </a:cubicBezTo>
                  <a:cubicBezTo>
                    <a:pt x="108369" y="199031"/>
                    <a:pt x="105939" y="196247"/>
                    <a:pt x="105939" y="192843"/>
                  </a:cubicBezTo>
                  <a:cubicBezTo>
                    <a:pt x="105939" y="188512"/>
                    <a:pt x="115660" y="150765"/>
                    <a:pt x="125685" y="116730"/>
                  </a:cubicBezTo>
                  <a:cubicBezTo>
                    <a:pt x="133887" y="88265"/>
                    <a:pt x="140266" y="63513"/>
                    <a:pt x="155759" y="1633"/>
                  </a:cubicBezTo>
                  <a:lnTo>
                    <a:pt x="154240" y="86"/>
                  </a:lnTo>
                  <a:cubicBezTo>
                    <a:pt x="138140" y="3489"/>
                    <a:pt x="127204" y="5346"/>
                    <a:pt x="107762" y="7202"/>
                  </a:cubicBezTo>
                  <a:lnTo>
                    <a:pt x="107762" y="12462"/>
                  </a:lnTo>
                  <a:cubicBezTo>
                    <a:pt x="124470" y="13081"/>
                    <a:pt x="126596" y="14009"/>
                    <a:pt x="126596" y="20506"/>
                  </a:cubicBezTo>
                  <a:cubicBezTo>
                    <a:pt x="126596" y="24528"/>
                    <a:pt x="126292" y="26385"/>
                    <a:pt x="122039" y="42164"/>
                  </a:cubicBezTo>
                  <a:lnTo>
                    <a:pt x="108673" y="92906"/>
                  </a:lnTo>
                  <a:cubicBezTo>
                    <a:pt x="106243" y="79911"/>
                    <a:pt x="100775" y="74961"/>
                    <a:pt x="88928" y="74961"/>
                  </a:cubicBezTo>
                  <a:cubicBezTo>
                    <a:pt x="49437" y="74961"/>
                    <a:pt x="225" y="133129"/>
                    <a:pt x="225" y="179539"/>
                  </a:cubicBezTo>
                  <a:cubicBezTo>
                    <a:pt x="225" y="201507"/>
                    <a:pt x="12376" y="214811"/>
                    <a:pt x="32121" y="214811"/>
                  </a:cubicBezTo>
                  <a:cubicBezTo>
                    <a:pt x="52778" y="214811"/>
                    <a:pt x="66144" y="204910"/>
                    <a:pt x="86801" y="173970"/>
                  </a:cubicBezTo>
                  <a:cubicBezTo>
                    <a:pt x="83460" y="189749"/>
                    <a:pt x="82852" y="194390"/>
                    <a:pt x="82852" y="201507"/>
                  </a:cubicBezTo>
                  <a:cubicBezTo>
                    <a:pt x="82852" y="209860"/>
                    <a:pt x="88016" y="215430"/>
                    <a:pt x="95611" y="215430"/>
                  </a:cubicBezTo>
                  <a:cubicBezTo>
                    <a:pt x="108369" y="215430"/>
                    <a:pt x="124166" y="202744"/>
                    <a:pt x="139962" y="180158"/>
                  </a:cubicBezTo>
                  <a:lnTo>
                    <a:pt x="136317" y="177064"/>
                  </a:lnTo>
                  <a:close/>
                  <a:moveTo>
                    <a:pt x="90143" y="82077"/>
                  </a:moveTo>
                  <a:cubicBezTo>
                    <a:pt x="99256" y="82696"/>
                    <a:pt x="103813" y="88575"/>
                    <a:pt x="103813" y="99713"/>
                  </a:cubicBezTo>
                  <a:cubicBezTo>
                    <a:pt x="103813" y="146742"/>
                    <a:pt x="72220" y="199960"/>
                    <a:pt x="44272" y="199960"/>
                  </a:cubicBezTo>
                  <a:cubicBezTo>
                    <a:pt x="33944" y="199960"/>
                    <a:pt x="26653" y="191606"/>
                    <a:pt x="26653" y="179539"/>
                  </a:cubicBezTo>
                  <a:cubicBezTo>
                    <a:pt x="26653" y="153859"/>
                    <a:pt x="41842" y="117968"/>
                    <a:pt x="61892" y="96310"/>
                  </a:cubicBezTo>
                  <a:cubicBezTo>
                    <a:pt x="70397" y="87337"/>
                    <a:pt x="81637" y="81458"/>
                    <a:pt x="90143" y="8207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545000B5-1F45-285F-BB7B-FB794438C366}"/>
                </a:ext>
              </a:extLst>
            </p:cNvPr>
            <p:cNvSpPr/>
            <p:nvPr>
              <p:custDataLst>
                <p:tags r:id="rId421"/>
              </p:custDataLst>
            </p:nvPr>
          </p:nvSpPr>
          <p:spPr>
            <a:xfrm>
              <a:off x="11927268" y="4965825"/>
              <a:ext cx="143990" cy="139849"/>
            </a:xfrm>
            <a:custGeom>
              <a:avLst/>
              <a:gdLst>
                <a:gd name="connsiteX0" fmla="*/ 130550 w 143990"/>
                <a:gd name="connsiteY0" fmla="*/ 102189 h 139849"/>
                <a:gd name="connsiteX1" fmla="*/ 123867 w 143990"/>
                <a:gd name="connsiteY1" fmla="*/ 110543 h 139849"/>
                <a:gd name="connsiteX2" fmla="*/ 109894 w 143990"/>
                <a:gd name="connsiteY2" fmla="*/ 122919 h 139849"/>
                <a:gd name="connsiteX3" fmla="*/ 100477 w 143990"/>
                <a:gd name="connsiteY3" fmla="*/ 110233 h 139849"/>
                <a:gd name="connsiteX4" fmla="*/ 99261 w 143990"/>
                <a:gd name="connsiteY4" fmla="*/ 104973 h 139849"/>
                <a:gd name="connsiteX5" fmla="*/ 88325 w 143990"/>
                <a:gd name="connsiteY5" fmla="*/ 54850 h 139849"/>
                <a:gd name="connsiteX6" fmla="*/ 118096 w 143990"/>
                <a:gd name="connsiteY6" fmla="*/ 17413 h 139849"/>
                <a:gd name="connsiteX7" fmla="*/ 125386 w 143990"/>
                <a:gd name="connsiteY7" fmla="*/ 19888 h 139849"/>
                <a:gd name="connsiteX8" fmla="*/ 133588 w 143990"/>
                <a:gd name="connsiteY8" fmla="*/ 22672 h 139849"/>
                <a:gd name="connsiteX9" fmla="*/ 144220 w 143990"/>
                <a:gd name="connsiteY9" fmla="*/ 11534 h 139849"/>
                <a:gd name="connsiteX10" fmla="*/ 131766 w 143990"/>
                <a:gd name="connsiteY10" fmla="*/ 86 h 139849"/>
                <a:gd name="connsiteX11" fmla="*/ 85895 w 143990"/>
                <a:gd name="connsiteY11" fmla="*/ 44331 h 139849"/>
                <a:gd name="connsiteX12" fmla="*/ 82554 w 143990"/>
                <a:gd name="connsiteY12" fmla="*/ 27313 h 139849"/>
                <a:gd name="connsiteX13" fmla="*/ 66757 w 143990"/>
                <a:gd name="connsiteY13" fmla="*/ 86 h 139849"/>
                <a:gd name="connsiteX14" fmla="*/ 31215 w 143990"/>
                <a:gd name="connsiteY14" fmla="*/ 9059 h 139849"/>
                <a:gd name="connsiteX15" fmla="*/ 27874 w 143990"/>
                <a:gd name="connsiteY15" fmla="*/ 10296 h 139849"/>
                <a:gd name="connsiteX16" fmla="*/ 29089 w 143990"/>
                <a:gd name="connsiteY16" fmla="*/ 14937 h 139849"/>
                <a:gd name="connsiteX17" fmla="*/ 46100 w 143990"/>
                <a:gd name="connsiteY17" fmla="*/ 11534 h 139849"/>
                <a:gd name="connsiteX18" fmla="*/ 59770 w 143990"/>
                <a:gd name="connsiteY18" fmla="*/ 32883 h 139849"/>
                <a:gd name="connsiteX19" fmla="*/ 68580 w 143990"/>
                <a:gd name="connsiteY19" fmla="*/ 70939 h 139849"/>
                <a:gd name="connsiteX20" fmla="*/ 43670 w 143990"/>
                <a:gd name="connsiteY20" fmla="*/ 107139 h 139849"/>
                <a:gd name="connsiteX21" fmla="*/ 28178 w 143990"/>
                <a:gd name="connsiteY21" fmla="*/ 121990 h 139849"/>
                <a:gd name="connsiteX22" fmla="*/ 20279 w 143990"/>
                <a:gd name="connsiteY22" fmla="*/ 119206 h 139849"/>
                <a:gd name="connsiteX23" fmla="*/ 10559 w 143990"/>
                <a:gd name="connsiteY23" fmla="*/ 116112 h 139849"/>
                <a:gd name="connsiteX24" fmla="*/ 230 w 143990"/>
                <a:gd name="connsiteY24" fmla="*/ 126941 h 139849"/>
                <a:gd name="connsiteX25" fmla="*/ 15419 w 143990"/>
                <a:gd name="connsiteY25" fmla="*/ 139936 h 139849"/>
                <a:gd name="connsiteX26" fmla="*/ 43670 w 143990"/>
                <a:gd name="connsiteY26" fmla="*/ 118278 h 139849"/>
                <a:gd name="connsiteX27" fmla="*/ 71010 w 143990"/>
                <a:gd name="connsiteY27" fmla="*/ 82078 h 139849"/>
                <a:gd name="connsiteX28" fmla="*/ 80123 w 143990"/>
                <a:gd name="connsiteY28" fmla="*/ 119206 h 139849"/>
                <a:gd name="connsiteX29" fmla="*/ 97743 w 143990"/>
                <a:gd name="connsiteY29" fmla="*/ 139936 h 139849"/>
                <a:gd name="connsiteX30" fmla="*/ 134803 w 143990"/>
                <a:gd name="connsiteY30" fmla="*/ 104664 h 139849"/>
                <a:gd name="connsiteX31" fmla="*/ 130550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550" y="102189"/>
                  </a:moveTo>
                  <a:cubicBezTo>
                    <a:pt x="128120" y="104973"/>
                    <a:pt x="126601" y="106830"/>
                    <a:pt x="123867" y="110543"/>
                  </a:cubicBezTo>
                  <a:cubicBezTo>
                    <a:pt x="116881" y="119825"/>
                    <a:pt x="113235" y="122919"/>
                    <a:pt x="109894" y="122919"/>
                  </a:cubicBezTo>
                  <a:cubicBezTo>
                    <a:pt x="105337" y="122919"/>
                    <a:pt x="102603" y="118896"/>
                    <a:pt x="100477" y="110233"/>
                  </a:cubicBezTo>
                  <a:cubicBezTo>
                    <a:pt x="99869" y="107758"/>
                    <a:pt x="99565" y="105902"/>
                    <a:pt x="99261" y="104973"/>
                  </a:cubicBezTo>
                  <a:cubicBezTo>
                    <a:pt x="91667" y="73724"/>
                    <a:pt x="88325" y="59491"/>
                    <a:pt x="88325" y="54850"/>
                  </a:cubicBezTo>
                  <a:cubicBezTo>
                    <a:pt x="101692" y="31026"/>
                    <a:pt x="112628" y="17413"/>
                    <a:pt x="118096" y="17413"/>
                  </a:cubicBezTo>
                  <a:cubicBezTo>
                    <a:pt x="119918" y="17413"/>
                    <a:pt x="122349" y="18341"/>
                    <a:pt x="125386" y="19888"/>
                  </a:cubicBezTo>
                  <a:cubicBezTo>
                    <a:pt x="129032" y="22054"/>
                    <a:pt x="131158" y="22672"/>
                    <a:pt x="133588" y="22672"/>
                  </a:cubicBezTo>
                  <a:cubicBezTo>
                    <a:pt x="139968" y="22672"/>
                    <a:pt x="144220" y="18031"/>
                    <a:pt x="144220" y="11534"/>
                  </a:cubicBezTo>
                  <a:cubicBezTo>
                    <a:pt x="144220" y="5036"/>
                    <a:pt x="139056" y="86"/>
                    <a:pt x="131766" y="86"/>
                  </a:cubicBezTo>
                  <a:cubicBezTo>
                    <a:pt x="118399" y="86"/>
                    <a:pt x="106856" y="11224"/>
                    <a:pt x="85895" y="44331"/>
                  </a:cubicBezTo>
                  <a:lnTo>
                    <a:pt x="82554" y="27313"/>
                  </a:lnTo>
                  <a:cubicBezTo>
                    <a:pt x="78301" y="6274"/>
                    <a:pt x="74959" y="86"/>
                    <a:pt x="66757" y="86"/>
                  </a:cubicBezTo>
                  <a:cubicBezTo>
                    <a:pt x="60074" y="86"/>
                    <a:pt x="49746" y="2871"/>
                    <a:pt x="31215" y="9059"/>
                  </a:cubicBezTo>
                  <a:lnTo>
                    <a:pt x="27874" y="10296"/>
                  </a:lnTo>
                  <a:lnTo>
                    <a:pt x="29089" y="14937"/>
                  </a:lnTo>
                  <a:cubicBezTo>
                    <a:pt x="40632" y="12153"/>
                    <a:pt x="43366" y="11534"/>
                    <a:pt x="46100" y="11534"/>
                  </a:cubicBezTo>
                  <a:cubicBezTo>
                    <a:pt x="53695" y="11534"/>
                    <a:pt x="55518" y="14318"/>
                    <a:pt x="59770" y="32883"/>
                  </a:cubicBezTo>
                  <a:lnTo>
                    <a:pt x="68580" y="70939"/>
                  </a:lnTo>
                  <a:lnTo>
                    <a:pt x="43670" y="107139"/>
                  </a:lnTo>
                  <a:cubicBezTo>
                    <a:pt x="37595" y="116421"/>
                    <a:pt x="31519" y="121990"/>
                    <a:pt x="28178" y="121990"/>
                  </a:cubicBezTo>
                  <a:cubicBezTo>
                    <a:pt x="26355" y="121990"/>
                    <a:pt x="23317" y="121062"/>
                    <a:pt x="20279" y="119206"/>
                  </a:cubicBezTo>
                  <a:cubicBezTo>
                    <a:pt x="16330" y="117040"/>
                    <a:pt x="12989" y="116112"/>
                    <a:pt x="10559" y="116112"/>
                  </a:cubicBezTo>
                  <a:cubicBezTo>
                    <a:pt x="4787" y="116112"/>
                    <a:pt x="230" y="120753"/>
                    <a:pt x="230" y="126941"/>
                  </a:cubicBezTo>
                  <a:cubicBezTo>
                    <a:pt x="230" y="134985"/>
                    <a:pt x="6306" y="139936"/>
                    <a:pt x="15419" y="139936"/>
                  </a:cubicBezTo>
                  <a:cubicBezTo>
                    <a:pt x="24836" y="139936"/>
                    <a:pt x="28481" y="137151"/>
                    <a:pt x="43670" y="118278"/>
                  </a:cubicBezTo>
                  <a:cubicBezTo>
                    <a:pt x="51872" y="108377"/>
                    <a:pt x="58252" y="100023"/>
                    <a:pt x="71010" y="82078"/>
                  </a:cubicBezTo>
                  <a:lnTo>
                    <a:pt x="80123" y="119206"/>
                  </a:lnTo>
                  <a:cubicBezTo>
                    <a:pt x="84073" y="134985"/>
                    <a:pt x="88022" y="139936"/>
                    <a:pt x="97743" y="139936"/>
                  </a:cubicBezTo>
                  <a:cubicBezTo>
                    <a:pt x="109286" y="139936"/>
                    <a:pt x="117184" y="132510"/>
                    <a:pt x="134803" y="104664"/>
                  </a:cubicBezTo>
                  <a:lnTo>
                    <a:pt x="130550" y="102189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C7A7C588-ECCE-C679-046B-EF426D151D36}"/>
                </a:ext>
              </a:extLst>
            </p:cNvPr>
            <p:cNvSpPr/>
            <p:nvPr>
              <p:custDataLst>
                <p:tags r:id="rId422"/>
              </p:custDataLst>
            </p:nvPr>
          </p:nvSpPr>
          <p:spPr>
            <a:xfrm>
              <a:off x="12156227" y="4906114"/>
              <a:ext cx="202619" cy="72400"/>
            </a:xfrm>
            <a:custGeom>
              <a:avLst/>
              <a:gdLst>
                <a:gd name="connsiteX0" fmla="*/ 202856 w 202619"/>
                <a:gd name="connsiteY0" fmla="*/ 10294 h 72400"/>
                <a:gd name="connsiteX1" fmla="*/ 198603 w 202619"/>
                <a:gd name="connsiteY1" fmla="*/ 393 h 72400"/>
                <a:gd name="connsiteX2" fmla="*/ 194350 w 202619"/>
                <a:gd name="connsiteY2" fmla="*/ 8438 h 72400"/>
                <a:gd name="connsiteX3" fmla="*/ 151821 w 202619"/>
                <a:gd name="connsiteY3" fmla="*/ 55158 h 72400"/>
                <a:gd name="connsiteX4" fmla="*/ 103217 w 202619"/>
                <a:gd name="connsiteY4" fmla="*/ 28549 h 72400"/>
                <a:gd name="connsiteX5" fmla="*/ 51271 w 202619"/>
                <a:gd name="connsiteY5" fmla="*/ 84 h 72400"/>
                <a:gd name="connsiteX6" fmla="*/ 236 w 202619"/>
                <a:gd name="connsiteY6" fmla="*/ 62274 h 72400"/>
                <a:gd name="connsiteX7" fmla="*/ 4489 w 202619"/>
                <a:gd name="connsiteY7" fmla="*/ 72175 h 72400"/>
                <a:gd name="connsiteX8" fmla="*/ 8742 w 202619"/>
                <a:gd name="connsiteY8" fmla="*/ 65058 h 72400"/>
                <a:gd name="connsiteX9" fmla="*/ 51271 w 202619"/>
                <a:gd name="connsiteY9" fmla="*/ 17410 h 72400"/>
                <a:gd name="connsiteX10" fmla="*/ 99875 w 202619"/>
                <a:gd name="connsiteY10" fmla="*/ 44019 h 72400"/>
                <a:gd name="connsiteX11" fmla="*/ 151821 w 202619"/>
                <a:gd name="connsiteY11" fmla="*/ 72484 h 72400"/>
                <a:gd name="connsiteX12" fmla="*/ 202856 w 202619"/>
                <a:gd name="connsiteY12" fmla="*/ 10294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2619" h="72400">
                  <a:moveTo>
                    <a:pt x="202856" y="10294"/>
                  </a:moveTo>
                  <a:cubicBezTo>
                    <a:pt x="202856" y="3487"/>
                    <a:pt x="201033" y="393"/>
                    <a:pt x="198603" y="393"/>
                  </a:cubicBezTo>
                  <a:cubicBezTo>
                    <a:pt x="197084" y="393"/>
                    <a:pt x="194654" y="2559"/>
                    <a:pt x="194350" y="8438"/>
                  </a:cubicBezTo>
                  <a:cubicBezTo>
                    <a:pt x="193135" y="38140"/>
                    <a:pt x="173085" y="55158"/>
                    <a:pt x="151821" y="55158"/>
                  </a:cubicBezTo>
                  <a:cubicBezTo>
                    <a:pt x="132683" y="55158"/>
                    <a:pt x="118102" y="41853"/>
                    <a:pt x="103217" y="28549"/>
                  </a:cubicBezTo>
                  <a:cubicBezTo>
                    <a:pt x="87724" y="14316"/>
                    <a:pt x="71928" y="84"/>
                    <a:pt x="51271" y="84"/>
                  </a:cubicBezTo>
                  <a:cubicBezTo>
                    <a:pt x="18159" y="84"/>
                    <a:pt x="236" y="34118"/>
                    <a:pt x="236" y="62274"/>
                  </a:cubicBezTo>
                  <a:cubicBezTo>
                    <a:pt x="236" y="72175"/>
                    <a:pt x="4185" y="72175"/>
                    <a:pt x="4489" y="72175"/>
                  </a:cubicBezTo>
                  <a:cubicBezTo>
                    <a:pt x="7831" y="72175"/>
                    <a:pt x="8742" y="65987"/>
                    <a:pt x="8742" y="65058"/>
                  </a:cubicBezTo>
                  <a:cubicBezTo>
                    <a:pt x="9957" y="31024"/>
                    <a:pt x="32740" y="17410"/>
                    <a:pt x="51271" y="17410"/>
                  </a:cubicBezTo>
                  <a:cubicBezTo>
                    <a:pt x="70409" y="17410"/>
                    <a:pt x="84990" y="30715"/>
                    <a:pt x="99875" y="44019"/>
                  </a:cubicBezTo>
                  <a:cubicBezTo>
                    <a:pt x="115368" y="58252"/>
                    <a:pt x="131164" y="72484"/>
                    <a:pt x="151821" y="72484"/>
                  </a:cubicBezTo>
                  <a:cubicBezTo>
                    <a:pt x="184933" y="72484"/>
                    <a:pt x="202856" y="38450"/>
                    <a:pt x="202856" y="10294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E21ABB86-3766-5292-47D5-618D84AB7267}"/>
                </a:ext>
              </a:extLst>
            </p:cNvPr>
            <p:cNvSpPr/>
            <p:nvPr>
              <p:custDataLst>
                <p:tags r:id="rId423"/>
              </p:custDataLst>
            </p:nvPr>
          </p:nvSpPr>
          <p:spPr>
            <a:xfrm>
              <a:off x="12156531" y="5004249"/>
              <a:ext cx="202011" cy="72400"/>
            </a:xfrm>
            <a:custGeom>
              <a:avLst/>
              <a:gdLst>
                <a:gd name="connsiteX0" fmla="*/ 191921 w 202011"/>
                <a:gd name="connsiteY0" fmla="*/ 12462 h 72400"/>
                <a:gd name="connsiteX1" fmla="*/ 202250 w 202011"/>
                <a:gd name="connsiteY1" fmla="*/ 6274 h 72400"/>
                <a:gd name="connsiteX2" fmla="*/ 192225 w 202011"/>
                <a:gd name="connsiteY2" fmla="*/ 86 h 72400"/>
                <a:gd name="connsiteX3" fmla="*/ 10262 w 202011"/>
                <a:gd name="connsiteY3" fmla="*/ 86 h 72400"/>
                <a:gd name="connsiteX4" fmla="*/ 238 w 202011"/>
                <a:gd name="connsiteY4" fmla="*/ 6274 h 72400"/>
                <a:gd name="connsiteX5" fmla="*/ 10566 w 202011"/>
                <a:gd name="connsiteY5" fmla="*/ 12462 h 72400"/>
                <a:gd name="connsiteX6" fmla="*/ 191921 w 202011"/>
                <a:gd name="connsiteY6" fmla="*/ 12462 h 72400"/>
                <a:gd name="connsiteX7" fmla="*/ 192225 w 202011"/>
                <a:gd name="connsiteY7" fmla="*/ 72486 h 72400"/>
                <a:gd name="connsiteX8" fmla="*/ 202250 w 202011"/>
                <a:gd name="connsiteY8" fmla="*/ 66298 h 72400"/>
                <a:gd name="connsiteX9" fmla="*/ 191921 w 202011"/>
                <a:gd name="connsiteY9" fmla="*/ 60110 h 72400"/>
                <a:gd name="connsiteX10" fmla="*/ 10566 w 202011"/>
                <a:gd name="connsiteY10" fmla="*/ 60110 h 72400"/>
                <a:gd name="connsiteX11" fmla="*/ 238 w 202011"/>
                <a:gd name="connsiteY11" fmla="*/ 66298 h 72400"/>
                <a:gd name="connsiteX12" fmla="*/ 10262 w 202011"/>
                <a:gd name="connsiteY12" fmla="*/ 72486 h 72400"/>
                <a:gd name="connsiteX13" fmla="*/ 192225 w 202011"/>
                <a:gd name="connsiteY13" fmla="*/ 72486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011" h="72400">
                  <a:moveTo>
                    <a:pt x="191921" y="12462"/>
                  </a:moveTo>
                  <a:cubicBezTo>
                    <a:pt x="196478" y="12462"/>
                    <a:pt x="202250" y="12462"/>
                    <a:pt x="202250" y="6274"/>
                  </a:cubicBezTo>
                  <a:cubicBezTo>
                    <a:pt x="202250" y="86"/>
                    <a:pt x="196478" y="86"/>
                    <a:pt x="192225" y="86"/>
                  </a:cubicBezTo>
                  <a:lnTo>
                    <a:pt x="10262" y="86"/>
                  </a:lnTo>
                  <a:cubicBezTo>
                    <a:pt x="6010" y="86"/>
                    <a:pt x="238" y="86"/>
                    <a:pt x="238" y="6274"/>
                  </a:cubicBezTo>
                  <a:cubicBezTo>
                    <a:pt x="238" y="12462"/>
                    <a:pt x="6010" y="12462"/>
                    <a:pt x="10566" y="12462"/>
                  </a:cubicBezTo>
                  <a:lnTo>
                    <a:pt x="191921" y="12462"/>
                  </a:lnTo>
                  <a:close/>
                  <a:moveTo>
                    <a:pt x="192225" y="72486"/>
                  </a:moveTo>
                  <a:cubicBezTo>
                    <a:pt x="196478" y="72486"/>
                    <a:pt x="202250" y="72486"/>
                    <a:pt x="202250" y="66298"/>
                  </a:cubicBezTo>
                  <a:cubicBezTo>
                    <a:pt x="202250" y="60110"/>
                    <a:pt x="196478" y="60110"/>
                    <a:pt x="191921" y="60110"/>
                  </a:cubicBezTo>
                  <a:lnTo>
                    <a:pt x="10566" y="60110"/>
                  </a:lnTo>
                  <a:cubicBezTo>
                    <a:pt x="6010" y="60110"/>
                    <a:pt x="238" y="60110"/>
                    <a:pt x="238" y="66298"/>
                  </a:cubicBezTo>
                  <a:cubicBezTo>
                    <a:pt x="238" y="72486"/>
                    <a:pt x="6010" y="72486"/>
                    <a:pt x="10262" y="72486"/>
                  </a:cubicBezTo>
                  <a:lnTo>
                    <a:pt x="192225" y="72486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C9923057-41DE-7D55-265B-A908EF0E14F0}"/>
                </a:ext>
              </a:extLst>
            </p:cNvPr>
            <p:cNvSpPr/>
            <p:nvPr>
              <p:custDataLst>
                <p:tags r:id="rId424"/>
              </p:custDataLst>
            </p:nvPr>
          </p:nvSpPr>
          <p:spPr>
            <a:xfrm>
              <a:off x="12459504" y="4714224"/>
              <a:ext cx="242505" cy="618742"/>
            </a:xfrm>
            <a:custGeom>
              <a:avLst/>
              <a:gdLst>
                <a:gd name="connsiteX0" fmla="*/ 13369 w 242505"/>
                <a:gd name="connsiteY0" fmla="*/ 606285 h 618742"/>
                <a:gd name="connsiteX1" fmla="*/ 26765 w 242505"/>
                <a:gd name="connsiteY1" fmla="*/ 592640 h 618742"/>
                <a:gd name="connsiteX2" fmla="*/ 13642 w 242505"/>
                <a:gd name="connsiteY2" fmla="*/ 578996 h 618742"/>
                <a:gd name="connsiteX3" fmla="*/ 246 w 242505"/>
                <a:gd name="connsiteY3" fmla="*/ 592919 h 618742"/>
                <a:gd name="connsiteX4" fmla="*/ 30593 w 242505"/>
                <a:gd name="connsiteY4" fmla="*/ 618816 h 618742"/>
                <a:gd name="connsiteX5" fmla="*/ 107145 w 242505"/>
                <a:gd name="connsiteY5" fmla="*/ 472902 h 618742"/>
                <a:gd name="connsiteX6" fmla="*/ 160731 w 242505"/>
                <a:gd name="connsiteY6" fmla="*/ 206692 h 618742"/>
                <a:gd name="connsiteX7" fmla="*/ 190258 w 242505"/>
                <a:gd name="connsiteY7" fmla="*/ 55765 h 618742"/>
                <a:gd name="connsiteX8" fmla="*/ 213497 w 242505"/>
                <a:gd name="connsiteY8" fmla="*/ 6199 h 618742"/>
                <a:gd name="connsiteX9" fmla="*/ 229901 w 242505"/>
                <a:gd name="connsiteY9" fmla="*/ 12604 h 618742"/>
                <a:gd name="connsiteX10" fmla="*/ 216231 w 242505"/>
                <a:gd name="connsiteY10" fmla="*/ 26248 h 618742"/>
                <a:gd name="connsiteX11" fmla="*/ 229354 w 242505"/>
                <a:gd name="connsiteY11" fmla="*/ 39893 h 618742"/>
                <a:gd name="connsiteX12" fmla="*/ 242751 w 242505"/>
                <a:gd name="connsiteY12" fmla="*/ 25970 h 618742"/>
                <a:gd name="connsiteX13" fmla="*/ 212950 w 242505"/>
                <a:gd name="connsiteY13" fmla="*/ 73 h 618742"/>
                <a:gd name="connsiteX14" fmla="*/ 161825 w 242505"/>
                <a:gd name="connsiteY14" fmla="*/ 87232 h 618742"/>
                <a:gd name="connsiteX15" fmla="*/ 93748 w 242505"/>
                <a:gd name="connsiteY15" fmla="*/ 412197 h 618742"/>
                <a:gd name="connsiteX16" fmla="*/ 69689 w 242505"/>
                <a:gd name="connsiteY16" fmla="*/ 540011 h 618742"/>
                <a:gd name="connsiteX17" fmla="*/ 30046 w 242505"/>
                <a:gd name="connsiteY17" fmla="*/ 612690 h 618742"/>
                <a:gd name="connsiteX18" fmla="*/ 13369 w 242505"/>
                <a:gd name="connsiteY18" fmla="*/ 606285 h 61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505" h="618742">
                  <a:moveTo>
                    <a:pt x="13369" y="606285"/>
                  </a:moveTo>
                  <a:cubicBezTo>
                    <a:pt x="22118" y="605728"/>
                    <a:pt x="26765" y="599602"/>
                    <a:pt x="26765" y="592640"/>
                  </a:cubicBezTo>
                  <a:cubicBezTo>
                    <a:pt x="26765" y="583451"/>
                    <a:pt x="19930" y="578996"/>
                    <a:pt x="13642" y="578996"/>
                  </a:cubicBezTo>
                  <a:cubicBezTo>
                    <a:pt x="7081" y="578996"/>
                    <a:pt x="246" y="583173"/>
                    <a:pt x="246" y="592919"/>
                  </a:cubicBezTo>
                  <a:cubicBezTo>
                    <a:pt x="246" y="607121"/>
                    <a:pt x="13916" y="618816"/>
                    <a:pt x="30593" y="618816"/>
                  </a:cubicBezTo>
                  <a:cubicBezTo>
                    <a:pt x="72150" y="618816"/>
                    <a:pt x="87734" y="553656"/>
                    <a:pt x="107145" y="472902"/>
                  </a:cubicBezTo>
                  <a:cubicBezTo>
                    <a:pt x="128197" y="384908"/>
                    <a:pt x="145968" y="296078"/>
                    <a:pt x="160731" y="206692"/>
                  </a:cubicBezTo>
                  <a:cubicBezTo>
                    <a:pt x="170847" y="147379"/>
                    <a:pt x="180963" y="91687"/>
                    <a:pt x="190258" y="55765"/>
                  </a:cubicBezTo>
                  <a:cubicBezTo>
                    <a:pt x="193539" y="42121"/>
                    <a:pt x="202835" y="6199"/>
                    <a:pt x="213497" y="6199"/>
                  </a:cubicBezTo>
                  <a:cubicBezTo>
                    <a:pt x="221973" y="6199"/>
                    <a:pt x="228808" y="11490"/>
                    <a:pt x="229901" y="12604"/>
                  </a:cubicBezTo>
                  <a:cubicBezTo>
                    <a:pt x="220879" y="13161"/>
                    <a:pt x="216231" y="19287"/>
                    <a:pt x="216231" y="26248"/>
                  </a:cubicBezTo>
                  <a:cubicBezTo>
                    <a:pt x="216231" y="35438"/>
                    <a:pt x="223066" y="39893"/>
                    <a:pt x="229354" y="39893"/>
                  </a:cubicBezTo>
                  <a:cubicBezTo>
                    <a:pt x="235916" y="39893"/>
                    <a:pt x="242751" y="35716"/>
                    <a:pt x="242751" y="25970"/>
                  </a:cubicBezTo>
                  <a:cubicBezTo>
                    <a:pt x="242751" y="10933"/>
                    <a:pt x="227987" y="73"/>
                    <a:pt x="212950" y="73"/>
                  </a:cubicBezTo>
                  <a:cubicBezTo>
                    <a:pt x="192172" y="73"/>
                    <a:pt x="176862" y="30425"/>
                    <a:pt x="161825" y="87232"/>
                  </a:cubicBezTo>
                  <a:cubicBezTo>
                    <a:pt x="161005" y="90295"/>
                    <a:pt x="123822" y="230083"/>
                    <a:pt x="93748" y="412197"/>
                  </a:cubicBezTo>
                  <a:cubicBezTo>
                    <a:pt x="86640" y="454802"/>
                    <a:pt x="78711" y="501305"/>
                    <a:pt x="69689" y="540011"/>
                  </a:cubicBezTo>
                  <a:cubicBezTo>
                    <a:pt x="64768" y="560339"/>
                    <a:pt x="52192" y="612690"/>
                    <a:pt x="30046" y="612690"/>
                  </a:cubicBezTo>
                  <a:cubicBezTo>
                    <a:pt x="20204" y="612690"/>
                    <a:pt x="13642" y="606285"/>
                    <a:pt x="13369" y="606285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502597C-8455-34C7-603D-878640DE5C7D}"/>
                </a:ext>
              </a:extLst>
            </p:cNvPr>
            <p:cNvSpPr/>
            <p:nvPr>
              <p:custDataLst>
                <p:tags r:id="rId425"/>
              </p:custDataLst>
            </p:nvPr>
          </p:nvSpPr>
          <p:spPr>
            <a:xfrm>
              <a:off x="12711938" y="4701962"/>
              <a:ext cx="106552" cy="103488"/>
            </a:xfrm>
            <a:custGeom>
              <a:avLst/>
              <a:gdLst>
                <a:gd name="connsiteX0" fmla="*/ 96692 w 106552"/>
                <a:gd name="connsiteY0" fmla="*/ 75633 h 103488"/>
                <a:gd name="connsiteX1" fmla="*/ 91747 w 106552"/>
                <a:gd name="connsiteY1" fmla="*/ 81815 h 103488"/>
                <a:gd name="connsiteX2" fmla="*/ 81406 w 106552"/>
                <a:gd name="connsiteY2" fmla="*/ 90973 h 103488"/>
                <a:gd name="connsiteX3" fmla="*/ 74437 w 106552"/>
                <a:gd name="connsiteY3" fmla="*/ 81586 h 103488"/>
                <a:gd name="connsiteX4" fmla="*/ 73538 w 106552"/>
                <a:gd name="connsiteY4" fmla="*/ 77694 h 103488"/>
                <a:gd name="connsiteX5" fmla="*/ 65446 w 106552"/>
                <a:gd name="connsiteY5" fmla="*/ 40602 h 103488"/>
                <a:gd name="connsiteX6" fmla="*/ 87476 w 106552"/>
                <a:gd name="connsiteY6" fmla="*/ 12899 h 103488"/>
                <a:gd name="connsiteX7" fmla="*/ 92871 w 106552"/>
                <a:gd name="connsiteY7" fmla="*/ 14730 h 103488"/>
                <a:gd name="connsiteX8" fmla="*/ 98940 w 106552"/>
                <a:gd name="connsiteY8" fmla="*/ 16791 h 103488"/>
                <a:gd name="connsiteX9" fmla="*/ 106808 w 106552"/>
                <a:gd name="connsiteY9" fmla="*/ 8548 h 103488"/>
                <a:gd name="connsiteX10" fmla="*/ 97591 w 106552"/>
                <a:gd name="connsiteY10" fmla="*/ 77 h 103488"/>
                <a:gd name="connsiteX11" fmla="*/ 63647 w 106552"/>
                <a:gd name="connsiteY11" fmla="*/ 32818 h 103488"/>
                <a:gd name="connsiteX12" fmla="*/ 61175 w 106552"/>
                <a:gd name="connsiteY12" fmla="*/ 20225 h 103488"/>
                <a:gd name="connsiteX13" fmla="*/ 49485 w 106552"/>
                <a:gd name="connsiteY13" fmla="*/ 77 h 103488"/>
                <a:gd name="connsiteX14" fmla="*/ 23184 w 106552"/>
                <a:gd name="connsiteY14" fmla="*/ 6717 h 103488"/>
                <a:gd name="connsiteX15" fmla="*/ 20711 w 106552"/>
                <a:gd name="connsiteY15" fmla="*/ 7633 h 103488"/>
                <a:gd name="connsiteX16" fmla="*/ 21611 w 106552"/>
                <a:gd name="connsiteY16" fmla="*/ 11067 h 103488"/>
                <a:gd name="connsiteX17" fmla="*/ 34199 w 106552"/>
                <a:gd name="connsiteY17" fmla="*/ 8548 h 103488"/>
                <a:gd name="connsiteX18" fmla="*/ 44315 w 106552"/>
                <a:gd name="connsiteY18" fmla="*/ 24346 h 103488"/>
                <a:gd name="connsiteX19" fmla="*/ 50834 w 106552"/>
                <a:gd name="connsiteY19" fmla="*/ 52508 h 103488"/>
                <a:gd name="connsiteX20" fmla="*/ 32401 w 106552"/>
                <a:gd name="connsiteY20" fmla="*/ 79296 h 103488"/>
                <a:gd name="connsiteX21" fmla="*/ 20936 w 106552"/>
                <a:gd name="connsiteY21" fmla="*/ 90286 h 103488"/>
                <a:gd name="connsiteX22" fmla="*/ 15092 w 106552"/>
                <a:gd name="connsiteY22" fmla="*/ 88226 h 103488"/>
                <a:gd name="connsiteX23" fmla="*/ 7898 w 106552"/>
                <a:gd name="connsiteY23" fmla="*/ 85936 h 103488"/>
                <a:gd name="connsiteX24" fmla="*/ 255 w 106552"/>
                <a:gd name="connsiteY24" fmla="*/ 93950 h 103488"/>
                <a:gd name="connsiteX25" fmla="*/ 11495 w 106552"/>
                <a:gd name="connsiteY25" fmla="*/ 103566 h 103488"/>
                <a:gd name="connsiteX26" fmla="*/ 32401 w 106552"/>
                <a:gd name="connsiteY26" fmla="*/ 87539 h 103488"/>
                <a:gd name="connsiteX27" fmla="*/ 52632 w 106552"/>
                <a:gd name="connsiteY27" fmla="*/ 60751 h 103488"/>
                <a:gd name="connsiteX28" fmla="*/ 59376 w 106552"/>
                <a:gd name="connsiteY28" fmla="*/ 88226 h 103488"/>
                <a:gd name="connsiteX29" fmla="*/ 72414 w 106552"/>
                <a:gd name="connsiteY29" fmla="*/ 103566 h 103488"/>
                <a:gd name="connsiteX30" fmla="*/ 99839 w 106552"/>
                <a:gd name="connsiteY30" fmla="*/ 77465 h 103488"/>
                <a:gd name="connsiteX31" fmla="*/ 96692 w 106552"/>
                <a:gd name="connsiteY31" fmla="*/ 75633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92" y="75633"/>
                  </a:moveTo>
                  <a:cubicBezTo>
                    <a:pt x="94894" y="77694"/>
                    <a:pt x="93770" y="79067"/>
                    <a:pt x="91747" y="81815"/>
                  </a:cubicBezTo>
                  <a:cubicBezTo>
                    <a:pt x="86576" y="88684"/>
                    <a:pt x="83879" y="90973"/>
                    <a:pt x="81406" y="90973"/>
                  </a:cubicBezTo>
                  <a:cubicBezTo>
                    <a:pt x="78034" y="90973"/>
                    <a:pt x="76011" y="87997"/>
                    <a:pt x="74437" y="81586"/>
                  </a:cubicBezTo>
                  <a:cubicBezTo>
                    <a:pt x="73988" y="79754"/>
                    <a:pt x="73763" y="78380"/>
                    <a:pt x="73538" y="77694"/>
                  </a:cubicBezTo>
                  <a:cubicBezTo>
                    <a:pt x="67918" y="54569"/>
                    <a:pt x="65446" y="44037"/>
                    <a:pt x="65446" y="40602"/>
                  </a:cubicBezTo>
                  <a:cubicBezTo>
                    <a:pt x="75337" y="22973"/>
                    <a:pt x="83429" y="12899"/>
                    <a:pt x="87476" y="12899"/>
                  </a:cubicBezTo>
                  <a:cubicBezTo>
                    <a:pt x="88824" y="12899"/>
                    <a:pt x="90623" y="13585"/>
                    <a:pt x="92871" y="14730"/>
                  </a:cubicBezTo>
                  <a:cubicBezTo>
                    <a:pt x="95568" y="16333"/>
                    <a:pt x="97142" y="16791"/>
                    <a:pt x="98940" y="16791"/>
                  </a:cubicBezTo>
                  <a:cubicBezTo>
                    <a:pt x="103661" y="16791"/>
                    <a:pt x="106808" y="13356"/>
                    <a:pt x="106808" y="8548"/>
                  </a:cubicBezTo>
                  <a:cubicBezTo>
                    <a:pt x="106808" y="3740"/>
                    <a:pt x="102986" y="77"/>
                    <a:pt x="97591" y="77"/>
                  </a:cubicBezTo>
                  <a:cubicBezTo>
                    <a:pt x="87700" y="77"/>
                    <a:pt x="79158" y="8319"/>
                    <a:pt x="63647" y="32818"/>
                  </a:cubicBezTo>
                  <a:lnTo>
                    <a:pt x="61175" y="20225"/>
                  </a:lnTo>
                  <a:cubicBezTo>
                    <a:pt x="58027" y="4656"/>
                    <a:pt x="55555" y="77"/>
                    <a:pt x="49485" y="77"/>
                  </a:cubicBezTo>
                  <a:cubicBezTo>
                    <a:pt x="44540" y="77"/>
                    <a:pt x="36897" y="2138"/>
                    <a:pt x="23184" y="6717"/>
                  </a:cubicBezTo>
                  <a:lnTo>
                    <a:pt x="20711" y="7633"/>
                  </a:lnTo>
                  <a:lnTo>
                    <a:pt x="21611" y="11067"/>
                  </a:lnTo>
                  <a:cubicBezTo>
                    <a:pt x="30153" y="9006"/>
                    <a:pt x="32176" y="8548"/>
                    <a:pt x="34199" y="8548"/>
                  </a:cubicBezTo>
                  <a:cubicBezTo>
                    <a:pt x="39819" y="8548"/>
                    <a:pt x="41168" y="10609"/>
                    <a:pt x="44315" y="24346"/>
                  </a:cubicBezTo>
                  <a:lnTo>
                    <a:pt x="50834" y="52508"/>
                  </a:lnTo>
                  <a:lnTo>
                    <a:pt x="32401" y="79296"/>
                  </a:lnTo>
                  <a:cubicBezTo>
                    <a:pt x="27905" y="86165"/>
                    <a:pt x="23409" y="90286"/>
                    <a:pt x="20936" y="90286"/>
                  </a:cubicBezTo>
                  <a:cubicBezTo>
                    <a:pt x="19588" y="90286"/>
                    <a:pt x="17340" y="89599"/>
                    <a:pt x="15092" y="88226"/>
                  </a:cubicBezTo>
                  <a:cubicBezTo>
                    <a:pt x="12169" y="86623"/>
                    <a:pt x="9697" y="85936"/>
                    <a:pt x="7898" y="85936"/>
                  </a:cubicBezTo>
                  <a:cubicBezTo>
                    <a:pt x="3627" y="85936"/>
                    <a:pt x="255" y="89370"/>
                    <a:pt x="255" y="93950"/>
                  </a:cubicBezTo>
                  <a:cubicBezTo>
                    <a:pt x="255" y="99902"/>
                    <a:pt x="4751" y="103566"/>
                    <a:pt x="11495" y="103566"/>
                  </a:cubicBezTo>
                  <a:cubicBezTo>
                    <a:pt x="18464" y="103566"/>
                    <a:pt x="21161" y="101505"/>
                    <a:pt x="32401" y="87539"/>
                  </a:cubicBezTo>
                  <a:cubicBezTo>
                    <a:pt x="38470" y="80212"/>
                    <a:pt x="43191" y="74030"/>
                    <a:pt x="52632" y="60751"/>
                  </a:cubicBezTo>
                  <a:lnTo>
                    <a:pt x="59376" y="88226"/>
                  </a:lnTo>
                  <a:cubicBezTo>
                    <a:pt x="62299" y="99902"/>
                    <a:pt x="65221" y="103566"/>
                    <a:pt x="72414" y="103566"/>
                  </a:cubicBezTo>
                  <a:cubicBezTo>
                    <a:pt x="80957" y="103566"/>
                    <a:pt x="86801" y="98071"/>
                    <a:pt x="99839" y="77465"/>
                  </a:cubicBezTo>
                  <a:lnTo>
                    <a:pt x="96692" y="7563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96DCC0AA-9B5B-FE7E-F0E7-3928331B7A02}"/>
                </a:ext>
              </a:extLst>
            </p:cNvPr>
            <p:cNvSpPr/>
            <p:nvPr>
              <p:custDataLst>
                <p:tags r:id="rId426"/>
              </p:custDataLst>
            </p:nvPr>
          </p:nvSpPr>
          <p:spPr>
            <a:xfrm>
              <a:off x="12823658" y="4723043"/>
              <a:ext cx="81108" cy="125493"/>
            </a:xfrm>
            <a:custGeom>
              <a:avLst/>
              <a:gdLst>
                <a:gd name="connsiteX0" fmla="*/ 81366 w 81108"/>
                <a:gd name="connsiteY0" fmla="*/ 100140 h 125493"/>
                <a:gd name="connsiteX1" fmla="*/ 78996 w 81108"/>
                <a:gd name="connsiteY1" fmla="*/ 99212 h 125493"/>
                <a:gd name="connsiteX2" fmla="*/ 61681 w 81108"/>
                <a:gd name="connsiteY2" fmla="*/ 111465 h 125493"/>
                <a:gd name="connsiteX3" fmla="*/ 18120 w 81108"/>
                <a:gd name="connsiteY3" fmla="*/ 111465 h 125493"/>
                <a:gd name="connsiteX4" fmla="*/ 48740 w 81108"/>
                <a:gd name="connsiteY4" fmla="*/ 78792 h 125493"/>
                <a:gd name="connsiteX5" fmla="*/ 72070 w 81108"/>
                <a:gd name="connsiteY5" fmla="*/ 32938 h 125493"/>
                <a:gd name="connsiteX6" fmla="*/ 38351 w 81108"/>
                <a:gd name="connsiteY6" fmla="*/ 80 h 125493"/>
                <a:gd name="connsiteX7" fmla="*/ 12105 w 81108"/>
                <a:gd name="connsiteY7" fmla="*/ 11590 h 125493"/>
                <a:gd name="connsiteX8" fmla="*/ 440 w 81108"/>
                <a:gd name="connsiteY8" fmla="*/ 37022 h 125493"/>
                <a:gd name="connsiteX9" fmla="*/ 4267 w 81108"/>
                <a:gd name="connsiteY9" fmla="*/ 37951 h 125493"/>
                <a:gd name="connsiteX10" fmla="*/ 30696 w 81108"/>
                <a:gd name="connsiteY10" fmla="*/ 13817 h 125493"/>
                <a:gd name="connsiteX11" fmla="*/ 56395 w 81108"/>
                <a:gd name="connsiteY11" fmla="*/ 39993 h 125493"/>
                <a:gd name="connsiteX12" fmla="*/ 32701 w 81108"/>
                <a:gd name="connsiteY12" fmla="*/ 88259 h 125493"/>
                <a:gd name="connsiteX13" fmla="*/ 257 w 81108"/>
                <a:gd name="connsiteY13" fmla="*/ 123346 h 125493"/>
                <a:gd name="connsiteX14" fmla="*/ 257 w 81108"/>
                <a:gd name="connsiteY14" fmla="*/ 125573 h 125493"/>
                <a:gd name="connsiteX15" fmla="*/ 71341 w 81108"/>
                <a:gd name="connsiteY15" fmla="*/ 125573 h 125493"/>
                <a:gd name="connsiteX16" fmla="*/ 81366 w 81108"/>
                <a:gd name="connsiteY16" fmla="*/ 100140 h 12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1108" h="125493">
                  <a:moveTo>
                    <a:pt x="81366" y="100140"/>
                  </a:moveTo>
                  <a:lnTo>
                    <a:pt x="78996" y="99212"/>
                  </a:lnTo>
                  <a:cubicBezTo>
                    <a:pt x="72253" y="109794"/>
                    <a:pt x="69883" y="111465"/>
                    <a:pt x="61681" y="111465"/>
                  </a:cubicBezTo>
                  <a:lnTo>
                    <a:pt x="18120" y="111465"/>
                  </a:lnTo>
                  <a:lnTo>
                    <a:pt x="48740" y="78792"/>
                  </a:lnTo>
                  <a:cubicBezTo>
                    <a:pt x="64962" y="61527"/>
                    <a:pt x="72070" y="47418"/>
                    <a:pt x="72070" y="32938"/>
                  </a:cubicBezTo>
                  <a:cubicBezTo>
                    <a:pt x="72070" y="14374"/>
                    <a:pt x="57307" y="80"/>
                    <a:pt x="38351" y="80"/>
                  </a:cubicBezTo>
                  <a:cubicBezTo>
                    <a:pt x="28326" y="80"/>
                    <a:pt x="18849" y="4164"/>
                    <a:pt x="12105" y="11590"/>
                  </a:cubicBezTo>
                  <a:cubicBezTo>
                    <a:pt x="6272" y="17901"/>
                    <a:pt x="3538" y="23842"/>
                    <a:pt x="440" y="37022"/>
                  </a:cubicBezTo>
                  <a:lnTo>
                    <a:pt x="4267" y="37951"/>
                  </a:lnTo>
                  <a:cubicBezTo>
                    <a:pt x="11558" y="19758"/>
                    <a:pt x="18120" y="13817"/>
                    <a:pt x="30696" y="13817"/>
                  </a:cubicBezTo>
                  <a:cubicBezTo>
                    <a:pt x="46006" y="13817"/>
                    <a:pt x="56395" y="24399"/>
                    <a:pt x="56395" y="39993"/>
                  </a:cubicBezTo>
                  <a:cubicBezTo>
                    <a:pt x="56395" y="54473"/>
                    <a:pt x="48011" y="71737"/>
                    <a:pt x="32701" y="88259"/>
                  </a:cubicBezTo>
                  <a:lnTo>
                    <a:pt x="257" y="123346"/>
                  </a:lnTo>
                  <a:lnTo>
                    <a:pt x="257" y="125573"/>
                  </a:lnTo>
                  <a:lnTo>
                    <a:pt x="71341" y="125573"/>
                  </a:lnTo>
                  <a:lnTo>
                    <a:pt x="81366" y="100140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43C4D6F8-8729-31D3-5BF7-533998AD8C83}"/>
                </a:ext>
              </a:extLst>
            </p:cNvPr>
            <p:cNvSpPr/>
            <p:nvPr>
              <p:custDataLst>
                <p:tags r:id="rId427"/>
              </p:custDataLst>
            </p:nvPr>
          </p:nvSpPr>
          <p:spPr>
            <a:xfrm>
              <a:off x="12590277" y="5245558"/>
              <a:ext cx="106552" cy="103488"/>
            </a:xfrm>
            <a:custGeom>
              <a:avLst/>
              <a:gdLst>
                <a:gd name="connsiteX0" fmla="*/ 96688 w 106552"/>
                <a:gd name="connsiteY0" fmla="*/ 75650 h 103488"/>
                <a:gd name="connsiteX1" fmla="*/ 91743 w 106552"/>
                <a:gd name="connsiteY1" fmla="*/ 81832 h 103488"/>
                <a:gd name="connsiteX2" fmla="*/ 81402 w 106552"/>
                <a:gd name="connsiteY2" fmla="*/ 90991 h 103488"/>
                <a:gd name="connsiteX3" fmla="*/ 74434 w 106552"/>
                <a:gd name="connsiteY3" fmla="*/ 81603 h 103488"/>
                <a:gd name="connsiteX4" fmla="*/ 73534 w 106552"/>
                <a:gd name="connsiteY4" fmla="*/ 77711 h 103488"/>
                <a:gd name="connsiteX5" fmla="*/ 65442 w 106552"/>
                <a:gd name="connsiteY5" fmla="*/ 40620 h 103488"/>
                <a:gd name="connsiteX6" fmla="*/ 87472 w 106552"/>
                <a:gd name="connsiteY6" fmla="*/ 12916 h 103488"/>
                <a:gd name="connsiteX7" fmla="*/ 92867 w 106552"/>
                <a:gd name="connsiteY7" fmla="*/ 14748 h 103488"/>
                <a:gd name="connsiteX8" fmla="*/ 98936 w 106552"/>
                <a:gd name="connsiteY8" fmla="*/ 16808 h 103488"/>
                <a:gd name="connsiteX9" fmla="*/ 106804 w 106552"/>
                <a:gd name="connsiteY9" fmla="*/ 8566 h 103488"/>
                <a:gd name="connsiteX10" fmla="*/ 97587 w 106552"/>
                <a:gd name="connsiteY10" fmla="*/ 94 h 103488"/>
                <a:gd name="connsiteX11" fmla="*/ 63643 w 106552"/>
                <a:gd name="connsiteY11" fmla="*/ 32835 h 103488"/>
                <a:gd name="connsiteX12" fmla="*/ 61171 w 106552"/>
                <a:gd name="connsiteY12" fmla="*/ 20243 h 103488"/>
                <a:gd name="connsiteX13" fmla="*/ 49481 w 106552"/>
                <a:gd name="connsiteY13" fmla="*/ 94 h 103488"/>
                <a:gd name="connsiteX14" fmla="*/ 23180 w 106552"/>
                <a:gd name="connsiteY14" fmla="*/ 6734 h 103488"/>
                <a:gd name="connsiteX15" fmla="*/ 20708 w 106552"/>
                <a:gd name="connsiteY15" fmla="*/ 7650 h 103488"/>
                <a:gd name="connsiteX16" fmla="*/ 21607 w 106552"/>
                <a:gd name="connsiteY16" fmla="*/ 11084 h 103488"/>
                <a:gd name="connsiteX17" fmla="*/ 34195 w 106552"/>
                <a:gd name="connsiteY17" fmla="*/ 8566 h 103488"/>
                <a:gd name="connsiteX18" fmla="*/ 44311 w 106552"/>
                <a:gd name="connsiteY18" fmla="*/ 24364 h 103488"/>
                <a:gd name="connsiteX19" fmla="*/ 50830 w 106552"/>
                <a:gd name="connsiteY19" fmla="*/ 52526 h 103488"/>
                <a:gd name="connsiteX20" fmla="*/ 32397 w 106552"/>
                <a:gd name="connsiteY20" fmla="*/ 79314 h 103488"/>
                <a:gd name="connsiteX21" fmla="*/ 20932 w 106552"/>
                <a:gd name="connsiteY21" fmla="*/ 90304 h 103488"/>
                <a:gd name="connsiteX22" fmla="*/ 15088 w 106552"/>
                <a:gd name="connsiteY22" fmla="*/ 88243 h 103488"/>
                <a:gd name="connsiteX23" fmla="*/ 7894 w 106552"/>
                <a:gd name="connsiteY23" fmla="*/ 85953 h 103488"/>
                <a:gd name="connsiteX24" fmla="*/ 251 w 106552"/>
                <a:gd name="connsiteY24" fmla="*/ 93967 h 103488"/>
                <a:gd name="connsiteX25" fmla="*/ 11491 w 106552"/>
                <a:gd name="connsiteY25" fmla="*/ 103583 h 103488"/>
                <a:gd name="connsiteX26" fmla="*/ 32397 w 106552"/>
                <a:gd name="connsiteY26" fmla="*/ 87556 h 103488"/>
                <a:gd name="connsiteX27" fmla="*/ 52628 w 106552"/>
                <a:gd name="connsiteY27" fmla="*/ 60768 h 103488"/>
                <a:gd name="connsiteX28" fmla="*/ 59372 w 106552"/>
                <a:gd name="connsiteY28" fmla="*/ 88243 h 103488"/>
                <a:gd name="connsiteX29" fmla="*/ 72410 w 106552"/>
                <a:gd name="connsiteY29" fmla="*/ 103583 h 103488"/>
                <a:gd name="connsiteX30" fmla="*/ 99835 w 106552"/>
                <a:gd name="connsiteY30" fmla="*/ 77482 h 103488"/>
                <a:gd name="connsiteX31" fmla="*/ 96688 w 106552"/>
                <a:gd name="connsiteY31" fmla="*/ 75650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88" y="75650"/>
                  </a:moveTo>
                  <a:cubicBezTo>
                    <a:pt x="94890" y="77711"/>
                    <a:pt x="93766" y="79085"/>
                    <a:pt x="91743" y="81832"/>
                  </a:cubicBezTo>
                  <a:cubicBezTo>
                    <a:pt x="86572" y="88701"/>
                    <a:pt x="83875" y="90991"/>
                    <a:pt x="81402" y="90991"/>
                  </a:cubicBezTo>
                  <a:cubicBezTo>
                    <a:pt x="78030" y="90991"/>
                    <a:pt x="76007" y="88014"/>
                    <a:pt x="74434" y="81603"/>
                  </a:cubicBezTo>
                  <a:cubicBezTo>
                    <a:pt x="73984" y="79772"/>
                    <a:pt x="73759" y="78398"/>
                    <a:pt x="73534" y="77711"/>
                  </a:cubicBezTo>
                  <a:cubicBezTo>
                    <a:pt x="67914" y="54586"/>
                    <a:pt x="65442" y="44054"/>
                    <a:pt x="65442" y="40620"/>
                  </a:cubicBezTo>
                  <a:cubicBezTo>
                    <a:pt x="75333" y="22990"/>
                    <a:pt x="83425" y="12916"/>
                    <a:pt x="87472" y="12916"/>
                  </a:cubicBezTo>
                  <a:cubicBezTo>
                    <a:pt x="88820" y="12916"/>
                    <a:pt x="90619" y="13603"/>
                    <a:pt x="92867" y="14748"/>
                  </a:cubicBezTo>
                  <a:cubicBezTo>
                    <a:pt x="95564" y="16350"/>
                    <a:pt x="97138" y="16808"/>
                    <a:pt x="98936" y="16808"/>
                  </a:cubicBezTo>
                  <a:cubicBezTo>
                    <a:pt x="103657" y="16808"/>
                    <a:pt x="106804" y="13374"/>
                    <a:pt x="106804" y="8566"/>
                  </a:cubicBezTo>
                  <a:cubicBezTo>
                    <a:pt x="106804" y="3758"/>
                    <a:pt x="102982" y="94"/>
                    <a:pt x="97587" y="94"/>
                  </a:cubicBezTo>
                  <a:cubicBezTo>
                    <a:pt x="87696" y="94"/>
                    <a:pt x="79154" y="8337"/>
                    <a:pt x="63643" y="32835"/>
                  </a:cubicBezTo>
                  <a:lnTo>
                    <a:pt x="61171" y="20243"/>
                  </a:lnTo>
                  <a:cubicBezTo>
                    <a:pt x="58023" y="4674"/>
                    <a:pt x="55551" y="94"/>
                    <a:pt x="49481" y="94"/>
                  </a:cubicBezTo>
                  <a:cubicBezTo>
                    <a:pt x="44536" y="94"/>
                    <a:pt x="36893" y="2155"/>
                    <a:pt x="23180" y="6734"/>
                  </a:cubicBezTo>
                  <a:lnTo>
                    <a:pt x="20708" y="7650"/>
                  </a:lnTo>
                  <a:lnTo>
                    <a:pt x="21607" y="11084"/>
                  </a:lnTo>
                  <a:cubicBezTo>
                    <a:pt x="30149" y="9024"/>
                    <a:pt x="32172" y="8566"/>
                    <a:pt x="34195" y="8566"/>
                  </a:cubicBezTo>
                  <a:cubicBezTo>
                    <a:pt x="39815" y="8566"/>
                    <a:pt x="41164" y="10626"/>
                    <a:pt x="44311" y="24364"/>
                  </a:cubicBezTo>
                  <a:lnTo>
                    <a:pt x="50830" y="52526"/>
                  </a:lnTo>
                  <a:lnTo>
                    <a:pt x="32397" y="79314"/>
                  </a:lnTo>
                  <a:cubicBezTo>
                    <a:pt x="27901" y="86182"/>
                    <a:pt x="23405" y="90304"/>
                    <a:pt x="20932" y="90304"/>
                  </a:cubicBezTo>
                  <a:cubicBezTo>
                    <a:pt x="19584" y="90304"/>
                    <a:pt x="17336" y="89617"/>
                    <a:pt x="15088" y="88243"/>
                  </a:cubicBezTo>
                  <a:cubicBezTo>
                    <a:pt x="12165" y="86640"/>
                    <a:pt x="9693" y="85953"/>
                    <a:pt x="7894" y="85953"/>
                  </a:cubicBezTo>
                  <a:cubicBezTo>
                    <a:pt x="3623" y="85953"/>
                    <a:pt x="251" y="89388"/>
                    <a:pt x="251" y="93967"/>
                  </a:cubicBezTo>
                  <a:cubicBezTo>
                    <a:pt x="251" y="99920"/>
                    <a:pt x="4747" y="103583"/>
                    <a:pt x="11491" y="103583"/>
                  </a:cubicBezTo>
                  <a:cubicBezTo>
                    <a:pt x="18460" y="103583"/>
                    <a:pt x="21157" y="101523"/>
                    <a:pt x="32397" y="87556"/>
                  </a:cubicBezTo>
                  <a:cubicBezTo>
                    <a:pt x="38466" y="80230"/>
                    <a:pt x="43187" y="74048"/>
                    <a:pt x="52628" y="60768"/>
                  </a:cubicBezTo>
                  <a:lnTo>
                    <a:pt x="59372" y="88243"/>
                  </a:lnTo>
                  <a:cubicBezTo>
                    <a:pt x="62295" y="99920"/>
                    <a:pt x="65217" y="103583"/>
                    <a:pt x="72410" y="103583"/>
                  </a:cubicBezTo>
                  <a:cubicBezTo>
                    <a:pt x="80953" y="103583"/>
                    <a:pt x="86797" y="98088"/>
                    <a:pt x="99835" y="77482"/>
                  </a:cubicBezTo>
                  <a:lnTo>
                    <a:pt x="96688" y="75650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FAB944D-3BDE-8057-DDD6-1C6205D766DB}"/>
                </a:ext>
              </a:extLst>
            </p:cNvPr>
            <p:cNvSpPr/>
            <p:nvPr>
              <p:custDataLst>
                <p:tags r:id="rId428"/>
              </p:custDataLst>
            </p:nvPr>
          </p:nvSpPr>
          <p:spPr>
            <a:xfrm>
              <a:off x="12700903" y="5266639"/>
              <a:ext cx="82384" cy="128092"/>
            </a:xfrm>
            <a:custGeom>
              <a:avLst/>
              <a:gdLst>
                <a:gd name="connsiteX0" fmla="*/ 42175 w 82384"/>
                <a:gd name="connsiteY0" fmla="*/ 97 h 128092"/>
                <a:gd name="connsiteX1" fmla="*/ 17751 w 82384"/>
                <a:gd name="connsiteY1" fmla="*/ 9751 h 128092"/>
                <a:gd name="connsiteX2" fmla="*/ 253 w 82384"/>
                <a:gd name="connsiteY2" fmla="*/ 63215 h 128092"/>
                <a:gd name="connsiteX3" fmla="*/ 14835 w 82384"/>
                <a:gd name="connsiteY3" fmla="*/ 115566 h 128092"/>
                <a:gd name="connsiteX4" fmla="*/ 41446 w 82384"/>
                <a:gd name="connsiteY4" fmla="*/ 128190 h 128092"/>
                <a:gd name="connsiteX5" fmla="*/ 65140 w 82384"/>
                <a:gd name="connsiteY5" fmla="*/ 118536 h 128092"/>
                <a:gd name="connsiteX6" fmla="*/ 82638 w 82384"/>
                <a:gd name="connsiteY6" fmla="*/ 64329 h 128092"/>
                <a:gd name="connsiteX7" fmla="*/ 42175 w 82384"/>
                <a:gd name="connsiteY7" fmla="*/ 97 h 128092"/>
                <a:gd name="connsiteX8" fmla="*/ 41628 w 82384"/>
                <a:gd name="connsiteY8" fmla="*/ 4924 h 128092"/>
                <a:gd name="connsiteX9" fmla="*/ 65140 w 82384"/>
                <a:gd name="connsiteY9" fmla="*/ 64700 h 128092"/>
                <a:gd name="connsiteX10" fmla="*/ 41446 w 82384"/>
                <a:gd name="connsiteY10" fmla="*/ 123363 h 128092"/>
                <a:gd name="connsiteX11" fmla="*/ 17751 w 82384"/>
                <a:gd name="connsiteY11" fmla="*/ 64886 h 128092"/>
                <a:gd name="connsiteX12" fmla="*/ 41628 w 82384"/>
                <a:gd name="connsiteY12" fmla="*/ 4924 h 12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384" h="128092">
                  <a:moveTo>
                    <a:pt x="42175" y="97"/>
                  </a:moveTo>
                  <a:cubicBezTo>
                    <a:pt x="32150" y="97"/>
                    <a:pt x="24495" y="3253"/>
                    <a:pt x="17751" y="9751"/>
                  </a:cubicBezTo>
                  <a:cubicBezTo>
                    <a:pt x="7180" y="20146"/>
                    <a:pt x="253" y="41495"/>
                    <a:pt x="253" y="63215"/>
                  </a:cubicBezTo>
                  <a:cubicBezTo>
                    <a:pt x="253" y="83450"/>
                    <a:pt x="6268" y="105170"/>
                    <a:pt x="14835" y="115566"/>
                  </a:cubicBezTo>
                  <a:cubicBezTo>
                    <a:pt x="21579" y="123734"/>
                    <a:pt x="30874" y="128190"/>
                    <a:pt x="41446" y="128190"/>
                  </a:cubicBezTo>
                  <a:cubicBezTo>
                    <a:pt x="50741" y="128190"/>
                    <a:pt x="58579" y="125034"/>
                    <a:pt x="65140" y="118536"/>
                  </a:cubicBezTo>
                  <a:cubicBezTo>
                    <a:pt x="75712" y="108326"/>
                    <a:pt x="82638" y="86792"/>
                    <a:pt x="82638" y="64329"/>
                  </a:cubicBezTo>
                  <a:cubicBezTo>
                    <a:pt x="82638" y="26273"/>
                    <a:pt x="66052" y="97"/>
                    <a:pt x="42175" y="97"/>
                  </a:cubicBezTo>
                  <a:close/>
                  <a:moveTo>
                    <a:pt x="41628" y="4924"/>
                  </a:moveTo>
                  <a:cubicBezTo>
                    <a:pt x="56938" y="4924"/>
                    <a:pt x="65140" y="25901"/>
                    <a:pt x="65140" y="64700"/>
                  </a:cubicBezTo>
                  <a:cubicBezTo>
                    <a:pt x="65140" y="103499"/>
                    <a:pt x="57121" y="123363"/>
                    <a:pt x="41446" y="123363"/>
                  </a:cubicBezTo>
                  <a:cubicBezTo>
                    <a:pt x="25771" y="123363"/>
                    <a:pt x="17751" y="103499"/>
                    <a:pt x="17751" y="64886"/>
                  </a:cubicBezTo>
                  <a:cubicBezTo>
                    <a:pt x="17751" y="25530"/>
                    <a:pt x="25953" y="4924"/>
                    <a:pt x="41628" y="4924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9AC923A4-B7DB-0869-22AA-0CF2E64BCF83}"/>
                </a:ext>
              </a:extLst>
            </p:cNvPr>
            <p:cNvSpPr/>
            <p:nvPr>
              <p:custDataLst>
                <p:tags r:id="rId429"/>
              </p:custDataLst>
            </p:nvPr>
          </p:nvSpPr>
          <p:spPr>
            <a:xfrm>
              <a:off x="12975117" y="4892497"/>
              <a:ext cx="173456" cy="273821"/>
            </a:xfrm>
            <a:custGeom>
              <a:avLst/>
              <a:gdLst>
                <a:gd name="connsiteX0" fmla="*/ 55553 w 173456"/>
                <a:gd name="connsiteY0" fmla="*/ 87337 h 273821"/>
                <a:gd name="connsiteX1" fmla="*/ 82893 w 173456"/>
                <a:gd name="connsiteY1" fmla="*/ 87337 h 273821"/>
                <a:gd name="connsiteX2" fmla="*/ 56160 w 173456"/>
                <a:gd name="connsiteY2" fmla="*/ 217286 h 273821"/>
                <a:gd name="connsiteX3" fmla="*/ 26694 w 173456"/>
                <a:gd name="connsiteY3" fmla="*/ 267410 h 273821"/>
                <a:gd name="connsiteX4" fmla="*/ 20618 w 173456"/>
                <a:gd name="connsiteY4" fmla="*/ 262459 h 273821"/>
                <a:gd name="connsiteX5" fmla="*/ 21834 w 173456"/>
                <a:gd name="connsiteY5" fmla="*/ 259056 h 273821"/>
                <a:gd name="connsiteX6" fmla="*/ 23352 w 173456"/>
                <a:gd name="connsiteY6" fmla="*/ 254105 h 273821"/>
                <a:gd name="connsiteX7" fmla="*/ 11505 w 173456"/>
                <a:gd name="connsiteY7" fmla="*/ 242348 h 273821"/>
                <a:gd name="connsiteX8" fmla="*/ 265 w 173456"/>
                <a:gd name="connsiteY8" fmla="*/ 255033 h 273821"/>
                <a:gd name="connsiteX9" fmla="*/ 24264 w 173456"/>
                <a:gd name="connsiteY9" fmla="*/ 273907 h 273821"/>
                <a:gd name="connsiteX10" fmla="*/ 85019 w 173456"/>
                <a:gd name="connsiteY10" fmla="*/ 186346 h 273821"/>
                <a:gd name="connsiteX11" fmla="*/ 106891 w 173456"/>
                <a:gd name="connsiteY11" fmla="*/ 87337 h 273821"/>
                <a:gd name="connsiteX12" fmla="*/ 140003 w 173456"/>
                <a:gd name="connsiteY12" fmla="*/ 87337 h 273821"/>
                <a:gd name="connsiteX13" fmla="*/ 141825 w 173456"/>
                <a:gd name="connsiteY13" fmla="*/ 77437 h 273821"/>
                <a:gd name="connsiteX14" fmla="*/ 109018 w 173456"/>
                <a:gd name="connsiteY14" fmla="*/ 77437 h 273821"/>
                <a:gd name="connsiteX15" fmla="*/ 146078 w 173456"/>
                <a:gd name="connsiteY15" fmla="*/ 6893 h 273821"/>
                <a:gd name="connsiteX16" fmla="*/ 152761 w 173456"/>
                <a:gd name="connsiteY16" fmla="*/ 10606 h 273821"/>
                <a:gd name="connsiteX17" fmla="*/ 151546 w 173456"/>
                <a:gd name="connsiteY17" fmla="*/ 13700 h 273821"/>
                <a:gd name="connsiteX18" fmla="*/ 149724 w 173456"/>
                <a:gd name="connsiteY18" fmla="*/ 20197 h 273821"/>
                <a:gd name="connsiteX19" fmla="*/ 160963 w 173456"/>
                <a:gd name="connsiteY19" fmla="*/ 32573 h 273821"/>
                <a:gd name="connsiteX20" fmla="*/ 173722 w 173456"/>
                <a:gd name="connsiteY20" fmla="*/ 20197 h 273821"/>
                <a:gd name="connsiteX21" fmla="*/ 147597 w 173456"/>
                <a:gd name="connsiteY21" fmla="*/ 86 h 273821"/>
                <a:gd name="connsiteX22" fmla="*/ 109929 w 173456"/>
                <a:gd name="connsiteY22" fmla="*/ 21435 h 273821"/>
                <a:gd name="connsiteX23" fmla="*/ 85627 w 173456"/>
                <a:gd name="connsiteY23" fmla="*/ 77437 h 273821"/>
                <a:gd name="connsiteX24" fmla="*/ 57679 w 173456"/>
                <a:gd name="connsiteY24" fmla="*/ 77437 h 273821"/>
                <a:gd name="connsiteX25" fmla="*/ 55553 w 173456"/>
                <a:gd name="connsiteY25" fmla="*/ 87337 h 27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56" h="273821">
                  <a:moveTo>
                    <a:pt x="55553" y="87337"/>
                  </a:moveTo>
                  <a:lnTo>
                    <a:pt x="82893" y="87337"/>
                  </a:lnTo>
                  <a:lnTo>
                    <a:pt x="56160" y="217286"/>
                  </a:lnTo>
                  <a:cubicBezTo>
                    <a:pt x="49477" y="250392"/>
                    <a:pt x="39453" y="267410"/>
                    <a:pt x="26694" y="267410"/>
                  </a:cubicBezTo>
                  <a:cubicBezTo>
                    <a:pt x="23049" y="267410"/>
                    <a:pt x="20618" y="265244"/>
                    <a:pt x="20618" y="262459"/>
                  </a:cubicBezTo>
                  <a:cubicBezTo>
                    <a:pt x="20618" y="261531"/>
                    <a:pt x="20922" y="260603"/>
                    <a:pt x="21834" y="259056"/>
                  </a:cubicBezTo>
                  <a:cubicBezTo>
                    <a:pt x="23049" y="257199"/>
                    <a:pt x="23352" y="255962"/>
                    <a:pt x="23352" y="254105"/>
                  </a:cubicBezTo>
                  <a:cubicBezTo>
                    <a:pt x="23352" y="247608"/>
                    <a:pt x="17884" y="242348"/>
                    <a:pt x="11505" y="242348"/>
                  </a:cubicBezTo>
                  <a:cubicBezTo>
                    <a:pt x="5126" y="242348"/>
                    <a:pt x="265" y="247917"/>
                    <a:pt x="265" y="255033"/>
                  </a:cubicBezTo>
                  <a:cubicBezTo>
                    <a:pt x="265" y="265553"/>
                    <a:pt x="10898" y="273907"/>
                    <a:pt x="24264" y="273907"/>
                  </a:cubicBezTo>
                  <a:cubicBezTo>
                    <a:pt x="51300" y="273907"/>
                    <a:pt x="72564" y="243276"/>
                    <a:pt x="85019" y="186346"/>
                  </a:cubicBezTo>
                  <a:lnTo>
                    <a:pt x="106891" y="87337"/>
                  </a:lnTo>
                  <a:lnTo>
                    <a:pt x="140003" y="87337"/>
                  </a:lnTo>
                  <a:lnTo>
                    <a:pt x="141825" y="77437"/>
                  </a:lnTo>
                  <a:lnTo>
                    <a:pt x="109018" y="77437"/>
                  </a:lnTo>
                  <a:cubicBezTo>
                    <a:pt x="117827" y="28860"/>
                    <a:pt x="129067" y="6893"/>
                    <a:pt x="146078" y="6893"/>
                  </a:cubicBezTo>
                  <a:cubicBezTo>
                    <a:pt x="150027" y="6893"/>
                    <a:pt x="152761" y="8440"/>
                    <a:pt x="152761" y="10606"/>
                  </a:cubicBezTo>
                  <a:cubicBezTo>
                    <a:pt x="152761" y="11534"/>
                    <a:pt x="152458" y="12153"/>
                    <a:pt x="151546" y="13700"/>
                  </a:cubicBezTo>
                  <a:cubicBezTo>
                    <a:pt x="150331" y="16484"/>
                    <a:pt x="149724" y="18031"/>
                    <a:pt x="149724" y="20197"/>
                  </a:cubicBezTo>
                  <a:cubicBezTo>
                    <a:pt x="149724" y="27623"/>
                    <a:pt x="154280" y="32573"/>
                    <a:pt x="160963" y="32573"/>
                  </a:cubicBezTo>
                  <a:cubicBezTo>
                    <a:pt x="167950" y="32573"/>
                    <a:pt x="173722" y="27004"/>
                    <a:pt x="173722" y="20197"/>
                  </a:cubicBezTo>
                  <a:cubicBezTo>
                    <a:pt x="173722" y="8749"/>
                    <a:pt x="162482" y="86"/>
                    <a:pt x="147597" y="86"/>
                  </a:cubicBezTo>
                  <a:cubicBezTo>
                    <a:pt x="132712" y="86"/>
                    <a:pt x="120865" y="6893"/>
                    <a:pt x="109929" y="21435"/>
                  </a:cubicBezTo>
                  <a:cubicBezTo>
                    <a:pt x="100816" y="33501"/>
                    <a:pt x="94740" y="47734"/>
                    <a:pt x="85627" y="77437"/>
                  </a:cubicBezTo>
                  <a:lnTo>
                    <a:pt x="57679" y="77437"/>
                  </a:lnTo>
                  <a:lnTo>
                    <a:pt x="55553" y="87337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79F71503-B756-B34F-CB66-1F3D9F065B80}"/>
                </a:ext>
              </a:extLst>
            </p:cNvPr>
            <p:cNvSpPr/>
            <p:nvPr>
              <p:custDataLst>
                <p:tags r:id="rId430"/>
              </p:custDataLst>
            </p:nvPr>
          </p:nvSpPr>
          <p:spPr>
            <a:xfrm>
              <a:off x="13118903" y="4994410"/>
              <a:ext cx="100033" cy="154775"/>
            </a:xfrm>
            <a:custGeom>
              <a:avLst/>
              <a:gdLst>
                <a:gd name="connsiteX0" fmla="*/ 100301 w 100033"/>
                <a:gd name="connsiteY0" fmla="*/ 123497 h 154775"/>
                <a:gd name="connsiteX1" fmla="*/ 97379 w 100033"/>
                <a:gd name="connsiteY1" fmla="*/ 122352 h 154775"/>
                <a:gd name="connsiteX2" fmla="*/ 76023 w 100033"/>
                <a:gd name="connsiteY2" fmla="*/ 137463 h 154775"/>
                <a:gd name="connsiteX3" fmla="*/ 22297 w 100033"/>
                <a:gd name="connsiteY3" fmla="*/ 137463 h 154775"/>
                <a:gd name="connsiteX4" fmla="*/ 60063 w 100033"/>
                <a:gd name="connsiteY4" fmla="*/ 97167 h 154775"/>
                <a:gd name="connsiteX5" fmla="*/ 88837 w 100033"/>
                <a:gd name="connsiteY5" fmla="*/ 40614 h 154775"/>
                <a:gd name="connsiteX6" fmla="*/ 47249 w 100033"/>
                <a:gd name="connsiteY6" fmla="*/ 89 h 154775"/>
                <a:gd name="connsiteX7" fmla="*/ 14879 w 100033"/>
                <a:gd name="connsiteY7" fmla="*/ 14284 h 154775"/>
                <a:gd name="connsiteX8" fmla="*/ 492 w 100033"/>
                <a:gd name="connsiteY8" fmla="*/ 45651 h 154775"/>
                <a:gd name="connsiteX9" fmla="*/ 5213 w 100033"/>
                <a:gd name="connsiteY9" fmla="*/ 46796 h 154775"/>
                <a:gd name="connsiteX10" fmla="*/ 37808 w 100033"/>
                <a:gd name="connsiteY10" fmla="*/ 17032 h 154775"/>
                <a:gd name="connsiteX11" fmla="*/ 69504 w 100033"/>
                <a:gd name="connsiteY11" fmla="*/ 49315 h 154775"/>
                <a:gd name="connsiteX12" fmla="*/ 40281 w 100033"/>
                <a:gd name="connsiteY12" fmla="*/ 108844 h 154775"/>
                <a:gd name="connsiteX13" fmla="*/ 267 w 100033"/>
                <a:gd name="connsiteY13" fmla="*/ 152117 h 154775"/>
                <a:gd name="connsiteX14" fmla="*/ 267 w 100033"/>
                <a:gd name="connsiteY14" fmla="*/ 154864 h 154775"/>
                <a:gd name="connsiteX15" fmla="*/ 87937 w 100033"/>
                <a:gd name="connsiteY15" fmla="*/ 154864 h 154775"/>
                <a:gd name="connsiteX16" fmla="*/ 100301 w 100033"/>
                <a:gd name="connsiteY16" fmla="*/ 123497 h 15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033" h="154775">
                  <a:moveTo>
                    <a:pt x="100301" y="123497"/>
                  </a:moveTo>
                  <a:lnTo>
                    <a:pt x="97379" y="122352"/>
                  </a:lnTo>
                  <a:cubicBezTo>
                    <a:pt x="89061" y="135403"/>
                    <a:pt x="86139" y="137463"/>
                    <a:pt x="76023" y="137463"/>
                  </a:cubicBezTo>
                  <a:lnTo>
                    <a:pt x="22297" y="137463"/>
                  </a:lnTo>
                  <a:lnTo>
                    <a:pt x="60063" y="97167"/>
                  </a:lnTo>
                  <a:cubicBezTo>
                    <a:pt x="80070" y="75874"/>
                    <a:pt x="88837" y="58473"/>
                    <a:pt x="88837" y="40614"/>
                  </a:cubicBezTo>
                  <a:cubicBezTo>
                    <a:pt x="88837" y="17719"/>
                    <a:pt x="70628" y="89"/>
                    <a:pt x="47249" y="89"/>
                  </a:cubicBezTo>
                  <a:cubicBezTo>
                    <a:pt x="34886" y="89"/>
                    <a:pt x="23196" y="5126"/>
                    <a:pt x="14879" y="14284"/>
                  </a:cubicBezTo>
                  <a:cubicBezTo>
                    <a:pt x="7686" y="22069"/>
                    <a:pt x="4314" y="29395"/>
                    <a:pt x="492" y="45651"/>
                  </a:cubicBezTo>
                  <a:lnTo>
                    <a:pt x="5213" y="46796"/>
                  </a:lnTo>
                  <a:cubicBezTo>
                    <a:pt x="14205" y="24358"/>
                    <a:pt x="22297" y="17032"/>
                    <a:pt x="37808" y="17032"/>
                  </a:cubicBezTo>
                  <a:cubicBezTo>
                    <a:pt x="56691" y="17032"/>
                    <a:pt x="69504" y="30082"/>
                    <a:pt x="69504" y="49315"/>
                  </a:cubicBezTo>
                  <a:cubicBezTo>
                    <a:pt x="69504" y="67173"/>
                    <a:pt x="59164" y="88466"/>
                    <a:pt x="40281" y="108844"/>
                  </a:cubicBezTo>
                  <a:lnTo>
                    <a:pt x="267" y="152117"/>
                  </a:lnTo>
                  <a:lnTo>
                    <a:pt x="267" y="154864"/>
                  </a:lnTo>
                  <a:lnTo>
                    <a:pt x="87937" y="154864"/>
                  </a:lnTo>
                  <a:lnTo>
                    <a:pt x="100301" y="123497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89A01E4-5B6A-E72A-ECBB-793EF526907A}"/>
                </a:ext>
              </a:extLst>
            </p:cNvPr>
            <p:cNvSpPr/>
            <p:nvPr>
              <p:custDataLst>
                <p:tags r:id="rId431"/>
              </p:custDataLst>
            </p:nvPr>
          </p:nvSpPr>
          <p:spPr>
            <a:xfrm>
              <a:off x="13270297" y="4870220"/>
              <a:ext cx="70476" cy="309402"/>
            </a:xfrm>
            <a:custGeom>
              <a:avLst/>
              <a:gdLst>
                <a:gd name="connsiteX0" fmla="*/ 70749 w 70476"/>
                <a:gd name="connsiteY0" fmla="*/ 306394 h 309402"/>
                <a:gd name="connsiteX1" fmla="*/ 65585 w 70476"/>
                <a:gd name="connsiteY1" fmla="*/ 299587 h 309402"/>
                <a:gd name="connsiteX2" fmla="*/ 17892 w 70476"/>
                <a:gd name="connsiteY2" fmla="*/ 154787 h 309402"/>
                <a:gd name="connsiteX3" fmla="*/ 66800 w 70476"/>
                <a:gd name="connsiteY3" fmla="*/ 8439 h 309402"/>
                <a:gd name="connsiteX4" fmla="*/ 70749 w 70476"/>
                <a:gd name="connsiteY4" fmla="*/ 3180 h 309402"/>
                <a:gd name="connsiteX5" fmla="*/ 67712 w 70476"/>
                <a:gd name="connsiteY5" fmla="*/ 86 h 309402"/>
                <a:gd name="connsiteX6" fmla="*/ 19411 w 70476"/>
                <a:gd name="connsiteY6" fmla="*/ 60419 h 309402"/>
                <a:gd name="connsiteX7" fmla="*/ 273 w 70476"/>
                <a:gd name="connsiteY7" fmla="*/ 154787 h 309402"/>
                <a:gd name="connsiteX8" fmla="*/ 20322 w 70476"/>
                <a:gd name="connsiteY8" fmla="*/ 251320 h 309402"/>
                <a:gd name="connsiteX9" fmla="*/ 67712 w 70476"/>
                <a:gd name="connsiteY9" fmla="*/ 309488 h 309402"/>
                <a:gd name="connsiteX10" fmla="*/ 70749 w 70476"/>
                <a:gd name="connsiteY10" fmla="*/ 306394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749" y="306394"/>
                  </a:moveTo>
                  <a:cubicBezTo>
                    <a:pt x="70749" y="305466"/>
                    <a:pt x="70749" y="304847"/>
                    <a:pt x="65585" y="299587"/>
                  </a:cubicBezTo>
                  <a:cubicBezTo>
                    <a:pt x="27613" y="260602"/>
                    <a:pt x="17892" y="202125"/>
                    <a:pt x="17892" y="154787"/>
                  </a:cubicBezTo>
                  <a:cubicBezTo>
                    <a:pt x="17892" y="100951"/>
                    <a:pt x="29436" y="47115"/>
                    <a:pt x="66800" y="8439"/>
                  </a:cubicBezTo>
                  <a:cubicBezTo>
                    <a:pt x="70749" y="4727"/>
                    <a:pt x="70749" y="4108"/>
                    <a:pt x="70749" y="3180"/>
                  </a:cubicBezTo>
                  <a:cubicBezTo>
                    <a:pt x="70749" y="1014"/>
                    <a:pt x="69534" y="86"/>
                    <a:pt x="67712" y="86"/>
                  </a:cubicBezTo>
                  <a:cubicBezTo>
                    <a:pt x="64674" y="86"/>
                    <a:pt x="37334" y="21125"/>
                    <a:pt x="19411" y="60419"/>
                  </a:cubicBezTo>
                  <a:cubicBezTo>
                    <a:pt x="3918" y="94453"/>
                    <a:pt x="273" y="128797"/>
                    <a:pt x="273" y="154787"/>
                  </a:cubicBezTo>
                  <a:cubicBezTo>
                    <a:pt x="273" y="178920"/>
                    <a:pt x="3615" y="216358"/>
                    <a:pt x="20322" y="251320"/>
                  </a:cubicBezTo>
                  <a:cubicBezTo>
                    <a:pt x="38549" y="289377"/>
                    <a:pt x="64674" y="309488"/>
                    <a:pt x="67712" y="309488"/>
                  </a:cubicBezTo>
                  <a:cubicBezTo>
                    <a:pt x="69534" y="309488"/>
                    <a:pt x="70749" y="308560"/>
                    <a:pt x="70749" y="306394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1BA66DED-BD3A-A273-1985-15C1F4AB17D2}"/>
                </a:ext>
              </a:extLst>
            </p:cNvPr>
            <p:cNvSpPr/>
            <p:nvPr>
              <p:custDataLst>
                <p:tags r:id="rId432"/>
              </p:custDataLst>
            </p:nvPr>
          </p:nvSpPr>
          <p:spPr>
            <a:xfrm>
              <a:off x="13350325" y="4965825"/>
              <a:ext cx="143990" cy="139849"/>
            </a:xfrm>
            <a:custGeom>
              <a:avLst/>
              <a:gdLst>
                <a:gd name="connsiteX0" fmla="*/ 130597 w 143990"/>
                <a:gd name="connsiteY0" fmla="*/ 102189 h 139849"/>
                <a:gd name="connsiteX1" fmla="*/ 123914 w 143990"/>
                <a:gd name="connsiteY1" fmla="*/ 110543 h 139849"/>
                <a:gd name="connsiteX2" fmla="*/ 109940 w 143990"/>
                <a:gd name="connsiteY2" fmla="*/ 122919 h 139849"/>
                <a:gd name="connsiteX3" fmla="*/ 100523 w 143990"/>
                <a:gd name="connsiteY3" fmla="*/ 110233 h 139849"/>
                <a:gd name="connsiteX4" fmla="*/ 99308 w 143990"/>
                <a:gd name="connsiteY4" fmla="*/ 104973 h 139849"/>
                <a:gd name="connsiteX5" fmla="*/ 88372 w 143990"/>
                <a:gd name="connsiteY5" fmla="*/ 54850 h 139849"/>
                <a:gd name="connsiteX6" fmla="*/ 118142 w 143990"/>
                <a:gd name="connsiteY6" fmla="*/ 17413 h 139849"/>
                <a:gd name="connsiteX7" fmla="*/ 125433 w 143990"/>
                <a:gd name="connsiteY7" fmla="*/ 19888 h 139849"/>
                <a:gd name="connsiteX8" fmla="*/ 133635 w 143990"/>
                <a:gd name="connsiteY8" fmla="*/ 22672 h 139849"/>
                <a:gd name="connsiteX9" fmla="*/ 144267 w 143990"/>
                <a:gd name="connsiteY9" fmla="*/ 11534 h 139849"/>
                <a:gd name="connsiteX10" fmla="*/ 131812 w 143990"/>
                <a:gd name="connsiteY10" fmla="*/ 86 h 139849"/>
                <a:gd name="connsiteX11" fmla="*/ 85942 w 143990"/>
                <a:gd name="connsiteY11" fmla="*/ 44331 h 139849"/>
                <a:gd name="connsiteX12" fmla="*/ 82600 w 143990"/>
                <a:gd name="connsiteY12" fmla="*/ 27313 h 139849"/>
                <a:gd name="connsiteX13" fmla="*/ 66804 w 143990"/>
                <a:gd name="connsiteY13" fmla="*/ 86 h 139849"/>
                <a:gd name="connsiteX14" fmla="*/ 31262 w 143990"/>
                <a:gd name="connsiteY14" fmla="*/ 9059 h 139849"/>
                <a:gd name="connsiteX15" fmla="*/ 27920 w 143990"/>
                <a:gd name="connsiteY15" fmla="*/ 10296 h 139849"/>
                <a:gd name="connsiteX16" fmla="*/ 29135 w 143990"/>
                <a:gd name="connsiteY16" fmla="*/ 14937 h 139849"/>
                <a:gd name="connsiteX17" fmla="*/ 46147 w 143990"/>
                <a:gd name="connsiteY17" fmla="*/ 11534 h 139849"/>
                <a:gd name="connsiteX18" fmla="*/ 59817 w 143990"/>
                <a:gd name="connsiteY18" fmla="*/ 32883 h 139849"/>
                <a:gd name="connsiteX19" fmla="*/ 68626 w 143990"/>
                <a:gd name="connsiteY19" fmla="*/ 70939 h 139849"/>
                <a:gd name="connsiteX20" fmla="*/ 43717 w 143990"/>
                <a:gd name="connsiteY20" fmla="*/ 107139 h 139849"/>
                <a:gd name="connsiteX21" fmla="*/ 28224 w 143990"/>
                <a:gd name="connsiteY21" fmla="*/ 121990 h 139849"/>
                <a:gd name="connsiteX22" fmla="*/ 20326 w 143990"/>
                <a:gd name="connsiteY22" fmla="*/ 119206 h 139849"/>
                <a:gd name="connsiteX23" fmla="*/ 10605 w 143990"/>
                <a:gd name="connsiteY23" fmla="*/ 116112 h 139849"/>
                <a:gd name="connsiteX24" fmla="*/ 277 w 143990"/>
                <a:gd name="connsiteY24" fmla="*/ 126941 h 139849"/>
                <a:gd name="connsiteX25" fmla="*/ 15466 w 143990"/>
                <a:gd name="connsiteY25" fmla="*/ 139936 h 139849"/>
                <a:gd name="connsiteX26" fmla="*/ 43717 w 143990"/>
                <a:gd name="connsiteY26" fmla="*/ 118278 h 139849"/>
                <a:gd name="connsiteX27" fmla="*/ 71057 w 143990"/>
                <a:gd name="connsiteY27" fmla="*/ 82078 h 139849"/>
                <a:gd name="connsiteX28" fmla="*/ 80170 w 143990"/>
                <a:gd name="connsiteY28" fmla="*/ 119206 h 139849"/>
                <a:gd name="connsiteX29" fmla="*/ 97789 w 143990"/>
                <a:gd name="connsiteY29" fmla="*/ 139936 h 139849"/>
                <a:gd name="connsiteX30" fmla="*/ 134850 w 143990"/>
                <a:gd name="connsiteY30" fmla="*/ 104664 h 139849"/>
                <a:gd name="connsiteX31" fmla="*/ 130597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597" y="102189"/>
                  </a:moveTo>
                  <a:cubicBezTo>
                    <a:pt x="128167" y="104973"/>
                    <a:pt x="126648" y="106830"/>
                    <a:pt x="123914" y="110543"/>
                  </a:cubicBezTo>
                  <a:cubicBezTo>
                    <a:pt x="116927" y="119825"/>
                    <a:pt x="113282" y="122919"/>
                    <a:pt x="109940" y="122919"/>
                  </a:cubicBezTo>
                  <a:cubicBezTo>
                    <a:pt x="105383" y="122919"/>
                    <a:pt x="102649" y="118896"/>
                    <a:pt x="100523" y="110233"/>
                  </a:cubicBezTo>
                  <a:cubicBezTo>
                    <a:pt x="99915" y="107758"/>
                    <a:pt x="99612" y="105902"/>
                    <a:pt x="99308" y="104973"/>
                  </a:cubicBezTo>
                  <a:cubicBezTo>
                    <a:pt x="91713" y="73724"/>
                    <a:pt x="88372" y="59491"/>
                    <a:pt x="88372" y="54850"/>
                  </a:cubicBezTo>
                  <a:cubicBezTo>
                    <a:pt x="101738" y="31026"/>
                    <a:pt x="112674" y="17413"/>
                    <a:pt x="118142" y="17413"/>
                  </a:cubicBezTo>
                  <a:cubicBezTo>
                    <a:pt x="119965" y="17413"/>
                    <a:pt x="122395" y="18341"/>
                    <a:pt x="125433" y="19888"/>
                  </a:cubicBezTo>
                  <a:cubicBezTo>
                    <a:pt x="129078" y="22054"/>
                    <a:pt x="131205" y="22672"/>
                    <a:pt x="133635" y="22672"/>
                  </a:cubicBezTo>
                  <a:cubicBezTo>
                    <a:pt x="140014" y="22672"/>
                    <a:pt x="144267" y="18031"/>
                    <a:pt x="144267" y="11534"/>
                  </a:cubicBezTo>
                  <a:cubicBezTo>
                    <a:pt x="144267" y="5036"/>
                    <a:pt x="139103" y="86"/>
                    <a:pt x="131812" y="86"/>
                  </a:cubicBezTo>
                  <a:cubicBezTo>
                    <a:pt x="118446" y="86"/>
                    <a:pt x="106902" y="11224"/>
                    <a:pt x="85942" y="44331"/>
                  </a:cubicBezTo>
                  <a:lnTo>
                    <a:pt x="82600" y="27313"/>
                  </a:lnTo>
                  <a:cubicBezTo>
                    <a:pt x="78347" y="6274"/>
                    <a:pt x="75006" y="86"/>
                    <a:pt x="66804" y="86"/>
                  </a:cubicBezTo>
                  <a:cubicBezTo>
                    <a:pt x="60121" y="86"/>
                    <a:pt x="49792" y="2871"/>
                    <a:pt x="31262" y="9059"/>
                  </a:cubicBezTo>
                  <a:lnTo>
                    <a:pt x="27920" y="10296"/>
                  </a:lnTo>
                  <a:lnTo>
                    <a:pt x="29135" y="14937"/>
                  </a:lnTo>
                  <a:cubicBezTo>
                    <a:pt x="40679" y="12153"/>
                    <a:pt x="43413" y="11534"/>
                    <a:pt x="46147" y="11534"/>
                  </a:cubicBezTo>
                  <a:cubicBezTo>
                    <a:pt x="53741" y="11534"/>
                    <a:pt x="55564" y="14318"/>
                    <a:pt x="59817" y="32883"/>
                  </a:cubicBezTo>
                  <a:lnTo>
                    <a:pt x="68626" y="70939"/>
                  </a:lnTo>
                  <a:lnTo>
                    <a:pt x="43717" y="107139"/>
                  </a:lnTo>
                  <a:cubicBezTo>
                    <a:pt x="37641" y="116421"/>
                    <a:pt x="31566" y="121990"/>
                    <a:pt x="28224" y="121990"/>
                  </a:cubicBezTo>
                  <a:cubicBezTo>
                    <a:pt x="26401" y="121990"/>
                    <a:pt x="23364" y="121062"/>
                    <a:pt x="20326" y="119206"/>
                  </a:cubicBezTo>
                  <a:cubicBezTo>
                    <a:pt x="16377" y="117040"/>
                    <a:pt x="13035" y="116112"/>
                    <a:pt x="10605" y="116112"/>
                  </a:cubicBezTo>
                  <a:cubicBezTo>
                    <a:pt x="4833" y="116112"/>
                    <a:pt x="277" y="120753"/>
                    <a:pt x="277" y="126941"/>
                  </a:cubicBezTo>
                  <a:cubicBezTo>
                    <a:pt x="277" y="134985"/>
                    <a:pt x="6352" y="139936"/>
                    <a:pt x="15466" y="139936"/>
                  </a:cubicBezTo>
                  <a:cubicBezTo>
                    <a:pt x="24883" y="139936"/>
                    <a:pt x="28528" y="137151"/>
                    <a:pt x="43717" y="118278"/>
                  </a:cubicBezTo>
                  <a:cubicBezTo>
                    <a:pt x="51919" y="108377"/>
                    <a:pt x="58298" y="100023"/>
                    <a:pt x="71057" y="82078"/>
                  </a:cubicBezTo>
                  <a:lnTo>
                    <a:pt x="80170" y="119206"/>
                  </a:lnTo>
                  <a:cubicBezTo>
                    <a:pt x="84119" y="134985"/>
                    <a:pt x="88068" y="139936"/>
                    <a:pt x="97789" y="139936"/>
                  </a:cubicBezTo>
                  <a:cubicBezTo>
                    <a:pt x="109333" y="139936"/>
                    <a:pt x="117231" y="132510"/>
                    <a:pt x="134850" y="104664"/>
                  </a:cubicBezTo>
                  <a:lnTo>
                    <a:pt x="130597" y="102189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C7C4ED23-1604-734E-7C2D-BE04BCF22451}"/>
                </a:ext>
              </a:extLst>
            </p:cNvPr>
            <p:cNvSpPr/>
            <p:nvPr>
              <p:custDataLst>
                <p:tags r:id="rId433"/>
              </p:custDataLst>
            </p:nvPr>
          </p:nvSpPr>
          <p:spPr>
            <a:xfrm>
              <a:off x="13512135" y="4870220"/>
              <a:ext cx="70476" cy="309402"/>
            </a:xfrm>
            <a:custGeom>
              <a:avLst/>
              <a:gdLst>
                <a:gd name="connsiteX0" fmla="*/ 70758 w 70476"/>
                <a:gd name="connsiteY0" fmla="*/ 154787 h 309402"/>
                <a:gd name="connsiteX1" fmla="*/ 50708 w 70476"/>
                <a:gd name="connsiteY1" fmla="*/ 58253 h 309402"/>
                <a:gd name="connsiteX2" fmla="*/ 3319 w 70476"/>
                <a:gd name="connsiteY2" fmla="*/ 86 h 309402"/>
                <a:gd name="connsiteX3" fmla="*/ 281 w 70476"/>
                <a:gd name="connsiteY3" fmla="*/ 3180 h 309402"/>
                <a:gd name="connsiteX4" fmla="*/ 6053 w 70476"/>
                <a:gd name="connsiteY4" fmla="*/ 10296 h 309402"/>
                <a:gd name="connsiteX5" fmla="*/ 53138 w 70476"/>
                <a:gd name="connsiteY5" fmla="*/ 154787 h 309402"/>
                <a:gd name="connsiteX6" fmla="*/ 4230 w 70476"/>
                <a:gd name="connsiteY6" fmla="*/ 301134 h 309402"/>
                <a:gd name="connsiteX7" fmla="*/ 281 w 70476"/>
                <a:gd name="connsiteY7" fmla="*/ 306394 h 309402"/>
                <a:gd name="connsiteX8" fmla="*/ 3319 w 70476"/>
                <a:gd name="connsiteY8" fmla="*/ 309488 h 309402"/>
                <a:gd name="connsiteX9" fmla="*/ 51620 w 70476"/>
                <a:gd name="connsiteY9" fmla="*/ 249155 h 309402"/>
                <a:gd name="connsiteX10" fmla="*/ 70758 w 70476"/>
                <a:gd name="connsiteY10" fmla="*/ 154787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758" y="154787"/>
                  </a:moveTo>
                  <a:cubicBezTo>
                    <a:pt x="70758" y="130653"/>
                    <a:pt x="67416" y="93216"/>
                    <a:pt x="50708" y="58253"/>
                  </a:cubicBezTo>
                  <a:cubicBezTo>
                    <a:pt x="32482" y="20197"/>
                    <a:pt x="6357" y="86"/>
                    <a:pt x="3319" y="86"/>
                  </a:cubicBezTo>
                  <a:cubicBezTo>
                    <a:pt x="1496" y="86"/>
                    <a:pt x="281" y="1323"/>
                    <a:pt x="281" y="3180"/>
                  </a:cubicBezTo>
                  <a:cubicBezTo>
                    <a:pt x="281" y="4108"/>
                    <a:pt x="281" y="4727"/>
                    <a:pt x="6053" y="10296"/>
                  </a:cubicBezTo>
                  <a:cubicBezTo>
                    <a:pt x="35823" y="40927"/>
                    <a:pt x="53138" y="90122"/>
                    <a:pt x="53138" y="154787"/>
                  </a:cubicBezTo>
                  <a:cubicBezTo>
                    <a:pt x="53138" y="207695"/>
                    <a:pt x="41899" y="262149"/>
                    <a:pt x="4230" y="301134"/>
                  </a:cubicBezTo>
                  <a:cubicBezTo>
                    <a:pt x="281" y="304847"/>
                    <a:pt x="281" y="305466"/>
                    <a:pt x="281" y="306394"/>
                  </a:cubicBezTo>
                  <a:cubicBezTo>
                    <a:pt x="281" y="308250"/>
                    <a:pt x="1496" y="309488"/>
                    <a:pt x="3319" y="309488"/>
                  </a:cubicBezTo>
                  <a:cubicBezTo>
                    <a:pt x="6357" y="309488"/>
                    <a:pt x="33697" y="288449"/>
                    <a:pt x="51620" y="249155"/>
                  </a:cubicBezTo>
                  <a:cubicBezTo>
                    <a:pt x="67112" y="215120"/>
                    <a:pt x="70758" y="180777"/>
                    <a:pt x="70758" y="15478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4F1F939-BB47-5036-FFAB-E931A1367457}"/>
                </a:ext>
              </a:extLst>
            </p:cNvPr>
            <p:cNvSpPr/>
            <p:nvPr>
              <p:custDataLst>
                <p:tags r:id="rId434"/>
              </p:custDataLst>
            </p:nvPr>
          </p:nvSpPr>
          <p:spPr>
            <a:xfrm>
              <a:off x="13617680" y="4890950"/>
              <a:ext cx="155533" cy="215343"/>
            </a:xfrm>
            <a:custGeom>
              <a:avLst/>
              <a:gdLst>
                <a:gd name="connsiteX0" fmla="*/ 136377 w 155533"/>
                <a:gd name="connsiteY0" fmla="*/ 177064 h 215343"/>
                <a:gd name="connsiteX1" fmla="*/ 111468 w 155533"/>
                <a:gd name="connsiteY1" fmla="*/ 199031 h 215343"/>
                <a:gd name="connsiteX2" fmla="*/ 105999 w 155533"/>
                <a:gd name="connsiteY2" fmla="*/ 192843 h 215343"/>
                <a:gd name="connsiteX3" fmla="*/ 125745 w 155533"/>
                <a:gd name="connsiteY3" fmla="*/ 116730 h 215343"/>
                <a:gd name="connsiteX4" fmla="*/ 155819 w 155533"/>
                <a:gd name="connsiteY4" fmla="*/ 1633 h 215343"/>
                <a:gd name="connsiteX5" fmla="*/ 154300 w 155533"/>
                <a:gd name="connsiteY5" fmla="*/ 86 h 215343"/>
                <a:gd name="connsiteX6" fmla="*/ 107822 w 155533"/>
                <a:gd name="connsiteY6" fmla="*/ 7202 h 215343"/>
                <a:gd name="connsiteX7" fmla="*/ 107822 w 155533"/>
                <a:gd name="connsiteY7" fmla="*/ 12462 h 215343"/>
                <a:gd name="connsiteX8" fmla="*/ 126656 w 155533"/>
                <a:gd name="connsiteY8" fmla="*/ 20506 h 215343"/>
                <a:gd name="connsiteX9" fmla="*/ 122100 w 155533"/>
                <a:gd name="connsiteY9" fmla="*/ 42164 h 215343"/>
                <a:gd name="connsiteX10" fmla="*/ 108733 w 155533"/>
                <a:gd name="connsiteY10" fmla="*/ 92906 h 215343"/>
                <a:gd name="connsiteX11" fmla="*/ 88988 w 155533"/>
                <a:gd name="connsiteY11" fmla="*/ 74961 h 215343"/>
                <a:gd name="connsiteX12" fmla="*/ 285 w 155533"/>
                <a:gd name="connsiteY12" fmla="*/ 179539 h 215343"/>
                <a:gd name="connsiteX13" fmla="*/ 32182 w 155533"/>
                <a:gd name="connsiteY13" fmla="*/ 214811 h 215343"/>
                <a:gd name="connsiteX14" fmla="*/ 86862 w 155533"/>
                <a:gd name="connsiteY14" fmla="*/ 173970 h 215343"/>
                <a:gd name="connsiteX15" fmla="*/ 82912 w 155533"/>
                <a:gd name="connsiteY15" fmla="*/ 201507 h 215343"/>
                <a:gd name="connsiteX16" fmla="*/ 95671 w 155533"/>
                <a:gd name="connsiteY16" fmla="*/ 215430 h 215343"/>
                <a:gd name="connsiteX17" fmla="*/ 140023 w 155533"/>
                <a:gd name="connsiteY17" fmla="*/ 180158 h 215343"/>
                <a:gd name="connsiteX18" fmla="*/ 136377 w 155533"/>
                <a:gd name="connsiteY18" fmla="*/ 177064 h 215343"/>
                <a:gd name="connsiteX19" fmla="*/ 90203 w 155533"/>
                <a:gd name="connsiteY19" fmla="*/ 82077 h 215343"/>
                <a:gd name="connsiteX20" fmla="*/ 103873 w 155533"/>
                <a:gd name="connsiteY20" fmla="*/ 99713 h 215343"/>
                <a:gd name="connsiteX21" fmla="*/ 44333 w 155533"/>
                <a:gd name="connsiteY21" fmla="*/ 199960 h 215343"/>
                <a:gd name="connsiteX22" fmla="*/ 26714 w 155533"/>
                <a:gd name="connsiteY22" fmla="*/ 179539 h 215343"/>
                <a:gd name="connsiteX23" fmla="*/ 61952 w 155533"/>
                <a:gd name="connsiteY23" fmla="*/ 96310 h 215343"/>
                <a:gd name="connsiteX24" fmla="*/ 90203 w 155533"/>
                <a:gd name="connsiteY24" fmla="*/ 82077 h 215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533" h="215343">
                  <a:moveTo>
                    <a:pt x="136377" y="177064"/>
                  </a:moveTo>
                  <a:cubicBezTo>
                    <a:pt x="119973" y="196247"/>
                    <a:pt x="116632" y="199031"/>
                    <a:pt x="111468" y="199031"/>
                  </a:cubicBezTo>
                  <a:cubicBezTo>
                    <a:pt x="108430" y="199031"/>
                    <a:pt x="105999" y="196247"/>
                    <a:pt x="105999" y="192843"/>
                  </a:cubicBezTo>
                  <a:cubicBezTo>
                    <a:pt x="105999" y="188512"/>
                    <a:pt x="115720" y="150765"/>
                    <a:pt x="125745" y="116730"/>
                  </a:cubicBezTo>
                  <a:cubicBezTo>
                    <a:pt x="133947" y="88265"/>
                    <a:pt x="140326" y="63513"/>
                    <a:pt x="155819" y="1633"/>
                  </a:cubicBezTo>
                  <a:lnTo>
                    <a:pt x="154300" y="86"/>
                  </a:lnTo>
                  <a:cubicBezTo>
                    <a:pt x="138200" y="3489"/>
                    <a:pt x="127264" y="5346"/>
                    <a:pt x="107822" y="7202"/>
                  </a:cubicBezTo>
                  <a:lnTo>
                    <a:pt x="107822" y="12462"/>
                  </a:lnTo>
                  <a:cubicBezTo>
                    <a:pt x="124530" y="13081"/>
                    <a:pt x="126656" y="14009"/>
                    <a:pt x="126656" y="20506"/>
                  </a:cubicBezTo>
                  <a:cubicBezTo>
                    <a:pt x="126656" y="24528"/>
                    <a:pt x="126353" y="26385"/>
                    <a:pt x="122100" y="42164"/>
                  </a:cubicBezTo>
                  <a:lnTo>
                    <a:pt x="108733" y="92906"/>
                  </a:lnTo>
                  <a:cubicBezTo>
                    <a:pt x="106303" y="79911"/>
                    <a:pt x="100835" y="74961"/>
                    <a:pt x="88988" y="74961"/>
                  </a:cubicBezTo>
                  <a:cubicBezTo>
                    <a:pt x="49497" y="74961"/>
                    <a:pt x="285" y="133129"/>
                    <a:pt x="285" y="179539"/>
                  </a:cubicBezTo>
                  <a:cubicBezTo>
                    <a:pt x="285" y="201507"/>
                    <a:pt x="12436" y="214811"/>
                    <a:pt x="32182" y="214811"/>
                  </a:cubicBezTo>
                  <a:cubicBezTo>
                    <a:pt x="52839" y="214811"/>
                    <a:pt x="66205" y="204910"/>
                    <a:pt x="86862" y="173970"/>
                  </a:cubicBezTo>
                  <a:cubicBezTo>
                    <a:pt x="83520" y="189749"/>
                    <a:pt x="82912" y="194390"/>
                    <a:pt x="82912" y="201507"/>
                  </a:cubicBezTo>
                  <a:cubicBezTo>
                    <a:pt x="82912" y="209860"/>
                    <a:pt x="88077" y="215430"/>
                    <a:pt x="95671" y="215430"/>
                  </a:cubicBezTo>
                  <a:cubicBezTo>
                    <a:pt x="108430" y="215430"/>
                    <a:pt x="124226" y="202744"/>
                    <a:pt x="140023" y="180158"/>
                  </a:cubicBezTo>
                  <a:lnTo>
                    <a:pt x="136377" y="177064"/>
                  </a:lnTo>
                  <a:close/>
                  <a:moveTo>
                    <a:pt x="90203" y="82077"/>
                  </a:moveTo>
                  <a:cubicBezTo>
                    <a:pt x="99316" y="82696"/>
                    <a:pt x="103873" y="88575"/>
                    <a:pt x="103873" y="99713"/>
                  </a:cubicBezTo>
                  <a:cubicBezTo>
                    <a:pt x="103873" y="146742"/>
                    <a:pt x="72280" y="199960"/>
                    <a:pt x="44333" y="199960"/>
                  </a:cubicBezTo>
                  <a:cubicBezTo>
                    <a:pt x="34004" y="199960"/>
                    <a:pt x="26714" y="191606"/>
                    <a:pt x="26714" y="179539"/>
                  </a:cubicBezTo>
                  <a:cubicBezTo>
                    <a:pt x="26714" y="153859"/>
                    <a:pt x="41903" y="117968"/>
                    <a:pt x="61952" y="96310"/>
                  </a:cubicBezTo>
                  <a:cubicBezTo>
                    <a:pt x="70458" y="87337"/>
                    <a:pt x="81697" y="81458"/>
                    <a:pt x="90203" y="8207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165A99D3-80BA-464F-DEB8-962AAD7555DE}"/>
                </a:ext>
              </a:extLst>
            </p:cNvPr>
            <p:cNvSpPr/>
            <p:nvPr>
              <p:custDataLst>
                <p:tags r:id="rId435"/>
              </p:custDataLst>
            </p:nvPr>
          </p:nvSpPr>
          <p:spPr>
            <a:xfrm>
              <a:off x="13773232" y="4965825"/>
              <a:ext cx="143990" cy="139849"/>
            </a:xfrm>
            <a:custGeom>
              <a:avLst/>
              <a:gdLst>
                <a:gd name="connsiteX0" fmla="*/ 130611 w 143990"/>
                <a:gd name="connsiteY0" fmla="*/ 102189 h 139849"/>
                <a:gd name="connsiteX1" fmla="*/ 123928 w 143990"/>
                <a:gd name="connsiteY1" fmla="*/ 110543 h 139849"/>
                <a:gd name="connsiteX2" fmla="*/ 109954 w 143990"/>
                <a:gd name="connsiteY2" fmla="*/ 122919 h 139849"/>
                <a:gd name="connsiteX3" fmla="*/ 100537 w 143990"/>
                <a:gd name="connsiteY3" fmla="*/ 110233 h 139849"/>
                <a:gd name="connsiteX4" fmla="*/ 99322 w 143990"/>
                <a:gd name="connsiteY4" fmla="*/ 104973 h 139849"/>
                <a:gd name="connsiteX5" fmla="*/ 88386 w 143990"/>
                <a:gd name="connsiteY5" fmla="*/ 54850 h 139849"/>
                <a:gd name="connsiteX6" fmla="*/ 118156 w 143990"/>
                <a:gd name="connsiteY6" fmla="*/ 17413 h 139849"/>
                <a:gd name="connsiteX7" fmla="*/ 125447 w 143990"/>
                <a:gd name="connsiteY7" fmla="*/ 19888 h 139849"/>
                <a:gd name="connsiteX8" fmla="*/ 133649 w 143990"/>
                <a:gd name="connsiteY8" fmla="*/ 22672 h 139849"/>
                <a:gd name="connsiteX9" fmla="*/ 144281 w 143990"/>
                <a:gd name="connsiteY9" fmla="*/ 11534 h 139849"/>
                <a:gd name="connsiteX10" fmla="*/ 131826 w 143990"/>
                <a:gd name="connsiteY10" fmla="*/ 86 h 139849"/>
                <a:gd name="connsiteX11" fmla="*/ 85956 w 143990"/>
                <a:gd name="connsiteY11" fmla="*/ 44331 h 139849"/>
                <a:gd name="connsiteX12" fmla="*/ 82614 w 143990"/>
                <a:gd name="connsiteY12" fmla="*/ 27313 h 139849"/>
                <a:gd name="connsiteX13" fmla="*/ 66818 w 143990"/>
                <a:gd name="connsiteY13" fmla="*/ 86 h 139849"/>
                <a:gd name="connsiteX14" fmla="*/ 31276 w 143990"/>
                <a:gd name="connsiteY14" fmla="*/ 9059 h 139849"/>
                <a:gd name="connsiteX15" fmla="*/ 27934 w 143990"/>
                <a:gd name="connsiteY15" fmla="*/ 10296 h 139849"/>
                <a:gd name="connsiteX16" fmla="*/ 29149 w 143990"/>
                <a:gd name="connsiteY16" fmla="*/ 14937 h 139849"/>
                <a:gd name="connsiteX17" fmla="*/ 46161 w 143990"/>
                <a:gd name="connsiteY17" fmla="*/ 11534 h 139849"/>
                <a:gd name="connsiteX18" fmla="*/ 59831 w 143990"/>
                <a:gd name="connsiteY18" fmla="*/ 32883 h 139849"/>
                <a:gd name="connsiteX19" fmla="*/ 68640 w 143990"/>
                <a:gd name="connsiteY19" fmla="*/ 70939 h 139849"/>
                <a:gd name="connsiteX20" fmla="*/ 43731 w 143990"/>
                <a:gd name="connsiteY20" fmla="*/ 107139 h 139849"/>
                <a:gd name="connsiteX21" fmla="*/ 28238 w 143990"/>
                <a:gd name="connsiteY21" fmla="*/ 121990 h 139849"/>
                <a:gd name="connsiteX22" fmla="*/ 20340 w 143990"/>
                <a:gd name="connsiteY22" fmla="*/ 119206 h 139849"/>
                <a:gd name="connsiteX23" fmla="*/ 10619 w 143990"/>
                <a:gd name="connsiteY23" fmla="*/ 116112 h 139849"/>
                <a:gd name="connsiteX24" fmla="*/ 290 w 143990"/>
                <a:gd name="connsiteY24" fmla="*/ 126941 h 139849"/>
                <a:gd name="connsiteX25" fmla="*/ 15479 w 143990"/>
                <a:gd name="connsiteY25" fmla="*/ 139936 h 139849"/>
                <a:gd name="connsiteX26" fmla="*/ 43731 w 143990"/>
                <a:gd name="connsiteY26" fmla="*/ 118278 h 139849"/>
                <a:gd name="connsiteX27" fmla="*/ 71071 w 143990"/>
                <a:gd name="connsiteY27" fmla="*/ 82078 h 139849"/>
                <a:gd name="connsiteX28" fmla="*/ 80184 w 143990"/>
                <a:gd name="connsiteY28" fmla="*/ 119206 h 139849"/>
                <a:gd name="connsiteX29" fmla="*/ 97803 w 143990"/>
                <a:gd name="connsiteY29" fmla="*/ 139936 h 139849"/>
                <a:gd name="connsiteX30" fmla="*/ 134864 w 143990"/>
                <a:gd name="connsiteY30" fmla="*/ 104664 h 139849"/>
                <a:gd name="connsiteX31" fmla="*/ 130611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611" y="102189"/>
                  </a:moveTo>
                  <a:cubicBezTo>
                    <a:pt x="128181" y="104973"/>
                    <a:pt x="126662" y="106830"/>
                    <a:pt x="123928" y="110543"/>
                  </a:cubicBezTo>
                  <a:cubicBezTo>
                    <a:pt x="116941" y="119825"/>
                    <a:pt x="113296" y="122919"/>
                    <a:pt x="109954" y="122919"/>
                  </a:cubicBezTo>
                  <a:cubicBezTo>
                    <a:pt x="105397" y="122919"/>
                    <a:pt x="102663" y="118896"/>
                    <a:pt x="100537" y="110233"/>
                  </a:cubicBezTo>
                  <a:cubicBezTo>
                    <a:pt x="99929" y="107758"/>
                    <a:pt x="99626" y="105902"/>
                    <a:pt x="99322" y="104973"/>
                  </a:cubicBezTo>
                  <a:cubicBezTo>
                    <a:pt x="91727" y="73724"/>
                    <a:pt x="88386" y="59491"/>
                    <a:pt x="88386" y="54850"/>
                  </a:cubicBezTo>
                  <a:cubicBezTo>
                    <a:pt x="101752" y="31026"/>
                    <a:pt x="112688" y="17413"/>
                    <a:pt x="118156" y="17413"/>
                  </a:cubicBezTo>
                  <a:cubicBezTo>
                    <a:pt x="119979" y="17413"/>
                    <a:pt x="122409" y="18341"/>
                    <a:pt x="125447" y="19888"/>
                  </a:cubicBezTo>
                  <a:cubicBezTo>
                    <a:pt x="129092" y="22054"/>
                    <a:pt x="131218" y="22672"/>
                    <a:pt x="133649" y="22672"/>
                  </a:cubicBezTo>
                  <a:cubicBezTo>
                    <a:pt x="140028" y="22672"/>
                    <a:pt x="144281" y="18031"/>
                    <a:pt x="144281" y="11534"/>
                  </a:cubicBezTo>
                  <a:cubicBezTo>
                    <a:pt x="144281" y="5036"/>
                    <a:pt x="139117" y="86"/>
                    <a:pt x="131826" y="86"/>
                  </a:cubicBezTo>
                  <a:cubicBezTo>
                    <a:pt x="118460" y="86"/>
                    <a:pt x="106916" y="11224"/>
                    <a:pt x="85956" y="44331"/>
                  </a:cubicBezTo>
                  <a:lnTo>
                    <a:pt x="82614" y="27313"/>
                  </a:lnTo>
                  <a:cubicBezTo>
                    <a:pt x="78361" y="6274"/>
                    <a:pt x="75020" y="86"/>
                    <a:pt x="66818" y="86"/>
                  </a:cubicBezTo>
                  <a:cubicBezTo>
                    <a:pt x="60135" y="86"/>
                    <a:pt x="49806" y="2871"/>
                    <a:pt x="31276" y="9059"/>
                  </a:cubicBezTo>
                  <a:lnTo>
                    <a:pt x="27934" y="10296"/>
                  </a:lnTo>
                  <a:lnTo>
                    <a:pt x="29149" y="14937"/>
                  </a:lnTo>
                  <a:cubicBezTo>
                    <a:pt x="40693" y="12153"/>
                    <a:pt x="43427" y="11534"/>
                    <a:pt x="46161" y="11534"/>
                  </a:cubicBezTo>
                  <a:cubicBezTo>
                    <a:pt x="53755" y="11534"/>
                    <a:pt x="55578" y="14318"/>
                    <a:pt x="59831" y="32883"/>
                  </a:cubicBezTo>
                  <a:lnTo>
                    <a:pt x="68640" y="70939"/>
                  </a:lnTo>
                  <a:lnTo>
                    <a:pt x="43731" y="107139"/>
                  </a:lnTo>
                  <a:cubicBezTo>
                    <a:pt x="37655" y="116421"/>
                    <a:pt x="31579" y="121990"/>
                    <a:pt x="28238" y="121990"/>
                  </a:cubicBezTo>
                  <a:cubicBezTo>
                    <a:pt x="26415" y="121990"/>
                    <a:pt x="23377" y="121062"/>
                    <a:pt x="20340" y="119206"/>
                  </a:cubicBezTo>
                  <a:cubicBezTo>
                    <a:pt x="16391" y="117040"/>
                    <a:pt x="13049" y="116112"/>
                    <a:pt x="10619" y="116112"/>
                  </a:cubicBezTo>
                  <a:cubicBezTo>
                    <a:pt x="4847" y="116112"/>
                    <a:pt x="290" y="120753"/>
                    <a:pt x="290" y="126941"/>
                  </a:cubicBezTo>
                  <a:cubicBezTo>
                    <a:pt x="290" y="134985"/>
                    <a:pt x="6366" y="139936"/>
                    <a:pt x="15479" y="139936"/>
                  </a:cubicBezTo>
                  <a:cubicBezTo>
                    <a:pt x="24896" y="139936"/>
                    <a:pt x="28542" y="137151"/>
                    <a:pt x="43731" y="118278"/>
                  </a:cubicBezTo>
                  <a:cubicBezTo>
                    <a:pt x="51933" y="108377"/>
                    <a:pt x="58312" y="100023"/>
                    <a:pt x="71071" y="82078"/>
                  </a:cubicBezTo>
                  <a:lnTo>
                    <a:pt x="80184" y="119206"/>
                  </a:lnTo>
                  <a:cubicBezTo>
                    <a:pt x="84133" y="134985"/>
                    <a:pt x="88082" y="139936"/>
                    <a:pt x="97803" y="139936"/>
                  </a:cubicBezTo>
                  <a:cubicBezTo>
                    <a:pt x="109346" y="139936"/>
                    <a:pt x="117245" y="132510"/>
                    <a:pt x="134864" y="104664"/>
                  </a:cubicBezTo>
                  <a:lnTo>
                    <a:pt x="130611" y="102189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55" name="Group 45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_2(x)= \left[&#10;\frac{(x-x_{1})(x-x_{2})}{(x_{0}-x_{1})(x_{0}-x_{2})}f(x_{0})+&#10;%&#10;\frac{(x-x_{0})(x-x_{2})}{(x_{1}-x_{0})(x_{1}-x_{2})}f(x_{1})+&#10;%&#10;\frac{(x-x_{0})(x-x_{1})}{(x_{2}-x_{0})(x_{2}-x_{1})}f(x_{2})&#10;\right]&#10;\end{align*}&#10;}&#10;\end{document}" title="IguanaTex Shape Display">
            <a:extLst>
              <a:ext uri="{FF2B5EF4-FFF2-40B4-BE49-F238E27FC236}">
                <a16:creationId xmlns:a16="http://schemas.microsoft.com/office/drawing/2014/main" id="{322528F9-C0BA-DC85-0221-A6CFDB2CE061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051628" y="1421246"/>
            <a:ext cx="9739837" cy="665281"/>
            <a:chOff x="3926369" y="3075595"/>
            <a:chExt cx="9739837" cy="665281"/>
          </a:xfrm>
        </p:grpSpPr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4343C318-191B-9F0A-0179-9DC7ED7D132C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3926369" y="3291290"/>
              <a:ext cx="158574" cy="245424"/>
            </a:xfrm>
            <a:custGeom>
              <a:avLst/>
              <a:gdLst>
                <a:gd name="connsiteX0" fmla="*/ 50607 w 158574"/>
                <a:gd name="connsiteY0" fmla="*/ 78291 h 245424"/>
                <a:gd name="connsiteX1" fmla="*/ 75601 w 158574"/>
                <a:gd name="connsiteY1" fmla="*/ 78291 h 245424"/>
                <a:gd name="connsiteX2" fmla="*/ 51163 w 158574"/>
                <a:gd name="connsiteY2" fmla="*/ 194764 h 245424"/>
                <a:gd name="connsiteX3" fmla="*/ 24224 w 158574"/>
                <a:gd name="connsiteY3" fmla="*/ 239689 h 245424"/>
                <a:gd name="connsiteX4" fmla="*/ 18670 w 158574"/>
                <a:gd name="connsiteY4" fmla="*/ 235252 h 245424"/>
                <a:gd name="connsiteX5" fmla="*/ 19781 w 158574"/>
                <a:gd name="connsiteY5" fmla="*/ 232202 h 245424"/>
                <a:gd name="connsiteX6" fmla="*/ 21169 w 158574"/>
                <a:gd name="connsiteY6" fmla="*/ 227765 h 245424"/>
                <a:gd name="connsiteX7" fmla="*/ 10339 w 158574"/>
                <a:gd name="connsiteY7" fmla="*/ 217227 h 245424"/>
                <a:gd name="connsiteX8" fmla="*/ 63 w 158574"/>
                <a:gd name="connsiteY8" fmla="*/ 228597 h 245424"/>
                <a:gd name="connsiteX9" fmla="*/ 22003 w 158574"/>
                <a:gd name="connsiteY9" fmla="*/ 245513 h 245424"/>
                <a:gd name="connsiteX10" fmla="*/ 77545 w 158574"/>
                <a:gd name="connsiteY10" fmla="*/ 167033 h 245424"/>
                <a:gd name="connsiteX11" fmla="*/ 97541 w 158574"/>
                <a:gd name="connsiteY11" fmla="*/ 78291 h 245424"/>
                <a:gd name="connsiteX12" fmla="*/ 127811 w 158574"/>
                <a:gd name="connsiteY12" fmla="*/ 78291 h 245424"/>
                <a:gd name="connsiteX13" fmla="*/ 129478 w 158574"/>
                <a:gd name="connsiteY13" fmla="*/ 69417 h 245424"/>
                <a:gd name="connsiteX14" fmla="*/ 99485 w 158574"/>
                <a:gd name="connsiteY14" fmla="*/ 69417 h 245424"/>
                <a:gd name="connsiteX15" fmla="*/ 133366 w 158574"/>
                <a:gd name="connsiteY15" fmla="*/ 6189 h 245424"/>
                <a:gd name="connsiteX16" fmla="*/ 139475 w 158574"/>
                <a:gd name="connsiteY16" fmla="*/ 9517 h 245424"/>
                <a:gd name="connsiteX17" fmla="*/ 138365 w 158574"/>
                <a:gd name="connsiteY17" fmla="*/ 12290 h 245424"/>
                <a:gd name="connsiteX18" fmla="*/ 136698 w 158574"/>
                <a:gd name="connsiteY18" fmla="*/ 18114 h 245424"/>
                <a:gd name="connsiteX19" fmla="*/ 146974 w 158574"/>
                <a:gd name="connsiteY19" fmla="*/ 29206 h 245424"/>
                <a:gd name="connsiteX20" fmla="*/ 158638 w 158574"/>
                <a:gd name="connsiteY20" fmla="*/ 18114 h 245424"/>
                <a:gd name="connsiteX21" fmla="*/ 134754 w 158574"/>
                <a:gd name="connsiteY21" fmla="*/ 88 h 245424"/>
                <a:gd name="connsiteX22" fmla="*/ 100318 w 158574"/>
                <a:gd name="connsiteY22" fmla="*/ 19223 h 245424"/>
                <a:gd name="connsiteX23" fmla="*/ 78101 w 158574"/>
                <a:gd name="connsiteY23" fmla="*/ 69417 h 245424"/>
                <a:gd name="connsiteX24" fmla="*/ 52551 w 158574"/>
                <a:gd name="connsiteY24" fmla="*/ 69417 h 245424"/>
                <a:gd name="connsiteX25" fmla="*/ 50607 w 158574"/>
                <a:gd name="connsiteY25" fmla="*/ 78291 h 24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8574" h="245424">
                  <a:moveTo>
                    <a:pt x="50607" y="78291"/>
                  </a:moveTo>
                  <a:lnTo>
                    <a:pt x="75601" y="78291"/>
                  </a:lnTo>
                  <a:lnTo>
                    <a:pt x="51163" y="194764"/>
                  </a:lnTo>
                  <a:cubicBezTo>
                    <a:pt x="45053" y="224437"/>
                    <a:pt x="35888" y="239689"/>
                    <a:pt x="24224" y="239689"/>
                  </a:cubicBezTo>
                  <a:cubicBezTo>
                    <a:pt x="20892" y="239689"/>
                    <a:pt x="18670" y="237748"/>
                    <a:pt x="18670" y="235252"/>
                  </a:cubicBezTo>
                  <a:cubicBezTo>
                    <a:pt x="18670" y="234420"/>
                    <a:pt x="18948" y="233588"/>
                    <a:pt x="19781" y="232202"/>
                  </a:cubicBezTo>
                  <a:cubicBezTo>
                    <a:pt x="20892" y="230538"/>
                    <a:pt x="21169" y="229429"/>
                    <a:pt x="21169" y="227765"/>
                  </a:cubicBezTo>
                  <a:cubicBezTo>
                    <a:pt x="21169" y="221941"/>
                    <a:pt x="16171" y="217227"/>
                    <a:pt x="10339" y="217227"/>
                  </a:cubicBezTo>
                  <a:cubicBezTo>
                    <a:pt x="4507" y="217227"/>
                    <a:pt x="63" y="222218"/>
                    <a:pt x="63" y="228597"/>
                  </a:cubicBezTo>
                  <a:cubicBezTo>
                    <a:pt x="63" y="238026"/>
                    <a:pt x="9783" y="245513"/>
                    <a:pt x="22003" y="245513"/>
                  </a:cubicBezTo>
                  <a:cubicBezTo>
                    <a:pt x="46719" y="245513"/>
                    <a:pt x="66159" y="218059"/>
                    <a:pt x="77545" y="167033"/>
                  </a:cubicBezTo>
                  <a:lnTo>
                    <a:pt x="97541" y="78291"/>
                  </a:lnTo>
                  <a:lnTo>
                    <a:pt x="127811" y="78291"/>
                  </a:lnTo>
                  <a:lnTo>
                    <a:pt x="129478" y="69417"/>
                  </a:lnTo>
                  <a:lnTo>
                    <a:pt x="99485" y="69417"/>
                  </a:lnTo>
                  <a:cubicBezTo>
                    <a:pt x="107538" y="25879"/>
                    <a:pt x="117814" y="6189"/>
                    <a:pt x="133366" y="6189"/>
                  </a:cubicBezTo>
                  <a:cubicBezTo>
                    <a:pt x="136976" y="6189"/>
                    <a:pt x="139475" y="7576"/>
                    <a:pt x="139475" y="9517"/>
                  </a:cubicBezTo>
                  <a:cubicBezTo>
                    <a:pt x="139475" y="10349"/>
                    <a:pt x="139198" y="10904"/>
                    <a:pt x="138365" y="12290"/>
                  </a:cubicBezTo>
                  <a:cubicBezTo>
                    <a:pt x="137254" y="14786"/>
                    <a:pt x="136698" y="16173"/>
                    <a:pt x="136698" y="18114"/>
                  </a:cubicBezTo>
                  <a:cubicBezTo>
                    <a:pt x="136698" y="24769"/>
                    <a:pt x="140864" y="29206"/>
                    <a:pt x="146974" y="29206"/>
                  </a:cubicBezTo>
                  <a:cubicBezTo>
                    <a:pt x="153361" y="29206"/>
                    <a:pt x="158638" y="24215"/>
                    <a:pt x="158638" y="18114"/>
                  </a:cubicBezTo>
                  <a:cubicBezTo>
                    <a:pt x="158638" y="7853"/>
                    <a:pt x="148362" y="88"/>
                    <a:pt x="134754" y="88"/>
                  </a:cubicBezTo>
                  <a:cubicBezTo>
                    <a:pt x="121146" y="88"/>
                    <a:pt x="110316" y="6189"/>
                    <a:pt x="100318" y="19223"/>
                  </a:cubicBezTo>
                  <a:cubicBezTo>
                    <a:pt x="91986" y="30038"/>
                    <a:pt x="86432" y="42795"/>
                    <a:pt x="78101" y="69417"/>
                  </a:cubicBezTo>
                  <a:lnTo>
                    <a:pt x="52551" y="69417"/>
                  </a:lnTo>
                  <a:lnTo>
                    <a:pt x="50607" y="7829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3BBEB50E-896D-533F-34DD-C697D19B92D9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4057819" y="3382635"/>
              <a:ext cx="91450" cy="138724"/>
            </a:xfrm>
            <a:custGeom>
              <a:avLst/>
              <a:gdLst>
                <a:gd name="connsiteX0" fmla="*/ 91517 w 91450"/>
                <a:gd name="connsiteY0" fmla="*/ 110701 h 138724"/>
                <a:gd name="connsiteX1" fmla="*/ 88845 w 91450"/>
                <a:gd name="connsiteY1" fmla="*/ 109675 h 138724"/>
                <a:gd name="connsiteX2" fmla="*/ 69322 w 91450"/>
                <a:gd name="connsiteY2" fmla="*/ 123219 h 138724"/>
                <a:gd name="connsiteX3" fmla="*/ 20205 w 91450"/>
                <a:gd name="connsiteY3" fmla="*/ 123219 h 138724"/>
                <a:gd name="connsiteX4" fmla="*/ 54731 w 91450"/>
                <a:gd name="connsiteY4" fmla="*/ 87101 h 138724"/>
                <a:gd name="connsiteX5" fmla="*/ 81036 w 91450"/>
                <a:gd name="connsiteY5" fmla="*/ 36413 h 138724"/>
                <a:gd name="connsiteX6" fmla="*/ 43017 w 91450"/>
                <a:gd name="connsiteY6" fmla="*/ 91 h 138724"/>
                <a:gd name="connsiteX7" fmla="*/ 13424 w 91450"/>
                <a:gd name="connsiteY7" fmla="*/ 12814 h 138724"/>
                <a:gd name="connsiteX8" fmla="*/ 271 w 91450"/>
                <a:gd name="connsiteY8" fmla="*/ 40928 h 138724"/>
                <a:gd name="connsiteX9" fmla="*/ 4587 w 91450"/>
                <a:gd name="connsiteY9" fmla="*/ 41954 h 138724"/>
                <a:gd name="connsiteX10" fmla="*/ 34385 w 91450"/>
                <a:gd name="connsiteY10" fmla="*/ 15276 h 138724"/>
                <a:gd name="connsiteX11" fmla="*/ 63362 w 91450"/>
                <a:gd name="connsiteY11" fmla="*/ 44211 h 138724"/>
                <a:gd name="connsiteX12" fmla="*/ 36646 w 91450"/>
                <a:gd name="connsiteY12" fmla="*/ 97567 h 138724"/>
                <a:gd name="connsiteX13" fmla="*/ 66 w 91450"/>
                <a:gd name="connsiteY13" fmla="*/ 136352 h 138724"/>
                <a:gd name="connsiteX14" fmla="*/ 66 w 91450"/>
                <a:gd name="connsiteY14" fmla="*/ 138815 h 138724"/>
                <a:gd name="connsiteX15" fmla="*/ 80214 w 91450"/>
                <a:gd name="connsiteY15" fmla="*/ 138815 h 138724"/>
                <a:gd name="connsiteX16" fmla="*/ 91517 w 91450"/>
                <a:gd name="connsiteY16" fmla="*/ 110701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517" y="110701"/>
                  </a:moveTo>
                  <a:lnTo>
                    <a:pt x="88845" y="109675"/>
                  </a:lnTo>
                  <a:cubicBezTo>
                    <a:pt x="81241" y="121372"/>
                    <a:pt x="78570" y="123219"/>
                    <a:pt x="69322" y="123219"/>
                  </a:cubicBezTo>
                  <a:lnTo>
                    <a:pt x="20205" y="123219"/>
                  </a:lnTo>
                  <a:lnTo>
                    <a:pt x="54731" y="87101"/>
                  </a:lnTo>
                  <a:cubicBezTo>
                    <a:pt x="73021" y="68016"/>
                    <a:pt x="81036" y="52420"/>
                    <a:pt x="81036" y="36413"/>
                  </a:cubicBezTo>
                  <a:cubicBezTo>
                    <a:pt x="81036" y="15892"/>
                    <a:pt x="64390" y="91"/>
                    <a:pt x="43017" y="91"/>
                  </a:cubicBezTo>
                  <a:cubicBezTo>
                    <a:pt x="31714" y="91"/>
                    <a:pt x="21027" y="4605"/>
                    <a:pt x="13424" y="12814"/>
                  </a:cubicBezTo>
                  <a:cubicBezTo>
                    <a:pt x="6847" y="19791"/>
                    <a:pt x="3765" y="26358"/>
                    <a:pt x="271" y="40928"/>
                  </a:cubicBezTo>
                  <a:lnTo>
                    <a:pt x="4587" y="41954"/>
                  </a:lnTo>
                  <a:cubicBezTo>
                    <a:pt x="12807" y="21843"/>
                    <a:pt x="20205" y="15276"/>
                    <a:pt x="34385" y="15276"/>
                  </a:cubicBezTo>
                  <a:cubicBezTo>
                    <a:pt x="51648" y="15276"/>
                    <a:pt x="63362" y="26974"/>
                    <a:pt x="63362" y="44211"/>
                  </a:cubicBezTo>
                  <a:cubicBezTo>
                    <a:pt x="63362" y="60218"/>
                    <a:pt x="53909" y="79303"/>
                    <a:pt x="36646" y="97567"/>
                  </a:cubicBezTo>
                  <a:lnTo>
                    <a:pt x="66" y="136352"/>
                  </a:lnTo>
                  <a:lnTo>
                    <a:pt x="66" y="138815"/>
                  </a:lnTo>
                  <a:lnTo>
                    <a:pt x="80214" y="138815"/>
                  </a:lnTo>
                  <a:lnTo>
                    <a:pt x="91517" y="11070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BE39374-54C7-A33F-6B8D-6C4B0AF4E366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4196224" y="3271323"/>
              <a:ext cx="64429" cy="277316"/>
            </a:xfrm>
            <a:custGeom>
              <a:avLst/>
              <a:gdLst>
                <a:gd name="connsiteX0" fmla="*/ 64501 w 64429"/>
                <a:gd name="connsiteY0" fmla="*/ 274630 h 277316"/>
                <a:gd name="connsiteX1" fmla="*/ 59779 w 64429"/>
                <a:gd name="connsiteY1" fmla="*/ 268530 h 277316"/>
                <a:gd name="connsiteX2" fmla="*/ 16178 w 64429"/>
                <a:gd name="connsiteY2" fmla="*/ 138746 h 277316"/>
                <a:gd name="connsiteX3" fmla="*/ 60890 w 64429"/>
                <a:gd name="connsiteY3" fmla="*/ 7575 h 277316"/>
                <a:gd name="connsiteX4" fmla="*/ 64501 w 64429"/>
                <a:gd name="connsiteY4" fmla="*/ 2861 h 277316"/>
                <a:gd name="connsiteX5" fmla="*/ 61723 w 64429"/>
                <a:gd name="connsiteY5" fmla="*/ 88 h 277316"/>
                <a:gd name="connsiteX6" fmla="*/ 17567 w 64429"/>
                <a:gd name="connsiteY6" fmla="*/ 54164 h 277316"/>
                <a:gd name="connsiteX7" fmla="*/ 71 w 64429"/>
                <a:gd name="connsiteY7" fmla="*/ 138746 h 277316"/>
                <a:gd name="connsiteX8" fmla="*/ 18400 w 64429"/>
                <a:gd name="connsiteY8" fmla="*/ 225268 h 277316"/>
                <a:gd name="connsiteX9" fmla="*/ 61723 w 64429"/>
                <a:gd name="connsiteY9" fmla="*/ 277404 h 277316"/>
                <a:gd name="connsiteX10" fmla="*/ 64501 w 64429"/>
                <a:gd name="connsiteY10" fmla="*/ 274630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01" y="274630"/>
                  </a:moveTo>
                  <a:cubicBezTo>
                    <a:pt x="64501" y="273799"/>
                    <a:pt x="64501" y="273244"/>
                    <a:pt x="59779" y="268530"/>
                  </a:cubicBezTo>
                  <a:cubicBezTo>
                    <a:pt x="25065" y="233588"/>
                    <a:pt x="16178" y="181175"/>
                    <a:pt x="16178" y="138746"/>
                  </a:cubicBezTo>
                  <a:cubicBezTo>
                    <a:pt x="16178" y="90493"/>
                    <a:pt x="26732" y="42240"/>
                    <a:pt x="60890" y="7575"/>
                  </a:cubicBezTo>
                  <a:cubicBezTo>
                    <a:pt x="64501" y="4247"/>
                    <a:pt x="64501" y="3693"/>
                    <a:pt x="64501" y="2861"/>
                  </a:cubicBezTo>
                  <a:cubicBezTo>
                    <a:pt x="64501" y="919"/>
                    <a:pt x="63390" y="88"/>
                    <a:pt x="61723" y="88"/>
                  </a:cubicBezTo>
                  <a:cubicBezTo>
                    <a:pt x="58946" y="88"/>
                    <a:pt x="33952" y="18945"/>
                    <a:pt x="17567" y="54164"/>
                  </a:cubicBezTo>
                  <a:cubicBezTo>
                    <a:pt x="3404" y="84669"/>
                    <a:pt x="71" y="115451"/>
                    <a:pt x="71" y="138746"/>
                  </a:cubicBezTo>
                  <a:cubicBezTo>
                    <a:pt x="71" y="160376"/>
                    <a:pt x="3126" y="193931"/>
                    <a:pt x="18400" y="225268"/>
                  </a:cubicBezTo>
                  <a:cubicBezTo>
                    <a:pt x="35063" y="259378"/>
                    <a:pt x="58946" y="277404"/>
                    <a:pt x="61723" y="277404"/>
                  </a:cubicBezTo>
                  <a:cubicBezTo>
                    <a:pt x="63390" y="277404"/>
                    <a:pt x="64501" y="276572"/>
                    <a:pt x="64501" y="27463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24EE291-3778-8767-B3E7-B7B4F26D39EB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4269386" y="3357014"/>
              <a:ext cx="131636" cy="125346"/>
            </a:xfrm>
            <a:custGeom>
              <a:avLst/>
              <a:gdLst>
                <a:gd name="connsiteX0" fmla="*/ 119213 w 131636"/>
                <a:gd name="connsiteY0" fmla="*/ 91603 h 125346"/>
                <a:gd name="connsiteX1" fmla="*/ 113104 w 131636"/>
                <a:gd name="connsiteY1" fmla="*/ 99090 h 125346"/>
                <a:gd name="connsiteX2" fmla="*/ 100329 w 131636"/>
                <a:gd name="connsiteY2" fmla="*/ 110183 h 125346"/>
                <a:gd name="connsiteX3" fmla="*/ 91720 w 131636"/>
                <a:gd name="connsiteY3" fmla="*/ 98813 h 125346"/>
                <a:gd name="connsiteX4" fmla="*/ 90609 w 131636"/>
                <a:gd name="connsiteY4" fmla="*/ 94098 h 125346"/>
                <a:gd name="connsiteX5" fmla="*/ 80611 w 131636"/>
                <a:gd name="connsiteY5" fmla="*/ 49173 h 125346"/>
                <a:gd name="connsiteX6" fmla="*/ 107827 w 131636"/>
                <a:gd name="connsiteY6" fmla="*/ 15618 h 125346"/>
                <a:gd name="connsiteX7" fmla="*/ 114492 w 131636"/>
                <a:gd name="connsiteY7" fmla="*/ 17836 h 125346"/>
                <a:gd name="connsiteX8" fmla="*/ 121991 w 131636"/>
                <a:gd name="connsiteY8" fmla="*/ 20332 h 125346"/>
                <a:gd name="connsiteX9" fmla="*/ 131711 w 131636"/>
                <a:gd name="connsiteY9" fmla="*/ 10349 h 125346"/>
                <a:gd name="connsiteX10" fmla="*/ 120324 w 131636"/>
                <a:gd name="connsiteY10" fmla="*/ 88 h 125346"/>
                <a:gd name="connsiteX11" fmla="*/ 78390 w 131636"/>
                <a:gd name="connsiteY11" fmla="*/ 39744 h 125346"/>
                <a:gd name="connsiteX12" fmla="*/ 75335 w 131636"/>
                <a:gd name="connsiteY12" fmla="*/ 24492 h 125346"/>
                <a:gd name="connsiteX13" fmla="*/ 60894 w 131636"/>
                <a:gd name="connsiteY13" fmla="*/ 88 h 125346"/>
                <a:gd name="connsiteX14" fmla="*/ 28401 w 131636"/>
                <a:gd name="connsiteY14" fmla="*/ 8130 h 125346"/>
                <a:gd name="connsiteX15" fmla="*/ 25346 w 131636"/>
                <a:gd name="connsiteY15" fmla="*/ 9240 h 125346"/>
                <a:gd name="connsiteX16" fmla="*/ 26457 w 131636"/>
                <a:gd name="connsiteY16" fmla="*/ 13399 h 125346"/>
                <a:gd name="connsiteX17" fmla="*/ 42009 w 131636"/>
                <a:gd name="connsiteY17" fmla="*/ 10349 h 125346"/>
                <a:gd name="connsiteX18" fmla="*/ 54506 w 131636"/>
                <a:gd name="connsiteY18" fmla="*/ 29484 h 125346"/>
                <a:gd name="connsiteX19" fmla="*/ 62560 w 131636"/>
                <a:gd name="connsiteY19" fmla="*/ 63594 h 125346"/>
                <a:gd name="connsiteX20" fmla="*/ 39787 w 131636"/>
                <a:gd name="connsiteY20" fmla="*/ 96040 h 125346"/>
                <a:gd name="connsiteX21" fmla="*/ 25624 w 131636"/>
                <a:gd name="connsiteY21" fmla="*/ 109351 h 125346"/>
                <a:gd name="connsiteX22" fmla="*/ 18403 w 131636"/>
                <a:gd name="connsiteY22" fmla="*/ 106855 h 125346"/>
                <a:gd name="connsiteX23" fmla="*/ 9517 w 131636"/>
                <a:gd name="connsiteY23" fmla="*/ 104082 h 125346"/>
                <a:gd name="connsiteX24" fmla="*/ 74 w 131636"/>
                <a:gd name="connsiteY24" fmla="*/ 113788 h 125346"/>
                <a:gd name="connsiteX25" fmla="*/ 13960 w 131636"/>
                <a:gd name="connsiteY25" fmla="*/ 125435 h 125346"/>
                <a:gd name="connsiteX26" fmla="*/ 39787 w 131636"/>
                <a:gd name="connsiteY26" fmla="*/ 106023 h 125346"/>
                <a:gd name="connsiteX27" fmla="*/ 64782 w 131636"/>
                <a:gd name="connsiteY27" fmla="*/ 73577 h 125346"/>
                <a:gd name="connsiteX28" fmla="*/ 73113 w 131636"/>
                <a:gd name="connsiteY28" fmla="*/ 106855 h 125346"/>
                <a:gd name="connsiteX29" fmla="*/ 89220 w 131636"/>
                <a:gd name="connsiteY29" fmla="*/ 125435 h 125346"/>
                <a:gd name="connsiteX30" fmla="*/ 123101 w 131636"/>
                <a:gd name="connsiteY30" fmla="*/ 93821 h 125346"/>
                <a:gd name="connsiteX31" fmla="*/ 119213 w 131636"/>
                <a:gd name="connsiteY31" fmla="*/ 91603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13" y="91603"/>
                  </a:moveTo>
                  <a:cubicBezTo>
                    <a:pt x="116992" y="94098"/>
                    <a:pt x="115603" y="95762"/>
                    <a:pt x="113104" y="99090"/>
                  </a:cubicBezTo>
                  <a:cubicBezTo>
                    <a:pt x="106716" y="107410"/>
                    <a:pt x="103384" y="110183"/>
                    <a:pt x="100329" y="110183"/>
                  </a:cubicBezTo>
                  <a:cubicBezTo>
                    <a:pt x="96163" y="110183"/>
                    <a:pt x="93664" y="106578"/>
                    <a:pt x="91720" y="98813"/>
                  </a:cubicBezTo>
                  <a:cubicBezTo>
                    <a:pt x="91164" y="96594"/>
                    <a:pt x="90887" y="94930"/>
                    <a:pt x="90609" y="94098"/>
                  </a:cubicBezTo>
                  <a:cubicBezTo>
                    <a:pt x="83666" y="66089"/>
                    <a:pt x="80611" y="53333"/>
                    <a:pt x="80611" y="49173"/>
                  </a:cubicBezTo>
                  <a:cubicBezTo>
                    <a:pt x="92831" y="27820"/>
                    <a:pt x="102828" y="15618"/>
                    <a:pt x="107827" y="15618"/>
                  </a:cubicBezTo>
                  <a:cubicBezTo>
                    <a:pt x="109493" y="15618"/>
                    <a:pt x="111715" y="16450"/>
                    <a:pt x="114492" y="17836"/>
                  </a:cubicBezTo>
                  <a:cubicBezTo>
                    <a:pt x="117825" y="19778"/>
                    <a:pt x="119769" y="20332"/>
                    <a:pt x="121991" y="20332"/>
                  </a:cubicBezTo>
                  <a:cubicBezTo>
                    <a:pt x="127823" y="20332"/>
                    <a:pt x="131711" y="16172"/>
                    <a:pt x="131711" y="10349"/>
                  </a:cubicBezTo>
                  <a:cubicBezTo>
                    <a:pt x="131711" y="4525"/>
                    <a:pt x="126989" y="88"/>
                    <a:pt x="120324" y="88"/>
                  </a:cubicBezTo>
                  <a:cubicBezTo>
                    <a:pt x="108105" y="88"/>
                    <a:pt x="97552" y="10072"/>
                    <a:pt x="78390" y="39744"/>
                  </a:cubicBezTo>
                  <a:lnTo>
                    <a:pt x="75335" y="24492"/>
                  </a:lnTo>
                  <a:cubicBezTo>
                    <a:pt x="71447" y="5634"/>
                    <a:pt x="68392" y="88"/>
                    <a:pt x="60894" y="88"/>
                  </a:cubicBezTo>
                  <a:cubicBezTo>
                    <a:pt x="54784" y="88"/>
                    <a:pt x="45342" y="2584"/>
                    <a:pt x="28401" y="8130"/>
                  </a:cubicBezTo>
                  <a:lnTo>
                    <a:pt x="25346" y="9240"/>
                  </a:lnTo>
                  <a:lnTo>
                    <a:pt x="26457" y="13399"/>
                  </a:lnTo>
                  <a:cubicBezTo>
                    <a:pt x="37010" y="10903"/>
                    <a:pt x="39510" y="10349"/>
                    <a:pt x="42009" y="10349"/>
                  </a:cubicBezTo>
                  <a:cubicBezTo>
                    <a:pt x="48952" y="10349"/>
                    <a:pt x="50618" y="12845"/>
                    <a:pt x="54506" y="29484"/>
                  </a:cubicBezTo>
                  <a:lnTo>
                    <a:pt x="62560" y="63594"/>
                  </a:lnTo>
                  <a:lnTo>
                    <a:pt x="39787" y="96040"/>
                  </a:lnTo>
                  <a:cubicBezTo>
                    <a:pt x="34233" y="104359"/>
                    <a:pt x="28679" y="109351"/>
                    <a:pt x="25624" y="109351"/>
                  </a:cubicBezTo>
                  <a:cubicBezTo>
                    <a:pt x="23958" y="109351"/>
                    <a:pt x="21181" y="108519"/>
                    <a:pt x="18403" y="106855"/>
                  </a:cubicBezTo>
                  <a:cubicBezTo>
                    <a:pt x="14793" y="104914"/>
                    <a:pt x="11738" y="104082"/>
                    <a:pt x="9517" y="104082"/>
                  </a:cubicBezTo>
                  <a:cubicBezTo>
                    <a:pt x="4240" y="104082"/>
                    <a:pt x="74" y="108242"/>
                    <a:pt x="74" y="113788"/>
                  </a:cubicBezTo>
                  <a:cubicBezTo>
                    <a:pt x="74" y="120998"/>
                    <a:pt x="5629" y="125435"/>
                    <a:pt x="13960" y="125435"/>
                  </a:cubicBezTo>
                  <a:cubicBezTo>
                    <a:pt x="22569" y="125435"/>
                    <a:pt x="25902" y="122939"/>
                    <a:pt x="39787" y="106023"/>
                  </a:cubicBezTo>
                  <a:cubicBezTo>
                    <a:pt x="47286" y="97149"/>
                    <a:pt x="53118" y="89661"/>
                    <a:pt x="64782" y="73577"/>
                  </a:cubicBezTo>
                  <a:lnTo>
                    <a:pt x="73113" y="106855"/>
                  </a:lnTo>
                  <a:cubicBezTo>
                    <a:pt x="76723" y="120998"/>
                    <a:pt x="80334" y="125435"/>
                    <a:pt x="89220" y="125435"/>
                  </a:cubicBezTo>
                  <a:cubicBezTo>
                    <a:pt x="99773" y="125435"/>
                    <a:pt x="106994" y="118780"/>
                    <a:pt x="123101" y="93821"/>
                  </a:cubicBezTo>
                  <a:lnTo>
                    <a:pt x="119213" y="9160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CB85176-77AA-56BB-8955-20B7F3B6CA03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4417313" y="3271323"/>
              <a:ext cx="64429" cy="277316"/>
            </a:xfrm>
            <a:custGeom>
              <a:avLst/>
              <a:gdLst>
                <a:gd name="connsiteX0" fmla="*/ 64509 w 64429"/>
                <a:gd name="connsiteY0" fmla="*/ 138746 h 277316"/>
                <a:gd name="connsiteX1" fmla="*/ 46180 w 64429"/>
                <a:gd name="connsiteY1" fmla="*/ 52223 h 277316"/>
                <a:gd name="connsiteX2" fmla="*/ 2856 w 64429"/>
                <a:gd name="connsiteY2" fmla="*/ 88 h 277316"/>
                <a:gd name="connsiteX3" fmla="*/ 79 w 64429"/>
                <a:gd name="connsiteY3" fmla="*/ 2861 h 277316"/>
                <a:gd name="connsiteX4" fmla="*/ 5356 w 64429"/>
                <a:gd name="connsiteY4" fmla="*/ 9239 h 277316"/>
                <a:gd name="connsiteX5" fmla="*/ 48401 w 64429"/>
                <a:gd name="connsiteY5" fmla="*/ 138746 h 277316"/>
                <a:gd name="connsiteX6" fmla="*/ 3689 w 64429"/>
                <a:gd name="connsiteY6" fmla="*/ 269916 h 277316"/>
                <a:gd name="connsiteX7" fmla="*/ 79 w 64429"/>
                <a:gd name="connsiteY7" fmla="*/ 274630 h 277316"/>
                <a:gd name="connsiteX8" fmla="*/ 2856 w 64429"/>
                <a:gd name="connsiteY8" fmla="*/ 277404 h 277316"/>
                <a:gd name="connsiteX9" fmla="*/ 47013 w 64429"/>
                <a:gd name="connsiteY9" fmla="*/ 223327 h 277316"/>
                <a:gd name="connsiteX10" fmla="*/ 64509 w 64429"/>
                <a:gd name="connsiteY10" fmla="*/ 138746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09" y="138746"/>
                  </a:moveTo>
                  <a:cubicBezTo>
                    <a:pt x="64509" y="117115"/>
                    <a:pt x="61454" y="83560"/>
                    <a:pt x="46180" y="52223"/>
                  </a:cubicBezTo>
                  <a:cubicBezTo>
                    <a:pt x="29517" y="18113"/>
                    <a:pt x="5633" y="88"/>
                    <a:pt x="2856" y="88"/>
                  </a:cubicBezTo>
                  <a:cubicBezTo>
                    <a:pt x="1190" y="88"/>
                    <a:pt x="79" y="1197"/>
                    <a:pt x="79" y="2861"/>
                  </a:cubicBezTo>
                  <a:cubicBezTo>
                    <a:pt x="79" y="3693"/>
                    <a:pt x="79" y="4247"/>
                    <a:pt x="5356" y="9239"/>
                  </a:cubicBezTo>
                  <a:cubicBezTo>
                    <a:pt x="32572" y="36693"/>
                    <a:pt x="48401" y="80787"/>
                    <a:pt x="48401" y="138746"/>
                  </a:cubicBezTo>
                  <a:cubicBezTo>
                    <a:pt x="48401" y="186167"/>
                    <a:pt x="38126" y="234974"/>
                    <a:pt x="3689" y="269916"/>
                  </a:cubicBezTo>
                  <a:cubicBezTo>
                    <a:pt x="79" y="273244"/>
                    <a:pt x="79" y="273799"/>
                    <a:pt x="79" y="274630"/>
                  </a:cubicBezTo>
                  <a:cubicBezTo>
                    <a:pt x="79" y="276294"/>
                    <a:pt x="1190" y="277404"/>
                    <a:pt x="2856" y="277404"/>
                  </a:cubicBezTo>
                  <a:cubicBezTo>
                    <a:pt x="5633" y="277404"/>
                    <a:pt x="30628" y="258546"/>
                    <a:pt x="47013" y="223327"/>
                  </a:cubicBezTo>
                  <a:cubicBezTo>
                    <a:pt x="61176" y="192822"/>
                    <a:pt x="64509" y="162040"/>
                    <a:pt x="64509" y="13874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C6A7907D-EFEC-79EE-2FB0-9F950A6A6B94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4587132" y="3377536"/>
              <a:ext cx="184679" cy="64891"/>
            </a:xfrm>
            <a:custGeom>
              <a:avLst/>
              <a:gdLst>
                <a:gd name="connsiteX0" fmla="*/ 175323 w 184679"/>
                <a:gd name="connsiteY0" fmla="*/ 11180 h 64891"/>
                <a:gd name="connsiteX1" fmla="*/ 184765 w 184679"/>
                <a:gd name="connsiteY1" fmla="*/ 5634 h 64891"/>
                <a:gd name="connsiteX2" fmla="*/ 175601 w 184679"/>
                <a:gd name="connsiteY2" fmla="*/ 88 h 64891"/>
                <a:gd name="connsiteX3" fmla="*/ 9250 w 184679"/>
                <a:gd name="connsiteY3" fmla="*/ 88 h 64891"/>
                <a:gd name="connsiteX4" fmla="*/ 86 w 184679"/>
                <a:gd name="connsiteY4" fmla="*/ 5634 h 64891"/>
                <a:gd name="connsiteX5" fmla="*/ 9528 w 184679"/>
                <a:gd name="connsiteY5" fmla="*/ 11180 h 64891"/>
                <a:gd name="connsiteX6" fmla="*/ 175323 w 184679"/>
                <a:gd name="connsiteY6" fmla="*/ 11180 h 64891"/>
                <a:gd name="connsiteX7" fmla="*/ 175601 w 184679"/>
                <a:gd name="connsiteY7" fmla="*/ 64979 h 64891"/>
                <a:gd name="connsiteX8" fmla="*/ 184765 w 184679"/>
                <a:gd name="connsiteY8" fmla="*/ 59433 h 64891"/>
                <a:gd name="connsiteX9" fmla="*/ 175323 w 184679"/>
                <a:gd name="connsiteY9" fmla="*/ 53887 h 64891"/>
                <a:gd name="connsiteX10" fmla="*/ 9528 w 184679"/>
                <a:gd name="connsiteY10" fmla="*/ 53887 h 64891"/>
                <a:gd name="connsiteX11" fmla="*/ 86 w 184679"/>
                <a:gd name="connsiteY11" fmla="*/ 59433 h 64891"/>
                <a:gd name="connsiteX12" fmla="*/ 9250 w 184679"/>
                <a:gd name="connsiteY12" fmla="*/ 64979 h 64891"/>
                <a:gd name="connsiteX13" fmla="*/ 175601 w 184679"/>
                <a:gd name="connsiteY13" fmla="*/ 64979 h 6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679" h="64891">
                  <a:moveTo>
                    <a:pt x="175323" y="11180"/>
                  </a:moveTo>
                  <a:cubicBezTo>
                    <a:pt x="179489" y="11180"/>
                    <a:pt x="184765" y="11180"/>
                    <a:pt x="184765" y="5634"/>
                  </a:cubicBezTo>
                  <a:cubicBezTo>
                    <a:pt x="184765" y="88"/>
                    <a:pt x="179489" y="88"/>
                    <a:pt x="175601" y="88"/>
                  </a:cubicBezTo>
                  <a:lnTo>
                    <a:pt x="9250" y="88"/>
                  </a:lnTo>
                  <a:cubicBezTo>
                    <a:pt x="5362" y="88"/>
                    <a:pt x="86" y="88"/>
                    <a:pt x="86" y="5634"/>
                  </a:cubicBezTo>
                  <a:cubicBezTo>
                    <a:pt x="86" y="11180"/>
                    <a:pt x="5362" y="11180"/>
                    <a:pt x="9528" y="11180"/>
                  </a:cubicBezTo>
                  <a:lnTo>
                    <a:pt x="175323" y="11180"/>
                  </a:lnTo>
                  <a:close/>
                  <a:moveTo>
                    <a:pt x="175601" y="64979"/>
                  </a:moveTo>
                  <a:cubicBezTo>
                    <a:pt x="179489" y="64979"/>
                    <a:pt x="184765" y="64979"/>
                    <a:pt x="184765" y="59433"/>
                  </a:cubicBezTo>
                  <a:cubicBezTo>
                    <a:pt x="184765" y="53887"/>
                    <a:pt x="179489" y="53887"/>
                    <a:pt x="175323" y="53887"/>
                  </a:cubicBezTo>
                  <a:lnTo>
                    <a:pt x="9528" y="53887"/>
                  </a:lnTo>
                  <a:cubicBezTo>
                    <a:pt x="5362" y="53887"/>
                    <a:pt x="86" y="53887"/>
                    <a:pt x="86" y="59433"/>
                  </a:cubicBezTo>
                  <a:cubicBezTo>
                    <a:pt x="86" y="64979"/>
                    <a:pt x="5362" y="64979"/>
                    <a:pt x="9250" y="64979"/>
                  </a:cubicBezTo>
                  <a:lnTo>
                    <a:pt x="175601" y="6497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BD1C722C-893A-4D55-4F4B-CE0A76F8A039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4919543" y="3075595"/>
              <a:ext cx="73038" cy="665281"/>
            </a:xfrm>
            <a:custGeom>
              <a:avLst/>
              <a:gdLst>
                <a:gd name="connsiteX0" fmla="*/ 95 w 73038"/>
                <a:gd name="connsiteY0" fmla="*/ 665356 h 665281"/>
                <a:gd name="connsiteX1" fmla="*/ 73133 w 73038"/>
                <a:gd name="connsiteY1" fmla="*/ 665356 h 665281"/>
                <a:gd name="connsiteX2" fmla="*/ 73133 w 73038"/>
                <a:gd name="connsiteY2" fmla="*/ 650103 h 665281"/>
                <a:gd name="connsiteX3" fmla="*/ 15369 w 73038"/>
                <a:gd name="connsiteY3" fmla="*/ 650103 h 665281"/>
                <a:gd name="connsiteX4" fmla="*/ 15369 w 73038"/>
                <a:gd name="connsiteY4" fmla="*/ 15327 h 665281"/>
                <a:gd name="connsiteX5" fmla="*/ 73133 w 73038"/>
                <a:gd name="connsiteY5" fmla="*/ 15327 h 665281"/>
                <a:gd name="connsiteX6" fmla="*/ 73133 w 73038"/>
                <a:gd name="connsiteY6" fmla="*/ 74 h 665281"/>
                <a:gd name="connsiteX7" fmla="*/ 95 w 73038"/>
                <a:gd name="connsiteY7" fmla="*/ 74 h 665281"/>
                <a:gd name="connsiteX8" fmla="*/ 95 w 73038"/>
                <a:gd name="connsiteY8" fmla="*/ 665356 h 66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38" h="665281">
                  <a:moveTo>
                    <a:pt x="95" y="665356"/>
                  </a:moveTo>
                  <a:lnTo>
                    <a:pt x="73133" y="665356"/>
                  </a:lnTo>
                  <a:lnTo>
                    <a:pt x="73133" y="650103"/>
                  </a:lnTo>
                  <a:lnTo>
                    <a:pt x="15369" y="650103"/>
                  </a:lnTo>
                  <a:lnTo>
                    <a:pt x="15369" y="15327"/>
                  </a:lnTo>
                  <a:lnTo>
                    <a:pt x="73133" y="15327"/>
                  </a:lnTo>
                  <a:lnTo>
                    <a:pt x="73133" y="74"/>
                  </a:lnTo>
                  <a:lnTo>
                    <a:pt x="95" y="74"/>
                  </a:lnTo>
                  <a:lnTo>
                    <a:pt x="95" y="66535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A53A335D-70CB-8199-EACB-55388849FE03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5174203" y="3082879"/>
              <a:ext cx="64429" cy="277316"/>
            </a:xfrm>
            <a:custGeom>
              <a:avLst/>
              <a:gdLst>
                <a:gd name="connsiteX0" fmla="*/ 64535 w 64429"/>
                <a:gd name="connsiteY0" fmla="*/ 274624 h 277316"/>
                <a:gd name="connsiteX1" fmla="*/ 59814 w 64429"/>
                <a:gd name="connsiteY1" fmla="*/ 268523 h 277316"/>
                <a:gd name="connsiteX2" fmla="*/ 16213 w 64429"/>
                <a:gd name="connsiteY2" fmla="*/ 138739 h 277316"/>
                <a:gd name="connsiteX3" fmla="*/ 60925 w 64429"/>
                <a:gd name="connsiteY3" fmla="*/ 7568 h 277316"/>
                <a:gd name="connsiteX4" fmla="*/ 64535 w 64429"/>
                <a:gd name="connsiteY4" fmla="*/ 2854 h 277316"/>
                <a:gd name="connsiteX5" fmla="*/ 61758 w 64429"/>
                <a:gd name="connsiteY5" fmla="*/ 81 h 277316"/>
                <a:gd name="connsiteX6" fmla="*/ 17602 w 64429"/>
                <a:gd name="connsiteY6" fmla="*/ 54157 h 277316"/>
                <a:gd name="connsiteX7" fmla="*/ 106 w 64429"/>
                <a:gd name="connsiteY7" fmla="*/ 138739 h 277316"/>
                <a:gd name="connsiteX8" fmla="*/ 18435 w 64429"/>
                <a:gd name="connsiteY8" fmla="*/ 225261 h 277316"/>
                <a:gd name="connsiteX9" fmla="*/ 61758 w 64429"/>
                <a:gd name="connsiteY9" fmla="*/ 277397 h 277316"/>
                <a:gd name="connsiteX10" fmla="*/ 64535 w 64429"/>
                <a:gd name="connsiteY10" fmla="*/ 274624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35" y="274624"/>
                  </a:moveTo>
                  <a:cubicBezTo>
                    <a:pt x="64535" y="273792"/>
                    <a:pt x="64535" y="273237"/>
                    <a:pt x="59814" y="268523"/>
                  </a:cubicBezTo>
                  <a:cubicBezTo>
                    <a:pt x="25100" y="233581"/>
                    <a:pt x="16213" y="181168"/>
                    <a:pt x="16213" y="138739"/>
                  </a:cubicBezTo>
                  <a:cubicBezTo>
                    <a:pt x="16213" y="90486"/>
                    <a:pt x="26766" y="42233"/>
                    <a:pt x="60925" y="7568"/>
                  </a:cubicBezTo>
                  <a:cubicBezTo>
                    <a:pt x="64535" y="4241"/>
                    <a:pt x="64535" y="3686"/>
                    <a:pt x="64535" y="2854"/>
                  </a:cubicBezTo>
                  <a:cubicBezTo>
                    <a:pt x="64535" y="913"/>
                    <a:pt x="63425" y="81"/>
                    <a:pt x="61758" y="81"/>
                  </a:cubicBezTo>
                  <a:cubicBezTo>
                    <a:pt x="58981" y="81"/>
                    <a:pt x="33987" y="18938"/>
                    <a:pt x="17602" y="54157"/>
                  </a:cubicBezTo>
                  <a:cubicBezTo>
                    <a:pt x="3439" y="84662"/>
                    <a:pt x="106" y="115444"/>
                    <a:pt x="106" y="138739"/>
                  </a:cubicBezTo>
                  <a:cubicBezTo>
                    <a:pt x="106" y="160370"/>
                    <a:pt x="3161" y="193925"/>
                    <a:pt x="18435" y="225261"/>
                  </a:cubicBezTo>
                  <a:cubicBezTo>
                    <a:pt x="35098" y="259371"/>
                    <a:pt x="58981" y="277397"/>
                    <a:pt x="61758" y="277397"/>
                  </a:cubicBezTo>
                  <a:cubicBezTo>
                    <a:pt x="63425" y="277397"/>
                    <a:pt x="64535" y="276565"/>
                    <a:pt x="64535" y="27462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084C31C-85A5-E6C6-F458-5DCF6BF17428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5247365" y="3168570"/>
              <a:ext cx="131636" cy="125346"/>
            </a:xfrm>
            <a:custGeom>
              <a:avLst/>
              <a:gdLst>
                <a:gd name="connsiteX0" fmla="*/ 119248 w 131636"/>
                <a:gd name="connsiteY0" fmla="*/ 91596 h 125346"/>
                <a:gd name="connsiteX1" fmla="*/ 113139 w 131636"/>
                <a:gd name="connsiteY1" fmla="*/ 99083 h 125346"/>
                <a:gd name="connsiteX2" fmla="*/ 100364 w 131636"/>
                <a:gd name="connsiteY2" fmla="*/ 110176 h 125346"/>
                <a:gd name="connsiteX3" fmla="*/ 91755 w 131636"/>
                <a:gd name="connsiteY3" fmla="*/ 98806 h 125346"/>
                <a:gd name="connsiteX4" fmla="*/ 90644 w 131636"/>
                <a:gd name="connsiteY4" fmla="*/ 94092 h 125346"/>
                <a:gd name="connsiteX5" fmla="*/ 80646 w 131636"/>
                <a:gd name="connsiteY5" fmla="*/ 49166 h 125346"/>
                <a:gd name="connsiteX6" fmla="*/ 107862 w 131636"/>
                <a:gd name="connsiteY6" fmla="*/ 15611 h 125346"/>
                <a:gd name="connsiteX7" fmla="*/ 114527 w 131636"/>
                <a:gd name="connsiteY7" fmla="*/ 17830 h 125346"/>
                <a:gd name="connsiteX8" fmla="*/ 122026 w 131636"/>
                <a:gd name="connsiteY8" fmla="*/ 20326 h 125346"/>
                <a:gd name="connsiteX9" fmla="*/ 131746 w 131636"/>
                <a:gd name="connsiteY9" fmla="*/ 10342 h 125346"/>
                <a:gd name="connsiteX10" fmla="*/ 120359 w 131636"/>
                <a:gd name="connsiteY10" fmla="*/ 81 h 125346"/>
                <a:gd name="connsiteX11" fmla="*/ 78424 w 131636"/>
                <a:gd name="connsiteY11" fmla="*/ 39738 h 125346"/>
                <a:gd name="connsiteX12" fmla="*/ 75370 w 131636"/>
                <a:gd name="connsiteY12" fmla="*/ 24485 h 125346"/>
                <a:gd name="connsiteX13" fmla="*/ 60929 w 131636"/>
                <a:gd name="connsiteY13" fmla="*/ 81 h 125346"/>
                <a:gd name="connsiteX14" fmla="*/ 28436 w 131636"/>
                <a:gd name="connsiteY14" fmla="*/ 8124 h 125346"/>
                <a:gd name="connsiteX15" fmla="*/ 25381 w 131636"/>
                <a:gd name="connsiteY15" fmla="*/ 9233 h 125346"/>
                <a:gd name="connsiteX16" fmla="*/ 26492 w 131636"/>
                <a:gd name="connsiteY16" fmla="*/ 13393 h 125346"/>
                <a:gd name="connsiteX17" fmla="*/ 42044 w 131636"/>
                <a:gd name="connsiteY17" fmla="*/ 10342 h 125346"/>
                <a:gd name="connsiteX18" fmla="*/ 54541 w 131636"/>
                <a:gd name="connsiteY18" fmla="*/ 29477 h 125346"/>
                <a:gd name="connsiteX19" fmla="*/ 62595 w 131636"/>
                <a:gd name="connsiteY19" fmla="*/ 63587 h 125346"/>
                <a:gd name="connsiteX20" fmla="*/ 39822 w 131636"/>
                <a:gd name="connsiteY20" fmla="*/ 96033 h 125346"/>
                <a:gd name="connsiteX21" fmla="*/ 25659 w 131636"/>
                <a:gd name="connsiteY21" fmla="*/ 109344 h 125346"/>
                <a:gd name="connsiteX22" fmla="*/ 18438 w 131636"/>
                <a:gd name="connsiteY22" fmla="*/ 106848 h 125346"/>
                <a:gd name="connsiteX23" fmla="*/ 9552 w 131636"/>
                <a:gd name="connsiteY23" fmla="*/ 104075 h 125346"/>
                <a:gd name="connsiteX24" fmla="*/ 109 w 131636"/>
                <a:gd name="connsiteY24" fmla="*/ 113781 h 125346"/>
                <a:gd name="connsiteX25" fmla="*/ 13995 w 131636"/>
                <a:gd name="connsiteY25" fmla="*/ 125428 h 125346"/>
                <a:gd name="connsiteX26" fmla="*/ 39822 w 131636"/>
                <a:gd name="connsiteY26" fmla="*/ 106016 h 125346"/>
                <a:gd name="connsiteX27" fmla="*/ 64817 w 131636"/>
                <a:gd name="connsiteY27" fmla="*/ 73570 h 125346"/>
                <a:gd name="connsiteX28" fmla="*/ 73148 w 131636"/>
                <a:gd name="connsiteY28" fmla="*/ 106848 h 125346"/>
                <a:gd name="connsiteX29" fmla="*/ 89255 w 131636"/>
                <a:gd name="connsiteY29" fmla="*/ 125428 h 125346"/>
                <a:gd name="connsiteX30" fmla="*/ 123136 w 131636"/>
                <a:gd name="connsiteY30" fmla="*/ 93814 h 125346"/>
                <a:gd name="connsiteX31" fmla="*/ 119248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48" y="91596"/>
                  </a:moveTo>
                  <a:cubicBezTo>
                    <a:pt x="117027" y="94092"/>
                    <a:pt x="115638" y="95756"/>
                    <a:pt x="113139" y="99083"/>
                  </a:cubicBezTo>
                  <a:cubicBezTo>
                    <a:pt x="106751" y="107403"/>
                    <a:pt x="103419" y="110176"/>
                    <a:pt x="100364" y="110176"/>
                  </a:cubicBezTo>
                  <a:cubicBezTo>
                    <a:pt x="96198" y="110176"/>
                    <a:pt x="93699" y="106571"/>
                    <a:pt x="91755" y="98806"/>
                  </a:cubicBezTo>
                  <a:cubicBezTo>
                    <a:pt x="91199" y="96587"/>
                    <a:pt x="90922" y="94924"/>
                    <a:pt x="90644" y="94092"/>
                  </a:cubicBezTo>
                  <a:cubicBezTo>
                    <a:pt x="83701" y="66083"/>
                    <a:pt x="80646" y="53326"/>
                    <a:pt x="80646" y="49166"/>
                  </a:cubicBezTo>
                  <a:cubicBezTo>
                    <a:pt x="92866" y="27813"/>
                    <a:pt x="102863" y="15611"/>
                    <a:pt x="107862" y="15611"/>
                  </a:cubicBezTo>
                  <a:cubicBezTo>
                    <a:pt x="109528" y="15611"/>
                    <a:pt x="111750" y="16443"/>
                    <a:pt x="114527" y="17830"/>
                  </a:cubicBezTo>
                  <a:cubicBezTo>
                    <a:pt x="117860" y="19771"/>
                    <a:pt x="119804" y="20326"/>
                    <a:pt x="122026" y="20326"/>
                  </a:cubicBezTo>
                  <a:cubicBezTo>
                    <a:pt x="127858" y="20326"/>
                    <a:pt x="131746" y="16166"/>
                    <a:pt x="131746" y="10342"/>
                  </a:cubicBezTo>
                  <a:cubicBezTo>
                    <a:pt x="131746" y="4518"/>
                    <a:pt x="127024" y="81"/>
                    <a:pt x="120359" y="81"/>
                  </a:cubicBezTo>
                  <a:cubicBezTo>
                    <a:pt x="108140" y="81"/>
                    <a:pt x="97587" y="10065"/>
                    <a:pt x="78424" y="39738"/>
                  </a:cubicBezTo>
                  <a:lnTo>
                    <a:pt x="75370" y="24485"/>
                  </a:lnTo>
                  <a:cubicBezTo>
                    <a:pt x="71482" y="5628"/>
                    <a:pt x="68427" y="81"/>
                    <a:pt x="60929" y="81"/>
                  </a:cubicBezTo>
                  <a:cubicBezTo>
                    <a:pt x="54819" y="81"/>
                    <a:pt x="45377" y="2577"/>
                    <a:pt x="28436" y="8124"/>
                  </a:cubicBezTo>
                  <a:lnTo>
                    <a:pt x="25381" y="9233"/>
                  </a:lnTo>
                  <a:lnTo>
                    <a:pt x="26492" y="13393"/>
                  </a:lnTo>
                  <a:cubicBezTo>
                    <a:pt x="37045" y="10897"/>
                    <a:pt x="39545" y="10342"/>
                    <a:pt x="42044" y="10342"/>
                  </a:cubicBezTo>
                  <a:cubicBezTo>
                    <a:pt x="48987" y="10342"/>
                    <a:pt x="50653" y="12838"/>
                    <a:pt x="54541" y="29477"/>
                  </a:cubicBezTo>
                  <a:lnTo>
                    <a:pt x="62595" y="63587"/>
                  </a:lnTo>
                  <a:lnTo>
                    <a:pt x="39822" y="96033"/>
                  </a:lnTo>
                  <a:cubicBezTo>
                    <a:pt x="34268" y="104352"/>
                    <a:pt x="28714" y="109344"/>
                    <a:pt x="25659" y="109344"/>
                  </a:cubicBezTo>
                  <a:cubicBezTo>
                    <a:pt x="23993" y="109344"/>
                    <a:pt x="21216" y="108512"/>
                    <a:pt x="18438" y="106848"/>
                  </a:cubicBezTo>
                  <a:cubicBezTo>
                    <a:pt x="14828" y="104907"/>
                    <a:pt x="11773" y="104075"/>
                    <a:pt x="9552" y="104075"/>
                  </a:cubicBezTo>
                  <a:cubicBezTo>
                    <a:pt x="4275" y="104075"/>
                    <a:pt x="109" y="108235"/>
                    <a:pt x="109" y="113781"/>
                  </a:cubicBezTo>
                  <a:cubicBezTo>
                    <a:pt x="109" y="120991"/>
                    <a:pt x="5664" y="125428"/>
                    <a:pt x="13995" y="125428"/>
                  </a:cubicBezTo>
                  <a:cubicBezTo>
                    <a:pt x="22604" y="125428"/>
                    <a:pt x="25937" y="122933"/>
                    <a:pt x="39822" y="106016"/>
                  </a:cubicBezTo>
                  <a:cubicBezTo>
                    <a:pt x="47321" y="97142"/>
                    <a:pt x="53153" y="89655"/>
                    <a:pt x="64817" y="73570"/>
                  </a:cubicBezTo>
                  <a:lnTo>
                    <a:pt x="73148" y="106848"/>
                  </a:lnTo>
                  <a:cubicBezTo>
                    <a:pt x="76758" y="120991"/>
                    <a:pt x="80368" y="125428"/>
                    <a:pt x="89255" y="125428"/>
                  </a:cubicBezTo>
                  <a:cubicBezTo>
                    <a:pt x="99808" y="125428"/>
                    <a:pt x="107029" y="118773"/>
                    <a:pt x="123136" y="93814"/>
                  </a:cubicBezTo>
                  <a:lnTo>
                    <a:pt x="119248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D8BF48B8-7A53-351C-3042-D2E9B1D5C877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5441227" y="3215991"/>
              <a:ext cx="169682" cy="11092"/>
            </a:xfrm>
            <a:custGeom>
              <a:avLst/>
              <a:gdLst>
                <a:gd name="connsiteX0" fmla="*/ 160078 w 169682"/>
                <a:gd name="connsiteY0" fmla="*/ 11174 h 11092"/>
                <a:gd name="connsiteX1" fmla="*/ 169798 w 169682"/>
                <a:gd name="connsiteY1" fmla="*/ 5628 h 11092"/>
                <a:gd name="connsiteX2" fmla="*/ 160078 w 169682"/>
                <a:gd name="connsiteY2" fmla="*/ 81 h 11092"/>
                <a:gd name="connsiteX3" fmla="*/ 9835 w 169682"/>
                <a:gd name="connsiteY3" fmla="*/ 81 h 11092"/>
                <a:gd name="connsiteX4" fmla="*/ 115 w 169682"/>
                <a:gd name="connsiteY4" fmla="*/ 5628 h 11092"/>
                <a:gd name="connsiteX5" fmla="*/ 9835 w 169682"/>
                <a:gd name="connsiteY5" fmla="*/ 11174 h 11092"/>
                <a:gd name="connsiteX6" fmla="*/ 160078 w 169682"/>
                <a:gd name="connsiteY6" fmla="*/ 11174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078" y="11174"/>
                  </a:moveTo>
                  <a:cubicBezTo>
                    <a:pt x="164799" y="11174"/>
                    <a:pt x="169798" y="11174"/>
                    <a:pt x="169798" y="5628"/>
                  </a:cubicBezTo>
                  <a:cubicBezTo>
                    <a:pt x="169798" y="81"/>
                    <a:pt x="164799" y="81"/>
                    <a:pt x="160078" y="81"/>
                  </a:cubicBezTo>
                  <a:lnTo>
                    <a:pt x="9835" y="81"/>
                  </a:lnTo>
                  <a:cubicBezTo>
                    <a:pt x="5114" y="81"/>
                    <a:pt x="115" y="81"/>
                    <a:pt x="115" y="5628"/>
                  </a:cubicBezTo>
                  <a:cubicBezTo>
                    <a:pt x="115" y="11174"/>
                    <a:pt x="5114" y="11174"/>
                    <a:pt x="9835" y="11174"/>
                  </a:cubicBezTo>
                  <a:lnTo>
                    <a:pt x="160078" y="1117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3F5ADA27-60F3-96C0-089E-83BF1F4D48C1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5665984" y="3168570"/>
              <a:ext cx="131636" cy="125346"/>
            </a:xfrm>
            <a:custGeom>
              <a:avLst/>
              <a:gdLst>
                <a:gd name="connsiteX0" fmla="*/ 119263 w 131636"/>
                <a:gd name="connsiteY0" fmla="*/ 91596 h 125346"/>
                <a:gd name="connsiteX1" fmla="*/ 113154 w 131636"/>
                <a:gd name="connsiteY1" fmla="*/ 99083 h 125346"/>
                <a:gd name="connsiteX2" fmla="*/ 100379 w 131636"/>
                <a:gd name="connsiteY2" fmla="*/ 110176 h 125346"/>
                <a:gd name="connsiteX3" fmla="*/ 91770 w 131636"/>
                <a:gd name="connsiteY3" fmla="*/ 98806 h 125346"/>
                <a:gd name="connsiteX4" fmla="*/ 90659 w 131636"/>
                <a:gd name="connsiteY4" fmla="*/ 94092 h 125346"/>
                <a:gd name="connsiteX5" fmla="*/ 80661 w 131636"/>
                <a:gd name="connsiteY5" fmla="*/ 49166 h 125346"/>
                <a:gd name="connsiteX6" fmla="*/ 107877 w 131636"/>
                <a:gd name="connsiteY6" fmla="*/ 15611 h 125346"/>
                <a:gd name="connsiteX7" fmla="*/ 114542 w 131636"/>
                <a:gd name="connsiteY7" fmla="*/ 17830 h 125346"/>
                <a:gd name="connsiteX8" fmla="*/ 122040 w 131636"/>
                <a:gd name="connsiteY8" fmla="*/ 20326 h 125346"/>
                <a:gd name="connsiteX9" fmla="*/ 131760 w 131636"/>
                <a:gd name="connsiteY9" fmla="*/ 10342 h 125346"/>
                <a:gd name="connsiteX10" fmla="*/ 120374 w 131636"/>
                <a:gd name="connsiteY10" fmla="*/ 81 h 125346"/>
                <a:gd name="connsiteX11" fmla="*/ 78439 w 131636"/>
                <a:gd name="connsiteY11" fmla="*/ 39738 h 125346"/>
                <a:gd name="connsiteX12" fmla="*/ 75385 w 131636"/>
                <a:gd name="connsiteY12" fmla="*/ 24485 h 125346"/>
                <a:gd name="connsiteX13" fmla="*/ 60944 w 131636"/>
                <a:gd name="connsiteY13" fmla="*/ 81 h 125346"/>
                <a:gd name="connsiteX14" fmla="*/ 28451 w 131636"/>
                <a:gd name="connsiteY14" fmla="*/ 8124 h 125346"/>
                <a:gd name="connsiteX15" fmla="*/ 25396 w 131636"/>
                <a:gd name="connsiteY15" fmla="*/ 9233 h 125346"/>
                <a:gd name="connsiteX16" fmla="*/ 26507 w 131636"/>
                <a:gd name="connsiteY16" fmla="*/ 13393 h 125346"/>
                <a:gd name="connsiteX17" fmla="*/ 42059 w 131636"/>
                <a:gd name="connsiteY17" fmla="*/ 10342 h 125346"/>
                <a:gd name="connsiteX18" fmla="*/ 54556 w 131636"/>
                <a:gd name="connsiteY18" fmla="*/ 29477 h 125346"/>
                <a:gd name="connsiteX19" fmla="*/ 62610 w 131636"/>
                <a:gd name="connsiteY19" fmla="*/ 63587 h 125346"/>
                <a:gd name="connsiteX20" fmla="*/ 39837 w 131636"/>
                <a:gd name="connsiteY20" fmla="*/ 96033 h 125346"/>
                <a:gd name="connsiteX21" fmla="*/ 25674 w 131636"/>
                <a:gd name="connsiteY21" fmla="*/ 109344 h 125346"/>
                <a:gd name="connsiteX22" fmla="*/ 18453 w 131636"/>
                <a:gd name="connsiteY22" fmla="*/ 106848 h 125346"/>
                <a:gd name="connsiteX23" fmla="*/ 9566 w 131636"/>
                <a:gd name="connsiteY23" fmla="*/ 104075 h 125346"/>
                <a:gd name="connsiteX24" fmla="*/ 124 w 131636"/>
                <a:gd name="connsiteY24" fmla="*/ 113781 h 125346"/>
                <a:gd name="connsiteX25" fmla="*/ 14010 w 131636"/>
                <a:gd name="connsiteY25" fmla="*/ 125428 h 125346"/>
                <a:gd name="connsiteX26" fmla="*/ 39837 w 131636"/>
                <a:gd name="connsiteY26" fmla="*/ 106016 h 125346"/>
                <a:gd name="connsiteX27" fmla="*/ 64831 w 131636"/>
                <a:gd name="connsiteY27" fmla="*/ 73570 h 125346"/>
                <a:gd name="connsiteX28" fmla="*/ 73163 w 131636"/>
                <a:gd name="connsiteY28" fmla="*/ 106848 h 125346"/>
                <a:gd name="connsiteX29" fmla="*/ 89270 w 131636"/>
                <a:gd name="connsiteY29" fmla="*/ 125428 h 125346"/>
                <a:gd name="connsiteX30" fmla="*/ 123151 w 131636"/>
                <a:gd name="connsiteY30" fmla="*/ 93814 h 125346"/>
                <a:gd name="connsiteX31" fmla="*/ 119263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63" y="91596"/>
                  </a:moveTo>
                  <a:cubicBezTo>
                    <a:pt x="117042" y="94092"/>
                    <a:pt x="115653" y="95756"/>
                    <a:pt x="113154" y="99083"/>
                  </a:cubicBezTo>
                  <a:cubicBezTo>
                    <a:pt x="106766" y="107403"/>
                    <a:pt x="103434" y="110176"/>
                    <a:pt x="100379" y="110176"/>
                  </a:cubicBezTo>
                  <a:cubicBezTo>
                    <a:pt x="96213" y="110176"/>
                    <a:pt x="93714" y="106571"/>
                    <a:pt x="91770" y="98806"/>
                  </a:cubicBezTo>
                  <a:cubicBezTo>
                    <a:pt x="91214" y="96587"/>
                    <a:pt x="90937" y="94924"/>
                    <a:pt x="90659" y="94092"/>
                  </a:cubicBezTo>
                  <a:cubicBezTo>
                    <a:pt x="83716" y="66083"/>
                    <a:pt x="80661" y="53326"/>
                    <a:pt x="80661" y="49166"/>
                  </a:cubicBezTo>
                  <a:cubicBezTo>
                    <a:pt x="92881" y="27813"/>
                    <a:pt x="102878" y="15611"/>
                    <a:pt x="107877" y="15611"/>
                  </a:cubicBezTo>
                  <a:cubicBezTo>
                    <a:pt x="109543" y="15611"/>
                    <a:pt x="111765" y="16443"/>
                    <a:pt x="114542" y="17830"/>
                  </a:cubicBezTo>
                  <a:cubicBezTo>
                    <a:pt x="117875" y="19771"/>
                    <a:pt x="119819" y="20326"/>
                    <a:pt x="122040" y="20326"/>
                  </a:cubicBezTo>
                  <a:cubicBezTo>
                    <a:pt x="127872" y="20326"/>
                    <a:pt x="131760" y="16166"/>
                    <a:pt x="131760" y="10342"/>
                  </a:cubicBezTo>
                  <a:cubicBezTo>
                    <a:pt x="131760" y="4518"/>
                    <a:pt x="127039" y="81"/>
                    <a:pt x="120374" y="81"/>
                  </a:cubicBezTo>
                  <a:cubicBezTo>
                    <a:pt x="108155" y="81"/>
                    <a:pt x="97602" y="10065"/>
                    <a:pt x="78439" y="39738"/>
                  </a:cubicBezTo>
                  <a:lnTo>
                    <a:pt x="75385" y="24485"/>
                  </a:lnTo>
                  <a:cubicBezTo>
                    <a:pt x="71497" y="5628"/>
                    <a:pt x="68442" y="81"/>
                    <a:pt x="60944" y="81"/>
                  </a:cubicBezTo>
                  <a:cubicBezTo>
                    <a:pt x="54834" y="81"/>
                    <a:pt x="45392" y="2577"/>
                    <a:pt x="28451" y="8124"/>
                  </a:cubicBezTo>
                  <a:lnTo>
                    <a:pt x="25396" y="9233"/>
                  </a:lnTo>
                  <a:lnTo>
                    <a:pt x="26507" y="13393"/>
                  </a:lnTo>
                  <a:cubicBezTo>
                    <a:pt x="37060" y="10897"/>
                    <a:pt x="39560" y="10342"/>
                    <a:pt x="42059" y="10342"/>
                  </a:cubicBezTo>
                  <a:cubicBezTo>
                    <a:pt x="49002" y="10342"/>
                    <a:pt x="50668" y="12838"/>
                    <a:pt x="54556" y="29477"/>
                  </a:cubicBezTo>
                  <a:lnTo>
                    <a:pt x="62610" y="63587"/>
                  </a:lnTo>
                  <a:lnTo>
                    <a:pt x="39837" y="96033"/>
                  </a:lnTo>
                  <a:cubicBezTo>
                    <a:pt x="34283" y="104352"/>
                    <a:pt x="28729" y="109344"/>
                    <a:pt x="25674" y="109344"/>
                  </a:cubicBezTo>
                  <a:cubicBezTo>
                    <a:pt x="24008" y="109344"/>
                    <a:pt x="21230" y="108512"/>
                    <a:pt x="18453" y="106848"/>
                  </a:cubicBezTo>
                  <a:cubicBezTo>
                    <a:pt x="14843" y="104907"/>
                    <a:pt x="11788" y="104075"/>
                    <a:pt x="9566" y="104075"/>
                  </a:cubicBezTo>
                  <a:cubicBezTo>
                    <a:pt x="4290" y="104075"/>
                    <a:pt x="124" y="108235"/>
                    <a:pt x="124" y="113781"/>
                  </a:cubicBezTo>
                  <a:cubicBezTo>
                    <a:pt x="124" y="120991"/>
                    <a:pt x="5679" y="125428"/>
                    <a:pt x="14010" y="125428"/>
                  </a:cubicBezTo>
                  <a:cubicBezTo>
                    <a:pt x="22619" y="125428"/>
                    <a:pt x="25952" y="122933"/>
                    <a:pt x="39837" y="106016"/>
                  </a:cubicBezTo>
                  <a:cubicBezTo>
                    <a:pt x="47336" y="97142"/>
                    <a:pt x="53168" y="89655"/>
                    <a:pt x="64831" y="73570"/>
                  </a:cubicBezTo>
                  <a:lnTo>
                    <a:pt x="73163" y="106848"/>
                  </a:lnTo>
                  <a:cubicBezTo>
                    <a:pt x="76773" y="120991"/>
                    <a:pt x="80383" y="125428"/>
                    <a:pt x="89270" y="125428"/>
                  </a:cubicBezTo>
                  <a:cubicBezTo>
                    <a:pt x="99823" y="125428"/>
                    <a:pt x="107044" y="118773"/>
                    <a:pt x="123151" y="93814"/>
                  </a:cubicBezTo>
                  <a:lnTo>
                    <a:pt x="119263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2EFD3BBF-ED01-8391-3C92-23E927429332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5820059" y="3194190"/>
              <a:ext cx="58158" cy="138724"/>
            </a:xfrm>
            <a:custGeom>
              <a:avLst/>
              <a:gdLst>
                <a:gd name="connsiteX0" fmla="*/ 37119 w 58158"/>
                <a:gd name="connsiteY0" fmla="*/ 84 h 138724"/>
                <a:gd name="connsiteX1" fmla="*/ 128 w 58158"/>
                <a:gd name="connsiteY1" fmla="*/ 18758 h 138724"/>
                <a:gd name="connsiteX2" fmla="*/ 128 w 58158"/>
                <a:gd name="connsiteY2" fmla="*/ 21631 h 138724"/>
                <a:gd name="connsiteX3" fmla="*/ 5677 w 58158"/>
                <a:gd name="connsiteY3" fmla="*/ 19374 h 138724"/>
                <a:gd name="connsiteX4" fmla="*/ 14925 w 58158"/>
                <a:gd name="connsiteY4" fmla="*/ 17117 h 138724"/>
                <a:gd name="connsiteX5" fmla="*/ 21090 w 58158"/>
                <a:gd name="connsiteY5" fmla="*/ 26762 h 138724"/>
                <a:gd name="connsiteX6" fmla="*/ 21090 w 58158"/>
                <a:gd name="connsiteY6" fmla="*/ 119723 h 138724"/>
                <a:gd name="connsiteX7" fmla="*/ 16158 w 58158"/>
                <a:gd name="connsiteY7" fmla="*/ 133062 h 138724"/>
                <a:gd name="connsiteX8" fmla="*/ 1567 w 58158"/>
                <a:gd name="connsiteY8" fmla="*/ 135730 h 138724"/>
                <a:gd name="connsiteX9" fmla="*/ 1567 w 58158"/>
                <a:gd name="connsiteY9" fmla="*/ 138808 h 138724"/>
                <a:gd name="connsiteX10" fmla="*/ 58287 w 58158"/>
                <a:gd name="connsiteY10" fmla="*/ 138808 h 138724"/>
                <a:gd name="connsiteX11" fmla="*/ 58287 w 58158"/>
                <a:gd name="connsiteY11" fmla="*/ 135730 h 138724"/>
                <a:gd name="connsiteX12" fmla="*/ 38763 w 58158"/>
                <a:gd name="connsiteY12" fmla="*/ 123622 h 138724"/>
                <a:gd name="connsiteX13" fmla="*/ 38763 w 58158"/>
                <a:gd name="connsiteY13" fmla="*/ 494 h 138724"/>
                <a:gd name="connsiteX14" fmla="*/ 37119 w 58158"/>
                <a:gd name="connsiteY14" fmla="*/ 84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119" y="84"/>
                  </a:moveTo>
                  <a:lnTo>
                    <a:pt x="128" y="18758"/>
                  </a:lnTo>
                  <a:lnTo>
                    <a:pt x="128" y="21631"/>
                  </a:lnTo>
                  <a:cubicBezTo>
                    <a:pt x="2594" y="20605"/>
                    <a:pt x="4855" y="19784"/>
                    <a:pt x="5677" y="19374"/>
                  </a:cubicBezTo>
                  <a:cubicBezTo>
                    <a:pt x="9376" y="17937"/>
                    <a:pt x="12869" y="17117"/>
                    <a:pt x="14925" y="17117"/>
                  </a:cubicBezTo>
                  <a:cubicBezTo>
                    <a:pt x="19240" y="17117"/>
                    <a:pt x="21090" y="20195"/>
                    <a:pt x="21090" y="26762"/>
                  </a:cubicBezTo>
                  <a:lnTo>
                    <a:pt x="21090" y="119723"/>
                  </a:lnTo>
                  <a:cubicBezTo>
                    <a:pt x="21090" y="126495"/>
                    <a:pt x="19446" y="131215"/>
                    <a:pt x="16158" y="133062"/>
                  </a:cubicBezTo>
                  <a:cubicBezTo>
                    <a:pt x="13075" y="134909"/>
                    <a:pt x="10198" y="135525"/>
                    <a:pt x="1567" y="135730"/>
                  </a:cubicBezTo>
                  <a:lnTo>
                    <a:pt x="1567" y="138808"/>
                  </a:lnTo>
                  <a:lnTo>
                    <a:pt x="58287" y="138808"/>
                  </a:lnTo>
                  <a:lnTo>
                    <a:pt x="58287" y="135730"/>
                  </a:lnTo>
                  <a:cubicBezTo>
                    <a:pt x="42052" y="135525"/>
                    <a:pt x="38763" y="133473"/>
                    <a:pt x="38763" y="123622"/>
                  </a:cubicBezTo>
                  <a:lnTo>
                    <a:pt x="38763" y="494"/>
                  </a:lnTo>
                  <a:lnTo>
                    <a:pt x="37119" y="8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E532E04E-C41C-C413-2AB3-259BE5256FF3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5930154" y="3082879"/>
              <a:ext cx="64429" cy="277316"/>
            </a:xfrm>
            <a:custGeom>
              <a:avLst/>
              <a:gdLst>
                <a:gd name="connsiteX0" fmla="*/ 64563 w 64429"/>
                <a:gd name="connsiteY0" fmla="*/ 138739 h 277316"/>
                <a:gd name="connsiteX1" fmla="*/ 46234 w 64429"/>
                <a:gd name="connsiteY1" fmla="*/ 52216 h 277316"/>
                <a:gd name="connsiteX2" fmla="*/ 2910 w 64429"/>
                <a:gd name="connsiteY2" fmla="*/ 81 h 277316"/>
                <a:gd name="connsiteX3" fmla="*/ 133 w 64429"/>
                <a:gd name="connsiteY3" fmla="*/ 2854 h 277316"/>
                <a:gd name="connsiteX4" fmla="*/ 5410 w 64429"/>
                <a:gd name="connsiteY4" fmla="*/ 9232 h 277316"/>
                <a:gd name="connsiteX5" fmla="*/ 48455 w 64429"/>
                <a:gd name="connsiteY5" fmla="*/ 138739 h 277316"/>
                <a:gd name="connsiteX6" fmla="*/ 3744 w 64429"/>
                <a:gd name="connsiteY6" fmla="*/ 269909 h 277316"/>
                <a:gd name="connsiteX7" fmla="*/ 133 w 64429"/>
                <a:gd name="connsiteY7" fmla="*/ 274624 h 277316"/>
                <a:gd name="connsiteX8" fmla="*/ 2910 w 64429"/>
                <a:gd name="connsiteY8" fmla="*/ 277397 h 277316"/>
                <a:gd name="connsiteX9" fmla="*/ 47067 w 64429"/>
                <a:gd name="connsiteY9" fmla="*/ 223320 h 277316"/>
                <a:gd name="connsiteX10" fmla="*/ 64563 w 64429"/>
                <a:gd name="connsiteY10" fmla="*/ 138739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63" y="138739"/>
                  </a:moveTo>
                  <a:cubicBezTo>
                    <a:pt x="64563" y="117108"/>
                    <a:pt x="61508" y="83553"/>
                    <a:pt x="46234" y="52216"/>
                  </a:cubicBezTo>
                  <a:cubicBezTo>
                    <a:pt x="29571" y="18106"/>
                    <a:pt x="5688" y="81"/>
                    <a:pt x="2910" y="81"/>
                  </a:cubicBezTo>
                  <a:cubicBezTo>
                    <a:pt x="1244" y="81"/>
                    <a:pt x="133" y="1190"/>
                    <a:pt x="133" y="2854"/>
                  </a:cubicBezTo>
                  <a:cubicBezTo>
                    <a:pt x="133" y="3686"/>
                    <a:pt x="133" y="4241"/>
                    <a:pt x="5410" y="9232"/>
                  </a:cubicBezTo>
                  <a:cubicBezTo>
                    <a:pt x="32626" y="36686"/>
                    <a:pt x="48455" y="80780"/>
                    <a:pt x="48455" y="138739"/>
                  </a:cubicBezTo>
                  <a:cubicBezTo>
                    <a:pt x="48455" y="186160"/>
                    <a:pt x="38180" y="234968"/>
                    <a:pt x="3744" y="269909"/>
                  </a:cubicBezTo>
                  <a:cubicBezTo>
                    <a:pt x="133" y="273237"/>
                    <a:pt x="133" y="273792"/>
                    <a:pt x="133" y="274624"/>
                  </a:cubicBezTo>
                  <a:cubicBezTo>
                    <a:pt x="133" y="276288"/>
                    <a:pt x="1244" y="277397"/>
                    <a:pt x="2910" y="277397"/>
                  </a:cubicBezTo>
                  <a:cubicBezTo>
                    <a:pt x="5688" y="277397"/>
                    <a:pt x="30682" y="258539"/>
                    <a:pt x="47067" y="223320"/>
                  </a:cubicBezTo>
                  <a:cubicBezTo>
                    <a:pt x="61230" y="192815"/>
                    <a:pt x="64563" y="162033"/>
                    <a:pt x="64563" y="13873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D802076-938F-5573-890D-34E4FD2DD535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6049972" y="3082879"/>
              <a:ext cx="64429" cy="277316"/>
            </a:xfrm>
            <a:custGeom>
              <a:avLst/>
              <a:gdLst>
                <a:gd name="connsiteX0" fmla="*/ 64567 w 64429"/>
                <a:gd name="connsiteY0" fmla="*/ 274624 h 277316"/>
                <a:gd name="connsiteX1" fmla="*/ 59846 w 64429"/>
                <a:gd name="connsiteY1" fmla="*/ 268523 h 277316"/>
                <a:gd name="connsiteX2" fmla="*/ 16245 w 64429"/>
                <a:gd name="connsiteY2" fmla="*/ 138739 h 277316"/>
                <a:gd name="connsiteX3" fmla="*/ 60957 w 64429"/>
                <a:gd name="connsiteY3" fmla="*/ 7568 h 277316"/>
                <a:gd name="connsiteX4" fmla="*/ 64567 w 64429"/>
                <a:gd name="connsiteY4" fmla="*/ 2854 h 277316"/>
                <a:gd name="connsiteX5" fmla="*/ 61790 w 64429"/>
                <a:gd name="connsiteY5" fmla="*/ 81 h 277316"/>
                <a:gd name="connsiteX6" fmla="*/ 17633 w 64429"/>
                <a:gd name="connsiteY6" fmla="*/ 54157 h 277316"/>
                <a:gd name="connsiteX7" fmla="*/ 137 w 64429"/>
                <a:gd name="connsiteY7" fmla="*/ 138739 h 277316"/>
                <a:gd name="connsiteX8" fmla="*/ 18466 w 64429"/>
                <a:gd name="connsiteY8" fmla="*/ 225261 h 277316"/>
                <a:gd name="connsiteX9" fmla="*/ 61790 w 64429"/>
                <a:gd name="connsiteY9" fmla="*/ 277397 h 277316"/>
                <a:gd name="connsiteX10" fmla="*/ 64567 w 64429"/>
                <a:gd name="connsiteY10" fmla="*/ 274624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67" y="274624"/>
                  </a:moveTo>
                  <a:cubicBezTo>
                    <a:pt x="64567" y="273792"/>
                    <a:pt x="64567" y="273237"/>
                    <a:pt x="59846" y="268523"/>
                  </a:cubicBezTo>
                  <a:cubicBezTo>
                    <a:pt x="25131" y="233581"/>
                    <a:pt x="16245" y="181168"/>
                    <a:pt x="16245" y="138739"/>
                  </a:cubicBezTo>
                  <a:cubicBezTo>
                    <a:pt x="16245" y="90486"/>
                    <a:pt x="26798" y="42233"/>
                    <a:pt x="60957" y="7568"/>
                  </a:cubicBezTo>
                  <a:cubicBezTo>
                    <a:pt x="64567" y="4241"/>
                    <a:pt x="64567" y="3686"/>
                    <a:pt x="64567" y="2854"/>
                  </a:cubicBezTo>
                  <a:cubicBezTo>
                    <a:pt x="64567" y="913"/>
                    <a:pt x="63456" y="81"/>
                    <a:pt x="61790" y="81"/>
                  </a:cubicBezTo>
                  <a:cubicBezTo>
                    <a:pt x="59013" y="81"/>
                    <a:pt x="34018" y="18938"/>
                    <a:pt x="17633" y="54157"/>
                  </a:cubicBezTo>
                  <a:cubicBezTo>
                    <a:pt x="3470" y="84662"/>
                    <a:pt x="137" y="115444"/>
                    <a:pt x="137" y="138739"/>
                  </a:cubicBezTo>
                  <a:cubicBezTo>
                    <a:pt x="137" y="160370"/>
                    <a:pt x="3192" y="193925"/>
                    <a:pt x="18466" y="225261"/>
                  </a:cubicBezTo>
                  <a:cubicBezTo>
                    <a:pt x="35129" y="259371"/>
                    <a:pt x="59013" y="277397"/>
                    <a:pt x="61790" y="277397"/>
                  </a:cubicBezTo>
                  <a:cubicBezTo>
                    <a:pt x="63456" y="277397"/>
                    <a:pt x="64567" y="276565"/>
                    <a:pt x="64567" y="27462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8AEEFFDB-222E-BB3D-A0FC-D6E584123F03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6123134" y="3168570"/>
              <a:ext cx="131636" cy="125346"/>
            </a:xfrm>
            <a:custGeom>
              <a:avLst/>
              <a:gdLst>
                <a:gd name="connsiteX0" fmla="*/ 119280 w 131636"/>
                <a:gd name="connsiteY0" fmla="*/ 91596 h 125346"/>
                <a:gd name="connsiteX1" fmla="*/ 113170 w 131636"/>
                <a:gd name="connsiteY1" fmla="*/ 99083 h 125346"/>
                <a:gd name="connsiteX2" fmla="*/ 100395 w 131636"/>
                <a:gd name="connsiteY2" fmla="*/ 110176 h 125346"/>
                <a:gd name="connsiteX3" fmla="*/ 91786 w 131636"/>
                <a:gd name="connsiteY3" fmla="*/ 98806 h 125346"/>
                <a:gd name="connsiteX4" fmla="*/ 90675 w 131636"/>
                <a:gd name="connsiteY4" fmla="*/ 94092 h 125346"/>
                <a:gd name="connsiteX5" fmla="*/ 80677 w 131636"/>
                <a:gd name="connsiteY5" fmla="*/ 49166 h 125346"/>
                <a:gd name="connsiteX6" fmla="*/ 107893 w 131636"/>
                <a:gd name="connsiteY6" fmla="*/ 15611 h 125346"/>
                <a:gd name="connsiteX7" fmla="*/ 114559 w 131636"/>
                <a:gd name="connsiteY7" fmla="*/ 17830 h 125346"/>
                <a:gd name="connsiteX8" fmla="*/ 122057 w 131636"/>
                <a:gd name="connsiteY8" fmla="*/ 20326 h 125346"/>
                <a:gd name="connsiteX9" fmla="*/ 131777 w 131636"/>
                <a:gd name="connsiteY9" fmla="*/ 10342 h 125346"/>
                <a:gd name="connsiteX10" fmla="*/ 120391 w 131636"/>
                <a:gd name="connsiteY10" fmla="*/ 81 h 125346"/>
                <a:gd name="connsiteX11" fmla="*/ 78456 w 131636"/>
                <a:gd name="connsiteY11" fmla="*/ 39738 h 125346"/>
                <a:gd name="connsiteX12" fmla="*/ 75401 w 131636"/>
                <a:gd name="connsiteY12" fmla="*/ 24485 h 125346"/>
                <a:gd name="connsiteX13" fmla="*/ 60960 w 131636"/>
                <a:gd name="connsiteY13" fmla="*/ 81 h 125346"/>
                <a:gd name="connsiteX14" fmla="*/ 28467 w 131636"/>
                <a:gd name="connsiteY14" fmla="*/ 8124 h 125346"/>
                <a:gd name="connsiteX15" fmla="*/ 25413 w 131636"/>
                <a:gd name="connsiteY15" fmla="*/ 9233 h 125346"/>
                <a:gd name="connsiteX16" fmla="*/ 26523 w 131636"/>
                <a:gd name="connsiteY16" fmla="*/ 13393 h 125346"/>
                <a:gd name="connsiteX17" fmla="*/ 42075 w 131636"/>
                <a:gd name="connsiteY17" fmla="*/ 10342 h 125346"/>
                <a:gd name="connsiteX18" fmla="*/ 54572 w 131636"/>
                <a:gd name="connsiteY18" fmla="*/ 29477 h 125346"/>
                <a:gd name="connsiteX19" fmla="*/ 62626 w 131636"/>
                <a:gd name="connsiteY19" fmla="*/ 63587 h 125346"/>
                <a:gd name="connsiteX20" fmla="*/ 39854 w 131636"/>
                <a:gd name="connsiteY20" fmla="*/ 96033 h 125346"/>
                <a:gd name="connsiteX21" fmla="*/ 25690 w 131636"/>
                <a:gd name="connsiteY21" fmla="*/ 109344 h 125346"/>
                <a:gd name="connsiteX22" fmla="*/ 18470 w 131636"/>
                <a:gd name="connsiteY22" fmla="*/ 106848 h 125346"/>
                <a:gd name="connsiteX23" fmla="*/ 9583 w 131636"/>
                <a:gd name="connsiteY23" fmla="*/ 104075 h 125346"/>
                <a:gd name="connsiteX24" fmla="*/ 141 w 131636"/>
                <a:gd name="connsiteY24" fmla="*/ 113781 h 125346"/>
                <a:gd name="connsiteX25" fmla="*/ 14026 w 131636"/>
                <a:gd name="connsiteY25" fmla="*/ 125428 h 125346"/>
                <a:gd name="connsiteX26" fmla="*/ 39854 w 131636"/>
                <a:gd name="connsiteY26" fmla="*/ 106016 h 125346"/>
                <a:gd name="connsiteX27" fmla="*/ 64848 w 131636"/>
                <a:gd name="connsiteY27" fmla="*/ 73570 h 125346"/>
                <a:gd name="connsiteX28" fmla="*/ 73179 w 131636"/>
                <a:gd name="connsiteY28" fmla="*/ 106848 h 125346"/>
                <a:gd name="connsiteX29" fmla="*/ 89287 w 131636"/>
                <a:gd name="connsiteY29" fmla="*/ 125428 h 125346"/>
                <a:gd name="connsiteX30" fmla="*/ 123168 w 131636"/>
                <a:gd name="connsiteY30" fmla="*/ 93814 h 125346"/>
                <a:gd name="connsiteX31" fmla="*/ 119280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80" y="91596"/>
                  </a:moveTo>
                  <a:cubicBezTo>
                    <a:pt x="117058" y="94092"/>
                    <a:pt x="115669" y="95756"/>
                    <a:pt x="113170" y="99083"/>
                  </a:cubicBezTo>
                  <a:cubicBezTo>
                    <a:pt x="106783" y="107403"/>
                    <a:pt x="103450" y="110176"/>
                    <a:pt x="100395" y="110176"/>
                  </a:cubicBezTo>
                  <a:cubicBezTo>
                    <a:pt x="96229" y="110176"/>
                    <a:pt x="93730" y="106571"/>
                    <a:pt x="91786" y="98806"/>
                  </a:cubicBezTo>
                  <a:cubicBezTo>
                    <a:pt x="91231" y="96587"/>
                    <a:pt x="90953" y="94924"/>
                    <a:pt x="90675" y="94092"/>
                  </a:cubicBezTo>
                  <a:cubicBezTo>
                    <a:pt x="83732" y="66083"/>
                    <a:pt x="80677" y="53326"/>
                    <a:pt x="80677" y="49166"/>
                  </a:cubicBezTo>
                  <a:cubicBezTo>
                    <a:pt x="92897" y="27813"/>
                    <a:pt x="102895" y="15611"/>
                    <a:pt x="107893" y="15611"/>
                  </a:cubicBezTo>
                  <a:cubicBezTo>
                    <a:pt x="109560" y="15611"/>
                    <a:pt x="111781" y="16443"/>
                    <a:pt x="114559" y="17830"/>
                  </a:cubicBezTo>
                  <a:cubicBezTo>
                    <a:pt x="117891" y="19771"/>
                    <a:pt x="119835" y="20326"/>
                    <a:pt x="122057" y="20326"/>
                  </a:cubicBezTo>
                  <a:cubicBezTo>
                    <a:pt x="127889" y="20326"/>
                    <a:pt x="131777" y="16166"/>
                    <a:pt x="131777" y="10342"/>
                  </a:cubicBezTo>
                  <a:cubicBezTo>
                    <a:pt x="131777" y="4518"/>
                    <a:pt x="127056" y="81"/>
                    <a:pt x="120391" y="81"/>
                  </a:cubicBezTo>
                  <a:cubicBezTo>
                    <a:pt x="108171" y="81"/>
                    <a:pt x="97618" y="10065"/>
                    <a:pt x="78456" y="39738"/>
                  </a:cubicBezTo>
                  <a:lnTo>
                    <a:pt x="75401" y="24485"/>
                  </a:lnTo>
                  <a:cubicBezTo>
                    <a:pt x="71513" y="5628"/>
                    <a:pt x="68458" y="81"/>
                    <a:pt x="60960" y="81"/>
                  </a:cubicBezTo>
                  <a:cubicBezTo>
                    <a:pt x="54850" y="81"/>
                    <a:pt x="45408" y="2577"/>
                    <a:pt x="28467" y="8124"/>
                  </a:cubicBezTo>
                  <a:lnTo>
                    <a:pt x="25413" y="9233"/>
                  </a:lnTo>
                  <a:lnTo>
                    <a:pt x="26523" y="13393"/>
                  </a:lnTo>
                  <a:cubicBezTo>
                    <a:pt x="37076" y="10897"/>
                    <a:pt x="39576" y="10342"/>
                    <a:pt x="42075" y="10342"/>
                  </a:cubicBezTo>
                  <a:cubicBezTo>
                    <a:pt x="49018" y="10342"/>
                    <a:pt x="50684" y="12838"/>
                    <a:pt x="54572" y="29477"/>
                  </a:cubicBezTo>
                  <a:lnTo>
                    <a:pt x="62626" y="63587"/>
                  </a:lnTo>
                  <a:lnTo>
                    <a:pt x="39854" y="96033"/>
                  </a:lnTo>
                  <a:cubicBezTo>
                    <a:pt x="34299" y="104352"/>
                    <a:pt x="28745" y="109344"/>
                    <a:pt x="25690" y="109344"/>
                  </a:cubicBezTo>
                  <a:cubicBezTo>
                    <a:pt x="24024" y="109344"/>
                    <a:pt x="21247" y="108512"/>
                    <a:pt x="18470" y="106848"/>
                  </a:cubicBezTo>
                  <a:cubicBezTo>
                    <a:pt x="14859" y="104907"/>
                    <a:pt x="11805" y="104075"/>
                    <a:pt x="9583" y="104075"/>
                  </a:cubicBezTo>
                  <a:cubicBezTo>
                    <a:pt x="4306" y="104075"/>
                    <a:pt x="141" y="108235"/>
                    <a:pt x="141" y="113781"/>
                  </a:cubicBezTo>
                  <a:cubicBezTo>
                    <a:pt x="141" y="120991"/>
                    <a:pt x="5695" y="125428"/>
                    <a:pt x="14026" y="125428"/>
                  </a:cubicBezTo>
                  <a:cubicBezTo>
                    <a:pt x="22635" y="125428"/>
                    <a:pt x="25968" y="122933"/>
                    <a:pt x="39854" y="106016"/>
                  </a:cubicBezTo>
                  <a:cubicBezTo>
                    <a:pt x="47352" y="97142"/>
                    <a:pt x="53184" y="89655"/>
                    <a:pt x="64848" y="73570"/>
                  </a:cubicBezTo>
                  <a:lnTo>
                    <a:pt x="73179" y="106848"/>
                  </a:lnTo>
                  <a:cubicBezTo>
                    <a:pt x="76790" y="120991"/>
                    <a:pt x="80400" y="125428"/>
                    <a:pt x="89287" y="125428"/>
                  </a:cubicBezTo>
                  <a:cubicBezTo>
                    <a:pt x="99840" y="125428"/>
                    <a:pt x="107060" y="118773"/>
                    <a:pt x="123168" y="93814"/>
                  </a:cubicBezTo>
                  <a:lnTo>
                    <a:pt x="119280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90F12E5A-880B-3648-9F00-898CA206D20F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6316996" y="3215991"/>
              <a:ext cx="169682" cy="11092"/>
            </a:xfrm>
            <a:custGeom>
              <a:avLst/>
              <a:gdLst>
                <a:gd name="connsiteX0" fmla="*/ 160109 w 169682"/>
                <a:gd name="connsiteY0" fmla="*/ 11174 h 11092"/>
                <a:gd name="connsiteX1" fmla="*/ 169829 w 169682"/>
                <a:gd name="connsiteY1" fmla="*/ 5628 h 11092"/>
                <a:gd name="connsiteX2" fmla="*/ 160109 w 169682"/>
                <a:gd name="connsiteY2" fmla="*/ 81 h 11092"/>
                <a:gd name="connsiteX3" fmla="*/ 9866 w 169682"/>
                <a:gd name="connsiteY3" fmla="*/ 81 h 11092"/>
                <a:gd name="connsiteX4" fmla="*/ 146 w 169682"/>
                <a:gd name="connsiteY4" fmla="*/ 5628 h 11092"/>
                <a:gd name="connsiteX5" fmla="*/ 9866 w 169682"/>
                <a:gd name="connsiteY5" fmla="*/ 11174 h 11092"/>
                <a:gd name="connsiteX6" fmla="*/ 160109 w 169682"/>
                <a:gd name="connsiteY6" fmla="*/ 11174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109" y="11174"/>
                  </a:moveTo>
                  <a:cubicBezTo>
                    <a:pt x="164831" y="11174"/>
                    <a:pt x="169829" y="11174"/>
                    <a:pt x="169829" y="5628"/>
                  </a:cubicBezTo>
                  <a:cubicBezTo>
                    <a:pt x="169829" y="81"/>
                    <a:pt x="164831" y="81"/>
                    <a:pt x="160109" y="81"/>
                  </a:cubicBezTo>
                  <a:lnTo>
                    <a:pt x="9866" y="81"/>
                  </a:lnTo>
                  <a:cubicBezTo>
                    <a:pt x="5145" y="81"/>
                    <a:pt x="146" y="81"/>
                    <a:pt x="146" y="5628"/>
                  </a:cubicBezTo>
                  <a:cubicBezTo>
                    <a:pt x="146" y="11174"/>
                    <a:pt x="5145" y="11174"/>
                    <a:pt x="9866" y="11174"/>
                  </a:cubicBezTo>
                  <a:lnTo>
                    <a:pt x="160109" y="1117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43B96681-9340-A6F5-D42E-A4F21B6F4551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6541752" y="3168570"/>
              <a:ext cx="131636" cy="125346"/>
            </a:xfrm>
            <a:custGeom>
              <a:avLst/>
              <a:gdLst>
                <a:gd name="connsiteX0" fmla="*/ 119295 w 131636"/>
                <a:gd name="connsiteY0" fmla="*/ 91596 h 125346"/>
                <a:gd name="connsiteX1" fmla="*/ 113185 w 131636"/>
                <a:gd name="connsiteY1" fmla="*/ 99083 h 125346"/>
                <a:gd name="connsiteX2" fmla="*/ 100410 w 131636"/>
                <a:gd name="connsiteY2" fmla="*/ 110176 h 125346"/>
                <a:gd name="connsiteX3" fmla="*/ 91801 w 131636"/>
                <a:gd name="connsiteY3" fmla="*/ 98806 h 125346"/>
                <a:gd name="connsiteX4" fmla="*/ 90690 w 131636"/>
                <a:gd name="connsiteY4" fmla="*/ 94092 h 125346"/>
                <a:gd name="connsiteX5" fmla="*/ 80692 w 131636"/>
                <a:gd name="connsiteY5" fmla="*/ 49166 h 125346"/>
                <a:gd name="connsiteX6" fmla="*/ 107908 w 131636"/>
                <a:gd name="connsiteY6" fmla="*/ 15611 h 125346"/>
                <a:gd name="connsiteX7" fmla="*/ 114574 w 131636"/>
                <a:gd name="connsiteY7" fmla="*/ 17830 h 125346"/>
                <a:gd name="connsiteX8" fmla="*/ 122072 w 131636"/>
                <a:gd name="connsiteY8" fmla="*/ 20326 h 125346"/>
                <a:gd name="connsiteX9" fmla="*/ 131792 w 131636"/>
                <a:gd name="connsiteY9" fmla="*/ 10342 h 125346"/>
                <a:gd name="connsiteX10" fmla="*/ 120405 w 131636"/>
                <a:gd name="connsiteY10" fmla="*/ 81 h 125346"/>
                <a:gd name="connsiteX11" fmla="*/ 78471 w 131636"/>
                <a:gd name="connsiteY11" fmla="*/ 39738 h 125346"/>
                <a:gd name="connsiteX12" fmla="*/ 75416 w 131636"/>
                <a:gd name="connsiteY12" fmla="*/ 24485 h 125346"/>
                <a:gd name="connsiteX13" fmla="*/ 60975 w 131636"/>
                <a:gd name="connsiteY13" fmla="*/ 81 h 125346"/>
                <a:gd name="connsiteX14" fmla="*/ 28482 w 131636"/>
                <a:gd name="connsiteY14" fmla="*/ 8124 h 125346"/>
                <a:gd name="connsiteX15" fmla="*/ 25427 w 131636"/>
                <a:gd name="connsiteY15" fmla="*/ 9233 h 125346"/>
                <a:gd name="connsiteX16" fmla="*/ 26538 w 131636"/>
                <a:gd name="connsiteY16" fmla="*/ 13393 h 125346"/>
                <a:gd name="connsiteX17" fmla="*/ 42090 w 131636"/>
                <a:gd name="connsiteY17" fmla="*/ 10342 h 125346"/>
                <a:gd name="connsiteX18" fmla="*/ 54587 w 131636"/>
                <a:gd name="connsiteY18" fmla="*/ 29477 h 125346"/>
                <a:gd name="connsiteX19" fmla="*/ 62641 w 131636"/>
                <a:gd name="connsiteY19" fmla="*/ 63587 h 125346"/>
                <a:gd name="connsiteX20" fmla="*/ 39869 w 131636"/>
                <a:gd name="connsiteY20" fmla="*/ 96033 h 125346"/>
                <a:gd name="connsiteX21" fmla="*/ 25705 w 131636"/>
                <a:gd name="connsiteY21" fmla="*/ 109344 h 125346"/>
                <a:gd name="connsiteX22" fmla="*/ 18485 w 131636"/>
                <a:gd name="connsiteY22" fmla="*/ 106848 h 125346"/>
                <a:gd name="connsiteX23" fmla="*/ 9598 w 131636"/>
                <a:gd name="connsiteY23" fmla="*/ 104075 h 125346"/>
                <a:gd name="connsiteX24" fmla="*/ 156 w 131636"/>
                <a:gd name="connsiteY24" fmla="*/ 113781 h 125346"/>
                <a:gd name="connsiteX25" fmla="*/ 14041 w 131636"/>
                <a:gd name="connsiteY25" fmla="*/ 125428 h 125346"/>
                <a:gd name="connsiteX26" fmla="*/ 39869 w 131636"/>
                <a:gd name="connsiteY26" fmla="*/ 106016 h 125346"/>
                <a:gd name="connsiteX27" fmla="*/ 64863 w 131636"/>
                <a:gd name="connsiteY27" fmla="*/ 73570 h 125346"/>
                <a:gd name="connsiteX28" fmla="*/ 73194 w 131636"/>
                <a:gd name="connsiteY28" fmla="*/ 106848 h 125346"/>
                <a:gd name="connsiteX29" fmla="*/ 89302 w 131636"/>
                <a:gd name="connsiteY29" fmla="*/ 125428 h 125346"/>
                <a:gd name="connsiteX30" fmla="*/ 123183 w 131636"/>
                <a:gd name="connsiteY30" fmla="*/ 93814 h 125346"/>
                <a:gd name="connsiteX31" fmla="*/ 119295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95" y="91596"/>
                  </a:moveTo>
                  <a:cubicBezTo>
                    <a:pt x="117073" y="94092"/>
                    <a:pt x="115684" y="95756"/>
                    <a:pt x="113185" y="99083"/>
                  </a:cubicBezTo>
                  <a:cubicBezTo>
                    <a:pt x="106798" y="107403"/>
                    <a:pt x="103465" y="110176"/>
                    <a:pt x="100410" y="110176"/>
                  </a:cubicBezTo>
                  <a:cubicBezTo>
                    <a:pt x="96244" y="110176"/>
                    <a:pt x="93745" y="106571"/>
                    <a:pt x="91801" y="98806"/>
                  </a:cubicBezTo>
                  <a:cubicBezTo>
                    <a:pt x="91246" y="96587"/>
                    <a:pt x="90968" y="94924"/>
                    <a:pt x="90690" y="94092"/>
                  </a:cubicBezTo>
                  <a:cubicBezTo>
                    <a:pt x="83747" y="66083"/>
                    <a:pt x="80692" y="53326"/>
                    <a:pt x="80692" y="49166"/>
                  </a:cubicBezTo>
                  <a:cubicBezTo>
                    <a:pt x="92912" y="27813"/>
                    <a:pt x="102910" y="15611"/>
                    <a:pt x="107908" y="15611"/>
                  </a:cubicBezTo>
                  <a:cubicBezTo>
                    <a:pt x="109575" y="15611"/>
                    <a:pt x="111796" y="16443"/>
                    <a:pt x="114574" y="17830"/>
                  </a:cubicBezTo>
                  <a:cubicBezTo>
                    <a:pt x="117906" y="19771"/>
                    <a:pt x="119850" y="20326"/>
                    <a:pt x="122072" y="20326"/>
                  </a:cubicBezTo>
                  <a:cubicBezTo>
                    <a:pt x="127904" y="20326"/>
                    <a:pt x="131792" y="16166"/>
                    <a:pt x="131792" y="10342"/>
                  </a:cubicBezTo>
                  <a:cubicBezTo>
                    <a:pt x="131792" y="4518"/>
                    <a:pt x="127071" y="81"/>
                    <a:pt x="120405" y="81"/>
                  </a:cubicBezTo>
                  <a:cubicBezTo>
                    <a:pt x="108186" y="81"/>
                    <a:pt x="97633" y="10065"/>
                    <a:pt x="78471" y="39738"/>
                  </a:cubicBezTo>
                  <a:lnTo>
                    <a:pt x="75416" y="24485"/>
                  </a:lnTo>
                  <a:cubicBezTo>
                    <a:pt x="71528" y="5628"/>
                    <a:pt x="68473" y="81"/>
                    <a:pt x="60975" y="81"/>
                  </a:cubicBezTo>
                  <a:cubicBezTo>
                    <a:pt x="54865" y="81"/>
                    <a:pt x="45423" y="2577"/>
                    <a:pt x="28482" y="8124"/>
                  </a:cubicBezTo>
                  <a:lnTo>
                    <a:pt x="25427" y="9233"/>
                  </a:lnTo>
                  <a:lnTo>
                    <a:pt x="26538" y="13393"/>
                  </a:lnTo>
                  <a:cubicBezTo>
                    <a:pt x="37091" y="10897"/>
                    <a:pt x="39591" y="10342"/>
                    <a:pt x="42090" y="10342"/>
                  </a:cubicBezTo>
                  <a:cubicBezTo>
                    <a:pt x="49033" y="10342"/>
                    <a:pt x="50699" y="12838"/>
                    <a:pt x="54587" y="29477"/>
                  </a:cubicBezTo>
                  <a:lnTo>
                    <a:pt x="62641" y="63587"/>
                  </a:lnTo>
                  <a:lnTo>
                    <a:pt x="39869" y="96033"/>
                  </a:lnTo>
                  <a:cubicBezTo>
                    <a:pt x="34314" y="104352"/>
                    <a:pt x="28760" y="109344"/>
                    <a:pt x="25705" y="109344"/>
                  </a:cubicBezTo>
                  <a:cubicBezTo>
                    <a:pt x="24039" y="109344"/>
                    <a:pt x="21262" y="108512"/>
                    <a:pt x="18485" y="106848"/>
                  </a:cubicBezTo>
                  <a:cubicBezTo>
                    <a:pt x="14874" y="104907"/>
                    <a:pt x="11819" y="104075"/>
                    <a:pt x="9598" y="104075"/>
                  </a:cubicBezTo>
                  <a:cubicBezTo>
                    <a:pt x="4321" y="104075"/>
                    <a:pt x="156" y="108235"/>
                    <a:pt x="156" y="113781"/>
                  </a:cubicBezTo>
                  <a:cubicBezTo>
                    <a:pt x="156" y="120991"/>
                    <a:pt x="5710" y="125428"/>
                    <a:pt x="14041" y="125428"/>
                  </a:cubicBezTo>
                  <a:cubicBezTo>
                    <a:pt x="22650" y="125428"/>
                    <a:pt x="25983" y="122933"/>
                    <a:pt x="39869" y="106016"/>
                  </a:cubicBezTo>
                  <a:cubicBezTo>
                    <a:pt x="47367" y="97142"/>
                    <a:pt x="53199" y="89655"/>
                    <a:pt x="64863" y="73570"/>
                  </a:cubicBezTo>
                  <a:lnTo>
                    <a:pt x="73194" y="106848"/>
                  </a:lnTo>
                  <a:cubicBezTo>
                    <a:pt x="76804" y="120991"/>
                    <a:pt x="80415" y="125428"/>
                    <a:pt x="89302" y="125428"/>
                  </a:cubicBezTo>
                  <a:cubicBezTo>
                    <a:pt x="99855" y="125428"/>
                    <a:pt x="107075" y="118773"/>
                    <a:pt x="123183" y="93814"/>
                  </a:cubicBezTo>
                  <a:lnTo>
                    <a:pt x="119295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7BDCF0E0-B72C-ACC5-3249-FEA9C2456F87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6679181" y="3194190"/>
              <a:ext cx="91450" cy="138724"/>
            </a:xfrm>
            <a:custGeom>
              <a:avLst/>
              <a:gdLst>
                <a:gd name="connsiteX0" fmla="*/ 91610 w 91450"/>
                <a:gd name="connsiteY0" fmla="*/ 110694 h 138724"/>
                <a:gd name="connsiteX1" fmla="*/ 88939 w 91450"/>
                <a:gd name="connsiteY1" fmla="*/ 109668 h 138724"/>
                <a:gd name="connsiteX2" fmla="*/ 69415 w 91450"/>
                <a:gd name="connsiteY2" fmla="*/ 123212 h 138724"/>
                <a:gd name="connsiteX3" fmla="*/ 20299 w 91450"/>
                <a:gd name="connsiteY3" fmla="*/ 123212 h 138724"/>
                <a:gd name="connsiteX4" fmla="*/ 54824 w 91450"/>
                <a:gd name="connsiteY4" fmla="*/ 87094 h 138724"/>
                <a:gd name="connsiteX5" fmla="*/ 81129 w 91450"/>
                <a:gd name="connsiteY5" fmla="*/ 36407 h 138724"/>
                <a:gd name="connsiteX6" fmla="*/ 43110 w 91450"/>
                <a:gd name="connsiteY6" fmla="*/ 84 h 138724"/>
                <a:gd name="connsiteX7" fmla="*/ 13517 w 91450"/>
                <a:gd name="connsiteY7" fmla="*/ 12807 h 138724"/>
                <a:gd name="connsiteX8" fmla="*/ 365 w 91450"/>
                <a:gd name="connsiteY8" fmla="*/ 40921 h 138724"/>
                <a:gd name="connsiteX9" fmla="*/ 4680 w 91450"/>
                <a:gd name="connsiteY9" fmla="*/ 41947 h 138724"/>
                <a:gd name="connsiteX10" fmla="*/ 34479 w 91450"/>
                <a:gd name="connsiteY10" fmla="*/ 15270 h 138724"/>
                <a:gd name="connsiteX11" fmla="*/ 63456 w 91450"/>
                <a:gd name="connsiteY11" fmla="*/ 44205 h 138724"/>
                <a:gd name="connsiteX12" fmla="*/ 36740 w 91450"/>
                <a:gd name="connsiteY12" fmla="*/ 97560 h 138724"/>
                <a:gd name="connsiteX13" fmla="*/ 159 w 91450"/>
                <a:gd name="connsiteY13" fmla="*/ 136346 h 138724"/>
                <a:gd name="connsiteX14" fmla="*/ 159 w 91450"/>
                <a:gd name="connsiteY14" fmla="*/ 138808 h 138724"/>
                <a:gd name="connsiteX15" fmla="*/ 80307 w 91450"/>
                <a:gd name="connsiteY15" fmla="*/ 138808 h 138724"/>
                <a:gd name="connsiteX16" fmla="*/ 91610 w 91450"/>
                <a:gd name="connsiteY16" fmla="*/ 110694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610" y="110694"/>
                  </a:moveTo>
                  <a:lnTo>
                    <a:pt x="88939" y="109668"/>
                  </a:lnTo>
                  <a:cubicBezTo>
                    <a:pt x="81335" y="121365"/>
                    <a:pt x="78663" y="123212"/>
                    <a:pt x="69415" y="123212"/>
                  </a:cubicBezTo>
                  <a:lnTo>
                    <a:pt x="20299" y="123212"/>
                  </a:lnTo>
                  <a:lnTo>
                    <a:pt x="54824" y="87094"/>
                  </a:lnTo>
                  <a:cubicBezTo>
                    <a:pt x="73115" y="68010"/>
                    <a:pt x="81129" y="52413"/>
                    <a:pt x="81129" y="36407"/>
                  </a:cubicBezTo>
                  <a:cubicBezTo>
                    <a:pt x="81129" y="15885"/>
                    <a:pt x="64483" y="84"/>
                    <a:pt x="43110" y="84"/>
                  </a:cubicBezTo>
                  <a:cubicBezTo>
                    <a:pt x="31807" y="84"/>
                    <a:pt x="21121" y="4599"/>
                    <a:pt x="13517" y="12807"/>
                  </a:cubicBezTo>
                  <a:cubicBezTo>
                    <a:pt x="6941" y="19784"/>
                    <a:pt x="3858" y="26351"/>
                    <a:pt x="365" y="40921"/>
                  </a:cubicBezTo>
                  <a:lnTo>
                    <a:pt x="4680" y="41947"/>
                  </a:lnTo>
                  <a:cubicBezTo>
                    <a:pt x="12901" y="21836"/>
                    <a:pt x="20299" y="15270"/>
                    <a:pt x="34479" y="15270"/>
                  </a:cubicBezTo>
                  <a:cubicBezTo>
                    <a:pt x="51742" y="15270"/>
                    <a:pt x="63456" y="26967"/>
                    <a:pt x="63456" y="44205"/>
                  </a:cubicBezTo>
                  <a:cubicBezTo>
                    <a:pt x="63456" y="60211"/>
                    <a:pt x="54002" y="79296"/>
                    <a:pt x="36740" y="97560"/>
                  </a:cubicBezTo>
                  <a:lnTo>
                    <a:pt x="159" y="136346"/>
                  </a:lnTo>
                  <a:lnTo>
                    <a:pt x="159" y="138808"/>
                  </a:lnTo>
                  <a:lnTo>
                    <a:pt x="80307" y="138808"/>
                  </a:lnTo>
                  <a:lnTo>
                    <a:pt x="91610" y="11069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07450C04-DB55-AC62-7D00-4312AF79E7A1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6805923" y="3082879"/>
              <a:ext cx="64429" cy="277316"/>
            </a:xfrm>
            <a:custGeom>
              <a:avLst/>
              <a:gdLst>
                <a:gd name="connsiteX0" fmla="*/ 64594 w 64429"/>
                <a:gd name="connsiteY0" fmla="*/ 138739 h 277316"/>
                <a:gd name="connsiteX1" fmla="*/ 46265 w 64429"/>
                <a:gd name="connsiteY1" fmla="*/ 52216 h 277316"/>
                <a:gd name="connsiteX2" fmla="*/ 2942 w 64429"/>
                <a:gd name="connsiteY2" fmla="*/ 81 h 277316"/>
                <a:gd name="connsiteX3" fmla="*/ 165 w 64429"/>
                <a:gd name="connsiteY3" fmla="*/ 2854 h 277316"/>
                <a:gd name="connsiteX4" fmla="*/ 5441 w 64429"/>
                <a:gd name="connsiteY4" fmla="*/ 9232 h 277316"/>
                <a:gd name="connsiteX5" fmla="*/ 48487 w 64429"/>
                <a:gd name="connsiteY5" fmla="*/ 138739 h 277316"/>
                <a:gd name="connsiteX6" fmla="*/ 3775 w 64429"/>
                <a:gd name="connsiteY6" fmla="*/ 269909 h 277316"/>
                <a:gd name="connsiteX7" fmla="*/ 165 w 64429"/>
                <a:gd name="connsiteY7" fmla="*/ 274624 h 277316"/>
                <a:gd name="connsiteX8" fmla="*/ 2942 w 64429"/>
                <a:gd name="connsiteY8" fmla="*/ 277397 h 277316"/>
                <a:gd name="connsiteX9" fmla="*/ 47098 w 64429"/>
                <a:gd name="connsiteY9" fmla="*/ 223320 h 277316"/>
                <a:gd name="connsiteX10" fmla="*/ 64594 w 64429"/>
                <a:gd name="connsiteY10" fmla="*/ 138739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94" y="138739"/>
                  </a:moveTo>
                  <a:cubicBezTo>
                    <a:pt x="64594" y="117108"/>
                    <a:pt x="61539" y="83553"/>
                    <a:pt x="46265" y="52216"/>
                  </a:cubicBezTo>
                  <a:cubicBezTo>
                    <a:pt x="29602" y="18106"/>
                    <a:pt x="5719" y="81"/>
                    <a:pt x="2942" y="81"/>
                  </a:cubicBezTo>
                  <a:cubicBezTo>
                    <a:pt x="1275" y="81"/>
                    <a:pt x="165" y="1190"/>
                    <a:pt x="165" y="2854"/>
                  </a:cubicBezTo>
                  <a:cubicBezTo>
                    <a:pt x="165" y="3686"/>
                    <a:pt x="165" y="4241"/>
                    <a:pt x="5441" y="9232"/>
                  </a:cubicBezTo>
                  <a:cubicBezTo>
                    <a:pt x="32657" y="36686"/>
                    <a:pt x="48487" y="80780"/>
                    <a:pt x="48487" y="138739"/>
                  </a:cubicBezTo>
                  <a:cubicBezTo>
                    <a:pt x="48487" y="186160"/>
                    <a:pt x="38211" y="234968"/>
                    <a:pt x="3775" y="269909"/>
                  </a:cubicBezTo>
                  <a:cubicBezTo>
                    <a:pt x="165" y="273237"/>
                    <a:pt x="165" y="273792"/>
                    <a:pt x="165" y="274624"/>
                  </a:cubicBezTo>
                  <a:cubicBezTo>
                    <a:pt x="165" y="276288"/>
                    <a:pt x="1275" y="277397"/>
                    <a:pt x="2942" y="277397"/>
                  </a:cubicBezTo>
                  <a:cubicBezTo>
                    <a:pt x="5719" y="277397"/>
                    <a:pt x="30713" y="258539"/>
                    <a:pt x="47098" y="223320"/>
                  </a:cubicBezTo>
                  <a:cubicBezTo>
                    <a:pt x="61262" y="192815"/>
                    <a:pt x="64594" y="162033"/>
                    <a:pt x="64594" y="13873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0BCD6791-47EF-D578-B935-00DA0B5F860A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5030466" y="3404156"/>
              <a:ext cx="1984022" cy="11131"/>
            </a:xfrm>
            <a:custGeom>
              <a:avLst/>
              <a:gdLst>
                <a:gd name="connsiteX0" fmla="*/ 0 w 1984022"/>
                <a:gd name="connsiteY0" fmla="*/ 0 h 11131"/>
                <a:gd name="connsiteX1" fmla="*/ 1984023 w 1984022"/>
                <a:gd name="connsiteY1" fmla="*/ 0 h 11131"/>
                <a:gd name="connsiteX2" fmla="*/ 1984023 w 1984022"/>
                <a:gd name="connsiteY2" fmla="*/ 11132 h 11131"/>
                <a:gd name="connsiteX3" fmla="*/ 0 w 1984022"/>
                <a:gd name="connsiteY3" fmla="*/ 11132 h 11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022" h="11131">
                  <a:moveTo>
                    <a:pt x="0" y="0"/>
                  </a:moveTo>
                  <a:lnTo>
                    <a:pt x="1984023" y="0"/>
                  </a:lnTo>
                  <a:lnTo>
                    <a:pt x="1984023" y="11132"/>
                  </a:lnTo>
                  <a:lnTo>
                    <a:pt x="0" y="1113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3C3F274E-7143-2946-1D7C-87498EFDDC43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5057959" y="3462275"/>
              <a:ext cx="64429" cy="277316"/>
            </a:xfrm>
            <a:custGeom>
              <a:avLst/>
              <a:gdLst>
                <a:gd name="connsiteX0" fmla="*/ 64531 w 64429"/>
                <a:gd name="connsiteY0" fmla="*/ 274637 h 277316"/>
                <a:gd name="connsiteX1" fmla="*/ 59810 w 64429"/>
                <a:gd name="connsiteY1" fmla="*/ 268536 h 277316"/>
                <a:gd name="connsiteX2" fmla="*/ 16209 w 64429"/>
                <a:gd name="connsiteY2" fmla="*/ 138752 h 277316"/>
                <a:gd name="connsiteX3" fmla="*/ 60921 w 64429"/>
                <a:gd name="connsiteY3" fmla="*/ 7582 h 277316"/>
                <a:gd name="connsiteX4" fmla="*/ 64531 w 64429"/>
                <a:gd name="connsiteY4" fmla="*/ 2868 h 277316"/>
                <a:gd name="connsiteX5" fmla="*/ 61754 w 64429"/>
                <a:gd name="connsiteY5" fmla="*/ 94 h 277316"/>
                <a:gd name="connsiteX6" fmla="*/ 17598 w 64429"/>
                <a:gd name="connsiteY6" fmla="*/ 54171 h 277316"/>
                <a:gd name="connsiteX7" fmla="*/ 102 w 64429"/>
                <a:gd name="connsiteY7" fmla="*/ 138752 h 277316"/>
                <a:gd name="connsiteX8" fmla="*/ 18431 w 64429"/>
                <a:gd name="connsiteY8" fmla="*/ 225275 h 277316"/>
                <a:gd name="connsiteX9" fmla="*/ 61754 w 64429"/>
                <a:gd name="connsiteY9" fmla="*/ 277410 h 277316"/>
                <a:gd name="connsiteX10" fmla="*/ 64531 w 64429"/>
                <a:gd name="connsiteY10" fmla="*/ 274637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31" y="274637"/>
                  </a:moveTo>
                  <a:cubicBezTo>
                    <a:pt x="64531" y="273805"/>
                    <a:pt x="64531" y="273251"/>
                    <a:pt x="59810" y="268536"/>
                  </a:cubicBezTo>
                  <a:cubicBezTo>
                    <a:pt x="25096" y="233595"/>
                    <a:pt x="16209" y="181182"/>
                    <a:pt x="16209" y="138752"/>
                  </a:cubicBezTo>
                  <a:cubicBezTo>
                    <a:pt x="16209" y="90499"/>
                    <a:pt x="26762" y="42246"/>
                    <a:pt x="60921" y="7582"/>
                  </a:cubicBezTo>
                  <a:cubicBezTo>
                    <a:pt x="64531" y="4254"/>
                    <a:pt x="64531" y="3699"/>
                    <a:pt x="64531" y="2868"/>
                  </a:cubicBezTo>
                  <a:cubicBezTo>
                    <a:pt x="64531" y="926"/>
                    <a:pt x="63420" y="94"/>
                    <a:pt x="61754" y="94"/>
                  </a:cubicBezTo>
                  <a:cubicBezTo>
                    <a:pt x="58977" y="94"/>
                    <a:pt x="33983" y="18952"/>
                    <a:pt x="17598" y="54171"/>
                  </a:cubicBezTo>
                  <a:cubicBezTo>
                    <a:pt x="3434" y="84676"/>
                    <a:pt x="102" y="115458"/>
                    <a:pt x="102" y="138752"/>
                  </a:cubicBezTo>
                  <a:cubicBezTo>
                    <a:pt x="102" y="160383"/>
                    <a:pt x="3157" y="193938"/>
                    <a:pt x="18431" y="225275"/>
                  </a:cubicBezTo>
                  <a:cubicBezTo>
                    <a:pt x="35094" y="259385"/>
                    <a:pt x="58977" y="277410"/>
                    <a:pt x="61754" y="277410"/>
                  </a:cubicBezTo>
                  <a:cubicBezTo>
                    <a:pt x="63420" y="277410"/>
                    <a:pt x="64531" y="276579"/>
                    <a:pt x="64531" y="27463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B299E5E7-72FD-233B-AC41-B2DA0F90A8DE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5131121" y="3547966"/>
              <a:ext cx="131636" cy="125346"/>
            </a:xfrm>
            <a:custGeom>
              <a:avLst/>
              <a:gdLst>
                <a:gd name="connsiteX0" fmla="*/ 119244 w 131636"/>
                <a:gd name="connsiteY0" fmla="*/ 91609 h 125346"/>
                <a:gd name="connsiteX1" fmla="*/ 113135 w 131636"/>
                <a:gd name="connsiteY1" fmla="*/ 99097 h 125346"/>
                <a:gd name="connsiteX2" fmla="*/ 100360 w 131636"/>
                <a:gd name="connsiteY2" fmla="*/ 110190 h 125346"/>
                <a:gd name="connsiteX3" fmla="*/ 91751 w 131636"/>
                <a:gd name="connsiteY3" fmla="*/ 98820 h 125346"/>
                <a:gd name="connsiteX4" fmla="*/ 90640 w 131636"/>
                <a:gd name="connsiteY4" fmla="*/ 94105 h 125346"/>
                <a:gd name="connsiteX5" fmla="*/ 80642 w 131636"/>
                <a:gd name="connsiteY5" fmla="*/ 49180 h 125346"/>
                <a:gd name="connsiteX6" fmla="*/ 107858 w 131636"/>
                <a:gd name="connsiteY6" fmla="*/ 15625 h 125346"/>
                <a:gd name="connsiteX7" fmla="*/ 114523 w 131636"/>
                <a:gd name="connsiteY7" fmla="*/ 17843 h 125346"/>
                <a:gd name="connsiteX8" fmla="*/ 122021 w 131636"/>
                <a:gd name="connsiteY8" fmla="*/ 20339 h 125346"/>
                <a:gd name="connsiteX9" fmla="*/ 131741 w 131636"/>
                <a:gd name="connsiteY9" fmla="*/ 10356 h 125346"/>
                <a:gd name="connsiteX10" fmla="*/ 120355 w 131636"/>
                <a:gd name="connsiteY10" fmla="*/ 95 h 125346"/>
                <a:gd name="connsiteX11" fmla="*/ 78420 w 131636"/>
                <a:gd name="connsiteY11" fmla="*/ 39751 h 125346"/>
                <a:gd name="connsiteX12" fmla="*/ 75365 w 131636"/>
                <a:gd name="connsiteY12" fmla="*/ 24499 h 125346"/>
                <a:gd name="connsiteX13" fmla="*/ 60924 w 131636"/>
                <a:gd name="connsiteY13" fmla="*/ 95 h 125346"/>
                <a:gd name="connsiteX14" fmla="*/ 28432 w 131636"/>
                <a:gd name="connsiteY14" fmla="*/ 8137 h 125346"/>
                <a:gd name="connsiteX15" fmla="*/ 25377 w 131636"/>
                <a:gd name="connsiteY15" fmla="*/ 9246 h 125346"/>
                <a:gd name="connsiteX16" fmla="*/ 26488 w 131636"/>
                <a:gd name="connsiteY16" fmla="*/ 13406 h 125346"/>
                <a:gd name="connsiteX17" fmla="*/ 42040 w 131636"/>
                <a:gd name="connsiteY17" fmla="*/ 10356 h 125346"/>
                <a:gd name="connsiteX18" fmla="*/ 54537 w 131636"/>
                <a:gd name="connsiteY18" fmla="*/ 29491 h 125346"/>
                <a:gd name="connsiteX19" fmla="*/ 62591 w 131636"/>
                <a:gd name="connsiteY19" fmla="*/ 63600 h 125346"/>
                <a:gd name="connsiteX20" fmla="*/ 39818 w 131636"/>
                <a:gd name="connsiteY20" fmla="*/ 96046 h 125346"/>
                <a:gd name="connsiteX21" fmla="*/ 25655 w 131636"/>
                <a:gd name="connsiteY21" fmla="*/ 109358 h 125346"/>
                <a:gd name="connsiteX22" fmla="*/ 18434 w 131636"/>
                <a:gd name="connsiteY22" fmla="*/ 106862 h 125346"/>
                <a:gd name="connsiteX23" fmla="*/ 9547 w 131636"/>
                <a:gd name="connsiteY23" fmla="*/ 104089 h 125346"/>
                <a:gd name="connsiteX24" fmla="*/ 105 w 131636"/>
                <a:gd name="connsiteY24" fmla="*/ 113795 h 125346"/>
                <a:gd name="connsiteX25" fmla="*/ 13991 w 131636"/>
                <a:gd name="connsiteY25" fmla="*/ 125442 h 125346"/>
                <a:gd name="connsiteX26" fmla="*/ 39818 w 131636"/>
                <a:gd name="connsiteY26" fmla="*/ 106030 h 125346"/>
                <a:gd name="connsiteX27" fmla="*/ 64812 w 131636"/>
                <a:gd name="connsiteY27" fmla="*/ 73584 h 125346"/>
                <a:gd name="connsiteX28" fmla="*/ 73144 w 131636"/>
                <a:gd name="connsiteY28" fmla="*/ 106862 h 125346"/>
                <a:gd name="connsiteX29" fmla="*/ 89251 w 131636"/>
                <a:gd name="connsiteY29" fmla="*/ 125442 h 125346"/>
                <a:gd name="connsiteX30" fmla="*/ 123132 w 131636"/>
                <a:gd name="connsiteY30" fmla="*/ 93828 h 125346"/>
                <a:gd name="connsiteX31" fmla="*/ 119244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44" y="91609"/>
                  </a:moveTo>
                  <a:cubicBezTo>
                    <a:pt x="117023" y="94105"/>
                    <a:pt x="115634" y="95769"/>
                    <a:pt x="113135" y="99097"/>
                  </a:cubicBezTo>
                  <a:cubicBezTo>
                    <a:pt x="106747" y="107416"/>
                    <a:pt x="103415" y="110190"/>
                    <a:pt x="100360" y="110190"/>
                  </a:cubicBezTo>
                  <a:cubicBezTo>
                    <a:pt x="96194" y="110190"/>
                    <a:pt x="93695" y="106584"/>
                    <a:pt x="91751" y="98820"/>
                  </a:cubicBezTo>
                  <a:cubicBezTo>
                    <a:pt x="91195" y="96601"/>
                    <a:pt x="90917" y="94937"/>
                    <a:pt x="90640" y="94105"/>
                  </a:cubicBezTo>
                  <a:cubicBezTo>
                    <a:pt x="83697" y="66096"/>
                    <a:pt x="80642" y="53340"/>
                    <a:pt x="80642" y="49180"/>
                  </a:cubicBezTo>
                  <a:cubicBezTo>
                    <a:pt x="92861" y="27827"/>
                    <a:pt x="102859" y="15625"/>
                    <a:pt x="107858" y="15625"/>
                  </a:cubicBezTo>
                  <a:cubicBezTo>
                    <a:pt x="109524" y="15625"/>
                    <a:pt x="111746" y="16457"/>
                    <a:pt x="114523" y="17843"/>
                  </a:cubicBezTo>
                  <a:cubicBezTo>
                    <a:pt x="117856" y="19784"/>
                    <a:pt x="119800" y="20339"/>
                    <a:pt x="122021" y="20339"/>
                  </a:cubicBezTo>
                  <a:cubicBezTo>
                    <a:pt x="127853" y="20339"/>
                    <a:pt x="131741" y="16179"/>
                    <a:pt x="131741" y="10356"/>
                  </a:cubicBezTo>
                  <a:cubicBezTo>
                    <a:pt x="131741" y="4532"/>
                    <a:pt x="127020" y="95"/>
                    <a:pt x="120355" y="95"/>
                  </a:cubicBezTo>
                  <a:cubicBezTo>
                    <a:pt x="108136" y="95"/>
                    <a:pt x="97583" y="10078"/>
                    <a:pt x="78420" y="39751"/>
                  </a:cubicBezTo>
                  <a:lnTo>
                    <a:pt x="75365" y="24499"/>
                  </a:lnTo>
                  <a:cubicBezTo>
                    <a:pt x="71478" y="5641"/>
                    <a:pt x="68423" y="95"/>
                    <a:pt x="60924" y="95"/>
                  </a:cubicBezTo>
                  <a:cubicBezTo>
                    <a:pt x="54815" y="95"/>
                    <a:pt x="45372" y="2591"/>
                    <a:pt x="28432" y="8137"/>
                  </a:cubicBezTo>
                  <a:lnTo>
                    <a:pt x="25377" y="9246"/>
                  </a:lnTo>
                  <a:lnTo>
                    <a:pt x="26488" y="13406"/>
                  </a:lnTo>
                  <a:cubicBezTo>
                    <a:pt x="37041" y="10910"/>
                    <a:pt x="39540" y="10356"/>
                    <a:pt x="42040" y="10356"/>
                  </a:cubicBezTo>
                  <a:cubicBezTo>
                    <a:pt x="48983" y="10356"/>
                    <a:pt x="50649" y="12852"/>
                    <a:pt x="54537" y="29491"/>
                  </a:cubicBezTo>
                  <a:lnTo>
                    <a:pt x="62591" y="63600"/>
                  </a:lnTo>
                  <a:lnTo>
                    <a:pt x="39818" y="96046"/>
                  </a:lnTo>
                  <a:cubicBezTo>
                    <a:pt x="34264" y="104366"/>
                    <a:pt x="28710" y="109358"/>
                    <a:pt x="25655" y="109358"/>
                  </a:cubicBezTo>
                  <a:cubicBezTo>
                    <a:pt x="23988" y="109358"/>
                    <a:pt x="21211" y="108526"/>
                    <a:pt x="18434" y="106862"/>
                  </a:cubicBezTo>
                  <a:cubicBezTo>
                    <a:pt x="14824" y="104921"/>
                    <a:pt x="11769" y="104089"/>
                    <a:pt x="9547" y="104089"/>
                  </a:cubicBezTo>
                  <a:cubicBezTo>
                    <a:pt x="4271" y="104089"/>
                    <a:pt x="105" y="108248"/>
                    <a:pt x="105" y="113795"/>
                  </a:cubicBezTo>
                  <a:cubicBezTo>
                    <a:pt x="105" y="121005"/>
                    <a:pt x="5659" y="125442"/>
                    <a:pt x="13991" y="125442"/>
                  </a:cubicBezTo>
                  <a:cubicBezTo>
                    <a:pt x="22600" y="125442"/>
                    <a:pt x="25932" y="122946"/>
                    <a:pt x="39818" y="106030"/>
                  </a:cubicBezTo>
                  <a:cubicBezTo>
                    <a:pt x="47316" y="97156"/>
                    <a:pt x="53148" y="89668"/>
                    <a:pt x="64812" y="73584"/>
                  </a:cubicBezTo>
                  <a:lnTo>
                    <a:pt x="73144" y="106862"/>
                  </a:lnTo>
                  <a:cubicBezTo>
                    <a:pt x="76754" y="121005"/>
                    <a:pt x="80364" y="125442"/>
                    <a:pt x="89251" y="125442"/>
                  </a:cubicBezTo>
                  <a:cubicBezTo>
                    <a:pt x="99804" y="125442"/>
                    <a:pt x="107025" y="118786"/>
                    <a:pt x="123132" y="93828"/>
                  </a:cubicBezTo>
                  <a:lnTo>
                    <a:pt x="119244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CA90D31-3E0D-AEFF-E951-53C5D99E204D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5267317" y="3573587"/>
              <a:ext cx="92889" cy="141597"/>
            </a:xfrm>
            <a:custGeom>
              <a:avLst/>
              <a:gdLst>
                <a:gd name="connsiteX0" fmla="*/ 47376 w 92889"/>
                <a:gd name="connsiteY0" fmla="*/ 97 h 141597"/>
                <a:gd name="connsiteX1" fmla="*/ 19838 w 92889"/>
                <a:gd name="connsiteY1" fmla="*/ 10768 h 141597"/>
                <a:gd name="connsiteX2" fmla="*/ 109 w 92889"/>
                <a:gd name="connsiteY2" fmla="*/ 69870 h 141597"/>
                <a:gd name="connsiteX3" fmla="*/ 16550 w 92889"/>
                <a:gd name="connsiteY3" fmla="*/ 127740 h 141597"/>
                <a:gd name="connsiteX4" fmla="*/ 46554 w 92889"/>
                <a:gd name="connsiteY4" fmla="*/ 141695 h 141597"/>
                <a:gd name="connsiteX5" fmla="*/ 73270 w 92889"/>
                <a:gd name="connsiteY5" fmla="*/ 131024 h 141597"/>
                <a:gd name="connsiteX6" fmla="*/ 92998 w 92889"/>
                <a:gd name="connsiteY6" fmla="*/ 71101 h 141597"/>
                <a:gd name="connsiteX7" fmla="*/ 47376 w 92889"/>
                <a:gd name="connsiteY7" fmla="*/ 97 h 141597"/>
                <a:gd name="connsiteX8" fmla="*/ 46759 w 92889"/>
                <a:gd name="connsiteY8" fmla="*/ 5433 h 141597"/>
                <a:gd name="connsiteX9" fmla="*/ 73270 w 92889"/>
                <a:gd name="connsiteY9" fmla="*/ 71512 h 141597"/>
                <a:gd name="connsiteX10" fmla="*/ 46554 w 92889"/>
                <a:gd name="connsiteY10" fmla="*/ 136359 h 141597"/>
                <a:gd name="connsiteX11" fmla="*/ 19838 w 92889"/>
                <a:gd name="connsiteY11" fmla="*/ 71717 h 141597"/>
                <a:gd name="connsiteX12" fmla="*/ 46759 w 92889"/>
                <a:gd name="connsiteY12" fmla="*/ 5433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376" y="97"/>
                  </a:moveTo>
                  <a:cubicBezTo>
                    <a:pt x="36073" y="97"/>
                    <a:pt x="27441" y="3586"/>
                    <a:pt x="19838" y="10768"/>
                  </a:cubicBezTo>
                  <a:cubicBezTo>
                    <a:pt x="7918" y="22260"/>
                    <a:pt x="109" y="45860"/>
                    <a:pt x="109" y="69870"/>
                  </a:cubicBezTo>
                  <a:cubicBezTo>
                    <a:pt x="109" y="92238"/>
                    <a:pt x="6891" y="116248"/>
                    <a:pt x="16550" y="127740"/>
                  </a:cubicBezTo>
                  <a:cubicBezTo>
                    <a:pt x="24153" y="136770"/>
                    <a:pt x="34634" y="141695"/>
                    <a:pt x="46554" y="141695"/>
                  </a:cubicBezTo>
                  <a:cubicBezTo>
                    <a:pt x="57035" y="141695"/>
                    <a:pt x="65871" y="138206"/>
                    <a:pt x="73270" y="131024"/>
                  </a:cubicBezTo>
                  <a:cubicBezTo>
                    <a:pt x="85189" y="119737"/>
                    <a:pt x="92998" y="95932"/>
                    <a:pt x="92998" y="71101"/>
                  </a:cubicBezTo>
                  <a:cubicBezTo>
                    <a:pt x="92998" y="29032"/>
                    <a:pt x="74297" y="97"/>
                    <a:pt x="47376" y="97"/>
                  </a:cubicBezTo>
                  <a:close/>
                  <a:moveTo>
                    <a:pt x="46759" y="5433"/>
                  </a:moveTo>
                  <a:cubicBezTo>
                    <a:pt x="64022" y="5433"/>
                    <a:pt x="73270" y="28622"/>
                    <a:pt x="73270" y="71512"/>
                  </a:cubicBezTo>
                  <a:cubicBezTo>
                    <a:pt x="73270" y="114401"/>
                    <a:pt x="64227" y="136359"/>
                    <a:pt x="46554" y="136359"/>
                  </a:cubicBezTo>
                  <a:cubicBezTo>
                    <a:pt x="28880" y="136359"/>
                    <a:pt x="19838" y="114401"/>
                    <a:pt x="19838" y="71717"/>
                  </a:cubicBezTo>
                  <a:cubicBezTo>
                    <a:pt x="19838" y="28212"/>
                    <a:pt x="29085" y="5433"/>
                    <a:pt x="46759" y="543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D7ECCF39-1FAC-A067-C0AC-2AAE0F91D8A2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5441227" y="3595387"/>
              <a:ext cx="169682" cy="11092"/>
            </a:xfrm>
            <a:custGeom>
              <a:avLst/>
              <a:gdLst>
                <a:gd name="connsiteX0" fmla="*/ 160078 w 169682"/>
                <a:gd name="connsiteY0" fmla="*/ 11188 h 11092"/>
                <a:gd name="connsiteX1" fmla="*/ 169798 w 169682"/>
                <a:gd name="connsiteY1" fmla="*/ 5641 h 11092"/>
                <a:gd name="connsiteX2" fmla="*/ 160078 w 169682"/>
                <a:gd name="connsiteY2" fmla="*/ 95 h 11092"/>
                <a:gd name="connsiteX3" fmla="*/ 9835 w 169682"/>
                <a:gd name="connsiteY3" fmla="*/ 95 h 11092"/>
                <a:gd name="connsiteX4" fmla="*/ 115 w 169682"/>
                <a:gd name="connsiteY4" fmla="*/ 5641 h 11092"/>
                <a:gd name="connsiteX5" fmla="*/ 9835 w 169682"/>
                <a:gd name="connsiteY5" fmla="*/ 11188 h 11092"/>
                <a:gd name="connsiteX6" fmla="*/ 160078 w 169682"/>
                <a:gd name="connsiteY6" fmla="*/ 11188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078" y="11188"/>
                  </a:moveTo>
                  <a:cubicBezTo>
                    <a:pt x="164799" y="11188"/>
                    <a:pt x="169798" y="11188"/>
                    <a:pt x="169798" y="5641"/>
                  </a:cubicBezTo>
                  <a:cubicBezTo>
                    <a:pt x="169798" y="95"/>
                    <a:pt x="164799" y="95"/>
                    <a:pt x="160078" y="95"/>
                  </a:cubicBezTo>
                  <a:lnTo>
                    <a:pt x="9835" y="95"/>
                  </a:lnTo>
                  <a:cubicBezTo>
                    <a:pt x="5114" y="95"/>
                    <a:pt x="115" y="95"/>
                    <a:pt x="115" y="5641"/>
                  </a:cubicBezTo>
                  <a:cubicBezTo>
                    <a:pt x="115" y="11188"/>
                    <a:pt x="5114" y="11188"/>
                    <a:pt x="9835" y="11188"/>
                  </a:cubicBezTo>
                  <a:lnTo>
                    <a:pt x="160078" y="111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36DC269E-8DD2-3C25-EAE3-E09E62139BBA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5665984" y="3547966"/>
              <a:ext cx="131636" cy="125346"/>
            </a:xfrm>
            <a:custGeom>
              <a:avLst/>
              <a:gdLst>
                <a:gd name="connsiteX0" fmla="*/ 119263 w 131636"/>
                <a:gd name="connsiteY0" fmla="*/ 91609 h 125346"/>
                <a:gd name="connsiteX1" fmla="*/ 113154 w 131636"/>
                <a:gd name="connsiteY1" fmla="*/ 99097 h 125346"/>
                <a:gd name="connsiteX2" fmla="*/ 100379 w 131636"/>
                <a:gd name="connsiteY2" fmla="*/ 110190 h 125346"/>
                <a:gd name="connsiteX3" fmla="*/ 91770 w 131636"/>
                <a:gd name="connsiteY3" fmla="*/ 98820 h 125346"/>
                <a:gd name="connsiteX4" fmla="*/ 90659 w 131636"/>
                <a:gd name="connsiteY4" fmla="*/ 94105 h 125346"/>
                <a:gd name="connsiteX5" fmla="*/ 80661 w 131636"/>
                <a:gd name="connsiteY5" fmla="*/ 49180 h 125346"/>
                <a:gd name="connsiteX6" fmla="*/ 107877 w 131636"/>
                <a:gd name="connsiteY6" fmla="*/ 15625 h 125346"/>
                <a:gd name="connsiteX7" fmla="*/ 114542 w 131636"/>
                <a:gd name="connsiteY7" fmla="*/ 17843 h 125346"/>
                <a:gd name="connsiteX8" fmla="*/ 122040 w 131636"/>
                <a:gd name="connsiteY8" fmla="*/ 20339 h 125346"/>
                <a:gd name="connsiteX9" fmla="*/ 131760 w 131636"/>
                <a:gd name="connsiteY9" fmla="*/ 10356 h 125346"/>
                <a:gd name="connsiteX10" fmla="*/ 120374 w 131636"/>
                <a:gd name="connsiteY10" fmla="*/ 95 h 125346"/>
                <a:gd name="connsiteX11" fmla="*/ 78439 w 131636"/>
                <a:gd name="connsiteY11" fmla="*/ 39751 h 125346"/>
                <a:gd name="connsiteX12" fmla="*/ 75385 w 131636"/>
                <a:gd name="connsiteY12" fmla="*/ 24499 h 125346"/>
                <a:gd name="connsiteX13" fmla="*/ 60944 w 131636"/>
                <a:gd name="connsiteY13" fmla="*/ 95 h 125346"/>
                <a:gd name="connsiteX14" fmla="*/ 28451 w 131636"/>
                <a:gd name="connsiteY14" fmla="*/ 8137 h 125346"/>
                <a:gd name="connsiteX15" fmla="*/ 25396 w 131636"/>
                <a:gd name="connsiteY15" fmla="*/ 9246 h 125346"/>
                <a:gd name="connsiteX16" fmla="*/ 26507 w 131636"/>
                <a:gd name="connsiteY16" fmla="*/ 13406 h 125346"/>
                <a:gd name="connsiteX17" fmla="*/ 42059 w 131636"/>
                <a:gd name="connsiteY17" fmla="*/ 10356 h 125346"/>
                <a:gd name="connsiteX18" fmla="*/ 54556 w 131636"/>
                <a:gd name="connsiteY18" fmla="*/ 29491 h 125346"/>
                <a:gd name="connsiteX19" fmla="*/ 62610 w 131636"/>
                <a:gd name="connsiteY19" fmla="*/ 63600 h 125346"/>
                <a:gd name="connsiteX20" fmla="*/ 39837 w 131636"/>
                <a:gd name="connsiteY20" fmla="*/ 96046 h 125346"/>
                <a:gd name="connsiteX21" fmla="*/ 25674 w 131636"/>
                <a:gd name="connsiteY21" fmla="*/ 109358 h 125346"/>
                <a:gd name="connsiteX22" fmla="*/ 18453 w 131636"/>
                <a:gd name="connsiteY22" fmla="*/ 106862 h 125346"/>
                <a:gd name="connsiteX23" fmla="*/ 9566 w 131636"/>
                <a:gd name="connsiteY23" fmla="*/ 104089 h 125346"/>
                <a:gd name="connsiteX24" fmla="*/ 124 w 131636"/>
                <a:gd name="connsiteY24" fmla="*/ 113795 h 125346"/>
                <a:gd name="connsiteX25" fmla="*/ 14010 w 131636"/>
                <a:gd name="connsiteY25" fmla="*/ 125442 h 125346"/>
                <a:gd name="connsiteX26" fmla="*/ 39837 w 131636"/>
                <a:gd name="connsiteY26" fmla="*/ 106030 h 125346"/>
                <a:gd name="connsiteX27" fmla="*/ 64831 w 131636"/>
                <a:gd name="connsiteY27" fmla="*/ 73584 h 125346"/>
                <a:gd name="connsiteX28" fmla="*/ 73163 w 131636"/>
                <a:gd name="connsiteY28" fmla="*/ 106862 h 125346"/>
                <a:gd name="connsiteX29" fmla="*/ 89270 w 131636"/>
                <a:gd name="connsiteY29" fmla="*/ 125442 h 125346"/>
                <a:gd name="connsiteX30" fmla="*/ 123151 w 131636"/>
                <a:gd name="connsiteY30" fmla="*/ 93828 h 125346"/>
                <a:gd name="connsiteX31" fmla="*/ 119263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63" y="91609"/>
                  </a:moveTo>
                  <a:cubicBezTo>
                    <a:pt x="117042" y="94105"/>
                    <a:pt x="115653" y="95769"/>
                    <a:pt x="113154" y="99097"/>
                  </a:cubicBezTo>
                  <a:cubicBezTo>
                    <a:pt x="106766" y="107416"/>
                    <a:pt x="103434" y="110190"/>
                    <a:pt x="100379" y="110190"/>
                  </a:cubicBezTo>
                  <a:cubicBezTo>
                    <a:pt x="96213" y="110190"/>
                    <a:pt x="93714" y="106584"/>
                    <a:pt x="91770" y="98820"/>
                  </a:cubicBezTo>
                  <a:cubicBezTo>
                    <a:pt x="91214" y="96601"/>
                    <a:pt x="90937" y="94937"/>
                    <a:pt x="90659" y="94105"/>
                  </a:cubicBezTo>
                  <a:cubicBezTo>
                    <a:pt x="83716" y="66096"/>
                    <a:pt x="80661" y="53340"/>
                    <a:pt x="80661" y="49180"/>
                  </a:cubicBezTo>
                  <a:cubicBezTo>
                    <a:pt x="92881" y="27827"/>
                    <a:pt x="102878" y="15625"/>
                    <a:pt x="107877" y="15625"/>
                  </a:cubicBezTo>
                  <a:cubicBezTo>
                    <a:pt x="109543" y="15625"/>
                    <a:pt x="111765" y="16457"/>
                    <a:pt x="114542" y="17843"/>
                  </a:cubicBezTo>
                  <a:cubicBezTo>
                    <a:pt x="117875" y="19784"/>
                    <a:pt x="119819" y="20339"/>
                    <a:pt x="122040" y="20339"/>
                  </a:cubicBezTo>
                  <a:cubicBezTo>
                    <a:pt x="127872" y="20339"/>
                    <a:pt x="131760" y="16179"/>
                    <a:pt x="131760" y="10356"/>
                  </a:cubicBezTo>
                  <a:cubicBezTo>
                    <a:pt x="131760" y="4532"/>
                    <a:pt x="127039" y="95"/>
                    <a:pt x="120374" y="95"/>
                  </a:cubicBezTo>
                  <a:cubicBezTo>
                    <a:pt x="108155" y="95"/>
                    <a:pt x="97602" y="10078"/>
                    <a:pt x="78439" y="39751"/>
                  </a:cubicBezTo>
                  <a:lnTo>
                    <a:pt x="75385" y="24499"/>
                  </a:lnTo>
                  <a:cubicBezTo>
                    <a:pt x="71497" y="5641"/>
                    <a:pt x="68442" y="95"/>
                    <a:pt x="60944" y="95"/>
                  </a:cubicBezTo>
                  <a:cubicBezTo>
                    <a:pt x="54834" y="95"/>
                    <a:pt x="45392" y="2591"/>
                    <a:pt x="28451" y="8137"/>
                  </a:cubicBezTo>
                  <a:lnTo>
                    <a:pt x="25396" y="9246"/>
                  </a:lnTo>
                  <a:lnTo>
                    <a:pt x="26507" y="13406"/>
                  </a:lnTo>
                  <a:cubicBezTo>
                    <a:pt x="37060" y="10910"/>
                    <a:pt x="39560" y="10356"/>
                    <a:pt x="42059" y="10356"/>
                  </a:cubicBezTo>
                  <a:cubicBezTo>
                    <a:pt x="49002" y="10356"/>
                    <a:pt x="50668" y="12852"/>
                    <a:pt x="54556" y="29491"/>
                  </a:cubicBezTo>
                  <a:lnTo>
                    <a:pt x="62610" y="63600"/>
                  </a:lnTo>
                  <a:lnTo>
                    <a:pt x="39837" y="96046"/>
                  </a:lnTo>
                  <a:cubicBezTo>
                    <a:pt x="34283" y="104366"/>
                    <a:pt x="28729" y="109358"/>
                    <a:pt x="25674" y="109358"/>
                  </a:cubicBezTo>
                  <a:cubicBezTo>
                    <a:pt x="24008" y="109358"/>
                    <a:pt x="21230" y="108526"/>
                    <a:pt x="18453" y="106862"/>
                  </a:cubicBezTo>
                  <a:cubicBezTo>
                    <a:pt x="14843" y="104921"/>
                    <a:pt x="11788" y="104089"/>
                    <a:pt x="9566" y="104089"/>
                  </a:cubicBezTo>
                  <a:cubicBezTo>
                    <a:pt x="4290" y="104089"/>
                    <a:pt x="124" y="108248"/>
                    <a:pt x="124" y="113795"/>
                  </a:cubicBezTo>
                  <a:cubicBezTo>
                    <a:pt x="124" y="121005"/>
                    <a:pt x="5679" y="125442"/>
                    <a:pt x="14010" y="125442"/>
                  </a:cubicBezTo>
                  <a:cubicBezTo>
                    <a:pt x="22619" y="125442"/>
                    <a:pt x="25952" y="122946"/>
                    <a:pt x="39837" y="106030"/>
                  </a:cubicBezTo>
                  <a:cubicBezTo>
                    <a:pt x="47336" y="97156"/>
                    <a:pt x="53168" y="89668"/>
                    <a:pt x="64831" y="73584"/>
                  </a:cubicBezTo>
                  <a:lnTo>
                    <a:pt x="73163" y="106862"/>
                  </a:lnTo>
                  <a:cubicBezTo>
                    <a:pt x="76773" y="121005"/>
                    <a:pt x="80383" y="125442"/>
                    <a:pt x="89270" y="125442"/>
                  </a:cubicBezTo>
                  <a:cubicBezTo>
                    <a:pt x="99823" y="125442"/>
                    <a:pt x="107044" y="118786"/>
                    <a:pt x="123151" y="93828"/>
                  </a:cubicBezTo>
                  <a:lnTo>
                    <a:pt x="119263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93B68A2D-7C0A-32D1-D6D5-B972FD94908D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5820059" y="3573587"/>
              <a:ext cx="58158" cy="138724"/>
            </a:xfrm>
            <a:custGeom>
              <a:avLst/>
              <a:gdLst>
                <a:gd name="connsiteX0" fmla="*/ 37119 w 58158"/>
                <a:gd name="connsiteY0" fmla="*/ 97 h 138724"/>
                <a:gd name="connsiteX1" fmla="*/ 128 w 58158"/>
                <a:gd name="connsiteY1" fmla="*/ 18772 h 138724"/>
                <a:gd name="connsiteX2" fmla="*/ 128 w 58158"/>
                <a:gd name="connsiteY2" fmla="*/ 21645 h 138724"/>
                <a:gd name="connsiteX3" fmla="*/ 5677 w 58158"/>
                <a:gd name="connsiteY3" fmla="*/ 19387 h 138724"/>
                <a:gd name="connsiteX4" fmla="*/ 14925 w 58158"/>
                <a:gd name="connsiteY4" fmla="*/ 17130 h 138724"/>
                <a:gd name="connsiteX5" fmla="*/ 21090 w 58158"/>
                <a:gd name="connsiteY5" fmla="*/ 26775 h 138724"/>
                <a:gd name="connsiteX6" fmla="*/ 21090 w 58158"/>
                <a:gd name="connsiteY6" fmla="*/ 119737 h 138724"/>
                <a:gd name="connsiteX7" fmla="*/ 16158 w 58158"/>
                <a:gd name="connsiteY7" fmla="*/ 133076 h 138724"/>
                <a:gd name="connsiteX8" fmla="*/ 1567 w 58158"/>
                <a:gd name="connsiteY8" fmla="*/ 135744 h 138724"/>
                <a:gd name="connsiteX9" fmla="*/ 1567 w 58158"/>
                <a:gd name="connsiteY9" fmla="*/ 138822 h 138724"/>
                <a:gd name="connsiteX10" fmla="*/ 58287 w 58158"/>
                <a:gd name="connsiteY10" fmla="*/ 138822 h 138724"/>
                <a:gd name="connsiteX11" fmla="*/ 58287 w 58158"/>
                <a:gd name="connsiteY11" fmla="*/ 135744 h 138724"/>
                <a:gd name="connsiteX12" fmla="*/ 38763 w 58158"/>
                <a:gd name="connsiteY12" fmla="*/ 123636 h 138724"/>
                <a:gd name="connsiteX13" fmla="*/ 38763 w 58158"/>
                <a:gd name="connsiteY13" fmla="*/ 508 h 138724"/>
                <a:gd name="connsiteX14" fmla="*/ 37119 w 58158"/>
                <a:gd name="connsiteY14" fmla="*/ 97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119" y="97"/>
                  </a:moveTo>
                  <a:lnTo>
                    <a:pt x="128" y="18772"/>
                  </a:lnTo>
                  <a:lnTo>
                    <a:pt x="128" y="21645"/>
                  </a:lnTo>
                  <a:cubicBezTo>
                    <a:pt x="2594" y="20619"/>
                    <a:pt x="4855" y="19798"/>
                    <a:pt x="5677" y="19387"/>
                  </a:cubicBezTo>
                  <a:cubicBezTo>
                    <a:pt x="9376" y="17951"/>
                    <a:pt x="12869" y="17130"/>
                    <a:pt x="14925" y="17130"/>
                  </a:cubicBezTo>
                  <a:cubicBezTo>
                    <a:pt x="19240" y="17130"/>
                    <a:pt x="21090" y="20208"/>
                    <a:pt x="21090" y="26775"/>
                  </a:cubicBezTo>
                  <a:lnTo>
                    <a:pt x="21090" y="119737"/>
                  </a:lnTo>
                  <a:cubicBezTo>
                    <a:pt x="21090" y="126509"/>
                    <a:pt x="19446" y="131229"/>
                    <a:pt x="16158" y="133076"/>
                  </a:cubicBezTo>
                  <a:cubicBezTo>
                    <a:pt x="13075" y="134923"/>
                    <a:pt x="10198" y="135538"/>
                    <a:pt x="1567" y="135744"/>
                  </a:cubicBezTo>
                  <a:lnTo>
                    <a:pt x="1567" y="138822"/>
                  </a:lnTo>
                  <a:lnTo>
                    <a:pt x="58287" y="138822"/>
                  </a:lnTo>
                  <a:lnTo>
                    <a:pt x="58287" y="135744"/>
                  </a:lnTo>
                  <a:cubicBezTo>
                    <a:pt x="42052" y="135538"/>
                    <a:pt x="38763" y="133486"/>
                    <a:pt x="38763" y="123636"/>
                  </a:cubicBezTo>
                  <a:lnTo>
                    <a:pt x="38763" y="508"/>
                  </a:lnTo>
                  <a:lnTo>
                    <a:pt x="37119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722F2A-A6D5-6C4E-306F-3FD4622F6071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5930154" y="3462275"/>
              <a:ext cx="64429" cy="277316"/>
            </a:xfrm>
            <a:custGeom>
              <a:avLst/>
              <a:gdLst>
                <a:gd name="connsiteX0" fmla="*/ 64563 w 64429"/>
                <a:gd name="connsiteY0" fmla="*/ 138752 h 277316"/>
                <a:gd name="connsiteX1" fmla="*/ 46234 w 64429"/>
                <a:gd name="connsiteY1" fmla="*/ 52230 h 277316"/>
                <a:gd name="connsiteX2" fmla="*/ 2910 w 64429"/>
                <a:gd name="connsiteY2" fmla="*/ 94 h 277316"/>
                <a:gd name="connsiteX3" fmla="*/ 133 w 64429"/>
                <a:gd name="connsiteY3" fmla="*/ 2868 h 277316"/>
                <a:gd name="connsiteX4" fmla="*/ 5410 w 64429"/>
                <a:gd name="connsiteY4" fmla="*/ 9246 h 277316"/>
                <a:gd name="connsiteX5" fmla="*/ 48455 w 64429"/>
                <a:gd name="connsiteY5" fmla="*/ 138752 h 277316"/>
                <a:gd name="connsiteX6" fmla="*/ 3744 w 64429"/>
                <a:gd name="connsiteY6" fmla="*/ 269923 h 277316"/>
                <a:gd name="connsiteX7" fmla="*/ 133 w 64429"/>
                <a:gd name="connsiteY7" fmla="*/ 274637 h 277316"/>
                <a:gd name="connsiteX8" fmla="*/ 2910 w 64429"/>
                <a:gd name="connsiteY8" fmla="*/ 277410 h 277316"/>
                <a:gd name="connsiteX9" fmla="*/ 47067 w 64429"/>
                <a:gd name="connsiteY9" fmla="*/ 223334 h 277316"/>
                <a:gd name="connsiteX10" fmla="*/ 64563 w 64429"/>
                <a:gd name="connsiteY10" fmla="*/ 138752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63" y="138752"/>
                  </a:moveTo>
                  <a:cubicBezTo>
                    <a:pt x="64563" y="117122"/>
                    <a:pt x="61508" y="83567"/>
                    <a:pt x="46234" y="52230"/>
                  </a:cubicBezTo>
                  <a:cubicBezTo>
                    <a:pt x="29571" y="18120"/>
                    <a:pt x="5688" y="94"/>
                    <a:pt x="2910" y="94"/>
                  </a:cubicBezTo>
                  <a:cubicBezTo>
                    <a:pt x="1244" y="94"/>
                    <a:pt x="133" y="1204"/>
                    <a:pt x="133" y="2868"/>
                  </a:cubicBezTo>
                  <a:cubicBezTo>
                    <a:pt x="133" y="3699"/>
                    <a:pt x="133" y="4254"/>
                    <a:pt x="5410" y="9246"/>
                  </a:cubicBezTo>
                  <a:cubicBezTo>
                    <a:pt x="32626" y="36700"/>
                    <a:pt x="48455" y="80793"/>
                    <a:pt x="48455" y="138752"/>
                  </a:cubicBezTo>
                  <a:cubicBezTo>
                    <a:pt x="48455" y="186173"/>
                    <a:pt x="38180" y="234981"/>
                    <a:pt x="3744" y="269923"/>
                  </a:cubicBezTo>
                  <a:cubicBezTo>
                    <a:pt x="133" y="273251"/>
                    <a:pt x="133" y="273805"/>
                    <a:pt x="133" y="274637"/>
                  </a:cubicBezTo>
                  <a:cubicBezTo>
                    <a:pt x="133" y="276301"/>
                    <a:pt x="1244" y="277410"/>
                    <a:pt x="2910" y="277410"/>
                  </a:cubicBezTo>
                  <a:cubicBezTo>
                    <a:pt x="5688" y="277410"/>
                    <a:pt x="30682" y="258553"/>
                    <a:pt x="47067" y="223334"/>
                  </a:cubicBezTo>
                  <a:cubicBezTo>
                    <a:pt x="61230" y="192829"/>
                    <a:pt x="64563" y="162047"/>
                    <a:pt x="64563" y="13875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BA2E9882-9F74-299E-42E0-3235C3BE5E0A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6049972" y="3462275"/>
              <a:ext cx="64429" cy="277316"/>
            </a:xfrm>
            <a:custGeom>
              <a:avLst/>
              <a:gdLst>
                <a:gd name="connsiteX0" fmla="*/ 64567 w 64429"/>
                <a:gd name="connsiteY0" fmla="*/ 274637 h 277316"/>
                <a:gd name="connsiteX1" fmla="*/ 59846 w 64429"/>
                <a:gd name="connsiteY1" fmla="*/ 268536 h 277316"/>
                <a:gd name="connsiteX2" fmla="*/ 16245 w 64429"/>
                <a:gd name="connsiteY2" fmla="*/ 138752 h 277316"/>
                <a:gd name="connsiteX3" fmla="*/ 60957 w 64429"/>
                <a:gd name="connsiteY3" fmla="*/ 7582 h 277316"/>
                <a:gd name="connsiteX4" fmla="*/ 64567 w 64429"/>
                <a:gd name="connsiteY4" fmla="*/ 2868 h 277316"/>
                <a:gd name="connsiteX5" fmla="*/ 61790 w 64429"/>
                <a:gd name="connsiteY5" fmla="*/ 94 h 277316"/>
                <a:gd name="connsiteX6" fmla="*/ 17633 w 64429"/>
                <a:gd name="connsiteY6" fmla="*/ 54171 h 277316"/>
                <a:gd name="connsiteX7" fmla="*/ 137 w 64429"/>
                <a:gd name="connsiteY7" fmla="*/ 138752 h 277316"/>
                <a:gd name="connsiteX8" fmla="*/ 18466 w 64429"/>
                <a:gd name="connsiteY8" fmla="*/ 225275 h 277316"/>
                <a:gd name="connsiteX9" fmla="*/ 61790 w 64429"/>
                <a:gd name="connsiteY9" fmla="*/ 277410 h 277316"/>
                <a:gd name="connsiteX10" fmla="*/ 64567 w 64429"/>
                <a:gd name="connsiteY10" fmla="*/ 274637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67" y="274637"/>
                  </a:moveTo>
                  <a:cubicBezTo>
                    <a:pt x="64567" y="273805"/>
                    <a:pt x="64567" y="273251"/>
                    <a:pt x="59846" y="268536"/>
                  </a:cubicBezTo>
                  <a:cubicBezTo>
                    <a:pt x="25131" y="233595"/>
                    <a:pt x="16245" y="181182"/>
                    <a:pt x="16245" y="138752"/>
                  </a:cubicBezTo>
                  <a:cubicBezTo>
                    <a:pt x="16245" y="90499"/>
                    <a:pt x="26798" y="42246"/>
                    <a:pt x="60957" y="7582"/>
                  </a:cubicBezTo>
                  <a:cubicBezTo>
                    <a:pt x="64567" y="4254"/>
                    <a:pt x="64567" y="3699"/>
                    <a:pt x="64567" y="2868"/>
                  </a:cubicBezTo>
                  <a:cubicBezTo>
                    <a:pt x="64567" y="926"/>
                    <a:pt x="63456" y="94"/>
                    <a:pt x="61790" y="94"/>
                  </a:cubicBezTo>
                  <a:cubicBezTo>
                    <a:pt x="59013" y="94"/>
                    <a:pt x="34018" y="18952"/>
                    <a:pt x="17633" y="54171"/>
                  </a:cubicBezTo>
                  <a:cubicBezTo>
                    <a:pt x="3470" y="84676"/>
                    <a:pt x="137" y="115458"/>
                    <a:pt x="137" y="138752"/>
                  </a:cubicBezTo>
                  <a:cubicBezTo>
                    <a:pt x="137" y="160383"/>
                    <a:pt x="3192" y="193938"/>
                    <a:pt x="18466" y="225275"/>
                  </a:cubicBezTo>
                  <a:cubicBezTo>
                    <a:pt x="35129" y="259385"/>
                    <a:pt x="59013" y="277410"/>
                    <a:pt x="61790" y="277410"/>
                  </a:cubicBezTo>
                  <a:cubicBezTo>
                    <a:pt x="63456" y="277410"/>
                    <a:pt x="64567" y="276579"/>
                    <a:pt x="64567" y="27463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A543DE6C-6B54-9358-E28B-B8C1458BEDA2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6123134" y="3547966"/>
              <a:ext cx="131636" cy="125346"/>
            </a:xfrm>
            <a:custGeom>
              <a:avLst/>
              <a:gdLst>
                <a:gd name="connsiteX0" fmla="*/ 119280 w 131636"/>
                <a:gd name="connsiteY0" fmla="*/ 91609 h 125346"/>
                <a:gd name="connsiteX1" fmla="*/ 113170 w 131636"/>
                <a:gd name="connsiteY1" fmla="*/ 99097 h 125346"/>
                <a:gd name="connsiteX2" fmla="*/ 100395 w 131636"/>
                <a:gd name="connsiteY2" fmla="*/ 110190 h 125346"/>
                <a:gd name="connsiteX3" fmla="*/ 91786 w 131636"/>
                <a:gd name="connsiteY3" fmla="*/ 98820 h 125346"/>
                <a:gd name="connsiteX4" fmla="*/ 90675 w 131636"/>
                <a:gd name="connsiteY4" fmla="*/ 94105 h 125346"/>
                <a:gd name="connsiteX5" fmla="*/ 80677 w 131636"/>
                <a:gd name="connsiteY5" fmla="*/ 49180 h 125346"/>
                <a:gd name="connsiteX6" fmla="*/ 107893 w 131636"/>
                <a:gd name="connsiteY6" fmla="*/ 15625 h 125346"/>
                <a:gd name="connsiteX7" fmla="*/ 114559 w 131636"/>
                <a:gd name="connsiteY7" fmla="*/ 17843 h 125346"/>
                <a:gd name="connsiteX8" fmla="*/ 122057 w 131636"/>
                <a:gd name="connsiteY8" fmla="*/ 20339 h 125346"/>
                <a:gd name="connsiteX9" fmla="*/ 131777 w 131636"/>
                <a:gd name="connsiteY9" fmla="*/ 10356 h 125346"/>
                <a:gd name="connsiteX10" fmla="*/ 120391 w 131636"/>
                <a:gd name="connsiteY10" fmla="*/ 95 h 125346"/>
                <a:gd name="connsiteX11" fmla="*/ 78456 w 131636"/>
                <a:gd name="connsiteY11" fmla="*/ 39751 h 125346"/>
                <a:gd name="connsiteX12" fmla="*/ 75401 w 131636"/>
                <a:gd name="connsiteY12" fmla="*/ 24499 h 125346"/>
                <a:gd name="connsiteX13" fmla="*/ 60960 w 131636"/>
                <a:gd name="connsiteY13" fmla="*/ 95 h 125346"/>
                <a:gd name="connsiteX14" fmla="*/ 28467 w 131636"/>
                <a:gd name="connsiteY14" fmla="*/ 8137 h 125346"/>
                <a:gd name="connsiteX15" fmla="*/ 25413 w 131636"/>
                <a:gd name="connsiteY15" fmla="*/ 9246 h 125346"/>
                <a:gd name="connsiteX16" fmla="*/ 26523 w 131636"/>
                <a:gd name="connsiteY16" fmla="*/ 13406 h 125346"/>
                <a:gd name="connsiteX17" fmla="*/ 42075 w 131636"/>
                <a:gd name="connsiteY17" fmla="*/ 10356 h 125346"/>
                <a:gd name="connsiteX18" fmla="*/ 54572 w 131636"/>
                <a:gd name="connsiteY18" fmla="*/ 29491 h 125346"/>
                <a:gd name="connsiteX19" fmla="*/ 62626 w 131636"/>
                <a:gd name="connsiteY19" fmla="*/ 63600 h 125346"/>
                <a:gd name="connsiteX20" fmla="*/ 39854 w 131636"/>
                <a:gd name="connsiteY20" fmla="*/ 96046 h 125346"/>
                <a:gd name="connsiteX21" fmla="*/ 25690 w 131636"/>
                <a:gd name="connsiteY21" fmla="*/ 109358 h 125346"/>
                <a:gd name="connsiteX22" fmla="*/ 18470 w 131636"/>
                <a:gd name="connsiteY22" fmla="*/ 106862 h 125346"/>
                <a:gd name="connsiteX23" fmla="*/ 9583 w 131636"/>
                <a:gd name="connsiteY23" fmla="*/ 104089 h 125346"/>
                <a:gd name="connsiteX24" fmla="*/ 141 w 131636"/>
                <a:gd name="connsiteY24" fmla="*/ 113795 h 125346"/>
                <a:gd name="connsiteX25" fmla="*/ 14026 w 131636"/>
                <a:gd name="connsiteY25" fmla="*/ 125442 h 125346"/>
                <a:gd name="connsiteX26" fmla="*/ 39854 w 131636"/>
                <a:gd name="connsiteY26" fmla="*/ 106030 h 125346"/>
                <a:gd name="connsiteX27" fmla="*/ 64848 w 131636"/>
                <a:gd name="connsiteY27" fmla="*/ 73584 h 125346"/>
                <a:gd name="connsiteX28" fmla="*/ 73179 w 131636"/>
                <a:gd name="connsiteY28" fmla="*/ 106862 h 125346"/>
                <a:gd name="connsiteX29" fmla="*/ 89287 w 131636"/>
                <a:gd name="connsiteY29" fmla="*/ 125442 h 125346"/>
                <a:gd name="connsiteX30" fmla="*/ 123168 w 131636"/>
                <a:gd name="connsiteY30" fmla="*/ 93828 h 125346"/>
                <a:gd name="connsiteX31" fmla="*/ 119280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80" y="91609"/>
                  </a:moveTo>
                  <a:cubicBezTo>
                    <a:pt x="117058" y="94105"/>
                    <a:pt x="115669" y="95769"/>
                    <a:pt x="113170" y="99097"/>
                  </a:cubicBezTo>
                  <a:cubicBezTo>
                    <a:pt x="106783" y="107416"/>
                    <a:pt x="103450" y="110190"/>
                    <a:pt x="100395" y="110190"/>
                  </a:cubicBezTo>
                  <a:cubicBezTo>
                    <a:pt x="96229" y="110190"/>
                    <a:pt x="93730" y="106584"/>
                    <a:pt x="91786" y="98820"/>
                  </a:cubicBezTo>
                  <a:cubicBezTo>
                    <a:pt x="91231" y="96601"/>
                    <a:pt x="90953" y="94937"/>
                    <a:pt x="90675" y="94105"/>
                  </a:cubicBezTo>
                  <a:cubicBezTo>
                    <a:pt x="83732" y="66096"/>
                    <a:pt x="80677" y="53340"/>
                    <a:pt x="80677" y="49180"/>
                  </a:cubicBezTo>
                  <a:cubicBezTo>
                    <a:pt x="92897" y="27827"/>
                    <a:pt x="102895" y="15625"/>
                    <a:pt x="107893" y="15625"/>
                  </a:cubicBezTo>
                  <a:cubicBezTo>
                    <a:pt x="109560" y="15625"/>
                    <a:pt x="111781" y="16457"/>
                    <a:pt x="114559" y="17843"/>
                  </a:cubicBezTo>
                  <a:cubicBezTo>
                    <a:pt x="117891" y="19784"/>
                    <a:pt x="119835" y="20339"/>
                    <a:pt x="122057" y="20339"/>
                  </a:cubicBezTo>
                  <a:cubicBezTo>
                    <a:pt x="127889" y="20339"/>
                    <a:pt x="131777" y="16179"/>
                    <a:pt x="131777" y="10356"/>
                  </a:cubicBezTo>
                  <a:cubicBezTo>
                    <a:pt x="131777" y="4532"/>
                    <a:pt x="127056" y="95"/>
                    <a:pt x="120391" y="95"/>
                  </a:cubicBezTo>
                  <a:cubicBezTo>
                    <a:pt x="108171" y="95"/>
                    <a:pt x="97618" y="10078"/>
                    <a:pt x="78456" y="39751"/>
                  </a:cubicBezTo>
                  <a:lnTo>
                    <a:pt x="75401" y="24499"/>
                  </a:lnTo>
                  <a:cubicBezTo>
                    <a:pt x="71513" y="5641"/>
                    <a:pt x="68458" y="95"/>
                    <a:pt x="60960" y="95"/>
                  </a:cubicBezTo>
                  <a:cubicBezTo>
                    <a:pt x="54850" y="95"/>
                    <a:pt x="45408" y="2591"/>
                    <a:pt x="28467" y="8137"/>
                  </a:cubicBezTo>
                  <a:lnTo>
                    <a:pt x="25413" y="9246"/>
                  </a:lnTo>
                  <a:lnTo>
                    <a:pt x="26523" y="13406"/>
                  </a:lnTo>
                  <a:cubicBezTo>
                    <a:pt x="37076" y="10910"/>
                    <a:pt x="39576" y="10356"/>
                    <a:pt x="42075" y="10356"/>
                  </a:cubicBezTo>
                  <a:cubicBezTo>
                    <a:pt x="49018" y="10356"/>
                    <a:pt x="50684" y="12852"/>
                    <a:pt x="54572" y="29491"/>
                  </a:cubicBezTo>
                  <a:lnTo>
                    <a:pt x="62626" y="63600"/>
                  </a:lnTo>
                  <a:lnTo>
                    <a:pt x="39854" y="96046"/>
                  </a:lnTo>
                  <a:cubicBezTo>
                    <a:pt x="34299" y="104366"/>
                    <a:pt x="28745" y="109358"/>
                    <a:pt x="25690" y="109358"/>
                  </a:cubicBezTo>
                  <a:cubicBezTo>
                    <a:pt x="24024" y="109358"/>
                    <a:pt x="21247" y="108526"/>
                    <a:pt x="18470" y="106862"/>
                  </a:cubicBezTo>
                  <a:cubicBezTo>
                    <a:pt x="14859" y="104921"/>
                    <a:pt x="11805" y="104089"/>
                    <a:pt x="9583" y="104089"/>
                  </a:cubicBezTo>
                  <a:cubicBezTo>
                    <a:pt x="4306" y="104089"/>
                    <a:pt x="141" y="108248"/>
                    <a:pt x="141" y="113795"/>
                  </a:cubicBezTo>
                  <a:cubicBezTo>
                    <a:pt x="141" y="121005"/>
                    <a:pt x="5695" y="125442"/>
                    <a:pt x="14026" y="125442"/>
                  </a:cubicBezTo>
                  <a:cubicBezTo>
                    <a:pt x="22635" y="125442"/>
                    <a:pt x="25968" y="122946"/>
                    <a:pt x="39854" y="106030"/>
                  </a:cubicBezTo>
                  <a:cubicBezTo>
                    <a:pt x="47352" y="97156"/>
                    <a:pt x="53184" y="89668"/>
                    <a:pt x="64848" y="73584"/>
                  </a:cubicBezTo>
                  <a:lnTo>
                    <a:pt x="73179" y="106862"/>
                  </a:lnTo>
                  <a:cubicBezTo>
                    <a:pt x="76790" y="121005"/>
                    <a:pt x="80400" y="125442"/>
                    <a:pt x="89287" y="125442"/>
                  </a:cubicBezTo>
                  <a:cubicBezTo>
                    <a:pt x="99840" y="125442"/>
                    <a:pt x="107060" y="118786"/>
                    <a:pt x="123168" y="93828"/>
                  </a:cubicBezTo>
                  <a:lnTo>
                    <a:pt x="119280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5B1BE3A5-2D02-E0A4-5BE2-FC276AFB5228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6259330" y="3573587"/>
              <a:ext cx="92889" cy="141597"/>
            </a:xfrm>
            <a:custGeom>
              <a:avLst/>
              <a:gdLst>
                <a:gd name="connsiteX0" fmla="*/ 47411 w 92889"/>
                <a:gd name="connsiteY0" fmla="*/ 97 h 141597"/>
                <a:gd name="connsiteX1" fmla="*/ 19873 w 92889"/>
                <a:gd name="connsiteY1" fmla="*/ 10768 h 141597"/>
                <a:gd name="connsiteX2" fmla="*/ 144 w 92889"/>
                <a:gd name="connsiteY2" fmla="*/ 69870 h 141597"/>
                <a:gd name="connsiteX3" fmla="*/ 16585 w 92889"/>
                <a:gd name="connsiteY3" fmla="*/ 127740 h 141597"/>
                <a:gd name="connsiteX4" fmla="*/ 46589 w 92889"/>
                <a:gd name="connsiteY4" fmla="*/ 141695 h 141597"/>
                <a:gd name="connsiteX5" fmla="*/ 73305 w 92889"/>
                <a:gd name="connsiteY5" fmla="*/ 131024 h 141597"/>
                <a:gd name="connsiteX6" fmla="*/ 93034 w 92889"/>
                <a:gd name="connsiteY6" fmla="*/ 71101 h 141597"/>
                <a:gd name="connsiteX7" fmla="*/ 47411 w 92889"/>
                <a:gd name="connsiteY7" fmla="*/ 97 h 141597"/>
                <a:gd name="connsiteX8" fmla="*/ 46795 w 92889"/>
                <a:gd name="connsiteY8" fmla="*/ 5433 h 141597"/>
                <a:gd name="connsiteX9" fmla="*/ 73305 w 92889"/>
                <a:gd name="connsiteY9" fmla="*/ 71512 h 141597"/>
                <a:gd name="connsiteX10" fmla="*/ 46589 w 92889"/>
                <a:gd name="connsiteY10" fmla="*/ 136359 h 141597"/>
                <a:gd name="connsiteX11" fmla="*/ 19873 w 92889"/>
                <a:gd name="connsiteY11" fmla="*/ 71717 h 141597"/>
                <a:gd name="connsiteX12" fmla="*/ 46795 w 92889"/>
                <a:gd name="connsiteY12" fmla="*/ 5433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411" y="97"/>
                  </a:moveTo>
                  <a:cubicBezTo>
                    <a:pt x="36108" y="97"/>
                    <a:pt x="27477" y="3586"/>
                    <a:pt x="19873" y="10768"/>
                  </a:cubicBezTo>
                  <a:cubicBezTo>
                    <a:pt x="7954" y="22260"/>
                    <a:pt x="144" y="45860"/>
                    <a:pt x="144" y="69870"/>
                  </a:cubicBezTo>
                  <a:cubicBezTo>
                    <a:pt x="144" y="92238"/>
                    <a:pt x="6926" y="116248"/>
                    <a:pt x="16585" y="127740"/>
                  </a:cubicBezTo>
                  <a:cubicBezTo>
                    <a:pt x="24189" y="136770"/>
                    <a:pt x="34670" y="141695"/>
                    <a:pt x="46589" y="141695"/>
                  </a:cubicBezTo>
                  <a:cubicBezTo>
                    <a:pt x="57070" y="141695"/>
                    <a:pt x="65907" y="138206"/>
                    <a:pt x="73305" y="131024"/>
                  </a:cubicBezTo>
                  <a:cubicBezTo>
                    <a:pt x="85225" y="119737"/>
                    <a:pt x="93034" y="95932"/>
                    <a:pt x="93034" y="71101"/>
                  </a:cubicBezTo>
                  <a:cubicBezTo>
                    <a:pt x="93034" y="29032"/>
                    <a:pt x="74333" y="97"/>
                    <a:pt x="47411" y="97"/>
                  </a:cubicBezTo>
                  <a:close/>
                  <a:moveTo>
                    <a:pt x="46795" y="5433"/>
                  </a:moveTo>
                  <a:cubicBezTo>
                    <a:pt x="64057" y="5433"/>
                    <a:pt x="73305" y="28622"/>
                    <a:pt x="73305" y="71512"/>
                  </a:cubicBezTo>
                  <a:cubicBezTo>
                    <a:pt x="73305" y="114401"/>
                    <a:pt x="64263" y="136359"/>
                    <a:pt x="46589" y="136359"/>
                  </a:cubicBezTo>
                  <a:cubicBezTo>
                    <a:pt x="28915" y="136359"/>
                    <a:pt x="19873" y="114401"/>
                    <a:pt x="19873" y="71717"/>
                  </a:cubicBezTo>
                  <a:cubicBezTo>
                    <a:pt x="19873" y="28212"/>
                    <a:pt x="29121" y="5433"/>
                    <a:pt x="46795" y="543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9E1FECD2-F5A3-77AA-A8DA-43A70F08634C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6433240" y="3595387"/>
              <a:ext cx="169682" cy="11092"/>
            </a:xfrm>
            <a:custGeom>
              <a:avLst/>
              <a:gdLst>
                <a:gd name="connsiteX0" fmla="*/ 160114 w 169682"/>
                <a:gd name="connsiteY0" fmla="*/ 11188 h 11092"/>
                <a:gd name="connsiteX1" fmla="*/ 169834 w 169682"/>
                <a:gd name="connsiteY1" fmla="*/ 5641 h 11092"/>
                <a:gd name="connsiteX2" fmla="*/ 160114 w 169682"/>
                <a:gd name="connsiteY2" fmla="*/ 95 h 11092"/>
                <a:gd name="connsiteX3" fmla="*/ 9871 w 169682"/>
                <a:gd name="connsiteY3" fmla="*/ 95 h 11092"/>
                <a:gd name="connsiteX4" fmla="*/ 151 w 169682"/>
                <a:gd name="connsiteY4" fmla="*/ 5641 h 11092"/>
                <a:gd name="connsiteX5" fmla="*/ 9871 w 169682"/>
                <a:gd name="connsiteY5" fmla="*/ 11188 h 11092"/>
                <a:gd name="connsiteX6" fmla="*/ 160114 w 169682"/>
                <a:gd name="connsiteY6" fmla="*/ 11188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114" y="11188"/>
                  </a:moveTo>
                  <a:cubicBezTo>
                    <a:pt x="164835" y="11188"/>
                    <a:pt x="169834" y="11188"/>
                    <a:pt x="169834" y="5641"/>
                  </a:cubicBezTo>
                  <a:cubicBezTo>
                    <a:pt x="169834" y="95"/>
                    <a:pt x="164835" y="95"/>
                    <a:pt x="160114" y="95"/>
                  </a:cubicBezTo>
                  <a:lnTo>
                    <a:pt x="9871" y="95"/>
                  </a:lnTo>
                  <a:cubicBezTo>
                    <a:pt x="5149" y="95"/>
                    <a:pt x="151" y="95"/>
                    <a:pt x="151" y="5641"/>
                  </a:cubicBezTo>
                  <a:cubicBezTo>
                    <a:pt x="151" y="11188"/>
                    <a:pt x="5149" y="11188"/>
                    <a:pt x="9871" y="11188"/>
                  </a:cubicBezTo>
                  <a:lnTo>
                    <a:pt x="160114" y="111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A73EA703-514C-7C0C-6D83-DE498B186936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6657996" y="3547966"/>
              <a:ext cx="131636" cy="125346"/>
            </a:xfrm>
            <a:custGeom>
              <a:avLst/>
              <a:gdLst>
                <a:gd name="connsiteX0" fmla="*/ 119299 w 131636"/>
                <a:gd name="connsiteY0" fmla="*/ 91609 h 125346"/>
                <a:gd name="connsiteX1" fmla="*/ 113189 w 131636"/>
                <a:gd name="connsiteY1" fmla="*/ 99097 h 125346"/>
                <a:gd name="connsiteX2" fmla="*/ 100414 w 131636"/>
                <a:gd name="connsiteY2" fmla="*/ 110190 h 125346"/>
                <a:gd name="connsiteX3" fmla="*/ 91805 w 131636"/>
                <a:gd name="connsiteY3" fmla="*/ 98820 h 125346"/>
                <a:gd name="connsiteX4" fmla="*/ 90694 w 131636"/>
                <a:gd name="connsiteY4" fmla="*/ 94105 h 125346"/>
                <a:gd name="connsiteX5" fmla="*/ 80697 w 131636"/>
                <a:gd name="connsiteY5" fmla="*/ 49180 h 125346"/>
                <a:gd name="connsiteX6" fmla="*/ 107913 w 131636"/>
                <a:gd name="connsiteY6" fmla="*/ 15625 h 125346"/>
                <a:gd name="connsiteX7" fmla="*/ 114578 w 131636"/>
                <a:gd name="connsiteY7" fmla="*/ 17843 h 125346"/>
                <a:gd name="connsiteX8" fmla="*/ 122076 w 131636"/>
                <a:gd name="connsiteY8" fmla="*/ 20339 h 125346"/>
                <a:gd name="connsiteX9" fmla="*/ 131796 w 131636"/>
                <a:gd name="connsiteY9" fmla="*/ 10356 h 125346"/>
                <a:gd name="connsiteX10" fmla="*/ 120410 w 131636"/>
                <a:gd name="connsiteY10" fmla="*/ 95 h 125346"/>
                <a:gd name="connsiteX11" fmla="*/ 78475 w 131636"/>
                <a:gd name="connsiteY11" fmla="*/ 39751 h 125346"/>
                <a:gd name="connsiteX12" fmla="*/ 75420 w 131636"/>
                <a:gd name="connsiteY12" fmla="*/ 24499 h 125346"/>
                <a:gd name="connsiteX13" fmla="*/ 60979 w 131636"/>
                <a:gd name="connsiteY13" fmla="*/ 95 h 125346"/>
                <a:gd name="connsiteX14" fmla="*/ 28486 w 131636"/>
                <a:gd name="connsiteY14" fmla="*/ 8137 h 125346"/>
                <a:gd name="connsiteX15" fmla="*/ 25432 w 131636"/>
                <a:gd name="connsiteY15" fmla="*/ 9246 h 125346"/>
                <a:gd name="connsiteX16" fmla="*/ 26542 w 131636"/>
                <a:gd name="connsiteY16" fmla="*/ 13406 h 125346"/>
                <a:gd name="connsiteX17" fmla="*/ 42094 w 131636"/>
                <a:gd name="connsiteY17" fmla="*/ 10356 h 125346"/>
                <a:gd name="connsiteX18" fmla="*/ 54592 w 131636"/>
                <a:gd name="connsiteY18" fmla="*/ 29491 h 125346"/>
                <a:gd name="connsiteX19" fmla="*/ 62645 w 131636"/>
                <a:gd name="connsiteY19" fmla="*/ 63600 h 125346"/>
                <a:gd name="connsiteX20" fmla="*/ 39873 w 131636"/>
                <a:gd name="connsiteY20" fmla="*/ 96046 h 125346"/>
                <a:gd name="connsiteX21" fmla="*/ 25709 w 131636"/>
                <a:gd name="connsiteY21" fmla="*/ 109358 h 125346"/>
                <a:gd name="connsiteX22" fmla="*/ 18489 w 131636"/>
                <a:gd name="connsiteY22" fmla="*/ 106862 h 125346"/>
                <a:gd name="connsiteX23" fmla="*/ 9602 w 131636"/>
                <a:gd name="connsiteY23" fmla="*/ 104089 h 125346"/>
                <a:gd name="connsiteX24" fmla="*/ 160 w 131636"/>
                <a:gd name="connsiteY24" fmla="*/ 113795 h 125346"/>
                <a:gd name="connsiteX25" fmla="*/ 14045 w 131636"/>
                <a:gd name="connsiteY25" fmla="*/ 125442 h 125346"/>
                <a:gd name="connsiteX26" fmla="*/ 39873 w 131636"/>
                <a:gd name="connsiteY26" fmla="*/ 106030 h 125346"/>
                <a:gd name="connsiteX27" fmla="*/ 64867 w 131636"/>
                <a:gd name="connsiteY27" fmla="*/ 73584 h 125346"/>
                <a:gd name="connsiteX28" fmla="*/ 73198 w 131636"/>
                <a:gd name="connsiteY28" fmla="*/ 106862 h 125346"/>
                <a:gd name="connsiteX29" fmla="*/ 89306 w 131636"/>
                <a:gd name="connsiteY29" fmla="*/ 125442 h 125346"/>
                <a:gd name="connsiteX30" fmla="*/ 123187 w 131636"/>
                <a:gd name="connsiteY30" fmla="*/ 93828 h 125346"/>
                <a:gd name="connsiteX31" fmla="*/ 119299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299" y="91609"/>
                  </a:moveTo>
                  <a:cubicBezTo>
                    <a:pt x="117077" y="94105"/>
                    <a:pt x="115689" y="95769"/>
                    <a:pt x="113189" y="99097"/>
                  </a:cubicBezTo>
                  <a:cubicBezTo>
                    <a:pt x="106802" y="107416"/>
                    <a:pt x="103469" y="110190"/>
                    <a:pt x="100414" y="110190"/>
                  </a:cubicBezTo>
                  <a:cubicBezTo>
                    <a:pt x="96249" y="110190"/>
                    <a:pt x="93749" y="106584"/>
                    <a:pt x="91805" y="98820"/>
                  </a:cubicBezTo>
                  <a:cubicBezTo>
                    <a:pt x="91250" y="96601"/>
                    <a:pt x="90972" y="94937"/>
                    <a:pt x="90694" y="94105"/>
                  </a:cubicBezTo>
                  <a:cubicBezTo>
                    <a:pt x="83751" y="66096"/>
                    <a:pt x="80697" y="53340"/>
                    <a:pt x="80697" y="49180"/>
                  </a:cubicBezTo>
                  <a:cubicBezTo>
                    <a:pt x="92916" y="27827"/>
                    <a:pt x="102914" y="15625"/>
                    <a:pt x="107913" y="15625"/>
                  </a:cubicBezTo>
                  <a:cubicBezTo>
                    <a:pt x="109579" y="15625"/>
                    <a:pt x="111801" y="16457"/>
                    <a:pt x="114578" y="17843"/>
                  </a:cubicBezTo>
                  <a:cubicBezTo>
                    <a:pt x="117910" y="19784"/>
                    <a:pt x="119854" y="20339"/>
                    <a:pt x="122076" y="20339"/>
                  </a:cubicBezTo>
                  <a:cubicBezTo>
                    <a:pt x="127908" y="20339"/>
                    <a:pt x="131796" y="16179"/>
                    <a:pt x="131796" y="10356"/>
                  </a:cubicBezTo>
                  <a:cubicBezTo>
                    <a:pt x="131796" y="4532"/>
                    <a:pt x="127075" y="95"/>
                    <a:pt x="120410" y="95"/>
                  </a:cubicBezTo>
                  <a:cubicBezTo>
                    <a:pt x="108190" y="95"/>
                    <a:pt x="97637" y="10078"/>
                    <a:pt x="78475" y="39751"/>
                  </a:cubicBezTo>
                  <a:lnTo>
                    <a:pt x="75420" y="24499"/>
                  </a:lnTo>
                  <a:cubicBezTo>
                    <a:pt x="71532" y="5641"/>
                    <a:pt x="68477" y="95"/>
                    <a:pt x="60979" y="95"/>
                  </a:cubicBezTo>
                  <a:cubicBezTo>
                    <a:pt x="54869" y="95"/>
                    <a:pt x="45427" y="2591"/>
                    <a:pt x="28486" y="8137"/>
                  </a:cubicBezTo>
                  <a:lnTo>
                    <a:pt x="25432" y="9246"/>
                  </a:lnTo>
                  <a:lnTo>
                    <a:pt x="26542" y="13406"/>
                  </a:lnTo>
                  <a:cubicBezTo>
                    <a:pt x="37096" y="10910"/>
                    <a:pt x="39595" y="10356"/>
                    <a:pt x="42094" y="10356"/>
                  </a:cubicBezTo>
                  <a:cubicBezTo>
                    <a:pt x="49037" y="10356"/>
                    <a:pt x="50704" y="12852"/>
                    <a:pt x="54592" y="29491"/>
                  </a:cubicBezTo>
                  <a:lnTo>
                    <a:pt x="62645" y="63600"/>
                  </a:lnTo>
                  <a:lnTo>
                    <a:pt x="39873" y="96046"/>
                  </a:lnTo>
                  <a:cubicBezTo>
                    <a:pt x="34318" y="104366"/>
                    <a:pt x="28764" y="109358"/>
                    <a:pt x="25709" y="109358"/>
                  </a:cubicBezTo>
                  <a:cubicBezTo>
                    <a:pt x="24043" y="109358"/>
                    <a:pt x="21266" y="108526"/>
                    <a:pt x="18489" y="106862"/>
                  </a:cubicBezTo>
                  <a:cubicBezTo>
                    <a:pt x="14879" y="104921"/>
                    <a:pt x="11824" y="104089"/>
                    <a:pt x="9602" y="104089"/>
                  </a:cubicBezTo>
                  <a:cubicBezTo>
                    <a:pt x="4325" y="104089"/>
                    <a:pt x="160" y="108248"/>
                    <a:pt x="160" y="113795"/>
                  </a:cubicBezTo>
                  <a:cubicBezTo>
                    <a:pt x="160" y="121005"/>
                    <a:pt x="5714" y="125442"/>
                    <a:pt x="14045" y="125442"/>
                  </a:cubicBezTo>
                  <a:cubicBezTo>
                    <a:pt x="22654" y="125442"/>
                    <a:pt x="25987" y="122946"/>
                    <a:pt x="39873" y="106030"/>
                  </a:cubicBezTo>
                  <a:cubicBezTo>
                    <a:pt x="47371" y="97156"/>
                    <a:pt x="53203" y="89668"/>
                    <a:pt x="64867" y="73584"/>
                  </a:cubicBezTo>
                  <a:lnTo>
                    <a:pt x="73198" y="106862"/>
                  </a:lnTo>
                  <a:cubicBezTo>
                    <a:pt x="76809" y="121005"/>
                    <a:pt x="80419" y="125442"/>
                    <a:pt x="89306" y="125442"/>
                  </a:cubicBezTo>
                  <a:cubicBezTo>
                    <a:pt x="99859" y="125442"/>
                    <a:pt x="107079" y="118786"/>
                    <a:pt x="123187" y="93828"/>
                  </a:cubicBezTo>
                  <a:lnTo>
                    <a:pt x="119299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7331C5CB-8958-E561-0311-6AB283930DCC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6795425" y="3573587"/>
              <a:ext cx="91450" cy="138724"/>
            </a:xfrm>
            <a:custGeom>
              <a:avLst/>
              <a:gdLst>
                <a:gd name="connsiteX0" fmla="*/ 91614 w 91450"/>
                <a:gd name="connsiteY0" fmla="*/ 110708 h 138724"/>
                <a:gd name="connsiteX1" fmla="*/ 88943 w 91450"/>
                <a:gd name="connsiteY1" fmla="*/ 109682 h 138724"/>
                <a:gd name="connsiteX2" fmla="*/ 69420 w 91450"/>
                <a:gd name="connsiteY2" fmla="*/ 123226 h 138724"/>
                <a:gd name="connsiteX3" fmla="*/ 20303 w 91450"/>
                <a:gd name="connsiteY3" fmla="*/ 123226 h 138724"/>
                <a:gd name="connsiteX4" fmla="*/ 54829 w 91450"/>
                <a:gd name="connsiteY4" fmla="*/ 87108 h 138724"/>
                <a:gd name="connsiteX5" fmla="*/ 81134 w 91450"/>
                <a:gd name="connsiteY5" fmla="*/ 36420 h 138724"/>
                <a:gd name="connsiteX6" fmla="*/ 43115 w 91450"/>
                <a:gd name="connsiteY6" fmla="*/ 97 h 138724"/>
                <a:gd name="connsiteX7" fmla="*/ 13521 w 91450"/>
                <a:gd name="connsiteY7" fmla="*/ 12821 h 138724"/>
                <a:gd name="connsiteX8" fmla="*/ 369 w 91450"/>
                <a:gd name="connsiteY8" fmla="*/ 40935 h 138724"/>
                <a:gd name="connsiteX9" fmla="*/ 4685 w 91450"/>
                <a:gd name="connsiteY9" fmla="*/ 41961 h 138724"/>
                <a:gd name="connsiteX10" fmla="*/ 34483 w 91450"/>
                <a:gd name="connsiteY10" fmla="*/ 15283 h 138724"/>
                <a:gd name="connsiteX11" fmla="*/ 63460 w 91450"/>
                <a:gd name="connsiteY11" fmla="*/ 44218 h 138724"/>
                <a:gd name="connsiteX12" fmla="*/ 36744 w 91450"/>
                <a:gd name="connsiteY12" fmla="*/ 97574 h 138724"/>
                <a:gd name="connsiteX13" fmla="*/ 163 w 91450"/>
                <a:gd name="connsiteY13" fmla="*/ 136359 h 138724"/>
                <a:gd name="connsiteX14" fmla="*/ 163 w 91450"/>
                <a:gd name="connsiteY14" fmla="*/ 138822 h 138724"/>
                <a:gd name="connsiteX15" fmla="*/ 80311 w 91450"/>
                <a:gd name="connsiteY15" fmla="*/ 138822 h 138724"/>
                <a:gd name="connsiteX16" fmla="*/ 91614 w 91450"/>
                <a:gd name="connsiteY16" fmla="*/ 110708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614" y="110708"/>
                  </a:moveTo>
                  <a:lnTo>
                    <a:pt x="88943" y="109682"/>
                  </a:lnTo>
                  <a:cubicBezTo>
                    <a:pt x="81339" y="121379"/>
                    <a:pt x="78667" y="123226"/>
                    <a:pt x="69420" y="123226"/>
                  </a:cubicBezTo>
                  <a:lnTo>
                    <a:pt x="20303" y="123226"/>
                  </a:lnTo>
                  <a:lnTo>
                    <a:pt x="54829" y="87108"/>
                  </a:lnTo>
                  <a:cubicBezTo>
                    <a:pt x="73119" y="68023"/>
                    <a:pt x="81134" y="52427"/>
                    <a:pt x="81134" y="36420"/>
                  </a:cubicBezTo>
                  <a:cubicBezTo>
                    <a:pt x="81134" y="15899"/>
                    <a:pt x="64487" y="97"/>
                    <a:pt x="43115" y="97"/>
                  </a:cubicBezTo>
                  <a:cubicBezTo>
                    <a:pt x="31812" y="97"/>
                    <a:pt x="21125" y="4612"/>
                    <a:pt x="13521" y="12821"/>
                  </a:cubicBezTo>
                  <a:cubicBezTo>
                    <a:pt x="6945" y="19798"/>
                    <a:pt x="3863" y="26365"/>
                    <a:pt x="369" y="40935"/>
                  </a:cubicBezTo>
                  <a:lnTo>
                    <a:pt x="4685" y="41961"/>
                  </a:lnTo>
                  <a:cubicBezTo>
                    <a:pt x="12905" y="21850"/>
                    <a:pt x="20303" y="15283"/>
                    <a:pt x="34483" y="15283"/>
                  </a:cubicBezTo>
                  <a:cubicBezTo>
                    <a:pt x="51746" y="15283"/>
                    <a:pt x="63460" y="26980"/>
                    <a:pt x="63460" y="44218"/>
                  </a:cubicBezTo>
                  <a:cubicBezTo>
                    <a:pt x="63460" y="60225"/>
                    <a:pt x="54006" y="79310"/>
                    <a:pt x="36744" y="97574"/>
                  </a:cubicBezTo>
                  <a:lnTo>
                    <a:pt x="163" y="136359"/>
                  </a:lnTo>
                  <a:lnTo>
                    <a:pt x="163" y="138822"/>
                  </a:lnTo>
                  <a:lnTo>
                    <a:pt x="80311" y="138822"/>
                  </a:lnTo>
                  <a:lnTo>
                    <a:pt x="91614" y="11070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DFF10CBA-FB82-186F-5737-8A79E7933C59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6922167" y="3462275"/>
              <a:ext cx="64429" cy="277316"/>
            </a:xfrm>
            <a:custGeom>
              <a:avLst/>
              <a:gdLst>
                <a:gd name="connsiteX0" fmla="*/ 64598 w 64429"/>
                <a:gd name="connsiteY0" fmla="*/ 138752 h 277316"/>
                <a:gd name="connsiteX1" fmla="*/ 46269 w 64429"/>
                <a:gd name="connsiteY1" fmla="*/ 52230 h 277316"/>
                <a:gd name="connsiteX2" fmla="*/ 2946 w 64429"/>
                <a:gd name="connsiteY2" fmla="*/ 94 h 277316"/>
                <a:gd name="connsiteX3" fmla="*/ 169 w 64429"/>
                <a:gd name="connsiteY3" fmla="*/ 2868 h 277316"/>
                <a:gd name="connsiteX4" fmla="*/ 5445 w 64429"/>
                <a:gd name="connsiteY4" fmla="*/ 9246 h 277316"/>
                <a:gd name="connsiteX5" fmla="*/ 48491 w 64429"/>
                <a:gd name="connsiteY5" fmla="*/ 138752 h 277316"/>
                <a:gd name="connsiteX6" fmla="*/ 3779 w 64429"/>
                <a:gd name="connsiteY6" fmla="*/ 269923 h 277316"/>
                <a:gd name="connsiteX7" fmla="*/ 169 w 64429"/>
                <a:gd name="connsiteY7" fmla="*/ 274637 h 277316"/>
                <a:gd name="connsiteX8" fmla="*/ 2946 w 64429"/>
                <a:gd name="connsiteY8" fmla="*/ 277410 h 277316"/>
                <a:gd name="connsiteX9" fmla="*/ 47102 w 64429"/>
                <a:gd name="connsiteY9" fmla="*/ 223334 h 277316"/>
                <a:gd name="connsiteX10" fmla="*/ 64598 w 64429"/>
                <a:gd name="connsiteY10" fmla="*/ 138752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598" y="138752"/>
                  </a:moveTo>
                  <a:cubicBezTo>
                    <a:pt x="64598" y="117122"/>
                    <a:pt x="61543" y="83567"/>
                    <a:pt x="46269" y="52230"/>
                  </a:cubicBezTo>
                  <a:cubicBezTo>
                    <a:pt x="29606" y="18120"/>
                    <a:pt x="5723" y="94"/>
                    <a:pt x="2946" y="94"/>
                  </a:cubicBezTo>
                  <a:cubicBezTo>
                    <a:pt x="1280" y="94"/>
                    <a:pt x="169" y="1204"/>
                    <a:pt x="169" y="2868"/>
                  </a:cubicBezTo>
                  <a:cubicBezTo>
                    <a:pt x="169" y="3699"/>
                    <a:pt x="169" y="4254"/>
                    <a:pt x="5445" y="9246"/>
                  </a:cubicBezTo>
                  <a:cubicBezTo>
                    <a:pt x="32661" y="36700"/>
                    <a:pt x="48491" y="80793"/>
                    <a:pt x="48491" y="138752"/>
                  </a:cubicBezTo>
                  <a:cubicBezTo>
                    <a:pt x="48491" y="186173"/>
                    <a:pt x="38215" y="234981"/>
                    <a:pt x="3779" y="269923"/>
                  </a:cubicBezTo>
                  <a:cubicBezTo>
                    <a:pt x="169" y="273251"/>
                    <a:pt x="169" y="273805"/>
                    <a:pt x="169" y="274637"/>
                  </a:cubicBezTo>
                  <a:cubicBezTo>
                    <a:pt x="169" y="276301"/>
                    <a:pt x="1280" y="277410"/>
                    <a:pt x="2946" y="277410"/>
                  </a:cubicBezTo>
                  <a:cubicBezTo>
                    <a:pt x="5723" y="277410"/>
                    <a:pt x="30717" y="258553"/>
                    <a:pt x="47102" y="223334"/>
                  </a:cubicBezTo>
                  <a:cubicBezTo>
                    <a:pt x="61266" y="192829"/>
                    <a:pt x="64598" y="162047"/>
                    <a:pt x="64598" y="13875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A229765C-E506-1663-3253-042ACCAC8C13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7048928" y="3291290"/>
              <a:ext cx="158574" cy="245424"/>
            </a:xfrm>
            <a:custGeom>
              <a:avLst/>
              <a:gdLst>
                <a:gd name="connsiteX0" fmla="*/ 50719 w 158574"/>
                <a:gd name="connsiteY0" fmla="*/ 78291 h 245424"/>
                <a:gd name="connsiteX1" fmla="*/ 75713 w 158574"/>
                <a:gd name="connsiteY1" fmla="*/ 78291 h 245424"/>
                <a:gd name="connsiteX2" fmla="*/ 51274 w 158574"/>
                <a:gd name="connsiteY2" fmla="*/ 194764 h 245424"/>
                <a:gd name="connsiteX3" fmla="*/ 24336 w 158574"/>
                <a:gd name="connsiteY3" fmla="*/ 239689 h 245424"/>
                <a:gd name="connsiteX4" fmla="*/ 18782 w 158574"/>
                <a:gd name="connsiteY4" fmla="*/ 235252 h 245424"/>
                <a:gd name="connsiteX5" fmla="*/ 19893 w 158574"/>
                <a:gd name="connsiteY5" fmla="*/ 232202 h 245424"/>
                <a:gd name="connsiteX6" fmla="*/ 21281 w 158574"/>
                <a:gd name="connsiteY6" fmla="*/ 227765 h 245424"/>
                <a:gd name="connsiteX7" fmla="*/ 10450 w 158574"/>
                <a:gd name="connsiteY7" fmla="*/ 217227 h 245424"/>
                <a:gd name="connsiteX8" fmla="*/ 175 w 158574"/>
                <a:gd name="connsiteY8" fmla="*/ 228597 h 245424"/>
                <a:gd name="connsiteX9" fmla="*/ 22114 w 158574"/>
                <a:gd name="connsiteY9" fmla="*/ 245513 h 245424"/>
                <a:gd name="connsiteX10" fmla="*/ 77657 w 158574"/>
                <a:gd name="connsiteY10" fmla="*/ 167033 h 245424"/>
                <a:gd name="connsiteX11" fmla="*/ 97652 w 158574"/>
                <a:gd name="connsiteY11" fmla="*/ 78291 h 245424"/>
                <a:gd name="connsiteX12" fmla="*/ 127923 w 158574"/>
                <a:gd name="connsiteY12" fmla="*/ 78291 h 245424"/>
                <a:gd name="connsiteX13" fmla="*/ 129589 w 158574"/>
                <a:gd name="connsiteY13" fmla="*/ 69417 h 245424"/>
                <a:gd name="connsiteX14" fmla="*/ 99596 w 158574"/>
                <a:gd name="connsiteY14" fmla="*/ 69417 h 245424"/>
                <a:gd name="connsiteX15" fmla="*/ 133477 w 158574"/>
                <a:gd name="connsiteY15" fmla="*/ 6189 h 245424"/>
                <a:gd name="connsiteX16" fmla="*/ 139587 w 158574"/>
                <a:gd name="connsiteY16" fmla="*/ 9517 h 245424"/>
                <a:gd name="connsiteX17" fmla="*/ 138476 w 158574"/>
                <a:gd name="connsiteY17" fmla="*/ 12290 h 245424"/>
                <a:gd name="connsiteX18" fmla="*/ 136810 w 158574"/>
                <a:gd name="connsiteY18" fmla="*/ 18114 h 245424"/>
                <a:gd name="connsiteX19" fmla="*/ 147085 w 158574"/>
                <a:gd name="connsiteY19" fmla="*/ 29206 h 245424"/>
                <a:gd name="connsiteX20" fmla="*/ 158749 w 158574"/>
                <a:gd name="connsiteY20" fmla="*/ 18114 h 245424"/>
                <a:gd name="connsiteX21" fmla="*/ 134866 w 158574"/>
                <a:gd name="connsiteY21" fmla="*/ 88 h 245424"/>
                <a:gd name="connsiteX22" fmla="*/ 100429 w 158574"/>
                <a:gd name="connsiteY22" fmla="*/ 19223 h 245424"/>
                <a:gd name="connsiteX23" fmla="*/ 78212 w 158574"/>
                <a:gd name="connsiteY23" fmla="*/ 69417 h 245424"/>
                <a:gd name="connsiteX24" fmla="*/ 52663 w 158574"/>
                <a:gd name="connsiteY24" fmla="*/ 69417 h 245424"/>
                <a:gd name="connsiteX25" fmla="*/ 50719 w 158574"/>
                <a:gd name="connsiteY25" fmla="*/ 78291 h 24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8574" h="245424">
                  <a:moveTo>
                    <a:pt x="50719" y="78291"/>
                  </a:moveTo>
                  <a:lnTo>
                    <a:pt x="75713" y="78291"/>
                  </a:lnTo>
                  <a:lnTo>
                    <a:pt x="51274" y="194764"/>
                  </a:lnTo>
                  <a:cubicBezTo>
                    <a:pt x="45164" y="224437"/>
                    <a:pt x="36000" y="239689"/>
                    <a:pt x="24336" y="239689"/>
                  </a:cubicBezTo>
                  <a:cubicBezTo>
                    <a:pt x="21003" y="239689"/>
                    <a:pt x="18782" y="237748"/>
                    <a:pt x="18782" y="235252"/>
                  </a:cubicBezTo>
                  <a:cubicBezTo>
                    <a:pt x="18782" y="234420"/>
                    <a:pt x="19059" y="233588"/>
                    <a:pt x="19893" y="232202"/>
                  </a:cubicBezTo>
                  <a:cubicBezTo>
                    <a:pt x="21003" y="230538"/>
                    <a:pt x="21281" y="229429"/>
                    <a:pt x="21281" y="227765"/>
                  </a:cubicBezTo>
                  <a:cubicBezTo>
                    <a:pt x="21281" y="221941"/>
                    <a:pt x="16282" y="217227"/>
                    <a:pt x="10450" y="217227"/>
                  </a:cubicBezTo>
                  <a:cubicBezTo>
                    <a:pt x="4618" y="217227"/>
                    <a:pt x="175" y="222218"/>
                    <a:pt x="175" y="228597"/>
                  </a:cubicBezTo>
                  <a:cubicBezTo>
                    <a:pt x="175" y="238026"/>
                    <a:pt x="9895" y="245513"/>
                    <a:pt x="22114" y="245513"/>
                  </a:cubicBezTo>
                  <a:cubicBezTo>
                    <a:pt x="46831" y="245513"/>
                    <a:pt x="66271" y="218059"/>
                    <a:pt x="77657" y="167033"/>
                  </a:cubicBezTo>
                  <a:lnTo>
                    <a:pt x="97652" y="78291"/>
                  </a:lnTo>
                  <a:lnTo>
                    <a:pt x="127923" y="78291"/>
                  </a:lnTo>
                  <a:lnTo>
                    <a:pt x="129589" y="69417"/>
                  </a:lnTo>
                  <a:lnTo>
                    <a:pt x="99596" y="69417"/>
                  </a:lnTo>
                  <a:cubicBezTo>
                    <a:pt x="107650" y="25879"/>
                    <a:pt x="117925" y="6189"/>
                    <a:pt x="133477" y="6189"/>
                  </a:cubicBezTo>
                  <a:cubicBezTo>
                    <a:pt x="137088" y="6189"/>
                    <a:pt x="139587" y="7576"/>
                    <a:pt x="139587" y="9517"/>
                  </a:cubicBezTo>
                  <a:cubicBezTo>
                    <a:pt x="139587" y="10349"/>
                    <a:pt x="139309" y="10904"/>
                    <a:pt x="138476" y="12290"/>
                  </a:cubicBezTo>
                  <a:cubicBezTo>
                    <a:pt x="137365" y="14786"/>
                    <a:pt x="136810" y="16173"/>
                    <a:pt x="136810" y="18114"/>
                  </a:cubicBezTo>
                  <a:cubicBezTo>
                    <a:pt x="136810" y="24769"/>
                    <a:pt x="140976" y="29206"/>
                    <a:pt x="147085" y="29206"/>
                  </a:cubicBezTo>
                  <a:cubicBezTo>
                    <a:pt x="153473" y="29206"/>
                    <a:pt x="158749" y="24215"/>
                    <a:pt x="158749" y="18114"/>
                  </a:cubicBezTo>
                  <a:cubicBezTo>
                    <a:pt x="158749" y="7853"/>
                    <a:pt x="148474" y="88"/>
                    <a:pt x="134866" y="88"/>
                  </a:cubicBezTo>
                  <a:cubicBezTo>
                    <a:pt x="121258" y="88"/>
                    <a:pt x="110427" y="6189"/>
                    <a:pt x="100429" y="19223"/>
                  </a:cubicBezTo>
                  <a:cubicBezTo>
                    <a:pt x="92098" y="30038"/>
                    <a:pt x="86544" y="42795"/>
                    <a:pt x="78212" y="69417"/>
                  </a:cubicBezTo>
                  <a:lnTo>
                    <a:pt x="52663" y="69417"/>
                  </a:lnTo>
                  <a:lnTo>
                    <a:pt x="50719" y="7829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DD8A9F1E-7983-57F0-C7F6-2C871F3D84FF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7235434" y="3271323"/>
              <a:ext cx="64429" cy="277316"/>
            </a:xfrm>
            <a:custGeom>
              <a:avLst/>
              <a:gdLst>
                <a:gd name="connsiteX0" fmla="*/ 64609 w 64429"/>
                <a:gd name="connsiteY0" fmla="*/ 274630 h 277316"/>
                <a:gd name="connsiteX1" fmla="*/ 59888 w 64429"/>
                <a:gd name="connsiteY1" fmla="*/ 268530 h 277316"/>
                <a:gd name="connsiteX2" fmla="*/ 16287 w 64429"/>
                <a:gd name="connsiteY2" fmla="*/ 138746 h 277316"/>
                <a:gd name="connsiteX3" fmla="*/ 60999 w 64429"/>
                <a:gd name="connsiteY3" fmla="*/ 7575 h 277316"/>
                <a:gd name="connsiteX4" fmla="*/ 64609 w 64429"/>
                <a:gd name="connsiteY4" fmla="*/ 2861 h 277316"/>
                <a:gd name="connsiteX5" fmla="*/ 61832 w 64429"/>
                <a:gd name="connsiteY5" fmla="*/ 88 h 277316"/>
                <a:gd name="connsiteX6" fmla="*/ 17676 w 64429"/>
                <a:gd name="connsiteY6" fmla="*/ 54164 h 277316"/>
                <a:gd name="connsiteX7" fmla="*/ 180 w 64429"/>
                <a:gd name="connsiteY7" fmla="*/ 138746 h 277316"/>
                <a:gd name="connsiteX8" fmla="*/ 18509 w 64429"/>
                <a:gd name="connsiteY8" fmla="*/ 225268 h 277316"/>
                <a:gd name="connsiteX9" fmla="*/ 61832 w 64429"/>
                <a:gd name="connsiteY9" fmla="*/ 277404 h 277316"/>
                <a:gd name="connsiteX10" fmla="*/ 64609 w 64429"/>
                <a:gd name="connsiteY10" fmla="*/ 274630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09" y="274630"/>
                  </a:moveTo>
                  <a:cubicBezTo>
                    <a:pt x="64609" y="273799"/>
                    <a:pt x="64609" y="273244"/>
                    <a:pt x="59888" y="268530"/>
                  </a:cubicBezTo>
                  <a:cubicBezTo>
                    <a:pt x="25174" y="233588"/>
                    <a:pt x="16287" y="181175"/>
                    <a:pt x="16287" y="138746"/>
                  </a:cubicBezTo>
                  <a:cubicBezTo>
                    <a:pt x="16287" y="90493"/>
                    <a:pt x="26840" y="42240"/>
                    <a:pt x="60999" y="7575"/>
                  </a:cubicBezTo>
                  <a:cubicBezTo>
                    <a:pt x="64609" y="4247"/>
                    <a:pt x="64609" y="3693"/>
                    <a:pt x="64609" y="2861"/>
                  </a:cubicBezTo>
                  <a:cubicBezTo>
                    <a:pt x="64609" y="919"/>
                    <a:pt x="63498" y="88"/>
                    <a:pt x="61832" y="88"/>
                  </a:cubicBezTo>
                  <a:cubicBezTo>
                    <a:pt x="59055" y="88"/>
                    <a:pt x="34061" y="18945"/>
                    <a:pt x="17676" y="54164"/>
                  </a:cubicBezTo>
                  <a:cubicBezTo>
                    <a:pt x="3512" y="84669"/>
                    <a:pt x="180" y="115451"/>
                    <a:pt x="180" y="138746"/>
                  </a:cubicBezTo>
                  <a:cubicBezTo>
                    <a:pt x="180" y="160376"/>
                    <a:pt x="3234" y="193931"/>
                    <a:pt x="18509" y="225268"/>
                  </a:cubicBezTo>
                  <a:cubicBezTo>
                    <a:pt x="35172" y="259378"/>
                    <a:pt x="59055" y="277404"/>
                    <a:pt x="61832" y="277404"/>
                  </a:cubicBezTo>
                  <a:cubicBezTo>
                    <a:pt x="63498" y="277404"/>
                    <a:pt x="64609" y="276572"/>
                    <a:pt x="64609" y="27463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5FE082F7-CEC3-9F89-D884-371AC33C8C17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7308596" y="3357014"/>
              <a:ext cx="131636" cy="125346"/>
            </a:xfrm>
            <a:custGeom>
              <a:avLst/>
              <a:gdLst>
                <a:gd name="connsiteX0" fmla="*/ 119322 w 131636"/>
                <a:gd name="connsiteY0" fmla="*/ 91603 h 125346"/>
                <a:gd name="connsiteX1" fmla="*/ 113212 w 131636"/>
                <a:gd name="connsiteY1" fmla="*/ 99090 h 125346"/>
                <a:gd name="connsiteX2" fmla="*/ 100438 w 131636"/>
                <a:gd name="connsiteY2" fmla="*/ 110183 h 125346"/>
                <a:gd name="connsiteX3" fmla="*/ 91828 w 131636"/>
                <a:gd name="connsiteY3" fmla="*/ 98813 h 125346"/>
                <a:gd name="connsiteX4" fmla="*/ 90718 w 131636"/>
                <a:gd name="connsiteY4" fmla="*/ 94098 h 125346"/>
                <a:gd name="connsiteX5" fmla="*/ 80720 w 131636"/>
                <a:gd name="connsiteY5" fmla="*/ 49173 h 125346"/>
                <a:gd name="connsiteX6" fmla="*/ 107936 w 131636"/>
                <a:gd name="connsiteY6" fmla="*/ 15618 h 125346"/>
                <a:gd name="connsiteX7" fmla="*/ 114601 w 131636"/>
                <a:gd name="connsiteY7" fmla="*/ 17836 h 125346"/>
                <a:gd name="connsiteX8" fmla="*/ 122099 w 131636"/>
                <a:gd name="connsiteY8" fmla="*/ 20332 h 125346"/>
                <a:gd name="connsiteX9" fmla="*/ 131819 w 131636"/>
                <a:gd name="connsiteY9" fmla="*/ 10349 h 125346"/>
                <a:gd name="connsiteX10" fmla="*/ 120433 w 131636"/>
                <a:gd name="connsiteY10" fmla="*/ 88 h 125346"/>
                <a:gd name="connsiteX11" fmla="*/ 78498 w 131636"/>
                <a:gd name="connsiteY11" fmla="*/ 39744 h 125346"/>
                <a:gd name="connsiteX12" fmla="*/ 75443 w 131636"/>
                <a:gd name="connsiteY12" fmla="*/ 24492 h 125346"/>
                <a:gd name="connsiteX13" fmla="*/ 61002 w 131636"/>
                <a:gd name="connsiteY13" fmla="*/ 88 h 125346"/>
                <a:gd name="connsiteX14" fmla="*/ 28510 w 131636"/>
                <a:gd name="connsiteY14" fmla="*/ 8130 h 125346"/>
                <a:gd name="connsiteX15" fmla="*/ 25455 w 131636"/>
                <a:gd name="connsiteY15" fmla="*/ 9240 h 125346"/>
                <a:gd name="connsiteX16" fmla="*/ 26566 w 131636"/>
                <a:gd name="connsiteY16" fmla="*/ 13399 h 125346"/>
                <a:gd name="connsiteX17" fmla="*/ 42118 w 131636"/>
                <a:gd name="connsiteY17" fmla="*/ 10349 h 125346"/>
                <a:gd name="connsiteX18" fmla="*/ 54615 w 131636"/>
                <a:gd name="connsiteY18" fmla="*/ 29484 h 125346"/>
                <a:gd name="connsiteX19" fmla="*/ 62668 w 131636"/>
                <a:gd name="connsiteY19" fmla="*/ 63594 h 125346"/>
                <a:gd name="connsiteX20" fmla="*/ 39896 w 131636"/>
                <a:gd name="connsiteY20" fmla="*/ 96040 h 125346"/>
                <a:gd name="connsiteX21" fmla="*/ 25733 w 131636"/>
                <a:gd name="connsiteY21" fmla="*/ 109351 h 125346"/>
                <a:gd name="connsiteX22" fmla="*/ 18512 w 131636"/>
                <a:gd name="connsiteY22" fmla="*/ 106855 h 125346"/>
                <a:gd name="connsiteX23" fmla="*/ 9625 w 131636"/>
                <a:gd name="connsiteY23" fmla="*/ 104082 h 125346"/>
                <a:gd name="connsiteX24" fmla="*/ 183 w 131636"/>
                <a:gd name="connsiteY24" fmla="*/ 113788 h 125346"/>
                <a:gd name="connsiteX25" fmla="*/ 14069 w 131636"/>
                <a:gd name="connsiteY25" fmla="*/ 125435 h 125346"/>
                <a:gd name="connsiteX26" fmla="*/ 39896 w 131636"/>
                <a:gd name="connsiteY26" fmla="*/ 106023 h 125346"/>
                <a:gd name="connsiteX27" fmla="*/ 64890 w 131636"/>
                <a:gd name="connsiteY27" fmla="*/ 73577 h 125346"/>
                <a:gd name="connsiteX28" fmla="*/ 73222 w 131636"/>
                <a:gd name="connsiteY28" fmla="*/ 106855 h 125346"/>
                <a:gd name="connsiteX29" fmla="*/ 89329 w 131636"/>
                <a:gd name="connsiteY29" fmla="*/ 125435 h 125346"/>
                <a:gd name="connsiteX30" fmla="*/ 123210 w 131636"/>
                <a:gd name="connsiteY30" fmla="*/ 93821 h 125346"/>
                <a:gd name="connsiteX31" fmla="*/ 119322 w 131636"/>
                <a:gd name="connsiteY31" fmla="*/ 91603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22" y="91603"/>
                  </a:moveTo>
                  <a:cubicBezTo>
                    <a:pt x="117100" y="94098"/>
                    <a:pt x="115712" y="95762"/>
                    <a:pt x="113212" y="99090"/>
                  </a:cubicBezTo>
                  <a:cubicBezTo>
                    <a:pt x="106825" y="107410"/>
                    <a:pt x="103492" y="110183"/>
                    <a:pt x="100438" y="110183"/>
                  </a:cubicBezTo>
                  <a:cubicBezTo>
                    <a:pt x="96272" y="110183"/>
                    <a:pt x="93772" y="106578"/>
                    <a:pt x="91828" y="98813"/>
                  </a:cubicBezTo>
                  <a:cubicBezTo>
                    <a:pt x="91273" y="96594"/>
                    <a:pt x="90995" y="94930"/>
                    <a:pt x="90718" y="94098"/>
                  </a:cubicBezTo>
                  <a:cubicBezTo>
                    <a:pt x="83775" y="66089"/>
                    <a:pt x="80720" y="53333"/>
                    <a:pt x="80720" y="49173"/>
                  </a:cubicBezTo>
                  <a:cubicBezTo>
                    <a:pt x="92939" y="27820"/>
                    <a:pt x="102937" y="15618"/>
                    <a:pt x="107936" y="15618"/>
                  </a:cubicBezTo>
                  <a:cubicBezTo>
                    <a:pt x="109602" y="15618"/>
                    <a:pt x="111824" y="16450"/>
                    <a:pt x="114601" y="17836"/>
                  </a:cubicBezTo>
                  <a:cubicBezTo>
                    <a:pt x="117933" y="19778"/>
                    <a:pt x="119877" y="20332"/>
                    <a:pt x="122099" y="20332"/>
                  </a:cubicBezTo>
                  <a:cubicBezTo>
                    <a:pt x="127931" y="20332"/>
                    <a:pt x="131819" y="16172"/>
                    <a:pt x="131819" y="10349"/>
                  </a:cubicBezTo>
                  <a:cubicBezTo>
                    <a:pt x="131819" y="4525"/>
                    <a:pt x="127098" y="88"/>
                    <a:pt x="120433" y="88"/>
                  </a:cubicBezTo>
                  <a:cubicBezTo>
                    <a:pt x="108214" y="88"/>
                    <a:pt x="97660" y="10072"/>
                    <a:pt x="78498" y="39744"/>
                  </a:cubicBezTo>
                  <a:lnTo>
                    <a:pt x="75443" y="24492"/>
                  </a:lnTo>
                  <a:cubicBezTo>
                    <a:pt x="71555" y="5634"/>
                    <a:pt x="68500" y="88"/>
                    <a:pt x="61002" y="88"/>
                  </a:cubicBezTo>
                  <a:cubicBezTo>
                    <a:pt x="54892" y="88"/>
                    <a:pt x="45450" y="2584"/>
                    <a:pt x="28510" y="8130"/>
                  </a:cubicBezTo>
                  <a:lnTo>
                    <a:pt x="25455" y="9240"/>
                  </a:lnTo>
                  <a:lnTo>
                    <a:pt x="26566" y="13399"/>
                  </a:lnTo>
                  <a:cubicBezTo>
                    <a:pt x="37119" y="10903"/>
                    <a:pt x="39618" y="10349"/>
                    <a:pt x="42118" y="10349"/>
                  </a:cubicBezTo>
                  <a:cubicBezTo>
                    <a:pt x="49061" y="10349"/>
                    <a:pt x="50727" y="12845"/>
                    <a:pt x="54615" y="29484"/>
                  </a:cubicBezTo>
                  <a:lnTo>
                    <a:pt x="62668" y="63594"/>
                  </a:lnTo>
                  <a:lnTo>
                    <a:pt x="39896" y="96040"/>
                  </a:lnTo>
                  <a:cubicBezTo>
                    <a:pt x="34342" y="104359"/>
                    <a:pt x="28787" y="109351"/>
                    <a:pt x="25733" y="109351"/>
                  </a:cubicBezTo>
                  <a:cubicBezTo>
                    <a:pt x="24066" y="109351"/>
                    <a:pt x="21289" y="108519"/>
                    <a:pt x="18512" y="106855"/>
                  </a:cubicBezTo>
                  <a:cubicBezTo>
                    <a:pt x="14902" y="104914"/>
                    <a:pt x="11847" y="104082"/>
                    <a:pt x="9625" y="104082"/>
                  </a:cubicBezTo>
                  <a:cubicBezTo>
                    <a:pt x="4349" y="104082"/>
                    <a:pt x="183" y="108242"/>
                    <a:pt x="183" y="113788"/>
                  </a:cubicBezTo>
                  <a:cubicBezTo>
                    <a:pt x="183" y="120998"/>
                    <a:pt x="5737" y="125435"/>
                    <a:pt x="14069" y="125435"/>
                  </a:cubicBezTo>
                  <a:cubicBezTo>
                    <a:pt x="22678" y="125435"/>
                    <a:pt x="26010" y="122939"/>
                    <a:pt x="39896" y="106023"/>
                  </a:cubicBezTo>
                  <a:cubicBezTo>
                    <a:pt x="47394" y="97149"/>
                    <a:pt x="53226" y="89661"/>
                    <a:pt x="64890" y="73577"/>
                  </a:cubicBezTo>
                  <a:lnTo>
                    <a:pt x="73222" y="106855"/>
                  </a:lnTo>
                  <a:cubicBezTo>
                    <a:pt x="76832" y="120998"/>
                    <a:pt x="80442" y="125435"/>
                    <a:pt x="89329" y="125435"/>
                  </a:cubicBezTo>
                  <a:cubicBezTo>
                    <a:pt x="99882" y="125435"/>
                    <a:pt x="107103" y="118780"/>
                    <a:pt x="123210" y="93821"/>
                  </a:cubicBezTo>
                  <a:lnTo>
                    <a:pt x="119322" y="9160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4D8A852-ACA8-53E2-99F1-32F692321C84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7444792" y="3382635"/>
              <a:ext cx="92889" cy="141597"/>
            </a:xfrm>
            <a:custGeom>
              <a:avLst/>
              <a:gdLst>
                <a:gd name="connsiteX0" fmla="*/ 47454 w 92889"/>
                <a:gd name="connsiteY0" fmla="*/ 91 h 141597"/>
                <a:gd name="connsiteX1" fmla="*/ 19915 w 92889"/>
                <a:gd name="connsiteY1" fmla="*/ 10762 h 141597"/>
                <a:gd name="connsiteX2" fmla="*/ 187 w 92889"/>
                <a:gd name="connsiteY2" fmla="*/ 69863 h 141597"/>
                <a:gd name="connsiteX3" fmla="*/ 16627 w 92889"/>
                <a:gd name="connsiteY3" fmla="*/ 127733 h 141597"/>
                <a:gd name="connsiteX4" fmla="*/ 46631 w 92889"/>
                <a:gd name="connsiteY4" fmla="*/ 141688 h 141597"/>
                <a:gd name="connsiteX5" fmla="*/ 73348 w 92889"/>
                <a:gd name="connsiteY5" fmla="*/ 131017 h 141597"/>
                <a:gd name="connsiteX6" fmla="*/ 93076 w 92889"/>
                <a:gd name="connsiteY6" fmla="*/ 71094 h 141597"/>
                <a:gd name="connsiteX7" fmla="*/ 47454 w 92889"/>
                <a:gd name="connsiteY7" fmla="*/ 91 h 141597"/>
                <a:gd name="connsiteX8" fmla="*/ 46837 w 92889"/>
                <a:gd name="connsiteY8" fmla="*/ 5426 h 141597"/>
                <a:gd name="connsiteX9" fmla="*/ 73348 w 92889"/>
                <a:gd name="connsiteY9" fmla="*/ 71505 h 141597"/>
                <a:gd name="connsiteX10" fmla="*/ 46631 w 92889"/>
                <a:gd name="connsiteY10" fmla="*/ 136352 h 141597"/>
                <a:gd name="connsiteX11" fmla="*/ 19915 w 92889"/>
                <a:gd name="connsiteY11" fmla="*/ 71710 h 141597"/>
                <a:gd name="connsiteX12" fmla="*/ 46837 w 92889"/>
                <a:gd name="connsiteY12" fmla="*/ 5426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454" y="91"/>
                  </a:moveTo>
                  <a:cubicBezTo>
                    <a:pt x="36151" y="91"/>
                    <a:pt x="27519" y="3579"/>
                    <a:pt x="19915" y="10762"/>
                  </a:cubicBezTo>
                  <a:cubicBezTo>
                    <a:pt x="7996" y="22254"/>
                    <a:pt x="187" y="45853"/>
                    <a:pt x="187" y="69863"/>
                  </a:cubicBezTo>
                  <a:cubicBezTo>
                    <a:pt x="187" y="92232"/>
                    <a:pt x="6968" y="116242"/>
                    <a:pt x="16627" y="127733"/>
                  </a:cubicBezTo>
                  <a:cubicBezTo>
                    <a:pt x="24231" y="136763"/>
                    <a:pt x="34712" y="141688"/>
                    <a:pt x="46631" y="141688"/>
                  </a:cubicBezTo>
                  <a:cubicBezTo>
                    <a:pt x="57112" y="141688"/>
                    <a:pt x="65949" y="138199"/>
                    <a:pt x="73348" y="131017"/>
                  </a:cubicBezTo>
                  <a:cubicBezTo>
                    <a:pt x="85267" y="119730"/>
                    <a:pt x="93076" y="95925"/>
                    <a:pt x="93076" y="71094"/>
                  </a:cubicBezTo>
                  <a:cubicBezTo>
                    <a:pt x="93076" y="29026"/>
                    <a:pt x="74375" y="91"/>
                    <a:pt x="47454" y="91"/>
                  </a:cubicBezTo>
                  <a:close/>
                  <a:moveTo>
                    <a:pt x="46837" y="5426"/>
                  </a:moveTo>
                  <a:cubicBezTo>
                    <a:pt x="64100" y="5426"/>
                    <a:pt x="73348" y="28615"/>
                    <a:pt x="73348" y="71505"/>
                  </a:cubicBezTo>
                  <a:cubicBezTo>
                    <a:pt x="73348" y="114395"/>
                    <a:pt x="64305" y="136352"/>
                    <a:pt x="46631" y="136352"/>
                  </a:cubicBezTo>
                  <a:cubicBezTo>
                    <a:pt x="28958" y="136352"/>
                    <a:pt x="19915" y="114395"/>
                    <a:pt x="19915" y="71710"/>
                  </a:cubicBezTo>
                  <a:cubicBezTo>
                    <a:pt x="19915" y="28205"/>
                    <a:pt x="29163" y="5426"/>
                    <a:pt x="46837" y="542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C6263192-C46C-A645-B4A5-923724865BBB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7572766" y="3271323"/>
              <a:ext cx="64429" cy="277316"/>
            </a:xfrm>
            <a:custGeom>
              <a:avLst/>
              <a:gdLst>
                <a:gd name="connsiteX0" fmla="*/ 64622 w 64429"/>
                <a:gd name="connsiteY0" fmla="*/ 138746 h 277316"/>
                <a:gd name="connsiteX1" fmla="*/ 46292 w 64429"/>
                <a:gd name="connsiteY1" fmla="*/ 52223 h 277316"/>
                <a:gd name="connsiteX2" fmla="*/ 2969 w 64429"/>
                <a:gd name="connsiteY2" fmla="*/ 88 h 277316"/>
                <a:gd name="connsiteX3" fmla="*/ 192 w 64429"/>
                <a:gd name="connsiteY3" fmla="*/ 2861 h 277316"/>
                <a:gd name="connsiteX4" fmla="*/ 5469 w 64429"/>
                <a:gd name="connsiteY4" fmla="*/ 9239 h 277316"/>
                <a:gd name="connsiteX5" fmla="*/ 48514 w 64429"/>
                <a:gd name="connsiteY5" fmla="*/ 138746 h 277316"/>
                <a:gd name="connsiteX6" fmla="*/ 3802 w 64429"/>
                <a:gd name="connsiteY6" fmla="*/ 269916 h 277316"/>
                <a:gd name="connsiteX7" fmla="*/ 192 w 64429"/>
                <a:gd name="connsiteY7" fmla="*/ 274630 h 277316"/>
                <a:gd name="connsiteX8" fmla="*/ 2969 w 64429"/>
                <a:gd name="connsiteY8" fmla="*/ 277404 h 277316"/>
                <a:gd name="connsiteX9" fmla="*/ 47126 w 64429"/>
                <a:gd name="connsiteY9" fmla="*/ 223327 h 277316"/>
                <a:gd name="connsiteX10" fmla="*/ 64622 w 64429"/>
                <a:gd name="connsiteY10" fmla="*/ 138746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22" y="138746"/>
                  </a:moveTo>
                  <a:cubicBezTo>
                    <a:pt x="64622" y="117115"/>
                    <a:pt x="61567" y="83560"/>
                    <a:pt x="46292" y="52223"/>
                  </a:cubicBezTo>
                  <a:cubicBezTo>
                    <a:pt x="29630" y="18113"/>
                    <a:pt x="5746" y="88"/>
                    <a:pt x="2969" y="88"/>
                  </a:cubicBezTo>
                  <a:cubicBezTo>
                    <a:pt x="1303" y="88"/>
                    <a:pt x="192" y="1197"/>
                    <a:pt x="192" y="2861"/>
                  </a:cubicBezTo>
                  <a:cubicBezTo>
                    <a:pt x="192" y="3693"/>
                    <a:pt x="192" y="4247"/>
                    <a:pt x="5469" y="9239"/>
                  </a:cubicBezTo>
                  <a:cubicBezTo>
                    <a:pt x="32684" y="36693"/>
                    <a:pt x="48514" y="80787"/>
                    <a:pt x="48514" y="138746"/>
                  </a:cubicBezTo>
                  <a:cubicBezTo>
                    <a:pt x="48514" y="186167"/>
                    <a:pt x="38239" y="234974"/>
                    <a:pt x="3802" y="269916"/>
                  </a:cubicBezTo>
                  <a:cubicBezTo>
                    <a:pt x="192" y="273244"/>
                    <a:pt x="192" y="273799"/>
                    <a:pt x="192" y="274630"/>
                  </a:cubicBezTo>
                  <a:cubicBezTo>
                    <a:pt x="192" y="276294"/>
                    <a:pt x="1303" y="277404"/>
                    <a:pt x="2969" y="277404"/>
                  </a:cubicBezTo>
                  <a:cubicBezTo>
                    <a:pt x="5746" y="277404"/>
                    <a:pt x="30740" y="258546"/>
                    <a:pt x="47126" y="223327"/>
                  </a:cubicBezTo>
                  <a:cubicBezTo>
                    <a:pt x="61289" y="192822"/>
                    <a:pt x="64622" y="162040"/>
                    <a:pt x="64622" y="13874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858EAEC1-D73A-5D37-D024-00E62F3643E3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7719357" y="3317635"/>
              <a:ext cx="184679" cy="184692"/>
            </a:xfrm>
            <a:custGeom>
              <a:avLst/>
              <a:gdLst>
                <a:gd name="connsiteX0" fmla="*/ 98231 w 184679"/>
                <a:gd name="connsiteY0" fmla="*/ 97980 h 184692"/>
                <a:gd name="connsiteX1" fmla="*/ 175713 w 184679"/>
                <a:gd name="connsiteY1" fmla="*/ 97980 h 184692"/>
                <a:gd name="connsiteX2" fmla="*/ 184877 w 184679"/>
                <a:gd name="connsiteY2" fmla="*/ 92434 h 184692"/>
                <a:gd name="connsiteX3" fmla="*/ 175713 w 184679"/>
                <a:gd name="connsiteY3" fmla="*/ 86887 h 184692"/>
                <a:gd name="connsiteX4" fmla="*/ 98231 w 184679"/>
                <a:gd name="connsiteY4" fmla="*/ 86887 h 184692"/>
                <a:gd name="connsiteX5" fmla="*/ 98231 w 184679"/>
                <a:gd name="connsiteY5" fmla="*/ 9239 h 184692"/>
                <a:gd name="connsiteX6" fmla="*/ 92676 w 184679"/>
                <a:gd name="connsiteY6" fmla="*/ 88 h 184692"/>
                <a:gd name="connsiteX7" fmla="*/ 87122 w 184679"/>
                <a:gd name="connsiteY7" fmla="*/ 9239 h 184692"/>
                <a:gd name="connsiteX8" fmla="*/ 87122 w 184679"/>
                <a:gd name="connsiteY8" fmla="*/ 86887 h 184692"/>
                <a:gd name="connsiteX9" fmla="*/ 9362 w 184679"/>
                <a:gd name="connsiteY9" fmla="*/ 86887 h 184692"/>
                <a:gd name="connsiteX10" fmla="*/ 198 w 184679"/>
                <a:gd name="connsiteY10" fmla="*/ 92434 h 184692"/>
                <a:gd name="connsiteX11" fmla="*/ 9362 w 184679"/>
                <a:gd name="connsiteY11" fmla="*/ 97980 h 184692"/>
                <a:gd name="connsiteX12" fmla="*/ 87122 w 184679"/>
                <a:gd name="connsiteY12" fmla="*/ 97980 h 184692"/>
                <a:gd name="connsiteX13" fmla="*/ 87122 w 184679"/>
                <a:gd name="connsiteY13" fmla="*/ 175629 h 184692"/>
                <a:gd name="connsiteX14" fmla="*/ 92676 w 184679"/>
                <a:gd name="connsiteY14" fmla="*/ 184780 h 184692"/>
                <a:gd name="connsiteX15" fmla="*/ 98231 w 184679"/>
                <a:gd name="connsiteY15" fmla="*/ 175629 h 184692"/>
                <a:gd name="connsiteX16" fmla="*/ 98231 w 184679"/>
                <a:gd name="connsiteY16" fmla="*/ 97980 h 18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679" h="184692">
                  <a:moveTo>
                    <a:pt x="98231" y="97980"/>
                  </a:moveTo>
                  <a:lnTo>
                    <a:pt x="175713" y="97980"/>
                  </a:lnTo>
                  <a:cubicBezTo>
                    <a:pt x="179601" y="97980"/>
                    <a:pt x="184877" y="97980"/>
                    <a:pt x="184877" y="92434"/>
                  </a:cubicBezTo>
                  <a:cubicBezTo>
                    <a:pt x="184877" y="86887"/>
                    <a:pt x="179601" y="86887"/>
                    <a:pt x="175713" y="86887"/>
                  </a:cubicBezTo>
                  <a:lnTo>
                    <a:pt x="98231" y="86887"/>
                  </a:lnTo>
                  <a:lnTo>
                    <a:pt x="98231" y="9239"/>
                  </a:lnTo>
                  <a:cubicBezTo>
                    <a:pt x="98231" y="5357"/>
                    <a:pt x="98231" y="88"/>
                    <a:pt x="92676" y="88"/>
                  </a:cubicBezTo>
                  <a:cubicBezTo>
                    <a:pt x="87122" y="88"/>
                    <a:pt x="87122" y="5357"/>
                    <a:pt x="87122" y="9239"/>
                  </a:cubicBezTo>
                  <a:lnTo>
                    <a:pt x="87122" y="86887"/>
                  </a:lnTo>
                  <a:lnTo>
                    <a:pt x="9362" y="86887"/>
                  </a:lnTo>
                  <a:cubicBezTo>
                    <a:pt x="5474" y="86887"/>
                    <a:pt x="198" y="86887"/>
                    <a:pt x="198" y="92434"/>
                  </a:cubicBezTo>
                  <a:cubicBezTo>
                    <a:pt x="198" y="97980"/>
                    <a:pt x="5474" y="97980"/>
                    <a:pt x="9362" y="97980"/>
                  </a:cubicBezTo>
                  <a:lnTo>
                    <a:pt x="87122" y="97980"/>
                  </a:lnTo>
                  <a:lnTo>
                    <a:pt x="87122" y="175629"/>
                  </a:lnTo>
                  <a:cubicBezTo>
                    <a:pt x="87122" y="179511"/>
                    <a:pt x="87122" y="184780"/>
                    <a:pt x="92676" y="184780"/>
                  </a:cubicBezTo>
                  <a:cubicBezTo>
                    <a:pt x="98231" y="184780"/>
                    <a:pt x="98231" y="179511"/>
                    <a:pt x="98231" y="175629"/>
                  </a:cubicBezTo>
                  <a:lnTo>
                    <a:pt x="98231" y="9798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24E7F1FD-6F80-16C7-E3E0-26A8D008E0B2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8136298" y="3082879"/>
              <a:ext cx="64429" cy="277316"/>
            </a:xfrm>
            <a:custGeom>
              <a:avLst/>
              <a:gdLst>
                <a:gd name="connsiteX0" fmla="*/ 64641 w 64429"/>
                <a:gd name="connsiteY0" fmla="*/ 274624 h 277316"/>
                <a:gd name="connsiteX1" fmla="*/ 59920 w 64429"/>
                <a:gd name="connsiteY1" fmla="*/ 268523 h 277316"/>
                <a:gd name="connsiteX2" fmla="*/ 16319 w 64429"/>
                <a:gd name="connsiteY2" fmla="*/ 138739 h 277316"/>
                <a:gd name="connsiteX3" fmla="*/ 61031 w 64429"/>
                <a:gd name="connsiteY3" fmla="*/ 7568 h 277316"/>
                <a:gd name="connsiteX4" fmla="*/ 64641 w 64429"/>
                <a:gd name="connsiteY4" fmla="*/ 2854 h 277316"/>
                <a:gd name="connsiteX5" fmla="*/ 61864 w 64429"/>
                <a:gd name="connsiteY5" fmla="*/ 81 h 277316"/>
                <a:gd name="connsiteX6" fmla="*/ 17708 w 64429"/>
                <a:gd name="connsiteY6" fmla="*/ 54157 h 277316"/>
                <a:gd name="connsiteX7" fmla="*/ 212 w 64429"/>
                <a:gd name="connsiteY7" fmla="*/ 138739 h 277316"/>
                <a:gd name="connsiteX8" fmla="*/ 18541 w 64429"/>
                <a:gd name="connsiteY8" fmla="*/ 225261 h 277316"/>
                <a:gd name="connsiteX9" fmla="*/ 61864 w 64429"/>
                <a:gd name="connsiteY9" fmla="*/ 277397 h 277316"/>
                <a:gd name="connsiteX10" fmla="*/ 64641 w 64429"/>
                <a:gd name="connsiteY10" fmla="*/ 274624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41" y="274624"/>
                  </a:moveTo>
                  <a:cubicBezTo>
                    <a:pt x="64641" y="273792"/>
                    <a:pt x="64641" y="273237"/>
                    <a:pt x="59920" y="268523"/>
                  </a:cubicBezTo>
                  <a:cubicBezTo>
                    <a:pt x="25206" y="233581"/>
                    <a:pt x="16319" y="181168"/>
                    <a:pt x="16319" y="138739"/>
                  </a:cubicBezTo>
                  <a:cubicBezTo>
                    <a:pt x="16319" y="90486"/>
                    <a:pt x="26872" y="42233"/>
                    <a:pt x="61031" y="7568"/>
                  </a:cubicBezTo>
                  <a:cubicBezTo>
                    <a:pt x="64641" y="4241"/>
                    <a:pt x="64641" y="3686"/>
                    <a:pt x="64641" y="2854"/>
                  </a:cubicBezTo>
                  <a:cubicBezTo>
                    <a:pt x="64641" y="913"/>
                    <a:pt x="63530" y="81"/>
                    <a:pt x="61864" y="81"/>
                  </a:cubicBezTo>
                  <a:cubicBezTo>
                    <a:pt x="59087" y="81"/>
                    <a:pt x="34093" y="18938"/>
                    <a:pt x="17708" y="54157"/>
                  </a:cubicBezTo>
                  <a:cubicBezTo>
                    <a:pt x="3544" y="84662"/>
                    <a:pt x="212" y="115444"/>
                    <a:pt x="212" y="138739"/>
                  </a:cubicBezTo>
                  <a:cubicBezTo>
                    <a:pt x="212" y="160370"/>
                    <a:pt x="3267" y="193925"/>
                    <a:pt x="18541" y="225261"/>
                  </a:cubicBezTo>
                  <a:cubicBezTo>
                    <a:pt x="35204" y="259371"/>
                    <a:pt x="59087" y="277397"/>
                    <a:pt x="61864" y="277397"/>
                  </a:cubicBezTo>
                  <a:cubicBezTo>
                    <a:pt x="63530" y="277397"/>
                    <a:pt x="64641" y="276565"/>
                    <a:pt x="64641" y="27462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891F102-D198-FA93-15C8-185BE5616923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8209460" y="3168570"/>
              <a:ext cx="131636" cy="125346"/>
            </a:xfrm>
            <a:custGeom>
              <a:avLst/>
              <a:gdLst>
                <a:gd name="connsiteX0" fmla="*/ 119354 w 131636"/>
                <a:gd name="connsiteY0" fmla="*/ 91596 h 125346"/>
                <a:gd name="connsiteX1" fmla="*/ 113245 w 131636"/>
                <a:gd name="connsiteY1" fmla="*/ 99083 h 125346"/>
                <a:gd name="connsiteX2" fmla="*/ 100470 w 131636"/>
                <a:gd name="connsiteY2" fmla="*/ 110176 h 125346"/>
                <a:gd name="connsiteX3" fmla="*/ 91861 w 131636"/>
                <a:gd name="connsiteY3" fmla="*/ 98806 h 125346"/>
                <a:gd name="connsiteX4" fmla="*/ 90750 w 131636"/>
                <a:gd name="connsiteY4" fmla="*/ 94092 h 125346"/>
                <a:gd name="connsiteX5" fmla="*/ 80752 w 131636"/>
                <a:gd name="connsiteY5" fmla="*/ 49166 h 125346"/>
                <a:gd name="connsiteX6" fmla="*/ 107968 w 131636"/>
                <a:gd name="connsiteY6" fmla="*/ 15611 h 125346"/>
                <a:gd name="connsiteX7" fmla="*/ 114633 w 131636"/>
                <a:gd name="connsiteY7" fmla="*/ 17830 h 125346"/>
                <a:gd name="connsiteX8" fmla="*/ 122131 w 131636"/>
                <a:gd name="connsiteY8" fmla="*/ 20326 h 125346"/>
                <a:gd name="connsiteX9" fmla="*/ 131851 w 131636"/>
                <a:gd name="connsiteY9" fmla="*/ 10342 h 125346"/>
                <a:gd name="connsiteX10" fmla="*/ 120465 w 131636"/>
                <a:gd name="connsiteY10" fmla="*/ 81 h 125346"/>
                <a:gd name="connsiteX11" fmla="*/ 78530 w 131636"/>
                <a:gd name="connsiteY11" fmla="*/ 39738 h 125346"/>
                <a:gd name="connsiteX12" fmla="*/ 75475 w 131636"/>
                <a:gd name="connsiteY12" fmla="*/ 24485 h 125346"/>
                <a:gd name="connsiteX13" fmla="*/ 61034 w 131636"/>
                <a:gd name="connsiteY13" fmla="*/ 81 h 125346"/>
                <a:gd name="connsiteX14" fmla="*/ 28542 w 131636"/>
                <a:gd name="connsiteY14" fmla="*/ 8124 h 125346"/>
                <a:gd name="connsiteX15" fmla="*/ 25487 w 131636"/>
                <a:gd name="connsiteY15" fmla="*/ 9233 h 125346"/>
                <a:gd name="connsiteX16" fmla="*/ 26598 w 131636"/>
                <a:gd name="connsiteY16" fmla="*/ 13393 h 125346"/>
                <a:gd name="connsiteX17" fmla="*/ 42150 w 131636"/>
                <a:gd name="connsiteY17" fmla="*/ 10342 h 125346"/>
                <a:gd name="connsiteX18" fmla="*/ 54647 w 131636"/>
                <a:gd name="connsiteY18" fmla="*/ 29477 h 125346"/>
                <a:gd name="connsiteX19" fmla="*/ 62701 w 131636"/>
                <a:gd name="connsiteY19" fmla="*/ 63587 h 125346"/>
                <a:gd name="connsiteX20" fmla="*/ 39928 w 131636"/>
                <a:gd name="connsiteY20" fmla="*/ 96033 h 125346"/>
                <a:gd name="connsiteX21" fmla="*/ 25765 w 131636"/>
                <a:gd name="connsiteY21" fmla="*/ 109344 h 125346"/>
                <a:gd name="connsiteX22" fmla="*/ 18544 w 131636"/>
                <a:gd name="connsiteY22" fmla="*/ 106848 h 125346"/>
                <a:gd name="connsiteX23" fmla="*/ 9657 w 131636"/>
                <a:gd name="connsiteY23" fmla="*/ 104075 h 125346"/>
                <a:gd name="connsiteX24" fmla="*/ 215 w 131636"/>
                <a:gd name="connsiteY24" fmla="*/ 113781 h 125346"/>
                <a:gd name="connsiteX25" fmla="*/ 14101 w 131636"/>
                <a:gd name="connsiteY25" fmla="*/ 125428 h 125346"/>
                <a:gd name="connsiteX26" fmla="*/ 39928 w 131636"/>
                <a:gd name="connsiteY26" fmla="*/ 106016 h 125346"/>
                <a:gd name="connsiteX27" fmla="*/ 64922 w 131636"/>
                <a:gd name="connsiteY27" fmla="*/ 73570 h 125346"/>
                <a:gd name="connsiteX28" fmla="*/ 73254 w 131636"/>
                <a:gd name="connsiteY28" fmla="*/ 106848 h 125346"/>
                <a:gd name="connsiteX29" fmla="*/ 89361 w 131636"/>
                <a:gd name="connsiteY29" fmla="*/ 125428 h 125346"/>
                <a:gd name="connsiteX30" fmla="*/ 123242 w 131636"/>
                <a:gd name="connsiteY30" fmla="*/ 93814 h 125346"/>
                <a:gd name="connsiteX31" fmla="*/ 119354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54" y="91596"/>
                  </a:moveTo>
                  <a:cubicBezTo>
                    <a:pt x="117133" y="94092"/>
                    <a:pt x="115744" y="95756"/>
                    <a:pt x="113245" y="99083"/>
                  </a:cubicBezTo>
                  <a:cubicBezTo>
                    <a:pt x="106857" y="107403"/>
                    <a:pt x="103525" y="110176"/>
                    <a:pt x="100470" y="110176"/>
                  </a:cubicBezTo>
                  <a:cubicBezTo>
                    <a:pt x="96304" y="110176"/>
                    <a:pt x="93805" y="106571"/>
                    <a:pt x="91861" y="98806"/>
                  </a:cubicBezTo>
                  <a:cubicBezTo>
                    <a:pt x="91305" y="96587"/>
                    <a:pt x="91027" y="94924"/>
                    <a:pt x="90750" y="94092"/>
                  </a:cubicBezTo>
                  <a:cubicBezTo>
                    <a:pt x="83807" y="66083"/>
                    <a:pt x="80752" y="53326"/>
                    <a:pt x="80752" y="49166"/>
                  </a:cubicBezTo>
                  <a:cubicBezTo>
                    <a:pt x="92971" y="27813"/>
                    <a:pt x="102969" y="15611"/>
                    <a:pt x="107968" y="15611"/>
                  </a:cubicBezTo>
                  <a:cubicBezTo>
                    <a:pt x="109634" y="15611"/>
                    <a:pt x="111856" y="16443"/>
                    <a:pt x="114633" y="17830"/>
                  </a:cubicBezTo>
                  <a:cubicBezTo>
                    <a:pt x="117966" y="19771"/>
                    <a:pt x="119910" y="20326"/>
                    <a:pt x="122131" y="20326"/>
                  </a:cubicBezTo>
                  <a:cubicBezTo>
                    <a:pt x="127963" y="20326"/>
                    <a:pt x="131851" y="16166"/>
                    <a:pt x="131851" y="10342"/>
                  </a:cubicBezTo>
                  <a:cubicBezTo>
                    <a:pt x="131851" y="4518"/>
                    <a:pt x="127130" y="81"/>
                    <a:pt x="120465" y="81"/>
                  </a:cubicBezTo>
                  <a:cubicBezTo>
                    <a:pt x="108246" y="81"/>
                    <a:pt x="97693" y="10065"/>
                    <a:pt x="78530" y="39738"/>
                  </a:cubicBezTo>
                  <a:lnTo>
                    <a:pt x="75475" y="24485"/>
                  </a:lnTo>
                  <a:cubicBezTo>
                    <a:pt x="71588" y="5628"/>
                    <a:pt x="68533" y="81"/>
                    <a:pt x="61034" y="81"/>
                  </a:cubicBezTo>
                  <a:cubicBezTo>
                    <a:pt x="54925" y="81"/>
                    <a:pt x="45482" y="2577"/>
                    <a:pt x="28542" y="8124"/>
                  </a:cubicBezTo>
                  <a:lnTo>
                    <a:pt x="25487" y="9233"/>
                  </a:lnTo>
                  <a:lnTo>
                    <a:pt x="26598" y="13393"/>
                  </a:lnTo>
                  <a:cubicBezTo>
                    <a:pt x="37151" y="10897"/>
                    <a:pt x="39650" y="10342"/>
                    <a:pt x="42150" y="10342"/>
                  </a:cubicBezTo>
                  <a:cubicBezTo>
                    <a:pt x="49093" y="10342"/>
                    <a:pt x="50759" y="12838"/>
                    <a:pt x="54647" y="29477"/>
                  </a:cubicBezTo>
                  <a:lnTo>
                    <a:pt x="62701" y="63587"/>
                  </a:lnTo>
                  <a:lnTo>
                    <a:pt x="39928" y="96033"/>
                  </a:lnTo>
                  <a:cubicBezTo>
                    <a:pt x="34374" y="104352"/>
                    <a:pt x="28820" y="109344"/>
                    <a:pt x="25765" y="109344"/>
                  </a:cubicBezTo>
                  <a:cubicBezTo>
                    <a:pt x="24099" y="109344"/>
                    <a:pt x="21321" y="108512"/>
                    <a:pt x="18544" y="106848"/>
                  </a:cubicBezTo>
                  <a:cubicBezTo>
                    <a:pt x="14934" y="104907"/>
                    <a:pt x="11879" y="104075"/>
                    <a:pt x="9657" y="104075"/>
                  </a:cubicBezTo>
                  <a:cubicBezTo>
                    <a:pt x="4381" y="104075"/>
                    <a:pt x="215" y="108235"/>
                    <a:pt x="215" y="113781"/>
                  </a:cubicBezTo>
                  <a:cubicBezTo>
                    <a:pt x="215" y="120991"/>
                    <a:pt x="5769" y="125428"/>
                    <a:pt x="14101" y="125428"/>
                  </a:cubicBezTo>
                  <a:cubicBezTo>
                    <a:pt x="22710" y="125428"/>
                    <a:pt x="26043" y="122933"/>
                    <a:pt x="39928" y="106016"/>
                  </a:cubicBezTo>
                  <a:cubicBezTo>
                    <a:pt x="47426" y="97142"/>
                    <a:pt x="53258" y="89655"/>
                    <a:pt x="64922" y="73570"/>
                  </a:cubicBezTo>
                  <a:lnTo>
                    <a:pt x="73254" y="106848"/>
                  </a:lnTo>
                  <a:cubicBezTo>
                    <a:pt x="76864" y="120991"/>
                    <a:pt x="80474" y="125428"/>
                    <a:pt x="89361" y="125428"/>
                  </a:cubicBezTo>
                  <a:cubicBezTo>
                    <a:pt x="99914" y="125428"/>
                    <a:pt x="107135" y="118773"/>
                    <a:pt x="123242" y="93814"/>
                  </a:cubicBezTo>
                  <a:lnTo>
                    <a:pt x="119354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EC404E10-90AC-185D-E7F4-A343C2F85C96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8403322" y="3215991"/>
              <a:ext cx="169682" cy="11092"/>
            </a:xfrm>
            <a:custGeom>
              <a:avLst/>
              <a:gdLst>
                <a:gd name="connsiteX0" fmla="*/ 160184 w 169682"/>
                <a:gd name="connsiteY0" fmla="*/ 11174 h 11092"/>
                <a:gd name="connsiteX1" fmla="*/ 169904 w 169682"/>
                <a:gd name="connsiteY1" fmla="*/ 5628 h 11092"/>
                <a:gd name="connsiteX2" fmla="*/ 160184 w 169682"/>
                <a:gd name="connsiteY2" fmla="*/ 81 h 11092"/>
                <a:gd name="connsiteX3" fmla="*/ 9941 w 169682"/>
                <a:gd name="connsiteY3" fmla="*/ 81 h 11092"/>
                <a:gd name="connsiteX4" fmla="*/ 221 w 169682"/>
                <a:gd name="connsiteY4" fmla="*/ 5628 h 11092"/>
                <a:gd name="connsiteX5" fmla="*/ 9941 w 169682"/>
                <a:gd name="connsiteY5" fmla="*/ 11174 h 11092"/>
                <a:gd name="connsiteX6" fmla="*/ 160184 w 169682"/>
                <a:gd name="connsiteY6" fmla="*/ 11174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184" y="11174"/>
                  </a:moveTo>
                  <a:cubicBezTo>
                    <a:pt x="164905" y="11174"/>
                    <a:pt x="169904" y="11174"/>
                    <a:pt x="169904" y="5628"/>
                  </a:cubicBezTo>
                  <a:cubicBezTo>
                    <a:pt x="169904" y="81"/>
                    <a:pt x="164905" y="81"/>
                    <a:pt x="160184" y="81"/>
                  </a:cubicBezTo>
                  <a:lnTo>
                    <a:pt x="9941" y="81"/>
                  </a:lnTo>
                  <a:cubicBezTo>
                    <a:pt x="5220" y="81"/>
                    <a:pt x="221" y="81"/>
                    <a:pt x="221" y="5628"/>
                  </a:cubicBezTo>
                  <a:cubicBezTo>
                    <a:pt x="221" y="11174"/>
                    <a:pt x="5220" y="11174"/>
                    <a:pt x="9941" y="11174"/>
                  </a:cubicBezTo>
                  <a:lnTo>
                    <a:pt x="160184" y="1117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FB926021-6581-CE0A-8278-4CF83FD60CA8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8628079" y="3168570"/>
              <a:ext cx="131636" cy="125346"/>
            </a:xfrm>
            <a:custGeom>
              <a:avLst/>
              <a:gdLst>
                <a:gd name="connsiteX0" fmla="*/ 119369 w 131636"/>
                <a:gd name="connsiteY0" fmla="*/ 91596 h 125346"/>
                <a:gd name="connsiteX1" fmla="*/ 113260 w 131636"/>
                <a:gd name="connsiteY1" fmla="*/ 99083 h 125346"/>
                <a:gd name="connsiteX2" fmla="*/ 100485 w 131636"/>
                <a:gd name="connsiteY2" fmla="*/ 110176 h 125346"/>
                <a:gd name="connsiteX3" fmla="*/ 91876 w 131636"/>
                <a:gd name="connsiteY3" fmla="*/ 98806 h 125346"/>
                <a:gd name="connsiteX4" fmla="*/ 90765 w 131636"/>
                <a:gd name="connsiteY4" fmla="*/ 94092 h 125346"/>
                <a:gd name="connsiteX5" fmla="*/ 80767 w 131636"/>
                <a:gd name="connsiteY5" fmla="*/ 49166 h 125346"/>
                <a:gd name="connsiteX6" fmla="*/ 107983 w 131636"/>
                <a:gd name="connsiteY6" fmla="*/ 15611 h 125346"/>
                <a:gd name="connsiteX7" fmla="*/ 114648 w 131636"/>
                <a:gd name="connsiteY7" fmla="*/ 17830 h 125346"/>
                <a:gd name="connsiteX8" fmla="*/ 122146 w 131636"/>
                <a:gd name="connsiteY8" fmla="*/ 20326 h 125346"/>
                <a:gd name="connsiteX9" fmla="*/ 131866 w 131636"/>
                <a:gd name="connsiteY9" fmla="*/ 10342 h 125346"/>
                <a:gd name="connsiteX10" fmla="*/ 120480 w 131636"/>
                <a:gd name="connsiteY10" fmla="*/ 81 h 125346"/>
                <a:gd name="connsiteX11" fmla="*/ 78545 w 131636"/>
                <a:gd name="connsiteY11" fmla="*/ 39738 h 125346"/>
                <a:gd name="connsiteX12" fmla="*/ 75490 w 131636"/>
                <a:gd name="connsiteY12" fmla="*/ 24485 h 125346"/>
                <a:gd name="connsiteX13" fmla="*/ 61049 w 131636"/>
                <a:gd name="connsiteY13" fmla="*/ 81 h 125346"/>
                <a:gd name="connsiteX14" fmla="*/ 28557 w 131636"/>
                <a:gd name="connsiteY14" fmla="*/ 8124 h 125346"/>
                <a:gd name="connsiteX15" fmla="*/ 25502 w 131636"/>
                <a:gd name="connsiteY15" fmla="*/ 9233 h 125346"/>
                <a:gd name="connsiteX16" fmla="*/ 26613 w 131636"/>
                <a:gd name="connsiteY16" fmla="*/ 13393 h 125346"/>
                <a:gd name="connsiteX17" fmla="*/ 42165 w 131636"/>
                <a:gd name="connsiteY17" fmla="*/ 10342 h 125346"/>
                <a:gd name="connsiteX18" fmla="*/ 54662 w 131636"/>
                <a:gd name="connsiteY18" fmla="*/ 29477 h 125346"/>
                <a:gd name="connsiteX19" fmla="*/ 62716 w 131636"/>
                <a:gd name="connsiteY19" fmla="*/ 63587 h 125346"/>
                <a:gd name="connsiteX20" fmla="*/ 39943 w 131636"/>
                <a:gd name="connsiteY20" fmla="*/ 96033 h 125346"/>
                <a:gd name="connsiteX21" fmla="*/ 25780 w 131636"/>
                <a:gd name="connsiteY21" fmla="*/ 109344 h 125346"/>
                <a:gd name="connsiteX22" fmla="*/ 18559 w 131636"/>
                <a:gd name="connsiteY22" fmla="*/ 106848 h 125346"/>
                <a:gd name="connsiteX23" fmla="*/ 9672 w 131636"/>
                <a:gd name="connsiteY23" fmla="*/ 104075 h 125346"/>
                <a:gd name="connsiteX24" fmla="*/ 230 w 131636"/>
                <a:gd name="connsiteY24" fmla="*/ 113781 h 125346"/>
                <a:gd name="connsiteX25" fmla="*/ 14116 w 131636"/>
                <a:gd name="connsiteY25" fmla="*/ 125428 h 125346"/>
                <a:gd name="connsiteX26" fmla="*/ 39943 w 131636"/>
                <a:gd name="connsiteY26" fmla="*/ 106016 h 125346"/>
                <a:gd name="connsiteX27" fmla="*/ 64937 w 131636"/>
                <a:gd name="connsiteY27" fmla="*/ 73570 h 125346"/>
                <a:gd name="connsiteX28" fmla="*/ 73269 w 131636"/>
                <a:gd name="connsiteY28" fmla="*/ 106848 h 125346"/>
                <a:gd name="connsiteX29" fmla="*/ 89376 w 131636"/>
                <a:gd name="connsiteY29" fmla="*/ 125428 h 125346"/>
                <a:gd name="connsiteX30" fmla="*/ 123257 w 131636"/>
                <a:gd name="connsiteY30" fmla="*/ 93814 h 125346"/>
                <a:gd name="connsiteX31" fmla="*/ 119369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69" y="91596"/>
                  </a:moveTo>
                  <a:cubicBezTo>
                    <a:pt x="117147" y="94092"/>
                    <a:pt x="115759" y="95756"/>
                    <a:pt x="113260" y="99083"/>
                  </a:cubicBezTo>
                  <a:cubicBezTo>
                    <a:pt x="106872" y="107403"/>
                    <a:pt x="103540" y="110176"/>
                    <a:pt x="100485" y="110176"/>
                  </a:cubicBezTo>
                  <a:cubicBezTo>
                    <a:pt x="96319" y="110176"/>
                    <a:pt x="93820" y="106571"/>
                    <a:pt x="91876" y="98806"/>
                  </a:cubicBezTo>
                  <a:cubicBezTo>
                    <a:pt x="91320" y="96587"/>
                    <a:pt x="91042" y="94924"/>
                    <a:pt x="90765" y="94092"/>
                  </a:cubicBezTo>
                  <a:cubicBezTo>
                    <a:pt x="83822" y="66083"/>
                    <a:pt x="80767" y="53326"/>
                    <a:pt x="80767" y="49166"/>
                  </a:cubicBezTo>
                  <a:cubicBezTo>
                    <a:pt x="92986" y="27813"/>
                    <a:pt x="102984" y="15611"/>
                    <a:pt x="107983" y="15611"/>
                  </a:cubicBezTo>
                  <a:cubicBezTo>
                    <a:pt x="109649" y="15611"/>
                    <a:pt x="111871" y="16443"/>
                    <a:pt x="114648" y="17830"/>
                  </a:cubicBezTo>
                  <a:cubicBezTo>
                    <a:pt x="117981" y="19771"/>
                    <a:pt x="119925" y="20326"/>
                    <a:pt x="122146" y="20326"/>
                  </a:cubicBezTo>
                  <a:cubicBezTo>
                    <a:pt x="127978" y="20326"/>
                    <a:pt x="131866" y="16166"/>
                    <a:pt x="131866" y="10342"/>
                  </a:cubicBezTo>
                  <a:cubicBezTo>
                    <a:pt x="131866" y="4518"/>
                    <a:pt x="127145" y="81"/>
                    <a:pt x="120480" y="81"/>
                  </a:cubicBezTo>
                  <a:cubicBezTo>
                    <a:pt x="108261" y="81"/>
                    <a:pt x="97708" y="10065"/>
                    <a:pt x="78545" y="39738"/>
                  </a:cubicBezTo>
                  <a:lnTo>
                    <a:pt x="75490" y="24485"/>
                  </a:lnTo>
                  <a:cubicBezTo>
                    <a:pt x="71602" y="5628"/>
                    <a:pt x="68548" y="81"/>
                    <a:pt x="61049" y="81"/>
                  </a:cubicBezTo>
                  <a:cubicBezTo>
                    <a:pt x="54940" y="81"/>
                    <a:pt x="45497" y="2577"/>
                    <a:pt x="28557" y="8124"/>
                  </a:cubicBezTo>
                  <a:lnTo>
                    <a:pt x="25502" y="9233"/>
                  </a:lnTo>
                  <a:lnTo>
                    <a:pt x="26613" y="13393"/>
                  </a:lnTo>
                  <a:cubicBezTo>
                    <a:pt x="37166" y="10897"/>
                    <a:pt x="39665" y="10342"/>
                    <a:pt x="42165" y="10342"/>
                  </a:cubicBezTo>
                  <a:cubicBezTo>
                    <a:pt x="49108" y="10342"/>
                    <a:pt x="50774" y="12838"/>
                    <a:pt x="54662" y="29477"/>
                  </a:cubicBezTo>
                  <a:lnTo>
                    <a:pt x="62716" y="63587"/>
                  </a:lnTo>
                  <a:lnTo>
                    <a:pt x="39943" y="96033"/>
                  </a:lnTo>
                  <a:cubicBezTo>
                    <a:pt x="34389" y="104352"/>
                    <a:pt x="28835" y="109344"/>
                    <a:pt x="25780" y="109344"/>
                  </a:cubicBezTo>
                  <a:cubicBezTo>
                    <a:pt x="24113" y="109344"/>
                    <a:pt x="21336" y="108512"/>
                    <a:pt x="18559" y="106848"/>
                  </a:cubicBezTo>
                  <a:cubicBezTo>
                    <a:pt x="14949" y="104907"/>
                    <a:pt x="11894" y="104075"/>
                    <a:pt x="9672" y="104075"/>
                  </a:cubicBezTo>
                  <a:cubicBezTo>
                    <a:pt x="4396" y="104075"/>
                    <a:pt x="230" y="108235"/>
                    <a:pt x="230" y="113781"/>
                  </a:cubicBezTo>
                  <a:cubicBezTo>
                    <a:pt x="230" y="120991"/>
                    <a:pt x="5784" y="125428"/>
                    <a:pt x="14116" y="125428"/>
                  </a:cubicBezTo>
                  <a:cubicBezTo>
                    <a:pt x="22725" y="125428"/>
                    <a:pt x="26057" y="122933"/>
                    <a:pt x="39943" y="106016"/>
                  </a:cubicBezTo>
                  <a:cubicBezTo>
                    <a:pt x="47441" y="97142"/>
                    <a:pt x="53273" y="89655"/>
                    <a:pt x="64937" y="73570"/>
                  </a:cubicBezTo>
                  <a:lnTo>
                    <a:pt x="73269" y="106848"/>
                  </a:lnTo>
                  <a:cubicBezTo>
                    <a:pt x="76879" y="120991"/>
                    <a:pt x="80489" y="125428"/>
                    <a:pt x="89376" y="125428"/>
                  </a:cubicBezTo>
                  <a:cubicBezTo>
                    <a:pt x="99929" y="125428"/>
                    <a:pt x="107150" y="118773"/>
                    <a:pt x="123257" y="93814"/>
                  </a:cubicBezTo>
                  <a:lnTo>
                    <a:pt x="119369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88F5C83F-7D46-388D-2009-B13F9912D3E5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8764275" y="3194190"/>
              <a:ext cx="92889" cy="141597"/>
            </a:xfrm>
            <a:custGeom>
              <a:avLst/>
              <a:gdLst>
                <a:gd name="connsiteX0" fmla="*/ 47501 w 92889"/>
                <a:gd name="connsiteY0" fmla="*/ 84 h 141597"/>
                <a:gd name="connsiteX1" fmla="*/ 19963 w 92889"/>
                <a:gd name="connsiteY1" fmla="*/ 10755 h 141597"/>
                <a:gd name="connsiteX2" fmla="*/ 234 w 92889"/>
                <a:gd name="connsiteY2" fmla="*/ 69856 h 141597"/>
                <a:gd name="connsiteX3" fmla="*/ 16675 w 92889"/>
                <a:gd name="connsiteY3" fmla="*/ 127727 h 141597"/>
                <a:gd name="connsiteX4" fmla="*/ 46679 w 92889"/>
                <a:gd name="connsiteY4" fmla="*/ 141681 h 141597"/>
                <a:gd name="connsiteX5" fmla="*/ 73395 w 92889"/>
                <a:gd name="connsiteY5" fmla="*/ 131010 h 141597"/>
                <a:gd name="connsiteX6" fmla="*/ 93123 w 92889"/>
                <a:gd name="connsiteY6" fmla="*/ 71088 h 141597"/>
                <a:gd name="connsiteX7" fmla="*/ 47501 w 92889"/>
                <a:gd name="connsiteY7" fmla="*/ 84 h 141597"/>
                <a:gd name="connsiteX8" fmla="*/ 46884 w 92889"/>
                <a:gd name="connsiteY8" fmla="*/ 5419 h 141597"/>
                <a:gd name="connsiteX9" fmla="*/ 73395 w 92889"/>
                <a:gd name="connsiteY9" fmla="*/ 71498 h 141597"/>
                <a:gd name="connsiteX10" fmla="*/ 46679 w 92889"/>
                <a:gd name="connsiteY10" fmla="*/ 136346 h 141597"/>
                <a:gd name="connsiteX11" fmla="*/ 19963 w 92889"/>
                <a:gd name="connsiteY11" fmla="*/ 71703 h 141597"/>
                <a:gd name="connsiteX12" fmla="*/ 46884 w 92889"/>
                <a:gd name="connsiteY12" fmla="*/ 5419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501" y="84"/>
                  </a:moveTo>
                  <a:cubicBezTo>
                    <a:pt x="36198" y="84"/>
                    <a:pt x="27566" y="3572"/>
                    <a:pt x="19963" y="10755"/>
                  </a:cubicBezTo>
                  <a:cubicBezTo>
                    <a:pt x="8043" y="22247"/>
                    <a:pt x="234" y="45846"/>
                    <a:pt x="234" y="69856"/>
                  </a:cubicBezTo>
                  <a:cubicBezTo>
                    <a:pt x="234" y="92225"/>
                    <a:pt x="7016" y="116235"/>
                    <a:pt x="16675" y="127727"/>
                  </a:cubicBezTo>
                  <a:cubicBezTo>
                    <a:pt x="24278" y="136756"/>
                    <a:pt x="34759" y="141681"/>
                    <a:pt x="46679" y="141681"/>
                  </a:cubicBezTo>
                  <a:cubicBezTo>
                    <a:pt x="57160" y="141681"/>
                    <a:pt x="65996" y="138193"/>
                    <a:pt x="73395" y="131010"/>
                  </a:cubicBezTo>
                  <a:cubicBezTo>
                    <a:pt x="85314" y="119723"/>
                    <a:pt x="93123" y="95919"/>
                    <a:pt x="93123" y="71088"/>
                  </a:cubicBezTo>
                  <a:cubicBezTo>
                    <a:pt x="93123" y="29019"/>
                    <a:pt x="74422" y="84"/>
                    <a:pt x="47501" y="84"/>
                  </a:cubicBezTo>
                  <a:close/>
                  <a:moveTo>
                    <a:pt x="46884" y="5419"/>
                  </a:moveTo>
                  <a:cubicBezTo>
                    <a:pt x="64147" y="5419"/>
                    <a:pt x="73395" y="28609"/>
                    <a:pt x="73395" y="71498"/>
                  </a:cubicBezTo>
                  <a:cubicBezTo>
                    <a:pt x="73395" y="114388"/>
                    <a:pt x="64352" y="136346"/>
                    <a:pt x="46679" y="136346"/>
                  </a:cubicBezTo>
                  <a:cubicBezTo>
                    <a:pt x="29005" y="136346"/>
                    <a:pt x="19963" y="114388"/>
                    <a:pt x="19963" y="71703"/>
                  </a:cubicBezTo>
                  <a:cubicBezTo>
                    <a:pt x="19963" y="28198"/>
                    <a:pt x="29210" y="5419"/>
                    <a:pt x="46884" y="541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F32A63EA-A759-2A11-DFCC-993707154ED3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8892249" y="3082879"/>
              <a:ext cx="64429" cy="277316"/>
            </a:xfrm>
            <a:custGeom>
              <a:avLst/>
              <a:gdLst>
                <a:gd name="connsiteX0" fmla="*/ 64669 w 64429"/>
                <a:gd name="connsiteY0" fmla="*/ 138739 h 277316"/>
                <a:gd name="connsiteX1" fmla="*/ 46340 w 64429"/>
                <a:gd name="connsiteY1" fmla="*/ 52216 h 277316"/>
                <a:gd name="connsiteX2" fmla="*/ 3016 w 64429"/>
                <a:gd name="connsiteY2" fmla="*/ 81 h 277316"/>
                <a:gd name="connsiteX3" fmla="*/ 239 w 64429"/>
                <a:gd name="connsiteY3" fmla="*/ 2854 h 277316"/>
                <a:gd name="connsiteX4" fmla="*/ 5516 w 64429"/>
                <a:gd name="connsiteY4" fmla="*/ 9232 h 277316"/>
                <a:gd name="connsiteX5" fmla="*/ 48561 w 64429"/>
                <a:gd name="connsiteY5" fmla="*/ 138739 h 277316"/>
                <a:gd name="connsiteX6" fmla="*/ 3849 w 64429"/>
                <a:gd name="connsiteY6" fmla="*/ 269909 h 277316"/>
                <a:gd name="connsiteX7" fmla="*/ 239 w 64429"/>
                <a:gd name="connsiteY7" fmla="*/ 274624 h 277316"/>
                <a:gd name="connsiteX8" fmla="*/ 3016 w 64429"/>
                <a:gd name="connsiteY8" fmla="*/ 277397 h 277316"/>
                <a:gd name="connsiteX9" fmla="*/ 47173 w 64429"/>
                <a:gd name="connsiteY9" fmla="*/ 223320 h 277316"/>
                <a:gd name="connsiteX10" fmla="*/ 64669 w 64429"/>
                <a:gd name="connsiteY10" fmla="*/ 138739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69" y="138739"/>
                  </a:moveTo>
                  <a:cubicBezTo>
                    <a:pt x="64669" y="117108"/>
                    <a:pt x="61614" y="83553"/>
                    <a:pt x="46340" y="52216"/>
                  </a:cubicBezTo>
                  <a:cubicBezTo>
                    <a:pt x="29677" y="18106"/>
                    <a:pt x="5793" y="81"/>
                    <a:pt x="3016" y="81"/>
                  </a:cubicBezTo>
                  <a:cubicBezTo>
                    <a:pt x="1350" y="81"/>
                    <a:pt x="239" y="1190"/>
                    <a:pt x="239" y="2854"/>
                  </a:cubicBezTo>
                  <a:cubicBezTo>
                    <a:pt x="239" y="3686"/>
                    <a:pt x="239" y="4241"/>
                    <a:pt x="5516" y="9232"/>
                  </a:cubicBezTo>
                  <a:cubicBezTo>
                    <a:pt x="32732" y="36686"/>
                    <a:pt x="48561" y="80780"/>
                    <a:pt x="48561" y="138739"/>
                  </a:cubicBezTo>
                  <a:cubicBezTo>
                    <a:pt x="48561" y="186160"/>
                    <a:pt x="38286" y="234968"/>
                    <a:pt x="3849" y="269909"/>
                  </a:cubicBezTo>
                  <a:cubicBezTo>
                    <a:pt x="239" y="273237"/>
                    <a:pt x="239" y="273792"/>
                    <a:pt x="239" y="274624"/>
                  </a:cubicBezTo>
                  <a:cubicBezTo>
                    <a:pt x="239" y="276288"/>
                    <a:pt x="1350" y="277397"/>
                    <a:pt x="3016" y="277397"/>
                  </a:cubicBezTo>
                  <a:cubicBezTo>
                    <a:pt x="5793" y="277397"/>
                    <a:pt x="30788" y="258539"/>
                    <a:pt x="47173" y="223320"/>
                  </a:cubicBezTo>
                  <a:cubicBezTo>
                    <a:pt x="61336" y="192815"/>
                    <a:pt x="64669" y="162033"/>
                    <a:pt x="64669" y="13873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D8BB4535-06D1-60D1-CCDF-3FFA0EFADA4C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9012067" y="3082879"/>
              <a:ext cx="64429" cy="277316"/>
            </a:xfrm>
            <a:custGeom>
              <a:avLst/>
              <a:gdLst>
                <a:gd name="connsiteX0" fmla="*/ 64673 w 64429"/>
                <a:gd name="connsiteY0" fmla="*/ 274624 h 277316"/>
                <a:gd name="connsiteX1" fmla="*/ 59952 w 64429"/>
                <a:gd name="connsiteY1" fmla="*/ 268523 h 277316"/>
                <a:gd name="connsiteX2" fmla="*/ 16350 w 64429"/>
                <a:gd name="connsiteY2" fmla="*/ 138739 h 277316"/>
                <a:gd name="connsiteX3" fmla="*/ 61062 w 64429"/>
                <a:gd name="connsiteY3" fmla="*/ 7568 h 277316"/>
                <a:gd name="connsiteX4" fmla="*/ 64673 w 64429"/>
                <a:gd name="connsiteY4" fmla="*/ 2854 h 277316"/>
                <a:gd name="connsiteX5" fmla="*/ 61895 w 64429"/>
                <a:gd name="connsiteY5" fmla="*/ 81 h 277316"/>
                <a:gd name="connsiteX6" fmla="*/ 17739 w 64429"/>
                <a:gd name="connsiteY6" fmla="*/ 54157 h 277316"/>
                <a:gd name="connsiteX7" fmla="*/ 243 w 64429"/>
                <a:gd name="connsiteY7" fmla="*/ 138739 h 277316"/>
                <a:gd name="connsiteX8" fmla="*/ 18572 w 64429"/>
                <a:gd name="connsiteY8" fmla="*/ 225261 h 277316"/>
                <a:gd name="connsiteX9" fmla="*/ 61895 w 64429"/>
                <a:gd name="connsiteY9" fmla="*/ 277397 h 277316"/>
                <a:gd name="connsiteX10" fmla="*/ 64673 w 64429"/>
                <a:gd name="connsiteY10" fmla="*/ 274624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73" y="274624"/>
                  </a:moveTo>
                  <a:cubicBezTo>
                    <a:pt x="64673" y="273792"/>
                    <a:pt x="64673" y="273237"/>
                    <a:pt x="59952" y="268523"/>
                  </a:cubicBezTo>
                  <a:cubicBezTo>
                    <a:pt x="25237" y="233581"/>
                    <a:pt x="16350" y="181168"/>
                    <a:pt x="16350" y="138739"/>
                  </a:cubicBezTo>
                  <a:cubicBezTo>
                    <a:pt x="16350" y="90486"/>
                    <a:pt x="26904" y="42233"/>
                    <a:pt x="61062" y="7568"/>
                  </a:cubicBezTo>
                  <a:cubicBezTo>
                    <a:pt x="64673" y="4241"/>
                    <a:pt x="64673" y="3686"/>
                    <a:pt x="64673" y="2854"/>
                  </a:cubicBezTo>
                  <a:cubicBezTo>
                    <a:pt x="64673" y="913"/>
                    <a:pt x="63562" y="81"/>
                    <a:pt x="61895" y="81"/>
                  </a:cubicBezTo>
                  <a:cubicBezTo>
                    <a:pt x="59118" y="81"/>
                    <a:pt x="34124" y="18938"/>
                    <a:pt x="17739" y="54157"/>
                  </a:cubicBezTo>
                  <a:cubicBezTo>
                    <a:pt x="3576" y="84662"/>
                    <a:pt x="243" y="115444"/>
                    <a:pt x="243" y="138739"/>
                  </a:cubicBezTo>
                  <a:cubicBezTo>
                    <a:pt x="243" y="160370"/>
                    <a:pt x="3298" y="193925"/>
                    <a:pt x="18572" y="225261"/>
                  </a:cubicBezTo>
                  <a:cubicBezTo>
                    <a:pt x="35235" y="259371"/>
                    <a:pt x="59118" y="277397"/>
                    <a:pt x="61895" y="277397"/>
                  </a:cubicBezTo>
                  <a:cubicBezTo>
                    <a:pt x="63562" y="277397"/>
                    <a:pt x="64673" y="276565"/>
                    <a:pt x="64673" y="27462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B577C635-B395-2544-D760-00D047D1160E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9085228" y="3168570"/>
              <a:ext cx="131636" cy="125346"/>
            </a:xfrm>
            <a:custGeom>
              <a:avLst/>
              <a:gdLst>
                <a:gd name="connsiteX0" fmla="*/ 119386 w 131636"/>
                <a:gd name="connsiteY0" fmla="*/ 91596 h 125346"/>
                <a:gd name="connsiteX1" fmla="*/ 113276 w 131636"/>
                <a:gd name="connsiteY1" fmla="*/ 99083 h 125346"/>
                <a:gd name="connsiteX2" fmla="*/ 100501 w 131636"/>
                <a:gd name="connsiteY2" fmla="*/ 110176 h 125346"/>
                <a:gd name="connsiteX3" fmla="*/ 91892 w 131636"/>
                <a:gd name="connsiteY3" fmla="*/ 98806 h 125346"/>
                <a:gd name="connsiteX4" fmla="*/ 90781 w 131636"/>
                <a:gd name="connsiteY4" fmla="*/ 94092 h 125346"/>
                <a:gd name="connsiteX5" fmla="*/ 80783 w 131636"/>
                <a:gd name="connsiteY5" fmla="*/ 49166 h 125346"/>
                <a:gd name="connsiteX6" fmla="*/ 107999 w 131636"/>
                <a:gd name="connsiteY6" fmla="*/ 15611 h 125346"/>
                <a:gd name="connsiteX7" fmla="*/ 114664 w 131636"/>
                <a:gd name="connsiteY7" fmla="*/ 17830 h 125346"/>
                <a:gd name="connsiteX8" fmla="*/ 122163 w 131636"/>
                <a:gd name="connsiteY8" fmla="*/ 20326 h 125346"/>
                <a:gd name="connsiteX9" fmla="*/ 131883 w 131636"/>
                <a:gd name="connsiteY9" fmla="*/ 10342 h 125346"/>
                <a:gd name="connsiteX10" fmla="*/ 120496 w 131636"/>
                <a:gd name="connsiteY10" fmla="*/ 81 h 125346"/>
                <a:gd name="connsiteX11" fmla="*/ 78562 w 131636"/>
                <a:gd name="connsiteY11" fmla="*/ 39738 h 125346"/>
                <a:gd name="connsiteX12" fmla="*/ 75507 w 131636"/>
                <a:gd name="connsiteY12" fmla="*/ 24485 h 125346"/>
                <a:gd name="connsiteX13" fmla="*/ 61066 w 131636"/>
                <a:gd name="connsiteY13" fmla="*/ 81 h 125346"/>
                <a:gd name="connsiteX14" fmla="*/ 28573 w 131636"/>
                <a:gd name="connsiteY14" fmla="*/ 8124 h 125346"/>
                <a:gd name="connsiteX15" fmla="*/ 25518 w 131636"/>
                <a:gd name="connsiteY15" fmla="*/ 9233 h 125346"/>
                <a:gd name="connsiteX16" fmla="*/ 26629 w 131636"/>
                <a:gd name="connsiteY16" fmla="*/ 13393 h 125346"/>
                <a:gd name="connsiteX17" fmla="*/ 42181 w 131636"/>
                <a:gd name="connsiteY17" fmla="*/ 10342 h 125346"/>
                <a:gd name="connsiteX18" fmla="*/ 54678 w 131636"/>
                <a:gd name="connsiteY18" fmla="*/ 29477 h 125346"/>
                <a:gd name="connsiteX19" fmla="*/ 62732 w 131636"/>
                <a:gd name="connsiteY19" fmla="*/ 63587 h 125346"/>
                <a:gd name="connsiteX20" fmla="*/ 39959 w 131636"/>
                <a:gd name="connsiteY20" fmla="*/ 96033 h 125346"/>
                <a:gd name="connsiteX21" fmla="*/ 25796 w 131636"/>
                <a:gd name="connsiteY21" fmla="*/ 109344 h 125346"/>
                <a:gd name="connsiteX22" fmla="*/ 18576 w 131636"/>
                <a:gd name="connsiteY22" fmla="*/ 106848 h 125346"/>
                <a:gd name="connsiteX23" fmla="*/ 9689 w 131636"/>
                <a:gd name="connsiteY23" fmla="*/ 104075 h 125346"/>
                <a:gd name="connsiteX24" fmla="*/ 246 w 131636"/>
                <a:gd name="connsiteY24" fmla="*/ 113781 h 125346"/>
                <a:gd name="connsiteX25" fmla="*/ 14132 w 131636"/>
                <a:gd name="connsiteY25" fmla="*/ 125428 h 125346"/>
                <a:gd name="connsiteX26" fmla="*/ 39959 w 131636"/>
                <a:gd name="connsiteY26" fmla="*/ 106016 h 125346"/>
                <a:gd name="connsiteX27" fmla="*/ 64954 w 131636"/>
                <a:gd name="connsiteY27" fmla="*/ 73570 h 125346"/>
                <a:gd name="connsiteX28" fmla="*/ 73285 w 131636"/>
                <a:gd name="connsiteY28" fmla="*/ 106848 h 125346"/>
                <a:gd name="connsiteX29" fmla="*/ 89392 w 131636"/>
                <a:gd name="connsiteY29" fmla="*/ 125428 h 125346"/>
                <a:gd name="connsiteX30" fmla="*/ 123274 w 131636"/>
                <a:gd name="connsiteY30" fmla="*/ 93814 h 125346"/>
                <a:gd name="connsiteX31" fmla="*/ 119386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86" y="91596"/>
                  </a:moveTo>
                  <a:cubicBezTo>
                    <a:pt x="117164" y="94092"/>
                    <a:pt x="115775" y="95756"/>
                    <a:pt x="113276" y="99083"/>
                  </a:cubicBezTo>
                  <a:cubicBezTo>
                    <a:pt x="106888" y="107403"/>
                    <a:pt x="103556" y="110176"/>
                    <a:pt x="100501" y="110176"/>
                  </a:cubicBezTo>
                  <a:cubicBezTo>
                    <a:pt x="96335" y="110176"/>
                    <a:pt x="93836" y="106571"/>
                    <a:pt x="91892" y="98806"/>
                  </a:cubicBezTo>
                  <a:cubicBezTo>
                    <a:pt x="91336" y="96587"/>
                    <a:pt x="91059" y="94924"/>
                    <a:pt x="90781" y="94092"/>
                  </a:cubicBezTo>
                  <a:cubicBezTo>
                    <a:pt x="83838" y="66083"/>
                    <a:pt x="80783" y="53326"/>
                    <a:pt x="80783" y="49166"/>
                  </a:cubicBezTo>
                  <a:cubicBezTo>
                    <a:pt x="93003" y="27813"/>
                    <a:pt x="103000" y="15611"/>
                    <a:pt x="107999" y="15611"/>
                  </a:cubicBezTo>
                  <a:cubicBezTo>
                    <a:pt x="109666" y="15611"/>
                    <a:pt x="111887" y="16443"/>
                    <a:pt x="114664" y="17830"/>
                  </a:cubicBezTo>
                  <a:cubicBezTo>
                    <a:pt x="117997" y="19771"/>
                    <a:pt x="119941" y="20326"/>
                    <a:pt x="122163" y="20326"/>
                  </a:cubicBezTo>
                  <a:cubicBezTo>
                    <a:pt x="127995" y="20326"/>
                    <a:pt x="131883" y="16166"/>
                    <a:pt x="131883" y="10342"/>
                  </a:cubicBezTo>
                  <a:cubicBezTo>
                    <a:pt x="131883" y="4518"/>
                    <a:pt x="127162" y="81"/>
                    <a:pt x="120496" y="81"/>
                  </a:cubicBezTo>
                  <a:cubicBezTo>
                    <a:pt x="108277" y="81"/>
                    <a:pt x="97724" y="10065"/>
                    <a:pt x="78562" y="39738"/>
                  </a:cubicBezTo>
                  <a:lnTo>
                    <a:pt x="75507" y="24485"/>
                  </a:lnTo>
                  <a:cubicBezTo>
                    <a:pt x="71619" y="5628"/>
                    <a:pt x="68564" y="81"/>
                    <a:pt x="61066" y="81"/>
                  </a:cubicBezTo>
                  <a:cubicBezTo>
                    <a:pt x="54956" y="81"/>
                    <a:pt x="45514" y="2577"/>
                    <a:pt x="28573" y="8124"/>
                  </a:cubicBezTo>
                  <a:lnTo>
                    <a:pt x="25518" y="9233"/>
                  </a:lnTo>
                  <a:lnTo>
                    <a:pt x="26629" y="13393"/>
                  </a:lnTo>
                  <a:cubicBezTo>
                    <a:pt x="37182" y="10897"/>
                    <a:pt x="39682" y="10342"/>
                    <a:pt x="42181" y="10342"/>
                  </a:cubicBezTo>
                  <a:cubicBezTo>
                    <a:pt x="49124" y="10342"/>
                    <a:pt x="50790" y="12838"/>
                    <a:pt x="54678" y="29477"/>
                  </a:cubicBezTo>
                  <a:lnTo>
                    <a:pt x="62732" y="63587"/>
                  </a:lnTo>
                  <a:lnTo>
                    <a:pt x="39959" y="96033"/>
                  </a:lnTo>
                  <a:cubicBezTo>
                    <a:pt x="34405" y="104352"/>
                    <a:pt x="28851" y="109344"/>
                    <a:pt x="25796" y="109344"/>
                  </a:cubicBezTo>
                  <a:cubicBezTo>
                    <a:pt x="24130" y="109344"/>
                    <a:pt x="21353" y="108512"/>
                    <a:pt x="18576" y="106848"/>
                  </a:cubicBezTo>
                  <a:cubicBezTo>
                    <a:pt x="14965" y="104907"/>
                    <a:pt x="11910" y="104075"/>
                    <a:pt x="9689" y="104075"/>
                  </a:cubicBezTo>
                  <a:cubicBezTo>
                    <a:pt x="4412" y="104075"/>
                    <a:pt x="246" y="108235"/>
                    <a:pt x="246" y="113781"/>
                  </a:cubicBezTo>
                  <a:cubicBezTo>
                    <a:pt x="246" y="120991"/>
                    <a:pt x="5801" y="125428"/>
                    <a:pt x="14132" y="125428"/>
                  </a:cubicBezTo>
                  <a:cubicBezTo>
                    <a:pt x="22741" y="125428"/>
                    <a:pt x="26074" y="122933"/>
                    <a:pt x="39959" y="106016"/>
                  </a:cubicBezTo>
                  <a:cubicBezTo>
                    <a:pt x="47458" y="97142"/>
                    <a:pt x="53290" y="89655"/>
                    <a:pt x="64954" y="73570"/>
                  </a:cubicBezTo>
                  <a:lnTo>
                    <a:pt x="73285" y="106848"/>
                  </a:lnTo>
                  <a:cubicBezTo>
                    <a:pt x="76895" y="120991"/>
                    <a:pt x="80506" y="125428"/>
                    <a:pt x="89392" y="125428"/>
                  </a:cubicBezTo>
                  <a:cubicBezTo>
                    <a:pt x="99946" y="125428"/>
                    <a:pt x="107166" y="118773"/>
                    <a:pt x="123274" y="93814"/>
                  </a:cubicBezTo>
                  <a:lnTo>
                    <a:pt x="119386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58A3A452-3412-2A40-96A7-AAD71048961C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9279091" y="3215991"/>
              <a:ext cx="169682" cy="11092"/>
            </a:xfrm>
            <a:custGeom>
              <a:avLst/>
              <a:gdLst>
                <a:gd name="connsiteX0" fmla="*/ 160215 w 169682"/>
                <a:gd name="connsiteY0" fmla="*/ 11174 h 11092"/>
                <a:gd name="connsiteX1" fmla="*/ 169935 w 169682"/>
                <a:gd name="connsiteY1" fmla="*/ 5628 h 11092"/>
                <a:gd name="connsiteX2" fmla="*/ 160215 w 169682"/>
                <a:gd name="connsiteY2" fmla="*/ 81 h 11092"/>
                <a:gd name="connsiteX3" fmla="*/ 9972 w 169682"/>
                <a:gd name="connsiteY3" fmla="*/ 81 h 11092"/>
                <a:gd name="connsiteX4" fmla="*/ 252 w 169682"/>
                <a:gd name="connsiteY4" fmla="*/ 5628 h 11092"/>
                <a:gd name="connsiteX5" fmla="*/ 9972 w 169682"/>
                <a:gd name="connsiteY5" fmla="*/ 11174 h 11092"/>
                <a:gd name="connsiteX6" fmla="*/ 160215 w 169682"/>
                <a:gd name="connsiteY6" fmla="*/ 11174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215" y="11174"/>
                  </a:moveTo>
                  <a:cubicBezTo>
                    <a:pt x="164936" y="11174"/>
                    <a:pt x="169935" y="11174"/>
                    <a:pt x="169935" y="5628"/>
                  </a:cubicBezTo>
                  <a:cubicBezTo>
                    <a:pt x="169935" y="81"/>
                    <a:pt x="164936" y="81"/>
                    <a:pt x="160215" y="81"/>
                  </a:cubicBezTo>
                  <a:lnTo>
                    <a:pt x="9972" y="81"/>
                  </a:lnTo>
                  <a:cubicBezTo>
                    <a:pt x="5251" y="81"/>
                    <a:pt x="252" y="81"/>
                    <a:pt x="252" y="5628"/>
                  </a:cubicBezTo>
                  <a:cubicBezTo>
                    <a:pt x="252" y="11174"/>
                    <a:pt x="5251" y="11174"/>
                    <a:pt x="9972" y="11174"/>
                  </a:cubicBezTo>
                  <a:lnTo>
                    <a:pt x="160215" y="1117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1C08861D-5DEF-6787-A7FE-D4F986DACA67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9503847" y="3168570"/>
              <a:ext cx="131636" cy="125346"/>
            </a:xfrm>
            <a:custGeom>
              <a:avLst/>
              <a:gdLst>
                <a:gd name="connsiteX0" fmla="*/ 119401 w 131636"/>
                <a:gd name="connsiteY0" fmla="*/ 91596 h 125346"/>
                <a:gd name="connsiteX1" fmla="*/ 113291 w 131636"/>
                <a:gd name="connsiteY1" fmla="*/ 99083 h 125346"/>
                <a:gd name="connsiteX2" fmla="*/ 100516 w 131636"/>
                <a:gd name="connsiteY2" fmla="*/ 110176 h 125346"/>
                <a:gd name="connsiteX3" fmla="*/ 91907 w 131636"/>
                <a:gd name="connsiteY3" fmla="*/ 98806 h 125346"/>
                <a:gd name="connsiteX4" fmla="*/ 90796 w 131636"/>
                <a:gd name="connsiteY4" fmla="*/ 94092 h 125346"/>
                <a:gd name="connsiteX5" fmla="*/ 80798 w 131636"/>
                <a:gd name="connsiteY5" fmla="*/ 49166 h 125346"/>
                <a:gd name="connsiteX6" fmla="*/ 108014 w 131636"/>
                <a:gd name="connsiteY6" fmla="*/ 15611 h 125346"/>
                <a:gd name="connsiteX7" fmla="*/ 114679 w 131636"/>
                <a:gd name="connsiteY7" fmla="*/ 17830 h 125346"/>
                <a:gd name="connsiteX8" fmla="*/ 122178 w 131636"/>
                <a:gd name="connsiteY8" fmla="*/ 20326 h 125346"/>
                <a:gd name="connsiteX9" fmla="*/ 131898 w 131636"/>
                <a:gd name="connsiteY9" fmla="*/ 10342 h 125346"/>
                <a:gd name="connsiteX10" fmla="*/ 120511 w 131636"/>
                <a:gd name="connsiteY10" fmla="*/ 81 h 125346"/>
                <a:gd name="connsiteX11" fmla="*/ 78577 w 131636"/>
                <a:gd name="connsiteY11" fmla="*/ 39738 h 125346"/>
                <a:gd name="connsiteX12" fmla="*/ 75522 w 131636"/>
                <a:gd name="connsiteY12" fmla="*/ 24485 h 125346"/>
                <a:gd name="connsiteX13" fmla="*/ 61081 w 131636"/>
                <a:gd name="connsiteY13" fmla="*/ 81 h 125346"/>
                <a:gd name="connsiteX14" fmla="*/ 28588 w 131636"/>
                <a:gd name="connsiteY14" fmla="*/ 8124 h 125346"/>
                <a:gd name="connsiteX15" fmla="*/ 25533 w 131636"/>
                <a:gd name="connsiteY15" fmla="*/ 9233 h 125346"/>
                <a:gd name="connsiteX16" fmla="*/ 26644 w 131636"/>
                <a:gd name="connsiteY16" fmla="*/ 13393 h 125346"/>
                <a:gd name="connsiteX17" fmla="*/ 42196 w 131636"/>
                <a:gd name="connsiteY17" fmla="*/ 10342 h 125346"/>
                <a:gd name="connsiteX18" fmla="*/ 54693 w 131636"/>
                <a:gd name="connsiteY18" fmla="*/ 29477 h 125346"/>
                <a:gd name="connsiteX19" fmla="*/ 62747 w 131636"/>
                <a:gd name="connsiteY19" fmla="*/ 63587 h 125346"/>
                <a:gd name="connsiteX20" fmla="*/ 39974 w 131636"/>
                <a:gd name="connsiteY20" fmla="*/ 96033 h 125346"/>
                <a:gd name="connsiteX21" fmla="*/ 25811 w 131636"/>
                <a:gd name="connsiteY21" fmla="*/ 109344 h 125346"/>
                <a:gd name="connsiteX22" fmla="*/ 18590 w 131636"/>
                <a:gd name="connsiteY22" fmla="*/ 106848 h 125346"/>
                <a:gd name="connsiteX23" fmla="*/ 9704 w 131636"/>
                <a:gd name="connsiteY23" fmla="*/ 104075 h 125346"/>
                <a:gd name="connsiteX24" fmla="*/ 261 w 131636"/>
                <a:gd name="connsiteY24" fmla="*/ 113781 h 125346"/>
                <a:gd name="connsiteX25" fmla="*/ 14147 w 131636"/>
                <a:gd name="connsiteY25" fmla="*/ 125428 h 125346"/>
                <a:gd name="connsiteX26" fmla="*/ 39974 w 131636"/>
                <a:gd name="connsiteY26" fmla="*/ 106016 h 125346"/>
                <a:gd name="connsiteX27" fmla="*/ 64969 w 131636"/>
                <a:gd name="connsiteY27" fmla="*/ 73570 h 125346"/>
                <a:gd name="connsiteX28" fmla="*/ 73300 w 131636"/>
                <a:gd name="connsiteY28" fmla="*/ 106848 h 125346"/>
                <a:gd name="connsiteX29" fmla="*/ 89407 w 131636"/>
                <a:gd name="connsiteY29" fmla="*/ 125428 h 125346"/>
                <a:gd name="connsiteX30" fmla="*/ 123289 w 131636"/>
                <a:gd name="connsiteY30" fmla="*/ 93814 h 125346"/>
                <a:gd name="connsiteX31" fmla="*/ 119401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01" y="91596"/>
                  </a:moveTo>
                  <a:cubicBezTo>
                    <a:pt x="117179" y="94092"/>
                    <a:pt x="115790" y="95756"/>
                    <a:pt x="113291" y="99083"/>
                  </a:cubicBezTo>
                  <a:cubicBezTo>
                    <a:pt x="106903" y="107403"/>
                    <a:pt x="103571" y="110176"/>
                    <a:pt x="100516" y="110176"/>
                  </a:cubicBezTo>
                  <a:cubicBezTo>
                    <a:pt x="96350" y="110176"/>
                    <a:pt x="93851" y="106571"/>
                    <a:pt x="91907" y="98806"/>
                  </a:cubicBezTo>
                  <a:cubicBezTo>
                    <a:pt x="91351" y="96587"/>
                    <a:pt x="91074" y="94924"/>
                    <a:pt x="90796" y="94092"/>
                  </a:cubicBezTo>
                  <a:cubicBezTo>
                    <a:pt x="83853" y="66083"/>
                    <a:pt x="80798" y="53326"/>
                    <a:pt x="80798" y="49166"/>
                  </a:cubicBezTo>
                  <a:cubicBezTo>
                    <a:pt x="93018" y="27813"/>
                    <a:pt x="103015" y="15611"/>
                    <a:pt x="108014" y="15611"/>
                  </a:cubicBezTo>
                  <a:cubicBezTo>
                    <a:pt x="109681" y="15611"/>
                    <a:pt x="111902" y="16443"/>
                    <a:pt x="114679" y="17830"/>
                  </a:cubicBezTo>
                  <a:cubicBezTo>
                    <a:pt x="118012" y="19771"/>
                    <a:pt x="119956" y="20326"/>
                    <a:pt x="122178" y="20326"/>
                  </a:cubicBezTo>
                  <a:cubicBezTo>
                    <a:pt x="128010" y="20326"/>
                    <a:pt x="131898" y="16166"/>
                    <a:pt x="131898" y="10342"/>
                  </a:cubicBezTo>
                  <a:cubicBezTo>
                    <a:pt x="131898" y="4518"/>
                    <a:pt x="127177" y="81"/>
                    <a:pt x="120511" y="81"/>
                  </a:cubicBezTo>
                  <a:cubicBezTo>
                    <a:pt x="108292" y="81"/>
                    <a:pt x="97739" y="10065"/>
                    <a:pt x="78577" y="39738"/>
                  </a:cubicBezTo>
                  <a:lnTo>
                    <a:pt x="75522" y="24485"/>
                  </a:lnTo>
                  <a:cubicBezTo>
                    <a:pt x="71634" y="5628"/>
                    <a:pt x="68579" y="81"/>
                    <a:pt x="61081" y="81"/>
                  </a:cubicBezTo>
                  <a:cubicBezTo>
                    <a:pt x="54971" y="81"/>
                    <a:pt x="45529" y="2577"/>
                    <a:pt x="28588" y="8124"/>
                  </a:cubicBezTo>
                  <a:lnTo>
                    <a:pt x="25533" y="9233"/>
                  </a:lnTo>
                  <a:lnTo>
                    <a:pt x="26644" y="13393"/>
                  </a:lnTo>
                  <a:cubicBezTo>
                    <a:pt x="37197" y="10897"/>
                    <a:pt x="39697" y="10342"/>
                    <a:pt x="42196" y="10342"/>
                  </a:cubicBezTo>
                  <a:cubicBezTo>
                    <a:pt x="49139" y="10342"/>
                    <a:pt x="50805" y="12838"/>
                    <a:pt x="54693" y="29477"/>
                  </a:cubicBezTo>
                  <a:lnTo>
                    <a:pt x="62747" y="63587"/>
                  </a:lnTo>
                  <a:lnTo>
                    <a:pt x="39974" y="96033"/>
                  </a:lnTo>
                  <a:cubicBezTo>
                    <a:pt x="34420" y="104352"/>
                    <a:pt x="28866" y="109344"/>
                    <a:pt x="25811" y="109344"/>
                  </a:cubicBezTo>
                  <a:cubicBezTo>
                    <a:pt x="24145" y="109344"/>
                    <a:pt x="21368" y="108512"/>
                    <a:pt x="18590" y="106848"/>
                  </a:cubicBezTo>
                  <a:cubicBezTo>
                    <a:pt x="14980" y="104907"/>
                    <a:pt x="11925" y="104075"/>
                    <a:pt x="9704" y="104075"/>
                  </a:cubicBezTo>
                  <a:cubicBezTo>
                    <a:pt x="4427" y="104075"/>
                    <a:pt x="261" y="108235"/>
                    <a:pt x="261" y="113781"/>
                  </a:cubicBezTo>
                  <a:cubicBezTo>
                    <a:pt x="261" y="120991"/>
                    <a:pt x="5816" y="125428"/>
                    <a:pt x="14147" y="125428"/>
                  </a:cubicBezTo>
                  <a:cubicBezTo>
                    <a:pt x="22756" y="125428"/>
                    <a:pt x="26089" y="122933"/>
                    <a:pt x="39974" y="106016"/>
                  </a:cubicBezTo>
                  <a:cubicBezTo>
                    <a:pt x="47473" y="97142"/>
                    <a:pt x="53305" y="89655"/>
                    <a:pt x="64969" y="73570"/>
                  </a:cubicBezTo>
                  <a:lnTo>
                    <a:pt x="73300" y="106848"/>
                  </a:lnTo>
                  <a:cubicBezTo>
                    <a:pt x="76910" y="120991"/>
                    <a:pt x="80521" y="125428"/>
                    <a:pt x="89407" y="125428"/>
                  </a:cubicBezTo>
                  <a:cubicBezTo>
                    <a:pt x="99961" y="125428"/>
                    <a:pt x="107181" y="118773"/>
                    <a:pt x="123289" y="93814"/>
                  </a:cubicBezTo>
                  <a:lnTo>
                    <a:pt x="119401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13D67809-6F99-1720-19EF-873D71C82C59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9641276" y="3194190"/>
              <a:ext cx="91450" cy="138724"/>
            </a:xfrm>
            <a:custGeom>
              <a:avLst/>
              <a:gdLst>
                <a:gd name="connsiteX0" fmla="*/ 91716 w 91450"/>
                <a:gd name="connsiteY0" fmla="*/ 110694 h 138724"/>
                <a:gd name="connsiteX1" fmla="*/ 89045 w 91450"/>
                <a:gd name="connsiteY1" fmla="*/ 109668 h 138724"/>
                <a:gd name="connsiteX2" fmla="*/ 69521 w 91450"/>
                <a:gd name="connsiteY2" fmla="*/ 123212 h 138724"/>
                <a:gd name="connsiteX3" fmla="*/ 20405 w 91450"/>
                <a:gd name="connsiteY3" fmla="*/ 123212 h 138724"/>
                <a:gd name="connsiteX4" fmla="*/ 54930 w 91450"/>
                <a:gd name="connsiteY4" fmla="*/ 87094 h 138724"/>
                <a:gd name="connsiteX5" fmla="*/ 81235 w 91450"/>
                <a:gd name="connsiteY5" fmla="*/ 36407 h 138724"/>
                <a:gd name="connsiteX6" fmla="*/ 43216 w 91450"/>
                <a:gd name="connsiteY6" fmla="*/ 84 h 138724"/>
                <a:gd name="connsiteX7" fmla="*/ 13623 w 91450"/>
                <a:gd name="connsiteY7" fmla="*/ 12807 h 138724"/>
                <a:gd name="connsiteX8" fmla="*/ 471 w 91450"/>
                <a:gd name="connsiteY8" fmla="*/ 40921 h 138724"/>
                <a:gd name="connsiteX9" fmla="*/ 4786 w 91450"/>
                <a:gd name="connsiteY9" fmla="*/ 41947 h 138724"/>
                <a:gd name="connsiteX10" fmla="*/ 34585 w 91450"/>
                <a:gd name="connsiteY10" fmla="*/ 15270 h 138724"/>
                <a:gd name="connsiteX11" fmla="*/ 63562 w 91450"/>
                <a:gd name="connsiteY11" fmla="*/ 44205 h 138724"/>
                <a:gd name="connsiteX12" fmla="*/ 36846 w 91450"/>
                <a:gd name="connsiteY12" fmla="*/ 97560 h 138724"/>
                <a:gd name="connsiteX13" fmla="*/ 265 w 91450"/>
                <a:gd name="connsiteY13" fmla="*/ 136346 h 138724"/>
                <a:gd name="connsiteX14" fmla="*/ 265 w 91450"/>
                <a:gd name="connsiteY14" fmla="*/ 138808 h 138724"/>
                <a:gd name="connsiteX15" fmla="*/ 80413 w 91450"/>
                <a:gd name="connsiteY15" fmla="*/ 138808 h 138724"/>
                <a:gd name="connsiteX16" fmla="*/ 91716 w 91450"/>
                <a:gd name="connsiteY16" fmla="*/ 110694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716" y="110694"/>
                  </a:moveTo>
                  <a:lnTo>
                    <a:pt x="89045" y="109668"/>
                  </a:lnTo>
                  <a:cubicBezTo>
                    <a:pt x="81441" y="121365"/>
                    <a:pt x="78769" y="123212"/>
                    <a:pt x="69521" y="123212"/>
                  </a:cubicBezTo>
                  <a:lnTo>
                    <a:pt x="20405" y="123212"/>
                  </a:lnTo>
                  <a:lnTo>
                    <a:pt x="54930" y="87094"/>
                  </a:lnTo>
                  <a:cubicBezTo>
                    <a:pt x="73220" y="68010"/>
                    <a:pt x="81235" y="52413"/>
                    <a:pt x="81235" y="36407"/>
                  </a:cubicBezTo>
                  <a:cubicBezTo>
                    <a:pt x="81235" y="15885"/>
                    <a:pt x="64589" y="84"/>
                    <a:pt x="43216" y="84"/>
                  </a:cubicBezTo>
                  <a:cubicBezTo>
                    <a:pt x="31913" y="84"/>
                    <a:pt x="21227" y="4599"/>
                    <a:pt x="13623" y="12807"/>
                  </a:cubicBezTo>
                  <a:cubicBezTo>
                    <a:pt x="7047" y="19784"/>
                    <a:pt x="3964" y="26351"/>
                    <a:pt x="471" y="40921"/>
                  </a:cubicBezTo>
                  <a:lnTo>
                    <a:pt x="4786" y="41947"/>
                  </a:lnTo>
                  <a:cubicBezTo>
                    <a:pt x="13007" y="21836"/>
                    <a:pt x="20405" y="15270"/>
                    <a:pt x="34585" y="15270"/>
                  </a:cubicBezTo>
                  <a:cubicBezTo>
                    <a:pt x="51848" y="15270"/>
                    <a:pt x="63562" y="26967"/>
                    <a:pt x="63562" y="44205"/>
                  </a:cubicBezTo>
                  <a:cubicBezTo>
                    <a:pt x="63562" y="60211"/>
                    <a:pt x="54108" y="79296"/>
                    <a:pt x="36846" y="97560"/>
                  </a:cubicBezTo>
                  <a:lnTo>
                    <a:pt x="265" y="136346"/>
                  </a:lnTo>
                  <a:lnTo>
                    <a:pt x="265" y="138808"/>
                  </a:lnTo>
                  <a:lnTo>
                    <a:pt x="80413" y="138808"/>
                  </a:lnTo>
                  <a:lnTo>
                    <a:pt x="91716" y="11069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82C40F21-4840-7A33-DB19-866E219A116E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9768018" y="3082879"/>
              <a:ext cx="64429" cy="277316"/>
            </a:xfrm>
            <a:custGeom>
              <a:avLst/>
              <a:gdLst>
                <a:gd name="connsiteX0" fmla="*/ 64700 w 64429"/>
                <a:gd name="connsiteY0" fmla="*/ 138739 h 277316"/>
                <a:gd name="connsiteX1" fmla="*/ 46371 w 64429"/>
                <a:gd name="connsiteY1" fmla="*/ 52216 h 277316"/>
                <a:gd name="connsiteX2" fmla="*/ 3048 w 64429"/>
                <a:gd name="connsiteY2" fmla="*/ 81 h 277316"/>
                <a:gd name="connsiteX3" fmla="*/ 270 w 64429"/>
                <a:gd name="connsiteY3" fmla="*/ 2854 h 277316"/>
                <a:gd name="connsiteX4" fmla="*/ 5547 w 64429"/>
                <a:gd name="connsiteY4" fmla="*/ 9232 h 277316"/>
                <a:gd name="connsiteX5" fmla="*/ 48593 w 64429"/>
                <a:gd name="connsiteY5" fmla="*/ 138739 h 277316"/>
                <a:gd name="connsiteX6" fmla="*/ 3881 w 64429"/>
                <a:gd name="connsiteY6" fmla="*/ 269909 h 277316"/>
                <a:gd name="connsiteX7" fmla="*/ 270 w 64429"/>
                <a:gd name="connsiteY7" fmla="*/ 274624 h 277316"/>
                <a:gd name="connsiteX8" fmla="*/ 3048 w 64429"/>
                <a:gd name="connsiteY8" fmla="*/ 277397 h 277316"/>
                <a:gd name="connsiteX9" fmla="*/ 47204 w 64429"/>
                <a:gd name="connsiteY9" fmla="*/ 223320 h 277316"/>
                <a:gd name="connsiteX10" fmla="*/ 64700 w 64429"/>
                <a:gd name="connsiteY10" fmla="*/ 138739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00" y="138739"/>
                  </a:moveTo>
                  <a:cubicBezTo>
                    <a:pt x="64700" y="117108"/>
                    <a:pt x="61645" y="83553"/>
                    <a:pt x="46371" y="52216"/>
                  </a:cubicBezTo>
                  <a:cubicBezTo>
                    <a:pt x="29708" y="18106"/>
                    <a:pt x="5825" y="81"/>
                    <a:pt x="3048" y="81"/>
                  </a:cubicBezTo>
                  <a:cubicBezTo>
                    <a:pt x="1381" y="81"/>
                    <a:pt x="270" y="1190"/>
                    <a:pt x="270" y="2854"/>
                  </a:cubicBezTo>
                  <a:cubicBezTo>
                    <a:pt x="270" y="3686"/>
                    <a:pt x="270" y="4241"/>
                    <a:pt x="5547" y="9232"/>
                  </a:cubicBezTo>
                  <a:cubicBezTo>
                    <a:pt x="32763" y="36686"/>
                    <a:pt x="48593" y="80780"/>
                    <a:pt x="48593" y="138739"/>
                  </a:cubicBezTo>
                  <a:cubicBezTo>
                    <a:pt x="48593" y="186160"/>
                    <a:pt x="38317" y="234968"/>
                    <a:pt x="3881" y="269909"/>
                  </a:cubicBezTo>
                  <a:cubicBezTo>
                    <a:pt x="270" y="273237"/>
                    <a:pt x="270" y="273792"/>
                    <a:pt x="270" y="274624"/>
                  </a:cubicBezTo>
                  <a:cubicBezTo>
                    <a:pt x="270" y="276288"/>
                    <a:pt x="1381" y="277397"/>
                    <a:pt x="3048" y="277397"/>
                  </a:cubicBezTo>
                  <a:cubicBezTo>
                    <a:pt x="5825" y="277397"/>
                    <a:pt x="30819" y="258539"/>
                    <a:pt x="47204" y="223320"/>
                  </a:cubicBezTo>
                  <a:cubicBezTo>
                    <a:pt x="61367" y="192815"/>
                    <a:pt x="64700" y="162033"/>
                    <a:pt x="64700" y="13873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71F607F9-1018-D6A7-1113-2D5569BBFFBC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7992561" y="3404156"/>
              <a:ext cx="1984022" cy="11131"/>
            </a:xfrm>
            <a:custGeom>
              <a:avLst/>
              <a:gdLst>
                <a:gd name="connsiteX0" fmla="*/ 0 w 1984022"/>
                <a:gd name="connsiteY0" fmla="*/ 0 h 11131"/>
                <a:gd name="connsiteX1" fmla="*/ 1984023 w 1984022"/>
                <a:gd name="connsiteY1" fmla="*/ 0 h 11131"/>
                <a:gd name="connsiteX2" fmla="*/ 1984023 w 1984022"/>
                <a:gd name="connsiteY2" fmla="*/ 11132 h 11131"/>
                <a:gd name="connsiteX3" fmla="*/ 0 w 1984022"/>
                <a:gd name="connsiteY3" fmla="*/ 11132 h 11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022" h="11131">
                  <a:moveTo>
                    <a:pt x="0" y="0"/>
                  </a:moveTo>
                  <a:lnTo>
                    <a:pt x="1984023" y="0"/>
                  </a:lnTo>
                  <a:lnTo>
                    <a:pt x="1984023" y="11132"/>
                  </a:lnTo>
                  <a:lnTo>
                    <a:pt x="0" y="1113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4E414415-6DCF-F2AE-EEF0-618C130E028F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8020054" y="3462275"/>
              <a:ext cx="64429" cy="277316"/>
            </a:xfrm>
            <a:custGeom>
              <a:avLst/>
              <a:gdLst>
                <a:gd name="connsiteX0" fmla="*/ 64637 w 64429"/>
                <a:gd name="connsiteY0" fmla="*/ 274637 h 277316"/>
                <a:gd name="connsiteX1" fmla="*/ 59916 w 64429"/>
                <a:gd name="connsiteY1" fmla="*/ 268536 h 277316"/>
                <a:gd name="connsiteX2" fmla="*/ 16315 w 64429"/>
                <a:gd name="connsiteY2" fmla="*/ 138752 h 277316"/>
                <a:gd name="connsiteX3" fmla="*/ 61027 w 64429"/>
                <a:gd name="connsiteY3" fmla="*/ 7582 h 277316"/>
                <a:gd name="connsiteX4" fmla="*/ 64637 w 64429"/>
                <a:gd name="connsiteY4" fmla="*/ 2868 h 277316"/>
                <a:gd name="connsiteX5" fmla="*/ 61860 w 64429"/>
                <a:gd name="connsiteY5" fmla="*/ 94 h 277316"/>
                <a:gd name="connsiteX6" fmla="*/ 17704 w 64429"/>
                <a:gd name="connsiteY6" fmla="*/ 54171 h 277316"/>
                <a:gd name="connsiteX7" fmla="*/ 208 w 64429"/>
                <a:gd name="connsiteY7" fmla="*/ 138752 h 277316"/>
                <a:gd name="connsiteX8" fmla="*/ 18537 w 64429"/>
                <a:gd name="connsiteY8" fmla="*/ 225275 h 277316"/>
                <a:gd name="connsiteX9" fmla="*/ 61860 w 64429"/>
                <a:gd name="connsiteY9" fmla="*/ 277410 h 277316"/>
                <a:gd name="connsiteX10" fmla="*/ 64637 w 64429"/>
                <a:gd name="connsiteY10" fmla="*/ 274637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37" y="274637"/>
                  </a:moveTo>
                  <a:cubicBezTo>
                    <a:pt x="64637" y="273805"/>
                    <a:pt x="64637" y="273251"/>
                    <a:pt x="59916" y="268536"/>
                  </a:cubicBezTo>
                  <a:cubicBezTo>
                    <a:pt x="25202" y="233595"/>
                    <a:pt x="16315" y="181182"/>
                    <a:pt x="16315" y="138752"/>
                  </a:cubicBezTo>
                  <a:cubicBezTo>
                    <a:pt x="16315" y="90499"/>
                    <a:pt x="26868" y="42246"/>
                    <a:pt x="61027" y="7582"/>
                  </a:cubicBezTo>
                  <a:cubicBezTo>
                    <a:pt x="64637" y="4254"/>
                    <a:pt x="64637" y="3699"/>
                    <a:pt x="64637" y="2868"/>
                  </a:cubicBezTo>
                  <a:cubicBezTo>
                    <a:pt x="64637" y="926"/>
                    <a:pt x="63526" y="94"/>
                    <a:pt x="61860" y="94"/>
                  </a:cubicBezTo>
                  <a:cubicBezTo>
                    <a:pt x="59083" y="94"/>
                    <a:pt x="34089" y="18952"/>
                    <a:pt x="17704" y="54171"/>
                  </a:cubicBezTo>
                  <a:cubicBezTo>
                    <a:pt x="3540" y="84676"/>
                    <a:pt x="208" y="115458"/>
                    <a:pt x="208" y="138752"/>
                  </a:cubicBezTo>
                  <a:cubicBezTo>
                    <a:pt x="208" y="160383"/>
                    <a:pt x="3263" y="193938"/>
                    <a:pt x="18537" y="225275"/>
                  </a:cubicBezTo>
                  <a:cubicBezTo>
                    <a:pt x="35200" y="259385"/>
                    <a:pt x="59083" y="277410"/>
                    <a:pt x="61860" y="277410"/>
                  </a:cubicBezTo>
                  <a:cubicBezTo>
                    <a:pt x="63526" y="277410"/>
                    <a:pt x="64637" y="276579"/>
                    <a:pt x="64637" y="27463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F3050E58-170D-CFC6-FE61-1EA41BBC1F30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8093216" y="3547966"/>
              <a:ext cx="131636" cy="125346"/>
            </a:xfrm>
            <a:custGeom>
              <a:avLst/>
              <a:gdLst>
                <a:gd name="connsiteX0" fmla="*/ 119350 w 131636"/>
                <a:gd name="connsiteY0" fmla="*/ 91609 h 125346"/>
                <a:gd name="connsiteX1" fmla="*/ 113240 w 131636"/>
                <a:gd name="connsiteY1" fmla="*/ 99097 h 125346"/>
                <a:gd name="connsiteX2" fmla="*/ 100466 w 131636"/>
                <a:gd name="connsiteY2" fmla="*/ 110190 h 125346"/>
                <a:gd name="connsiteX3" fmla="*/ 91856 w 131636"/>
                <a:gd name="connsiteY3" fmla="*/ 98820 h 125346"/>
                <a:gd name="connsiteX4" fmla="*/ 90746 w 131636"/>
                <a:gd name="connsiteY4" fmla="*/ 94105 h 125346"/>
                <a:gd name="connsiteX5" fmla="*/ 80748 w 131636"/>
                <a:gd name="connsiteY5" fmla="*/ 49180 h 125346"/>
                <a:gd name="connsiteX6" fmla="*/ 107964 w 131636"/>
                <a:gd name="connsiteY6" fmla="*/ 15625 h 125346"/>
                <a:gd name="connsiteX7" fmla="*/ 114629 w 131636"/>
                <a:gd name="connsiteY7" fmla="*/ 17843 h 125346"/>
                <a:gd name="connsiteX8" fmla="*/ 122127 w 131636"/>
                <a:gd name="connsiteY8" fmla="*/ 20339 h 125346"/>
                <a:gd name="connsiteX9" fmla="*/ 131847 w 131636"/>
                <a:gd name="connsiteY9" fmla="*/ 10356 h 125346"/>
                <a:gd name="connsiteX10" fmla="*/ 120461 w 131636"/>
                <a:gd name="connsiteY10" fmla="*/ 95 h 125346"/>
                <a:gd name="connsiteX11" fmla="*/ 78526 w 131636"/>
                <a:gd name="connsiteY11" fmla="*/ 39751 h 125346"/>
                <a:gd name="connsiteX12" fmla="*/ 75471 w 131636"/>
                <a:gd name="connsiteY12" fmla="*/ 24499 h 125346"/>
                <a:gd name="connsiteX13" fmla="*/ 61030 w 131636"/>
                <a:gd name="connsiteY13" fmla="*/ 95 h 125346"/>
                <a:gd name="connsiteX14" fmla="*/ 28538 w 131636"/>
                <a:gd name="connsiteY14" fmla="*/ 8137 h 125346"/>
                <a:gd name="connsiteX15" fmla="*/ 25483 w 131636"/>
                <a:gd name="connsiteY15" fmla="*/ 9246 h 125346"/>
                <a:gd name="connsiteX16" fmla="*/ 26594 w 131636"/>
                <a:gd name="connsiteY16" fmla="*/ 13406 h 125346"/>
                <a:gd name="connsiteX17" fmla="*/ 42146 w 131636"/>
                <a:gd name="connsiteY17" fmla="*/ 10356 h 125346"/>
                <a:gd name="connsiteX18" fmla="*/ 54643 w 131636"/>
                <a:gd name="connsiteY18" fmla="*/ 29491 h 125346"/>
                <a:gd name="connsiteX19" fmla="*/ 62697 w 131636"/>
                <a:gd name="connsiteY19" fmla="*/ 63600 h 125346"/>
                <a:gd name="connsiteX20" fmla="*/ 39924 w 131636"/>
                <a:gd name="connsiteY20" fmla="*/ 96046 h 125346"/>
                <a:gd name="connsiteX21" fmla="*/ 25761 w 131636"/>
                <a:gd name="connsiteY21" fmla="*/ 109358 h 125346"/>
                <a:gd name="connsiteX22" fmla="*/ 18540 w 131636"/>
                <a:gd name="connsiteY22" fmla="*/ 106862 h 125346"/>
                <a:gd name="connsiteX23" fmla="*/ 9653 w 131636"/>
                <a:gd name="connsiteY23" fmla="*/ 104089 h 125346"/>
                <a:gd name="connsiteX24" fmla="*/ 211 w 131636"/>
                <a:gd name="connsiteY24" fmla="*/ 113795 h 125346"/>
                <a:gd name="connsiteX25" fmla="*/ 14097 w 131636"/>
                <a:gd name="connsiteY25" fmla="*/ 125442 h 125346"/>
                <a:gd name="connsiteX26" fmla="*/ 39924 w 131636"/>
                <a:gd name="connsiteY26" fmla="*/ 106030 h 125346"/>
                <a:gd name="connsiteX27" fmla="*/ 64918 w 131636"/>
                <a:gd name="connsiteY27" fmla="*/ 73584 h 125346"/>
                <a:gd name="connsiteX28" fmla="*/ 73250 w 131636"/>
                <a:gd name="connsiteY28" fmla="*/ 106862 h 125346"/>
                <a:gd name="connsiteX29" fmla="*/ 89357 w 131636"/>
                <a:gd name="connsiteY29" fmla="*/ 125442 h 125346"/>
                <a:gd name="connsiteX30" fmla="*/ 123238 w 131636"/>
                <a:gd name="connsiteY30" fmla="*/ 93828 h 125346"/>
                <a:gd name="connsiteX31" fmla="*/ 119350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50" y="91609"/>
                  </a:moveTo>
                  <a:cubicBezTo>
                    <a:pt x="117128" y="94105"/>
                    <a:pt x="115740" y="95769"/>
                    <a:pt x="113240" y="99097"/>
                  </a:cubicBezTo>
                  <a:cubicBezTo>
                    <a:pt x="106853" y="107416"/>
                    <a:pt x="103520" y="110190"/>
                    <a:pt x="100466" y="110190"/>
                  </a:cubicBezTo>
                  <a:cubicBezTo>
                    <a:pt x="96300" y="110190"/>
                    <a:pt x="93800" y="106584"/>
                    <a:pt x="91856" y="98820"/>
                  </a:cubicBezTo>
                  <a:cubicBezTo>
                    <a:pt x="91301" y="96601"/>
                    <a:pt x="91023" y="94937"/>
                    <a:pt x="90746" y="94105"/>
                  </a:cubicBezTo>
                  <a:cubicBezTo>
                    <a:pt x="83803" y="66096"/>
                    <a:pt x="80748" y="53340"/>
                    <a:pt x="80748" y="49180"/>
                  </a:cubicBezTo>
                  <a:cubicBezTo>
                    <a:pt x="92967" y="27827"/>
                    <a:pt x="102965" y="15625"/>
                    <a:pt x="107964" y="15625"/>
                  </a:cubicBezTo>
                  <a:cubicBezTo>
                    <a:pt x="109630" y="15625"/>
                    <a:pt x="111852" y="16457"/>
                    <a:pt x="114629" y="17843"/>
                  </a:cubicBezTo>
                  <a:cubicBezTo>
                    <a:pt x="117962" y="19784"/>
                    <a:pt x="119906" y="20339"/>
                    <a:pt x="122127" y="20339"/>
                  </a:cubicBezTo>
                  <a:cubicBezTo>
                    <a:pt x="127959" y="20339"/>
                    <a:pt x="131847" y="16179"/>
                    <a:pt x="131847" y="10356"/>
                  </a:cubicBezTo>
                  <a:cubicBezTo>
                    <a:pt x="131847" y="4532"/>
                    <a:pt x="127126" y="95"/>
                    <a:pt x="120461" y="95"/>
                  </a:cubicBezTo>
                  <a:cubicBezTo>
                    <a:pt x="108242" y="95"/>
                    <a:pt x="97688" y="10078"/>
                    <a:pt x="78526" y="39751"/>
                  </a:cubicBezTo>
                  <a:lnTo>
                    <a:pt x="75471" y="24499"/>
                  </a:lnTo>
                  <a:cubicBezTo>
                    <a:pt x="71583" y="5641"/>
                    <a:pt x="68529" y="95"/>
                    <a:pt x="61030" y="95"/>
                  </a:cubicBezTo>
                  <a:cubicBezTo>
                    <a:pt x="54921" y="95"/>
                    <a:pt x="45478" y="2591"/>
                    <a:pt x="28538" y="8137"/>
                  </a:cubicBezTo>
                  <a:lnTo>
                    <a:pt x="25483" y="9246"/>
                  </a:lnTo>
                  <a:lnTo>
                    <a:pt x="26594" y="13406"/>
                  </a:lnTo>
                  <a:cubicBezTo>
                    <a:pt x="37147" y="10910"/>
                    <a:pt x="39646" y="10356"/>
                    <a:pt x="42146" y="10356"/>
                  </a:cubicBezTo>
                  <a:cubicBezTo>
                    <a:pt x="49089" y="10356"/>
                    <a:pt x="50755" y="12852"/>
                    <a:pt x="54643" y="29491"/>
                  </a:cubicBezTo>
                  <a:lnTo>
                    <a:pt x="62697" y="63600"/>
                  </a:lnTo>
                  <a:lnTo>
                    <a:pt x="39924" y="96046"/>
                  </a:lnTo>
                  <a:cubicBezTo>
                    <a:pt x="34370" y="104366"/>
                    <a:pt x="28815" y="109358"/>
                    <a:pt x="25761" y="109358"/>
                  </a:cubicBezTo>
                  <a:cubicBezTo>
                    <a:pt x="24094" y="109358"/>
                    <a:pt x="21317" y="108526"/>
                    <a:pt x="18540" y="106862"/>
                  </a:cubicBezTo>
                  <a:cubicBezTo>
                    <a:pt x="14930" y="104921"/>
                    <a:pt x="11875" y="104089"/>
                    <a:pt x="9653" y="104089"/>
                  </a:cubicBezTo>
                  <a:cubicBezTo>
                    <a:pt x="4377" y="104089"/>
                    <a:pt x="211" y="108248"/>
                    <a:pt x="211" y="113795"/>
                  </a:cubicBezTo>
                  <a:cubicBezTo>
                    <a:pt x="211" y="121005"/>
                    <a:pt x="5765" y="125442"/>
                    <a:pt x="14097" y="125442"/>
                  </a:cubicBezTo>
                  <a:cubicBezTo>
                    <a:pt x="22706" y="125442"/>
                    <a:pt x="26038" y="122946"/>
                    <a:pt x="39924" y="106030"/>
                  </a:cubicBezTo>
                  <a:cubicBezTo>
                    <a:pt x="47422" y="97156"/>
                    <a:pt x="53254" y="89668"/>
                    <a:pt x="64918" y="73584"/>
                  </a:cubicBezTo>
                  <a:lnTo>
                    <a:pt x="73250" y="106862"/>
                  </a:lnTo>
                  <a:cubicBezTo>
                    <a:pt x="76860" y="121005"/>
                    <a:pt x="80470" y="125442"/>
                    <a:pt x="89357" y="125442"/>
                  </a:cubicBezTo>
                  <a:cubicBezTo>
                    <a:pt x="99910" y="125442"/>
                    <a:pt x="107131" y="118786"/>
                    <a:pt x="123238" y="93828"/>
                  </a:cubicBezTo>
                  <a:lnTo>
                    <a:pt x="119350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D44B3332-C977-F16D-74A0-2EA3A5DB244D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8247291" y="3573587"/>
              <a:ext cx="58158" cy="138724"/>
            </a:xfrm>
            <a:custGeom>
              <a:avLst/>
              <a:gdLst>
                <a:gd name="connsiteX0" fmla="*/ 37206 w 58158"/>
                <a:gd name="connsiteY0" fmla="*/ 97 h 138724"/>
                <a:gd name="connsiteX1" fmla="*/ 215 w 58158"/>
                <a:gd name="connsiteY1" fmla="*/ 18772 h 138724"/>
                <a:gd name="connsiteX2" fmla="*/ 215 w 58158"/>
                <a:gd name="connsiteY2" fmla="*/ 21645 h 138724"/>
                <a:gd name="connsiteX3" fmla="*/ 5763 w 58158"/>
                <a:gd name="connsiteY3" fmla="*/ 19387 h 138724"/>
                <a:gd name="connsiteX4" fmla="*/ 15011 w 58158"/>
                <a:gd name="connsiteY4" fmla="*/ 17130 h 138724"/>
                <a:gd name="connsiteX5" fmla="*/ 21177 w 58158"/>
                <a:gd name="connsiteY5" fmla="*/ 26775 h 138724"/>
                <a:gd name="connsiteX6" fmla="*/ 21177 w 58158"/>
                <a:gd name="connsiteY6" fmla="*/ 119737 h 138724"/>
                <a:gd name="connsiteX7" fmla="*/ 16244 w 58158"/>
                <a:gd name="connsiteY7" fmla="*/ 133076 h 138724"/>
                <a:gd name="connsiteX8" fmla="*/ 1653 w 58158"/>
                <a:gd name="connsiteY8" fmla="*/ 135744 h 138724"/>
                <a:gd name="connsiteX9" fmla="*/ 1653 w 58158"/>
                <a:gd name="connsiteY9" fmla="*/ 138822 h 138724"/>
                <a:gd name="connsiteX10" fmla="*/ 58373 w 58158"/>
                <a:gd name="connsiteY10" fmla="*/ 138822 h 138724"/>
                <a:gd name="connsiteX11" fmla="*/ 58373 w 58158"/>
                <a:gd name="connsiteY11" fmla="*/ 135744 h 138724"/>
                <a:gd name="connsiteX12" fmla="*/ 38850 w 58158"/>
                <a:gd name="connsiteY12" fmla="*/ 123636 h 138724"/>
                <a:gd name="connsiteX13" fmla="*/ 38850 w 58158"/>
                <a:gd name="connsiteY13" fmla="*/ 508 h 138724"/>
                <a:gd name="connsiteX14" fmla="*/ 37206 w 58158"/>
                <a:gd name="connsiteY14" fmla="*/ 97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206" y="97"/>
                  </a:moveTo>
                  <a:lnTo>
                    <a:pt x="215" y="18772"/>
                  </a:lnTo>
                  <a:lnTo>
                    <a:pt x="215" y="21645"/>
                  </a:lnTo>
                  <a:cubicBezTo>
                    <a:pt x="2681" y="20619"/>
                    <a:pt x="4941" y="19798"/>
                    <a:pt x="5763" y="19387"/>
                  </a:cubicBezTo>
                  <a:cubicBezTo>
                    <a:pt x="9463" y="17951"/>
                    <a:pt x="12956" y="17130"/>
                    <a:pt x="15011" y="17130"/>
                  </a:cubicBezTo>
                  <a:cubicBezTo>
                    <a:pt x="19327" y="17130"/>
                    <a:pt x="21177" y="20208"/>
                    <a:pt x="21177" y="26775"/>
                  </a:cubicBezTo>
                  <a:lnTo>
                    <a:pt x="21177" y="119737"/>
                  </a:lnTo>
                  <a:cubicBezTo>
                    <a:pt x="21177" y="126509"/>
                    <a:pt x="19532" y="131229"/>
                    <a:pt x="16244" y="133076"/>
                  </a:cubicBezTo>
                  <a:cubicBezTo>
                    <a:pt x="13162" y="134923"/>
                    <a:pt x="10285" y="135538"/>
                    <a:pt x="1653" y="135744"/>
                  </a:cubicBezTo>
                  <a:lnTo>
                    <a:pt x="1653" y="138822"/>
                  </a:lnTo>
                  <a:lnTo>
                    <a:pt x="58373" y="138822"/>
                  </a:lnTo>
                  <a:lnTo>
                    <a:pt x="58373" y="135744"/>
                  </a:lnTo>
                  <a:cubicBezTo>
                    <a:pt x="42138" y="135538"/>
                    <a:pt x="38850" y="133486"/>
                    <a:pt x="38850" y="123636"/>
                  </a:cubicBezTo>
                  <a:lnTo>
                    <a:pt x="38850" y="508"/>
                  </a:lnTo>
                  <a:lnTo>
                    <a:pt x="37206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763FE80E-FAD5-B256-F2ED-EA7271270B35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8403322" y="3595387"/>
              <a:ext cx="169682" cy="11092"/>
            </a:xfrm>
            <a:custGeom>
              <a:avLst/>
              <a:gdLst>
                <a:gd name="connsiteX0" fmla="*/ 160184 w 169682"/>
                <a:gd name="connsiteY0" fmla="*/ 11188 h 11092"/>
                <a:gd name="connsiteX1" fmla="*/ 169904 w 169682"/>
                <a:gd name="connsiteY1" fmla="*/ 5641 h 11092"/>
                <a:gd name="connsiteX2" fmla="*/ 160184 w 169682"/>
                <a:gd name="connsiteY2" fmla="*/ 95 h 11092"/>
                <a:gd name="connsiteX3" fmla="*/ 9941 w 169682"/>
                <a:gd name="connsiteY3" fmla="*/ 95 h 11092"/>
                <a:gd name="connsiteX4" fmla="*/ 221 w 169682"/>
                <a:gd name="connsiteY4" fmla="*/ 5641 h 11092"/>
                <a:gd name="connsiteX5" fmla="*/ 9941 w 169682"/>
                <a:gd name="connsiteY5" fmla="*/ 11188 h 11092"/>
                <a:gd name="connsiteX6" fmla="*/ 160184 w 169682"/>
                <a:gd name="connsiteY6" fmla="*/ 11188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184" y="11188"/>
                  </a:moveTo>
                  <a:cubicBezTo>
                    <a:pt x="164905" y="11188"/>
                    <a:pt x="169904" y="11188"/>
                    <a:pt x="169904" y="5641"/>
                  </a:cubicBezTo>
                  <a:cubicBezTo>
                    <a:pt x="169904" y="95"/>
                    <a:pt x="164905" y="95"/>
                    <a:pt x="160184" y="95"/>
                  </a:cubicBezTo>
                  <a:lnTo>
                    <a:pt x="9941" y="95"/>
                  </a:lnTo>
                  <a:cubicBezTo>
                    <a:pt x="5220" y="95"/>
                    <a:pt x="221" y="95"/>
                    <a:pt x="221" y="5641"/>
                  </a:cubicBezTo>
                  <a:cubicBezTo>
                    <a:pt x="221" y="11188"/>
                    <a:pt x="5220" y="11188"/>
                    <a:pt x="9941" y="11188"/>
                  </a:cubicBezTo>
                  <a:lnTo>
                    <a:pt x="160184" y="111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7975DCC7-8F4C-D802-65CA-FF0BD5D1192A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8628079" y="3547966"/>
              <a:ext cx="131636" cy="125346"/>
            </a:xfrm>
            <a:custGeom>
              <a:avLst/>
              <a:gdLst>
                <a:gd name="connsiteX0" fmla="*/ 119369 w 131636"/>
                <a:gd name="connsiteY0" fmla="*/ 91609 h 125346"/>
                <a:gd name="connsiteX1" fmla="*/ 113260 w 131636"/>
                <a:gd name="connsiteY1" fmla="*/ 99097 h 125346"/>
                <a:gd name="connsiteX2" fmla="*/ 100485 w 131636"/>
                <a:gd name="connsiteY2" fmla="*/ 110190 h 125346"/>
                <a:gd name="connsiteX3" fmla="*/ 91876 w 131636"/>
                <a:gd name="connsiteY3" fmla="*/ 98820 h 125346"/>
                <a:gd name="connsiteX4" fmla="*/ 90765 w 131636"/>
                <a:gd name="connsiteY4" fmla="*/ 94105 h 125346"/>
                <a:gd name="connsiteX5" fmla="*/ 80767 w 131636"/>
                <a:gd name="connsiteY5" fmla="*/ 49180 h 125346"/>
                <a:gd name="connsiteX6" fmla="*/ 107983 w 131636"/>
                <a:gd name="connsiteY6" fmla="*/ 15625 h 125346"/>
                <a:gd name="connsiteX7" fmla="*/ 114648 w 131636"/>
                <a:gd name="connsiteY7" fmla="*/ 17843 h 125346"/>
                <a:gd name="connsiteX8" fmla="*/ 122146 w 131636"/>
                <a:gd name="connsiteY8" fmla="*/ 20339 h 125346"/>
                <a:gd name="connsiteX9" fmla="*/ 131866 w 131636"/>
                <a:gd name="connsiteY9" fmla="*/ 10356 h 125346"/>
                <a:gd name="connsiteX10" fmla="*/ 120480 w 131636"/>
                <a:gd name="connsiteY10" fmla="*/ 95 h 125346"/>
                <a:gd name="connsiteX11" fmla="*/ 78545 w 131636"/>
                <a:gd name="connsiteY11" fmla="*/ 39751 h 125346"/>
                <a:gd name="connsiteX12" fmla="*/ 75490 w 131636"/>
                <a:gd name="connsiteY12" fmla="*/ 24499 h 125346"/>
                <a:gd name="connsiteX13" fmla="*/ 61049 w 131636"/>
                <a:gd name="connsiteY13" fmla="*/ 95 h 125346"/>
                <a:gd name="connsiteX14" fmla="*/ 28557 w 131636"/>
                <a:gd name="connsiteY14" fmla="*/ 8137 h 125346"/>
                <a:gd name="connsiteX15" fmla="*/ 25502 w 131636"/>
                <a:gd name="connsiteY15" fmla="*/ 9246 h 125346"/>
                <a:gd name="connsiteX16" fmla="*/ 26613 w 131636"/>
                <a:gd name="connsiteY16" fmla="*/ 13406 h 125346"/>
                <a:gd name="connsiteX17" fmla="*/ 42165 w 131636"/>
                <a:gd name="connsiteY17" fmla="*/ 10356 h 125346"/>
                <a:gd name="connsiteX18" fmla="*/ 54662 w 131636"/>
                <a:gd name="connsiteY18" fmla="*/ 29491 h 125346"/>
                <a:gd name="connsiteX19" fmla="*/ 62716 w 131636"/>
                <a:gd name="connsiteY19" fmla="*/ 63600 h 125346"/>
                <a:gd name="connsiteX20" fmla="*/ 39943 w 131636"/>
                <a:gd name="connsiteY20" fmla="*/ 96046 h 125346"/>
                <a:gd name="connsiteX21" fmla="*/ 25780 w 131636"/>
                <a:gd name="connsiteY21" fmla="*/ 109358 h 125346"/>
                <a:gd name="connsiteX22" fmla="*/ 18559 w 131636"/>
                <a:gd name="connsiteY22" fmla="*/ 106862 h 125346"/>
                <a:gd name="connsiteX23" fmla="*/ 9672 w 131636"/>
                <a:gd name="connsiteY23" fmla="*/ 104089 h 125346"/>
                <a:gd name="connsiteX24" fmla="*/ 230 w 131636"/>
                <a:gd name="connsiteY24" fmla="*/ 113795 h 125346"/>
                <a:gd name="connsiteX25" fmla="*/ 14116 w 131636"/>
                <a:gd name="connsiteY25" fmla="*/ 125442 h 125346"/>
                <a:gd name="connsiteX26" fmla="*/ 39943 w 131636"/>
                <a:gd name="connsiteY26" fmla="*/ 106030 h 125346"/>
                <a:gd name="connsiteX27" fmla="*/ 64937 w 131636"/>
                <a:gd name="connsiteY27" fmla="*/ 73584 h 125346"/>
                <a:gd name="connsiteX28" fmla="*/ 73269 w 131636"/>
                <a:gd name="connsiteY28" fmla="*/ 106862 h 125346"/>
                <a:gd name="connsiteX29" fmla="*/ 89376 w 131636"/>
                <a:gd name="connsiteY29" fmla="*/ 125442 h 125346"/>
                <a:gd name="connsiteX30" fmla="*/ 123257 w 131636"/>
                <a:gd name="connsiteY30" fmla="*/ 93828 h 125346"/>
                <a:gd name="connsiteX31" fmla="*/ 119369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69" y="91609"/>
                  </a:moveTo>
                  <a:cubicBezTo>
                    <a:pt x="117147" y="94105"/>
                    <a:pt x="115759" y="95769"/>
                    <a:pt x="113260" y="99097"/>
                  </a:cubicBezTo>
                  <a:cubicBezTo>
                    <a:pt x="106872" y="107416"/>
                    <a:pt x="103540" y="110190"/>
                    <a:pt x="100485" y="110190"/>
                  </a:cubicBezTo>
                  <a:cubicBezTo>
                    <a:pt x="96319" y="110190"/>
                    <a:pt x="93820" y="106584"/>
                    <a:pt x="91876" y="98820"/>
                  </a:cubicBezTo>
                  <a:cubicBezTo>
                    <a:pt x="91320" y="96601"/>
                    <a:pt x="91042" y="94937"/>
                    <a:pt x="90765" y="94105"/>
                  </a:cubicBezTo>
                  <a:cubicBezTo>
                    <a:pt x="83822" y="66096"/>
                    <a:pt x="80767" y="53340"/>
                    <a:pt x="80767" y="49180"/>
                  </a:cubicBezTo>
                  <a:cubicBezTo>
                    <a:pt x="92986" y="27827"/>
                    <a:pt x="102984" y="15625"/>
                    <a:pt x="107983" y="15625"/>
                  </a:cubicBezTo>
                  <a:cubicBezTo>
                    <a:pt x="109649" y="15625"/>
                    <a:pt x="111871" y="16457"/>
                    <a:pt x="114648" y="17843"/>
                  </a:cubicBezTo>
                  <a:cubicBezTo>
                    <a:pt x="117981" y="19784"/>
                    <a:pt x="119925" y="20339"/>
                    <a:pt x="122146" y="20339"/>
                  </a:cubicBezTo>
                  <a:cubicBezTo>
                    <a:pt x="127978" y="20339"/>
                    <a:pt x="131866" y="16179"/>
                    <a:pt x="131866" y="10356"/>
                  </a:cubicBezTo>
                  <a:cubicBezTo>
                    <a:pt x="131866" y="4532"/>
                    <a:pt x="127145" y="95"/>
                    <a:pt x="120480" y="95"/>
                  </a:cubicBezTo>
                  <a:cubicBezTo>
                    <a:pt x="108261" y="95"/>
                    <a:pt x="97708" y="10078"/>
                    <a:pt x="78545" y="39751"/>
                  </a:cubicBezTo>
                  <a:lnTo>
                    <a:pt x="75490" y="24499"/>
                  </a:lnTo>
                  <a:cubicBezTo>
                    <a:pt x="71602" y="5641"/>
                    <a:pt x="68548" y="95"/>
                    <a:pt x="61049" y="95"/>
                  </a:cubicBezTo>
                  <a:cubicBezTo>
                    <a:pt x="54940" y="95"/>
                    <a:pt x="45497" y="2591"/>
                    <a:pt x="28557" y="8137"/>
                  </a:cubicBezTo>
                  <a:lnTo>
                    <a:pt x="25502" y="9246"/>
                  </a:lnTo>
                  <a:lnTo>
                    <a:pt x="26613" y="13406"/>
                  </a:lnTo>
                  <a:cubicBezTo>
                    <a:pt x="37166" y="10910"/>
                    <a:pt x="39665" y="10356"/>
                    <a:pt x="42165" y="10356"/>
                  </a:cubicBezTo>
                  <a:cubicBezTo>
                    <a:pt x="49108" y="10356"/>
                    <a:pt x="50774" y="12852"/>
                    <a:pt x="54662" y="29491"/>
                  </a:cubicBezTo>
                  <a:lnTo>
                    <a:pt x="62716" y="63600"/>
                  </a:lnTo>
                  <a:lnTo>
                    <a:pt x="39943" y="96046"/>
                  </a:lnTo>
                  <a:cubicBezTo>
                    <a:pt x="34389" y="104366"/>
                    <a:pt x="28835" y="109358"/>
                    <a:pt x="25780" y="109358"/>
                  </a:cubicBezTo>
                  <a:cubicBezTo>
                    <a:pt x="24113" y="109358"/>
                    <a:pt x="21336" y="108526"/>
                    <a:pt x="18559" y="106862"/>
                  </a:cubicBezTo>
                  <a:cubicBezTo>
                    <a:pt x="14949" y="104921"/>
                    <a:pt x="11894" y="104089"/>
                    <a:pt x="9672" y="104089"/>
                  </a:cubicBezTo>
                  <a:cubicBezTo>
                    <a:pt x="4396" y="104089"/>
                    <a:pt x="230" y="108248"/>
                    <a:pt x="230" y="113795"/>
                  </a:cubicBezTo>
                  <a:cubicBezTo>
                    <a:pt x="230" y="121005"/>
                    <a:pt x="5784" y="125442"/>
                    <a:pt x="14116" y="125442"/>
                  </a:cubicBezTo>
                  <a:cubicBezTo>
                    <a:pt x="22725" y="125442"/>
                    <a:pt x="26057" y="122946"/>
                    <a:pt x="39943" y="106030"/>
                  </a:cubicBezTo>
                  <a:cubicBezTo>
                    <a:pt x="47441" y="97156"/>
                    <a:pt x="53273" y="89668"/>
                    <a:pt x="64937" y="73584"/>
                  </a:cubicBezTo>
                  <a:lnTo>
                    <a:pt x="73269" y="106862"/>
                  </a:lnTo>
                  <a:cubicBezTo>
                    <a:pt x="76879" y="121005"/>
                    <a:pt x="80489" y="125442"/>
                    <a:pt x="89376" y="125442"/>
                  </a:cubicBezTo>
                  <a:cubicBezTo>
                    <a:pt x="99929" y="125442"/>
                    <a:pt x="107150" y="118786"/>
                    <a:pt x="123257" y="93828"/>
                  </a:cubicBezTo>
                  <a:lnTo>
                    <a:pt x="119369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F2C604C0-FB51-5321-C531-5BD355290757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8764275" y="3573587"/>
              <a:ext cx="92889" cy="141597"/>
            </a:xfrm>
            <a:custGeom>
              <a:avLst/>
              <a:gdLst>
                <a:gd name="connsiteX0" fmla="*/ 47501 w 92889"/>
                <a:gd name="connsiteY0" fmla="*/ 97 h 141597"/>
                <a:gd name="connsiteX1" fmla="*/ 19963 w 92889"/>
                <a:gd name="connsiteY1" fmla="*/ 10768 h 141597"/>
                <a:gd name="connsiteX2" fmla="*/ 234 w 92889"/>
                <a:gd name="connsiteY2" fmla="*/ 69870 h 141597"/>
                <a:gd name="connsiteX3" fmla="*/ 16675 w 92889"/>
                <a:gd name="connsiteY3" fmla="*/ 127740 h 141597"/>
                <a:gd name="connsiteX4" fmla="*/ 46679 w 92889"/>
                <a:gd name="connsiteY4" fmla="*/ 141695 h 141597"/>
                <a:gd name="connsiteX5" fmla="*/ 73395 w 92889"/>
                <a:gd name="connsiteY5" fmla="*/ 131024 h 141597"/>
                <a:gd name="connsiteX6" fmla="*/ 93123 w 92889"/>
                <a:gd name="connsiteY6" fmla="*/ 71101 h 141597"/>
                <a:gd name="connsiteX7" fmla="*/ 47501 w 92889"/>
                <a:gd name="connsiteY7" fmla="*/ 97 h 141597"/>
                <a:gd name="connsiteX8" fmla="*/ 46884 w 92889"/>
                <a:gd name="connsiteY8" fmla="*/ 5433 h 141597"/>
                <a:gd name="connsiteX9" fmla="*/ 73395 w 92889"/>
                <a:gd name="connsiteY9" fmla="*/ 71512 h 141597"/>
                <a:gd name="connsiteX10" fmla="*/ 46679 w 92889"/>
                <a:gd name="connsiteY10" fmla="*/ 136359 h 141597"/>
                <a:gd name="connsiteX11" fmla="*/ 19963 w 92889"/>
                <a:gd name="connsiteY11" fmla="*/ 71717 h 141597"/>
                <a:gd name="connsiteX12" fmla="*/ 46884 w 92889"/>
                <a:gd name="connsiteY12" fmla="*/ 5433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501" y="97"/>
                  </a:moveTo>
                  <a:cubicBezTo>
                    <a:pt x="36198" y="97"/>
                    <a:pt x="27566" y="3586"/>
                    <a:pt x="19963" y="10768"/>
                  </a:cubicBezTo>
                  <a:cubicBezTo>
                    <a:pt x="8043" y="22260"/>
                    <a:pt x="234" y="45860"/>
                    <a:pt x="234" y="69870"/>
                  </a:cubicBezTo>
                  <a:cubicBezTo>
                    <a:pt x="234" y="92238"/>
                    <a:pt x="7016" y="116248"/>
                    <a:pt x="16675" y="127740"/>
                  </a:cubicBezTo>
                  <a:cubicBezTo>
                    <a:pt x="24278" y="136770"/>
                    <a:pt x="34759" y="141695"/>
                    <a:pt x="46679" y="141695"/>
                  </a:cubicBezTo>
                  <a:cubicBezTo>
                    <a:pt x="57160" y="141695"/>
                    <a:pt x="65996" y="138206"/>
                    <a:pt x="73395" y="131024"/>
                  </a:cubicBezTo>
                  <a:cubicBezTo>
                    <a:pt x="85314" y="119737"/>
                    <a:pt x="93123" y="95932"/>
                    <a:pt x="93123" y="71101"/>
                  </a:cubicBezTo>
                  <a:cubicBezTo>
                    <a:pt x="93123" y="29032"/>
                    <a:pt x="74422" y="97"/>
                    <a:pt x="47501" y="97"/>
                  </a:cubicBezTo>
                  <a:close/>
                  <a:moveTo>
                    <a:pt x="46884" y="5433"/>
                  </a:moveTo>
                  <a:cubicBezTo>
                    <a:pt x="64147" y="5433"/>
                    <a:pt x="73395" y="28622"/>
                    <a:pt x="73395" y="71512"/>
                  </a:cubicBezTo>
                  <a:cubicBezTo>
                    <a:pt x="73395" y="114401"/>
                    <a:pt x="64352" y="136359"/>
                    <a:pt x="46679" y="136359"/>
                  </a:cubicBezTo>
                  <a:cubicBezTo>
                    <a:pt x="29005" y="136359"/>
                    <a:pt x="19963" y="114401"/>
                    <a:pt x="19963" y="71717"/>
                  </a:cubicBezTo>
                  <a:cubicBezTo>
                    <a:pt x="19963" y="28212"/>
                    <a:pt x="29210" y="5433"/>
                    <a:pt x="46884" y="543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7AD1D3C7-1598-4D31-22A9-121350B650A7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>
            <a:xfrm>
              <a:off x="8892249" y="3462275"/>
              <a:ext cx="64429" cy="277316"/>
            </a:xfrm>
            <a:custGeom>
              <a:avLst/>
              <a:gdLst>
                <a:gd name="connsiteX0" fmla="*/ 64669 w 64429"/>
                <a:gd name="connsiteY0" fmla="*/ 138752 h 277316"/>
                <a:gd name="connsiteX1" fmla="*/ 46340 w 64429"/>
                <a:gd name="connsiteY1" fmla="*/ 52230 h 277316"/>
                <a:gd name="connsiteX2" fmla="*/ 3016 w 64429"/>
                <a:gd name="connsiteY2" fmla="*/ 94 h 277316"/>
                <a:gd name="connsiteX3" fmla="*/ 239 w 64429"/>
                <a:gd name="connsiteY3" fmla="*/ 2868 h 277316"/>
                <a:gd name="connsiteX4" fmla="*/ 5516 w 64429"/>
                <a:gd name="connsiteY4" fmla="*/ 9246 h 277316"/>
                <a:gd name="connsiteX5" fmla="*/ 48561 w 64429"/>
                <a:gd name="connsiteY5" fmla="*/ 138752 h 277316"/>
                <a:gd name="connsiteX6" fmla="*/ 3849 w 64429"/>
                <a:gd name="connsiteY6" fmla="*/ 269923 h 277316"/>
                <a:gd name="connsiteX7" fmla="*/ 239 w 64429"/>
                <a:gd name="connsiteY7" fmla="*/ 274637 h 277316"/>
                <a:gd name="connsiteX8" fmla="*/ 3016 w 64429"/>
                <a:gd name="connsiteY8" fmla="*/ 277410 h 277316"/>
                <a:gd name="connsiteX9" fmla="*/ 47173 w 64429"/>
                <a:gd name="connsiteY9" fmla="*/ 223334 h 277316"/>
                <a:gd name="connsiteX10" fmla="*/ 64669 w 64429"/>
                <a:gd name="connsiteY10" fmla="*/ 138752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69" y="138752"/>
                  </a:moveTo>
                  <a:cubicBezTo>
                    <a:pt x="64669" y="117122"/>
                    <a:pt x="61614" y="83567"/>
                    <a:pt x="46340" y="52230"/>
                  </a:cubicBezTo>
                  <a:cubicBezTo>
                    <a:pt x="29677" y="18120"/>
                    <a:pt x="5793" y="94"/>
                    <a:pt x="3016" y="94"/>
                  </a:cubicBezTo>
                  <a:cubicBezTo>
                    <a:pt x="1350" y="94"/>
                    <a:pt x="239" y="1204"/>
                    <a:pt x="239" y="2868"/>
                  </a:cubicBezTo>
                  <a:cubicBezTo>
                    <a:pt x="239" y="3699"/>
                    <a:pt x="239" y="4254"/>
                    <a:pt x="5516" y="9246"/>
                  </a:cubicBezTo>
                  <a:cubicBezTo>
                    <a:pt x="32732" y="36700"/>
                    <a:pt x="48561" y="80793"/>
                    <a:pt x="48561" y="138752"/>
                  </a:cubicBezTo>
                  <a:cubicBezTo>
                    <a:pt x="48561" y="186173"/>
                    <a:pt x="38286" y="234981"/>
                    <a:pt x="3849" y="269923"/>
                  </a:cubicBezTo>
                  <a:cubicBezTo>
                    <a:pt x="239" y="273251"/>
                    <a:pt x="239" y="273805"/>
                    <a:pt x="239" y="274637"/>
                  </a:cubicBezTo>
                  <a:cubicBezTo>
                    <a:pt x="239" y="276301"/>
                    <a:pt x="1350" y="277410"/>
                    <a:pt x="3016" y="277410"/>
                  </a:cubicBezTo>
                  <a:cubicBezTo>
                    <a:pt x="5793" y="277410"/>
                    <a:pt x="30788" y="258553"/>
                    <a:pt x="47173" y="223334"/>
                  </a:cubicBezTo>
                  <a:cubicBezTo>
                    <a:pt x="61336" y="192829"/>
                    <a:pt x="64669" y="162047"/>
                    <a:pt x="64669" y="13875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B1F55C2-8232-5DED-775A-1FE0BAD464BD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>
            <a:xfrm>
              <a:off x="9012067" y="3462275"/>
              <a:ext cx="64429" cy="277316"/>
            </a:xfrm>
            <a:custGeom>
              <a:avLst/>
              <a:gdLst>
                <a:gd name="connsiteX0" fmla="*/ 64673 w 64429"/>
                <a:gd name="connsiteY0" fmla="*/ 274637 h 277316"/>
                <a:gd name="connsiteX1" fmla="*/ 59952 w 64429"/>
                <a:gd name="connsiteY1" fmla="*/ 268536 h 277316"/>
                <a:gd name="connsiteX2" fmla="*/ 16350 w 64429"/>
                <a:gd name="connsiteY2" fmla="*/ 138752 h 277316"/>
                <a:gd name="connsiteX3" fmla="*/ 61062 w 64429"/>
                <a:gd name="connsiteY3" fmla="*/ 7582 h 277316"/>
                <a:gd name="connsiteX4" fmla="*/ 64673 w 64429"/>
                <a:gd name="connsiteY4" fmla="*/ 2868 h 277316"/>
                <a:gd name="connsiteX5" fmla="*/ 61895 w 64429"/>
                <a:gd name="connsiteY5" fmla="*/ 94 h 277316"/>
                <a:gd name="connsiteX6" fmla="*/ 17739 w 64429"/>
                <a:gd name="connsiteY6" fmla="*/ 54171 h 277316"/>
                <a:gd name="connsiteX7" fmla="*/ 243 w 64429"/>
                <a:gd name="connsiteY7" fmla="*/ 138752 h 277316"/>
                <a:gd name="connsiteX8" fmla="*/ 18572 w 64429"/>
                <a:gd name="connsiteY8" fmla="*/ 225275 h 277316"/>
                <a:gd name="connsiteX9" fmla="*/ 61895 w 64429"/>
                <a:gd name="connsiteY9" fmla="*/ 277410 h 277316"/>
                <a:gd name="connsiteX10" fmla="*/ 64673 w 64429"/>
                <a:gd name="connsiteY10" fmla="*/ 274637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673" y="274637"/>
                  </a:moveTo>
                  <a:cubicBezTo>
                    <a:pt x="64673" y="273805"/>
                    <a:pt x="64673" y="273251"/>
                    <a:pt x="59952" y="268536"/>
                  </a:cubicBezTo>
                  <a:cubicBezTo>
                    <a:pt x="25237" y="233595"/>
                    <a:pt x="16350" y="181182"/>
                    <a:pt x="16350" y="138752"/>
                  </a:cubicBezTo>
                  <a:cubicBezTo>
                    <a:pt x="16350" y="90499"/>
                    <a:pt x="26904" y="42246"/>
                    <a:pt x="61062" y="7582"/>
                  </a:cubicBezTo>
                  <a:cubicBezTo>
                    <a:pt x="64673" y="4254"/>
                    <a:pt x="64673" y="3699"/>
                    <a:pt x="64673" y="2868"/>
                  </a:cubicBezTo>
                  <a:cubicBezTo>
                    <a:pt x="64673" y="926"/>
                    <a:pt x="63562" y="94"/>
                    <a:pt x="61895" y="94"/>
                  </a:cubicBezTo>
                  <a:cubicBezTo>
                    <a:pt x="59118" y="94"/>
                    <a:pt x="34124" y="18952"/>
                    <a:pt x="17739" y="54171"/>
                  </a:cubicBezTo>
                  <a:cubicBezTo>
                    <a:pt x="3576" y="84676"/>
                    <a:pt x="243" y="115458"/>
                    <a:pt x="243" y="138752"/>
                  </a:cubicBezTo>
                  <a:cubicBezTo>
                    <a:pt x="243" y="160383"/>
                    <a:pt x="3298" y="193938"/>
                    <a:pt x="18572" y="225275"/>
                  </a:cubicBezTo>
                  <a:cubicBezTo>
                    <a:pt x="35235" y="259385"/>
                    <a:pt x="59118" y="277410"/>
                    <a:pt x="61895" y="277410"/>
                  </a:cubicBezTo>
                  <a:cubicBezTo>
                    <a:pt x="63562" y="277410"/>
                    <a:pt x="64673" y="276579"/>
                    <a:pt x="64673" y="27463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1B4F2F67-EA3B-5131-450D-D19C22493B4A}"/>
                </a:ext>
              </a:extLst>
            </p:cNvPr>
            <p:cNvSpPr/>
            <p:nvPr>
              <p:custDataLst>
                <p:tags r:id="rId364"/>
              </p:custDataLst>
            </p:nvPr>
          </p:nvSpPr>
          <p:spPr>
            <a:xfrm>
              <a:off x="9085228" y="3547966"/>
              <a:ext cx="131636" cy="125346"/>
            </a:xfrm>
            <a:custGeom>
              <a:avLst/>
              <a:gdLst>
                <a:gd name="connsiteX0" fmla="*/ 119386 w 131636"/>
                <a:gd name="connsiteY0" fmla="*/ 91609 h 125346"/>
                <a:gd name="connsiteX1" fmla="*/ 113276 w 131636"/>
                <a:gd name="connsiteY1" fmla="*/ 99097 h 125346"/>
                <a:gd name="connsiteX2" fmla="*/ 100501 w 131636"/>
                <a:gd name="connsiteY2" fmla="*/ 110190 h 125346"/>
                <a:gd name="connsiteX3" fmla="*/ 91892 w 131636"/>
                <a:gd name="connsiteY3" fmla="*/ 98820 h 125346"/>
                <a:gd name="connsiteX4" fmla="*/ 90781 w 131636"/>
                <a:gd name="connsiteY4" fmla="*/ 94105 h 125346"/>
                <a:gd name="connsiteX5" fmla="*/ 80783 w 131636"/>
                <a:gd name="connsiteY5" fmla="*/ 49180 h 125346"/>
                <a:gd name="connsiteX6" fmla="*/ 107999 w 131636"/>
                <a:gd name="connsiteY6" fmla="*/ 15625 h 125346"/>
                <a:gd name="connsiteX7" fmla="*/ 114664 w 131636"/>
                <a:gd name="connsiteY7" fmla="*/ 17843 h 125346"/>
                <a:gd name="connsiteX8" fmla="*/ 122163 w 131636"/>
                <a:gd name="connsiteY8" fmla="*/ 20339 h 125346"/>
                <a:gd name="connsiteX9" fmla="*/ 131883 w 131636"/>
                <a:gd name="connsiteY9" fmla="*/ 10356 h 125346"/>
                <a:gd name="connsiteX10" fmla="*/ 120496 w 131636"/>
                <a:gd name="connsiteY10" fmla="*/ 95 h 125346"/>
                <a:gd name="connsiteX11" fmla="*/ 78562 w 131636"/>
                <a:gd name="connsiteY11" fmla="*/ 39751 h 125346"/>
                <a:gd name="connsiteX12" fmla="*/ 75507 w 131636"/>
                <a:gd name="connsiteY12" fmla="*/ 24499 h 125346"/>
                <a:gd name="connsiteX13" fmla="*/ 61066 w 131636"/>
                <a:gd name="connsiteY13" fmla="*/ 95 h 125346"/>
                <a:gd name="connsiteX14" fmla="*/ 28573 w 131636"/>
                <a:gd name="connsiteY14" fmla="*/ 8137 h 125346"/>
                <a:gd name="connsiteX15" fmla="*/ 25518 w 131636"/>
                <a:gd name="connsiteY15" fmla="*/ 9246 h 125346"/>
                <a:gd name="connsiteX16" fmla="*/ 26629 w 131636"/>
                <a:gd name="connsiteY16" fmla="*/ 13406 h 125346"/>
                <a:gd name="connsiteX17" fmla="*/ 42181 w 131636"/>
                <a:gd name="connsiteY17" fmla="*/ 10356 h 125346"/>
                <a:gd name="connsiteX18" fmla="*/ 54678 w 131636"/>
                <a:gd name="connsiteY18" fmla="*/ 29491 h 125346"/>
                <a:gd name="connsiteX19" fmla="*/ 62732 w 131636"/>
                <a:gd name="connsiteY19" fmla="*/ 63600 h 125346"/>
                <a:gd name="connsiteX20" fmla="*/ 39959 w 131636"/>
                <a:gd name="connsiteY20" fmla="*/ 96046 h 125346"/>
                <a:gd name="connsiteX21" fmla="*/ 25796 w 131636"/>
                <a:gd name="connsiteY21" fmla="*/ 109358 h 125346"/>
                <a:gd name="connsiteX22" fmla="*/ 18576 w 131636"/>
                <a:gd name="connsiteY22" fmla="*/ 106862 h 125346"/>
                <a:gd name="connsiteX23" fmla="*/ 9689 w 131636"/>
                <a:gd name="connsiteY23" fmla="*/ 104089 h 125346"/>
                <a:gd name="connsiteX24" fmla="*/ 246 w 131636"/>
                <a:gd name="connsiteY24" fmla="*/ 113795 h 125346"/>
                <a:gd name="connsiteX25" fmla="*/ 14132 w 131636"/>
                <a:gd name="connsiteY25" fmla="*/ 125442 h 125346"/>
                <a:gd name="connsiteX26" fmla="*/ 39959 w 131636"/>
                <a:gd name="connsiteY26" fmla="*/ 106030 h 125346"/>
                <a:gd name="connsiteX27" fmla="*/ 64954 w 131636"/>
                <a:gd name="connsiteY27" fmla="*/ 73584 h 125346"/>
                <a:gd name="connsiteX28" fmla="*/ 73285 w 131636"/>
                <a:gd name="connsiteY28" fmla="*/ 106862 h 125346"/>
                <a:gd name="connsiteX29" fmla="*/ 89392 w 131636"/>
                <a:gd name="connsiteY29" fmla="*/ 125442 h 125346"/>
                <a:gd name="connsiteX30" fmla="*/ 123274 w 131636"/>
                <a:gd name="connsiteY30" fmla="*/ 93828 h 125346"/>
                <a:gd name="connsiteX31" fmla="*/ 119386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386" y="91609"/>
                  </a:moveTo>
                  <a:cubicBezTo>
                    <a:pt x="117164" y="94105"/>
                    <a:pt x="115775" y="95769"/>
                    <a:pt x="113276" y="99097"/>
                  </a:cubicBezTo>
                  <a:cubicBezTo>
                    <a:pt x="106888" y="107416"/>
                    <a:pt x="103556" y="110190"/>
                    <a:pt x="100501" y="110190"/>
                  </a:cubicBezTo>
                  <a:cubicBezTo>
                    <a:pt x="96335" y="110190"/>
                    <a:pt x="93836" y="106584"/>
                    <a:pt x="91892" y="98820"/>
                  </a:cubicBezTo>
                  <a:cubicBezTo>
                    <a:pt x="91336" y="96601"/>
                    <a:pt x="91059" y="94937"/>
                    <a:pt x="90781" y="94105"/>
                  </a:cubicBezTo>
                  <a:cubicBezTo>
                    <a:pt x="83838" y="66096"/>
                    <a:pt x="80783" y="53340"/>
                    <a:pt x="80783" y="49180"/>
                  </a:cubicBezTo>
                  <a:cubicBezTo>
                    <a:pt x="93003" y="27827"/>
                    <a:pt x="103000" y="15625"/>
                    <a:pt x="107999" y="15625"/>
                  </a:cubicBezTo>
                  <a:cubicBezTo>
                    <a:pt x="109666" y="15625"/>
                    <a:pt x="111887" y="16457"/>
                    <a:pt x="114664" y="17843"/>
                  </a:cubicBezTo>
                  <a:cubicBezTo>
                    <a:pt x="117997" y="19784"/>
                    <a:pt x="119941" y="20339"/>
                    <a:pt x="122163" y="20339"/>
                  </a:cubicBezTo>
                  <a:cubicBezTo>
                    <a:pt x="127995" y="20339"/>
                    <a:pt x="131883" y="16179"/>
                    <a:pt x="131883" y="10356"/>
                  </a:cubicBezTo>
                  <a:cubicBezTo>
                    <a:pt x="131883" y="4532"/>
                    <a:pt x="127162" y="95"/>
                    <a:pt x="120496" y="95"/>
                  </a:cubicBezTo>
                  <a:cubicBezTo>
                    <a:pt x="108277" y="95"/>
                    <a:pt x="97724" y="10078"/>
                    <a:pt x="78562" y="39751"/>
                  </a:cubicBezTo>
                  <a:lnTo>
                    <a:pt x="75507" y="24499"/>
                  </a:lnTo>
                  <a:cubicBezTo>
                    <a:pt x="71619" y="5641"/>
                    <a:pt x="68564" y="95"/>
                    <a:pt x="61066" y="95"/>
                  </a:cubicBezTo>
                  <a:cubicBezTo>
                    <a:pt x="54956" y="95"/>
                    <a:pt x="45514" y="2591"/>
                    <a:pt x="28573" y="8137"/>
                  </a:cubicBezTo>
                  <a:lnTo>
                    <a:pt x="25518" y="9246"/>
                  </a:lnTo>
                  <a:lnTo>
                    <a:pt x="26629" y="13406"/>
                  </a:lnTo>
                  <a:cubicBezTo>
                    <a:pt x="37182" y="10910"/>
                    <a:pt x="39682" y="10356"/>
                    <a:pt x="42181" y="10356"/>
                  </a:cubicBezTo>
                  <a:cubicBezTo>
                    <a:pt x="49124" y="10356"/>
                    <a:pt x="50790" y="12852"/>
                    <a:pt x="54678" y="29491"/>
                  </a:cubicBezTo>
                  <a:lnTo>
                    <a:pt x="62732" y="63600"/>
                  </a:lnTo>
                  <a:lnTo>
                    <a:pt x="39959" y="96046"/>
                  </a:lnTo>
                  <a:cubicBezTo>
                    <a:pt x="34405" y="104366"/>
                    <a:pt x="28851" y="109358"/>
                    <a:pt x="25796" y="109358"/>
                  </a:cubicBezTo>
                  <a:cubicBezTo>
                    <a:pt x="24130" y="109358"/>
                    <a:pt x="21353" y="108526"/>
                    <a:pt x="18576" y="106862"/>
                  </a:cubicBezTo>
                  <a:cubicBezTo>
                    <a:pt x="14965" y="104921"/>
                    <a:pt x="11910" y="104089"/>
                    <a:pt x="9689" y="104089"/>
                  </a:cubicBezTo>
                  <a:cubicBezTo>
                    <a:pt x="4412" y="104089"/>
                    <a:pt x="246" y="108248"/>
                    <a:pt x="246" y="113795"/>
                  </a:cubicBezTo>
                  <a:cubicBezTo>
                    <a:pt x="246" y="121005"/>
                    <a:pt x="5801" y="125442"/>
                    <a:pt x="14132" y="125442"/>
                  </a:cubicBezTo>
                  <a:cubicBezTo>
                    <a:pt x="22741" y="125442"/>
                    <a:pt x="26074" y="122946"/>
                    <a:pt x="39959" y="106030"/>
                  </a:cubicBezTo>
                  <a:cubicBezTo>
                    <a:pt x="47458" y="97156"/>
                    <a:pt x="53290" y="89668"/>
                    <a:pt x="64954" y="73584"/>
                  </a:cubicBezTo>
                  <a:lnTo>
                    <a:pt x="73285" y="106862"/>
                  </a:lnTo>
                  <a:cubicBezTo>
                    <a:pt x="76895" y="121005"/>
                    <a:pt x="80506" y="125442"/>
                    <a:pt x="89392" y="125442"/>
                  </a:cubicBezTo>
                  <a:cubicBezTo>
                    <a:pt x="99946" y="125442"/>
                    <a:pt x="107166" y="118786"/>
                    <a:pt x="123274" y="93828"/>
                  </a:cubicBezTo>
                  <a:lnTo>
                    <a:pt x="119386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B981B5A9-312D-6D4B-C197-7A9B9708BA50}"/>
                </a:ext>
              </a:extLst>
            </p:cNvPr>
            <p:cNvSpPr/>
            <p:nvPr>
              <p:custDataLst>
                <p:tags r:id="rId365"/>
              </p:custDataLst>
            </p:nvPr>
          </p:nvSpPr>
          <p:spPr>
            <a:xfrm>
              <a:off x="9239304" y="3573587"/>
              <a:ext cx="58158" cy="138724"/>
            </a:xfrm>
            <a:custGeom>
              <a:avLst/>
              <a:gdLst>
                <a:gd name="connsiteX0" fmla="*/ 37242 w 58158"/>
                <a:gd name="connsiteY0" fmla="*/ 97 h 138724"/>
                <a:gd name="connsiteX1" fmla="*/ 250 w 58158"/>
                <a:gd name="connsiteY1" fmla="*/ 18772 h 138724"/>
                <a:gd name="connsiteX2" fmla="*/ 250 w 58158"/>
                <a:gd name="connsiteY2" fmla="*/ 21645 h 138724"/>
                <a:gd name="connsiteX3" fmla="*/ 5799 w 58158"/>
                <a:gd name="connsiteY3" fmla="*/ 19387 h 138724"/>
                <a:gd name="connsiteX4" fmla="*/ 15047 w 58158"/>
                <a:gd name="connsiteY4" fmla="*/ 17130 h 138724"/>
                <a:gd name="connsiteX5" fmla="*/ 21212 w 58158"/>
                <a:gd name="connsiteY5" fmla="*/ 26775 h 138724"/>
                <a:gd name="connsiteX6" fmla="*/ 21212 w 58158"/>
                <a:gd name="connsiteY6" fmla="*/ 119737 h 138724"/>
                <a:gd name="connsiteX7" fmla="*/ 16280 w 58158"/>
                <a:gd name="connsiteY7" fmla="*/ 133076 h 138724"/>
                <a:gd name="connsiteX8" fmla="*/ 1689 w 58158"/>
                <a:gd name="connsiteY8" fmla="*/ 135744 h 138724"/>
                <a:gd name="connsiteX9" fmla="*/ 1689 w 58158"/>
                <a:gd name="connsiteY9" fmla="*/ 138822 h 138724"/>
                <a:gd name="connsiteX10" fmla="*/ 58409 w 58158"/>
                <a:gd name="connsiteY10" fmla="*/ 138822 h 138724"/>
                <a:gd name="connsiteX11" fmla="*/ 58409 w 58158"/>
                <a:gd name="connsiteY11" fmla="*/ 135744 h 138724"/>
                <a:gd name="connsiteX12" fmla="*/ 38886 w 58158"/>
                <a:gd name="connsiteY12" fmla="*/ 123636 h 138724"/>
                <a:gd name="connsiteX13" fmla="*/ 38886 w 58158"/>
                <a:gd name="connsiteY13" fmla="*/ 508 h 138724"/>
                <a:gd name="connsiteX14" fmla="*/ 37242 w 58158"/>
                <a:gd name="connsiteY14" fmla="*/ 97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242" y="97"/>
                  </a:moveTo>
                  <a:lnTo>
                    <a:pt x="250" y="18772"/>
                  </a:lnTo>
                  <a:lnTo>
                    <a:pt x="250" y="21645"/>
                  </a:lnTo>
                  <a:cubicBezTo>
                    <a:pt x="2716" y="20619"/>
                    <a:pt x="4977" y="19798"/>
                    <a:pt x="5799" y="19387"/>
                  </a:cubicBezTo>
                  <a:cubicBezTo>
                    <a:pt x="9498" y="17951"/>
                    <a:pt x="12992" y="17130"/>
                    <a:pt x="15047" y="17130"/>
                  </a:cubicBezTo>
                  <a:cubicBezTo>
                    <a:pt x="19362" y="17130"/>
                    <a:pt x="21212" y="20208"/>
                    <a:pt x="21212" y="26775"/>
                  </a:cubicBezTo>
                  <a:lnTo>
                    <a:pt x="21212" y="119737"/>
                  </a:lnTo>
                  <a:cubicBezTo>
                    <a:pt x="21212" y="126509"/>
                    <a:pt x="19568" y="131229"/>
                    <a:pt x="16280" y="133076"/>
                  </a:cubicBezTo>
                  <a:cubicBezTo>
                    <a:pt x="13197" y="134923"/>
                    <a:pt x="10320" y="135538"/>
                    <a:pt x="1689" y="135744"/>
                  </a:cubicBezTo>
                  <a:lnTo>
                    <a:pt x="1689" y="138822"/>
                  </a:lnTo>
                  <a:lnTo>
                    <a:pt x="58409" y="138822"/>
                  </a:lnTo>
                  <a:lnTo>
                    <a:pt x="58409" y="135744"/>
                  </a:lnTo>
                  <a:cubicBezTo>
                    <a:pt x="42174" y="135538"/>
                    <a:pt x="38886" y="133486"/>
                    <a:pt x="38886" y="123636"/>
                  </a:cubicBezTo>
                  <a:lnTo>
                    <a:pt x="38886" y="508"/>
                  </a:lnTo>
                  <a:lnTo>
                    <a:pt x="37242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6C85F88F-3FA8-A4A6-0FB2-A8AFAD523732}"/>
                </a:ext>
              </a:extLst>
            </p:cNvPr>
            <p:cNvSpPr/>
            <p:nvPr>
              <p:custDataLst>
                <p:tags r:id="rId366"/>
              </p:custDataLst>
            </p:nvPr>
          </p:nvSpPr>
          <p:spPr>
            <a:xfrm>
              <a:off x="9395335" y="3595387"/>
              <a:ext cx="169682" cy="11092"/>
            </a:xfrm>
            <a:custGeom>
              <a:avLst/>
              <a:gdLst>
                <a:gd name="connsiteX0" fmla="*/ 160219 w 169682"/>
                <a:gd name="connsiteY0" fmla="*/ 11188 h 11092"/>
                <a:gd name="connsiteX1" fmla="*/ 169939 w 169682"/>
                <a:gd name="connsiteY1" fmla="*/ 5641 h 11092"/>
                <a:gd name="connsiteX2" fmla="*/ 160219 w 169682"/>
                <a:gd name="connsiteY2" fmla="*/ 95 h 11092"/>
                <a:gd name="connsiteX3" fmla="*/ 9976 w 169682"/>
                <a:gd name="connsiteY3" fmla="*/ 95 h 11092"/>
                <a:gd name="connsiteX4" fmla="*/ 256 w 169682"/>
                <a:gd name="connsiteY4" fmla="*/ 5641 h 11092"/>
                <a:gd name="connsiteX5" fmla="*/ 9976 w 169682"/>
                <a:gd name="connsiteY5" fmla="*/ 11188 h 11092"/>
                <a:gd name="connsiteX6" fmla="*/ 160219 w 169682"/>
                <a:gd name="connsiteY6" fmla="*/ 11188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219" y="11188"/>
                  </a:moveTo>
                  <a:cubicBezTo>
                    <a:pt x="164941" y="11188"/>
                    <a:pt x="169939" y="11188"/>
                    <a:pt x="169939" y="5641"/>
                  </a:cubicBezTo>
                  <a:cubicBezTo>
                    <a:pt x="169939" y="95"/>
                    <a:pt x="164941" y="95"/>
                    <a:pt x="160219" y="95"/>
                  </a:cubicBezTo>
                  <a:lnTo>
                    <a:pt x="9976" y="95"/>
                  </a:lnTo>
                  <a:cubicBezTo>
                    <a:pt x="5255" y="95"/>
                    <a:pt x="256" y="95"/>
                    <a:pt x="256" y="5641"/>
                  </a:cubicBezTo>
                  <a:cubicBezTo>
                    <a:pt x="256" y="11188"/>
                    <a:pt x="5255" y="11188"/>
                    <a:pt x="9976" y="11188"/>
                  </a:cubicBezTo>
                  <a:lnTo>
                    <a:pt x="160219" y="111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8C48E4A0-54B3-BE50-17E4-1B40E040004B}"/>
                </a:ext>
              </a:extLst>
            </p:cNvPr>
            <p:cNvSpPr/>
            <p:nvPr>
              <p:custDataLst>
                <p:tags r:id="rId367"/>
              </p:custDataLst>
            </p:nvPr>
          </p:nvSpPr>
          <p:spPr>
            <a:xfrm>
              <a:off x="9620091" y="3547966"/>
              <a:ext cx="131636" cy="125346"/>
            </a:xfrm>
            <a:custGeom>
              <a:avLst/>
              <a:gdLst>
                <a:gd name="connsiteX0" fmla="*/ 119405 w 131636"/>
                <a:gd name="connsiteY0" fmla="*/ 91609 h 125346"/>
                <a:gd name="connsiteX1" fmla="*/ 113295 w 131636"/>
                <a:gd name="connsiteY1" fmla="*/ 99097 h 125346"/>
                <a:gd name="connsiteX2" fmla="*/ 100520 w 131636"/>
                <a:gd name="connsiteY2" fmla="*/ 110190 h 125346"/>
                <a:gd name="connsiteX3" fmla="*/ 91911 w 131636"/>
                <a:gd name="connsiteY3" fmla="*/ 98820 h 125346"/>
                <a:gd name="connsiteX4" fmla="*/ 90800 w 131636"/>
                <a:gd name="connsiteY4" fmla="*/ 94105 h 125346"/>
                <a:gd name="connsiteX5" fmla="*/ 80802 w 131636"/>
                <a:gd name="connsiteY5" fmla="*/ 49180 h 125346"/>
                <a:gd name="connsiteX6" fmla="*/ 108018 w 131636"/>
                <a:gd name="connsiteY6" fmla="*/ 15625 h 125346"/>
                <a:gd name="connsiteX7" fmla="*/ 114684 w 131636"/>
                <a:gd name="connsiteY7" fmla="*/ 17843 h 125346"/>
                <a:gd name="connsiteX8" fmla="*/ 122182 w 131636"/>
                <a:gd name="connsiteY8" fmla="*/ 20339 h 125346"/>
                <a:gd name="connsiteX9" fmla="*/ 131902 w 131636"/>
                <a:gd name="connsiteY9" fmla="*/ 10356 h 125346"/>
                <a:gd name="connsiteX10" fmla="*/ 120516 w 131636"/>
                <a:gd name="connsiteY10" fmla="*/ 95 h 125346"/>
                <a:gd name="connsiteX11" fmla="*/ 78581 w 131636"/>
                <a:gd name="connsiteY11" fmla="*/ 39751 h 125346"/>
                <a:gd name="connsiteX12" fmla="*/ 75526 w 131636"/>
                <a:gd name="connsiteY12" fmla="*/ 24499 h 125346"/>
                <a:gd name="connsiteX13" fmla="*/ 61085 w 131636"/>
                <a:gd name="connsiteY13" fmla="*/ 95 h 125346"/>
                <a:gd name="connsiteX14" fmla="*/ 28592 w 131636"/>
                <a:gd name="connsiteY14" fmla="*/ 8137 h 125346"/>
                <a:gd name="connsiteX15" fmla="*/ 25537 w 131636"/>
                <a:gd name="connsiteY15" fmla="*/ 9246 h 125346"/>
                <a:gd name="connsiteX16" fmla="*/ 26648 w 131636"/>
                <a:gd name="connsiteY16" fmla="*/ 13406 h 125346"/>
                <a:gd name="connsiteX17" fmla="*/ 42200 w 131636"/>
                <a:gd name="connsiteY17" fmla="*/ 10356 h 125346"/>
                <a:gd name="connsiteX18" fmla="*/ 54697 w 131636"/>
                <a:gd name="connsiteY18" fmla="*/ 29491 h 125346"/>
                <a:gd name="connsiteX19" fmla="*/ 62751 w 131636"/>
                <a:gd name="connsiteY19" fmla="*/ 63600 h 125346"/>
                <a:gd name="connsiteX20" fmla="*/ 39979 w 131636"/>
                <a:gd name="connsiteY20" fmla="*/ 96046 h 125346"/>
                <a:gd name="connsiteX21" fmla="*/ 25815 w 131636"/>
                <a:gd name="connsiteY21" fmla="*/ 109358 h 125346"/>
                <a:gd name="connsiteX22" fmla="*/ 18595 w 131636"/>
                <a:gd name="connsiteY22" fmla="*/ 106862 h 125346"/>
                <a:gd name="connsiteX23" fmla="*/ 9708 w 131636"/>
                <a:gd name="connsiteY23" fmla="*/ 104089 h 125346"/>
                <a:gd name="connsiteX24" fmla="*/ 266 w 131636"/>
                <a:gd name="connsiteY24" fmla="*/ 113795 h 125346"/>
                <a:gd name="connsiteX25" fmla="*/ 14151 w 131636"/>
                <a:gd name="connsiteY25" fmla="*/ 125442 h 125346"/>
                <a:gd name="connsiteX26" fmla="*/ 39979 w 131636"/>
                <a:gd name="connsiteY26" fmla="*/ 106030 h 125346"/>
                <a:gd name="connsiteX27" fmla="*/ 64973 w 131636"/>
                <a:gd name="connsiteY27" fmla="*/ 73584 h 125346"/>
                <a:gd name="connsiteX28" fmla="*/ 73304 w 131636"/>
                <a:gd name="connsiteY28" fmla="*/ 106862 h 125346"/>
                <a:gd name="connsiteX29" fmla="*/ 89412 w 131636"/>
                <a:gd name="connsiteY29" fmla="*/ 125442 h 125346"/>
                <a:gd name="connsiteX30" fmla="*/ 123293 w 131636"/>
                <a:gd name="connsiteY30" fmla="*/ 93828 h 125346"/>
                <a:gd name="connsiteX31" fmla="*/ 119405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05" y="91609"/>
                  </a:moveTo>
                  <a:cubicBezTo>
                    <a:pt x="117183" y="94105"/>
                    <a:pt x="115794" y="95769"/>
                    <a:pt x="113295" y="99097"/>
                  </a:cubicBezTo>
                  <a:cubicBezTo>
                    <a:pt x="106908" y="107416"/>
                    <a:pt x="103575" y="110190"/>
                    <a:pt x="100520" y="110190"/>
                  </a:cubicBezTo>
                  <a:cubicBezTo>
                    <a:pt x="96354" y="110190"/>
                    <a:pt x="93855" y="106584"/>
                    <a:pt x="91911" y="98820"/>
                  </a:cubicBezTo>
                  <a:cubicBezTo>
                    <a:pt x="91356" y="96601"/>
                    <a:pt x="91078" y="94937"/>
                    <a:pt x="90800" y="94105"/>
                  </a:cubicBezTo>
                  <a:cubicBezTo>
                    <a:pt x="83857" y="66096"/>
                    <a:pt x="80802" y="53340"/>
                    <a:pt x="80802" y="49180"/>
                  </a:cubicBezTo>
                  <a:cubicBezTo>
                    <a:pt x="93022" y="27827"/>
                    <a:pt x="103020" y="15625"/>
                    <a:pt x="108018" y="15625"/>
                  </a:cubicBezTo>
                  <a:cubicBezTo>
                    <a:pt x="109685" y="15625"/>
                    <a:pt x="111906" y="16457"/>
                    <a:pt x="114684" y="17843"/>
                  </a:cubicBezTo>
                  <a:cubicBezTo>
                    <a:pt x="118016" y="19784"/>
                    <a:pt x="119960" y="20339"/>
                    <a:pt x="122182" y="20339"/>
                  </a:cubicBezTo>
                  <a:cubicBezTo>
                    <a:pt x="128014" y="20339"/>
                    <a:pt x="131902" y="16179"/>
                    <a:pt x="131902" y="10356"/>
                  </a:cubicBezTo>
                  <a:cubicBezTo>
                    <a:pt x="131902" y="4532"/>
                    <a:pt x="127181" y="95"/>
                    <a:pt x="120516" y="95"/>
                  </a:cubicBezTo>
                  <a:cubicBezTo>
                    <a:pt x="108296" y="95"/>
                    <a:pt x="97743" y="10078"/>
                    <a:pt x="78581" y="39751"/>
                  </a:cubicBezTo>
                  <a:lnTo>
                    <a:pt x="75526" y="24499"/>
                  </a:lnTo>
                  <a:cubicBezTo>
                    <a:pt x="71638" y="5641"/>
                    <a:pt x="68583" y="95"/>
                    <a:pt x="61085" y="95"/>
                  </a:cubicBezTo>
                  <a:cubicBezTo>
                    <a:pt x="54975" y="95"/>
                    <a:pt x="45533" y="2591"/>
                    <a:pt x="28592" y="8137"/>
                  </a:cubicBezTo>
                  <a:lnTo>
                    <a:pt x="25537" y="9246"/>
                  </a:lnTo>
                  <a:lnTo>
                    <a:pt x="26648" y="13406"/>
                  </a:lnTo>
                  <a:cubicBezTo>
                    <a:pt x="37201" y="10910"/>
                    <a:pt x="39701" y="10356"/>
                    <a:pt x="42200" y="10356"/>
                  </a:cubicBezTo>
                  <a:cubicBezTo>
                    <a:pt x="49143" y="10356"/>
                    <a:pt x="50809" y="12852"/>
                    <a:pt x="54697" y="29491"/>
                  </a:cubicBezTo>
                  <a:lnTo>
                    <a:pt x="62751" y="63600"/>
                  </a:lnTo>
                  <a:lnTo>
                    <a:pt x="39979" y="96046"/>
                  </a:lnTo>
                  <a:cubicBezTo>
                    <a:pt x="34424" y="104366"/>
                    <a:pt x="28870" y="109358"/>
                    <a:pt x="25815" y="109358"/>
                  </a:cubicBezTo>
                  <a:cubicBezTo>
                    <a:pt x="24149" y="109358"/>
                    <a:pt x="21372" y="108526"/>
                    <a:pt x="18595" y="106862"/>
                  </a:cubicBezTo>
                  <a:cubicBezTo>
                    <a:pt x="14984" y="104921"/>
                    <a:pt x="11930" y="104089"/>
                    <a:pt x="9708" y="104089"/>
                  </a:cubicBezTo>
                  <a:cubicBezTo>
                    <a:pt x="4431" y="104089"/>
                    <a:pt x="266" y="108248"/>
                    <a:pt x="266" y="113795"/>
                  </a:cubicBezTo>
                  <a:cubicBezTo>
                    <a:pt x="266" y="121005"/>
                    <a:pt x="5820" y="125442"/>
                    <a:pt x="14151" y="125442"/>
                  </a:cubicBezTo>
                  <a:cubicBezTo>
                    <a:pt x="22760" y="125442"/>
                    <a:pt x="26093" y="122946"/>
                    <a:pt x="39979" y="106030"/>
                  </a:cubicBezTo>
                  <a:cubicBezTo>
                    <a:pt x="47477" y="97156"/>
                    <a:pt x="53309" y="89668"/>
                    <a:pt x="64973" y="73584"/>
                  </a:cubicBezTo>
                  <a:lnTo>
                    <a:pt x="73304" y="106862"/>
                  </a:lnTo>
                  <a:cubicBezTo>
                    <a:pt x="76915" y="121005"/>
                    <a:pt x="80525" y="125442"/>
                    <a:pt x="89412" y="125442"/>
                  </a:cubicBezTo>
                  <a:cubicBezTo>
                    <a:pt x="99965" y="125442"/>
                    <a:pt x="107185" y="118786"/>
                    <a:pt x="123293" y="93828"/>
                  </a:cubicBezTo>
                  <a:lnTo>
                    <a:pt x="119405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8014935B-5515-9B69-159E-75E32A6DCF91}"/>
                </a:ext>
              </a:extLst>
            </p:cNvPr>
            <p:cNvSpPr/>
            <p:nvPr>
              <p:custDataLst>
                <p:tags r:id="rId368"/>
              </p:custDataLst>
            </p:nvPr>
          </p:nvSpPr>
          <p:spPr>
            <a:xfrm>
              <a:off x="9757520" y="3573587"/>
              <a:ext cx="91450" cy="138724"/>
            </a:xfrm>
            <a:custGeom>
              <a:avLst/>
              <a:gdLst>
                <a:gd name="connsiteX0" fmla="*/ 91720 w 91450"/>
                <a:gd name="connsiteY0" fmla="*/ 110708 h 138724"/>
                <a:gd name="connsiteX1" fmla="*/ 89049 w 91450"/>
                <a:gd name="connsiteY1" fmla="*/ 109682 h 138724"/>
                <a:gd name="connsiteX2" fmla="*/ 69525 w 91450"/>
                <a:gd name="connsiteY2" fmla="*/ 123226 h 138724"/>
                <a:gd name="connsiteX3" fmla="*/ 20409 w 91450"/>
                <a:gd name="connsiteY3" fmla="*/ 123226 h 138724"/>
                <a:gd name="connsiteX4" fmla="*/ 54934 w 91450"/>
                <a:gd name="connsiteY4" fmla="*/ 87108 h 138724"/>
                <a:gd name="connsiteX5" fmla="*/ 81239 w 91450"/>
                <a:gd name="connsiteY5" fmla="*/ 36420 h 138724"/>
                <a:gd name="connsiteX6" fmla="*/ 43220 w 91450"/>
                <a:gd name="connsiteY6" fmla="*/ 97 h 138724"/>
                <a:gd name="connsiteX7" fmla="*/ 13627 w 91450"/>
                <a:gd name="connsiteY7" fmla="*/ 12821 h 138724"/>
                <a:gd name="connsiteX8" fmla="*/ 475 w 91450"/>
                <a:gd name="connsiteY8" fmla="*/ 40935 h 138724"/>
                <a:gd name="connsiteX9" fmla="*/ 4791 w 91450"/>
                <a:gd name="connsiteY9" fmla="*/ 41961 h 138724"/>
                <a:gd name="connsiteX10" fmla="*/ 34589 w 91450"/>
                <a:gd name="connsiteY10" fmla="*/ 15283 h 138724"/>
                <a:gd name="connsiteX11" fmla="*/ 63566 w 91450"/>
                <a:gd name="connsiteY11" fmla="*/ 44218 h 138724"/>
                <a:gd name="connsiteX12" fmla="*/ 36850 w 91450"/>
                <a:gd name="connsiteY12" fmla="*/ 97574 h 138724"/>
                <a:gd name="connsiteX13" fmla="*/ 269 w 91450"/>
                <a:gd name="connsiteY13" fmla="*/ 136359 h 138724"/>
                <a:gd name="connsiteX14" fmla="*/ 269 w 91450"/>
                <a:gd name="connsiteY14" fmla="*/ 138822 h 138724"/>
                <a:gd name="connsiteX15" fmla="*/ 80417 w 91450"/>
                <a:gd name="connsiteY15" fmla="*/ 138822 h 138724"/>
                <a:gd name="connsiteX16" fmla="*/ 91720 w 91450"/>
                <a:gd name="connsiteY16" fmla="*/ 110708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720" y="110708"/>
                  </a:moveTo>
                  <a:lnTo>
                    <a:pt x="89049" y="109682"/>
                  </a:lnTo>
                  <a:cubicBezTo>
                    <a:pt x="81445" y="121379"/>
                    <a:pt x="78773" y="123226"/>
                    <a:pt x="69525" y="123226"/>
                  </a:cubicBezTo>
                  <a:lnTo>
                    <a:pt x="20409" y="123226"/>
                  </a:lnTo>
                  <a:lnTo>
                    <a:pt x="54934" y="87108"/>
                  </a:lnTo>
                  <a:cubicBezTo>
                    <a:pt x="73225" y="68023"/>
                    <a:pt x="81239" y="52427"/>
                    <a:pt x="81239" y="36420"/>
                  </a:cubicBezTo>
                  <a:cubicBezTo>
                    <a:pt x="81239" y="15899"/>
                    <a:pt x="64593" y="97"/>
                    <a:pt x="43220" y="97"/>
                  </a:cubicBezTo>
                  <a:cubicBezTo>
                    <a:pt x="31918" y="97"/>
                    <a:pt x="21231" y="4612"/>
                    <a:pt x="13627" y="12821"/>
                  </a:cubicBezTo>
                  <a:cubicBezTo>
                    <a:pt x="7051" y="19798"/>
                    <a:pt x="3968" y="26365"/>
                    <a:pt x="475" y="40935"/>
                  </a:cubicBezTo>
                  <a:lnTo>
                    <a:pt x="4791" y="41961"/>
                  </a:lnTo>
                  <a:cubicBezTo>
                    <a:pt x="13011" y="21850"/>
                    <a:pt x="20409" y="15283"/>
                    <a:pt x="34589" y="15283"/>
                  </a:cubicBezTo>
                  <a:cubicBezTo>
                    <a:pt x="51852" y="15283"/>
                    <a:pt x="63566" y="26980"/>
                    <a:pt x="63566" y="44218"/>
                  </a:cubicBezTo>
                  <a:cubicBezTo>
                    <a:pt x="63566" y="60225"/>
                    <a:pt x="54112" y="79310"/>
                    <a:pt x="36850" y="97574"/>
                  </a:cubicBezTo>
                  <a:lnTo>
                    <a:pt x="269" y="136359"/>
                  </a:lnTo>
                  <a:lnTo>
                    <a:pt x="269" y="138822"/>
                  </a:lnTo>
                  <a:lnTo>
                    <a:pt x="80417" y="138822"/>
                  </a:lnTo>
                  <a:lnTo>
                    <a:pt x="91720" y="11070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3C767D19-31BB-84F6-7B37-FE59163FC673}"/>
                </a:ext>
              </a:extLst>
            </p:cNvPr>
            <p:cNvSpPr/>
            <p:nvPr>
              <p:custDataLst>
                <p:tags r:id="rId369"/>
              </p:custDataLst>
            </p:nvPr>
          </p:nvSpPr>
          <p:spPr>
            <a:xfrm>
              <a:off x="9884261" y="3462275"/>
              <a:ext cx="64429" cy="277316"/>
            </a:xfrm>
            <a:custGeom>
              <a:avLst/>
              <a:gdLst>
                <a:gd name="connsiteX0" fmla="*/ 64704 w 64429"/>
                <a:gd name="connsiteY0" fmla="*/ 138752 h 277316"/>
                <a:gd name="connsiteX1" fmla="*/ 46375 w 64429"/>
                <a:gd name="connsiteY1" fmla="*/ 52230 h 277316"/>
                <a:gd name="connsiteX2" fmla="*/ 3052 w 64429"/>
                <a:gd name="connsiteY2" fmla="*/ 94 h 277316"/>
                <a:gd name="connsiteX3" fmla="*/ 275 w 64429"/>
                <a:gd name="connsiteY3" fmla="*/ 2868 h 277316"/>
                <a:gd name="connsiteX4" fmla="*/ 5551 w 64429"/>
                <a:gd name="connsiteY4" fmla="*/ 9246 h 277316"/>
                <a:gd name="connsiteX5" fmla="*/ 48597 w 64429"/>
                <a:gd name="connsiteY5" fmla="*/ 138752 h 277316"/>
                <a:gd name="connsiteX6" fmla="*/ 3885 w 64429"/>
                <a:gd name="connsiteY6" fmla="*/ 269923 h 277316"/>
                <a:gd name="connsiteX7" fmla="*/ 275 w 64429"/>
                <a:gd name="connsiteY7" fmla="*/ 274637 h 277316"/>
                <a:gd name="connsiteX8" fmla="*/ 3052 w 64429"/>
                <a:gd name="connsiteY8" fmla="*/ 277410 h 277316"/>
                <a:gd name="connsiteX9" fmla="*/ 47208 w 64429"/>
                <a:gd name="connsiteY9" fmla="*/ 223334 h 277316"/>
                <a:gd name="connsiteX10" fmla="*/ 64704 w 64429"/>
                <a:gd name="connsiteY10" fmla="*/ 138752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04" y="138752"/>
                  </a:moveTo>
                  <a:cubicBezTo>
                    <a:pt x="64704" y="117122"/>
                    <a:pt x="61649" y="83567"/>
                    <a:pt x="46375" y="52230"/>
                  </a:cubicBezTo>
                  <a:cubicBezTo>
                    <a:pt x="29712" y="18120"/>
                    <a:pt x="5829" y="94"/>
                    <a:pt x="3052" y="94"/>
                  </a:cubicBezTo>
                  <a:cubicBezTo>
                    <a:pt x="1385" y="94"/>
                    <a:pt x="275" y="1204"/>
                    <a:pt x="275" y="2868"/>
                  </a:cubicBezTo>
                  <a:cubicBezTo>
                    <a:pt x="275" y="3699"/>
                    <a:pt x="275" y="4254"/>
                    <a:pt x="5551" y="9246"/>
                  </a:cubicBezTo>
                  <a:cubicBezTo>
                    <a:pt x="32767" y="36700"/>
                    <a:pt x="48597" y="80793"/>
                    <a:pt x="48597" y="138752"/>
                  </a:cubicBezTo>
                  <a:cubicBezTo>
                    <a:pt x="48597" y="186173"/>
                    <a:pt x="38321" y="234981"/>
                    <a:pt x="3885" y="269923"/>
                  </a:cubicBezTo>
                  <a:cubicBezTo>
                    <a:pt x="275" y="273251"/>
                    <a:pt x="275" y="273805"/>
                    <a:pt x="275" y="274637"/>
                  </a:cubicBezTo>
                  <a:cubicBezTo>
                    <a:pt x="275" y="276301"/>
                    <a:pt x="1385" y="277410"/>
                    <a:pt x="3052" y="277410"/>
                  </a:cubicBezTo>
                  <a:cubicBezTo>
                    <a:pt x="5829" y="277410"/>
                    <a:pt x="30823" y="258553"/>
                    <a:pt x="47208" y="223334"/>
                  </a:cubicBezTo>
                  <a:cubicBezTo>
                    <a:pt x="61372" y="192829"/>
                    <a:pt x="64704" y="162047"/>
                    <a:pt x="64704" y="13875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4B90D2EA-D539-289B-838A-57F4B60899AE}"/>
                </a:ext>
              </a:extLst>
            </p:cNvPr>
            <p:cNvSpPr/>
            <p:nvPr>
              <p:custDataLst>
                <p:tags r:id="rId370"/>
              </p:custDataLst>
            </p:nvPr>
          </p:nvSpPr>
          <p:spPr>
            <a:xfrm>
              <a:off x="10011023" y="3291290"/>
              <a:ext cx="158574" cy="245424"/>
            </a:xfrm>
            <a:custGeom>
              <a:avLst/>
              <a:gdLst>
                <a:gd name="connsiteX0" fmla="*/ 50825 w 158574"/>
                <a:gd name="connsiteY0" fmla="*/ 78291 h 245424"/>
                <a:gd name="connsiteX1" fmla="*/ 75819 w 158574"/>
                <a:gd name="connsiteY1" fmla="*/ 78291 h 245424"/>
                <a:gd name="connsiteX2" fmla="*/ 51380 w 158574"/>
                <a:gd name="connsiteY2" fmla="*/ 194764 h 245424"/>
                <a:gd name="connsiteX3" fmla="*/ 24442 w 158574"/>
                <a:gd name="connsiteY3" fmla="*/ 239689 h 245424"/>
                <a:gd name="connsiteX4" fmla="*/ 18888 w 158574"/>
                <a:gd name="connsiteY4" fmla="*/ 235252 h 245424"/>
                <a:gd name="connsiteX5" fmla="*/ 19998 w 158574"/>
                <a:gd name="connsiteY5" fmla="*/ 232202 h 245424"/>
                <a:gd name="connsiteX6" fmla="*/ 21387 w 158574"/>
                <a:gd name="connsiteY6" fmla="*/ 227765 h 245424"/>
                <a:gd name="connsiteX7" fmla="*/ 10556 w 158574"/>
                <a:gd name="connsiteY7" fmla="*/ 217227 h 245424"/>
                <a:gd name="connsiteX8" fmla="*/ 281 w 158574"/>
                <a:gd name="connsiteY8" fmla="*/ 228597 h 245424"/>
                <a:gd name="connsiteX9" fmla="*/ 22220 w 158574"/>
                <a:gd name="connsiteY9" fmla="*/ 245513 h 245424"/>
                <a:gd name="connsiteX10" fmla="*/ 77763 w 158574"/>
                <a:gd name="connsiteY10" fmla="*/ 167033 h 245424"/>
                <a:gd name="connsiteX11" fmla="*/ 97758 w 158574"/>
                <a:gd name="connsiteY11" fmla="*/ 78291 h 245424"/>
                <a:gd name="connsiteX12" fmla="*/ 128029 w 158574"/>
                <a:gd name="connsiteY12" fmla="*/ 78291 h 245424"/>
                <a:gd name="connsiteX13" fmla="*/ 129695 w 158574"/>
                <a:gd name="connsiteY13" fmla="*/ 69417 h 245424"/>
                <a:gd name="connsiteX14" fmla="*/ 99702 w 158574"/>
                <a:gd name="connsiteY14" fmla="*/ 69417 h 245424"/>
                <a:gd name="connsiteX15" fmla="*/ 133583 w 158574"/>
                <a:gd name="connsiteY15" fmla="*/ 6189 h 245424"/>
                <a:gd name="connsiteX16" fmla="*/ 139693 w 158574"/>
                <a:gd name="connsiteY16" fmla="*/ 9517 h 245424"/>
                <a:gd name="connsiteX17" fmla="*/ 138582 w 158574"/>
                <a:gd name="connsiteY17" fmla="*/ 12290 h 245424"/>
                <a:gd name="connsiteX18" fmla="*/ 136916 w 158574"/>
                <a:gd name="connsiteY18" fmla="*/ 18114 h 245424"/>
                <a:gd name="connsiteX19" fmla="*/ 147191 w 158574"/>
                <a:gd name="connsiteY19" fmla="*/ 29206 h 245424"/>
                <a:gd name="connsiteX20" fmla="*/ 158855 w 158574"/>
                <a:gd name="connsiteY20" fmla="*/ 18114 h 245424"/>
                <a:gd name="connsiteX21" fmla="*/ 134972 w 158574"/>
                <a:gd name="connsiteY21" fmla="*/ 88 h 245424"/>
                <a:gd name="connsiteX22" fmla="*/ 100535 w 158574"/>
                <a:gd name="connsiteY22" fmla="*/ 19223 h 245424"/>
                <a:gd name="connsiteX23" fmla="*/ 78318 w 158574"/>
                <a:gd name="connsiteY23" fmla="*/ 69417 h 245424"/>
                <a:gd name="connsiteX24" fmla="*/ 52769 w 158574"/>
                <a:gd name="connsiteY24" fmla="*/ 69417 h 245424"/>
                <a:gd name="connsiteX25" fmla="*/ 50825 w 158574"/>
                <a:gd name="connsiteY25" fmla="*/ 78291 h 24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8574" h="245424">
                  <a:moveTo>
                    <a:pt x="50825" y="78291"/>
                  </a:moveTo>
                  <a:lnTo>
                    <a:pt x="75819" y="78291"/>
                  </a:lnTo>
                  <a:lnTo>
                    <a:pt x="51380" y="194764"/>
                  </a:lnTo>
                  <a:cubicBezTo>
                    <a:pt x="45270" y="224437"/>
                    <a:pt x="36106" y="239689"/>
                    <a:pt x="24442" y="239689"/>
                  </a:cubicBezTo>
                  <a:cubicBezTo>
                    <a:pt x="21109" y="239689"/>
                    <a:pt x="18888" y="237748"/>
                    <a:pt x="18888" y="235252"/>
                  </a:cubicBezTo>
                  <a:cubicBezTo>
                    <a:pt x="18888" y="234420"/>
                    <a:pt x="19165" y="233588"/>
                    <a:pt x="19998" y="232202"/>
                  </a:cubicBezTo>
                  <a:cubicBezTo>
                    <a:pt x="21109" y="230538"/>
                    <a:pt x="21387" y="229429"/>
                    <a:pt x="21387" y="227765"/>
                  </a:cubicBezTo>
                  <a:cubicBezTo>
                    <a:pt x="21387" y="221941"/>
                    <a:pt x="16388" y="217227"/>
                    <a:pt x="10556" y="217227"/>
                  </a:cubicBezTo>
                  <a:cubicBezTo>
                    <a:pt x="4724" y="217227"/>
                    <a:pt x="281" y="222218"/>
                    <a:pt x="281" y="228597"/>
                  </a:cubicBezTo>
                  <a:cubicBezTo>
                    <a:pt x="281" y="238026"/>
                    <a:pt x="10001" y="245513"/>
                    <a:pt x="22220" y="245513"/>
                  </a:cubicBezTo>
                  <a:cubicBezTo>
                    <a:pt x="46937" y="245513"/>
                    <a:pt x="66377" y="218059"/>
                    <a:pt x="77763" y="167033"/>
                  </a:cubicBezTo>
                  <a:lnTo>
                    <a:pt x="97758" y="78291"/>
                  </a:lnTo>
                  <a:lnTo>
                    <a:pt x="128029" y="78291"/>
                  </a:lnTo>
                  <a:lnTo>
                    <a:pt x="129695" y="69417"/>
                  </a:lnTo>
                  <a:lnTo>
                    <a:pt x="99702" y="69417"/>
                  </a:lnTo>
                  <a:cubicBezTo>
                    <a:pt x="107756" y="25879"/>
                    <a:pt x="118031" y="6189"/>
                    <a:pt x="133583" y="6189"/>
                  </a:cubicBezTo>
                  <a:cubicBezTo>
                    <a:pt x="137194" y="6189"/>
                    <a:pt x="139693" y="7576"/>
                    <a:pt x="139693" y="9517"/>
                  </a:cubicBezTo>
                  <a:cubicBezTo>
                    <a:pt x="139693" y="10349"/>
                    <a:pt x="139415" y="10904"/>
                    <a:pt x="138582" y="12290"/>
                  </a:cubicBezTo>
                  <a:cubicBezTo>
                    <a:pt x="137471" y="14786"/>
                    <a:pt x="136916" y="16173"/>
                    <a:pt x="136916" y="18114"/>
                  </a:cubicBezTo>
                  <a:cubicBezTo>
                    <a:pt x="136916" y="24769"/>
                    <a:pt x="141082" y="29206"/>
                    <a:pt x="147191" y="29206"/>
                  </a:cubicBezTo>
                  <a:cubicBezTo>
                    <a:pt x="153579" y="29206"/>
                    <a:pt x="158855" y="24215"/>
                    <a:pt x="158855" y="18114"/>
                  </a:cubicBezTo>
                  <a:cubicBezTo>
                    <a:pt x="158855" y="7853"/>
                    <a:pt x="148580" y="88"/>
                    <a:pt x="134972" y="88"/>
                  </a:cubicBezTo>
                  <a:cubicBezTo>
                    <a:pt x="121364" y="88"/>
                    <a:pt x="110533" y="6189"/>
                    <a:pt x="100535" y="19223"/>
                  </a:cubicBezTo>
                  <a:cubicBezTo>
                    <a:pt x="92204" y="30038"/>
                    <a:pt x="86650" y="42795"/>
                    <a:pt x="78318" y="69417"/>
                  </a:cubicBezTo>
                  <a:lnTo>
                    <a:pt x="52769" y="69417"/>
                  </a:lnTo>
                  <a:lnTo>
                    <a:pt x="50825" y="7829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D726C744-A657-BB81-5552-5864EF8112EB}"/>
                </a:ext>
              </a:extLst>
            </p:cNvPr>
            <p:cNvSpPr/>
            <p:nvPr>
              <p:custDataLst>
                <p:tags r:id="rId371"/>
              </p:custDataLst>
            </p:nvPr>
          </p:nvSpPr>
          <p:spPr>
            <a:xfrm>
              <a:off x="10197529" y="3271323"/>
              <a:ext cx="64429" cy="277316"/>
            </a:xfrm>
            <a:custGeom>
              <a:avLst/>
              <a:gdLst>
                <a:gd name="connsiteX0" fmla="*/ 64715 w 64429"/>
                <a:gd name="connsiteY0" fmla="*/ 274630 h 277316"/>
                <a:gd name="connsiteX1" fmla="*/ 59994 w 64429"/>
                <a:gd name="connsiteY1" fmla="*/ 268530 h 277316"/>
                <a:gd name="connsiteX2" fmla="*/ 16393 w 64429"/>
                <a:gd name="connsiteY2" fmla="*/ 138746 h 277316"/>
                <a:gd name="connsiteX3" fmla="*/ 61105 w 64429"/>
                <a:gd name="connsiteY3" fmla="*/ 7575 h 277316"/>
                <a:gd name="connsiteX4" fmla="*/ 64715 w 64429"/>
                <a:gd name="connsiteY4" fmla="*/ 2861 h 277316"/>
                <a:gd name="connsiteX5" fmla="*/ 61938 w 64429"/>
                <a:gd name="connsiteY5" fmla="*/ 88 h 277316"/>
                <a:gd name="connsiteX6" fmla="*/ 17781 w 64429"/>
                <a:gd name="connsiteY6" fmla="*/ 54164 h 277316"/>
                <a:gd name="connsiteX7" fmla="*/ 286 w 64429"/>
                <a:gd name="connsiteY7" fmla="*/ 138746 h 277316"/>
                <a:gd name="connsiteX8" fmla="*/ 18615 w 64429"/>
                <a:gd name="connsiteY8" fmla="*/ 225268 h 277316"/>
                <a:gd name="connsiteX9" fmla="*/ 61938 w 64429"/>
                <a:gd name="connsiteY9" fmla="*/ 277404 h 277316"/>
                <a:gd name="connsiteX10" fmla="*/ 64715 w 64429"/>
                <a:gd name="connsiteY10" fmla="*/ 274630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15" y="274630"/>
                  </a:moveTo>
                  <a:cubicBezTo>
                    <a:pt x="64715" y="273799"/>
                    <a:pt x="64715" y="273244"/>
                    <a:pt x="59994" y="268530"/>
                  </a:cubicBezTo>
                  <a:cubicBezTo>
                    <a:pt x="25280" y="233588"/>
                    <a:pt x="16393" y="181175"/>
                    <a:pt x="16393" y="138746"/>
                  </a:cubicBezTo>
                  <a:cubicBezTo>
                    <a:pt x="16393" y="90493"/>
                    <a:pt x="26946" y="42240"/>
                    <a:pt x="61105" y="7575"/>
                  </a:cubicBezTo>
                  <a:cubicBezTo>
                    <a:pt x="64715" y="4247"/>
                    <a:pt x="64715" y="3693"/>
                    <a:pt x="64715" y="2861"/>
                  </a:cubicBezTo>
                  <a:cubicBezTo>
                    <a:pt x="64715" y="919"/>
                    <a:pt x="63604" y="88"/>
                    <a:pt x="61938" y="88"/>
                  </a:cubicBezTo>
                  <a:cubicBezTo>
                    <a:pt x="59161" y="88"/>
                    <a:pt x="34167" y="18945"/>
                    <a:pt x="17781" y="54164"/>
                  </a:cubicBezTo>
                  <a:cubicBezTo>
                    <a:pt x="3618" y="84669"/>
                    <a:pt x="286" y="115451"/>
                    <a:pt x="286" y="138746"/>
                  </a:cubicBezTo>
                  <a:cubicBezTo>
                    <a:pt x="286" y="160376"/>
                    <a:pt x="3340" y="193931"/>
                    <a:pt x="18615" y="225268"/>
                  </a:cubicBezTo>
                  <a:cubicBezTo>
                    <a:pt x="35277" y="259378"/>
                    <a:pt x="59161" y="277404"/>
                    <a:pt x="61938" y="277404"/>
                  </a:cubicBezTo>
                  <a:cubicBezTo>
                    <a:pt x="63604" y="277404"/>
                    <a:pt x="64715" y="276572"/>
                    <a:pt x="64715" y="27463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7308753D-95AA-5465-249D-55F59774CB8C}"/>
                </a:ext>
              </a:extLst>
            </p:cNvPr>
            <p:cNvSpPr/>
            <p:nvPr>
              <p:custDataLst>
                <p:tags r:id="rId372"/>
              </p:custDataLst>
            </p:nvPr>
          </p:nvSpPr>
          <p:spPr>
            <a:xfrm>
              <a:off x="10270691" y="3357014"/>
              <a:ext cx="131636" cy="125346"/>
            </a:xfrm>
            <a:custGeom>
              <a:avLst/>
              <a:gdLst>
                <a:gd name="connsiteX0" fmla="*/ 119428 w 131636"/>
                <a:gd name="connsiteY0" fmla="*/ 91603 h 125346"/>
                <a:gd name="connsiteX1" fmla="*/ 113318 w 131636"/>
                <a:gd name="connsiteY1" fmla="*/ 99090 h 125346"/>
                <a:gd name="connsiteX2" fmla="*/ 100543 w 131636"/>
                <a:gd name="connsiteY2" fmla="*/ 110183 h 125346"/>
                <a:gd name="connsiteX3" fmla="*/ 91934 w 131636"/>
                <a:gd name="connsiteY3" fmla="*/ 98813 h 125346"/>
                <a:gd name="connsiteX4" fmla="*/ 90823 w 131636"/>
                <a:gd name="connsiteY4" fmla="*/ 94098 h 125346"/>
                <a:gd name="connsiteX5" fmla="*/ 80826 w 131636"/>
                <a:gd name="connsiteY5" fmla="*/ 49173 h 125346"/>
                <a:gd name="connsiteX6" fmla="*/ 108042 w 131636"/>
                <a:gd name="connsiteY6" fmla="*/ 15618 h 125346"/>
                <a:gd name="connsiteX7" fmla="*/ 114707 w 131636"/>
                <a:gd name="connsiteY7" fmla="*/ 17836 h 125346"/>
                <a:gd name="connsiteX8" fmla="*/ 122205 w 131636"/>
                <a:gd name="connsiteY8" fmla="*/ 20332 h 125346"/>
                <a:gd name="connsiteX9" fmla="*/ 131925 w 131636"/>
                <a:gd name="connsiteY9" fmla="*/ 10349 h 125346"/>
                <a:gd name="connsiteX10" fmla="*/ 120539 w 131636"/>
                <a:gd name="connsiteY10" fmla="*/ 88 h 125346"/>
                <a:gd name="connsiteX11" fmla="*/ 78604 w 131636"/>
                <a:gd name="connsiteY11" fmla="*/ 39744 h 125346"/>
                <a:gd name="connsiteX12" fmla="*/ 75549 w 131636"/>
                <a:gd name="connsiteY12" fmla="*/ 24492 h 125346"/>
                <a:gd name="connsiteX13" fmla="*/ 61108 w 131636"/>
                <a:gd name="connsiteY13" fmla="*/ 88 h 125346"/>
                <a:gd name="connsiteX14" fmla="*/ 28616 w 131636"/>
                <a:gd name="connsiteY14" fmla="*/ 8130 h 125346"/>
                <a:gd name="connsiteX15" fmla="*/ 25561 w 131636"/>
                <a:gd name="connsiteY15" fmla="*/ 9240 h 125346"/>
                <a:gd name="connsiteX16" fmla="*/ 26672 w 131636"/>
                <a:gd name="connsiteY16" fmla="*/ 13399 h 125346"/>
                <a:gd name="connsiteX17" fmla="*/ 42224 w 131636"/>
                <a:gd name="connsiteY17" fmla="*/ 10349 h 125346"/>
                <a:gd name="connsiteX18" fmla="*/ 54721 w 131636"/>
                <a:gd name="connsiteY18" fmla="*/ 29484 h 125346"/>
                <a:gd name="connsiteX19" fmla="*/ 62774 w 131636"/>
                <a:gd name="connsiteY19" fmla="*/ 63594 h 125346"/>
                <a:gd name="connsiteX20" fmla="*/ 40002 w 131636"/>
                <a:gd name="connsiteY20" fmla="*/ 96040 h 125346"/>
                <a:gd name="connsiteX21" fmla="*/ 25838 w 131636"/>
                <a:gd name="connsiteY21" fmla="*/ 109351 h 125346"/>
                <a:gd name="connsiteX22" fmla="*/ 18618 w 131636"/>
                <a:gd name="connsiteY22" fmla="*/ 106855 h 125346"/>
                <a:gd name="connsiteX23" fmla="*/ 9731 w 131636"/>
                <a:gd name="connsiteY23" fmla="*/ 104082 h 125346"/>
                <a:gd name="connsiteX24" fmla="*/ 289 w 131636"/>
                <a:gd name="connsiteY24" fmla="*/ 113788 h 125346"/>
                <a:gd name="connsiteX25" fmla="*/ 14174 w 131636"/>
                <a:gd name="connsiteY25" fmla="*/ 125435 h 125346"/>
                <a:gd name="connsiteX26" fmla="*/ 40002 w 131636"/>
                <a:gd name="connsiteY26" fmla="*/ 106023 h 125346"/>
                <a:gd name="connsiteX27" fmla="*/ 64996 w 131636"/>
                <a:gd name="connsiteY27" fmla="*/ 73577 h 125346"/>
                <a:gd name="connsiteX28" fmla="*/ 73327 w 131636"/>
                <a:gd name="connsiteY28" fmla="*/ 106855 h 125346"/>
                <a:gd name="connsiteX29" fmla="*/ 89435 w 131636"/>
                <a:gd name="connsiteY29" fmla="*/ 125435 h 125346"/>
                <a:gd name="connsiteX30" fmla="*/ 123316 w 131636"/>
                <a:gd name="connsiteY30" fmla="*/ 93821 h 125346"/>
                <a:gd name="connsiteX31" fmla="*/ 119428 w 131636"/>
                <a:gd name="connsiteY31" fmla="*/ 91603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28" y="91603"/>
                  </a:moveTo>
                  <a:cubicBezTo>
                    <a:pt x="117206" y="94098"/>
                    <a:pt x="115818" y="95762"/>
                    <a:pt x="113318" y="99090"/>
                  </a:cubicBezTo>
                  <a:cubicBezTo>
                    <a:pt x="106931" y="107410"/>
                    <a:pt x="103598" y="110183"/>
                    <a:pt x="100543" y="110183"/>
                  </a:cubicBezTo>
                  <a:cubicBezTo>
                    <a:pt x="96378" y="110183"/>
                    <a:pt x="93878" y="106578"/>
                    <a:pt x="91934" y="98813"/>
                  </a:cubicBezTo>
                  <a:cubicBezTo>
                    <a:pt x="91379" y="96594"/>
                    <a:pt x="91101" y="94930"/>
                    <a:pt x="90823" y="94098"/>
                  </a:cubicBezTo>
                  <a:cubicBezTo>
                    <a:pt x="83881" y="66089"/>
                    <a:pt x="80826" y="53333"/>
                    <a:pt x="80826" y="49173"/>
                  </a:cubicBezTo>
                  <a:cubicBezTo>
                    <a:pt x="93045" y="27820"/>
                    <a:pt x="103043" y="15618"/>
                    <a:pt x="108042" y="15618"/>
                  </a:cubicBezTo>
                  <a:cubicBezTo>
                    <a:pt x="109708" y="15618"/>
                    <a:pt x="111930" y="16450"/>
                    <a:pt x="114707" y="17836"/>
                  </a:cubicBezTo>
                  <a:cubicBezTo>
                    <a:pt x="118039" y="19778"/>
                    <a:pt x="119983" y="20332"/>
                    <a:pt x="122205" y="20332"/>
                  </a:cubicBezTo>
                  <a:cubicBezTo>
                    <a:pt x="128037" y="20332"/>
                    <a:pt x="131925" y="16172"/>
                    <a:pt x="131925" y="10349"/>
                  </a:cubicBezTo>
                  <a:cubicBezTo>
                    <a:pt x="131925" y="4525"/>
                    <a:pt x="127204" y="88"/>
                    <a:pt x="120539" y="88"/>
                  </a:cubicBezTo>
                  <a:cubicBezTo>
                    <a:pt x="108319" y="88"/>
                    <a:pt x="97766" y="10072"/>
                    <a:pt x="78604" y="39744"/>
                  </a:cubicBezTo>
                  <a:lnTo>
                    <a:pt x="75549" y="24492"/>
                  </a:lnTo>
                  <a:cubicBezTo>
                    <a:pt x="71661" y="5634"/>
                    <a:pt x="68606" y="88"/>
                    <a:pt x="61108" y="88"/>
                  </a:cubicBezTo>
                  <a:cubicBezTo>
                    <a:pt x="54998" y="88"/>
                    <a:pt x="45556" y="2584"/>
                    <a:pt x="28616" y="8130"/>
                  </a:cubicBezTo>
                  <a:lnTo>
                    <a:pt x="25561" y="9240"/>
                  </a:lnTo>
                  <a:lnTo>
                    <a:pt x="26672" y="13399"/>
                  </a:lnTo>
                  <a:cubicBezTo>
                    <a:pt x="37225" y="10903"/>
                    <a:pt x="39724" y="10349"/>
                    <a:pt x="42224" y="10349"/>
                  </a:cubicBezTo>
                  <a:cubicBezTo>
                    <a:pt x="49166" y="10349"/>
                    <a:pt x="50833" y="12845"/>
                    <a:pt x="54721" y="29484"/>
                  </a:cubicBezTo>
                  <a:lnTo>
                    <a:pt x="62774" y="63594"/>
                  </a:lnTo>
                  <a:lnTo>
                    <a:pt x="40002" y="96040"/>
                  </a:lnTo>
                  <a:cubicBezTo>
                    <a:pt x="34448" y="104359"/>
                    <a:pt x="28893" y="109351"/>
                    <a:pt x="25838" y="109351"/>
                  </a:cubicBezTo>
                  <a:cubicBezTo>
                    <a:pt x="24172" y="109351"/>
                    <a:pt x="21395" y="108519"/>
                    <a:pt x="18618" y="106855"/>
                  </a:cubicBezTo>
                  <a:cubicBezTo>
                    <a:pt x="15008" y="104914"/>
                    <a:pt x="11953" y="104082"/>
                    <a:pt x="9731" y="104082"/>
                  </a:cubicBezTo>
                  <a:cubicBezTo>
                    <a:pt x="4455" y="104082"/>
                    <a:pt x="289" y="108242"/>
                    <a:pt x="289" y="113788"/>
                  </a:cubicBezTo>
                  <a:cubicBezTo>
                    <a:pt x="289" y="120998"/>
                    <a:pt x="5843" y="125435"/>
                    <a:pt x="14174" y="125435"/>
                  </a:cubicBezTo>
                  <a:cubicBezTo>
                    <a:pt x="22784" y="125435"/>
                    <a:pt x="26116" y="122939"/>
                    <a:pt x="40002" y="106023"/>
                  </a:cubicBezTo>
                  <a:cubicBezTo>
                    <a:pt x="47500" y="97149"/>
                    <a:pt x="53332" y="89661"/>
                    <a:pt x="64996" y="73577"/>
                  </a:cubicBezTo>
                  <a:lnTo>
                    <a:pt x="73327" y="106855"/>
                  </a:lnTo>
                  <a:cubicBezTo>
                    <a:pt x="76938" y="120998"/>
                    <a:pt x="80548" y="125435"/>
                    <a:pt x="89435" y="125435"/>
                  </a:cubicBezTo>
                  <a:cubicBezTo>
                    <a:pt x="99988" y="125435"/>
                    <a:pt x="107209" y="118780"/>
                    <a:pt x="123316" y="93821"/>
                  </a:cubicBezTo>
                  <a:lnTo>
                    <a:pt x="119428" y="9160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11B4801F-D82A-CF6D-A10F-0217EA49AB86}"/>
                </a:ext>
              </a:extLst>
            </p:cNvPr>
            <p:cNvSpPr/>
            <p:nvPr>
              <p:custDataLst>
                <p:tags r:id="rId373"/>
              </p:custDataLst>
            </p:nvPr>
          </p:nvSpPr>
          <p:spPr>
            <a:xfrm>
              <a:off x="10424766" y="3382635"/>
              <a:ext cx="58158" cy="138724"/>
            </a:xfrm>
            <a:custGeom>
              <a:avLst/>
              <a:gdLst>
                <a:gd name="connsiteX0" fmla="*/ 37284 w 58158"/>
                <a:gd name="connsiteY0" fmla="*/ 91 h 138724"/>
                <a:gd name="connsiteX1" fmla="*/ 293 w 58158"/>
                <a:gd name="connsiteY1" fmla="*/ 18765 h 138724"/>
                <a:gd name="connsiteX2" fmla="*/ 293 w 58158"/>
                <a:gd name="connsiteY2" fmla="*/ 21638 h 138724"/>
                <a:gd name="connsiteX3" fmla="*/ 5841 w 58158"/>
                <a:gd name="connsiteY3" fmla="*/ 19381 h 138724"/>
                <a:gd name="connsiteX4" fmla="*/ 15089 w 58158"/>
                <a:gd name="connsiteY4" fmla="*/ 17123 h 138724"/>
                <a:gd name="connsiteX5" fmla="*/ 21254 w 58158"/>
                <a:gd name="connsiteY5" fmla="*/ 26768 h 138724"/>
                <a:gd name="connsiteX6" fmla="*/ 21254 w 58158"/>
                <a:gd name="connsiteY6" fmla="*/ 119730 h 138724"/>
                <a:gd name="connsiteX7" fmla="*/ 16322 w 58158"/>
                <a:gd name="connsiteY7" fmla="*/ 133069 h 138724"/>
                <a:gd name="connsiteX8" fmla="*/ 1731 w 58158"/>
                <a:gd name="connsiteY8" fmla="*/ 135737 h 138724"/>
                <a:gd name="connsiteX9" fmla="*/ 1731 w 58158"/>
                <a:gd name="connsiteY9" fmla="*/ 138815 h 138724"/>
                <a:gd name="connsiteX10" fmla="*/ 58451 w 58158"/>
                <a:gd name="connsiteY10" fmla="*/ 138815 h 138724"/>
                <a:gd name="connsiteX11" fmla="*/ 58451 w 58158"/>
                <a:gd name="connsiteY11" fmla="*/ 135737 h 138724"/>
                <a:gd name="connsiteX12" fmla="*/ 38928 w 58158"/>
                <a:gd name="connsiteY12" fmla="*/ 123629 h 138724"/>
                <a:gd name="connsiteX13" fmla="*/ 38928 w 58158"/>
                <a:gd name="connsiteY13" fmla="*/ 501 h 138724"/>
                <a:gd name="connsiteX14" fmla="*/ 37284 w 58158"/>
                <a:gd name="connsiteY14" fmla="*/ 91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284" y="91"/>
                  </a:moveTo>
                  <a:lnTo>
                    <a:pt x="293" y="18765"/>
                  </a:lnTo>
                  <a:lnTo>
                    <a:pt x="293" y="21638"/>
                  </a:lnTo>
                  <a:cubicBezTo>
                    <a:pt x="2759" y="20612"/>
                    <a:pt x="5019" y="19791"/>
                    <a:pt x="5841" y="19381"/>
                  </a:cubicBezTo>
                  <a:cubicBezTo>
                    <a:pt x="9540" y="17944"/>
                    <a:pt x="13034" y="17123"/>
                    <a:pt x="15089" y="17123"/>
                  </a:cubicBezTo>
                  <a:cubicBezTo>
                    <a:pt x="19405" y="17123"/>
                    <a:pt x="21254" y="20201"/>
                    <a:pt x="21254" y="26768"/>
                  </a:cubicBezTo>
                  <a:lnTo>
                    <a:pt x="21254" y="119730"/>
                  </a:lnTo>
                  <a:cubicBezTo>
                    <a:pt x="21254" y="126502"/>
                    <a:pt x="19610" y="131222"/>
                    <a:pt x="16322" y="133069"/>
                  </a:cubicBezTo>
                  <a:cubicBezTo>
                    <a:pt x="13240" y="134916"/>
                    <a:pt x="10362" y="135532"/>
                    <a:pt x="1731" y="135737"/>
                  </a:cubicBezTo>
                  <a:lnTo>
                    <a:pt x="1731" y="138815"/>
                  </a:lnTo>
                  <a:lnTo>
                    <a:pt x="58451" y="138815"/>
                  </a:lnTo>
                  <a:lnTo>
                    <a:pt x="58451" y="135737"/>
                  </a:lnTo>
                  <a:cubicBezTo>
                    <a:pt x="42216" y="135532"/>
                    <a:pt x="38928" y="133479"/>
                    <a:pt x="38928" y="123629"/>
                  </a:cubicBezTo>
                  <a:lnTo>
                    <a:pt x="38928" y="501"/>
                  </a:lnTo>
                  <a:lnTo>
                    <a:pt x="37284" y="9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036B4B40-7468-30D6-D6D4-87DD10CD4357}"/>
                </a:ext>
              </a:extLst>
            </p:cNvPr>
            <p:cNvSpPr/>
            <p:nvPr>
              <p:custDataLst>
                <p:tags r:id="rId374"/>
              </p:custDataLst>
            </p:nvPr>
          </p:nvSpPr>
          <p:spPr>
            <a:xfrm>
              <a:off x="10534861" y="3271323"/>
              <a:ext cx="64429" cy="277316"/>
            </a:xfrm>
            <a:custGeom>
              <a:avLst/>
              <a:gdLst>
                <a:gd name="connsiteX0" fmla="*/ 64727 w 64429"/>
                <a:gd name="connsiteY0" fmla="*/ 138746 h 277316"/>
                <a:gd name="connsiteX1" fmla="*/ 46398 w 64429"/>
                <a:gd name="connsiteY1" fmla="*/ 52223 h 277316"/>
                <a:gd name="connsiteX2" fmla="*/ 3075 w 64429"/>
                <a:gd name="connsiteY2" fmla="*/ 88 h 277316"/>
                <a:gd name="connsiteX3" fmla="*/ 298 w 64429"/>
                <a:gd name="connsiteY3" fmla="*/ 2861 h 277316"/>
                <a:gd name="connsiteX4" fmla="*/ 5574 w 64429"/>
                <a:gd name="connsiteY4" fmla="*/ 9239 h 277316"/>
                <a:gd name="connsiteX5" fmla="*/ 48620 w 64429"/>
                <a:gd name="connsiteY5" fmla="*/ 138746 h 277316"/>
                <a:gd name="connsiteX6" fmla="*/ 3908 w 64429"/>
                <a:gd name="connsiteY6" fmla="*/ 269916 h 277316"/>
                <a:gd name="connsiteX7" fmla="*/ 298 w 64429"/>
                <a:gd name="connsiteY7" fmla="*/ 274630 h 277316"/>
                <a:gd name="connsiteX8" fmla="*/ 3075 w 64429"/>
                <a:gd name="connsiteY8" fmla="*/ 277404 h 277316"/>
                <a:gd name="connsiteX9" fmla="*/ 47231 w 64429"/>
                <a:gd name="connsiteY9" fmla="*/ 223327 h 277316"/>
                <a:gd name="connsiteX10" fmla="*/ 64727 w 64429"/>
                <a:gd name="connsiteY10" fmla="*/ 138746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27" y="138746"/>
                  </a:moveTo>
                  <a:cubicBezTo>
                    <a:pt x="64727" y="117115"/>
                    <a:pt x="61673" y="83560"/>
                    <a:pt x="46398" y="52223"/>
                  </a:cubicBezTo>
                  <a:cubicBezTo>
                    <a:pt x="29735" y="18113"/>
                    <a:pt x="5852" y="88"/>
                    <a:pt x="3075" y="88"/>
                  </a:cubicBezTo>
                  <a:cubicBezTo>
                    <a:pt x="1409" y="88"/>
                    <a:pt x="298" y="1197"/>
                    <a:pt x="298" y="2861"/>
                  </a:cubicBezTo>
                  <a:cubicBezTo>
                    <a:pt x="298" y="3693"/>
                    <a:pt x="298" y="4247"/>
                    <a:pt x="5574" y="9239"/>
                  </a:cubicBezTo>
                  <a:cubicBezTo>
                    <a:pt x="32790" y="36693"/>
                    <a:pt x="48620" y="80787"/>
                    <a:pt x="48620" y="138746"/>
                  </a:cubicBezTo>
                  <a:cubicBezTo>
                    <a:pt x="48620" y="186167"/>
                    <a:pt x="38345" y="234974"/>
                    <a:pt x="3908" y="269916"/>
                  </a:cubicBezTo>
                  <a:cubicBezTo>
                    <a:pt x="298" y="273244"/>
                    <a:pt x="298" y="273799"/>
                    <a:pt x="298" y="274630"/>
                  </a:cubicBezTo>
                  <a:cubicBezTo>
                    <a:pt x="298" y="276294"/>
                    <a:pt x="1409" y="277404"/>
                    <a:pt x="3075" y="277404"/>
                  </a:cubicBezTo>
                  <a:cubicBezTo>
                    <a:pt x="5852" y="277404"/>
                    <a:pt x="30846" y="258546"/>
                    <a:pt x="47231" y="223327"/>
                  </a:cubicBezTo>
                  <a:cubicBezTo>
                    <a:pt x="61395" y="192822"/>
                    <a:pt x="64727" y="162040"/>
                    <a:pt x="64727" y="13874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E16D24ED-DBA0-A65C-3223-E0750F7376B2}"/>
                </a:ext>
              </a:extLst>
            </p:cNvPr>
            <p:cNvSpPr/>
            <p:nvPr>
              <p:custDataLst>
                <p:tags r:id="rId375"/>
              </p:custDataLst>
            </p:nvPr>
          </p:nvSpPr>
          <p:spPr>
            <a:xfrm>
              <a:off x="10681452" y="3317635"/>
              <a:ext cx="184679" cy="184692"/>
            </a:xfrm>
            <a:custGeom>
              <a:avLst/>
              <a:gdLst>
                <a:gd name="connsiteX0" fmla="*/ 98337 w 184679"/>
                <a:gd name="connsiteY0" fmla="*/ 97980 h 184692"/>
                <a:gd name="connsiteX1" fmla="*/ 175819 w 184679"/>
                <a:gd name="connsiteY1" fmla="*/ 97980 h 184692"/>
                <a:gd name="connsiteX2" fmla="*/ 184983 w 184679"/>
                <a:gd name="connsiteY2" fmla="*/ 92434 h 184692"/>
                <a:gd name="connsiteX3" fmla="*/ 175819 w 184679"/>
                <a:gd name="connsiteY3" fmla="*/ 86887 h 184692"/>
                <a:gd name="connsiteX4" fmla="*/ 98337 w 184679"/>
                <a:gd name="connsiteY4" fmla="*/ 86887 h 184692"/>
                <a:gd name="connsiteX5" fmla="*/ 98337 w 184679"/>
                <a:gd name="connsiteY5" fmla="*/ 9239 h 184692"/>
                <a:gd name="connsiteX6" fmla="*/ 92782 w 184679"/>
                <a:gd name="connsiteY6" fmla="*/ 88 h 184692"/>
                <a:gd name="connsiteX7" fmla="*/ 87228 w 184679"/>
                <a:gd name="connsiteY7" fmla="*/ 9239 h 184692"/>
                <a:gd name="connsiteX8" fmla="*/ 87228 w 184679"/>
                <a:gd name="connsiteY8" fmla="*/ 86887 h 184692"/>
                <a:gd name="connsiteX9" fmla="*/ 9468 w 184679"/>
                <a:gd name="connsiteY9" fmla="*/ 86887 h 184692"/>
                <a:gd name="connsiteX10" fmla="*/ 304 w 184679"/>
                <a:gd name="connsiteY10" fmla="*/ 92434 h 184692"/>
                <a:gd name="connsiteX11" fmla="*/ 9468 w 184679"/>
                <a:gd name="connsiteY11" fmla="*/ 97980 h 184692"/>
                <a:gd name="connsiteX12" fmla="*/ 87228 w 184679"/>
                <a:gd name="connsiteY12" fmla="*/ 97980 h 184692"/>
                <a:gd name="connsiteX13" fmla="*/ 87228 w 184679"/>
                <a:gd name="connsiteY13" fmla="*/ 175629 h 184692"/>
                <a:gd name="connsiteX14" fmla="*/ 92782 w 184679"/>
                <a:gd name="connsiteY14" fmla="*/ 184780 h 184692"/>
                <a:gd name="connsiteX15" fmla="*/ 98337 w 184679"/>
                <a:gd name="connsiteY15" fmla="*/ 175629 h 184692"/>
                <a:gd name="connsiteX16" fmla="*/ 98337 w 184679"/>
                <a:gd name="connsiteY16" fmla="*/ 97980 h 18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4679" h="184692">
                  <a:moveTo>
                    <a:pt x="98337" y="97980"/>
                  </a:moveTo>
                  <a:lnTo>
                    <a:pt x="175819" y="97980"/>
                  </a:lnTo>
                  <a:cubicBezTo>
                    <a:pt x="179707" y="97980"/>
                    <a:pt x="184983" y="97980"/>
                    <a:pt x="184983" y="92434"/>
                  </a:cubicBezTo>
                  <a:cubicBezTo>
                    <a:pt x="184983" y="86887"/>
                    <a:pt x="179707" y="86887"/>
                    <a:pt x="175819" y="86887"/>
                  </a:cubicBezTo>
                  <a:lnTo>
                    <a:pt x="98337" y="86887"/>
                  </a:lnTo>
                  <a:lnTo>
                    <a:pt x="98337" y="9239"/>
                  </a:lnTo>
                  <a:cubicBezTo>
                    <a:pt x="98337" y="5357"/>
                    <a:pt x="98337" y="88"/>
                    <a:pt x="92782" y="88"/>
                  </a:cubicBezTo>
                  <a:cubicBezTo>
                    <a:pt x="87228" y="88"/>
                    <a:pt x="87228" y="5357"/>
                    <a:pt x="87228" y="9239"/>
                  </a:cubicBezTo>
                  <a:lnTo>
                    <a:pt x="87228" y="86887"/>
                  </a:lnTo>
                  <a:lnTo>
                    <a:pt x="9468" y="86887"/>
                  </a:lnTo>
                  <a:cubicBezTo>
                    <a:pt x="5580" y="86887"/>
                    <a:pt x="304" y="86887"/>
                    <a:pt x="304" y="92434"/>
                  </a:cubicBezTo>
                  <a:cubicBezTo>
                    <a:pt x="304" y="97980"/>
                    <a:pt x="5580" y="97980"/>
                    <a:pt x="9468" y="97980"/>
                  </a:cubicBezTo>
                  <a:lnTo>
                    <a:pt x="87228" y="97980"/>
                  </a:lnTo>
                  <a:lnTo>
                    <a:pt x="87228" y="175629"/>
                  </a:lnTo>
                  <a:cubicBezTo>
                    <a:pt x="87228" y="179511"/>
                    <a:pt x="87228" y="184780"/>
                    <a:pt x="92782" y="184780"/>
                  </a:cubicBezTo>
                  <a:cubicBezTo>
                    <a:pt x="98337" y="184780"/>
                    <a:pt x="98337" y="179511"/>
                    <a:pt x="98337" y="175629"/>
                  </a:cubicBezTo>
                  <a:lnTo>
                    <a:pt x="98337" y="9798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2911C775-D4B4-18ED-E693-58CAA14436E6}"/>
                </a:ext>
              </a:extLst>
            </p:cNvPr>
            <p:cNvSpPr/>
            <p:nvPr>
              <p:custDataLst>
                <p:tags r:id="rId376"/>
              </p:custDataLst>
            </p:nvPr>
          </p:nvSpPr>
          <p:spPr>
            <a:xfrm>
              <a:off x="11098393" y="3082879"/>
              <a:ext cx="64429" cy="277316"/>
            </a:xfrm>
            <a:custGeom>
              <a:avLst/>
              <a:gdLst>
                <a:gd name="connsiteX0" fmla="*/ 64747 w 64429"/>
                <a:gd name="connsiteY0" fmla="*/ 274624 h 277316"/>
                <a:gd name="connsiteX1" fmla="*/ 60026 w 64429"/>
                <a:gd name="connsiteY1" fmla="*/ 268523 h 277316"/>
                <a:gd name="connsiteX2" fmla="*/ 16425 w 64429"/>
                <a:gd name="connsiteY2" fmla="*/ 138739 h 277316"/>
                <a:gd name="connsiteX3" fmla="*/ 61137 w 64429"/>
                <a:gd name="connsiteY3" fmla="*/ 7568 h 277316"/>
                <a:gd name="connsiteX4" fmla="*/ 64747 w 64429"/>
                <a:gd name="connsiteY4" fmla="*/ 2854 h 277316"/>
                <a:gd name="connsiteX5" fmla="*/ 61970 w 64429"/>
                <a:gd name="connsiteY5" fmla="*/ 81 h 277316"/>
                <a:gd name="connsiteX6" fmla="*/ 17814 w 64429"/>
                <a:gd name="connsiteY6" fmla="*/ 54157 h 277316"/>
                <a:gd name="connsiteX7" fmla="*/ 318 w 64429"/>
                <a:gd name="connsiteY7" fmla="*/ 138739 h 277316"/>
                <a:gd name="connsiteX8" fmla="*/ 18647 w 64429"/>
                <a:gd name="connsiteY8" fmla="*/ 225261 h 277316"/>
                <a:gd name="connsiteX9" fmla="*/ 61970 w 64429"/>
                <a:gd name="connsiteY9" fmla="*/ 277397 h 277316"/>
                <a:gd name="connsiteX10" fmla="*/ 64747 w 64429"/>
                <a:gd name="connsiteY10" fmla="*/ 274624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47" y="274624"/>
                  </a:moveTo>
                  <a:cubicBezTo>
                    <a:pt x="64747" y="273792"/>
                    <a:pt x="64747" y="273237"/>
                    <a:pt x="60026" y="268523"/>
                  </a:cubicBezTo>
                  <a:cubicBezTo>
                    <a:pt x="25312" y="233581"/>
                    <a:pt x="16425" y="181168"/>
                    <a:pt x="16425" y="138739"/>
                  </a:cubicBezTo>
                  <a:cubicBezTo>
                    <a:pt x="16425" y="90486"/>
                    <a:pt x="26978" y="42233"/>
                    <a:pt x="61137" y="7568"/>
                  </a:cubicBezTo>
                  <a:cubicBezTo>
                    <a:pt x="64747" y="4241"/>
                    <a:pt x="64747" y="3686"/>
                    <a:pt x="64747" y="2854"/>
                  </a:cubicBezTo>
                  <a:cubicBezTo>
                    <a:pt x="64747" y="913"/>
                    <a:pt x="63636" y="81"/>
                    <a:pt x="61970" y="81"/>
                  </a:cubicBezTo>
                  <a:cubicBezTo>
                    <a:pt x="59193" y="81"/>
                    <a:pt x="34199" y="18938"/>
                    <a:pt x="17814" y="54157"/>
                  </a:cubicBezTo>
                  <a:cubicBezTo>
                    <a:pt x="3650" y="84662"/>
                    <a:pt x="318" y="115444"/>
                    <a:pt x="318" y="138739"/>
                  </a:cubicBezTo>
                  <a:cubicBezTo>
                    <a:pt x="318" y="160370"/>
                    <a:pt x="3373" y="193925"/>
                    <a:pt x="18647" y="225261"/>
                  </a:cubicBezTo>
                  <a:cubicBezTo>
                    <a:pt x="35310" y="259371"/>
                    <a:pt x="59193" y="277397"/>
                    <a:pt x="61970" y="277397"/>
                  </a:cubicBezTo>
                  <a:cubicBezTo>
                    <a:pt x="63636" y="277397"/>
                    <a:pt x="64747" y="276565"/>
                    <a:pt x="64747" y="27462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462813E5-EA70-C151-342D-4BE8D7B0DAB5}"/>
                </a:ext>
              </a:extLst>
            </p:cNvPr>
            <p:cNvSpPr/>
            <p:nvPr>
              <p:custDataLst>
                <p:tags r:id="rId377"/>
              </p:custDataLst>
            </p:nvPr>
          </p:nvSpPr>
          <p:spPr>
            <a:xfrm>
              <a:off x="11171555" y="3168570"/>
              <a:ext cx="131636" cy="125346"/>
            </a:xfrm>
            <a:custGeom>
              <a:avLst/>
              <a:gdLst>
                <a:gd name="connsiteX0" fmla="*/ 119460 w 131636"/>
                <a:gd name="connsiteY0" fmla="*/ 91596 h 125346"/>
                <a:gd name="connsiteX1" fmla="*/ 113350 w 131636"/>
                <a:gd name="connsiteY1" fmla="*/ 99083 h 125346"/>
                <a:gd name="connsiteX2" fmla="*/ 100576 w 131636"/>
                <a:gd name="connsiteY2" fmla="*/ 110176 h 125346"/>
                <a:gd name="connsiteX3" fmla="*/ 91966 w 131636"/>
                <a:gd name="connsiteY3" fmla="*/ 98806 h 125346"/>
                <a:gd name="connsiteX4" fmla="*/ 90856 w 131636"/>
                <a:gd name="connsiteY4" fmla="*/ 94092 h 125346"/>
                <a:gd name="connsiteX5" fmla="*/ 80858 w 131636"/>
                <a:gd name="connsiteY5" fmla="*/ 49166 h 125346"/>
                <a:gd name="connsiteX6" fmla="*/ 108074 w 131636"/>
                <a:gd name="connsiteY6" fmla="*/ 15611 h 125346"/>
                <a:gd name="connsiteX7" fmla="*/ 114739 w 131636"/>
                <a:gd name="connsiteY7" fmla="*/ 17830 h 125346"/>
                <a:gd name="connsiteX8" fmla="*/ 122237 w 131636"/>
                <a:gd name="connsiteY8" fmla="*/ 20326 h 125346"/>
                <a:gd name="connsiteX9" fmla="*/ 131957 w 131636"/>
                <a:gd name="connsiteY9" fmla="*/ 10342 h 125346"/>
                <a:gd name="connsiteX10" fmla="*/ 120571 w 131636"/>
                <a:gd name="connsiteY10" fmla="*/ 81 h 125346"/>
                <a:gd name="connsiteX11" fmla="*/ 78636 w 131636"/>
                <a:gd name="connsiteY11" fmla="*/ 39738 h 125346"/>
                <a:gd name="connsiteX12" fmla="*/ 75581 w 131636"/>
                <a:gd name="connsiteY12" fmla="*/ 24485 h 125346"/>
                <a:gd name="connsiteX13" fmla="*/ 61140 w 131636"/>
                <a:gd name="connsiteY13" fmla="*/ 81 h 125346"/>
                <a:gd name="connsiteX14" fmla="*/ 28648 w 131636"/>
                <a:gd name="connsiteY14" fmla="*/ 8124 h 125346"/>
                <a:gd name="connsiteX15" fmla="*/ 25593 w 131636"/>
                <a:gd name="connsiteY15" fmla="*/ 9233 h 125346"/>
                <a:gd name="connsiteX16" fmla="*/ 26704 w 131636"/>
                <a:gd name="connsiteY16" fmla="*/ 13393 h 125346"/>
                <a:gd name="connsiteX17" fmla="*/ 42256 w 131636"/>
                <a:gd name="connsiteY17" fmla="*/ 10342 h 125346"/>
                <a:gd name="connsiteX18" fmla="*/ 54753 w 131636"/>
                <a:gd name="connsiteY18" fmla="*/ 29477 h 125346"/>
                <a:gd name="connsiteX19" fmla="*/ 62807 w 131636"/>
                <a:gd name="connsiteY19" fmla="*/ 63587 h 125346"/>
                <a:gd name="connsiteX20" fmla="*/ 40034 w 131636"/>
                <a:gd name="connsiteY20" fmla="*/ 96033 h 125346"/>
                <a:gd name="connsiteX21" fmla="*/ 25871 w 131636"/>
                <a:gd name="connsiteY21" fmla="*/ 109344 h 125346"/>
                <a:gd name="connsiteX22" fmla="*/ 18650 w 131636"/>
                <a:gd name="connsiteY22" fmla="*/ 106848 h 125346"/>
                <a:gd name="connsiteX23" fmla="*/ 9763 w 131636"/>
                <a:gd name="connsiteY23" fmla="*/ 104075 h 125346"/>
                <a:gd name="connsiteX24" fmla="*/ 321 w 131636"/>
                <a:gd name="connsiteY24" fmla="*/ 113781 h 125346"/>
                <a:gd name="connsiteX25" fmla="*/ 14207 w 131636"/>
                <a:gd name="connsiteY25" fmla="*/ 125428 h 125346"/>
                <a:gd name="connsiteX26" fmla="*/ 40034 w 131636"/>
                <a:gd name="connsiteY26" fmla="*/ 106016 h 125346"/>
                <a:gd name="connsiteX27" fmla="*/ 65028 w 131636"/>
                <a:gd name="connsiteY27" fmla="*/ 73570 h 125346"/>
                <a:gd name="connsiteX28" fmla="*/ 73360 w 131636"/>
                <a:gd name="connsiteY28" fmla="*/ 106848 h 125346"/>
                <a:gd name="connsiteX29" fmla="*/ 89467 w 131636"/>
                <a:gd name="connsiteY29" fmla="*/ 125428 h 125346"/>
                <a:gd name="connsiteX30" fmla="*/ 123348 w 131636"/>
                <a:gd name="connsiteY30" fmla="*/ 93814 h 125346"/>
                <a:gd name="connsiteX31" fmla="*/ 119460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60" y="91596"/>
                  </a:moveTo>
                  <a:cubicBezTo>
                    <a:pt x="117238" y="94092"/>
                    <a:pt x="115850" y="95756"/>
                    <a:pt x="113350" y="99083"/>
                  </a:cubicBezTo>
                  <a:cubicBezTo>
                    <a:pt x="106963" y="107403"/>
                    <a:pt x="103630" y="110176"/>
                    <a:pt x="100576" y="110176"/>
                  </a:cubicBezTo>
                  <a:cubicBezTo>
                    <a:pt x="96410" y="110176"/>
                    <a:pt x="93910" y="106571"/>
                    <a:pt x="91966" y="98806"/>
                  </a:cubicBezTo>
                  <a:cubicBezTo>
                    <a:pt x="91411" y="96587"/>
                    <a:pt x="91133" y="94924"/>
                    <a:pt x="90856" y="94092"/>
                  </a:cubicBezTo>
                  <a:cubicBezTo>
                    <a:pt x="83913" y="66083"/>
                    <a:pt x="80858" y="53326"/>
                    <a:pt x="80858" y="49166"/>
                  </a:cubicBezTo>
                  <a:cubicBezTo>
                    <a:pt x="93077" y="27813"/>
                    <a:pt x="103075" y="15611"/>
                    <a:pt x="108074" y="15611"/>
                  </a:cubicBezTo>
                  <a:cubicBezTo>
                    <a:pt x="109740" y="15611"/>
                    <a:pt x="111962" y="16443"/>
                    <a:pt x="114739" y="17830"/>
                  </a:cubicBezTo>
                  <a:cubicBezTo>
                    <a:pt x="118072" y="19771"/>
                    <a:pt x="120016" y="20326"/>
                    <a:pt x="122237" y="20326"/>
                  </a:cubicBezTo>
                  <a:cubicBezTo>
                    <a:pt x="128069" y="20326"/>
                    <a:pt x="131957" y="16166"/>
                    <a:pt x="131957" y="10342"/>
                  </a:cubicBezTo>
                  <a:cubicBezTo>
                    <a:pt x="131957" y="4518"/>
                    <a:pt x="127236" y="81"/>
                    <a:pt x="120571" y="81"/>
                  </a:cubicBezTo>
                  <a:cubicBezTo>
                    <a:pt x="108352" y="81"/>
                    <a:pt x="97798" y="10065"/>
                    <a:pt x="78636" y="39738"/>
                  </a:cubicBezTo>
                  <a:lnTo>
                    <a:pt x="75581" y="24485"/>
                  </a:lnTo>
                  <a:cubicBezTo>
                    <a:pt x="71693" y="5628"/>
                    <a:pt x="68639" y="81"/>
                    <a:pt x="61140" y="81"/>
                  </a:cubicBezTo>
                  <a:cubicBezTo>
                    <a:pt x="55031" y="81"/>
                    <a:pt x="45588" y="2577"/>
                    <a:pt x="28648" y="8124"/>
                  </a:cubicBezTo>
                  <a:lnTo>
                    <a:pt x="25593" y="9233"/>
                  </a:lnTo>
                  <a:lnTo>
                    <a:pt x="26704" y="13393"/>
                  </a:lnTo>
                  <a:cubicBezTo>
                    <a:pt x="37257" y="10897"/>
                    <a:pt x="39756" y="10342"/>
                    <a:pt x="42256" y="10342"/>
                  </a:cubicBezTo>
                  <a:cubicBezTo>
                    <a:pt x="49199" y="10342"/>
                    <a:pt x="50865" y="12838"/>
                    <a:pt x="54753" y="29477"/>
                  </a:cubicBezTo>
                  <a:lnTo>
                    <a:pt x="62807" y="63587"/>
                  </a:lnTo>
                  <a:lnTo>
                    <a:pt x="40034" y="96033"/>
                  </a:lnTo>
                  <a:cubicBezTo>
                    <a:pt x="34480" y="104352"/>
                    <a:pt x="28926" y="109344"/>
                    <a:pt x="25871" y="109344"/>
                  </a:cubicBezTo>
                  <a:cubicBezTo>
                    <a:pt x="24204" y="109344"/>
                    <a:pt x="21427" y="108512"/>
                    <a:pt x="18650" y="106848"/>
                  </a:cubicBezTo>
                  <a:cubicBezTo>
                    <a:pt x="15040" y="104907"/>
                    <a:pt x="11985" y="104075"/>
                    <a:pt x="9763" y="104075"/>
                  </a:cubicBezTo>
                  <a:cubicBezTo>
                    <a:pt x="4487" y="104075"/>
                    <a:pt x="321" y="108235"/>
                    <a:pt x="321" y="113781"/>
                  </a:cubicBezTo>
                  <a:cubicBezTo>
                    <a:pt x="321" y="120991"/>
                    <a:pt x="5875" y="125428"/>
                    <a:pt x="14207" y="125428"/>
                  </a:cubicBezTo>
                  <a:cubicBezTo>
                    <a:pt x="22816" y="125428"/>
                    <a:pt x="26148" y="122933"/>
                    <a:pt x="40034" y="106016"/>
                  </a:cubicBezTo>
                  <a:cubicBezTo>
                    <a:pt x="47532" y="97142"/>
                    <a:pt x="53364" y="89655"/>
                    <a:pt x="65028" y="73570"/>
                  </a:cubicBezTo>
                  <a:lnTo>
                    <a:pt x="73360" y="106848"/>
                  </a:lnTo>
                  <a:cubicBezTo>
                    <a:pt x="76970" y="120991"/>
                    <a:pt x="80580" y="125428"/>
                    <a:pt x="89467" y="125428"/>
                  </a:cubicBezTo>
                  <a:cubicBezTo>
                    <a:pt x="100020" y="125428"/>
                    <a:pt x="107241" y="118773"/>
                    <a:pt x="123348" y="93814"/>
                  </a:cubicBezTo>
                  <a:lnTo>
                    <a:pt x="119460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AE32A4FB-8F4E-95BA-6BF9-AD98C50C1AC3}"/>
                </a:ext>
              </a:extLst>
            </p:cNvPr>
            <p:cNvSpPr/>
            <p:nvPr>
              <p:custDataLst>
                <p:tags r:id="rId378"/>
              </p:custDataLst>
            </p:nvPr>
          </p:nvSpPr>
          <p:spPr>
            <a:xfrm>
              <a:off x="11365417" y="3215991"/>
              <a:ext cx="169682" cy="11092"/>
            </a:xfrm>
            <a:custGeom>
              <a:avLst/>
              <a:gdLst>
                <a:gd name="connsiteX0" fmla="*/ 160290 w 169682"/>
                <a:gd name="connsiteY0" fmla="*/ 11174 h 11092"/>
                <a:gd name="connsiteX1" fmla="*/ 170010 w 169682"/>
                <a:gd name="connsiteY1" fmla="*/ 5628 h 11092"/>
                <a:gd name="connsiteX2" fmla="*/ 160290 w 169682"/>
                <a:gd name="connsiteY2" fmla="*/ 81 h 11092"/>
                <a:gd name="connsiteX3" fmla="*/ 10047 w 169682"/>
                <a:gd name="connsiteY3" fmla="*/ 81 h 11092"/>
                <a:gd name="connsiteX4" fmla="*/ 327 w 169682"/>
                <a:gd name="connsiteY4" fmla="*/ 5628 h 11092"/>
                <a:gd name="connsiteX5" fmla="*/ 10047 w 169682"/>
                <a:gd name="connsiteY5" fmla="*/ 11174 h 11092"/>
                <a:gd name="connsiteX6" fmla="*/ 160290 w 169682"/>
                <a:gd name="connsiteY6" fmla="*/ 11174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290" y="11174"/>
                  </a:moveTo>
                  <a:cubicBezTo>
                    <a:pt x="165011" y="11174"/>
                    <a:pt x="170010" y="11174"/>
                    <a:pt x="170010" y="5628"/>
                  </a:cubicBezTo>
                  <a:cubicBezTo>
                    <a:pt x="170010" y="81"/>
                    <a:pt x="165011" y="81"/>
                    <a:pt x="160290" y="81"/>
                  </a:cubicBezTo>
                  <a:lnTo>
                    <a:pt x="10047" y="81"/>
                  </a:lnTo>
                  <a:cubicBezTo>
                    <a:pt x="5326" y="81"/>
                    <a:pt x="327" y="81"/>
                    <a:pt x="327" y="5628"/>
                  </a:cubicBezTo>
                  <a:cubicBezTo>
                    <a:pt x="327" y="11174"/>
                    <a:pt x="5326" y="11174"/>
                    <a:pt x="10047" y="11174"/>
                  </a:cubicBezTo>
                  <a:lnTo>
                    <a:pt x="160290" y="1117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2EFD4656-9EAC-FF2D-A4F1-870D355E1AA1}"/>
                </a:ext>
              </a:extLst>
            </p:cNvPr>
            <p:cNvSpPr/>
            <p:nvPr>
              <p:custDataLst>
                <p:tags r:id="rId379"/>
              </p:custDataLst>
            </p:nvPr>
          </p:nvSpPr>
          <p:spPr>
            <a:xfrm>
              <a:off x="11590173" y="3168570"/>
              <a:ext cx="131636" cy="125346"/>
            </a:xfrm>
            <a:custGeom>
              <a:avLst/>
              <a:gdLst>
                <a:gd name="connsiteX0" fmla="*/ 119475 w 131636"/>
                <a:gd name="connsiteY0" fmla="*/ 91596 h 125346"/>
                <a:gd name="connsiteX1" fmla="*/ 113365 w 131636"/>
                <a:gd name="connsiteY1" fmla="*/ 99083 h 125346"/>
                <a:gd name="connsiteX2" fmla="*/ 100591 w 131636"/>
                <a:gd name="connsiteY2" fmla="*/ 110176 h 125346"/>
                <a:gd name="connsiteX3" fmla="*/ 91981 w 131636"/>
                <a:gd name="connsiteY3" fmla="*/ 98806 h 125346"/>
                <a:gd name="connsiteX4" fmla="*/ 90871 w 131636"/>
                <a:gd name="connsiteY4" fmla="*/ 94092 h 125346"/>
                <a:gd name="connsiteX5" fmla="*/ 80873 w 131636"/>
                <a:gd name="connsiteY5" fmla="*/ 49166 h 125346"/>
                <a:gd name="connsiteX6" fmla="*/ 108089 w 131636"/>
                <a:gd name="connsiteY6" fmla="*/ 15611 h 125346"/>
                <a:gd name="connsiteX7" fmla="*/ 114754 w 131636"/>
                <a:gd name="connsiteY7" fmla="*/ 17830 h 125346"/>
                <a:gd name="connsiteX8" fmla="*/ 122252 w 131636"/>
                <a:gd name="connsiteY8" fmla="*/ 20326 h 125346"/>
                <a:gd name="connsiteX9" fmla="*/ 131972 w 131636"/>
                <a:gd name="connsiteY9" fmla="*/ 10342 h 125346"/>
                <a:gd name="connsiteX10" fmla="*/ 120586 w 131636"/>
                <a:gd name="connsiteY10" fmla="*/ 81 h 125346"/>
                <a:gd name="connsiteX11" fmla="*/ 78651 w 131636"/>
                <a:gd name="connsiteY11" fmla="*/ 39738 h 125346"/>
                <a:gd name="connsiteX12" fmla="*/ 75596 w 131636"/>
                <a:gd name="connsiteY12" fmla="*/ 24485 h 125346"/>
                <a:gd name="connsiteX13" fmla="*/ 61155 w 131636"/>
                <a:gd name="connsiteY13" fmla="*/ 81 h 125346"/>
                <a:gd name="connsiteX14" fmla="*/ 28663 w 131636"/>
                <a:gd name="connsiteY14" fmla="*/ 8124 h 125346"/>
                <a:gd name="connsiteX15" fmla="*/ 25608 w 131636"/>
                <a:gd name="connsiteY15" fmla="*/ 9233 h 125346"/>
                <a:gd name="connsiteX16" fmla="*/ 26719 w 131636"/>
                <a:gd name="connsiteY16" fmla="*/ 13393 h 125346"/>
                <a:gd name="connsiteX17" fmla="*/ 42271 w 131636"/>
                <a:gd name="connsiteY17" fmla="*/ 10342 h 125346"/>
                <a:gd name="connsiteX18" fmla="*/ 54768 w 131636"/>
                <a:gd name="connsiteY18" fmla="*/ 29477 h 125346"/>
                <a:gd name="connsiteX19" fmla="*/ 62822 w 131636"/>
                <a:gd name="connsiteY19" fmla="*/ 63587 h 125346"/>
                <a:gd name="connsiteX20" fmla="*/ 40049 w 131636"/>
                <a:gd name="connsiteY20" fmla="*/ 96033 h 125346"/>
                <a:gd name="connsiteX21" fmla="*/ 25886 w 131636"/>
                <a:gd name="connsiteY21" fmla="*/ 109344 h 125346"/>
                <a:gd name="connsiteX22" fmla="*/ 18665 w 131636"/>
                <a:gd name="connsiteY22" fmla="*/ 106848 h 125346"/>
                <a:gd name="connsiteX23" fmla="*/ 9778 w 131636"/>
                <a:gd name="connsiteY23" fmla="*/ 104075 h 125346"/>
                <a:gd name="connsiteX24" fmla="*/ 336 w 131636"/>
                <a:gd name="connsiteY24" fmla="*/ 113781 h 125346"/>
                <a:gd name="connsiteX25" fmla="*/ 14222 w 131636"/>
                <a:gd name="connsiteY25" fmla="*/ 125428 h 125346"/>
                <a:gd name="connsiteX26" fmla="*/ 40049 w 131636"/>
                <a:gd name="connsiteY26" fmla="*/ 106016 h 125346"/>
                <a:gd name="connsiteX27" fmla="*/ 65043 w 131636"/>
                <a:gd name="connsiteY27" fmla="*/ 73570 h 125346"/>
                <a:gd name="connsiteX28" fmla="*/ 73375 w 131636"/>
                <a:gd name="connsiteY28" fmla="*/ 106848 h 125346"/>
                <a:gd name="connsiteX29" fmla="*/ 89482 w 131636"/>
                <a:gd name="connsiteY29" fmla="*/ 125428 h 125346"/>
                <a:gd name="connsiteX30" fmla="*/ 123363 w 131636"/>
                <a:gd name="connsiteY30" fmla="*/ 93814 h 125346"/>
                <a:gd name="connsiteX31" fmla="*/ 119475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75" y="91596"/>
                  </a:moveTo>
                  <a:cubicBezTo>
                    <a:pt x="117253" y="94092"/>
                    <a:pt x="115865" y="95756"/>
                    <a:pt x="113365" y="99083"/>
                  </a:cubicBezTo>
                  <a:cubicBezTo>
                    <a:pt x="106978" y="107403"/>
                    <a:pt x="103645" y="110176"/>
                    <a:pt x="100591" y="110176"/>
                  </a:cubicBezTo>
                  <a:cubicBezTo>
                    <a:pt x="96425" y="110176"/>
                    <a:pt x="93925" y="106571"/>
                    <a:pt x="91981" y="98806"/>
                  </a:cubicBezTo>
                  <a:cubicBezTo>
                    <a:pt x="91426" y="96587"/>
                    <a:pt x="91148" y="94924"/>
                    <a:pt x="90871" y="94092"/>
                  </a:cubicBezTo>
                  <a:cubicBezTo>
                    <a:pt x="83928" y="66083"/>
                    <a:pt x="80873" y="53326"/>
                    <a:pt x="80873" y="49166"/>
                  </a:cubicBezTo>
                  <a:cubicBezTo>
                    <a:pt x="93092" y="27813"/>
                    <a:pt x="103090" y="15611"/>
                    <a:pt x="108089" y="15611"/>
                  </a:cubicBezTo>
                  <a:cubicBezTo>
                    <a:pt x="109755" y="15611"/>
                    <a:pt x="111977" y="16443"/>
                    <a:pt x="114754" y="17830"/>
                  </a:cubicBezTo>
                  <a:cubicBezTo>
                    <a:pt x="118087" y="19771"/>
                    <a:pt x="120031" y="20326"/>
                    <a:pt x="122252" y="20326"/>
                  </a:cubicBezTo>
                  <a:cubicBezTo>
                    <a:pt x="128084" y="20326"/>
                    <a:pt x="131972" y="16166"/>
                    <a:pt x="131972" y="10342"/>
                  </a:cubicBezTo>
                  <a:cubicBezTo>
                    <a:pt x="131972" y="4518"/>
                    <a:pt x="127251" y="81"/>
                    <a:pt x="120586" y="81"/>
                  </a:cubicBezTo>
                  <a:cubicBezTo>
                    <a:pt x="108367" y="81"/>
                    <a:pt x="97813" y="10065"/>
                    <a:pt x="78651" y="39738"/>
                  </a:cubicBezTo>
                  <a:lnTo>
                    <a:pt x="75596" y="24485"/>
                  </a:lnTo>
                  <a:cubicBezTo>
                    <a:pt x="71708" y="5628"/>
                    <a:pt x="68653" y="81"/>
                    <a:pt x="61155" y="81"/>
                  </a:cubicBezTo>
                  <a:cubicBezTo>
                    <a:pt x="55046" y="81"/>
                    <a:pt x="45603" y="2577"/>
                    <a:pt x="28663" y="8124"/>
                  </a:cubicBezTo>
                  <a:lnTo>
                    <a:pt x="25608" y="9233"/>
                  </a:lnTo>
                  <a:lnTo>
                    <a:pt x="26719" y="13393"/>
                  </a:lnTo>
                  <a:cubicBezTo>
                    <a:pt x="37272" y="10897"/>
                    <a:pt x="39771" y="10342"/>
                    <a:pt x="42271" y="10342"/>
                  </a:cubicBezTo>
                  <a:cubicBezTo>
                    <a:pt x="49214" y="10342"/>
                    <a:pt x="50880" y="12838"/>
                    <a:pt x="54768" y="29477"/>
                  </a:cubicBezTo>
                  <a:lnTo>
                    <a:pt x="62822" y="63587"/>
                  </a:lnTo>
                  <a:lnTo>
                    <a:pt x="40049" y="96033"/>
                  </a:lnTo>
                  <a:cubicBezTo>
                    <a:pt x="34495" y="104352"/>
                    <a:pt x="28940" y="109344"/>
                    <a:pt x="25886" y="109344"/>
                  </a:cubicBezTo>
                  <a:cubicBezTo>
                    <a:pt x="24219" y="109344"/>
                    <a:pt x="21442" y="108512"/>
                    <a:pt x="18665" y="106848"/>
                  </a:cubicBezTo>
                  <a:cubicBezTo>
                    <a:pt x="15055" y="104907"/>
                    <a:pt x="12000" y="104075"/>
                    <a:pt x="9778" y="104075"/>
                  </a:cubicBezTo>
                  <a:cubicBezTo>
                    <a:pt x="4502" y="104075"/>
                    <a:pt x="336" y="108235"/>
                    <a:pt x="336" y="113781"/>
                  </a:cubicBezTo>
                  <a:cubicBezTo>
                    <a:pt x="336" y="120991"/>
                    <a:pt x="5890" y="125428"/>
                    <a:pt x="14222" y="125428"/>
                  </a:cubicBezTo>
                  <a:cubicBezTo>
                    <a:pt x="22831" y="125428"/>
                    <a:pt x="26163" y="122933"/>
                    <a:pt x="40049" y="106016"/>
                  </a:cubicBezTo>
                  <a:cubicBezTo>
                    <a:pt x="47547" y="97142"/>
                    <a:pt x="53379" y="89655"/>
                    <a:pt x="65043" y="73570"/>
                  </a:cubicBezTo>
                  <a:lnTo>
                    <a:pt x="73375" y="106848"/>
                  </a:lnTo>
                  <a:cubicBezTo>
                    <a:pt x="76985" y="120991"/>
                    <a:pt x="80595" y="125428"/>
                    <a:pt x="89482" y="125428"/>
                  </a:cubicBezTo>
                  <a:cubicBezTo>
                    <a:pt x="100035" y="125428"/>
                    <a:pt x="107256" y="118773"/>
                    <a:pt x="123363" y="93814"/>
                  </a:cubicBezTo>
                  <a:lnTo>
                    <a:pt x="119475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FE3797E0-4DFF-3DE5-FF09-61CFB2301B21}"/>
                </a:ext>
              </a:extLst>
            </p:cNvPr>
            <p:cNvSpPr/>
            <p:nvPr>
              <p:custDataLst>
                <p:tags r:id="rId380"/>
              </p:custDataLst>
            </p:nvPr>
          </p:nvSpPr>
          <p:spPr>
            <a:xfrm>
              <a:off x="11726369" y="3194190"/>
              <a:ext cx="92889" cy="141597"/>
            </a:xfrm>
            <a:custGeom>
              <a:avLst/>
              <a:gdLst>
                <a:gd name="connsiteX0" fmla="*/ 47607 w 92889"/>
                <a:gd name="connsiteY0" fmla="*/ 84 h 141597"/>
                <a:gd name="connsiteX1" fmla="*/ 20068 w 92889"/>
                <a:gd name="connsiteY1" fmla="*/ 10755 h 141597"/>
                <a:gd name="connsiteX2" fmla="*/ 340 w 92889"/>
                <a:gd name="connsiteY2" fmla="*/ 69856 h 141597"/>
                <a:gd name="connsiteX3" fmla="*/ 16780 w 92889"/>
                <a:gd name="connsiteY3" fmla="*/ 127727 h 141597"/>
                <a:gd name="connsiteX4" fmla="*/ 46785 w 92889"/>
                <a:gd name="connsiteY4" fmla="*/ 141681 h 141597"/>
                <a:gd name="connsiteX5" fmla="*/ 73501 w 92889"/>
                <a:gd name="connsiteY5" fmla="*/ 131010 h 141597"/>
                <a:gd name="connsiteX6" fmla="*/ 93229 w 92889"/>
                <a:gd name="connsiteY6" fmla="*/ 71088 h 141597"/>
                <a:gd name="connsiteX7" fmla="*/ 47607 w 92889"/>
                <a:gd name="connsiteY7" fmla="*/ 84 h 141597"/>
                <a:gd name="connsiteX8" fmla="*/ 46990 w 92889"/>
                <a:gd name="connsiteY8" fmla="*/ 5419 h 141597"/>
                <a:gd name="connsiteX9" fmla="*/ 73501 w 92889"/>
                <a:gd name="connsiteY9" fmla="*/ 71498 h 141597"/>
                <a:gd name="connsiteX10" fmla="*/ 46785 w 92889"/>
                <a:gd name="connsiteY10" fmla="*/ 136346 h 141597"/>
                <a:gd name="connsiteX11" fmla="*/ 20068 w 92889"/>
                <a:gd name="connsiteY11" fmla="*/ 71703 h 141597"/>
                <a:gd name="connsiteX12" fmla="*/ 46990 w 92889"/>
                <a:gd name="connsiteY12" fmla="*/ 5419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607" y="84"/>
                  </a:moveTo>
                  <a:cubicBezTo>
                    <a:pt x="36304" y="84"/>
                    <a:pt x="27672" y="3572"/>
                    <a:pt x="20068" y="10755"/>
                  </a:cubicBezTo>
                  <a:cubicBezTo>
                    <a:pt x="8149" y="22247"/>
                    <a:pt x="340" y="45846"/>
                    <a:pt x="340" y="69856"/>
                  </a:cubicBezTo>
                  <a:cubicBezTo>
                    <a:pt x="340" y="92225"/>
                    <a:pt x="7122" y="116235"/>
                    <a:pt x="16780" y="127727"/>
                  </a:cubicBezTo>
                  <a:cubicBezTo>
                    <a:pt x="24384" y="136756"/>
                    <a:pt x="34865" y="141681"/>
                    <a:pt x="46785" y="141681"/>
                  </a:cubicBezTo>
                  <a:cubicBezTo>
                    <a:pt x="57265" y="141681"/>
                    <a:pt x="66102" y="138193"/>
                    <a:pt x="73501" y="131010"/>
                  </a:cubicBezTo>
                  <a:cubicBezTo>
                    <a:pt x="85420" y="119723"/>
                    <a:pt x="93229" y="95919"/>
                    <a:pt x="93229" y="71088"/>
                  </a:cubicBezTo>
                  <a:cubicBezTo>
                    <a:pt x="93229" y="29019"/>
                    <a:pt x="74528" y="84"/>
                    <a:pt x="47607" y="84"/>
                  </a:cubicBezTo>
                  <a:close/>
                  <a:moveTo>
                    <a:pt x="46990" y="5419"/>
                  </a:moveTo>
                  <a:cubicBezTo>
                    <a:pt x="64253" y="5419"/>
                    <a:pt x="73501" y="28609"/>
                    <a:pt x="73501" y="71498"/>
                  </a:cubicBezTo>
                  <a:cubicBezTo>
                    <a:pt x="73501" y="114388"/>
                    <a:pt x="64458" y="136346"/>
                    <a:pt x="46785" y="136346"/>
                  </a:cubicBezTo>
                  <a:cubicBezTo>
                    <a:pt x="29111" y="136346"/>
                    <a:pt x="20068" y="114388"/>
                    <a:pt x="20068" y="71703"/>
                  </a:cubicBezTo>
                  <a:cubicBezTo>
                    <a:pt x="20068" y="28198"/>
                    <a:pt x="29316" y="5419"/>
                    <a:pt x="46990" y="541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D217DD8F-CAE5-2E2E-7A61-C7751D81C59E}"/>
                </a:ext>
              </a:extLst>
            </p:cNvPr>
            <p:cNvSpPr/>
            <p:nvPr>
              <p:custDataLst>
                <p:tags r:id="rId381"/>
              </p:custDataLst>
            </p:nvPr>
          </p:nvSpPr>
          <p:spPr>
            <a:xfrm>
              <a:off x="11854344" y="3082879"/>
              <a:ext cx="64429" cy="277316"/>
            </a:xfrm>
            <a:custGeom>
              <a:avLst/>
              <a:gdLst>
                <a:gd name="connsiteX0" fmla="*/ 64775 w 64429"/>
                <a:gd name="connsiteY0" fmla="*/ 138739 h 277316"/>
                <a:gd name="connsiteX1" fmla="*/ 46445 w 64429"/>
                <a:gd name="connsiteY1" fmla="*/ 52216 h 277316"/>
                <a:gd name="connsiteX2" fmla="*/ 3122 w 64429"/>
                <a:gd name="connsiteY2" fmla="*/ 81 h 277316"/>
                <a:gd name="connsiteX3" fmla="*/ 345 w 64429"/>
                <a:gd name="connsiteY3" fmla="*/ 2854 h 277316"/>
                <a:gd name="connsiteX4" fmla="*/ 5622 w 64429"/>
                <a:gd name="connsiteY4" fmla="*/ 9232 h 277316"/>
                <a:gd name="connsiteX5" fmla="*/ 48667 w 64429"/>
                <a:gd name="connsiteY5" fmla="*/ 138739 h 277316"/>
                <a:gd name="connsiteX6" fmla="*/ 3955 w 64429"/>
                <a:gd name="connsiteY6" fmla="*/ 269909 h 277316"/>
                <a:gd name="connsiteX7" fmla="*/ 345 w 64429"/>
                <a:gd name="connsiteY7" fmla="*/ 274624 h 277316"/>
                <a:gd name="connsiteX8" fmla="*/ 3122 w 64429"/>
                <a:gd name="connsiteY8" fmla="*/ 277397 h 277316"/>
                <a:gd name="connsiteX9" fmla="*/ 47279 w 64429"/>
                <a:gd name="connsiteY9" fmla="*/ 223320 h 277316"/>
                <a:gd name="connsiteX10" fmla="*/ 64775 w 64429"/>
                <a:gd name="connsiteY10" fmla="*/ 138739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75" y="138739"/>
                  </a:moveTo>
                  <a:cubicBezTo>
                    <a:pt x="64775" y="117108"/>
                    <a:pt x="61720" y="83553"/>
                    <a:pt x="46445" y="52216"/>
                  </a:cubicBezTo>
                  <a:cubicBezTo>
                    <a:pt x="29783" y="18106"/>
                    <a:pt x="5899" y="81"/>
                    <a:pt x="3122" y="81"/>
                  </a:cubicBezTo>
                  <a:cubicBezTo>
                    <a:pt x="1456" y="81"/>
                    <a:pt x="345" y="1190"/>
                    <a:pt x="345" y="2854"/>
                  </a:cubicBezTo>
                  <a:cubicBezTo>
                    <a:pt x="345" y="3686"/>
                    <a:pt x="345" y="4241"/>
                    <a:pt x="5622" y="9232"/>
                  </a:cubicBezTo>
                  <a:cubicBezTo>
                    <a:pt x="32837" y="36686"/>
                    <a:pt x="48667" y="80780"/>
                    <a:pt x="48667" y="138739"/>
                  </a:cubicBezTo>
                  <a:cubicBezTo>
                    <a:pt x="48667" y="186160"/>
                    <a:pt x="38392" y="234968"/>
                    <a:pt x="3955" y="269909"/>
                  </a:cubicBezTo>
                  <a:cubicBezTo>
                    <a:pt x="345" y="273237"/>
                    <a:pt x="345" y="273792"/>
                    <a:pt x="345" y="274624"/>
                  </a:cubicBezTo>
                  <a:cubicBezTo>
                    <a:pt x="345" y="276288"/>
                    <a:pt x="1456" y="277397"/>
                    <a:pt x="3122" y="277397"/>
                  </a:cubicBezTo>
                  <a:cubicBezTo>
                    <a:pt x="5899" y="277397"/>
                    <a:pt x="30893" y="258539"/>
                    <a:pt x="47279" y="223320"/>
                  </a:cubicBezTo>
                  <a:cubicBezTo>
                    <a:pt x="61442" y="192815"/>
                    <a:pt x="64775" y="162033"/>
                    <a:pt x="64775" y="13873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0EC82BE9-423E-E746-0BE6-59AFDB509576}"/>
                </a:ext>
              </a:extLst>
            </p:cNvPr>
            <p:cNvSpPr/>
            <p:nvPr>
              <p:custDataLst>
                <p:tags r:id="rId382"/>
              </p:custDataLst>
            </p:nvPr>
          </p:nvSpPr>
          <p:spPr>
            <a:xfrm>
              <a:off x="11974161" y="3082879"/>
              <a:ext cx="64429" cy="277316"/>
            </a:xfrm>
            <a:custGeom>
              <a:avLst/>
              <a:gdLst>
                <a:gd name="connsiteX0" fmla="*/ 64778 w 64429"/>
                <a:gd name="connsiteY0" fmla="*/ 274624 h 277316"/>
                <a:gd name="connsiteX1" fmla="*/ 60057 w 64429"/>
                <a:gd name="connsiteY1" fmla="*/ 268523 h 277316"/>
                <a:gd name="connsiteX2" fmla="*/ 16456 w 64429"/>
                <a:gd name="connsiteY2" fmla="*/ 138739 h 277316"/>
                <a:gd name="connsiteX3" fmla="*/ 61168 w 64429"/>
                <a:gd name="connsiteY3" fmla="*/ 7568 h 277316"/>
                <a:gd name="connsiteX4" fmla="*/ 64778 w 64429"/>
                <a:gd name="connsiteY4" fmla="*/ 2854 h 277316"/>
                <a:gd name="connsiteX5" fmla="*/ 62001 w 64429"/>
                <a:gd name="connsiteY5" fmla="*/ 81 h 277316"/>
                <a:gd name="connsiteX6" fmla="*/ 17845 w 64429"/>
                <a:gd name="connsiteY6" fmla="*/ 54157 h 277316"/>
                <a:gd name="connsiteX7" fmla="*/ 349 w 64429"/>
                <a:gd name="connsiteY7" fmla="*/ 138739 h 277316"/>
                <a:gd name="connsiteX8" fmla="*/ 18678 w 64429"/>
                <a:gd name="connsiteY8" fmla="*/ 225261 h 277316"/>
                <a:gd name="connsiteX9" fmla="*/ 62001 w 64429"/>
                <a:gd name="connsiteY9" fmla="*/ 277397 h 277316"/>
                <a:gd name="connsiteX10" fmla="*/ 64778 w 64429"/>
                <a:gd name="connsiteY10" fmla="*/ 274624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78" y="274624"/>
                  </a:moveTo>
                  <a:cubicBezTo>
                    <a:pt x="64778" y="273792"/>
                    <a:pt x="64778" y="273237"/>
                    <a:pt x="60057" y="268523"/>
                  </a:cubicBezTo>
                  <a:cubicBezTo>
                    <a:pt x="25343" y="233581"/>
                    <a:pt x="16456" y="181168"/>
                    <a:pt x="16456" y="138739"/>
                  </a:cubicBezTo>
                  <a:cubicBezTo>
                    <a:pt x="16456" y="90486"/>
                    <a:pt x="27009" y="42233"/>
                    <a:pt x="61168" y="7568"/>
                  </a:cubicBezTo>
                  <a:cubicBezTo>
                    <a:pt x="64778" y="4241"/>
                    <a:pt x="64778" y="3686"/>
                    <a:pt x="64778" y="2854"/>
                  </a:cubicBezTo>
                  <a:cubicBezTo>
                    <a:pt x="64778" y="913"/>
                    <a:pt x="63668" y="81"/>
                    <a:pt x="62001" y="81"/>
                  </a:cubicBezTo>
                  <a:cubicBezTo>
                    <a:pt x="59224" y="81"/>
                    <a:pt x="34230" y="18938"/>
                    <a:pt x="17845" y="54157"/>
                  </a:cubicBezTo>
                  <a:cubicBezTo>
                    <a:pt x="3682" y="84662"/>
                    <a:pt x="349" y="115444"/>
                    <a:pt x="349" y="138739"/>
                  </a:cubicBezTo>
                  <a:cubicBezTo>
                    <a:pt x="349" y="160370"/>
                    <a:pt x="3404" y="193925"/>
                    <a:pt x="18678" y="225261"/>
                  </a:cubicBezTo>
                  <a:cubicBezTo>
                    <a:pt x="35341" y="259371"/>
                    <a:pt x="59224" y="277397"/>
                    <a:pt x="62001" y="277397"/>
                  </a:cubicBezTo>
                  <a:cubicBezTo>
                    <a:pt x="63668" y="277397"/>
                    <a:pt x="64778" y="276565"/>
                    <a:pt x="64778" y="27462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272C3FE6-601D-76A5-1FE9-793ADF3E5D2A}"/>
                </a:ext>
              </a:extLst>
            </p:cNvPr>
            <p:cNvSpPr/>
            <p:nvPr>
              <p:custDataLst>
                <p:tags r:id="rId383"/>
              </p:custDataLst>
            </p:nvPr>
          </p:nvSpPr>
          <p:spPr>
            <a:xfrm>
              <a:off x="12047323" y="3168570"/>
              <a:ext cx="131636" cy="125346"/>
            </a:xfrm>
            <a:custGeom>
              <a:avLst/>
              <a:gdLst>
                <a:gd name="connsiteX0" fmla="*/ 119491 w 131636"/>
                <a:gd name="connsiteY0" fmla="*/ 91596 h 125346"/>
                <a:gd name="connsiteX1" fmla="*/ 113382 w 131636"/>
                <a:gd name="connsiteY1" fmla="*/ 99083 h 125346"/>
                <a:gd name="connsiteX2" fmla="*/ 100607 w 131636"/>
                <a:gd name="connsiteY2" fmla="*/ 110176 h 125346"/>
                <a:gd name="connsiteX3" fmla="*/ 91998 w 131636"/>
                <a:gd name="connsiteY3" fmla="*/ 98806 h 125346"/>
                <a:gd name="connsiteX4" fmla="*/ 90887 w 131636"/>
                <a:gd name="connsiteY4" fmla="*/ 94092 h 125346"/>
                <a:gd name="connsiteX5" fmla="*/ 80889 w 131636"/>
                <a:gd name="connsiteY5" fmla="*/ 49166 h 125346"/>
                <a:gd name="connsiteX6" fmla="*/ 108105 w 131636"/>
                <a:gd name="connsiteY6" fmla="*/ 15611 h 125346"/>
                <a:gd name="connsiteX7" fmla="*/ 114770 w 131636"/>
                <a:gd name="connsiteY7" fmla="*/ 17830 h 125346"/>
                <a:gd name="connsiteX8" fmla="*/ 122269 w 131636"/>
                <a:gd name="connsiteY8" fmla="*/ 20326 h 125346"/>
                <a:gd name="connsiteX9" fmla="*/ 131989 w 131636"/>
                <a:gd name="connsiteY9" fmla="*/ 10342 h 125346"/>
                <a:gd name="connsiteX10" fmla="*/ 120602 w 131636"/>
                <a:gd name="connsiteY10" fmla="*/ 81 h 125346"/>
                <a:gd name="connsiteX11" fmla="*/ 78668 w 131636"/>
                <a:gd name="connsiteY11" fmla="*/ 39738 h 125346"/>
                <a:gd name="connsiteX12" fmla="*/ 75613 w 131636"/>
                <a:gd name="connsiteY12" fmla="*/ 24485 h 125346"/>
                <a:gd name="connsiteX13" fmla="*/ 61172 w 131636"/>
                <a:gd name="connsiteY13" fmla="*/ 81 h 125346"/>
                <a:gd name="connsiteX14" fmla="*/ 28679 w 131636"/>
                <a:gd name="connsiteY14" fmla="*/ 8124 h 125346"/>
                <a:gd name="connsiteX15" fmla="*/ 25624 w 131636"/>
                <a:gd name="connsiteY15" fmla="*/ 9233 h 125346"/>
                <a:gd name="connsiteX16" fmla="*/ 26735 w 131636"/>
                <a:gd name="connsiteY16" fmla="*/ 13393 h 125346"/>
                <a:gd name="connsiteX17" fmla="*/ 42287 w 131636"/>
                <a:gd name="connsiteY17" fmla="*/ 10342 h 125346"/>
                <a:gd name="connsiteX18" fmla="*/ 54784 w 131636"/>
                <a:gd name="connsiteY18" fmla="*/ 29477 h 125346"/>
                <a:gd name="connsiteX19" fmla="*/ 62838 w 131636"/>
                <a:gd name="connsiteY19" fmla="*/ 63587 h 125346"/>
                <a:gd name="connsiteX20" fmla="*/ 40065 w 131636"/>
                <a:gd name="connsiteY20" fmla="*/ 96033 h 125346"/>
                <a:gd name="connsiteX21" fmla="*/ 25902 w 131636"/>
                <a:gd name="connsiteY21" fmla="*/ 109344 h 125346"/>
                <a:gd name="connsiteX22" fmla="*/ 18681 w 131636"/>
                <a:gd name="connsiteY22" fmla="*/ 106848 h 125346"/>
                <a:gd name="connsiteX23" fmla="*/ 9795 w 131636"/>
                <a:gd name="connsiteY23" fmla="*/ 104075 h 125346"/>
                <a:gd name="connsiteX24" fmla="*/ 352 w 131636"/>
                <a:gd name="connsiteY24" fmla="*/ 113781 h 125346"/>
                <a:gd name="connsiteX25" fmla="*/ 14238 w 131636"/>
                <a:gd name="connsiteY25" fmla="*/ 125428 h 125346"/>
                <a:gd name="connsiteX26" fmla="*/ 40065 w 131636"/>
                <a:gd name="connsiteY26" fmla="*/ 106016 h 125346"/>
                <a:gd name="connsiteX27" fmla="*/ 65060 w 131636"/>
                <a:gd name="connsiteY27" fmla="*/ 73570 h 125346"/>
                <a:gd name="connsiteX28" fmla="*/ 73391 w 131636"/>
                <a:gd name="connsiteY28" fmla="*/ 106848 h 125346"/>
                <a:gd name="connsiteX29" fmla="*/ 89498 w 131636"/>
                <a:gd name="connsiteY29" fmla="*/ 125428 h 125346"/>
                <a:gd name="connsiteX30" fmla="*/ 123379 w 131636"/>
                <a:gd name="connsiteY30" fmla="*/ 93814 h 125346"/>
                <a:gd name="connsiteX31" fmla="*/ 119491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91" y="91596"/>
                  </a:moveTo>
                  <a:cubicBezTo>
                    <a:pt x="117270" y="94092"/>
                    <a:pt x="115881" y="95756"/>
                    <a:pt x="113382" y="99083"/>
                  </a:cubicBezTo>
                  <a:cubicBezTo>
                    <a:pt x="106994" y="107403"/>
                    <a:pt x="103662" y="110176"/>
                    <a:pt x="100607" y="110176"/>
                  </a:cubicBezTo>
                  <a:cubicBezTo>
                    <a:pt x="96441" y="110176"/>
                    <a:pt x="93942" y="106571"/>
                    <a:pt x="91998" y="98806"/>
                  </a:cubicBezTo>
                  <a:cubicBezTo>
                    <a:pt x="91442" y="96587"/>
                    <a:pt x="91165" y="94924"/>
                    <a:pt x="90887" y="94092"/>
                  </a:cubicBezTo>
                  <a:cubicBezTo>
                    <a:pt x="83944" y="66083"/>
                    <a:pt x="80889" y="53326"/>
                    <a:pt x="80889" y="49166"/>
                  </a:cubicBezTo>
                  <a:cubicBezTo>
                    <a:pt x="93109" y="27813"/>
                    <a:pt x="103106" y="15611"/>
                    <a:pt x="108105" y="15611"/>
                  </a:cubicBezTo>
                  <a:cubicBezTo>
                    <a:pt x="109771" y="15611"/>
                    <a:pt x="111993" y="16443"/>
                    <a:pt x="114770" y="17830"/>
                  </a:cubicBezTo>
                  <a:cubicBezTo>
                    <a:pt x="118103" y="19771"/>
                    <a:pt x="120047" y="20326"/>
                    <a:pt x="122269" y="20326"/>
                  </a:cubicBezTo>
                  <a:cubicBezTo>
                    <a:pt x="128101" y="20326"/>
                    <a:pt x="131989" y="16166"/>
                    <a:pt x="131989" y="10342"/>
                  </a:cubicBezTo>
                  <a:cubicBezTo>
                    <a:pt x="131989" y="4518"/>
                    <a:pt x="127267" y="81"/>
                    <a:pt x="120602" y="81"/>
                  </a:cubicBezTo>
                  <a:cubicBezTo>
                    <a:pt x="108383" y="81"/>
                    <a:pt x="97830" y="10065"/>
                    <a:pt x="78668" y="39738"/>
                  </a:cubicBezTo>
                  <a:lnTo>
                    <a:pt x="75613" y="24485"/>
                  </a:lnTo>
                  <a:cubicBezTo>
                    <a:pt x="71725" y="5628"/>
                    <a:pt x="68670" y="81"/>
                    <a:pt x="61172" y="81"/>
                  </a:cubicBezTo>
                  <a:cubicBezTo>
                    <a:pt x="55062" y="81"/>
                    <a:pt x="45620" y="2577"/>
                    <a:pt x="28679" y="8124"/>
                  </a:cubicBezTo>
                  <a:lnTo>
                    <a:pt x="25624" y="9233"/>
                  </a:lnTo>
                  <a:lnTo>
                    <a:pt x="26735" y="13393"/>
                  </a:lnTo>
                  <a:cubicBezTo>
                    <a:pt x="37288" y="10897"/>
                    <a:pt x="39788" y="10342"/>
                    <a:pt x="42287" y="10342"/>
                  </a:cubicBezTo>
                  <a:cubicBezTo>
                    <a:pt x="49230" y="10342"/>
                    <a:pt x="50896" y="12838"/>
                    <a:pt x="54784" y="29477"/>
                  </a:cubicBezTo>
                  <a:lnTo>
                    <a:pt x="62838" y="63587"/>
                  </a:lnTo>
                  <a:lnTo>
                    <a:pt x="40065" y="96033"/>
                  </a:lnTo>
                  <a:cubicBezTo>
                    <a:pt x="34511" y="104352"/>
                    <a:pt x="28957" y="109344"/>
                    <a:pt x="25902" y="109344"/>
                  </a:cubicBezTo>
                  <a:cubicBezTo>
                    <a:pt x="24236" y="109344"/>
                    <a:pt x="21459" y="108512"/>
                    <a:pt x="18681" y="106848"/>
                  </a:cubicBezTo>
                  <a:cubicBezTo>
                    <a:pt x="15071" y="104907"/>
                    <a:pt x="12016" y="104075"/>
                    <a:pt x="9795" y="104075"/>
                  </a:cubicBezTo>
                  <a:cubicBezTo>
                    <a:pt x="4518" y="104075"/>
                    <a:pt x="352" y="108235"/>
                    <a:pt x="352" y="113781"/>
                  </a:cubicBezTo>
                  <a:cubicBezTo>
                    <a:pt x="352" y="120991"/>
                    <a:pt x="5907" y="125428"/>
                    <a:pt x="14238" y="125428"/>
                  </a:cubicBezTo>
                  <a:cubicBezTo>
                    <a:pt x="22847" y="125428"/>
                    <a:pt x="26180" y="122933"/>
                    <a:pt x="40065" y="106016"/>
                  </a:cubicBezTo>
                  <a:cubicBezTo>
                    <a:pt x="47564" y="97142"/>
                    <a:pt x="53396" y="89655"/>
                    <a:pt x="65060" y="73570"/>
                  </a:cubicBezTo>
                  <a:lnTo>
                    <a:pt x="73391" y="106848"/>
                  </a:lnTo>
                  <a:cubicBezTo>
                    <a:pt x="77001" y="120991"/>
                    <a:pt x="80612" y="125428"/>
                    <a:pt x="89498" y="125428"/>
                  </a:cubicBezTo>
                  <a:cubicBezTo>
                    <a:pt x="100051" y="125428"/>
                    <a:pt x="107272" y="118773"/>
                    <a:pt x="123379" y="93814"/>
                  </a:cubicBezTo>
                  <a:lnTo>
                    <a:pt x="119491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EE48DB96-48C3-30D9-42F0-EA1D4DB34FF5}"/>
                </a:ext>
              </a:extLst>
            </p:cNvPr>
            <p:cNvSpPr/>
            <p:nvPr>
              <p:custDataLst>
                <p:tags r:id="rId384"/>
              </p:custDataLst>
            </p:nvPr>
          </p:nvSpPr>
          <p:spPr>
            <a:xfrm>
              <a:off x="12241186" y="3215991"/>
              <a:ext cx="169682" cy="11092"/>
            </a:xfrm>
            <a:custGeom>
              <a:avLst/>
              <a:gdLst>
                <a:gd name="connsiteX0" fmla="*/ 160321 w 169682"/>
                <a:gd name="connsiteY0" fmla="*/ 11174 h 11092"/>
                <a:gd name="connsiteX1" fmla="*/ 170041 w 169682"/>
                <a:gd name="connsiteY1" fmla="*/ 5628 h 11092"/>
                <a:gd name="connsiteX2" fmla="*/ 160321 w 169682"/>
                <a:gd name="connsiteY2" fmla="*/ 81 h 11092"/>
                <a:gd name="connsiteX3" fmla="*/ 10078 w 169682"/>
                <a:gd name="connsiteY3" fmla="*/ 81 h 11092"/>
                <a:gd name="connsiteX4" fmla="*/ 358 w 169682"/>
                <a:gd name="connsiteY4" fmla="*/ 5628 h 11092"/>
                <a:gd name="connsiteX5" fmla="*/ 10078 w 169682"/>
                <a:gd name="connsiteY5" fmla="*/ 11174 h 11092"/>
                <a:gd name="connsiteX6" fmla="*/ 160321 w 169682"/>
                <a:gd name="connsiteY6" fmla="*/ 11174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321" y="11174"/>
                  </a:moveTo>
                  <a:cubicBezTo>
                    <a:pt x="165042" y="11174"/>
                    <a:pt x="170041" y="11174"/>
                    <a:pt x="170041" y="5628"/>
                  </a:cubicBezTo>
                  <a:cubicBezTo>
                    <a:pt x="170041" y="81"/>
                    <a:pt x="165042" y="81"/>
                    <a:pt x="160321" y="81"/>
                  </a:cubicBezTo>
                  <a:lnTo>
                    <a:pt x="10078" y="81"/>
                  </a:lnTo>
                  <a:cubicBezTo>
                    <a:pt x="5357" y="81"/>
                    <a:pt x="358" y="81"/>
                    <a:pt x="358" y="5628"/>
                  </a:cubicBezTo>
                  <a:cubicBezTo>
                    <a:pt x="358" y="11174"/>
                    <a:pt x="5357" y="11174"/>
                    <a:pt x="10078" y="11174"/>
                  </a:cubicBezTo>
                  <a:lnTo>
                    <a:pt x="160321" y="1117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7D11999A-858B-FA49-43B2-F7F17B3B73D5}"/>
                </a:ext>
              </a:extLst>
            </p:cNvPr>
            <p:cNvSpPr/>
            <p:nvPr>
              <p:custDataLst>
                <p:tags r:id="rId385"/>
              </p:custDataLst>
            </p:nvPr>
          </p:nvSpPr>
          <p:spPr>
            <a:xfrm>
              <a:off x="12465942" y="3168570"/>
              <a:ext cx="131636" cy="125346"/>
            </a:xfrm>
            <a:custGeom>
              <a:avLst/>
              <a:gdLst>
                <a:gd name="connsiteX0" fmla="*/ 119506 w 131636"/>
                <a:gd name="connsiteY0" fmla="*/ 91596 h 125346"/>
                <a:gd name="connsiteX1" fmla="*/ 113397 w 131636"/>
                <a:gd name="connsiteY1" fmla="*/ 99083 h 125346"/>
                <a:gd name="connsiteX2" fmla="*/ 100622 w 131636"/>
                <a:gd name="connsiteY2" fmla="*/ 110176 h 125346"/>
                <a:gd name="connsiteX3" fmla="*/ 92013 w 131636"/>
                <a:gd name="connsiteY3" fmla="*/ 98806 h 125346"/>
                <a:gd name="connsiteX4" fmla="*/ 90902 w 131636"/>
                <a:gd name="connsiteY4" fmla="*/ 94092 h 125346"/>
                <a:gd name="connsiteX5" fmla="*/ 80904 w 131636"/>
                <a:gd name="connsiteY5" fmla="*/ 49166 h 125346"/>
                <a:gd name="connsiteX6" fmla="*/ 108120 w 131636"/>
                <a:gd name="connsiteY6" fmla="*/ 15611 h 125346"/>
                <a:gd name="connsiteX7" fmla="*/ 114785 w 131636"/>
                <a:gd name="connsiteY7" fmla="*/ 17830 h 125346"/>
                <a:gd name="connsiteX8" fmla="*/ 122284 w 131636"/>
                <a:gd name="connsiteY8" fmla="*/ 20326 h 125346"/>
                <a:gd name="connsiteX9" fmla="*/ 132003 w 131636"/>
                <a:gd name="connsiteY9" fmla="*/ 10342 h 125346"/>
                <a:gd name="connsiteX10" fmla="*/ 120617 w 131636"/>
                <a:gd name="connsiteY10" fmla="*/ 81 h 125346"/>
                <a:gd name="connsiteX11" fmla="*/ 78682 w 131636"/>
                <a:gd name="connsiteY11" fmla="*/ 39738 h 125346"/>
                <a:gd name="connsiteX12" fmla="*/ 75628 w 131636"/>
                <a:gd name="connsiteY12" fmla="*/ 24485 h 125346"/>
                <a:gd name="connsiteX13" fmla="*/ 61187 w 131636"/>
                <a:gd name="connsiteY13" fmla="*/ 81 h 125346"/>
                <a:gd name="connsiteX14" fmla="*/ 28694 w 131636"/>
                <a:gd name="connsiteY14" fmla="*/ 8124 h 125346"/>
                <a:gd name="connsiteX15" fmla="*/ 25639 w 131636"/>
                <a:gd name="connsiteY15" fmla="*/ 9233 h 125346"/>
                <a:gd name="connsiteX16" fmla="*/ 26750 w 131636"/>
                <a:gd name="connsiteY16" fmla="*/ 13393 h 125346"/>
                <a:gd name="connsiteX17" fmla="*/ 42302 w 131636"/>
                <a:gd name="connsiteY17" fmla="*/ 10342 h 125346"/>
                <a:gd name="connsiteX18" fmla="*/ 54799 w 131636"/>
                <a:gd name="connsiteY18" fmla="*/ 29477 h 125346"/>
                <a:gd name="connsiteX19" fmla="*/ 62853 w 131636"/>
                <a:gd name="connsiteY19" fmla="*/ 63587 h 125346"/>
                <a:gd name="connsiteX20" fmla="*/ 40080 w 131636"/>
                <a:gd name="connsiteY20" fmla="*/ 96033 h 125346"/>
                <a:gd name="connsiteX21" fmla="*/ 25917 w 131636"/>
                <a:gd name="connsiteY21" fmla="*/ 109344 h 125346"/>
                <a:gd name="connsiteX22" fmla="*/ 18696 w 131636"/>
                <a:gd name="connsiteY22" fmla="*/ 106848 h 125346"/>
                <a:gd name="connsiteX23" fmla="*/ 9810 w 131636"/>
                <a:gd name="connsiteY23" fmla="*/ 104075 h 125346"/>
                <a:gd name="connsiteX24" fmla="*/ 367 w 131636"/>
                <a:gd name="connsiteY24" fmla="*/ 113781 h 125346"/>
                <a:gd name="connsiteX25" fmla="*/ 14253 w 131636"/>
                <a:gd name="connsiteY25" fmla="*/ 125428 h 125346"/>
                <a:gd name="connsiteX26" fmla="*/ 40080 w 131636"/>
                <a:gd name="connsiteY26" fmla="*/ 106016 h 125346"/>
                <a:gd name="connsiteX27" fmla="*/ 65075 w 131636"/>
                <a:gd name="connsiteY27" fmla="*/ 73570 h 125346"/>
                <a:gd name="connsiteX28" fmla="*/ 73406 w 131636"/>
                <a:gd name="connsiteY28" fmla="*/ 106848 h 125346"/>
                <a:gd name="connsiteX29" fmla="*/ 89513 w 131636"/>
                <a:gd name="connsiteY29" fmla="*/ 125428 h 125346"/>
                <a:gd name="connsiteX30" fmla="*/ 123394 w 131636"/>
                <a:gd name="connsiteY30" fmla="*/ 93814 h 125346"/>
                <a:gd name="connsiteX31" fmla="*/ 119506 w 131636"/>
                <a:gd name="connsiteY31" fmla="*/ 91596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506" y="91596"/>
                  </a:moveTo>
                  <a:cubicBezTo>
                    <a:pt x="117285" y="94092"/>
                    <a:pt x="115896" y="95756"/>
                    <a:pt x="113397" y="99083"/>
                  </a:cubicBezTo>
                  <a:cubicBezTo>
                    <a:pt x="107009" y="107403"/>
                    <a:pt x="103677" y="110176"/>
                    <a:pt x="100622" y="110176"/>
                  </a:cubicBezTo>
                  <a:cubicBezTo>
                    <a:pt x="96456" y="110176"/>
                    <a:pt x="93957" y="106571"/>
                    <a:pt x="92013" y="98806"/>
                  </a:cubicBezTo>
                  <a:cubicBezTo>
                    <a:pt x="91457" y="96587"/>
                    <a:pt x="91180" y="94924"/>
                    <a:pt x="90902" y="94092"/>
                  </a:cubicBezTo>
                  <a:cubicBezTo>
                    <a:pt x="83959" y="66083"/>
                    <a:pt x="80904" y="53326"/>
                    <a:pt x="80904" y="49166"/>
                  </a:cubicBezTo>
                  <a:cubicBezTo>
                    <a:pt x="93124" y="27813"/>
                    <a:pt x="103121" y="15611"/>
                    <a:pt x="108120" y="15611"/>
                  </a:cubicBezTo>
                  <a:cubicBezTo>
                    <a:pt x="109786" y="15611"/>
                    <a:pt x="112008" y="16443"/>
                    <a:pt x="114785" y="17830"/>
                  </a:cubicBezTo>
                  <a:cubicBezTo>
                    <a:pt x="118118" y="19771"/>
                    <a:pt x="120062" y="20326"/>
                    <a:pt x="122284" y="20326"/>
                  </a:cubicBezTo>
                  <a:cubicBezTo>
                    <a:pt x="128116" y="20326"/>
                    <a:pt x="132003" y="16166"/>
                    <a:pt x="132003" y="10342"/>
                  </a:cubicBezTo>
                  <a:cubicBezTo>
                    <a:pt x="132003" y="4518"/>
                    <a:pt x="127282" y="81"/>
                    <a:pt x="120617" y="81"/>
                  </a:cubicBezTo>
                  <a:cubicBezTo>
                    <a:pt x="108398" y="81"/>
                    <a:pt x="97845" y="10065"/>
                    <a:pt x="78682" y="39738"/>
                  </a:cubicBezTo>
                  <a:lnTo>
                    <a:pt x="75628" y="24485"/>
                  </a:lnTo>
                  <a:cubicBezTo>
                    <a:pt x="71740" y="5628"/>
                    <a:pt x="68685" y="81"/>
                    <a:pt x="61187" y="81"/>
                  </a:cubicBezTo>
                  <a:cubicBezTo>
                    <a:pt x="55077" y="81"/>
                    <a:pt x="45635" y="2577"/>
                    <a:pt x="28694" y="8124"/>
                  </a:cubicBezTo>
                  <a:lnTo>
                    <a:pt x="25639" y="9233"/>
                  </a:lnTo>
                  <a:lnTo>
                    <a:pt x="26750" y="13393"/>
                  </a:lnTo>
                  <a:cubicBezTo>
                    <a:pt x="37303" y="10897"/>
                    <a:pt x="39803" y="10342"/>
                    <a:pt x="42302" y="10342"/>
                  </a:cubicBezTo>
                  <a:cubicBezTo>
                    <a:pt x="49245" y="10342"/>
                    <a:pt x="50911" y="12838"/>
                    <a:pt x="54799" y="29477"/>
                  </a:cubicBezTo>
                  <a:lnTo>
                    <a:pt x="62853" y="63587"/>
                  </a:lnTo>
                  <a:lnTo>
                    <a:pt x="40080" y="96033"/>
                  </a:lnTo>
                  <a:cubicBezTo>
                    <a:pt x="34526" y="104352"/>
                    <a:pt x="28972" y="109344"/>
                    <a:pt x="25917" y="109344"/>
                  </a:cubicBezTo>
                  <a:cubicBezTo>
                    <a:pt x="24251" y="109344"/>
                    <a:pt x="21474" y="108512"/>
                    <a:pt x="18696" y="106848"/>
                  </a:cubicBezTo>
                  <a:cubicBezTo>
                    <a:pt x="15086" y="104907"/>
                    <a:pt x="12031" y="104075"/>
                    <a:pt x="9810" y="104075"/>
                  </a:cubicBezTo>
                  <a:cubicBezTo>
                    <a:pt x="4533" y="104075"/>
                    <a:pt x="367" y="108235"/>
                    <a:pt x="367" y="113781"/>
                  </a:cubicBezTo>
                  <a:cubicBezTo>
                    <a:pt x="367" y="120991"/>
                    <a:pt x="5922" y="125428"/>
                    <a:pt x="14253" y="125428"/>
                  </a:cubicBezTo>
                  <a:cubicBezTo>
                    <a:pt x="22862" y="125428"/>
                    <a:pt x="26195" y="122933"/>
                    <a:pt x="40080" y="106016"/>
                  </a:cubicBezTo>
                  <a:cubicBezTo>
                    <a:pt x="47579" y="97142"/>
                    <a:pt x="53411" y="89655"/>
                    <a:pt x="65075" y="73570"/>
                  </a:cubicBezTo>
                  <a:lnTo>
                    <a:pt x="73406" y="106848"/>
                  </a:lnTo>
                  <a:cubicBezTo>
                    <a:pt x="77016" y="120991"/>
                    <a:pt x="80626" y="125428"/>
                    <a:pt x="89513" y="125428"/>
                  </a:cubicBezTo>
                  <a:cubicBezTo>
                    <a:pt x="100066" y="125428"/>
                    <a:pt x="107287" y="118773"/>
                    <a:pt x="123394" y="93814"/>
                  </a:cubicBezTo>
                  <a:lnTo>
                    <a:pt x="119506" y="9159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51CF56ED-66D3-91DD-A2D9-3D8149BB8C1F}"/>
                </a:ext>
              </a:extLst>
            </p:cNvPr>
            <p:cNvSpPr/>
            <p:nvPr>
              <p:custDataLst>
                <p:tags r:id="rId386"/>
              </p:custDataLst>
            </p:nvPr>
          </p:nvSpPr>
          <p:spPr>
            <a:xfrm>
              <a:off x="12620017" y="3194190"/>
              <a:ext cx="58158" cy="138724"/>
            </a:xfrm>
            <a:custGeom>
              <a:avLst/>
              <a:gdLst>
                <a:gd name="connsiteX0" fmla="*/ 37362 w 58158"/>
                <a:gd name="connsiteY0" fmla="*/ 84 h 138724"/>
                <a:gd name="connsiteX1" fmla="*/ 371 w 58158"/>
                <a:gd name="connsiteY1" fmla="*/ 18758 h 138724"/>
                <a:gd name="connsiteX2" fmla="*/ 371 w 58158"/>
                <a:gd name="connsiteY2" fmla="*/ 21631 h 138724"/>
                <a:gd name="connsiteX3" fmla="*/ 5920 w 58158"/>
                <a:gd name="connsiteY3" fmla="*/ 19374 h 138724"/>
                <a:gd name="connsiteX4" fmla="*/ 15168 w 58158"/>
                <a:gd name="connsiteY4" fmla="*/ 17117 h 138724"/>
                <a:gd name="connsiteX5" fmla="*/ 21333 w 58158"/>
                <a:gd name="connsiteY5" fmla="*/ 26762 h 138724"/>
                <a:gd name="connsiteX6" fmla="*/ 21333 w 58158"/>
                <a:gd name="connsiteY6" fmla="*/ 119723 h 138724"/>
                <a:gd name="connsiteX7" fmla="*/ 16401 w 58158"/>
                <a:gd name="connsiteY7" fmla="*/ 133062 h 138724"/>
                <a:gd name="connsiteX8" fmla="*/ 1810 w 58158"/>
                <a:gd name="connsiteY8" fmla="*/ 135730 h 138724"/>
                <a:gd name="connsiteX9" fmla="*/ 1810 w 58158"/>
                <a:gd name="connsiteY9" fmla="*/ 138808 h 138724"/>
                <a:gd name="connsiteX10" fmla="*/ 58530 w 58158"/>
                <a:gd name="connsiteY10" fmla="*/ 138808 h 138724"/>
                <a:gd name="connsiteX11" fmla="*/ 58530 w 58158"/>
                <a:gd name="connsiteY11" fmla="*/ 135730 h 138724"/>
                <a:gd name="connsiteX12" fmla="*/ 39007 w 58158"/>
                <a:gd name="connsiteY12" fmla="*/ 123622 h 138724"/>
                <a:gd name="connsiteX13" fmla="*/ 39007 w 58158"/>
                <a:gd name="connsiteY13" fmla="*/ 494 h 138724"/>
                <a:gd name="connsiteX14" fmla="*/ 37362 w 58158"/>
                <a:gd name="connsiteY14" fmla="*/ 84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362" y="84"/>
                  </a:moveTo>
                  <a:lnTo>
                    <a:pt x="371" y="18758"/>
                  </a:lnTo>
                  <a:lnTo>
                    <a:pt x="371" y="21631"/>
                  </a:lnTo>
                  <a:cubicBezTo>
                    <a:pt x="2837" y="20605"/>
                    <a:pt x="5098" y="19784"/>
                    <a:pt x="5920" y="19374"/>
                  </a:cubicBezTo>
                  <a:cubicBezTo>
                    <a:pt x="9619" y="17937"/>
                    <a:pt x="13113" y="17117"/>
                    <a:pt x="15168" y="17117"/>
                  </a:cubicBezTo>
                  <a:cubicBezTo>
                    <a:pt x="19483" y="17117"/>
                    <a:pt x="21333" y="20195"/>
                    <a:pt x="21333" y="26762"/>
                  </a:cubicBezTo>
                  <a:lnTo>
                    <a:pt x="21333" y="119723"/>
                  </a:lnTo>
                  <a:cubicBezTo>
                    <a:pt x="21333" y="126495"/>
                    <a:pt x="19689" y="131215"/>
                    <a:pt x="16401" y="133062"/>
                  </a:cubicBezTo>
                  <a:cubicBezTo>
                    <a:pt x="13318" y="134909"/>
                    <a:pt x="10441" y="135525"/>
                    <a:pt x="1810" y="135730"/>
                  </a:cubicBezTo>
                  <a:lnTo>
                    <a:pt x="1810" y="138808"/>
                  </a:lnTo>
                  <a:lnTo>
                    <a:pt x="58530" y="138808"/>
                  </a:lnTo>
                  <a:lnTo>
                    <a:pt x="58530" y="135730"/>
                  </a:lnTo>
                  <a:cubicBezTo>
                    <a:pt x="42295" y="135525"/>
                    <a:pt x="39007" y="133473"/>
                    <a:pt x="39007" y="123622"/>
                  </a:cubicBezTo>
                  <a:lnTo>
                    <a:pt x="39007" y="494"/>
                  </a:lnTo>
                  <a:lnTo>
                    <a:pt x="37362" y="8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90D7E898-1D3C-A161-3C3F-50A91EB0BAEC}"/>
                </a:ext>
              </a:extLst>
            </p:cNvPr>
            <p:cNvSpPr/>
            <p:nvPr>
              <p:custDataLst>
                <p:tags r:id="rId387"/>
              </p:custDataLst>
            </p:nvPr>
          </p:nvSpPr>
          <p:spPr>
            <a:xfrm>
              <a:off x="12730113" y="3082879"/>
              <a:ext cx="64429" cy="277316"/>
            </a:xfrm>
            <a:custGeom>
              <a:avLst/>
              <a:gdLst>
                <a:gd name="connsiteX0" fmla="*/ 64806 w 64429"/>
                <a:gd name="connsiteY0" fmla="*/ 138739 h 277316"/>
                <a:gd name="connsiteX1" fmla="*/ 46477 w 64429"/>
                <a:gd name="connsiteY1" fmla="*/ 52216 h 277316"/>
                <a:gd name="connsiteX2" fmla="*/ 3153 w 64429"/>
                <a:gd name="connsiteY2" fmla="*/ 81 h 277316"/>
                <a:gd name="connsiteX3" fmla="*/ 376 w 64429"/>
                <a:gd name="connsiteY3" fmla="*/ 2854 h 277316"/>
                <a:gd name="connsiteX4" fmla="*/ 5653 w 64429"/>
                <a:gd name="connsiteY4" fmla="*/ 9232 h 277316"/>
                <a:gd name="connsiteX5" fmla="*/ 48698 w 64429"/>
                <a:gd name="connsiteY5" fmla="*/ 138739 h 277316"/>
                <a:gd name="connsiteX6" fmla="*/ 3987 w 64429"/>
                <a:gd name="connsiteY6" fmla="*/ 269909 h 277316"/>
                <a:gd name="connsiteX7" fmla="*/ 376 w 64429"/>
                <a:gd name="connsiteY7" fmla="*/ 274624 h 277316"/>
                <a:gd name="connsiteX8" fmla="*/ 3153 w 64429"/>
                <a:gd name="connsiteY8" fmla="*/ 277397 h 277316"/>
                <a:gd name="connsiteX9" fmla="*/ 47310 w 64429"/>
                <a:gd name="connsiteY9" fmla="*/ 223320 h 277316"/>
                <a:gd name="connsiteX10" fmla="*/ 64806 w 64429"/>
                <a:gd name="connsiteY10" fmla="*/ 138739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806" y="138739"/>
                  </a:moveTo>
                  <a:cubicBezTo>
                    <a:pt x="64806" y="117108"/>
                    <a:pt x="61751" y="83553"/>
                    <a:pt x="46477" y="52216"/>
                  </a:cubicBezTo>
                  <a:cubicBezTo>
                    <a:pt x="29814" y="18106"/>
                    <a:pt x="5931" y="81"/>
                    <a:pt x="3153" y="81"/>
                  </a:cubicBezTo>
                  <a:cubicBezTo>
                    <a:pt x="1487" y="81"/>
                    <a:pt x="376" y="1190"/>
                    <a:pt x="376" y="2854"/>
                  </a:cubicBezTo>
                  <a:cubicBezTo>
                    <a:pt x="376" y="3686"/>
                    <a:pt x="376" y="4241"/>
                    <a:pt x="5653" y="9232"/>
                  </a:cubicBezTo>
                  <a:cubicBezTo>
                    <a:pt x="32869" y="36686"/>
                    <a:pt x="48698" y="80780"/>
                    <a:pt x="48698" y="138739"/>
                  </a:cubicBezTo>
                  <a:cubicBezTo>
                    <a:pt x="48698" y="186160"/>
                    <a:pt x="38423" y="234968"/>
                    <a:pt x="3987" y="269909"/>
                  </a:cubicBezTo>
                  <a:cubicBezTo>
                    <a:pt x="376" y="273237"/>
                    <a:pt x="376" y="273792"/>
                    <a:pt x="376" y="274624"/>
                  </a:cubicBezTo>
                  <a:cubicBezTo>
                    <a:pt x="376" y="276288"/>
                    <a:pt x="1487" y="277397"/>
                    <a:pt x="3153" y="277397"/>
                  </a:cubicBezTo>
                  <a:cubicBezTo>
                    <a:pt x="5931" y="277397"/>
                    <a:pt x="30925" y="258539"/>
                    <a:pt x="47310" y="223320"/>
                  </a:cubicBezTo>
                  <a:cubicBezTo>
                    <a:pt x="61473" y="192815"/>
                    <a:pt x="64806" y="162033"/>
                    <a:pt x="64806" y="13873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8B367C02-4943-B775-90D7-E8D8A1D5200A}"/>
                </a:ext>
              </a:extLst>
            </p:cNvPr>
            <p:cNvSpPr/>
            <p:nvPr>
              <p:custDataLst>
                <p:tags r:id="rId388"/>
              </p:custDataLst>
            </p:nvPr>
          </p:nvSpPr>
          <p:spPr>
            <a:xfrm>
              <a:off x="10954655" y="3404156"/>
              <a:ext cx="1984022" cy="11131"/>
            </a:xfrm>
            <a:custGeom>
              <a:avLst/>
              <a:gdLst>
                <a:gd name="connsiteX0" fmla="*/ 0 w 1984022"/>
                <a:gd name="connsiteY0" fmla="*/ 0 h 11131"/>
                <a:gd name="connsiteX1" fmla="*/ 1984023 w 1984022"/>
                <a:gd name="connsiteY1" fmla="*/ 0 h 11131"/>
                <a:gd name="connsiteX2" fmla="*/ 1984023 w 1984022"/>
                <a:gd name="connsiteY2" fmla="*/ 11132 h 11131"/>
                <a:gd name="connsiteX3" fmla="*/ 0 w 1984022"/>
                <a:gd name="connsiteY3" fmla="*/ 11132 h 11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022" h="11131">
                  <a:moveTo>
                    <a:pt x="0" y="0"/>
                  </a:moveTo>
                  <a:lnTo>
                    <a:pt x="1984023" y="0"/>
                  </a:lnTo>
                  <a:lnTo>
                    <a:pt x="1984023" y="11132"/>
                  </a:lnTo>
                  <a:lnTo>
                    <a:pt x="0" y="1113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65B21A93-2C35-30B6-F3B5-71480B33C3B0}"/>
                </a:ext>
              </a:extLst>
            </p:cNvPr>
            <p:cNvSpPr/>
            <p:nvPr>
              <p:custDataLst>
                <p:tags r:id="rId389"/>
              </p:custDataLst>
            </p:nvPr>
          </p:nvSpPr>
          <p:spPr>
            <a:xfrm>
              <a:off x="10982149" y="3462275"/>
              <a:ext cx="64429" cy="277316"/>
            </a:xfrm>
            <a:custGeom>
              <a:avLst/>
              <a:gdLst>
                <a:gd name="connsiteX0" fmla="*/ 64743 w 64429"/>
                <a:gd name="connsiteY0" fmla="*/ 274637 h 277316"/>
                <a:gd name="connsiteX1" fmla="*/ 60022 w 64429"/>
                <a:gd name="connsiteY1" fmla="*/ 268536 h 277316"/>
                <a:gd name="connsiteX2" fmla="*/ 16421 w 64429"/>
                <a:gd name="connsiteY2" fmla="*/ 138752 h 277316"/>
                <a:gd name="connsiteX3" fmla="*/ 61133 w 64429"/>
                <a:gd name="connsiteY3" fmla="*/ 7582 h 277316"/>
                <a:gd name="connsiteX4" fmla="*/ 64743 w 64429"/>
                <a:gd name="connsiteY4" fmla="*/ 2868 h 277316"/>
                <a:gd name="connsiteX5" fmla="*/ 61966 w 64429"/>
                <a:gd name="connsiteY5" fmla="*/ 94 h 277316"/>
                <a:gd name="connsiteX6" fmla="*/ 17809 w 64429"/>
                <a:gd name="connsiteY6" fmla="*/ 54171 h 277316"/>
                <a:gd name="connsiteX7" fmla="*/ 314 w 64429"/>
                <a:gd name="connsiteY7" fmla="*/ 138752 h 277316"/>
                <a:gd name="connsiteX8" fmla="*/ 18643 w 64429"/>
                <a:gd name="connsiteY8" fmla="*/ 225275 h 277316"/>
                <a:gd name="connsiteX9" fmla="*/ 61966 w 64429"/>
                <a:gd name="connsiteY9" fmla="*/ 277410 h 277316"/>
                <a:gd name="connsiteX10" fmla="*/ 64743 w 64429"/>
                <a:gd name="connsiteY10" fmla="*/ 274637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43" y="274637"/>
                  </a:moveTo>
                  <a:cubicBezTo>
                    <a:pt x="64743" y="273805"/>
                    <a:pt x="64743" y="273251"/>
                    <a:pt x="60022" y="268536"/>
                  </a:cubicBezTo>
                  <a:cubicBezTo>
                    <a:pt x="25308" y="233595"/>
                    <a:pt x="16421" y="181182"/>
                    <a:pt x="16421" y="138752"/>
                  </a:cubicBezTo>
                  <a:cubicBezTo>
                    <a:pt x="16421" y="90499"/>
                    <a:pt x="26974" y="42246"/>
                    <a:pt x="61133" y="7582"/>
                  </a:cubicBezTo>
                  <a:cubicBezTo>
                    <a:pt x="64743" y="4254"/>
                    <a:pt x="64743" y="3699"/>
                    <a:pt x="64743" y="2868"/>
                  </a:cubicBezTo>
                  <a:cubicBezTo>
                    <a:pt x="64743" y="926"/>
                    <a:pt x="63632" y="94"/>
                    <a:pt x="61966" y="94"/>
                  </a:cubicBezTo>
                  <a:cubicBezTo>
                    <a:pt x="59189" y="94"/>
                    <a:pt x="34195" y="18952"/>
                    <a:pt x="17809" y="54171"/>
                  </a:cubicBezTo>
                  <a:cubicBezTo>
                    <a:pt x="3646" y="84676"/>
                    <a:pt x="314" y="115458"/>
                    <a:pt x="314" y="138752"/>
                  </a:cubicBezTo>
                  <a:cubicBezTo>
                    <a:pt x="314" y="160383"/>
                    <a:pt x="3368" y="193938"/>
                    <a:pt x="18643" y="225275"/>
                  </a:cubicBezTo>
                  <a:cubicBezTo>
                    <a:pt x="35305" y="259385"/>
                    <a:pt x="59189" y="277410"/>
                    <a:pt x="61966" y="277410"/>
                  </a:cubicBezTo>
                  <a:cubicBezTo>
                    <a:pt x="63632" y="277410"/>
                    <a:pt x="64743" y="276579"/>
                    <a:pt x="64743" y="27463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55A4687F-5008-4DCF-44FB-0A05AEBB80D2}"/>
                </a:ext>
              </a:extLst>
            </p:cNvPr>
            <p:cNvSpPr/>
            <p:nvPr>
              <p:custDataLst>
                <p:tags r:id="rId390"/>
              </p:custDataLst>
            </p:nvPr>
          </p:nvSpPr>
          <p:spPr>
            <a:xfrm>
              <a:off x="11055311" y="3547966"/>
              <a:ext cx="131636" cy="125346"/>
            </a:xfrm>
            <a:custGeom>
              <a:avLst/>
              <a:gdLst>
                <a:gd name="connsiteX0" fmla="*/ 119456 w 131636"/>
                <a:gd name="connsiteY0" fmla="*/ 91609 h 125346"/>
                <a:gd name="connsiteX1" fmla="*/ 113346 w 131636"/>
                <a:gd name="connsiteY1" fmla="*/ 99097 h 125346"/>
                <a:gd name="connsiteX2" fmla="*/ 100571 w 131636"/>
                <a:gd name="connsiteY2" fmla="*/ 110190 h 125346"/>
                <a:gd name="connsiteX3" fmla="*/ 91962 w 131636"/>
                <a:gd name="connsiteY3" fmla="*/ 98820 h 125346"/>
                <a:gd name="connsiteX4" fmla="*/ 90851 w 131636"/>
                <a:gd name="connsiteY4" fmla="*/ 94105 h 125346"/>
                <a:gd name="connsiteX5" fmla="*/ 80854 w 131636"/>
                <a:gd name="connsiteY5" fmla="*/ 49180 h 125346"/>
                <a:gd name="connsiteX6" fmla="*/ 108070 w 131636"/>
                <a:gd name="connsiteY6" fmla="*/ 15625 h 125346"/>
                <a:gd name="connsiteX7" fmla="*/ 114735 w 131636"/>
                <a:gd name="connsiteY7" fmla="*/ 17843 h 125346"/>
                <a:gd name="connsiteX8" fmla="*/ 122233 w 131636"/>
                <a:gd name="connsiteY8" fmla="*/ 20339 h 125346"/>
                <a:gd name="connsiteX9" fmla="*/ 131953 w 131636"/>
                <a:gd name="connsiteY9" fmla="*/ 10356 h 125346"/>
                <a:gd name="connsiteX10" fmla="*/ 120567 w 131636"/>
                <a:gd name="connsiteY10" fmla="*/ 95 h 125346"/>
                <a:gd name="connsiteX11" fmla="*/ 78632 w 131636"/>
                <a:gd name="connsiteY11" fmla="*/ 39751 h 125346"/>
                <a:gd name="connsiteX12" fmla="*/ 75577 w 131636"/>
                <a:gd name="connsiteY12" fmla="*/ 24499 h 125346"/>
                <a:gd name="connsiteX13" fmla="*/ 61136 w 131636"/>
                <a:gd name="connsiteY13" fmla="*/ 95 h 125346"/>
                <a:gd name="connsiteX14" fmla="*/ 28644 w 131636"/>
                <a:gd name="connsiteY14" fmla="*/ 8137 h 125346"/>
                <a:gd name="connsiteX15" fmla="*/ 25589 w 131636"/>
                <a:gd name="connsiteY15" fmla="*/ 9246 h 125346"/>
                <a:gd name="connsiteX16" fmla="*/ 26700 w 131636"/>
                <a:gd name="connsiteY16" fmla="*/ 13406 h 125346"/>
                <a:gd name="connsiteX17" fmla="*/ 42252 w 131636"/>
                <a:gd name="connsiteY17" fmla="*/ 10356 h 125346"/>
                <a:gd name="connsiteX18" fmla="*/ 54749 w 131636"/>
                <a:gd name="connsiteY18" fmla="*/ 29491 h 125346"/>
                <a:gd name="connsiteX19" fmla="*/ 62802 w 131636"/>
                <a:gd name="connsiteY19" fmla="*/ 63600 h 125346"/>
                <a:gd name="connsiteX20" fmla="*/ 40030 w 131636"/>
                <a:gd name="connsiteY20" fmla="*/ 96046 h 125346"/>
                <a:gd name="connsiteX21" fmla="*/ 25866 w 131636"/>
                <a:gd name="connsiteY21" fmla="*/ 109358 h 125346"/>
                <a:gd name="connsiteX22" fmla="*/ 18646 w 131636"/>
                <a:gd name="connsiteY22" fmla="*/ 106862 h 125346"/>
                <a:gd name="connsiteX23" fmla="*/ 9759 w 131636"/>
                <a:gd name="connsiteY23" fmla="*/ 104089 h 125346"/>
                <a:gd name="connsiteX24" fmla="*/ 317 w 131636"/>
                <a:gd name="connsiteY24" fmla="*/ 113795 h 125346"/>
                <a:gd name="connsiteX25" fmla="*/ 14203 w 131636"/>
                <a:gd name="connsiteY25" fmla="*/ 125442 h 125346"/>
                <a:gd name="connsiteX26" fmla="*/ 40030 w 131636"/>
                <a:gd name="connsiteY26" fmla="*/ 106030 h 125346"/>
                <a:gd name="connsiteX27" fmla="*/ 65024 w 131636"/>
                <a:gd name="connsiteY27" fmla="*/ 73584 h 125346"/>
                <a:gd name="connsiteX28" fmla="*/ 73356 w 131636"/>
                <a:gd name="connsiteY28" fmla="*/ 106862 h 125346"/>
                <a:gd name="connsiteX29" fmla="*/ 89463 w 131636"/>
                <a:gd name="connsiteY29" fmla="*/ 125442 h 125346"/>
                <a:gd name="connsiteX30" fmla="*/ 123344 w 131636"/>
                <a:gd name="connsiteY30" fmla="*/ 93828 h 125346"/>
                <a:gd name="connsiteX31" fmla="*/ 119456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56" y="91609"/>
                  </a:moveTo>
                  <a:cubicBezTo>
                    <a:pt x="117234" y="94105"/>
                    <a:pt x="115846" y="95769"/>
                    <a:pt x="113346" y="99097"/>
                  </a:cubicBezTo>
                  <a:cubicBezTo>
                    <a:pt x="106959" y="107416"/>
                    <a:pt x="103626" y="110190"/>
                    <a:pt x="100571" y="110190"/>
                  </a:cubicBezTo>
                  <a:cubicBezTo>
                    <a:pt x="96406" y="110190"/>
                    <a:pt x="93906" y="106584"/>
                    <a:pt x="91962" y="98820"/>
                  </a:cubicBezTo>
                  <a:cubicBezTo>
                    <a:pt x="91407" y="96601"/>
                    <a:pt x="91129" y="94937"/>
                    <a:pt x="90851" y="94105"/>
                  </a:cubicBezTo>
                  <a:cubicBezTo>
                    <a:pt x="83909" y="66096"/>
                    <a:pt x="80854" y="53340"/>
                    <a:pt x="80854" y="49180"/>
                  </a:cubicBezTo>
                  <a:cubicBezTo>
                    <a:pt x="93073" y="27827"/>
                    <a:pt x="103071" y="15625"/>
                    <a:pt x="108070" y="15625"/>
                  </a:cubicBezTo>
                  <a:cubicBezTo>
                    <a:pt x="109736" y="15625"/>
                    <a:pt x="111958" y="16457"/>
                    <a:pt x="114735" y="17843"/>
                  </a:cubicBezTo>
                  <a:cubicBezTo>
                    <a:pt x="118067" y="19784"/>
                    <a:pt x="120011" y="20339"/>
                    <a:pt x="122233" y="20339"/>
                  </a:cubicBezTo>
                  <a:cubicBezTo>
                    <a:pt x="128065" y="20339"/>
                    <a:pt x="131953" y="16179"/>
                    <a:pt x="131953" y="10356"/>
                  </a:cubicBezTo>
                  <a:cubicBezTo>
                    <a:pt x="131953" y="4532"/>
                    <a:pt x="127232" y="95"/>
                    <a:pt x="120567" y="95"/>
                  </a:cubicBezTo>
                  <a:cubicBezTo>
                    <a:pt x="108347" y="95"/>
                    <a:pt x="97794" y="10078"/>
                    <a:pt x="78632" y="39751"/>
                  </a:cubicBezTo>
                  <a:lnTo>
                    <a:pt x="75577" y="24499"/>
                  </a:lnTo>
                  <a:cubicBezTo>
                    <a:pt x="71689" y="5641"/>
                    <a:pt x="68634" y="95"/>
                    <a:pt x="61136" y="95"/>
                  </a:cubicBezTo>
                  <a:cubicBezTo>
                    <a:pt x="55026" y="95"/>
                    <a:pt x="45584" y="2591"/>
                    <a:pt x="28644" y="8137"/>
                  </a:cubicBezTo>
                  <a:lnTo>
                    <a:pt x="25589" y="9246"/>
                  </a:lnTo>
                  <a:lnTo>
                    <a:pt x="26700" y="13406"/>
                  </a:lnTo>
                  <a:cubicBezTo>
                    <a:pt x="37253" y="10910"/>
                    <a:pt x="39752" y="10356"/>
                    <a:pt x="42252" y="10356"/>
                  </a:cubicBezTo>
                  <a:cubicBezTo>
                    <a:pt x="49194" y="10356"/>
                    <a:pt x="50861" y="12852"/>
                    <a:pt x="54749" y="29491"/>
                  </a:cubicBezTo>
                  <a:lnTo>
                    <a:pt x="62802" y="63600"/>
                  </a:lnTo>
                  <a:lnTo>
                    <a:pt x="40030" y="96046"/>
                  </a:lnTo>
                  <a:cubicBezTo>
                    <a:pt x="34476" y="104366"/>
                    <a:pt x="28921" y="109358"/>
                    <a:pt x="25866" y="109358"/>
                  </a:cubicBezTo>
                  <a:cubicBezTo>
                    <a:pt x="24200" y="109358"/>
                    <a:pt x="21423" y="108526"/>
                    <a:pt x="18646" y="106862"/>
                  </a:cubicBezTo>
                  <a:cubicBezTo>
                    <a:pt x="15036" y="104921"/>
                    <a:pt x="11981" y="104089"/>
                    <a:pt x="9759" y="104089"/>
                  </a:cubicBezTo>
                  <a:cubicBezTo>
                    <a:pt x="4483" y="104089"/>
                    <a:pt x="317" y="108248"/>
                    <a:pt x="317" y="113795"/>
                  </a:cubicBezTo>
                  <a:cubicBezTo>
                    <a:pt x="317" y="121005"/>
                    <a:pt x="5871" y="125442"/>
                    <a:pt x="14203" y="125442"/>
                  </a:cubicBezTo>
                  <a:cubicBezTo>
                    <a:pt x="22812" y="125442"/>
                    <a:pt x="26144" y="122946"/>
                    <a:pt x="40030" y="106030"/>
                  </a:cubicBezTo>
                  <a:cubicBezTo>
                    <a:pt x="47528" y="97156"/>
                    <a:pt x="53360" y="89668"/>
                    <a:pt x="65024" y="73584"/>
                  </a:cubicBezTo>
                  <a:lnTo>
                    <a:pt x="73356" y="106862"/>
                  </a:lnTo>
                  <a:cubicBezTo>
                    <a:pt x="76966" y="121005"/>
                    <a:pt x="80576" y="125442"/>
                    <a:pt x="89463" y="125442"/>
                  </a:cubicBezTo>
                  <a:cubicBezTo>
                    <a:pt x="100016" y="125442"/>
                    <a:pt x="107237" y="118786"/>
                    <a:pt x="123344" y="93828"/>
                  </a:cubicBezTo>
                  <a:lnTo>
                    <a:pt x="119456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87A68757-7374-BE1D-150F-BCA682F9E233}"/>
                </a:ext>
              </a:extLst>
            </p:cNvPr>
            <p:cNvSpPr/>
            <p:nvPr>
              <p:custDataLst>
                <p:tags r:id="rId391"/>
              </p:custDataLst>
            </p:nvPr>
          </p:nvSpPr>
          <p:spPr>
            <a:xfrm>
              <a:off x="11192740" y="3573587"/>
              <a:ext cx="91450" cy="138724"/>
            </a:xfrm>
            <a:custGeom>
              <a:avLst/>
              <a:gdLst>
                <a:gd name="connsiteX0" fmla="*/ 91772 w 91450"/>
                <a:gd name="connsiteY0" fmla="*/ 110708 h 138724"/>
                <a:gd name="connsiteX1" fmla="*/ 89100 w 91450"/>
                <a:gd name="connsiteY1" fmla="*/ 109682 h 138724"/>
                <a:gd name="connsiteX2" fmla="*/ 69577 w 91450"/>
                <a:gd name="connsiteY2" fmla="*/ 123226 h 138724"/>
                <a:gd name="connsiteX3" fmla="*/ 20460 w 91450"/>
                <a:gd name="connsiteY3" fmla="*/ 123226 h 138724"/>
                <a:gd name="connsiteX4" fmla="*/ 54986 w 91450"/>
                <a:gd name="connsiteY4" fmla="*/ 87108 h 138724"/>
                <a:gd name="connsiteX5" fmla="*/ 81291 w 91450"/>
                <a:gd name="connsiteY5" fmla="*/ 36420 h 138724"/>
                <a:gd name="connsiteX6" fmla="*/ 43272 w 91450"/>
                <a:gd name="connsiteY6" fmla="*/ 97 h 138724"/>
                <a:gd name="connsiteX7" fmla="*/ 13679 w 91450"/>
                <a:gd name="connsiteY7" fmla="*/ 12821 h 138724"/>
                <a:gd name="connsiteX8" fmla="*/ 526 w 91450"/>
                <a:gd name="connsiteY8" fmla="*/ 40935 h 138724"/>
                <a:gd name="connsiteX9" fmla="*/ 4842 w 91450"/>
                <a:gd name="connsiteY9" fmla="*/ 41961 h 138724"/>
                <a:gd name="connsiteX10" fmla="*/ 34640 w 91450"/>
                <a:gd name="connsiteY10" fmla="*/ 15283 h 138724"/>
                <a:gd name="connsiteX11" fmla="*/ 63617 w 91450"/>
                <a:gd name="connsiteY11" fmla="*/ 44218 h 138724"/>
                <a:gd name="connsiteX12" fmla="*/ 36901 w 91450"/>
                <a:gd name="connsiteY12" fmla="*/ 97574 h 138724"/>
                <a:gd name="connsiteX13" fmla="*/ 321 w 91450"/>
                <a:gd name="connsiteY13" fmla="*/ 136359 h 138724"/>
                <a:gd name="connsiteX14" fmla="*/ 321 w 91450"/>
                <a:gd name="connsiteY14" fmla="*/ 138822 h 138724"/>
                <a:gd name="connsiteX15" fmla="*/ 80469 w 91450"/>
                <a:gd name="connsiteY15" fmla="*/ 138822 h 138724"/>
                <a:gd name="connsiteX16" fmla="*/ 91772 w 91450"/>
                <a:gd name="connsiteY16" fmla="*/ 110708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772" y="110708"/>
                  </a:moveTo>
                  <a:lnTo>
                    <a:pt x="89100" y="109682"/>
                  </a:lnTo>
                  <a:cubicBezTo>
                    <a:pt x="81496" y="121379"/>
                    <a:pt x="78825" y="123226"/>
                    <a:pt x="69577" y="123226"/>
                  </a:cubicBezTo>
                  <a:lnTo>
                    <a:pt x="20460" y="123226"/>
                  </a:lnTo>
                  <a:lnTo>
                    <a:pt x="54986" y="87108"/>
                  </a:lnTo>
                  <a:cubicBezTo>
                    <a:pt x="73276" y="68023"/>
                    <a:pt x="81291" y="52427"/>
                    <a:pt x="81291" y="36420"/>
                  </a:cubicBezTo>
                  <a:cubicBezTo>
                    <a:pt x="81291" y="15899"/>
                    <a:pt x="64645" y="97"/>
                    <a:pt x="43272" y="97"/>
                  </a:cubicBezTo>
                  <a:cubicBezTo>
                    <a:pt x="31969" y="97"/>
                    <a:pt x="21282" y="4612"/>
                    <a:pt x="13679" y="12821"/>
                  </a:cubicBezTo>
                  <a:cubicBezTo>
                    <a:pt x="7102" y="19798"/>
                    <a:pt x="4020" y="26365"/>
                    <a:pt x="526" y="40935"/>
                  </a:cubicBezTo>
                  <a:lnTo>
                    <a:pt x="4842" y="41961"/>
                  </a:lnTo>
                  <a:cubicBezTo>
                    <a:pt x="13062" y="21850"/>
                    <a:pt x="20460" y="15283"/>
                    <a:pt x="34640" y="15283"/>
                  </a:cubicBezTo>
                  <a:cubicBezTo>
                    <a:pt x="51903" y="15283"/>
                    <a:pt x="63617" y="26980"/>
                    <a:pt x="63617" y="44218"/>
                  </a:cubicBezTo>
                  <a:cubicBezTo>
                    <a:pt x="63617" y="60225"/>
                    <a:pt x="54164" y="79310"/>
                    <a:pt x="36901" y="97574"/>
                  </a:cubicBezTo>
                  <a:lnTo>
                    <a:pt x="321" y="136359"/>
                  </a:lnTo>
                  <a:lnTo>
                    <a:pt x="321" y="138822"/>
                  </a:lnTo>
                  <a:lnTo>
                    <a:pt x="80469" y="138822"/>
                  </a:lnTo>
                  <a:lnTo>
                    <a:pt x="91772" y="11070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D0EB8787-9DDF-4D06-B3C0-710470B675CE}"/>
                </a:ext>
              </a:extLst>
            </p:cNvPr>
            <p:cNvSpPr/>
            <p:nvPr>
              <p:custDataLst>
                <p:tags r:id="rId392"/>
              </p:custDataLst>
            </p:nvPr>
          </p:nvSpPr>
          <p:spPr>
            <a:xfrm>
              <a:off x="11365417" y="3595387"/>
              <a:ext cx="169682" cy="11092"/>
            </a:xfrm>
            <a:custGeom>
              <a:avLst/>
              <a:gdLst>
                <a:gd name="connsiteX0" fmla="*/ 160290 w 169682"/>
                <a:gd name="connsiteY0" fmla="*/ 11188 h 11092"/>
                <a:gd name="connsiteX1" fmla="*/ 170010 w 169682"/>
                <a:gd name="connsiteY1" fmla="*/ 5641 h 11092"/>
                <a:gd name="connsiteX2" fmla="*/ 160290 w 169682"/>
                <a:gd name="connsiteY2" fmla="*/ 95 h 11092"/>
                <a:gd name="connsiteX3" fmla="*/ 10047 w 169682"/>
                <a:gd name="connsiteY3" fmla="*/ 95 h 11092"/>
                <a:gd name="connsiteX4" fmla="*/ 327 w 169682"/>
                <a:gd name="connsiteY4" fmla="*/ 5641 h 11092"/>
                <a:gd name="connsiteX5" fmla="*/ 10047 w 169682"/>
                <a:gd name="connsiteY5" fmla="*/ 11188 h 11092"/>
                <a:gd name="connsiteX6" fmla="*/ 160290 w 169682"/>
                <a:gd name="connsiteY6" fmla="*/ 11188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290" y="11188"/>
                  </a:moveTo>
                  <a:cubicBezTo>
                    <a:pt x="165011" y="11188"/>
                    <a:pt x="170010" y="11188"/>
                    <a:pt x="170010" y="5641"/>
                  </a:cubicBezTo>
                  <a:cubicBezTo>
                    <a:pt x="170010" y="95"/>
                    <a:pt x="165011" y="95"/>
                    <a:pt x="160290" y="95"/>
                  </a:cubicBezTo>
                  <a:lnTo>
                    <a:pt x="10047" y="95"/>
                  </a:lnTo>
                  <a:cubicBezTo>
                    <a:pt x="5326" y="95"/>
                    <a:pt x="327" y="95"/>
                    <a:pt x="327" y="5641"/>
                  </a:cubicBezTo>
                  <a:cubicBezTo>
                    <a:pt x="327" y="11188"/>
                    <a:pt x="5326" y="11188"/>
                    <a:pt x="10047" y="11188"/>
                  </a:cubicBezTo>
                  <a:lnTo>
                    <a:pt x="160290" y="111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1ED0E80B-6DC0-88EB-91C3-6C9D6255D088}"/>
                </a:ext>
              </a:extLst>
            </p:cNvPr>
            <p:cNvSpPr/>
            <p:nvPr>
              <p:custDataLst>
                <p:tags r:id="rId393"/>
              </p:custDataLst>
            </p:nvPr>
          </p:nvSpPr>
          <p:spPr>
            <a:xfrm>
              <a:off x="11590173" y="3547966"/>
              <a:ext cx="131636" cy="125346"/>
            </a:xfrm>
            <a:custGeom>
              <a:avLst/>
              <a:gdLst>
                <a:gd name="connsiteX0" fmla="*/ 119475 w 131636"/>
                <a:gd name="connsiteY0" fmla="*/ 91609 h 125346"/>
                <a:gd name="connsiteX1" fmla="*/ 113365 w 131636"/>
                <a:gd name="connsiteY1" fmla="*/ 99097 h 125346"/>
                <a:gd name="connsiteX2" fmla="*/ 100591 w 131636"/>
                <a:gd name="connsiteY2" fmla="*/ 110190 h 125346"/>
                <a:gd name="connsiteX3" fmla="*/ 91981 w 131636"/>
                <a:gd name="connsiteY3" fmla="*/ 98820 h 125346"/>
                <a:gd name="connsiteX4" fmla="*/ 90871 w 131636"/>
                <a:gd name="connsiteY4" fmla="*/ 94105 h 125346"/>
                <a:gd name="connsiteX5" fmla="*/ 80873 w 131636"/>
                <a:gd name="connsiteY5" fmla="*/ 49180 h 125346"/>
                <a:gd name="connsiteX6" fmla="*/ 108089 w 131636"/>
                <a:gd name="connsiteY6" fmla="*/ 15625 h 125346"/>
                <a:gd name="connsiteX7" fmla="*/ 114754 w 131636"/>
                <a:gd name="connsiteY7" fmla="*/ 17843 h 125346"/>
                <a:gd name="connsiteX8" fmla="*/ 122252 w 131636"/>
                <a:gd name="connsiteY8" fmla="*/ 20339 h 125346"/>
                <a:gd name="connsiteX9" fmla="*/ 131972 w 131636"/>
                <a:gd name="connsiteY9" fmla="*/ 10356 h 125346"/>
                <a:gd name="connsiteX10" fmla="*/ 120586 w 131636"/>
                <a:gd name="connsiteY10" fmla="*/ 95 h 125346"/>
                <a:gd name="connsiteX11" fmla="*/ 78651 w 131636"/>
                <a:gd name="connsiteY11" fmla="*/ 39751 h 125346"/>
                <a:gd name="connsiteX12" fmla="*/ 75596 w 131636"/>
                <a:gd name="connsiteY12" fmla="*/ 24499 h 125346"/>
                <a:gd name="connsiteX13" fmla="*/ 61155 w 131636"/>
                <a:gd name="connsiteY13" fmla="*/ 95 h 125346"/>
                <a:gd name="connsiteX14" fmla="*/ 28663 w 131636"/>
                <a:gd name="connsiteY14" fmla="*/ 8137 h 125346"/>
                <a:gd name="connsiteX15" fmla="*/ 25608 w 131636"/>
                <a:gd name="connsiteY15" fmla="*/ 9246 h 125346"/>
                <a:gd name="connsiteX16" fmla="*/ 26719 w 131636"/>
                <a:gd name="connsiteY16" fmla="*/ 13406 h 125346"/>
                <a:gd name="connsiteX17" fmla="*/ 42271 w 131636"/>
                <a:gd name="connsiteY17" fmla="*/ 10356 h 125346"/>
                <a:gd name="connsiteX18" fmla="*/ 54768 w 131636"/>
                <a:gd name="connsiteY18" fmla="*/ 29491 h 125346"/>
                <a:gd name="connsiteX19" fmla="*/ 62822 w 131636"/>
                <a:gd name="connsiteY19" fmla="*/ 63600 h 125346"/>
                <a:gd name="connsiteX20" fmla="*/ 40049 w 131636"/>
                <a:gd name="connsiteY20" fmla="*/ 96046 h 125346"/>
                <a:gd name="connsiteX21" fmla="*/ 25886 w 131636"/>
                <a:gd name="connsiteY21" fmla="*/ 109358 h 125346"/>
                <a:gd name="connsiteX22" fmla="*/ 18665 w 131636"/>
                <a:gd name="connsiteY22" fmla="*/ 106862 h 125346"/>
                <a:gd name="connsiteX23" fmla="*/ 9778 w 131636"/>
                <a:gd name="connsiteY23" fmla="*/ 104089 h 125346"/>
                <a:gd name="connsiteX24" fmla="*/ 336 w 131636"/>
                <a:gd name="connsiteY24" fmla="*/ 113795 h 125346"/>
                <a:gd name="connsiteX25" fmla="*/ 14222 w 131636"/>
                <a:gd name="connsiteY25" fmla="*/ 125442 h 125346"/>
                <a:gd name="connsiteX26" fmla="*/ 40049 w 131636"/>
                <a:gd name="connsiteY26" fmla="*/ 106030 h 125346"/>
                <a:gd name="connsiteX27" fmla="*/ 65043 w 131636"/>
                <a:gd name="connsiteY27" fmla="*/ 73584 h 125346"/>
                <a:gd name="connsiteX28" fmla="*/ 73375 w 131636"/>
                <a:gd name="connsiteY28" fmla="*/ 106862 h 125346"/>
                <a:gd name="connsiteX29" fmla="*/ 89482 w 131636"/>
                <a:gd name="connsiteY29" fmla="*/ 125442 h 125346"/>
                <a:gd name="connsiteX30" fmla="*/ 123363 w 131636"/>
                <a:gd name="connsiteY30" fmla="*/ 93828 h 125346"/>
                <a:gd name="connsiteX31" fmla="*/ 119475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75" y="91609"/>
                  </a:moveTo>
                  <a:cubicBezTo>
                    <a:pt x="117253" y="94105"/>
                    <a:pt x="115865" y="95769"/>
                    <a:pt x="113365" y="99097"/>
                  </a:cubicBezTo>
                  <a:cubicBezTo>
                    <a:pt x="106978" y="107416"/>
                    <a:pt x="103645" y="110190"/>
                    <a:pt x="100591" y="110190"/>
                  </a:cubicBezTo>
                  <a:cubicBezTo>
                    <a:pt x="96425" y="110190"/>
                    <a:pt x="93925" y="106584"/>
                    <a:pt x="91981" y="98820"/>
                  </a:cubicBezTo>
                  <a:cubicBezTo>
                    <a:pt x="91426" y="96601"/>
                    <a:pt x="91148" y="94937"/>
                    <a:pt x="90871" y="94105"/>
                  </a:cubicBezTo>
                  <a:cubicBezTo>
                    <a:pt x="83928" y="66096"/>
                    <a:pt x="80873" y="53340"/>
                    <a:pt x="80873" y="49180"/>
                  </a:cubicBezTo>
                  <a:cubicBezTo>
                    <a:pt x="93092" y="27827"/>
                    <a:pt x="103090" y="15625"/>
                    <a:pt x="108089" y="15625"/>
                  </a:cubicBezTo>
                  <a:cubicBezTo>
                    <a:pt x="109755" y="15625"/>
                    <a:pt x="111977" y="16457"/>
                    <a:pt x="114754" y="17843"/>
                  </a:cubicBezTo>
                  <a:cubicBezTo>
                    <a:pt x="118087" y="19784"/>
                    <a:pt x="120031" y="20339"/>
                    <a:pt x="122252" y="20339"/>
                  </a:cubicBezTo>
                  <a:cubicBezTo>
                    <a:pt x="128084" y="20339"/>
                    <a:pt x="131972" y="16179"/>
                    <a:pt x="131972" y="10356"/>
                  </a:cubicBezTo>
                  <a:cubicBezTo>
                    <a:pt x="131972" y="4532"/>
                    <a:pt x="127251" y="95"/>
                    <a:pt x="120586" y="95"/>
                  </a:cubicBezTo>
                  <a:cubicBezTo>
                    <a:pt x="108367" y="95"/>
                    <a:pt x="97813" y="10078"/>
                    <a:pt x="78651" y="39751"/>
                  </a:cubicBezTo>
                  <a:lnTo>
                    <a:pt x="75596" y="24499"/>
                  </a:lnTo>
                  <a:cubicBezTo>
                    <a:pt x="71708" y="5641"/>
                    <a:pt x="68653" y="95"/>
                    <a:pt x="61155" y="95"/>
                  </a:cubicBezTo>
                  <a:cubicBezTo>
                    <a:pt x="55046" y="95"/>
                    <a:pt x="45603" y="2591"/>
                    <a:pt x="28663" y="8137"/>
                  </a:cubicBezTo>
                  <a:lnTo>
                    <a:pt x="25608" y="9246"/>
                  </a:lnTo>
                  <a:lnTo>
                    <a:pt x="26719" y="13406"/>
                  </a:lnTo>
                  <a:cubicBezTo>
                    <a:pt x="37272" y="10910"/>
                    <a:pt x="39771" y="10356"/>
                    <a:pt x="42271" y="10356"/>
                  </a:cubicBezTo>
                  <a:cubicBezTo>
                    <a:pt x="49214" y="10356"/>
                    <a:pt x="50880" y="12852"/>
                    <a:pt x="54768" y="29491"/>
                  </a:cubicBezTo>
                  <a:lnTo>
                    <a:pt x="62822" y="63600"/>
                  </a:lnTo>
                  <a:lnTo>
                    <a:pt x="40049" y="96046"/>
                  </a:lnTo>
                  <a:cubicBezTo>
                    <a:pt x="34495" y="104366"/>
                    <a:pt x="28940" y="109358"/>
                    <a:pt x="25886" y="109358"/>
                  </a:cubicBezTo>
                  <a:cubicBezTo>
                    <a:pt x="24219" y="109358"/>
                    <a:pt x="21442" y="108526"/>
                    <a:pt x="18665" y="106862"/>
                  </a:cubicBezTo>
                  <a:cubicBezTo>
                    <a:pt x="15055" y="104921"/>
                    <a:pt x="12000" y="104089"/>
                    <a:pt x="9778" y="104089"/>
                  </a:cubicBezTo>
                  <a:cubicBezTo>
                    <a:pt x="4502" y="104089"/>
                    <a:pt x="336" y="108248"/>
                    <a:pt x="336" y="113795"/>
                  </a:cubicBezTo>
                  <a:cubicBezTo>
                    <a:pt x="336" y="121005"/>
                    <a:pt x="5890" y="125442"/>
                    <a:pt x="14222" y="125442"/>
                  </a:cubicBezTo>
                  <a:cubicBezTo>
                    <a:pt x="22831" y="125442"/>
                    <a:pt x="26163" y="122946"/>
                    <a:pt x="40049" y="106030"/>
                  </a:cubicBezTo>
                  <a:cubicBezTo>
                    <a:pt x="47547" y="97156"/>
                    <a:pt x="53379" y="89668"/>
                    <a:pt x="65043" y="73584"/>
                  </a:cubicBezTo>
                  <a:lnTo>
                    <a:pt x="73375" y="106862"/>
                  </a:lnTo>
                  <a:cubicBezTo>
                    <a:pt x="76985" y="121005"/>
                    <a:pt x="80595" y="125442"/>
                    <a:pt x="89482" y="125442"/>
                  </a:cubicBezTo>
                  <a:cubicBezTo>
                    <a:pt x="100035" y="125442"/>
                    <a:pt x="107256" y="118786"/>
                    <a:pt x="123363" y="93828"/>
                  </a:cubicBezTo>
                  <a:lnTo>
                    <a:pt x="119475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B67AEBC0-3F5E-C1E0-1430-02FBD3353888}"/>
                </a:ext>
              </a:extLst>
            </p:cNvPr>
            <p:cNvSpPr/>
            <p:nvPr>
              <p:custDataLst>
                <p:tags r:id="rId394"/>
              </p:custDataLst>
            </p:nvPr>
          </p:nvSpPr>
          <p:spPr>
            <a:xfrm>
              <a:off x="11726369" y="3573587"/>
              <a:ext cx="92889" cy="141597"/>
            </a:xfrm>
            <a:custGeom>
              <a:avLst/>
              <a:gdLst>
                <a:gd name="connsiteX0" fmla="*/ 47607 w 92889"/>
                <a:gd name="connsiteY0" fmla="*/ 97 h 141597"/>
                <a:gd name="connsiteX1" fmla="*/ 20068 w 92889"/>
                <a:gd name="connsiteY1" fmla="*/ 10768 h 141597"/>
                <a:gd name="connsiteX2" fmla="*/ 340 w 92889"/>
                <a:gd name="connsiteY2" fmla="*/ 69870 h 141597"/>
                <a:gd name="connsiteX3" fmla="*/ 16780 w 92889"/>
                <a:gd name="connsiteY3" fmla="*/ 127740 h 141597"/>
                <a:gd name="connsiteX4" fmla="*/ 46785 w 92889"/>
                <a:gd name="connsiteY4" fmla="*/ 141695 h 141597"/>
                <a:gd name="connsiteX5" fmla="*/ 73501 w 92889"/>
                <a:gd name="connsiteY5" fmla="*/ 131024 h 141597"/>
                <a:gd name="connsiteX6" fmla="*/ 93229 w 92889"/>
                <a:gd name="connsiteY6" fmla="*/ 71101 h 141597"/>
                <a:gd name="connsiteX7" fmla="*/ 47607 w 92889"/>
                <a:gd name="connsiteY7" fmla="*/ 97 h 141597"/>
                <a:gd name="connsiteX8" fmla="*/ 46990 w 92889"/>
                <a:gd name="connsiteY8" fmla="*/ 5433 h 141597"/>
                <a:gd name="connsiteX9" fmla="*/ 73501 w 92889"/>
                <a:gd name="connsiteY9" fmla="*/ 71512 h 141597"/>
                <a:gd name="connsiteX10" fmla="*/ 46785 w 92889"/>
                <a:gd name="connsiteY10" fmla="*/ 136359 h 141597"/>
                <a:gd name="connsiteX11" fmla="*/ 20068 w 92889"/>
                <a:gd name="connsiteY11" fmla="*/ 71717 h 141597"/>
                <a:gd name="connsiteX12" fmla="*/ 46990 w 92889"/>
                <a:gd name="connsiteY12" fmla="*/ 5433 h 141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889" h="141597">
                  <a:moveTo>
                    <a:pt x="47607" y="97"/>
                  </a:moveTo>
                  <a:cubicBezTo>
                    <a:pt x="36304" y="97"/>
                    <a:pt x="27672" y="3586"/>
                    <a:pt x="20068" y="10768"/>
                  </a:cubicBezTo>
                  <a:cubicBezTo>
                    <a:pt x="8149" y="22260"/>
                    <a:pt x="340" y="45860"/>
                    <a:pt x="340" y="69870"/>
                  </a:cubicBezTo>
                  <a:cubicBezTo>
                    <a:pt x="340" y="92238"/>
                    <a:pt x="7122" y="116248"/>
                    <a:pt x="16780" y="127740"/>
                  </a:cubicBezTo>
                  <a:cubicBezTo>
                    <a:pt x="24384" y="136770"/>
                    <a:pt x="34865" y="141695"/>
                    <a:pt x="46785" y="141695"/>
                  </a:cubicBezTo>
                  <a:cubicBezTo>
                    <a:pt x="57265" y="141695"/>
                    <a:pt x="66102" y="138206"/>
                    <a:pt x="73501" y="131024"/>
                  </a:cubicBezTo>
                  <a:cubicBezTo>
                    <a:pt x="85420" y="119737"/>
                    <a:pt x="93229" y="95932"/>
                    <a:pt x="93229" y="71101"/>
                  </a:cubicBezTo>
                  <a:cubicBezTo>
                    <a:pt x="93229" y="29032"/>
                    <a:pt x="74528" y="97"/>
                    <a:pt x="47607" y="97"/>
                  </a:cubicBezTo>
                  <a:close/>
                  <a:moveTo>
                    <a:pt x="46990" y="5433"/>
                  </a:moveTo>
                  <a:cubicBezTo>
                    <a:pt x="64253" y="5433"/>
                    <a:pt x="73501" y="28622"/>
                    <a:pt x="73501" y="71512"/>
                  </a:cubicBezTo>
                  <a:cubicBezTo>
                    <a:pt x="73501" y="114401"/>
                    <a:pt x="64458" y="136359"/>
                    <a:pt x="46785" y="136359"/>
                  </a:cubicBezTo>
                  <a:cubicBezTo>
                    <a:pt x="29111" y="136359"/>
                    <a:pt x="20068" y="114401"/>
                    <a:pt x="20068" y="71717"/>
                  </a:cubicBezTo>
                  <a:cubicBezTo>
                    <a:pt x="20068" y="28212"/>
                    <a:pt x="29316" y="5433"/>
                    <a:pt x="46990" y="543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DBBB1F0F-9E2C-3EE6-8991-5F5E5906DB0D}"/>
                </a:ext>
              </a:extLst>
            </p:cNvPr>
            <p:cNvSpPr/>
            <p:nvPr>
              <p:custDataLst>
                <p:tags r:id="rId395"/>
              </p:custDataLst>
            </p:nvPr>
          </p:nvSpPr>
          <p:spPr>
            <a:xfrm>
              <a:off x="11854344" y="3462275"/>
              <a:ext cx="64429" cy="277316"/>
            </a:xfrm>
            <a:custGeom>
              <a:avLst/>
              <a:gdLst>
                <a:gd name="connsiteX0" fmla="*/ 64775 w 64429"/>
                <a:gd name="connsiteY0" fmla="*/ 138752 h 277316"/>
                <a:gd name="connsiteX1" fmla="*/ 46445 w 64429"/>
                <a:gd name="connsiteY1" fmla="*/ 52230 h 277316"/>
                <a:gd name="connsiteX2" fmla="*/ 3122 w 64429"/>
                <a:gd name="connsiteY2" fmla="*/ 94 h 277316"/>
                <a:gd name="connsiteX3" fmla="*/ 345 w 64429"/>
                <a:gd name="connsiteY3" fmla="*/ 2868 h 277316"/>
                <a:gd name="connsiteX4" fmla="*/ 5622 w 64429"/>
                <a:gd name="connsiteY4" fmla="*/ 9246 h 277316"/>
                <a:gd name="connsiteX5" fmla="*/ 48667 w 64429"/>
                <a:gd name="connsiteY5" fmla="*/ 138752 h 277316"/>
                <a:gd name="connsiteX6" fmla="*/ 3955 w 64429"/>
                <a:gd name="connsiteY6" fmla="*/ 269923 h 277316"/>
                <a:gd name="connsiteX7" fmla="*/ 345 w 64429"/>
                <a:gd name="connsiteY7" fmla="*/ 274637 h 277316"/>
                <a:gd name="connsiteX8" fmla="*/ 3122 w 64429"/>
                <a:gd name="connsiteY8" fmla="*/ 277410 h 277316"/>
                <a:gd name="connsiteX9" fmla="*/ 47279 w 64429"/>
                <a:gd name="connsiteY9" fmla="*/ 223334 h 277316"/>
                <a:gd name="connsiteX10" fmla="*/ 64775 w 64429"/>
                <a:gd name="connsiteY10" fmla="*/ 138752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75" y="138752"/>
                  </a:moveTo>
                  <a:cubicBezTo>
                    <a:pt x="64775" y="117122"/>
                    <a:pt x="61720" y="83567"/>
                    <a:pt x="46445" y="52230"/>
                  </a:cubicBezTo>
                  <a:cubicBezTo>
                    <a:pt x="29783" y="18120"/>
                    <a:pt x="5899" y="94"/>
                    <a:pt x="3122" y="94"/>
                  </a:cubicBezTo>
                  <a:cubicBezTo>
                    <a:pt x="1456" y="94"/>
                    <a:pt x="345" y="1204"/>
                    <a:pt x="345" y="2868"/>
                  </a:cubicBezTo>
                  <a:cubicBezTo>
                    <a:pt x="345" y="3699"/>
                    <a:pt x="345" y="4254"/>
                    <a:pt x="5622" y="9246"/>
                  </a:cubicBezTo>
                  <a:cubicBezTo>
                    <a:pt x="32837" y="36700"/>
                    <a:pt x="48667" y="80793"/>
                    <a:pt x="48667" y="138752"/>
                  </a:cubicBezTo>
                  <a:cubicBezTo>
                    <a:pt x="48667" y="186173"/>
                    <a:pt x="38392" y="234981"/>
                    <a:pt x="3955" y="269923"/>
                  </a:cubicBezTo>
                  <a:cubicBezTo>
                    <a:pt x="345" y="273251"/>
                    <a:pt x="345" y="273805"/>
                    <a:pt x="345" y="274637"/>
                  </a:cubicBezTo>
                  <a:cubicBezTo>
                    <a:pt x="345" y="276301"/>
                    <a:pt x="1456" y="277410"/>
                    <a:pt x="3122" y="277410"/>
                  </a:cubicBezTo>
                  <a:cubicBezTo>
                    <a:pt x="5899" y="277410"/>
                    <a:pt x="30893" y="258553"/>
                    <a:pt x="47279" y="223334"/>
                  </a:cubicBezTo>
                  <a:cubicBezTo>
                    <a:pt x="61442" y="192829"/>
                    <a:pt x="64775" y="162047"/>
                    <a:pt x="64775" y="13875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D1C539C7-047B-5DF0-F1C0-813ED7E4BC5F}"/>
                </a:ext>
              </a:extLst>
            </p:cNvPr>
            <p:cNvSpPr/>
            <p:nvPr>
              <p:custDataLst>
                <p:tags r:id="rId396"/>
              </p:custDataLst>
            </p:nvPr>
          </p:nvSpPr>
          <p:spPr>
            <a:xfrm>
              <a:off x="11974161" y="3462275"/>
              <a:ext cx="64429" cy="277316"/>
            </a:xfrm>
            <a:custGeom>
              <a:avLst/>
              <a:gdLst>
                <a:gd name="connsiteX0" fmla="*/ 64778 w 64429"/>
                <a:gd name="connsiteY0" fmla="*/ 274637 h 277316"/>
                <a:gd name="connsiteX1" fmla="*/ 60057 w 64429"/>
                <a:gd name="connsiteY1" fmla="*/ 268536 h 277316"/>
                <a:gd name="connsiteX2" fmla="*/ 16456 w 64429"/>
                <a:gd name="connsiteY2" fmla="*/ 138752 h 277316"/>
                <a:gd name="connsiteX3" fmla="*/ 61168 w 64429"/>
                <a:gd name="connsiteY3" fmla="*/ 7582 h 277316"/>
                <a:gd name="connsiteX4" fmla="*/ 64778 w 64429"/>
                <a:gd name="connsiteY4" fmla="*/ 2868 h 277316"/>
                <a:gd name="connsiteX5" fmla="*/ 62001 w 64429"/>
                <a:gd name="connsiteY5" fmla="*/ 94 h 277316"/>
                <a:gd name="connsiteX6" fmla="*/ 17845 w 64429"/>
                <a:gd name="connsiteY6" fmla="*/ 54171 h 277316"/>
                <a:gd name="connsiteX7" fmla="*/ 349 w 64429"/>
                <a:gd name="connsiteY7" fmla="*/ 138752 h 277316"/>
                <a:gd name="connsiteX8" fmla="*/ 18678 w 64429"/>
                <a:gd name="connsiteY8" fmla="*/ 225275 h 277316"/>
                <a:gd name="connsiteX9" fmla="*/ 62001 w 64429"/>
                <a:gd name="connsiteY9" fmla="*/ 277410 h 277316"/>
                <a:gd name="connsiteX10" fmla="*/ 64778 w 64429"/>
                <a:gd name="connsiteY10" fmla="*/ 274637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778" y="274637"/>
                  </a:moveTo>
                  <a:cubicBezTo>
                    <a:pt x="64778" y="273805"/>
                    <a:pt x="64778" y="273251"/>
                    <a:pt x="60057" y="268536"/>
                  </a:cubicBezTo>
                  <a:cubicBezTo>
                    <a:pt x="25343" y="233595"/>
                    <a:pt x="16456" y="181182"/>
                    <a:pt x="16456" y="138752"/>
                  </a:cubicBezTo>
                  <a:cubicBezTo>
                    <a:pt x="16456" y="90499"/>
                    <a:pt x="27009" y="42246"/>
                    <a:pt x="61168" y="7582"/>
                  </a:cubicBezTo>
                  <a:cubicBezTo>
                    <a:pt x="64778" y="4254"/>
                    <a:pt x="64778" y="3699"/>
                    <a:pt x="64778" y="2868"/>
                  </a:cubicBezTo>
                  <a:cubicBezTo>
                    <a:pt x="64778" y="926"/>
                    <a:pt x="63668" y="94"/>
                    <a:pt x="62001" y="94"/>
                  </a:cubicBezTo>
                  <a:cubicBezTo>
                    <a:pt x="59224" y="94"/>
                    <a:pt x="34230" y="18952"/>
                    <a:pt x="17845" y="54171"/>
                  </a:cubicBezTo>
                  <a:cubicBezTo>
                    <a:pt x="3682" y="84676"/>
                    <a:pt x="349" y="115458"/>
                    <a:pt x="349" y="138752"/>
                  </a:cubicBezTo>
                  <a:cubicBezTo>
                    <a:pt x="349" y="160383"/>
                    <a:pt x="3404" y="193938"/>
                    <a:pt x="18678" y="225275"/>
                  </a:cubicBezTo>
                  <a:cubicBezTo>
                    <a:pt x="35341" y="259385"/>
                    <a:pt x="59224" y="277410"/>
                    <a:pt x="62001" y="277410"/>
                  </a:cubicBezTo>
                  <a:cubicBezTo>
                    <a:pt x="63668" y="277410"/>
                    <a:pt x="64778" y="276579"/>
                    <a:pt x="64778" y="27463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7609689B-043B-2290-E14F-2FC74944C46A}"/>
                </a:ext>
              </a:extLst>
            </p:cNvPr>
            <p:cNvSpPr/>
            <p:nvPr>
              <p:custDataLst>
                <p:tags r:id="rId397"/>
              </p:custDataLst>
            </p:nvPr>
          </p:nvSpPr>
          <p:spPr>
            <a:xfrm>
              <a:off x="12047323" y="3547966"/>
              <a:ext cx="131636" cy="125346"/>
            </a:xfrm>
            <a:custGeom>
              <a:avLst/>
              <a:gdLst>
                <a:gd name="connsiteX0" fmla="*/ 119491 w 131636"/>
                <a:gd name="connsiteY0" fmla="*/ 91609 h 125346"/>
                <a:gd name="connsiteX1" fmla="*/ 113382 w 131636"/>
                <a:gd name="connsiteY1" fmla="*/ 99097 h 125346"/>
                <a:gd name="connsiteX2" fmla="*/ 100607 w 131636"/>
                <a:gd name="connsiteY2" fmla="*/ 110190 h 125346"/>
                <a:gd name="connsiteX3" fmla="*/ 91998 w 131636"/>
                <a:gd name="connsiteY3" fmla="*/ 98820 h 125346"/>
                <a:gd name="connsiteX4" fmla="*/ 90887 w 131636"/>
                <a:gd name="connsiteY4" fmla="*/ 94105 h 125346"/>
                <a:gd name="connsiteX5" fmla="*/ 80889 w 131636"/>
                <a:gd name="connsiteY5" fmla="*/ 49180 h 125346"/>
                <a:gd name="connsiteX6" fmla="*/ 108105 w 131636"/>
                <a:gd name="connsiteY6" fmla="*/ 15625 h 125346"/>
                <a:gd name="connsiteX7" fmla="*/ 114770 w 131636"/>
                <a:gd name="connsiteY7" fmla="*/ 17843 h 125346"/>
                <a:gd name="connsiteX8" fmla="*/ 122269 w 131636"/>
                <a:gd name="connsiteY8" fmla="*/ 20339 h 125346"/>
                <a:gd name="connsiteX9" fmla="*/ 131989 w 131636"/>
                <a:gd name="connsiteY9" fmla="*/ 10356 h 125346"/>
                <a:gd name="connsiteX10" fmla="*/ 120602 w 131636"/>
                <a:gd name="connsiteY10" fmla="*/ 95 h 125346"/>
                <a:gd name="connsiteX11" fmla="*/ 78668 w 131636"/>
                <a:gd name="connsiteY11" fmla="*/ 39751 h 125346"/>
                <a:gd name="connsiteX12" fmla="*/ 75613 w 131636"/>
                <a:gd name="connsiteY12" fmla="*/ 24499 h 125346"/>
                <a:gd name="connsiteX13" fmla="*/ 61172 w 131636"/>
                <a:gd name="connsiteY13" fmla="*/ 95 h 125346"/>
                <a:gd name="connsiteX14" fmla="*/ 28679 w 131636"/>
                <a:gd name="connsiteY14" fmla="*/ 8137 h 125346"/>
                <a:gd name="connsiteX15" fmla="*/ 25624 w 131636"/>
                <a:gd name="connsiteY15" fmla="*/ 9246 h 125346"/>
                <a:gd name="connsiteX16" fmla="*/ 26735 w 131636"/>
                <a:gd name="connsiteY16" fmla="*/ 13406 h 125346"/>
                <a:gd name="connsiteX17" fmla="*/ 42287 w 131636"/>
                <a:gd name="connsiteY17" fmla="*/ 10356 h 125346"/>
                <a:gd name="connsiteX18" fmla="*/ 54784 w 131636"/>
                <a:gd name="connsiteY18" fmla="*/ 29491 h 125346"/>
                <a:gd name="connsiteX19" fmla="*/ 62838 w 131636"/>
                <a:gd name="connsiteY19" fmla="*/ 63600 h 125346"/>
                <a:gd name="connsiteX20" fmla="*/ 40065 w 131636"/>
                <a:gd name="connsiteY20" fmla="*/ 96046 h 125346"/>
                <a:gd name="connsiteX21" fmla="*/ 25902 w 131636"/>
                <a:gd name="connsiteY21" fmla="*/ 109358 h 125346"/>
                <a:gd name="connsiteX22" fmla="*/ 18681 w 131636"/>
                <a:gd name="connsiteY22" fmla="*/ 106862 h 125346"/>
                <a:gd name="connsiteX23" fmla="*/ 9795 w 131636"/>
                <a:gd name="connsiteY23" fmla="*/ 104089 h 125346"/>
                <a:gd name="connsiteX24" fmla="*/ 352 w 131636"/>
                <a:gd name="connsiteY24" fmla="*/ 113795 h 125346"/>
                <a:gd name="connsiteX25" fmla="*/ 14238 w 131636"/>
                <a:gd name="connsiteY25" fmla="*/ 125442 h 125346"/>
                <a:gd name="connsiteX26" fmla="*/ 40065 w 131636"/>
                <a:gd name="connsiteY26" fmla="*/ 106030 h 125346"/>
                <a:gd name="connsiteX27" fmla="*/ 65060 w 131636"/>
                <a:gd name="connsiteY27" fmla="*/ 73584 h 125346"/>
                <a:gd name="connsiteX28" fmla="*/ 73391 w 131636"/>
                <a:gd name="connsiteY28" fmla="*/ 106862 h 125346"/>
                <a:gd name="connsiteX29" fmla="*/ 89498 w 131636"/>
                <a:gd name="connsiteY29" fmla="*/ 125442 h 125346"/>
                <a:gd name="connsiteX30" fmla="*/ 123379 w 131636"/>
                <a:gd name="connsiteY30" fmla="*/ 93828 h 125346"/>
                <a:gd name="connsiteX31" fmla="*/ 119491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491" y="91609"/>
                  </a:moveTo>
                  <a:cubicBezTo>
                    <a:pt x="117270" y="94105"/>
                    <a:pt x="115881" y="95769"/>
                    <a:pt x="113382" y="99097"/>
                  </a:cubicBezTo>
                  <a:cubicBezTo>
                    <a:pt x="106994" y="107416"/>
                    <a:pt x="103662" y="110190"/>
                    <a:pt x="100607" y="110190"/>
                  </a:cubicBezTo>
                  <a:cubicBezTo>
                    <a:pt x="96441" y="110190"/>
                    <a:pt x="93942" y="106584"/>
                    <a:pt x="91998" y="98820"/>
                  </a:cubicBezTo>
                  <a:cubicBezTo>
                    <a:pt x="91442" y="96601"/>
                    <a:pt x="91165" y="94937"/>
                    <a:pt x="90887" y="94105"/>
                  </a:cubicBezTo>
                  <a:cubicBezTo>
                    <a:pt x="83944" y="66096"/>
                    <a:pt x="80889" y="53340"/>
                    <a:pt x="80889" y="49180"/>
                  </a:cubicBezTo>
                  <a:cubicBezTo>
                    <a:pt x="93109" y="27827"/>
                    <a:pt x="103106" y="15625"/>
                    <a:pt x="108105" y="15625"/>
                  </a:cubicBezTo>
                  <a:cubicBezTo>
                    <a:pt x="109771" y="15625"/>
                    <a:pt x="111993" y="16457"/>
                    <a:pt x="114770" y="17843"/>
                  </a:cubicBezTo>
                  <a:cubicBezTo>
                    <a:pt x="118103" y="19784"/>
                    <a:pt x="120047" y="20339"/>
                    <a:pt x="122269" y="20339"/>
                  </a:cubicBezTo>
                  <a:cubicBezTo>
                    <a:pt x="128101" y="20339"/>
                    <a:pt x="131989" y="16179"/>
                    <a:pt x="131989" y="10356"/>
                  </a:cubicBezTo>
                  <a:cubicBezTo>
                    <a:pt x="131989" y="4532"/>
                    <a:pt x="127267" y="95"/>
                    <a:pt x="120602" y="95"/>
                  </a:cubicBezTo>
                  <a:cubicBezTo>
                    <a:pt x="108383" y="95"/>
                    <a:pt x="97830" y="10078"/>
                    <a:pt x="78668" y="39751"/>
                  </a:cubicBezTo>
                  <a:lnTo>
                    <a:pt x="75613" y="24499"/>
                  </a:lnTo>
                  <a:cubicBezTo>
                    <a:pt x="71725" y="5641"/>
                    <a:pt x="68670" y="95"/>
                    <a:pt x="61172" y="95"/>
                  </a:cubicBezTo>
                  <a:cubicBezTo>
                    <a:pt x="55062" y="95"/>
                    <a:pt x="45620" y="2591"/>
                    <a:pt x="28679" y="8137"/>
                  </a:cubicBezTo>
                  <a:lnTo>
                    <a:pt x="25624" y="9246"/>
                  </a:lnTo>
                  <a:lnTo>
                    <a:pt x="26735" y="13406"/>
                  </a:lnTo>
                  <a:cubicBezTo>
                    <a:pt x="37288" y="10910"/>
                    <a:pt x="39788" y="10356"/>
                    <a:pt x="42287" y="10356"/>
                  </a:cubicBezTo>
                  <a:cubicBezTo>
                    <a:pt x="49230" y="10356"/>
                    <a:pt x="50896" y="12852"/>
                    <a:pt x="54784" y="29491"/>
                  </a:cubicBezTo>
                  <a:lnTo>
                    <a:pt x="62838" y="63600"/>
                  </a:lnTo>
                  <a:lnTo>
                    <a:pt x="40065" y="96046"/>
                  </a:lnTo>
                  <a:cubicBezTo>
                    <a:pt x="34511" y="104366"/>
                    <a:pt x="28957" y="109358"/>
                    <a:pt x="25902" y="109358"/>
                  </a:cubicBezTo>
                  <a:cubicBezTo>
                    <a:pt x="24236" y="109358"/>
                    <a:pt x="21459" y="108526"/>
                    <a:pt x="18681" y="106862"/>
                  </a:cubicBezTo>
                  <a:cubicBezTo>
                    <a:pt x="15071" y="104921"/>
                    <a:pt x="12016" y="104089"/>
                    <a:pt x="9795" y="104089"/>
                  </a:cubicBezTo>
                  <a:cubicBezTo>
                    <a:pt x="4518" y="104089"/>
                    <a:pt x="352" y="108248"/>
                    <a:pt x="352" y="113795"/>
                  </a:cubicBezTo>
                  <a:cubicBezTo>
                    <a:pt x="352" y="121005"/>
                    <a:pt x="5907" y="125442"/>
                    <a:pt x="14238" y="125442"/>
                  </a:cubicBezTo>
                  <a:cubicBezTo>
                    <a:pt x="22847" y="125442"/>
                    <a:pt x="26180" y="122946"/>
                    <a:pt x="40065" y="106030"/>
                  </a:cubicBezTo>
                  <a:cubicBezTo>
                    <a:pt x="47564" y="97156"/>
                    <a:pt x="53396" y="89668"/>
                    <a:pt x="65060" y="73584"/>
                  </a:cubicBezTo>
                  <a:lnTo>
                    <a:pt x="73391" y="106862"/>
                  </a:lnTo>
                  <a:cubicBezTo>
                    <a:pt x="77001" y="121005"/>
                    <a:pt x="80612" y="125442"/>
                    <a:pt x="89498" y="125442"/>
                  </a:cubicBezTo>
                  <a:cubicBezTo>
                    <a:pt x="100051" y="125442"/>
                    <a:pt x="107272" y="118786"/>
                    <a:pt x="123379" y="93828"/>
                  </a:cubicBezTo>
                  <a:lnTo>
                    <a:pt x="119491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594A63D0-56C8-97E4-E366-8129CA14DE34}"/>
                </a:ext>
              </a:extLst>
            </p:cNvPr>
            <p:cNvSpPr/>
            <p:nvPr>
              <p:custDataLst>
                <p:tags r:id="rId398"/>
              </p:custDataLst>
            </p:nvPr>
          </p:nvSpPr>
          <p:spPr>
            <a:xfrm>
              <a:off x="12184752" y="3573587"/>
              <a:ext cx="91450" cy="138724"/>
            </a:xfrm>
            <a:custGeom>
              <a:avLst/>
              <a:gdLst>
                <a:gd name="connsiteX0" fmla="*/ 91807 w 91450"/>
                <a:gd name="connsiteY0" fmla="*/ 110708 h 138724"/>
                <a:gd name="connsiteX1" fmla="*/ 89135 w 91450"/>
                <a:gd name="connsiteY1" fmla="*/ 109682 h 138724"/>
                <a:gd name="connsiteX2" fmla="*/ 69612 w 91450"/>
                <a:gd name="connsiteY2" fmla="*/ 123226 h 138724"/>
                <a:gd name="connsiteX3" fmla="*/ 20496 w 91450"/>
                <a:gd name="connsiteY3" fmla="*/ 123226 h 138724"/>
                <a:gd name="connsiteX4" fmla="*/ 55021 w 91450"/>
                <a:gd name="connsiteY4" fmla="*/ 87108 h 138724"/>
                <a:gd name="connsiteX5" fmla="*/ 81326 w 91450"/>
                <a:gd name="connsiteY5" fmla="*/ 36420 h 138724"/>
                <a:gd name="connsiteX6" fmla="*/ 43307 w 91450"/>
                <a:gd name="connsiteY6" fmla="*/ 97 h 138724"/>
                <a:gd name="connsiteX7" fmla="*/ 13714 w 91450"/>
                <a:gd name="connsiteY7" fmla="*/ 12821 h 138724"/>
                <a:gd name="connsiteX8" fmla="*/ 562 w 91450"/>
                <a:gd name="connsiteY8" fmla="*/ 40935 h 138724"/>
                <a:gd name="connsiteX9" fmla="*/ 4877 w 91450"/>
                <a:gd name="connsiteY9" fmla="*/ 41961 h 138724"/>
                <a:gd name="connsiteX10" fmla="*/ 34676 w 91450"/>
                <a:gd name="connsiteY10" fmla="*/ 15283 h 138724"/>
                <a:gd name="connsiteX11" fmla="*/ 63652 w 91450"/>
                <a:gd name="connsiteY11" fmla="*/ 44218 h 138724"/>
                <a:gd name="connsiteX12" fmla="*/ 36936 w 91450"/>
                <a:gd name="connsiteY12" fmla="*/ 97574 h 138724"/>
                <a:gd name="connsiteX13" fmla="*/ 356 w 91450"/>
                <a:gd name="connsiteY13" fmla="*/ 136359 h 138724"/>
                <a:gd name="connsiteX14" fmla="*/ 356 w 91450"/>
                <a:gd name="connsiteY14" fmla="*/ 138822 h 138724"/>
                <a:gd name="connsiteX15" fmla="*/ 80504 w 91450"/>
                <a:gd name="connsiteY15" fmla="*/ 138822 h 138724"/>
                <a:gd name="connsiteX16" fmla="*/ 91807 w 91450"/>
                <a:gd name="connsiteY16" fmla="*/ 110708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807" y="110708"/>
                  </a:moveTo>
                  <a:lnTo>
                    <a:pt x="89135" y="109682"/>
                  </a:lnTo>
                  <a:cubicBezTo>
                    <a:pt x="81532" y="121379"/>
                    <a:pt x="78860" y="123226"/>
                    <a:pt x="69612" y="123226"/>
                  </a:cubicBezTo>
                  <a:lnTo>
                    <a:pt x="20496" y="123226"/>
                  </a:lnTo>
                  <a:lnTo>
                    <a:pt x="55021" y="87108"/>
                  </a:lnTo>
                  <a:cubicBezTo>
                    <a:pt x="73311" y="68023"/>
                    <a:pt x="81326" y="52427"/>
                    <a:pt x="81326" y="36420"/>
                  </a:cubicBezTo>
                  <a:cubicBezTo>
                    <a:pt x="81326" y="15899"/>
                    <a:pt x="64680" y="97"/>
                    <a:pt x="43307" y="97"/>
                  </a:cubicBezTo>
                  <a:cubicBezTo>
                    <a:pt x="32004" y="97"/>
                    <a:pt x="21318" y="4612"/>
                    <a:pt x="13714" y="12821"/>
                  </a:cubicBezTo>
                  <a:cubicBezTo>
                    <a:pt x="7138" y="19798"/>
                    <a:pt x="4055" y="26365"/>
                    <a:pt x="562" y="40935"/>
                  </a:cubicBezTo>
                  <a:lnTo>
                    <a:pt x="4877" y="41961"/>
                  </a:lnTo>
                  <a:cubicBezTo>
                    <a:pt x="13098" y="21850"/>
                    <a:pt x="20496" y="15283"/>
                    <a:pt x="34676" y="15283"/>
                  </a:cubicBezTo>
                  <a:cubicBezTo>
                    <a:pt x="51939" y="15283"/>
                    <a:pt x="63652" y="26980"/>
                    <a:pt x="63652" y="44218"/>
                  </a:cubicBezTo>
                  <a:cubicBezTo>
                    <a:pt x="63652" y="60225"/>
                    <a:pt x="54199" y="79310"/>
                    <a:pt x="36936" y="97574"/>
                  </a:cubicBezTo>
                  <a:lnTo>
                    <a:pt x="356" y="136359"/>
                  </a:lnTo>
                  <a:lnTo>
                    <a:pt x="356" y="138822"/>
                  </a:lnTo>
                  <a:lnTo>
                    <a:pt x="80504" y="138822"/>
                  </a:lnTo>
                  <a:lnTo>
                    <a:pt x="91807" y="11070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26BE0833-DF91-D850-00A7-DB32FC41D03B}"/>
                </a:ext>
              </a:extLst>
            </p:cNvPr>
            <p:cNvSpPr/>
            <p:nvPr>
              <p:custDataLst>
                <p:tags r:id="rId399"/>
              </p:custDataLst>
            </p:nvPr>
          </p:nvSpPr>
          <p:spPr>
            <a:xfrm>
              <a:off x="12357429" y="3595387"/>
              <a:ext cx="169682" cy="11092"/>
            </a:xfrm>
            <a:custGeom>
              <a:avLst/>
              <a:gdLst>
                <a:gd name="connsiteX0" fmla="*/ 160325 w 169682"/>
                <a:gd name="connsiteY0" fmla="*/ 11188 h 11092"/>
                <a:gd name="connsiteX1" fmla="*/ 170045 w 169682"/>
                <a:gd name="connsiteY1" fmla="*/ 5641 h 11092"/>
                <a:gd name="connsiteX2" fmla="*/ 160325 w 169682"/>
                <a:gd name="connsiteY2" fmla="*/ 95 h 11092"/>
                <a:gd name="connsiteX3" fmla="*/ 10082 w 169682"/>
                <a:gd name="connsiteY3" fmla="*/ 95 h 11092"/>
                <a:gd name="connsiteX4" fmla="*/ 362 w 169682"/>
                <a:gd name="connsiteY4" fmla="*/ 5641 h 11092"/>
                <a:gd name="connsiteX5" fmla="*/ 10082 w 169682"/>
                <a:gd name="connsiteY5" fmla="*/ 11188 h 11092"/>
                <a:gd name="connsiteX6" fmla="*/ 160325 w 169682"/>
                <a:gd name="connsiteY6" fmla="*/ 11188 h 1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682" h="11092">
                  <a:moveTo>
                    <a:pt x="160325" y="11188"/>
                  </a:moveTo>
                  <a:cubicBezTo>
                    <a:pt x="165046" y="11188"/>
                    <a:pt x="170045" y="11188"/>
                    <a:pt x="170045" y="5641"/>
                  </a:cubicBezTo>
                  <a:cubicBezTo>
                    <a:pt x="170045" y="95"/>
                    <a:pt x="165046" y="95"/>
                    <a:pt x="160325" y="95"/>
                  </a:cubicBezTo>
                  <a:lnTo>
                    <a:pt x="10082" y="95"/>
                  </a:lnTo>
                  <a:cubicBezTo>
                    <a:pt x="5361" y="95"/>
                    <a:pt x="362" y="95"/>
                    <a:pt x="362" y="5641"/>
                  </a:cubicBezTo>
                  <a:cubicBezTo>
                    <a:pt x="362" y="11188"/>
                    <a:pt x="5361" y="11188"/>
                    <a:pt x="10082" y="11188"/>
                  </a:cubicBezTo>
                  <a:lnTo>
                    <a:pt x="160325" y="111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8D641680-97A9-27AA-D9B5-7832AC5B12B2}"/>
                </a:ext>
              </a:extLst>
            </p:cNvPr>
            <p:cNvSpPr/>
            <p:nvPr>
              <p:custDataLst>
                <p:tags r:id="rId400"/>
              </p:custDataLst>
            </p:nvPr>
          </p:nvSpPr>
          <p:spPr>
            <a:xfrm>
              <a:off x="12582186" y="3547966"/>
              <a:ext cx="131636" cy="125346"/>
            </a:xfrm>
            <a:custGeom>
              <a:avLst/>
              <a:gdLst>
                <a:gd name="connsiteX0" fmla="*/ 119511 w 131636"/>
                <a:gd name="connsiteY0" fmla="*/ 91609 h 125346"/>
                <a:gd name="connsiteX1" fmla="*/ 113401 w 131636"/>
                <a:gd name="connsiteY1" fmla="*/ 99097 h 125346"/>
                <a:gd name="connsiteX2" fmla="*/ 100626 w 131636"/>
                <a:gd name="connsiteY2" fmla="*/ 110190 h 125346"/>
                <a:gd name="connsiteX3" fmla="*/ 92017 w 131636"/>
                <a:gd name="connsiteY3" fmla="*/ 98820 h 125346"/>
                <a:gd name="connsiteX4" fmla="*/ 90906 w 131636"/>
                <a:gd name="connsiteY4" fmla="*/ 94105 h 125346"/>
                <a:gd name="connsiteX5" fmla="*/ 80908 w 131636"/>
                <a:gd name="connsiteY5" fmla="*/ 49180 h 125346"/>
                <a:gd name="connsiteX6" fmla="*/ 108124 w 131636"/>
                <a:gd name="connsiteY6" fmla="*/ 15625 h 125346"/>
                <a:gd name="connsiteX7" fmla="*/ 114789 w 131636"/>
                <a:gd name="connsiteY7" fmla="*/ 17843 h 125346"/>
                <a:gd name="connsiteX8" fmla="*/ 122288 w 131636"/>
                <a:gd name="connsiteY8" fmla="*/ 20339 h 125346"/>
                <a:gd name="connsiteX9" fmla="*/ 132008 w 131636"/>
                <a:gd name="connsiteY9" fmla="*/ 10356 h 125346"/>
                <a:gd name="connsiteX10" fmla="*/ 120621 w 131636"/>
                <a:gd name="connsiteY10" fmla="*/ 95 h 125346"/>
                <a:gd name="connsiteX11" fmla="*/ 78687 w 131636"/>
                <a:gd name="connsiteY11" fmla="*/ 39751 h 125346"/>
                <a:gd name="connsiteX12" fmla="*/ 75632 w 131636"/>
                <a:gd name="connsiteY12" fmla="*/ 24499 h 125346"/>
                <a:gd name="connsiteX13" fmla="*/ 61191 w 131636"/>
                <a:gd name="connsiteY13" fmla="*/ 95 h 125346"/>
                <a:gd name="connsiteX14" fmla="*/ 28698 w 131636"/>
                <a:gd name="connsiteY14" fmla="*/ 8137 h 125346"/>
                <a:gd name="connsiteX15" fmla="*/ 25643 w 131636"/>
                <a:gd name="connsiteY15" fmla="*/ 9246 h 125346"/>
                <a:gd name="connsiteX16" fmla="*/ 26754 w 131636"/>
                <a:gd name="connsiteY16" fmla="*/ 13406 h 125346"/>
                <a:gd name="connsiteX17" fmla="*/ 42306 w 131636"/>
                <a:gd name="connsiteY17" fmla="*/ 10356 h 125346"/>
                <a:gd name="connsiteX18" fmla="*/ 54803 w 131636"/>
                <a:gd name="connsiteY18" fmla="*/ 29491 h 125346"/>
                <a:gd name="connsiteX19" fmla="*/ 62857 w 131636"/>
                <a:gd name="connsiteY19" fmla="*/ 63600 h 125346"/>
                <a:gd name="connsiteX20" fmla="*/ 40084 w 131636"/>
                <a:gd name="connsiteY20" fmla="*/ 96046 h 125346"/>
                <a:gd name="connsiteX21" fmla="*/ 25921 w 131636"/>
                <a:gd name="connsiteY21" fmla="*/ 109358 h 125346"/>
                <a:gd name="connsiteX22" fmla="*/ 18701 w 131636"/>
                <a:gd name="connsiteY22" fmla="*/ 106862 h 125346"/>
                <a:gd name="connsiteX23" fmla="*/ 9814 w 131636"/>
                <a:gd name="connsiteY23" fmla="*/ 104089 h 125346"/>
                <a:gd name="connsiteX24" fmla="*/ 371 w 131636"/>
                <a:gd name="connsiteY24" fmla="*/ 113795 h 125346"/>
                <a:gd name="connsiteX25" fmla="*/ 14257 w 131636"/>
                <a:gd name="connsiteY25" fmla="*/ 125442 h 125346"/>
                <a:gd name="connsiteX26" fmla="*/ 40084 w 131636"/>
                <a:gd name="connsiteY26" fmla="*/ 106030 h 125346"/>
                <a:gd name="connsiteX27" fmla="*/ 65079 w 131636"/>
                <a:gd name="connsiteY27" fmla="*/ 73584 h 125346"/>
                <a:gd name="connsiteX28" fmla="*/ 73410 w 131636"/>
                <a:gd name="connsiteY28" fmla="*/ 106862 h 125346"/>
                <a:gd name="connsiteX29" fmla="*/ 89517 w 131636"/>
                <a:gd name="connsiteY29" fmla="*/ 125442 h 125346"/>
                <a:gd name="connsiteX30" fmla="*/ 123399 w 131636"/>
                <a:gd name="connsiteY30" fmla="*/ 93828 h 125346"/>
                <a:gd name="connsiteX31" fmla="*/ 119511 w 131636"/>
                <a:gd name="connsiteY31" fmla="*/ 91609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511" y="91609"/>
                  </a:moveTo>
                  <a:cubicBezTo>
                    <a:pt x="117289" y="94105"/>
                    <a:pt x="115900" y="95769"/>
                    <a:pt x="113401" y="99097"/>
                  </a:cubicBezTo>
                  <a:cubicBezTo>
                    <a:pt x="107013" y="107416"/>
                    <a:pt x="103681" y="110190"/>
                    <a:pt x="100626" y="110190"/>
                  </a:cubicBezTo>
                  <a:cubicBezTo>
                    <a:pt x="96460" y="110190"/>
                    <a:pt x="93961" y="106584"/>
                    <a:pt x="92017" y="98820"/>
                  </a:cubicBezTo>
                  <a:cubicBezTo>
                    <a:pt x="91461" y="96601"/>
                    <a:pt x="91184" y="94937"/>
                    <a:pt x="90906" y="94105"/>
                  </a:cubicBezTo>
                  <a:cubicBezTo>
                    <a:pt x="83963" y="66096"/>
                    <a:pt x="80908" y="53340"/>
                    <a:pt x="80908" y="49180"/>
                  </a:cubicBezTo>
                  <a:cubicBezTo>
                    <a:pt x="93128" y="27827"/>
                    <a:pt x="103125" y="15625"/>
                    <a:pt x="108124" y="15625"/>
                  </a:cubicBezTo>
                  <a:cubicBezTo>
                    <a:pt x="109791" y="15625"/>
                    <a:pt x="112012" y="16457"/>
                    <a:pt x="114789" y="17843"/>
                  </a:cubicBezTo>
                  <a:cubicBezTo>
                    <a:pt x="118122" y="19784"/>
                    <a:pt x="120066" y="20339"/>
                    <a:pt x="122288" y="20339"/>
                  </a:cubicBezTo>
                  <a:cubicBezTo>
                    <a:pt x="128120" y="20339"/>
                    <a:pt x="132008" y="16179"/>
                    <a:pt x="132008" y="10356"/>
                  </a:cubicBezTo>
                  <a:cubicBezTo>
                    <a:pt x="132008" y="4532"/>
                    <a:pt x="127287" y="95"/>
                    <a:pt x="120621" y="95"/>
                  </a:cubicBezTo>
                  <a:cubicBezTo>
                    <a:pt x="108402" y="95"/>
                    <a:pt x="97849" y="10078"/>
                    <a:pt x="78687" y="39751"/>
                  </a:cubicBezTo>
                  <a:lnTo>
                    <a:pt x="75632" y="24499"/>
                  </a:lnTo>
                  <a:cubicBezTo>
                    <a:pt x="71744" y="5641"/>
                    <a:pt x="68689" y="95"/>
                    <a:pt x="61191" y="95"/>
                  </a:cubicBezTo>
                  <a:cubicBezTo>
                    <a:pt x="55081" y="95"/>
                    <a:pt x="45639" y="2591"/>
                    <a:pt x="28698" y="8137"/>
                  </a:cubicBezTo>
                  <a:lnTo>
                    <a:pt x="25643" y="9246"/>
                  </a:lnTo>
                  <a:lnTo>
                    <a:pt x="26754" y="13406"/>
                  </a:lnTo>
                  <a:cubicBezTo>
                    <a:pt x="37307" y="10910"/>
                    <a:pt x="39807" y="10356"/>
                    <a:pt x="42306" y="10356"/>
                  </a:cubicBezTo>
                  <a:cubicBezTo>
                    <a:pt x="49249" y="10356"/>
                    <a:pt x="50915" y="12852"/>
                    <a:pt x="54803" y="29491"/>
                  </a:cubicBezTo>
                  <a:lnTo>
                    <a:pt x="62857" y="63600"/>
                  </a:lnTo>
                  <a:lnTo>
                    <a:pt x="40084" y="96046"/>
                  </a:lnTo>
                  <a:cubicBezTo>
                    <a:pt x="34530" y="104366"/>
                    <a:pt x="28976" y="109358"/>
                    <a:pt x="25921" y="109358"/>
                  </a:cubicBezTo>
                  <a:cubicBezTo>
                    <a:pt x="24255" y="109358"/>
                    <a:pt x="21478" y="108526"/>
                    <a:pt x="18701" y="106862"/>
                  </a:cubicBezTo>
                  <a:cubicBezTo>
                    <a:pt x="15090" y="104921"/>
                    <a:pt x="12035" y="104089"/>
                    <a:pt x="9814" y="104089"/>
                  </a:cubicBezTo>
                  <a:cubicBezTo>
                    <a:pt x="4537" y="104089"/>
                    <a:pt x="371" y="108248"/>
                    <a:pt x="371" y="113795"/>
                  </a:cubicBezTo>
                  <a:cubicBezTo>
                    <a:pt x="371" y="121005"/>
                    <a:pt x="5926" y="125442"/>
                    <a:pt x="14257" y="125442"/>
                  </a:cubicBezTo>
                  <a:cubicBezTo>
                    <a:pt x="22866" y="125442"/>
                    <a:pt x="26199" y="122946"/>
                    <a:pt x="40084" y="106030"/>
                  </a:cubicBezTo>
                  <a:cubicBezTo>
                    <a:pt x="47583" y="97156"/>
                    <a:pt x="53415" y="89668"/>
                    <a:pt x="65079" y="73584"/>
                  </a:cubicBezTo>
                  <a:lnTo>
                    <a:pt x="73410" y="106862"/>
                  </a:lnTo>
                  <a:cubicBezTo>
                    <a:pt x="77020" y="121005"/>
                    <a:pt x="80631" y="125442"/>
                    <a:pt x="89517" y="125442"/>
                  </a:cubicBezTo>
                  <a:cubicBezTo>
                    <a:pt x="100071" y="125442"/>
                    <a:pt x="107291" y="118786"/>
                    <a:pt x="123399" y="93828"/>
                  </a:cubicBezTo>
                  <a:lnTo>
                    <a:pt x="119511" y="9160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AFB00598-2484-87E5-C0E0-F85F05ACC3E0}"/>
                </a:ext>
              </a:extLst>
            </p:cNvPr>
            <p:cNvSpPr/>
            <p:nvPr>
              <p:custDataLst>
                <p:tags r:id="rId401"/>
              </p:custDataLst>
            </p:nvPr>
          </p:nvSpPr>
          <p:spPr>
            <a:xfrm>
              <a:off x="12736261" y="3573587"/>
              <a:ext cx="58158" cy="138724"/>
            </a:xfrm>
            <a:custGeom>
              <a:avLst/>
              <a:gdLst>
                <a:gd name="connsiteX0" fmla="*/ 37367 w 58158"/>
                <a:gd name="connsiteY0" fmla="*/ 97 h 138724"/>
                <a:gd name="connsiteX1" fmla="*/ 375 w 58158"/>
                <a:gd name="connsiteY1" fmla="*/ 18772 h 138724"/>
                <a:gd name="connsiteX2" fmla="*/ 375 w 58158"/>
                <a:gd name="connsiteY2" fmla="*/ 21645 h 138724"/>
                <a:gd name="connsiteX3" fmla="*/ 5924 w 58158"/>
                <a:gd name="connsiteY3" fmla="*/ 19387 h 138724"/>
                <a:gd name="connsiteX4" fmla="*/ 15172 w 58158"/>
                <a:gd name="connsiteY4" fmla="*/ 17130 h 138724"/>
                <a:gd name="connsiteX5" fmla="*/ 21337 w 58158"/>
                <a:gd name="connsiteY5" fmla="*/ 26775 h 138724"/>
                <a:gd name="connsiteX6" fmla="*/ 21337 w 58158"/>
                <a:gd name="connsiteY6" fmla="*/ 119737 h 138724"/>
                <a:gd name="connsiteX7" fmla="*/ 16405 w 58158"/>
                <a:gd name="connsiteY7" fmla="*/ 133076 h 138724"/>
                <a:gd name="connsiteX8" fmla="*/ 1814 w 58158"/>
                <a:gd name="connsiteY8" fmla="*/ 135744 h 138724"/>
                <a:gd name="connsiteX9" fmla="*/ 1814 w 58158"/>
                <a:gd name="connsiteY9" fmla="*/ 138822 h 138724"/>
                <a:gd name="connsiteX10" fmla="*/ 58534 w 58158"/>
                <a:gd name="connsiteY10" fmla="*/ 138822 h 138724"/>
                <a:gd name="connsiteX11" fmla="*/ 58534 w 58158"/>
                <a:gd name="connsiteY11" fmla="*/ 135744 h 138724"/>
                <a:gd name="connsiteX12" fmla="*/ 39011 w 58158"/>
                <a:gd name="connsiteY12" fmla="*/ 123636 h 138724"/>
                <a:gd name="connsiteX13" fmla="*/ 39011 w 58158"/>
                <a:gd name="connsiteY13" fmla="*/ 508 h 138724"/>
                <a:gd name="connsiteX14" fmla="*/ 37367 w 58158"/>
                <a:gd name="connsiteY14" fmla="*/ 97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158" h="138724">
                  <a:moveTo>
                    <a:pt x="37367" y="97"/>
                  </a:moveTo>
                  <a:lnTo>
                    <a:pt x="375" y="18772"/>
                  </a:lnTo>
                  <a:lnTo>
                    <a:pt x="375" y="21645"/>
                  </a:lnTo>
                  <a:cubicBezTo>
                    <a:pt x="2841" y="20619"/>
                    <a:pt x="5102" y="19798"/>
                    <a:pt x="5924" y="19387"/>
                  </a:cubicBezTo>
                  <a:cubicBezTo>
                    <a:pt x="9623" y="17951"/>
                    <a:pt x="13117" y="17130"/>
                    <a:pt x="15172" y="17130"/>
                  </a:cubicBezTo>
                  <a:cubicBezTo>
                    <a:pt x="19487" y="17130"/>
                    <a:pt x="21337" y="20208"/>
                    <a:pt x="21337" y="26775"/>
                  </a:cubicBezTo>
                  <a:lnTo>
                    <a:pt x="21337" y="119737"/>
                  </a:lnTo>
                  <a:cubicBezTo>
                    <a:pt x="21337" y="126509"/>
                    <a:pt x="19693" y="131229"/>
                    <a:pt x="16405" y="133076"/>
                  </a:cubicBezTo>
                  <a:cubicBezTo>
                    <a:pt x="13322" y="134923"/>
                    <a:pt x="10445" y="135538"/>
                    <a:pt x="1814" y="135744"/>
                  </a:cubicBezTo>
                  <a:lnTo>
                    <a:pt x="1814" y="138822"/>
                  </a:lnTo>
                  <a:lnTo>
                    <a:pt x="58534" y="138822"/>
                  </a:lnTo>
                  <a:lnTo>
                    <a:pt x="58534" y="135744"/>
                  </a:lnTo>
                  <a:cubicBezTo>
                    <a:pt x="42299" y="135538"/>
                    <a:pt x="39011" y="133486"/>
                    <a:pt x="39011" y="123636"/>
                  </a:cubicBezTo>
                  <a:lnTo>
                    <a:pt x="39011" y="508"/>
                  </a:lnTo>
                  <a:lnTo>
                    <a:pt x="37367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C35C1554-44D5-AFAB-97AE-9CCEE41BF5E4}"/>
                </a:ext>
              </a:extLst>
            </p:cNvPr>
            <p:cNvSpPr/>
            <p:nvPr>
              <p:custDataLst>
                <p:tags r:id="rId402"/>
              </p:custDataLst>
            </p:nvPr>
          </p:nvSpPr>
          <p:spPr>
            <a:xfrm>
              <a:off x="12846356" y="3462275"/>
              <a:ext cx="64429" cy="277316"/>
            </a:xfrm>
            <a:custGeom>
              <a:avLst/>
              <a:gdLst>
                <a:gd name="connsiteX0" fmla="*/ 64810 w 64429"/>
                <a:gd name="connsiteY0" fmla="*/ 138752 h 277316"/>
                <a:gd name="connsiteX1" fmla="*/ 46481 w 64429"/>
                <a:gd name="connsiteY1" fmla="*/ 52230 h 277316"/>
                <a:gd name="connsiteX2" fmla="*/ 3158 w 64429"/>
                <a:gd name="connsiteY2" fmla="*/ 94 h 277316"/>
                <a:gd name="connsiteX3" fmla="*/ 380 w 64429"/>
                <a:gd name="connsiteY3" fmla="*/ 2868 h 277316"/>
                <a:gd name="connsiteX4" fmla="*/ 5657 w 64429"/>
                <a:gd name="connsiteY4" fmla="*/ 9246 h 277316"/>
                <a:gd name="connsiteX5" fmla="*/ 48703 w 64429"/>
                <a:gd name="connsiteY5" fmla="*/ 138752 h 277316"/>
                <a:gd name="connsiteX6" fmla="*/ 3991 w 64429"/>
                <a:gd name="connsiteY6" fmla="*/ 269923 h 277316"/>
                <a:gd name="connsiteX7" fmla="*/ 380 w 64429"/>
                <a:gd name="connsiteY7" fmla="*/ 274637 h 277316"/>
                <a:gd name="connsiteX8" fmla="*/ 3158 w 64429"/>
                <a:gd name="connsiteY8" fmla="*/ 277410 h 277316"/>
                <a:gd name="connsiteX9" fmla="*/ 47314 w 64429"/>
                <a:gd name="connsiteY9" fmla="*/ 223334 h 277316"/>
                <a:gd name="connsiteX10" fmla="*/ 64810 w 64429"/>
                <a:gd name="connsiteY10" fmla="*/ 138752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810" y="138752"/>
                  </a:moveTo>
                  <a:cubicBezTo>
                    <a:pt x="64810" y="117122"/>
                    <a:pt x="61755" y="83567"/>
                    <a:pt x="46481" y="52230"/>
                  </a:cubicBezTo>
                  <a:cubicBezTo>
                    <a:pt x="29818" y="18120"/>
                    <a:pt x="5935" y="94"/>
                    <a:pt x="3158" y="94"/>
                  </a:cubicBezTo>
                  <a:cubicBezTo>
                    <a:pt x="1491" y="94"/>
                    <a:pt x="380" y="1204"/>
                    <a:pt x="380" y="2868"/>
                  </a:cubicBezTo>
                  <a:cubicBezTo>
                    <a:pt x="380" y="3699"/>
                    <a:pt x="380" y="4254"/>
                    <a:pt x="5657" y="9246"/>
                  </a:cubicBezTo>
                  <a:cubicBezTo>
                    <a:pt x="32873" y="36700"/>
                    <a:pt x="48703" y="80793"/>
                    <a:pt x="48703" y="138752"/>
                  </a:cubicBezTo>
                  <a:cubicBezTo>
                    <a:pt x="48703" y="186173"/>
                    <a:pt x="38427" y="234981"/>
                    <a:pt x="3991" y="269923"/>
                  </a:cubicBezTo>
                  <a:cubicBezTo>
                    <a:pt x="380" y="273251"/>
                    <a:pt x="380" y="273805"/>
                    <a:pt x="380" y="274637"/>
                  </a:cubicBezTo>
                  <a:cubicBezTo>
                    <a:pt x="380" y="276301"/>
                    <a:pt x="1491" y="277410"/>
                    <a:pt x="3158" y="277410"/>
                  </a:cubicBezTo>
                  <a:cubicBezTo>
                    <a:pt x="5935" y="277410"/>
                    <a:pt x="30929" y="258553"/>
                    <a:pt x="47314" y="223334"/>
                  </a:cubicBezTo>
                  <a:cubicBezTo>
                    <a:pt x="61477" y="192829"/>
                    <a:pt x="64810" y="162047"/>
                    <a:pt x="64810" y="13875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FB95FEC3-65DC-A67A-3EB0-B888C028BEE3}"/>
                </a:ext>
              </a:extLst>
            </p:cNvPr>
            <p:cNvSpPr/>
            <p:nvPr>
              <p:custDataLst>
                <p:tags r:id="rId403"/>
              </p:custDataLst>
            </p:nvPr>
          </p:nvSpPr>
          <p:spPr>
            <a:xfrm>
              <a:off x="12973118" y="3291290"/>
              <a:ext cx="158574" cy="245424"/>
            </a:xfrm>
            <a:custGeom>
              <a:avLst/>
              <a:gdLst>
                <a:gd name="connsiteX0" fmla="*/ 50930 w 158574"/>
                <a:gd name="connsiteY0" fmla="*/ 78291 h 245424"/>
                <a:gd name="connsiteX1" fmla="*/ 75925 w 158574"/>
                <a:gd name="connsiteY1" fmla="*/ 78291 h 245424"/>
                <a:gd name="connsiteX2" fmla="*/ 51486 w 158574"/>
                <a:gd name="connsiteY2" fmla="*/ 194764 h 245424"/>
                <a:gd name="connsiteX3" fmla="*/ 24548 w 158574"/>
                <a:gd name="connsiteY3" fmla="*/ 239689 h 245424"/>
                <a:gd name="connsiteX4" fmla="*/ 18993 w 158574"/>
                <a:gd name="connsiteY4" fmla="*/ 235252 h 245424"/>
                <a:gd name="connsiteX5" fmla="*/ 20104 w 158574"/>
                <a:gd name="connsiteY5" fmla="*/ 232202 h 245424"/>
                <a:gd name="connsiteX6" fmla="*/ 21493 w 158574"/>
                <a:gd name="connsiteY6" fmla="*/ 227765 h 245424"/>
                <a:gd name="connsiteX7" fmla="*/ 10662 w 158574"/>
                <a:gd name="connsiteY7" fmla="*/ 217227 h 245424"/>
                <a:gd name="connsiteX8" fmla="*/ 387 w 158574"/>
                <a:gd name="connsiteY8" fmla="*/ 228597 h 245424"/>
                <a:gd name="connsiteX9" fmla="*/ 22326 w 158574"/>
                <a:gd name="connsiteY9" fmla="*/ 245513 h 245424"/>
                <a:gd name="connsiteX10" fmla="*/ 77869 w 158574"/>
                <a:gd name="connsiteY10" fmla="*/ 167033 h 245424"/>
                <a:gd name="connsiteX11" fmla="*/ 97864 w 158574"/>
                <a:gd name="connsiteY11" fmla="*/ 78291 h 245424"/>
                <a:gd name="connsiteX12" fmla="*/ 128135 w 158574"/>
                <a:gd name="connsiteY12" fmla="*/ 78291 h 245424"/>
                <a:gd name="connsiteX13" fmla="*/ 129801 w 158574"/>
                <a:gd name="connsiteY13" fmla="*/ 69417 h 245424"/>
                <a:gd name="connsiteX14" fmla="*/ 99808 w 158574"/>
                <a:gd name="connsiteY14" fmla="*/ 69417 h 245424"/>
                <a:gd name="connsiteX15" fmla="*/ 133689 w 158574"/>
                <a:gd name="connsiteY15" fmla="*/ 6189 h 245424"/>
                <a:gd name="connsiteX16" fmla="*/ 139799 w 158574"/>
                <a:gd name="connsiteY16" fmla="*/ 9517 h 245424"/>
                <a:gd name="connsiteX17" fmla="*/ 138688 w 158574"/>
                <a:gd name="connsiteY17" fmla="*/ 12290 h 245424"/>
                <a:gd name="connsiteX18" fmla="*/ 137022 w 158574"/>
                <a:gd name="connsiteY18" fmla="*/ 18114 h 245424"/>
                <a:gd name="connsiteX19" fmla="*/ 147297 w 158574"/>
                <a:gd name="connsiteY19" fmla="*/ 29206 h 245424"/>
                <a:gd name="connsiteX20" fmla="*/ 158961 w 158574"/>
                <a:gd name="connsiteY20" fmla="*/ 18114 h 245424"/>
                <a:gd name="connsiteX21" fmla="*/ 135078 w 158574"/>
                <a:gd name="connsiteY21" fmla="*/ 88 h 245424"/>
                <a:gd name="connsiteX22" fmla="*/ 100641 w 158574"/>
                <a:gd name="connsiteY22" fmla="*/ 19223 h 245424"/>
                <a:gd name="connsiteX23" fmla="*/ 78424 w 158574"/>
                <a:gd name="connsiteY23" fmla="*/ 69417 h 245424"/>
                <a:gd name="connsiteX24" fmla="*/ 52874 w 158574"/>
                <a:gd name="connsiteY24" fmla="*/ 69417 h 245424"/>
                <a:gd name="connsiteX25" fmla="*/ 50930 w 158574"/>
                <a:gd name="connsiteY25" fmla="*/ 78291 h 24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8574" h="245424">
                  <a:moveTo>
                    <a:pt x="50930" y="78291"/>
                  </a:moveTo>
                  <a:lnTo>
                    <a:pt x="75925" y="78291"/>
                  </a:lnTo>
                  <a:lnTo>
                    <a:pt x="51486" y="194764"/>
                  </a:lnTo>
                  <a:cubicBezTo>
                    <a:pt x="45376" y="224437"/>
                    <a:pt x="36212" y="239689"/>
                    <a:pt x="24548" y="239689"/>
                  </a:cubicBezTo>
                  <a:cubicBezTo>
                    <a:pt x="21215" y="239689"/>
                    <a:pt x="18993" y="237748"/>
                    <a:pt x="18993" y="235252"/>
                  </a:cubicBezTo>
                  <a:cubicBezTo>
                    <a:pt x="18993" y="234420"/>
                    <a:pt x="19271" y="233588"/>
                    <a:pt x="20104" y="232202"/>
                  </a:cubicBezTo>
                  <a:cubicBezTo>
                    <a:pt x="21215" y="230538"/>
                    <a:pt x="21493" y="229429"/>
                    <a:pt x="21493" y="227765"/>
                  </a:cubicBezTo>
                  <a:cubicBezTo>
                    <a:pt x="21493" y="221941"/>
                    <a:pt x="16494" y="217227"/>
                    <a:pt x="10662" y="217227"/>
                  </a:cubicBezTo>
                  <a:cubicBezTo>
                    <a:pt x="4830" y="217227"/>
                    <a:pt x="387" y="222218"/>
                    <a:pt x="387" y="228597"/>
                  </a:cubicBezTo>
                  <a:cubicBezTo>
                    <a:pt x="387" y="238026"/>
                    <a:pt x="10107" y="245513"/>
                    <a:pt x="22326" y="245513"/>
                  </a:cubicBezTo>
                  <a:cubicBezTo>
                    <a:pt x="47042" y="245513"/>
                    <a:pt x="66482" y="218059"/>
                    <a:pt x="77869" y="167033"/>
                  </a:cubicBezTo>
                  <a:lnTo>
                    <a:pt x="97864" y="78291"/>
                  </a:lnTo>
                  <a:lnTo>
                    <a:pt x="128135" y="78291"/>
                  </a:lnTo>
                  <a:lnTo>
                    <a:pt x="129801" y="69417"/>
                  </a:lnTo>
                  <a:lnTo>
                    <a:pt x="99808" y="69417"/>
                  </a:lnTo>
                  <a:cubicBezTo>
                    <a:pt x="107862" y="25879"/>
                    <a:pt x="118137" y="6189"/>
                    <a:pt x="133689" y="6189"/>
                  </a:cubicBezTo>
                  <a:cubicBezTo>
                    <a:pt x="137299" y="6189"/>
                    <a:pt x="139799" y="7576"/>
                    <a:pt x="139799" y="9517"/>
                  </a:cubicBezTo>
                  <a:cubicBezTo>
                    <a:pt x="139799" y="10349"/>
                    <a:pt x="139521" y="10904"/>
                    <a:pt x="138688" y="12290"/>
                  </a:cubicBezTo>
                  <a:cubicBezTo>
                    <a:pt x="137577" y="14786"/>
                    <a:pt x="137022" y="16173"/>
                    <a:pt x="137022" y="18114"/>
                  </a:cubicBezTo>
                  <a:cubicBezTo>
                    <a:pt x="137022" y="24769"/>
                    <a:pt x="141187" y="29206"/>
                    <a:pt x="147297" y="29206"/>
                  </a:cubicBezTo>
                  <a:cubicBezTo>
                    <a:pt x="153684" y="29206"/>
                    <a:pt x="158961" y="24215"/>
                    <a:pt x="158961" y="18114"/>
                  </a:cubicBezTo>
                  <a:cubicBezTo>
                    <a:pt x="158961" y="7853"/>
                    <a:pt x="148686" y="88"/>
                    <a:pt x="135078" y="88"/>
                  </a:cubicBezTo>
                  <a:cubicBezTo>
                    <a:pt x="121470" y="88"/>
                    <a:pt x="110639" y="6189"/>
                    <a:pt x="100641" y="19223"/>
                  </a:cubicBezTo>
                  <a:cubicBezTo>
                    <a:pt x="92310" y="30038"/>
                    <a:pt x="86756" y="42795"/>
                    <a:pt x="78424" y="69417"/>
                  </a:cubicBezTo>
                  <a:lnTo>
                    <a:pt x="52874" y="69417"/>
                  </a:lnTo>
                  <a:lnTo>
                    <a:pt x="50930" y="7829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6E596FD7-5452-7678-7CAA-9471F05782EF}"/>
                </a:ext>
              </a:extLst>
            </p:cNvPr>
            <p:cNvSpPr/>
            <p:nvPr>
              <p:custDataLst>
                <p:tags r:id="rId404"/>
              </p:custDataLst>
            </p:nvPr>
          </p:nvSpPr>
          <p:spPr>
            <a:xfrm>
              <a:off x="13159624" y="3271323"/>
              <a:ext cx="64429" cy="277316"/>
            </a:xfrm>
            <a:custGeom>
              <a:avLst/>
              <a:gdLst>
                <a:gd name="connsiteX0" fmla="*/ 64821 w 64429"/>
                <a:gd name="connsiteY0" fmla="*/ 274630 h 277316"/>
                <a:gd name="connsiteX1" fmla="*/ 60100 w 64429"/>
                <a:gd name="connsiteY1" fmla="*/ 268530 h 277316"/>
                <a:gd name="connsiteX2" fmla="*/ 16499 w 64429"/>
                <a:gd name="connsiteY2" fmla="*/ 138746 h 277316"/>
                <a:gd name="connsiteX3" fmla="*/ 61211 w 64429"/>
                <a:gd name="connsiteY3" fmla="*/ 7575 h 277316"/>
                <a:gd name="connsiteX4" fmla="*/ 64821 w 64429"/>
                <a:gd name="connsiteY4" fmla="*/ 2861 h 277316"/>
                <a:gd name="connsiteX5" fmla="*/ 62044 w 64429"/>
                <a:gd name="connsiteY5" fmla="*/ 88 h 277316"/>
                <a:gd name="connsiteX6" fmla="*/ 17887 w 64429"/>
                <a:gd name="connsiteY6" fmla="*/ 54164 h 277316"/>
                <a:gd name="connsiteX7" fmla="*/ 391 w 64429"/>
                <a:gd name="connsiteY7" fmla="*/ 138746 h 277316"/>
                <a:gd name="connsiteX8" fmla="*/ 18720 w 64429"/>
                <a:gd name="connsiteY8" fmla="*/ 225268 h 277316"/>
                <a:gd name="connsiteX9" fmla="*/ 62044 w 64429"/>
                <a:gd name="connsiteY9" fmla="*/ 277404 h 277316"/>
                <a:gd name="connsiteX10" fmla="*/ 64821 w 64429"/>
                <a:gd name="connsiteY10" fmla="*/ 274630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821" y="274630"/>
                  </a:moveTo>
                  <a:cubicBezTo>
                    <a:pt x="64821" y="273799"/>
                    <a:pt x="64821" y="273244"/>
                    <a:pt x="60100" y="268530"/>
                  </a:cubicBezTo>
                  <a:cubicBezTo>
                    <a:pt x="25386" y="233588"/>
                    <a:pt x="16499" y="181175"/>
                    <a:pt x="16499" y="138746"/>
                  </a:cubicBezTo>
                  <a:cubicBezTo>
                    <a:pt x="16499" y="90493"/>
                    <a:pt x="27052" y="42240"/>
                    <a:pt x="61211" y="7575"/>
                  </a:cubicBezTo>
                  <a:cubicBezTo>
                    <a:pt x="64821" y="4247"/>
                    <a:pt x="64821" y="3693"/>
                    <a:pt x="64821" y="2861"/>
                  </a:cubicBezTo>
                  <a:cubicBezTo>
                    <a:pt x="64821" y="919"/>
                    <a:pt x="63710" y="88"/>
                    <a:pt x="62044" y="88"/>
                  </a:cubicBezTo>
                  <a:cubicBezTo>
                    <a:pt x="59267" y="88"/>
                    <a:pt x="34272" y="18945"/>
                    <a:pt x="17887" y="54164"/>
                  </a:cubicBezTo>
                  <a:cubicBezTo>
                    <a:pt x="3724" y="84669"/>
                    <a:pt x="391" y="115451"/>
                    <a:pt x="391" y="138746"/>
                  </a:cubicBezTo>
                  <a:cubicBezTo>
                    <a:pt x="391" y="160376"/>
                    <a:pt x="3446" y="193931"/>
                    <a:pt x="18720" y="225268"/>
                  </a:cubicBezTo>
                  <a:cubicBezTo>
                    <a:pt x="35383" y="259378"/>
                    <a:pt x="59267" y="277404"/>
                    <a:pt x="62044" y="277404"/>
                  </a:cubicBezTo>
                  <a:cubicBezTo>
                    <a:pt x="63710" y="277404"/>
                    <a:pt x="64821" y="276572"/>
                    <a:pt x="64821" y="27463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FCE1C224-1A37-29C8-7F35-3701E8D4D7F0}"/>
                </a:ext>
              </a:extLst>
            </p:cNvPr>
            <p:cNvSpPr/>
            <p:nvPr>
              <p:custDataLst>
                <p:tags r:id="rId405"/>
              </p:custDataLst>
            </p:nvPr>
          </p:nvSpPr>
          <p:spPr>
            <a:xfrm>
              <a:off x="13232785" y="3357014"/>
              <a:ext cx="131636" cy="125346"/>
            </a:xfrm>
            <a:custGeom>
              <a:avLst/>
              <a:gdLst>
                <a:gd name="connsiteX0" fmla="*/ 119534 w 131636"/>
                <a:gd name="connsiteY0" fmla="*/ 91603 h 125346"/>
                <a:gd name="connsiteX1" fmla="*/ 113424 w 131636"/>
                <a:gd name="connsiteY1" fmla="*/ 99090 h 125346"/>
                <a:gd name="connsiteX2" fmla="*/ 100649 w 131636"/>
                <a:gd name="connsiteY2" fmla="*/ 110183 h 125346"/>
                <a:gd name="connsiteX3" fmla="*/ 92040 w 131636"/>
                <a:gd name="connsiteY3" fmla="*/ 98813 h 125346"/>
                <a:gd name="connsiteX4" fmla="*/ 90929 w 131636"/>
                <a:gd name="connsiteY4" fmla="*/ 94098 h 125346"/>
                <a:gd name="connsiteX5" fmla="*/ 80932 w 131636"/>
                <a:gd name="connsiteY5" fmla="*/ 49173 h 125346"/>
                <a:gd name="connsiteX6" fmla="*/ 108148 w 131636"/>
                <a:gd name="connsiteY6" fmla="*/ 15618 h 125346"/>
                <a:gd name="connsiteX7" fmla="*/ 114813 w 131636"/>
                <a:gd name="connsiteY7" fmla="*/ 17836 h 125346"/>
                <a:gd name="connsiteX8" fmla="*/ 122311 w 131636"/>
                <a:gd name="connsiteY8" fmla="*/ 20332 h 125346"/>
                <a:gd name="connsiteX9" fmla="*/ 132031 w 131636"/>
                <a:gd name="connsiteY9" fmla="*/ 10349 h 125346"/>
                <a:gd name="connsiteX10" fmla="*/ 120645 w 131636"/>
                <a:gd name="connsiteY10" fmla="*/ 88 h 125346"/>
                <a:gd name="connsiteX11" fmla="*/ 78710 w 131636"/>
                <a:gd name="connsiteY11" fmla="*/ 39744 h 125346"/>
                <a:gd name="connsiteX12" fmla="*/ 75655 w 131636"/>
                <a:gd name="connsiteY12" fmla="*/ 24492 h 125346"/>
                <a:gd name="connsiteX13" fmla="*/ 61214 w 131636"/>
                <a:gd name="connsiteY13" fmla="*/ 88 h 125346"/>
                <a:gd name="connsiteX14" fmla="*/ 28721 w 131636"/>
                <a:gd name="connsiteY14" fmla="*/ 8130 h 125346"/>
                <a:gd name="connsiteX15" fmla="*/ 25667 w 131636"/>
                <a:gd name="connsiteY15" fmla="*/ 9240 h 125346"/>
                <a:gd name="connsiteX16" fmla="*/ 26777 w 131636"/>
                <a:gd name="connsiteY16" fmla="*/ 13399 h 125346"/>
                <a:gd name="connsiteX17" fmla="*/ 42329 w 131636"/>
                <a:gd name="connsiteY17" fmla="*/ 10349 h 125346"/>
                <a:gd name="connsiteX18" fmla="*/ 54827 w 131636"/>
                <a:gd name="connsiteY18" fmla="*/ 29484 h 125346"/>
                <a:gd name="connsiteX19" fmla="*/ 62880 w 131636"/>
                <a:gd name="connsiteY19" fmla="*/ 63594 h 125346"/>
                <a:gd name="connsiteX20" fmla="*/ 40108 w 131636"/>
                <a:gd name="connsiteY20" fmla="*/ 96040 h 125346"/>
                <a:gd name="connsiteX21" fmla="*/ 25944 w 131636"/>
                <a:gd name="connsiteY21" fmla="*/ 109351 h 125346"/>
                <a:gd name="connsiteX22" fmla="*/ 18724 w 131636"/>
                <a:gd name="connsiteY22" fmla="*/ 106855 h 125346"/>
                <a:gd name="connsiteX23" fmla="*/ 9837 w 131636"/>
                <a:gd name="connsiteY23" fmla="*/ 104082 h 125346"/>
                <a:gd name="connsiteX24" fmla="*/ 395 w 131636"/>
                <a:gd name="connsiteY24" fmla="*/ 113788 h 125346"/>
                <a:gd name="connsiteX25" fmla="*/ 14280 w 131636"/>
                <a:gd name="connsiteY25" fmla="*/ 125435 h 125346"/>
                <a:gd name="connsiteX26" fmla="*/ 40108 w 131636"/>
                <a:gd name="connsiteY26" fmla="*/ 106023 h 125346"/>
                <a:gd name="connsiteX27" fmla="*/ 65102 w 131636"/>
                <a:gd name="connsiteY27" fmla="*/ 73577 h 125346"/>
                <a:gd name="connsiteX28" fmla="*/ 73433 w 131636"/>
                <a:gd name="connsiteY28" fmla="*/ 106855 h 125346"/>
                <a:gd name="connsiteX29" fmla="*/ 89541 w 131636"/>
                <a:gd name="connsiteY29" fmla="*/ 125435 h 125346"/>
                <a:gd name="connsiteX30" fmla="*/ 123422 w 131636"/>
                <a:gd name="connsiteY30" fmla="*/ 93821 h 125346"/>
                <a:gd name="connsiteX31" fmla="*/ 119534 w 131636"/>
                <a:gd name="connsiteY31" fmla="*/ 91603 h 12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636" h="125346">
                  <a:moveTo>
                    <a:pt x="119534" y="91603"/>
                  </a:moveTo>
                  <a:cubicBezTo>
                    <a:pt x="117312" y="94098"/>
                    <a:pt x="115923" y="95762"/>
                    <a:pt x="113424" y="99090"/>
                  </a:cubicBezTo>
                  <a:cubicBezTo>
                    <a:pt x="107037" y="107410"/>
                    <a:pt x="103704" y="110183"/>
                    <a:pt x="100649" y="110183"/>
                  </a:cubicBezTo>
                  <a:cubicBezTo>
                    <a:pt x="96484" y="110183"/>
                    <a:pt x="93984" y="106578"/>
                    <a:pt x="92040" y="98813"/>
                  </a:cubicBezTo>
                  <a:cubicBezTo>
                    <a:pt x="91485" y="96594"/>
                    <a:pt x="91207" y="94930"/>
                    <a:pt x="90929" y="94098"/>
                  </a:cubicBezTo>
                  <a:cubicBezTo>
                    <a:pt x="83986" y="66089"/>
                    <a:pt x="80932" y="53333"/>
                    <a:pt x="80932" y="49173"/>
                  </a:cubicBezTo>
                  <a:cubicBezTo>
                    <a:pt x="93151" y="27820"/>
                    <a:pt x="103149" y="15618"/>
                    <a:pt x="108148" y="15618"/>
                  </a:cubicBezTo>
                  <a:cubicBezTo>
                    <a:pt x="109814" y="15618"/>
                    <a:pt x="112036" y="16450"/>
                    <a:pt x="114813" y="17836"/>
                  </a:cubicBezTo>
                  <a:cubicBezTo>
                    <a:pt x="118145" y="19778"/>
                    <a:pt x="120089" y="20332"/>
                    <a:pt x="122311" y="20332"/>
                  </a:cubicBezTo>
                  <a:cubicBezTo>
                    <a:pt x="128143" y="20332"/>
                    <a:pt x="132031" y="16172"/>
                    <a:pt x="132031" y="10349"/>
                  </a:cubicBezTo>
                  <a:cubicBezTo>
                    <a:pt x="132031" y="4525"/>
                    <a:pt x="127310" y="88"/>
                    <a:pt x="120645" y="88"/>
                  </a:cubicBezTo>
                  <a:cubicBezTo>
                    <a:pt x="108425" y="88"/>
                    <a:pt x="97872" y="10072"/>
                    <a:pt x="78710" y="39744"/>
                  </a:cubicBezTo>
                  <a:lnTo>
                    <a:pt x="75655" y="24492"/>
                  </a:lnTo>
                  <a:cubicBezTo>
                    <a:pt x="71767" y="5634"/>
                    <a:pt x="68712" y="88"/>
                    <a:pt x="61214" y="88"/>
                  </a:cubicBezTo>
                  <a:cubicBezTo>
                    <a:pt x="55104" y="88"/>
                    <a:pt x="45662" y="2584"/>
                    <a:pt x="28721" y="8130"/>
                  </a:cubicBezTo>
                  <a:lnTo>
                    <a:pt x="25667" y="9240"/>
                  </a:lnTo>
                  <a:lnTo>
                    <a:pt x="26777" y="13399"/>
                  </a:lnTo>
                  <a:cubicBezTo>
                    <a:pt x="37331" y="10903"/>
                    <a:pt x="39830" y="10349"/>
                    <a:pt x="42329" y="10349"/>
                  </a:cubicBezTo>
                  <a:cubicBezTo>
                    <a:pt x="49272" y="10349"/>
                    <a:pt x="50939" y="12845"/>
                    <a:pt x="54827" y="29484"/>
                  </a:cubicBezTo>
                  <a:lnTo>
                    <a:pt x="62880" y="63594"/>
                  </a:lnTo>
                  <a:lnTo>
                    <a:pt x="40108" y="96040"/>
                  </a:lnTo>
                  <a:cubicBezTo>
                    <a:pt x="34553" y="104359"/>
                    <a:pt x="28999" y="109351"/>
                    <a:pt x="25944" y="109351"/>
                  </a:cubicBezTo>
                  <a:cubicBezTo>
                    <a:pt x="24278" y="109351"/>
                    <a:pt x="21501" y="108519"/>
                    <a:pt x="18724" y="106855"/>
                  </a:cubicBezTo>
                  <a:cubicBezTo>
                    <a:pt x="15113" y="104914"/>
                    <a:pt x="12059" y="104082"/>
                    <a:pt x="9837" y="104082"/>
                  </a:cubicBezTo>
                  <a:cubicBezTo>
                    <a:pt x="4560" y="104082"/>
                    <a:pt x="395" y="108242"/>
                    <a:pt x="395" y="113788"/>
                  </a:cubicBezTo>
                  <a:cubicBezTo>
                    <a:pt x="395" y="120998"/>
                    <a:pt x="5949" y="125435"/>
                    <a:pt x="14280" y="125435"/>
                  </a:cubicBezTo>
                  <a:cubicBezTo>
                    <a:pt x="22889" y="125435"/>
                    <a:pt x="26222" y="122939"/>
                    <a:pt x="40108" y="106023"/>
                  </a:cubicBezTo>
                  <a:cubicBezTo>
                    <a:pt x="47606" y="97149"/>
                    <a:pt x="53438" y="89661"/>
                    <a:pt x="65102" y="73577"/>
                  </a:cubicBezTo>
                  <a:lnTo>
                    <a:pt x="73433" y="106855"/>
                  </a:lnTo>
                  <a:cubicBezTo>
                    <a:pt x="77044" y="120998"/>
                    <a:pt x="80654" y="125435"/>
                    <a:pt x="89541" y="125435"/>
                  </a:cubicBezTo>
                  <a:cubicBezTo>
                    <a:pt x="100094" y="125435"/>
                    <a:pt x="107314" y="118780"/>
                    <a:pt x="123422" y="93821"/>
                  </a:cubicBezTo>
                  <a:lnTo>
                    <a:pt x="119534" y="9160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91B823AE-D122-53D4-E1C1-173DABDC31CA}"/>
                </a:ext>
              </a:extLst>
            </p:cNvPr>
            <p:cNvSpPr/>
            <p:nvPr>
              <p:custDataLst>
                <p:tags r:id="rId406"/>
              </p:custDataLst>
            </p:nvPr>
          </p:nvSpPr>
          <p:spPr>
            <a:xfrm>
              <a:off x="13370215" y="3382635"/>
              <a:ext cx="91450" cy="138724"/>
            </a:xfrm>
            <a:custGeom>
              <a:avLst/>
              <a:gdLst>
                <a:gd name="connsiteX0" fmla="*/ 91849 w 91450"/>
                <a:gd name="connsiteY0" fmla="*/ 110701 h 138724"/>
                <a:gd name="connsiteX1" fmla="*/ 89178 w 91450"/>
                <a:gd name="connsiteY1" fmla="*/ 109675 h 138724"/>
                <a:gd name="connsiteX2" fmla="*/ 69655 w 91450"/>
                <a:gd name="connsiteY2" fmla="*/ 123219 h 138724"/>
                <a:gd name="connsiteX3" fmla="*/ 20538 w 91450"/>
                <a:gd name="connsiteY3" fmla="*/ 123219 h 138724"/>
                <a:gd name="connsiteX4" fmla="*/ 55063 w 91450"/>
                <a:gd name="connsiteY4" fmla="*/ 87101 h 138724"/>
                <a:gd name="connsiteX5" fmla="*/ 81368 w 91450"/>
                <a:gd name="connsiteY5" fmla="*/ 36413 h 138724"/>
                <a:gd name="connsiteX6" fmla="*/ 43350 w 91450"/>
                <a:gd name="connsiteY6" fmla="*/ 91 h 138724"/>
                <a:gd name="connsiteX7" fmla="*/ 13756 w 91450"/>
                <a:gd name="connsiteY7" fmla="*/ 12814 h 138724"/>
                <a:gd name="connsiteX8" fmla="*/ 604 w 91450"/>
                <a:gd name="connsiteY8" fmla="*/ 40928 h 138724"/>
                <a:gd name="connsiteX9" fmla="*/ 4920 w 91450"/>
                <a:gd name="connsiteY9" fmla="*/ 41954 h 138724"/>
                <a:gd name="connsiteX10" fmla="*/ 34718 w 91450"/>
                <a:gd name="connsiteY10" fmla="*/ 15276 h 138724"/>
                <a:gd name="connsiteX11" fmla="*/ 63695 w 91450"/>
                <a:gd name="connsiteY11" fmla="*/ 44211 h 138724"/>
                <a:gd name="connsiteX12" fmla="*/ 36979 w 91450"/>
                <a:gd name="connsiteY12" fmla="*/ 97567 h 138724"/>
                <a:gd name="connsiteX13" fmla="*/ 398 w 91450"/>
                <a:gd name="connsiteY13" fmla="*/ 136352 h 138724"/>
                <a:gd name="connsiteX14" fmla="*/ 398 w 91450"/>
                <a:gd name="connsiteY14" fmla="*/ 138815 h 138724"/>
                <a:gd name="connsiteX15" fmla="*/ 80546 w 91450"/>
                <a:gd name="connsiteY15" fmla="*/ 138815 h 138724"/>
                <a:gd name="connsiteX16" fmla="*/ 91849 w 91450"/>
                <a:gd name="connsiteY16" fmla="*/ 110701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450" h="138724">
                  <a:moveTo>
                    <a:pt x="91849" y="110701"/>
                  </a:moveTo>
                  <a:lnTo>
                    <a:pt x="89178" y="109675"/>
                  </a:lnTo>
                  <a:cubicBezTo>
                    <a:pt x="81574" y="121372"/>
                    <a:pt x="78902" y="123219"/>
                    <a:pt x="69655" y="123219"/>
                  </a:cubicBezTo>
                  <a:lnTo>
                    <a:pt x="20538" y="123219"/>
                  </a:lnTo>
                  <a:lnTo>
                    <a:pt x="55063" y="87101"/>
                  </a:lnTo>
                  <a:cubicBezTo>
                    <a:pt x="73354" y="68016"/>
                    <a:pt x="81368" y="52420"/>
                    <a:pt x="81368" y="36413"/>
                  </a:cubicBezTo>
                  <a:cubicBezTo>
                    <a:pt x="81368" y="15892"/>
                    <a:pt x="64722" y="91"/>
                    <a:pt x="43350" y="91"/>
                  </a:cubicBezTo>
                  <a:cubicBezTo>
                    <a:pt x="32047" y="91"/>
                    <a:pt x="21360" y="4605"/>
                    <a:pt x="13756" y="12814"/>
                  </a:cubicBezTo>
                  <a:cubicBezTo>
                    <a:pt x="7180" y="19791"/>
                    <a:pt x="4098" y="26358"/>
                    <a:pt x="604" y="40928"/>
                  </a:cubicBezTo>
                  <a:lnTo>
                    <a:pt x="4920" y="41954"/>
                  </a:lnTo>
                  <a:cubicBezTo>
                    <a:pt x="13140" y="21843"/>
                    <a:pt x="20538" y="15276"/>
                    <a:pt x="34718" y="15276"/>
                  </a:cubicBezTo>
                  <a:cubicBezTo>
                    <a:pt x="51981" y="15276"/>
                    <a:pt x="63695" y="26974"/>
                    <a:pt x="63695" y="44211"/>
                  </a:cubicBezTo>
                  <a:cubicBezTo>
                    <a:pt x="63695" y="60218"/>
                    <a:pt x="54241" y="79303"/>
                    <a:pt x="36979" y="97567"/>
                  </a:cubicBezTo>
                  <a:lnTo>
                    <a:pt x="398" y="136352"/>
                  </a:lnTo>
                  <a:lnTo>
                    <a:pt x="398" y="138815"/>
                  </a:lnTo>
                  <a:lnTo>
                    <a:pt x="80546" y="138815"/>
                  </a:lnTo>
                  <a:lnTo>
                    <a:pt x="91849" y="11070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CE14CD3-4F0F-9786-5EEF-66CDDB2644C7}"/>
                </a:ext>
              </a:extLst>
            </p:cNvPr>
            <p:cNvSpPr/>
            <p:nvPr>
              <p:custDataLst>
                <p:tags r:id="rId407"/>
              </p:custDataLst>
            </p:nvPr>
          </p:nvSpPr>
          <p:spPr>
            <a:xfrm>
              <a:off x="13496956" y="3271323"/>
              <a:ext cx="64429" cy="277316"/>
            </a:xfrm>
            <a:custGeom>
              <a:avLst/>
              <a:gdLst>
                <a:gd name="connsiteX0" fmla="*/ 64833 w 64429"/>
                <a:gd name="connsiteY0" fmla="*/ 138746 h 277316"/>
                <a:gd name="connsiteX1" fmla="*/ 46504 w 64429"/>
                <a:gd name="connsiteY1" fmla="*/ 52223 h 277316"/>
                <a:gd name="connsiteX2" fmla="*/ 3181 w 64429"/>
                <a:gd name="connsiteY2" fmla="*/ 88 h 277316"/>
                <a:gd name="connsiteX3" fmla="*/ 404 w 64429"/>
                <a:gd name="connsiteY3" fmla="*/ 2861 h 277316"/>
                <a:gd name="connsiteX4" fmla="*/ 5680 w 64429"/>
                <a:gd name="connsiteY4" fmla="*/ 9239 h 277316"/>
                <a:gd name="connsiteX5" fmla="*/ 48726 w 64429"/>
                <a:gd name="connsiteY5" fmla="*/ 138746 h 277316"/>
                <a:gd name="connsiteX6" fmla="*/ 4014 w 64429"/>
                <a:gd name="connsiteY6" fmla="*/ 269916 h 277316"/>
                <a:gd name="connsiteX7" fmla="*/ 404 w 64429"/>
                <a:gd name="connsiteY7" fmla="*/ 274630 h 277316"/>
                <a:gd name="connsiteX8" fmla="*/ 3181 w 64429"/>
                <a:gd name="connsiteY8" fmla="*/ 277404 h 277316"/>
                <a:gd name="connsiteX9" fmla="*/ 47337 w 64429"/>
                <a:gd name="connsiteY9" fmla="*/ 223327 h 277316"/>
                <a:gd name="connsiteX10" fmla="*/ 64833 w 64429"/>
                <a:gd name="connsiteY10" fmla="*/ 138746 h 277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429" h="277316">
                  <a:moveTo>
                    <a:pt x="64833" y="138746"/>
                  </a:moveTo>
                  <a:cubicBezTo>
                    <a:pt x="64833" y="117115"/>
                    <a:pt x="61778" y="83560"/>
                    <a:pt x="46504" y="52223"/>
                  </a:cubicBezTo>
                  <a:cubicBezTo>
                    <a:pt x="29841" y="18113"/>
                    <a:pt x="5958" y="88"/>
                    <a:pt x="3181" y="88"/>
                  </a:cubicBezTo>
                  <a:cubicBezTo>
                    <a:pt x="1515" y="88"/>
                    <a:pt x="404" y="1197"/>
                    <a:pt x="404" y="2861"/>
                  </a:cubicBezTo>
                  <a:cubicBezTo>
                    <a:pt x="404" y="3693"/>
                    <a:pt x="404" y="4247"/>
                    <a:pt x="5680" y="9239"/>
                  </a:cubicBezTo>
                  <a:cubicBezTo>
                    <a:pt x="32896" y="36693"/>
                    <a:pt x="48726" y="80787"/>
                    <a:pt x="48726" y="138746"/>
                  </a:cubicBezTo>
                  <a:cubicBezTo>
                    <a:pt x="48726" y="186167"/>
                    <a:pt x="38450" y="234974"/>
                    <a:pt x="4014" y="269916"/>
                  </a:cubicBezTo>
                  <a:cubicBezTo>
                    <a:pt x="404" y="273244"/>
                    <a:pt x="404" y="273799"/>
                    <a:pt x="404" y="274630"/>
                  </a:cubicBezTo>
                  <a:cubicBezTo>
                    <a:pt x="404" y="276294"/>
                    <a:pt x="1515" y="277404"/>
                    <a:pt x="3181" y="277404"/>
                  </a:cubicBezTo>
                  <a:cubicBezTo>
                    <a:pt x="5958" y="277404"/>
                    <a:pt x="30952" y="258546"/>
                    <a:pt x="47337" y="223327"/>
                  </a:cubicBezTo>
                  <a:cubicBezTo>
                    <a:pt x="61501" y="192822"/>
                    <a:pt x="64833" y="162040"/>
                    <a:pt x="64833" y="13874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E6A7856B-6EF0-B125-378D-423994DE32AF}"/>
                </a:ext>
              </a:extLst>
            </p:cNvPr>
            <p:cNvSpPr/>
            <p:nvPr>
              <p:custDataLst>
                <p:tags r:id="rId408"/>
              </p:custDataLst>
            </p:nvPr>
          </p:nvSpPr>
          <p:spPr>
            <a:xfrm>
              <a:off x="13593168" y="3075595"/>
              <a:ext cx="73038" cy="665281"/>
            </a:xfrm>
            <a:custGeom>
              <a:avLst/>
              <a:gdLst>
                <a:gd name="connsiteX0" fmla="*/ 58172 w 73038"/>
                <a:gd name="connsiteY0" fmla="*/ 650103 h 665281"/>
                <a:gd name="connsiteX1" fmla="*/ 407 w 73038"/>
                <a:gd name="connsiteY1" fmla="*/ 650103 h 665281"/>
                <a:gd name="connsiteX2" fmla="*/ 407 w 73038"/>
                <a:gd name="connsiteY2" fmla="*/ 665356 h 665281"/>
                <a:gd name="connsiteX3" fmla="*/ 73446 w 73038"/>
                <a:gd name="connsiteY3" fmla="*/ 665356 h 665281"/>
                <a:gd name="connsiteX4" fmla="*/ 73446 w 73038"/>
                <a:gd name="connsiteY4" fmla="*/ 74 h 665281"/>
                <a:gd name="connsiteX5" fmla="*/ 407 w 73038"/>
                <a:gd name="connsiteY5" fmla="*/ 74 h 665281"/>
                <a:gd name="connsiteX6" fmla="*/ 407 w 73038"/>
                <a:gd name="connsiteY6" fmla="*/ 15327 h 665281"/>
                <a:gd name="connsiteX7" fmla="*/ 58172 w 73038"/>
                <a:gd name="connsiteY7" fmla="*/ 15327 h 665281"/>
                <a:gd name="connsiteX8" fmla="*/ 58172 w 73038"/>
                <a:gd name="connsiteY8" fmla="*/ 650103 h 66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38" h="665281">
                  <a:moveTo>
                    <a:pt x="58172" y="650103"/>
                  </a:moveTo>
                  <a:lnTo>
                    <a:pt x="407" y="650103"/>
                  </a:lnTo>
                  <a:lnTo>
                    <a:pt x="407" y="665356"/>
                  </a:lnTo>
                  <a:lnTo>
                    <a:pt x="73446" y="665356"/>
                  </a:lnTo>
                  <a:lnTo>
                    <a:pt x="73446" y="74"/>
                  </a:lnTo>
                  <a:lnTo>
                    <a:pt x="407" y="74"/>
                  </a:lnTo>
                  <a:lnTo>
                    <a:pt x="407" y="15327"/>
                  </a:lnTo>
                  <a:lnTo>
                    <a:pt x="58172" y="15327"/>
                  </a:lnTo>
                  <a:lnTo>
                    <a:pt x="58172" y="65010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646" name="Group 64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{x_{0}}}^{{x_{2}}}&#10;\left[&#10;\frac{(x-x_{1})(x-x_{2})}{(x_{0}-x_{1})(x_{0}-x_{2})}f(x_{0})+&#10;%&#10;\frac{(x-x_{0})(x-x_{2})}{(x_{1}-x_{0})(x_{1}-x_{2})}f(x_{1})+&#10;%&#10;\frac{(x-x_{0})(x-x_{1})}{(x_{2}-x_{0})(x_{2}-x_{1})}f(x_{2})&#10;\right] \, dx&#10;\end{align*}&#10;}&#10;\end{document}" title="IguanaTex Shape Display">
            <a:extLst>
              <a:ext uri="{FF2B5EF4-FFF2-40B4-BE49-F238E27FC236}">
                <a16:creationId xmlns:a16="http://schemas.microsoft.com/office/drawing/2014/main" id="{8B08CD3C-9B5C-805F-5A6E-B351B0AEDD3A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111664" y="3726030"/>
            <a:ext cx="9684434" cy="635580"/>
            <a:chOff x="3714373" y="5250341"/>
            <a:chExt cx="9684434" cy="635580"/>
          </a:xfrm>
        </p:grpSpPr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2AAC41BB-B16E-3C8C-EE85-91400C0ED675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3714373" y="5462850"/>
              <a:ext cx="103766" cy="172856"/>
            </a:xfrm>
            <a:custGeom>
              <a:avLst/>
              <a:gdLst>
                <a:gd name="connsiteX0" fmla="*/ 62 w 103766"/>
                <a:gd name="connsiteY0" fmla="*/ 172943 h 172856"/>
                <a:gd name="connsiteX1" fmla="*/ 64652 w 103766"/>
                <a:gd name="connsiteY1" fmla="*/ 172943 h 172856"/>
                <a:gd name="connsiteX2" fmla="*/ 64652 w 103766"/>
                <a:gd name="connsiteY2" fmla="*/ 168708 h 172856"/>
                <a:gd name="connsiteX3" fmla="*/ 46651 w 103766"/>
                <a:gd name="connsiteY3" fmla="*/ 157855 h 172856"/>
                <a:gd name="connsiteX4" fmla="*/ 49563 w 103766"/>
                <a:gd name="connsiteY4" fmla="*/ 141178 h 172856"/>
                <a:gd name="connsiteX5" fmla="*/ 82123 w 103766"/>
                <a:gd name="connsiteY5" fmla="*/ 23911 h 172856"/>
                <a:gd name="connsiteX6" fmla="*/ 103829 w 103766"/>
                <a:gd name="connsiteY6" fmla="*/ 4323 h 172856"/>
                <a:gd name="connsiteX7" fmla="*/ 103829 w 103766"/>
                <a:gd name="connsiteY7" fmla="*/ 87 h 172856"/>
                <a:gd name="connsiteX8" fmla="*/ 38445 w 103766"/>
                <a:gd name="connsiteY8" fmla="*/ 87 h 172856"/>
                <a:gd name="connsiteX9" fmla="*/ 38445 w 103766"/>
                <a:gd name="connsiteY9" fmla="*/ 4323 h 172856"/>
                <a:gd name="connsiteX10" fmla="*/ 56975 w 103766"/>
                <a:gd name="connsiteY10" fmla="*/ 15705 h 172856"/>
                <a:gd name="connsiteX11" fmla="*/ 54063 w 103766"/>
                <a:gd name="connsiteY11" fmla="*/ 32117 h 172856"/>
                <a:gd name="connsiteX12" fmla="*/ 21504 w 103766"/>
                <a:gd name="connsiteY12" fmla="*/ 149120 h 172856"/>
                <a:gd name="connsiteX13" fmla="*/ 62 w 103766"/>
                <a:gd name="connsiteY13" fmla="*/ 168708 h 172856"/>
                <a:gd name="connsiteX14" fmla="*/ 62 w 103766"/>
                <a:gd name="connsiteY14" fmla="*/ 172943 h 17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766" h="172856">
                  <a:moveTo>
                    <a:pt x="62" y="172943"/>
                  </a:moveTo>
                  <a:lnTo>
                    <a:pt x="64652" y="172943"/>
                  </a:lnTo>
                  <a:lnTo>
                    <a:pt x="64652" y="168708"/>
                  </a:lnTo>
                  <a:cubicBezTo>
                    <a:pt x="49563" y="166855"/>
                    <a:pt x="46651" y="165267"/>
                    <a:pt x="46651" y="157855"/>
                  </a:cubicBezTo>
                  <a:cubicBezTo>
                    <a:pt x="46651" y="152825"/>
                    <a:pt x="47181" y="149649"/>
                    <a:pt x="49563" y="141178"/>
                  </a:cubicBezTo>
                  <a:lnTo>
                    <a:pt x="82123" y="23911"/>
                  </a:lnTo>
                  <a:cubicBezTo>
                    <a:pt x="86887" y="8558"/>
                    <a:pt x="88740" y="6970"/>
                    <a:pt x="103829" y="4323"/>
                  </a:cubicBezTo>
                  <a:lnTo>
                    <a:pt x="103829" y="87"/>
                  </a:lnTo>
                  <a:lnTo>
                    <a:pt x="38445" y="87"/>
                  </a:lnTo>
                  <a:lnTo>
                    <a:pt x="38445" y="4323"/>
                  </a:lnTo>
                  <a:cubicBezTo>
                    <a:pt x="53799" y="6176"/>
                    <a:pt x="56975" y="8293"/>
                    <a:pt x="56975" y="15705"/>
                  </a:cubicBezTo>
                  <a:cubicBezTo>
                    <a:pt x="56975" y="19411"/>
                    <a:pt x="55916" y="25500"/>
                    <a:pt x="54063" y="32117"/>
                  </a:cubicBezTo>
                  <a:lnTo>
                    <a:pt x="21504" y="149120"/>
                  </a:lnTo>
                  <a:cubicBezTo>
                    <a:pt x="16739" y="164473"/>
                    <a:pt x="14886" y="166061"/>
                    <a:pt x="62" y="168708"/>
                  </a:cubicBezTo>
                  <a:lnTo>
                    <a:pt x="62" y="17294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80C29309-091D-BEF4-DBE2-48F0747047AA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3892385" y="5538557"/>
              <a:ext cx="176032" cy="61942"/>
            </a:xfrm>
            <a:custGeom>
              <a:avLst/>
              <a:gdLst>
                <a:gd name="connsiteX0" fmla="*/ 167102 w 176032"/>
                <a:gd name="connsiteY0" fmla="*/ 10676 h 61942"/>
                <a:gd name="connsiteX1" fmla="*/ 176102 w 176032"/>
                <a:gd name="connsiteY1" fmla="*/ 5381 h 61942"/>
                <a:gd name="connsiteX2" fmla="*/ 167367 w 176032"/>
                <a:gd name="connsiteY2" fmla="*/ 87 h 61942"/>
                <a:gd name="connsiteX3" fmla="*/ 8805 w 176032"/>
                <a:gd name="connsiteY3" fmla="*/ 87 h 61942"/>
                <a:gd name="connsiteX4" fmla="*/ 69 w 176032"/>
                <a:gd name="connsiteY4" fmla="*/ 5381 h 61942"/>
                <a:gd name="connsiteX5" fmla="*/ 9070 w 176032"/>
                <a:gd name="connsiteY5" fmla="*/ 10676 h 61942"/>
                <a:gd name="connsiteX6" fmla="*/ 167102 w 176032"/>
                <a:gd name="connsiteY6" fmla="*/ 10676 h 61942"/>
                <a:gd name="connsiteX7" fmla="*/ 167367 w 176032"/>
                <a:gd name="connsiteY7" fmla="*/ 62030 h 61942"/>
                <a:gd name="connsiteX8" fmla="*/ 176102 w 176032"/>
                <a:gd name="connsiteY8" fmla="*/ 56735 h 61942"/>
                <a:gd name="connsiteX9" fmla="*/ 167102 w 176032"/>
                <a:gd name="connsiteY9" fmla="*/ 51441 h 61942"/>
                <a:gd name="connsiteX10" fmla="*/ 9070 w 176032"/>
                <a:gd name="connsiteY10" fmla="*/ 51441 h 61942"/>
                <a:gd name="connsiteX11" fmla="*/ 69 w 176032"/>
                <a:gd name="connsiteY11" fmla="*/ 56735 h 61942"/>
                <a:gd name="connsiteX12" fmla="*/ 8805 w 176032"/>
                <a:gd name="connsiteY12" fmla="*/ 62030 h 61942"/>
                <a:gd name="connsiteX13" fmla="*/ 167367 w 176032"/>
                <a:gd name="connsiteY13" fmla="*/ 62030 h 6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6032" h="61942">
                  <a:moveTo>
                    <a:pt x="167102" y="10676"/>
                  </a:moveTo>
                  <a:cubicBezTo>
                    <a:pt x="171073" y="10676"/>
                    <a:pt x="176102" y="10676"/>
                    <a:pt x="176102" y="5381"/>
                  </a:cubicBezTo>
                  <a:cubicBezTo>
                    <a:pt x="176102" y="87"/>
                    <a:pt x="171073" y="87"/>
                    <a:pt x="167367" y="87"/>
                  </a:cubicBezTo>
                  <a:lnTo>
                    <a:pt x="8805" y="87"/>
                  </a:lnTo>
                  <a:cubicBezTo>
                    <a:pt x="5099" y="87"/>
                    <a:pt x="69" y="87"/>
                    <a:pt x="69" y="5381"/>
                  </a:cubicBezTo>
                  <a:cubicBezTo>
                    <a:pt x="69" y="10676"/>
                    <a:pt x="5099" y="10676"/>
                    <a:pt x="9070" y="10676"/>
                  </a:cubicBezTo>
                  <a:lnTo>
                    <a:pt x="167102" y="10676"/>
                  </a:lnTo>
                  <a:close/>
                  <a:moveTo>
                    <a:pt x="167367" y="62030"/>
                  </a:moveTo>
                  <a:cubicBezTo>
                    <a:pt x="171073" y="62030"/>
                    <a:pt x="176102" y="62030"/>
                    <a:pt x="176102" y="56735"/>
                  </a:cubicBezTo>
                  <a:cubicBezTo>
                    <a:pt x="176102" y="51441"/>
                    <a:pt x="171073" y="51441"/>
                    <a:pt x="167102" y="51441"/>
                  </a:cubicBezTo>
                  <a:lnTo>
                    <a:pt x="9070" y="51441"/>
                  </a:lnTo>
                  <a:cubicBezTo>
                    <a:pt x="5099" y="51441"/>
                    <a:pt x="69" y="51441"/>
                    <a:pt x="69" y="56735"/>
                  </a:cubicBezTo>
                  <a:cubicBezTo>
                    <a:pt x="69" y="62030"/>
                    <a:pt x="5099" y="62030"/>
                    <a:pt x="8805" y="62030"/>
                  </a:cubicBezTo>
                  <a:lnTo>
                    <a:pt x="167367" y="6203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C62E6E2E-52EC-9EF2-81F4-5BA0AC3288CF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4156395" y="5303710"/>
              <a:ext cx="211318" cy="529368"/>
            </a:xfrm>
            <a:custGeom>
              <a:avLst/>
              <a:gdLst>
                <a:gd name="connsiteX0" fmla="*/ 11513 w 211318"/>
                <a:gd name="connsiteY0" fmla="*/ 518723 h 529368"/>
                <a:gd name="connsiteX1" fmla="*/ 23187 w 211318"/>
                <a:gd name="connsiteY1" fmla="*/ 507049 h 529368"/>
                <a:gd name="connsiteX2" fmla="*/ 11751 w 211318"/>
                <a:gd name="connsiteY2" fmla="*/ 495375 h 529368"/>
                <a:gd name="connsiteX3" fmla="*/ 77 w 211318"/>
                <a:gd name="connsiteY3" fmla="*/ 507287 h 529368"/>
                <a:gd name="connsiteX4" fmla="*/ 26522 w 211318"/>
                <a:gd name="connsiteY4" fmla="*/ 529444 h 529368"/>
                <a:gd name="connsiteX5" fmla="*/ 93229 w 211318"/>
                <a:gd name="connsiteY5" fmla="*/ 404606 h 529368"/>
                <a:gd name="connsiteX6" fmla="*/ 139924 w 211318"/>
                <a:gd name="connsiteY6" fmla="*/ 176849 h 529368"/>
                <a:gd name="connsiteX7" fmla="*/ 165654 w 211318"/>
                <a:gd name="connsiteY7" fmla="*/ 47723 h 529368"/>
                <a:gd name="connsiteX8" fmla="*/ 185904 w 211318"/>
                <a:gd name="connsiteY8" fmla="*/ 5316 h 529368"/>
                <a:gd name="connsiteX9" fmla="*/ 200199 w 211318"/>
                <a:gd name="connsiteY9" fmla="*/ 10795 h 529368"/>
                <a:gd name="connsiteX10" fmla="*/ 188287 w 211318"/>
                <a:gd name="connsiteY10" fmla="*/ 22469 h 529368"/>
                <a:gd name="connsiteX11" fmla="*/ 199722 w 211318"/>
                <a:gd name="connsiteY11" fmla="*/ 34143 h 529368"/>
                <a:gd name="connsiteX12" fmla="*/ 211396 w 211318"/>
                <a:gd name="connsiteY12" fmla="*/ 22231 h 529368"/>
                <a:gd name="connsiteX13" fmla="*/ 185428 w 211318"/>
                <a:gd name="connsiteY13" fmla="*/ 75 h 529368"/>
                <a:gd name="connsiteX14" fmla="*/ 140877 w 211318"/>
                <a:gd name="connsiteY14" fmla="*/ 74644 h 529368"/>
                <a:gd name="connsiteX15" fmla="*/ 81555 w 211318"/>
                <a:gd name="connsiteY15" fmla="*/ 352670 h 529368"/>
                <a:gd name="connsiteX16" fmla="*/ 60590 w 211318"/>
                <a:gd name="connsiteY16" fmla="*/ 462022 h 529368"/>
                <a:gd name="connsiteX17" fmla="*/ 26045 w 211318"/>
                <a:gd name="connsiteY17" fmla="*/ 524202 h 529368"/>
                <a:gd name="connsiteX18" fmla="*/ 11513 w 211318"/>
                <a:gd name="connsiteY18" fmla="*/ 518723 h 529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1318" h="529368">
                  <a:moveTo>
                    <a:pt x="11513" y="518723"/>
                  </a:moveTo>
                  <a:cubicBezTo>
                    <a:pt x="19136" y="518246"/>
                    <a:pt x="23187" y="513005"/>
                    <a:pt x="23187" y="507049"/>
                  </a:cubicBezTo>
                  <a:cubicBezTo>
                    <a:pt x="23187" y="499187"/>
                    <a:pt x="17231" y="495375"/>
                    <a:pt x="11751" y="495375"/>
                  </a:cubicBezTo>
                  <a:cubicBezTo>
                    <a:pt x="6033" y="495375"/>
                    <a:pt x="77" y="498949"/>
                    <a:pt x="77" y="507287"/>
                  </a:cubicBezTo>
                  <a:cubicBezTo>
                    <a:pt x="77" y="519437"/>
                    <a:pt x="11989" y="529444"/>
                    <a:pt x="26522" y="529444"/>
                  </a:cubicBezTo>
                  <a:cubicBezTo>
                    <a:pt x="62734" y="529444"/>
                    <a:pt x="76314" y="473695"/>
                    <a:pt x="93229" y="404606"/>
                  </a:cubicBezTo>
                  <a:cubicBezTo>
                    <a:pt x="111574" y="329322"/>
                    <a:pt x="127059" y="253324"/>
                    <a:pt x="139924" y="176849"/>
                  </a:cubicBezTo>
                  <a:cubicBezTo>
                    <a:pt x="148739" y="126103"/>
                    <a:pt x="157554" y="78456"/>
                    <a:pt x="165654" y="47723"/>
                  </a:cubicBezTo>
                  <a:cubicBezTo>
                    <a:pt x="168513" y="36049"/>
                    <a:pt x="176613" y="5316"/>
                    <a:pt x="185904" y="5316"/>
                  </a:cubicBezTo>
                  <a:cubicBezTo>
                    <a:pt x="193290" y="5316"/>
                    <a:pt x="199246" y="9842"/>
                    <a:pt x="200199" y="10795"/>
                  </a:cubicBezTo>
                  <a:cubicBezTo>
                    <a:pt x="192337" y="11272"/>
                    <a:pt x="188287" y="16513"/>
                    <a:pt x="188287" y="22469"/>
                  </a:cubicBezTo>
                  <a:cubicBezTo>
                    <a:pt x="188287" y="30331"/>
                    <a:pt x="194243" y="34143"/>
                    <a:pt x="199722" y="34143"/>
                  </a:cubicBezTo>
                  <a:cubicBezTo>
                    <a:pt x="205440" y="34143"/>
                    <a:pt x="211396" y="30569"/>
                    <a:pt x="211396" y="22231"/>
                  </a:cubicBezTo>
                  <a:cubicBezTo>
                    <a:pt x="211396" y="9366"/>
                    <a:pt x="198531" y="75"/>
                    <a:pt x="185428" y="75"/>
                  </a:cubicBezTo>
                  <a:cubicBezTo>
                    <a:pt x="167322" y="75"/>
                    <a:pt x="153980" y="26043"/>
                    <a:pt x="140877" y="74644"/>
                  </a:cubicBezTo>
                  <a:cubicBezTo>
                    <a:pt x="140162" y="77264"/>
                    <a:pt x="107762" y="196861"/>
                    <a:pt x="81555" y="352670"/>
                  </a:cubicBezTo>
                  <a:cubicBezTo>
                    <a:pt x="75361" y="389120"/>
                    <a:pt x="68452" y="428906"/>
                    <a:pt x="60590" y="462022"/>
                  </a:cubicBezTo>
                  <a:cubicBezTo>
                    <a:pt x="56302" y="479413"/>
                    <a:pt x="45343" y="524202"/>
                    <a:pt x="26045" y="524202"/>
                  </a:cubicBezTo>
                  <a:cubicBezTo>
                    <a:pt x="17469" y="524202"/>
                    <a:pt x="11751" y="518723"/>
                    <a:pt x="11513" y="51872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BA9C2F7-DA19-DBA6-A1D9-AF0FEAE0487A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4376366" y="5293219"/>
              <a:ext cx="92849" cy="88540"/>
            </a:xfrm>
            <a:custGeom>
              <a:avLst/>
              <a:gdLst>
                <a:gd name="connsiteX0" fmla="*/ 84122 w 92849"/>
                <a:gd name="connsiteY0" fmla="*/ 64721 h 88540"/>
                <a:gd name="connsiteX1" fmla="*/ 79812 w 92849"/>
                <a:gd name="connsiteY1" fmla="*/ 70010 h 88540"/>
                <a:gd name="connsiteX2" fmla="*/ 70802 w 92849"/>
                <a:gd name="connsiteY2" fmla="*/ 77845 h 88540"/>
                <a:gd name="connsiteX3" fmla="*/ 64729 w 92849"/>
                <a:gd name="connsiteY3" fmla="*/ 69814 h 88540"/>
                <a:gd name="connsiteX4" fmla="*/ 63946 w 92849"/>
                <a:gd name="connsiteY4" fmla="*/ 66484 h 88540"/>
                <a:gd name="connsiteX5" fmla="*/ 56894 w 92849"/>
                <a:gd name="connsiteY5" fmla="*/ 34750 h 88540"/>
                <a:gd name="connsiteX6" fmla="*/ 76090 w 92849"/>
                <a:gd name="connsiteY6" fmla="*/ 11048 h 88540"/>
                <a:gd name="connsiteX7" fmla="*/ 80792 w 92849"/>
                <a:gd name="connsiteY7" fmla="*/ 12615 h 88540"/>
                <a:gd name="connsiteX8" fmla="*/ 86081 w 92849"/>
                <a:gd name="connsiteY8" fmla="*/ 14378 h 88540"/>
                <a:gd name="connsiteX9" fmla="*/ 92937 w 92849"/>
                <a:gd name="connsiteY9" fmla="*/ 7326 h 88540"/>
                <a:gd name="connsiteX10" fmla="*/ 84905 w 92849"/>
                <a:gd name="connsiteY10" fmla="*/ 79 h 88540"/>
                <a:gd name="connsiteX11" fmla="*/ 55327 w 92849"/>
                <a:gd name="connsiteY11" fmla="*/ 28090 h 88540"/>
                <a:gd name="connsiteX12" fmla="*/ 53172 w 92849"/>
                <a:gd name="connsiteY12" fmla="*/ 17317 h 88540"/>
                <a:gd name="connsiteX13" fmla="*/ 42986 w 92849"/>
                <a:gd name="connsiteY13" fmla="*/ 79 h 88540"/>
                <a:gd name="connsiteX14" fmla="*/ 20067 w 92849"/>
                <a:gd name="connsiteY14" fmla="*/ 5759 h 88540"/>
                <a:gd name="connsiteX15" fmla="*/ 17912 w 92849"/>
                <a:gd name="connsiteY15" fmla="*/ 6543 h 88540"/>
                <a:gd name="connsiteX16" fmla="*/ 18696 w 92849"/>
                <a:gd name="connsiteY16" fmla="*/ 9481 h 88540"/>
                <a:gd name="connsiteX17" fmla="*/ 29665 w 92849"/>
                <a:gd name="connsiteY17" fmla="*/ 7326 h 88540"/>
                <a:gd name="connsiteX18" fmla="*/ 38480 w 92849"/>
                <a:gd name="connsiteY18" fmla="*/ 20842 h 88540"/>
                <a:gd name="connsiteX19" fmla="*/ 44161 w 92849"/>
                <a:gd name="connsiteY19" fmla="*/ 44936 h 88540"/>
                <a:gd name="connsiteX20" fmla="*/ 28098 w 92849"/>
                <a:gd name="connsiteY20" fmla="*/ 67855 h 88540"/>
                <a:gd name="connsiteX21" fmla="*/ 18108 w 92849"/>
                <a:gd name="connsiteY21" fmla="*/ 77258 h 88540"/>
                <a:gd name="connsiteX22" fmla="*/ 13015 w 92849"/>
                <a:gd name="connsiteY22" fmla="*/ 75495 h 88540"/>
                <a:gd name="connsiteX23" fmla="*/ 6747 w 92849"/>
                <a:gd name="connsiteY23" fmla="*/ 73536 h 88540"/>
                <a:gd name="connsiteX24" fmla="*/ 87 w 92849"/>
                <a:gd name="connsiteY24" fmla="*/ 80392 h 88540"/>
                <a:gd name="connsiteX25" fmla="*/ 9881 w 92849"/>
                <a:gd name="connsiteY25" fmla="*/ 88619 h 88540"/>
                <a:gd name="connsiteX26" fmla="*/ 28098 w 92849"/>
                <a:gd name="connsiteY26" fmla="*/ 74907 h 88540"/>
                <a:gd name="connsiteX27" fmla="*/ 45728 w 92849"/>
                <a:gd name="connsiteY27" fmla="*/ 51988 h 88540"/>
                <a:gd name="connsiteX28" fmla="*/ 51605 w 92849"/>
                <a:gd name="connsiteY28" fmla="*/ 75495 h 88540"/>
                <a:gd name="connsiteX29" fmla="*/ 62966 w 92849"/>
                <a:gd name="connsiteY29" fmla="*/ 88619 h 88540"/>
                <a:gd name="connsiteX30" fmla="*/ 86864 w 92849"/>
                <a:gd name="connsiteY30" fmla="*/ 66288 h 88540"/>
                <a:gd name="connsiteX31" fmla="*/ 84122 w 92849"/>
                <a:gd name="connsiteY31" fmla="*/ 64721 h 8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2849" h="88540">
                  <a:moveTo>
                    <a:pt x="84122" y="64721"/>
                  </a:moveTo>
                  <a:cubicBezTo>
                    <a:pt x="82555" y="66484"/>
                    <a:pt x="81575" y="67659"/>
                    <a:pt x="79812" y="70010"/>
                  </a:cubicBezTo>
                  <a:cubicBezTo>
                    <a:pt x="75307" y="75886"/>
                    <a:pt x="72956" y="77845"/>
                    <a:pt x="70802" y="77845"/>
                  </a:cubicBezTo>
                  <a:cubicBezTo>
                    <a:pt x="67863" y="77845"/>
                    <a:pt x="66100" y="75299"/>
                    <a:pt x="64729" y="69814"/>
                  </a:cubicBezTo>
                  <a:cubicBezTo>
                    <a:pt x="64337" y="68247"/>
                    <a:pt x="64141" y="67072"/>
                    <a:pt x="63946" y="66484"/>
                  </a:cubicBezTo>
                  <a:cubicBezTo>
                    <a:pt x="59048" y="46699"/>
                    <a:pt x="56894" y="37689"/>
                    <a:pt x="56894" y="34750"/>
                  </a:cubicBezTo>
                  <a:cubicBezTo>
                    <a:pt x="65513" y="19667"/>
                    <a:pt x="72565" y="11048"/>
                    <a:pt x="76090" y="11048"/>
                  </a:cubicBezTo>
                  <a:cubicBezTo>
                    <a:pt x="77266" y="11048"/>
                    <a:pt x="78833" y="11636"/>
                    <a:pt x="80792" y="12615"/>
                  </a:cubicBezTo>
                  <a:cubicBezTo>
                    <a:pt x="83142" y="13986"/>
                    <a:pt x="84514" y="14378"/>
                    <a:pt x="86081" y="14378"/>
                  </a:cubicBezTo>
                  <a:cubicBezTo>
                    <a:pt x="90194" y="14378"/>
                    <a:pt x="92937" y="11440"/>
                    <a:pt x="92937" y="7326"/>
                  </a:cubicBezTo>
                  <a:cubicBezTo>
                    <a:pt x="92937" y="3213"/>
                    <a:pt x="89607" y="79"/>
                    <a:pt x="84905" y="79"/>
                  </a:cubicBezTo>
                  <a:cubicBezTo>
                    <a:pt x="76286" y="79"/>
                    <a:pt x="68843" y="7130"/>
                    <a:pt x="55327" y="28090"/>
                  </a:cubicBezTo>
                  <a:lnTo>
                    <a:pt x="53172" y="17317"/>
                  </a:lnTo>
                  <a:cubicBezTo>
                    <a:pt x="50429" y="3996"/>
                    <a:pt x="48275" y="79"/>
                    <a:pt x="42986" y="79"/>
                  </a:cubicBezTo>
                  <a:cubicBezTo>
                    <a:pt x="38676" y="79"/>
                    <a:pt x="32016" y="1842"/>
                    <a:pt x="20067" y="5759"/>
                  </a:cubicBezTo>
                  <a:lnTo>
                    <a:pt x="17912" y="6543"/>
                  </a:lnTo>
                  <a:lnTo>
                    <a:pt x="18696" y="9481"/>
                  </a:lnTo>
                  <a:cubicBezTo>
                    <a:pt x="26140" y="7718"/>
                    <a:pt x="27903" y="7326"/>
                    <a:pt x="29665" y="7326"/>
                  </a:cubicBezTo>
                  <a:cubicBezTo>
                    <a:pt x="34563" y="7326"/>
                    <a:pt x="35738" y="9089"/>
                    <a:pt x="38480" y="20842"/>
                  </a:cubicBezTo>
                  <a:lnTo>
                    <a:pt x="44161" y="44936"/>
                  </a:lnTo>
                  <a:lnTo>
                    <a:pt x="28098" y="67855"/>
                  </a:lnTo>
                  <a:cubicBezTo>
                    <a:pt x="24181" y="73732"/>
                    <a:pt x="20263" y="77258"/>
                    <a:pt x="18108" y="77258"/>
                  </a:cubicBezTo>
                  <a:cubicBezTo>
                    <a:pt x="16933" y="77258"/>
                    <a:pt x="14974" y="76670"/>
                    <a:pt x="13015" y="75495"/>
                  </a:cubicBezTo>
                  <a:cubicBezTo>
                    <a:pt x="10469" y="74123"/>
                    <a:pt x="8314" y="73536"/>
                    <a:pt x="6747" y="73536"/>
                  </a:cubicBezTo>
                  <a:cubicBezTo>
                    <a:pt x="3025" y="73536"/>
                    <a:pt x="87" y="76474"/>
                    <a:pt x="87" y="80392"/>
                  </a:cubicBezTo>
                  <a:cubicBezTo>
                    <a:pt x="87" y="85485"/>
                    <a:pt x="4004" y="88619"/>
                    <a:pt x="9881" y="88619"/>
                  </a:cubicBezTo>
                  <a:cubicBezTo>
                    <a:pt x="15953" y="88619"/>
                    <a:pt x="18304" y="86856"/>
                    <a:pt x="28098" y="74907"/>
                  </a:cubicBezTo>
                  <a:cubicBezTo>
                    <a:pt x="33387" y="68639"/>
                    <a:pt x="37501" y="63350"/>
                    <a:pt x="45728" y="51988"/>
                  </a:cubicBezTo>
                  <a:lnTo>
                    <a:pt x="51605" y="75495"/>
                  </a:lnTo>
                  <a:cubicBezTo>
                    <a:pt x="54151" y="85485"/>
                    <a:pt x="56698" y="88619"/>
                    <a:pt x="62966" y="88619"/>
                  </a:cubicBezTo>
                  <a:cubicBezTo>
                    <a:pt x="70410" y="88619"/>
                    <a:pt x="75503" y="83918"/>
                    <a:pt x="86864" y="66288"/>
                  </a:cubicBezTo>
                  <a:lnTo>
                    <a:pt x="84122" y="6472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7564B4E3-5C54-F90A-28D4-D7329771B978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4473718" y="5311255"/>
              <a:ext cx="70677" cy="107366"/>
            </a:xfrm>
            <a:custGeom>
              <a:avLst/>
              <a:gdLst>
                <a:gd name="connsiteX0" fmla="*/ 70767 w 70677"/>
                <a:gd name="connsiteY0" fmla="*/ 85689 h 107366"/>
                <a:gd name="connsiteX1" fmla="*/ 68702 w 70677"/>
                <a:gd name="connsiteY1" fmla="*/ 84895 h 107366"/>
                <a:gd name="connsiteX2" fmla="*/ 53614 w 70677"/>
                <a:gd name="connsiteY2" fmla="*/ 95377 h 107366"/>
                <a:gd name="connsiteX3" fmla="*/ 15654 w 70677"/>
                <a:gd name="connsiteY3" fmla="*/ 95377 h 107366"/>
                <a:gd name="connsiteX4" fmla="*/ 42337 w 70677"/>
                <a:gd name="connsiteY4" fmla="*/ 67424 h 107366"/>
                <a:gd name="connsiteX5" fmla="*/ 62667 w 70677"/>
                <a:gd name="connsiteY5" fmla="*/ 28194 h 107366"/>
                <a:gd name="connsiteX6" fmla="*/ 33284 w 70677"/>
                <a:gd name="connsiteY6" fmla="*/ 81 h 107366"/>
                <a:gd name="connsiteX7" fmla="*/ 10413 w 70677"/>
                <a:gd name="connsiteY7" fmla="*/ 9929 h 107366"/>
                <a:gd name="connsiteX8" fmla="*/ 248 w 70677"/>
                <a:gd name="connsiteY8" fmla="*/ 31688 h 107366"/>
                <a:gd name="connsiteX9" fmla="*/ 3583 w 70677"/>
                <a:gd name="connsiteY9" fmla="*/ 32482 h 107366"/>
                <a:gd name="connsiteX10" fmla="*/ 26613 w 70677"/>
                <a:gd name="connsiteY10" fmla="*/ 11835 h 107366"/>
                <a:gd name="connsiteX11" fmla="*/ 49008 w 70677"/>
                <a:gd name="connsiteY11" fmla="*/ 34229 h 107366"/>
                <a:gd name="connsiteX12" fmla="*/ 28360 w 70677"/>
                <a:gd name="connsiteY12" fmla="*/ 75524 h 107366"/>
                <a:gd name="connsiteX13" fmla="*/ 89 w 70677"/>
                <a:gd name="connsiteY13" fmla="*/ 105542 h 107366"/>
                <a:gd name="connsiteX14" fmla="*/ 89 w 70677"/>
                <a:gd name="connsiteY14" fmla="*/ 107448 h 107366"/>
                <a:gd name="connsiteX15" fmla="*/ 62031 w 70677"/>
                <a:gd name="connsiteY15" fmla="*/ 107448 h 107366"/>
                <a:gd name="connsiteX16" fmla="*/ 70767 w 70677"/>
                <a:gd name="connsiteY16" fmla="*/ 85689 h 107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0677" h="107366">
                  <a:moveTo>
                    <a:pt x="70767" y="85689"/>
                  </a:moveTo>
                  <a:lnTo>
                    <a:pt x="68702" y="84895"/>
                  </a:lnTo>
                  <a:cubicBezTo>
                    <a:pt x="62825" y="93948"/>
                    <a:pt x="60761" y="95377"/>
                    <a:pt x="53614" y="95377"/>
                  </a:cubicBezTo>
                  <a:lnTo>
                    <a:pt x="15654" y="95377"/>
                  </a:lnTo>
                  <a:lnTo>
                    <a:pt x="42337" y="67424"/>
                  </a:lnTo>
                  <a:cubicBezTo>
                    <a:pt x="56472" y="52653"/>
                    <a:pt x="62667" y="40582"/>
                    <a:pt x="62667" y="28194"/>
                  </a:cubicBezTo>
                  <a:cubicBezTo>
                    <a:pt x="62667" y="12311"/>
                    <a:pt x="49802" y="81"/>
                    <a:pt x="33284" y="81"/>
                  </a:cubicBezTo>
                  <a:cubicBezTo>
                    <a:pt x="24548" y="81"/>
                    <a:pt x="16289" y="3576"/>
                    <a:pt x="10413" y="9929"/>
                  </a:cubicBezTo>
                  <a:cubicBezTo>
                    <a:pt x="5330" y="15329"/>
                    <a:pt x="2948" y="20411"/>
                    <a:pt x="248" y="31688"/>
                  </a:cubicBezTo>
                  <a:lnTo>
                    <a:pt x="3583" y="32482"/>
                  </a:lnTo>
                  <a:cubicBezTo>
                    <a:pt x="9936" y="16917"/>
                    <a:pt x="15654" y="11835"/>
                    <a:pt x="26613" y="11835"/>
                  </a:cubicBezTo>
                  <a:cubicBezTo>
                    <a:pt x="39954" y="11835"/>
                    <a:pt x="49008" y="20888"/>
                    <a:pt x="49008" y="34229"/>
                  </a:cubicBezTo>
                  <a:cubicBezTo>
                    <a:pt x="49008" y="46618"/>
                    <a:pt x="41702" y="61388"/>
                    <a:pt x="28360" y="75524"/>
                  </a:cubicBezTo>
                  <a:lnTo>
                    <a:pt x="89" y="105542"/>
                  </a:lnTo>
                  <a:lnTo>
                    <a:pt x="89" y="107448"/>
                  </a:lnTo>
                  <a:lnTo>
                    <a:pt x="62031" y="107448"/>
                  </a:lnTo>
                  <a:lnTo>
                    <a:pt x="70767" y="8568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3662E758-0BF5-B80F-55D8-9BF60BF75481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4270350" y="5758296"/>
              <a:ext cx="92849" cy="88540"/>
            </a:xfrm>
            <a:custGeom>
              <a:avLst/>
              <a:gdLst>
                <a:gd name="connsiteX0" fmla="*/ 84118 w 92849"/>
                <a:gd name="connsiteY0" fmla="*/ 64738 h 88540"/>
                <a:gd name="connsiteX1" fmla="*/ 79808 w 92849"/>
                <a:gd name="connsiteY1" fmla="*/ 70027 h 88540"/>
                <a:gd name="connsiteX2" fmla="*/ 70798 w 92849"/>
                <a:gd name="connsiteY2" fmla="*/ 77863 h 88540"/>
                <a:gd name="connsiteX3" fmla="*/ 64725 w 92849"/>
                <a:gd name="connsiteY3" fmla="*/ 69831 h 88540"/>
                <a:gd name="connsiteX4" fmla="*/ 63942 w 92849"/>
                <a:gd name="connsiteY4" fmla="*/ 66501 h 88540"/>
                <a:gd name="connsiteX5" fmla="*/ 56890 w 92849"/>
                <a:gd name="connsiteY5" fmla="*/ 34768 h 88540"/>
                <a:gd name="connsiteX6" fmla="*/ 76086 w 92849"/>
                <a:gd name="connsiteY6" fmla="*/ 11066 h 88540"/>
                <a:gd name="connsiteX7" fmla="*/ 80788 w 92849"/>
                <a:gd name="connsiteY7" fmla="*/ 12633 h 88540"/>
                <a:gd name="connsiteX8" fmla="*/ 86077 w 92849"/>
                <a:gd name="connsiteY8" fmla="*/ 14396 h 88540"/>
                <a:gd name="connsiteX9" fmla="*/ 92933 w 92849"/>
                <a:gd name="connsiteY9" fmla="*/ 7344 h 88540"/>
                <a:gd name="connsiteX10" fmla="*/ 84901 w 92849"/>
                <a:gd name="connsiteY10" fmla="*/ 96 h 88540"/>
                <a:gd name="connsiteX11" fmla="*/ 55323 w 92849"/>
                <a:gd name="connsiteY11" fmla="*/ 28108 h 88540"/>
                <a:gd name="connsiteX12" fmla="*/ 53168 w 92849"/>
                <a:gd name="connsiteY12" fmla="*/ 17334 h 88540"/>
                <a:gd name="connsiteX13" fmla="*/ 42982 w 92849"/>
                <a:gd name="connsiteY13" fmla="*/ 96 h 88540"/>
                <a:gd name="connsiteX14" fmla="*/ 20063 w 92849"/>
                <a:gd name="connsiteY14" fmla="*/ 5777 h 88540"/>
                <a:gd name="connsiteX15" fmla="*/ 17908 w 92849"/>
                <a:gd name="connsiteY15" fmla="*/ 6560 h 88540"/>
                <a:gd name="connsiteX16" fmla="*/ 18692 w 92849"/>
                <a:gd name="connsiteY16" fmla="*/ 9499 h 88540"/>
                <a:gd name="connsiteX17" fmla="*/ 29662 w 92849"/>
                <a:gd name="connsiteY17" fmla="*/ 7344 h 88540"/>
                <a:gd name="connsiteX18" fmla="*/ 38476 w 92849"/>
                <a:gd name="connsiteY18" fmla="*/ 20860 h 88540"/>
                <a:gd name="connsiteX19" fmla="*/ 44157 w 92849"/>
                <a:gd name="connsiteY19" fmla="*/ 44954 h 88540"/>
                <a:gd name="connsiteX20" fmla="*/ 28094 w 92849"/>
                <a:gd name="connsiteY20" fmla="*/ 67873 h 88540"/>
                <a:gd name="connsiteX21" fmla="*/ 18104 w 92849"/>
                <a:gd name="connsiteY21" fmla="*/ 77275 h 88540"/>
                <a:gd name="connsiteX22" fmla="*/ 13011 w 92849"/>
                <a:gd name="connsiteY22" fmla="*/ 75512 h 88540"/>
                <a:gd name="connsiteX23" fmla="*/ 6743 w 92849"/>
                <a:gd name="connsiteY23" fmla="*/ 73553 h 88540"/>
                <a:gd name="connsiteX24" fmla="*/ 83 w 92849"/>
                <a:gd name="connsiteY24" fmla="*/ 80409 h 88540"/>
                <a:gd name="connsiteX25" fmla="*/ 9877 w 92849"/>
                <a:gd name="connsiteY25" fmla="*/ 88636 h 88540"/>
                <a:gd name="connsiteX26" fmla="*/ 28094 w 92849"/>
                <a:gd name="connsiteY26" fmla="*/ 74924 h 88540"/>
                <a:gd name="connsiteX27" fmla="*/ 45724 w 92849"/>
                <a:gd name="connsiteY27" fmla="*/ 52006 h 88540"/>
                <a:gd name="connsiteX28" fmla="*/ 51601 w 92849"/>
                <a:gd name="connsiteY28" fmla="*/ 75512 h 88540"/>
                <a:gd name="connsiteX29" fmla="*/ 62962 w 92849"/>
                <a:gd name="connsiteY29" fmla="*/ 88636 h 88540"/>
                <a:gd name="connsiteX30" fmla="*/ 86860 w 92849"/>
                <a:gd name="connsiteY30" fmla="*/ 66305 h 88540"/>
                <a:gd name="connsiteX31" fmla="*/ 84118 w 92849"/>
                <a:gd name="connsiteY31" fmla="*/ 64738 h 88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2849" h="88540">
                  <a:moveTo>
                    <a:pt x="84118" y="64738"/>
                  </a:moveTo>
                  <a:cubicBezTo>
                    <a:pt x="82551" y="66501"/>
                    <a:pt x="81571" y="67677"/>
                    <a:pt x="79808" y="70027"/>
                  </a:cubicBezTo>
                  <a:cubicBezTo>
                    <a:pt x="75303" y="75904"/>
                    <a:pt x="72952" y="77863"/>
                    <a:pt x="70798" y="77863"/>
                  </a:cubicBezTo>
                  <a:cubicBezTo>
                    <a:pt x="67859" y="77863"/>
                    <a:pt x="66096" y="75316"/>
                    <a:pt x="64725" y="69831"/>
                  </a:cubicBezTo>
                  <a:cubicBezTo>
                    <a:pt x="64333" y="68264"/>
                    <a:pt x="64137" y="67089"/>
                    <a:pt x="63942" y="66501"/>
                  </a:cubicBezTo>
                  <a:cubicBezTo>
                    <a:pt x="59044" y="46717"/>
                    <a:pt x="56890" y="37706"/>
                    <a:pt x="56890" y="34768"/>
                  </a:cubicBezTo>
                  <a:cubicBezTo>
                    <a:pt x="65509" y="19685"/>
                    <a:pt x="72561" y="11066"/>
                    <a:pt x="76086" y="11066"/>
                  </a:cubicBezTo>
                  <a:cubicBezTo>
                    <a:pt x="77262" y="11066"/>
                    <a:pt x="78829" y="11653"/>
                    <a:pt x="80788" y="12633"/>
                  </a:cubicBezTo>
                  <a:cubicBezTo>
                    <a:pt x="83138" y="14004"/>
                    <a:pt x="84510" y="14396"/>
                    <a:pt x="86077" y="14396"/>
                  </a:cubicBezTo>
                  <a:cubicBezTo>
                    <a:pt x="90190" y="14396"/>
                    <a:pt x="92933" y="11457"/>
                    <a:pt x="92933" y="7344"/>
                  </a:cubicBezTo>
                  <a:cubicBezTo>
                    <a:pt x="92933" y="3230"/>
                    <a:pt x="89603" y="96"/>
                    <a:pt x="84901" y="96"/>
                  </a:cubicBezTo>
                  <a:cubicBezTo>
                    <a:pt x="76282" y="96"/>
                    <a:pt x="68839" y="7148"/>
                    <a:pt x="55323" y="28108"/>
                  </a:cubicBezTo>
                  <a:lnTo>
                    <a:pt x="53168" y="17334"/>
                  </a:lnTo>
                  <a:cubicBezTo>
                    <a:pt x="50425" y="4014"/>
                    <a:pt x="48271" y="96"/>
                    <a:pt x="42982" y="96"/>
                  </a:cubicBezTo>
                  <a:cubicBezTo>
                    <a:pt x="38672" y="96"/>
                    <a:pt x="32012" y="1859"/>
                    <a:pt x="20063" y="5777"/>
                  </a:cubicBezTo>
                  <a:lnTo>
                    <a:pt x="17908" y="6560"/>
                  </a:lnTo>
                  <a:lnTo>
                    <a:pt x="18692" y="9499"/>
                  </a:lnTo>
                  <a:cubicBezTo>
                    <a:pt x="26136" y="7736"/>
                    <a:pt x="27899" y="7344"/>
                    <a:pt x="29662" y="7344"/>
                  </a:cubicBezTo>
                  <a:cubicBezTo>
                    <a:pt x="34559" y="7344"/>
                    <a:pt x="35734" y="9107"/>
                    <a:pt x="38476" y="20860"/>
                  </a:cubicBezTo>
                  <a:lnTo>
                    <a:pt x="44157" y="44954"/>
                  </a:lnTo>
                  <a:lnTo>
                    <a:pt x="28094" y="67873"/>
                  </a:lnTo>
                  <a:cubicBezTo>
                    <a:pt x="24177" y="73749"/>
                    <a:pt x="20259" y="77275"/>
                    <a:pt x="18104" y="77275"/>
                  </a:cubicBezTo>
                  <a:cubicBezTo>
                    <a:pt x="16929" y="77275"/>
                    <a:pt x="14970" y="76687"/>
                    <a:pt x="13011" y="75512"/>
                  </a:cubicBezTo>
                  <a:cubicBezTo>
                    <a:pt x="10465" y="74141"/>
                    <a:pt x="8310" y="73553"/>
                    <a:pt x="6743" y="73553"/>
                  </a:cubicBezTo>
                  <a:cubicBezTo>
                    <a:pt x="3021" y="73553"/>
                    <a:pt x="83" y="76492"/>
                    <a:pt x="83" y="80409"/>
                  </a:cubicBezTo>
                  <a:cubicBezTo>
                    <a:pt x="83" y="85502"/>
                    <a:pt x="4000" y="88636"/>
                    <a:pt x="9877" y="88636"/>
                  </a:cubicBezTo>
                  <a:cubicBezTo>
                    <a:pt x="15949" y="88636"/>
                    <a:pt x="18300" y="86873"/>
                    <a:pt x="28094" y="74924"/>
                  </a:cubicBezTo>
                  <a:cubicBezTo>
                    <a:pt x="33383" y="68656"/>
                    <a:pt x="37497" y="63367"/>
                    <a:pt x="45724" y="52006"/>
                  </a:cubicBezTo>
                  <a:lnTo>
                    <a:pt x="51601" y="75512"/>
                  </a:lnTo>
                  <a:cubicBezTo>
                    <a:pt x="54147" y="85502"/>
                    <a:pt x="56694" y="88636"/>
                    <a:pt x="62962" y="88636"/>
                  </a:cubicBezTo>
                  <a:cubicBezTo>
                    <a:pt x="70406" y="88636"/>
                    <a:pt x="75499" y="83935"/>
                    <a:pt x="86860" y="66305"/>
                  </a:cubicBezTo>
                  <a:lnTo>
                    <a:pt x="84118" y="6473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A308A600-E9D9-A687-2EED-A8AB145899EF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4366749" y="5776331"/>
              <a:ext cx="71789" cy="109590"/>
            </a:xfrm>
            <a:custGeom>
              <a:avLst/>
              <a:gdLst>
                <a:gd name="connsiteX0" fmla="*/ 36615 w 71789"/>
                <a:gd name="connsiteY0" fmla="*/ 99 h 109590"/>
                <a:gd name="connsiteX1" fmla="*/ 15332 w 71789"/>
                <a:gd name="connsiteY1" fmla="*/ 8358 h 109590"/>
                <a:gd name="connsiteX2" fmla="*/ 85 w 71789"/>
                <a:gd name="connsiteY2" fmla="*/ 54100 h 109590"/>
                <a:gd name="connsiteX3" fmla="*/ 12791 w 71789"/>
                <a:gd name="connsiteY3" fmla="*/ 98889 h 109590"/>
                <a:gd name="connsiteX4" fmla="*/ 35980 w 71789"/>
                <a:gd name="connsiteY4" fmla="*/ 109689 h 109590"/>
                <a:gd name="connsiteX5" fmla="*/ 56627 w 71789"/>
                <a:gd name="connsiteY5" fmla="*/ 101430 h 109590"/>
                <a:gd name="connsiteX6" fmla="*/ 71875 w 71789"/>
                <a:gd name="connsiteY6" fmla="*/ 55053 h 109590"/>
                <a:gd name="connsiteX7" fmla="*/ 36615 w 71789"/>
                <a:gd name="connsiteY7" fmla="*/ 99 h 109590"/>
                <a:gd name="connsiteX8" fmla="*/ 36139 w 71789"/>
                <a:gd name="connsiteY8" fmla="*/ 4228 h 109590"/>
                <a:gd name="connsiteX9" fmla="*/ 56627 w 71789"/>
                <a:gd name="connsiteY9" fmla="*/ 55370 h 109590"/>
                <a:gd name="connsiteX10" fmla="*/ 35980 w 71789"/>
                <a:gd name="connsiteY10" fmla="*/ 105560 h 109590"/>
                <a:gd name="connsiteX11" fmla="*/ 15332 w 71789"/>
                <a:gd name="connsiteY11" fmla="*/ 55529 h 109590"/>
                <a:gd name="connsiteX12" fmla="*/ 36139 w 71789"/>
                <a:gd name="connsiteY12" fmla="*/ 4228 h 109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1789" h="109590">
                  <a:moveTo>
                    <a:pt x="36615" y="99"/>
                  </a:moveTo>
                  <a:cubicBezTo>
                    <a:pt x="27880" y="99"/>
                    <a:pt x="21209" y="2799"/>
                    <a:pt x="15332" y="8358"/>
                  </a:cubicBezTo>
                  <a:cubicBezTo>
                    <a:pt x="6120" y="17252"/>
                    <a:pt x="85" y="35517"/>
                    <a:pt x="85" y="54100"/>
                  </a:cubicBezTo>
                  <a:cubicBezTo>
                    <a:pt x="85" y="71412"/>
                    <a:pt x="5326" y="89995"/>
                    <a:pt x="12791" y="98889"/>
                  </a:cubicBezTo>
                  <a:cubicBezTo>
                    <a:pt x="18668" y="105877"/>
                    <a:pt x="26768" y="109689"/>
                    <a:pt x="35980" y="109689"/>
                  </a:cubicBezTo>
                  <a:cubicBezTo>
                    <a:pt x="44080" y="109689"/>
                    <a:pt x="50910" y="106989"/>
                    <a:pt x="56627" y="101430"/>
                  </a:cubicBezTo>
                  <a:cubicBezTo>
                    <a:pt x="65839" y="92695"/>
                    <a:pt x="71875" y="74271"/>
                    <a:pt x="71875" y="55053"/>
                  </a:cubicBezTo>
                  <a:cubicBezTo>
                    <a:pt x="71875" y="22493"/>
                    <a:pt x="57421" y="99"/>
                    <a:pt x="36615" y="99"/>
                  </a:cubicBezTo>
                  <a:close/>
                  <a:moveTo>
                    <a:pt x="36139" y="4228"/>
                  </a:moveTo>
                  <a:cubicBezTo>
                    <a:pt x="49480" y="4228"/>
                    <a:pt x="56627" y="22176"/>
                    <a:pt x="56627" y="55370"/>
                  </a:cubicBezTo>
                  <a:cubicBezTo>
                    <a:pt x="56627" y="88565"/>
                    <a:pt x="49639" y="105560"/>
                    <a:pt x="35980" y="105560"/>
                  </a:cubicBezTo>
                  <a:cubicBezTo>
                    <a:pt x="22321" y="105560"/>
                    <a:pt x="15332" y="88565"/>
                    <a:pt x="15332" y="55529"/>
                  </a:cubicBezTo>
                  <a:cubicBezTo>
                    <a:pt x="15332" y="21858"/>
                    <a:pt x="22480" y="4228"/>
                    <a:pt x="36139" y="422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B25F6F63-78E2-1503-23DE-87FB28ADFF27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4670934" y="5250341"/>
              <a:ext cx="69618" cy="635041"/>
            </a:xfrm>
            <a:custGeom>
              <a:avLst/>
              <a:gdLst>
                <a:gd name="connsiteX0" fmla="*/ 95 w 69618"/>
                <a:gd name="connsiteY0" fmla="*/ 635116 h 635041"/>
                <a:gd name="connsiteX1" fmla="*/ 69714 w 69618"/>
                <a:gd name="connsiteY1" fmla="*/ 635116 h 635041"/>
                <a:gd name="connsiteX2" fmla="*/ 69714 w 69618"/>
                <a:gd name="connsiteY2" fmla="*/ 620557 h 635041"/>
                <a:gd name="connsiteX3" fmla="*/ 14654 w 69618"/>
                <a:gd name="connsiteY3" fmla="*/ 620557 h 635041"/>
                <a:gd name="connsiteX4" fmla="*/ 14654 w 69618"/>
                <a:gd name="connsiteY4" fmla="*/ 14633 h 635041"/>
                <a:gd name="connsiteX5" fmla="*/ 69714 w 69618"/>
                <a:gd name="connsiteY5" fmla="*/ 14633 h 635041"/>
                <a:gd name="connsiteX6" fmla="*/ 69714 w 69618"/>
                <a:gd name="connsiteY6" fmla="*/ 74 h 635041"/>
                <a:gd name="connsiteX7" fmla="*/ 95 w 69618"/>
                <a:gd name="connsiteY7" fmla="*/ 74 h 635041"/>
                <a:gd name="connsiteX8" fmla="*/ 95 w 69618"/>
                <a:gd name="connsiteY8" fmla="*/ 635116 h 63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618" h="635041">
                  <a:moveTo>
                    <a:pt x="95" y="635116"/>
                  </a:moveTo>
                  <a:lnTo>
                    <a:pt x="69714" y="635116"/>
                  </a:lnTo>
                  <a:lnTo>
                    <a:pt x="69714" y="620557"/>
                  </a:lnTo>
                  <a:lnTo>
                    <a:pt x="14654" y="620557"/>
                  </a:lnTo>
                  <a:lnTo>
                    <a:pt x="14654" y="14633"/>
                  </a:lnTo>
                  <a:lnTo>
                    <a:pt x="69714" y="14633"/>
                  </a:lnTo>
                  <a:lnTo>
                    <a:pt x="69714" y="74"/>
                  </a:lnTo>
                  <a:lnTo>
                    <a:pt x="95" y="74"/>
                  </a:lnTo>
                  <a:lnTo>
                    <a:pt x="95" y="63511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9F0F7EC9-FFDD-2F54-3721-0192F860983E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4913671" y="5257294"/>
              <a:ext cx="61412" cy="264710"/>
            </a:xfrm>
            <a:custGeom>
              <a:avLst/>
              <a:gdLst>
                <a:gd name="connsiteX0" fmla="*/ 61519 w 61412"/>
                <a:gd name="connsiteY0" fmla="*/ 262144 h 264710"/>
                <a:gd name="connsiteX1" fmla="*/ 57019 w 61412"/>
                <a:gd name="connsiteY1" fmla="*/ 256321 h 264710"/>
                <a:gd name="connsiteX2" fmla="*/ 15460 w 61412"/>
                <a:gd name="connsiteY2" fmla="*/ 132436 h 264710"/>
                <a:gd name="connsiteX3" fmla="*/ 58078 w 61412"/>
                <a:gd name="connsiteY3" fmla="*/ 7228 h 264710"/>
                <a:gd name="connsiteX4" fmla="*/ 61519 w 61412"/>
                <a:gd name="connsiteY4" fmla="*/ 2728 h 264710"/>
                <a:gd name="connsiteX5" fmla="*/ 58872 w 61412"/>
                <a:gd name="connsiteY5" fmla="*/ 80 h 264710"/>
                <a:gd name="connsiteX6" fmla="*/ 16783 w 61412"/>
                <a:gd name="connsiteY6" fmla="*/ 51699 h 264710"/>
                <a:gd name="connsiteX7" fmla="*/ 107 w 61412"/>
                <a:gd name="connsiteY7" fmla="*/ 132436 h 264710"/>
                <a:gd name="connsiteX8" fmla="*/ 17577 w 61412"/>
                <a:gd name="connsiteY8" fmla="*/ 215026 h 264710"/>
                <a:gd name="connsiteX9" fmla="*/ 58872 w 61412"/>
                <a:gd name="connsiteY9" fmla="*/ 264791 h 264710"/>
                <a:gd name="connsiteX10" fmla="*/ 61519 w 61412"/>
                <a:gd name="connsiteY10" fmla="*/ 262144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19" y="262144"/>
                  </a:moveTo>
                  <a:cubicBezTo>
                    <a:pt x="61519" y="261350"/>
                    <a:pt x="61519" y="260821"/>
                    <a:pt x="57019" y="256321"/>
                  </a:cubicBezTo>
                  <a:cubicBezTo>
                    <a:pt x="23931" y="222967"/>
                    <a:pt x="15460" y="172937"/>
                    <a:pt x="15460" y="132436"/>
                  </a:cubicBezTo>
                  <a:cubicBezTo>
                    <a:pt x="15460" y="86376"/>
                    <a:pt x="25519" y="40316"/>
                    <a:pt x="58078" y="7228"/>
                  </a:cubicBezTo>
                  <a:cubicBezTo>
                    <a:pt x="61519" y="4051"/>
                    <a:pt x="61519" y="3522"/>
                    <a:pt x="61519" y="2728"/>
                  </a:cubicBezTo>
                  <a:cubicBezTo>
                    <a:pt x="61519" y="875"/>
                    <a:pt x="60461" y="80"/>
                    <a:pt x="58872" y="80"/>
                  </a:cubicBezTo>
                  <a:cubicBezTo>
                    <a:pt x="56225" y="80"/>
                    <a:pt x="32401" y="18081"/>
                    <a:pt x="16783" y="51699"/>
                  </a:cubicBezTo>
                  <a:cubicBezTo>
                    <a:pt x="3283" y="80817"/>
                    <a:pt x="107" y="110200"/>
                    <a:pt x="107" y="132436"/>
                  </a:cubicBezTo>
                  <a:cubicBezTo>
                    <a:pt x="107" y="153083"/>
                    <a:pt x="3018" y="185113"/>
                    <a:pt x="17577" y="215026"/>
                  </a:cubicBezTo>
                  <a:cubicBezTo>
                    <a:pt x="33460" y="247585"/>
                    <a:pt x="56225" y="264791"/>
                    <a:pt x="58872" y="264791"/>
                  </a:cubicBezTo>
                  <a:cubicBezTo>
                    <a:pt x="60461" y="264791"/>
                    <a:pt x="61519" y="263997"/>
                    <a:pt x="61519" y="26214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0D56ACFE-57F0-1C28-3846-A86C4AF81EDA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4983407" y="5339090"/>
              <a:ext cx="125472" cy="119649"/>
            </a:xfrm>
            <a:custGeom>
              <a:avLst/>
              <a:gdLst>
                <a:gd name="connsiteX0" fmla="*/ 113671 w 125472"/>
                <a:gd name="connsiteY0" fmla="*/ 87435 h 119649"/>
                <a:gd name="connsiteX1" fmla="*/ 107847 w 125472"/>
                <a:gd name="connsiteY1" fmla="*/ 94583 h 119649"/>
                <a:gd name="connsiteX2" fmla="*/ 95671 w 125472"/>
                <a:gd name="connsiteY2" fmla="*/ 105171 h 119649"/>
                <a:gd name="connsiteX3" fmla="*/ 87465 w 125472"/>
                <a:gd name="connsiteY3" fmla="*/ 94318 h 119649"/>
                <a:gd name="connsiteX4" fmla="*/ 86406 w 125472"/>
                <a:gd name="connsiteY4" fmla="*/ 89818 h 119649"/>
                <a:gd name="connsiteX5" fmla="*/ 76876 w 125472"/>
                <a:gd name="connsiteY5" fmla="*/ 46935 h 119649"/>
                <a:gd name="connsiteX6" fmla="*/ 102818 w 125472"/>
                <a:gd name="connsiteY6" fmla="*/ 14905 h 119649"/>
                <a:gd name="connsiteX7" fmla="*/ 109171 w 125472"/>
                <a:gd name="connsiteY7" fmla="*/ 17022 h 119649"/>
                <a:gd name="connsiteX8" fmla="*/ 116318 w 125472"/>
                <a:gd name="connsiteY8" fmla="*/ 19405 h 119649"/>
                <a:gd name="connsiteX9" fmla="*/ 125583 w 125472"/>
                <a:gd name="connsiteY9" fmla="*/ 9875 h 119649"/>
                <a:gd name="connsiteX10" fmla="*/ 114730 w 125472"/>
                <a:gd name="connsiteY10" fmla="*/ 81 h 119649"/>
                <a:gd name="connsiteX11" fmla="*/ 74759 w 125472"/>
                <a:gd name="connsiteY11" fmla="*/ 37935 h 119649"/>
                <a:gd name="connsiteX12" fmla="*/ 71847 w 125472"/>
                <a:gd name="connsiteY12" fmla="*/ 23375 h 119649"/>
                <a:gd name="connsiteX13" fmla="*/ 58082 w 125472"/>
                <a:gd name="connsiteY13" fmla="*/ 81 h 119649"/>
                <a:gd name="connsiteX14" fmla="*/ 27111 w 125472"/>
                <a:gd name="connsiteY14" fmla="*/ 7758 h 119649"/>
                <a:gd name="connsiteX15" fmla="*/ 24199 w 125472"/>
                <a:gd name="connsiteY15" fmla="*/ 8816 h 119649"/>
                <a:gd name="connsiteX16" fmla="*/ 25258 w 125472"/>
                <a:gd name="connsiteY16" fmla="*/ 12787 h 119649"/>
                <a:gd name="connsiteX17" fmla="*/ 40081 w 125472"/>
                <a:gd name="connsiteY17" fmla="*/ 9875 h 119649"/>
                <a:gd name="connsiteX18" fmla="*/ 51993 w 125472"/>
                <a:gd name="connsiteY18" fmla="*/ 28140 h 119649"/>
                <a:gd name="connsiteX19" fmla="*/ 59670 w 125472"/>
                <a:gd name="connsiteY19" fmla="*/ 60700 h 119649"/>
                <a:gd name="connsiteX20" fmla="*/ 37964 w 125472"/>
                <a:gd name="connsiteY20" fmla="*/ 91671 h 119649"/>
                <a:gd name="connsiteX21" fmla="*/ 24463 w 125472"/>
                <a:gd name="connsiteY21" fmla="*/ 104377 h 119649"/>
                <a:gd name="connsiteX22" fmla="*/ 17581 w 125472"/>
                <a:gd name="connsiteY22" fmla="*/ 101995 h 119649"/>
                <a:gd name="connsiteX23" fmla="*/ 9110 w 125472"/>
                <a:gd name="connsiteY23" fmla="*/ 99347 h 119649"/>
                <a:gd name="connsiteX24" fmla="*/ 110 w 125472"/>
                <a:gd name="connsiteY24" fmla="*/ 108612 h 119649"/>
                <a:gd name="connsiteX25" fmla="*/ 13346 w 125472"/>
                <a:gd name="connsiteY25" fmla="*/ 119730 h 119649"/>
                <a:gd name="connsiteX26" fmla="*/ 37964 w 125472"/>
                <a:gd name="connsiteY26" fmla="*/ 101200 h 119649"/>
                <a:gd name="connsiteX27" fmla="*/ 61788 w 125472"/>
                <a:gd name="connsiteY27" fmla="*/ 70229 h 119649"/>
                <a:gd name="connsiteX28" fmla="*/ 69729 w 125472"/>
                <a:gd name="connsiteY28" fmla="*/ 101995 h 119649"/>
                <a:gd name="connsiteX29" fmla="*/ 85082 w 125472"/>
                <a:gd name="connsiteY29" fmla="*/ 119730 h 119649"/>
                <a:gd name="connsiteX30" fmla="*/ 117377 w 125472"/>
                <a:gd name="connsiteY30" fmla="*/ 89553 h 119649"/>
                <a:gd name="connsiteX31" fmla="*/ 113671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671" y="87435"/>
                  </a:moveTo>
                  <a:cubicBezTo>
                    <a:pt x="111553" y="89818"/>
                    <a:pt x="110230" y="91406"/>
                    <a:pt x="107847" y="94583"/>
                  </a:cubicBezTo>
                  <a:cubicBezTo>
                    <a:pt x="101759" y="102524"/>
                    <a:pt x="98583" y="105171"/>
                    <a:pt x="95671" y="105171"/>
                  </a:cubicBezTo>
                  <a:cubicBezTo>
                    <a:pt x="91700" y="105171"/>
                    <a:pt x="89318" y="101730"/>
                    <a:pt x="87465" y="94318"/>
                  </a:cubicBezTo>
                  <a:cubicBezTo>
                    <a:pt x="86935" y="92200"/>
                    <a:pt x="86671" y="90612"/>
                    <a:pt x="86406" y="89818"/>
                  </a:cubicBezTo>
                  <a:cubicBezTo>
                    <a:pt x="79788" y="63082"/>
                    <a:pt x="76876" y="50905"/>
                    <a:pt x="76876" y="46935"/>
                  </a:cubicBezTo>
                  <a:cubicBezTo>
                    <a:pt x="88524" y="26552"/>
                    <a:pt x="98053" y="14905"/>
                    <a:pt x="102818" y="14905"/>
                  </a:cubicBezTo>
                  <a:cubicBezTo>
                    <a:pt x="104406" y="14905"/>
                    <a:pt x="106524" y="15699"/>
                    <a:pt x="109171" y="17022"/>
                  </a:cubicBezTo>
                  <a:cubicBezTo>
                    <a:pt x="112347" y="18875"/>
                    <a:pt x="114200" y="19405"/>
                    <a:pt x="116318" y="19405"/>
                  </a:cubicBezTo>
                  <a:cubicBezTo>
                    <a:pt x="121877" y="19405"/>
                    <a:pt x="125583" y="15434"/>
                    <a:pt x="125583" y="9875"/>
                  </a:cubicBezTo>
                  <a:cubicBezTo>
                    <a:pt x="125583" y="4316"/>
                    <a:pt x="121083" y="81"/>
                    <a:pt x="114730" y="81"/>
                  </a:cubicBezTo>
                  <a:cubicBezTo>
                    <a:pt x="103083" y="81"/>
                    <a:pt x="93024" y="9610"/>
                    <a:pt x="74759" y="37935"/>
                  </a:cubicBezTo>
                  <a:lnTo>
                    <a:pt x="71847" y="23375"/>
                  </a:lnTo>
                  <a:cubicBezTo>
                    <a:pt x="68141" y="5375"/>
                    <a:pt x="65229" y="81"/>
                    <a:pt x="58082" y="81"/>
                  </a:cubicBezTo>
                  <a:cubicBezTo>
                    <a:pt x="52258" y="81"/>
                    <a:pt x="43258" y="2463"/>
                    <a:pt x="27111" y="7758"/>
                  </a:cubicBezTo>
                  <a:lnTo>
                    <a:pt x="24199" y="8816"/>
                  </a:lnTo>
                  <a:lnTo>
                    <a:pt x="25258" y="12787"/>
                  </a:lnTo>
                  <a:cubicBezTo>
                    <a:pt x="35317" y="10405"/>
                    <a:pt x="37699" y="9875"/>
                    <a:pt x="40081" y="9875"/>
                  </a:cubicBezTo>
                  <a:cubicBezTo>
                    <a:pt x="46699" y="9875"/>
                    <a:pt x="48287" y="12258"/>
                    <a:pt x="51993" y="28140"/>
                  </a:cubicBezTo>
                  <a:lnTo>
                    <a:pt x="59670" y="60700"/>
                  </a:lnTo>
                  <a:lnTo>
                    <a:pt x="37964" y="91671"/>
                  </a:lnTo>
                  <a:cubicBezTo>
                    <a:pt x="32670" y="99612"/>
                    <a:pt x="27375" y="104377"/>
                    <a:pt x="24463" y="104377"/>
                  </a:cubicBezTo>
                  <a:cubicBezTo>
                    <a:pt x="22875" y="104377"/>
                    <a:pt x="20228" y="103583"/>
                    <a:pt x="17581" y="101995"/>
                  </a:cubicBezTo>
                  <a:cubicBezTo>
                    <a:pt x="14140" y="100142"/>
                    <a:pt x="11228" y="99347"/>
                    <a:pt x="9110" y="99347"/>
                  </a:cubicBezTo>
                  <a:cubicBezTo>
                    <a:pt x="4081" y="99347"/>
                    <a:pt x="110" y="103318"/>
                    <a:pt x="110" y="108612"/>
                  </a:cubicBezTo>
                  <a:cubicBezTo>
                    <a:pt x="110" y="115495"/>
                    <a:pt x="5404" y="119730"/>
                    <a:pt x="13346" y="119730"/>
                  </a:cubicBezTo>
                  <a:cubicBezTo>
                    <a:pt x="21552" y="119730"/>
                    <a:pt x="24728" y="117348"/>
                    <a:pt x="37964" y="101200"/>
                  </a:cubicBezTo>
                  <a:cubicBezTo>
                    <a:pt x="45111" y="92730"/>
                    <a:pt x="50670" y="85582"/>
                    <a:pt x="61788" y="70229"/>
                  </a:cubicBezTo>
                  <a:lnTo>
                    <a:pt x="69729" y="101995"/>
                  </a:lnTo>
                  <a:cubicBezTo>
                    <a:pt x="73170" y="115495"/>
                    <a:pt x="76612" y="119730"/>
                    <a:pt x="85082" y="119730"/>
                  </a:cubicBezTo>
                  <a:cubicBezTo>
                    <a:pt x="95141" y="119730"/>
                    <a:pt x="102024" y="113377"/>
                    <a:pt x="117377" y="89553"/>
                  </a:cubicBezTo>
                  <a:lnTo>
                    <a:pt x="113671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025426D6-8016-7440-E328-9F9BE72795AF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5168193" y="5384355"/>
              <a:ext cx="161738" cy="10588"/>
            </a:xfrm>
            <a:custGeom>
              <a:avLst/>
              <a:gdLst>
                <a:gd name="connsiteX0" fmla="*/ 152589 w 161738"/>
                <a:gd name="connsiteY0" fmla="*/ 10670 h 10588"/>
                <a:gd name="connsiteX1" fmla="*/ 161854 w 161738"/>
                <a:gd name="connsiteY1" fmla="*/ 5376 h 10588"/>
                <a:gd name="connsiteX2" fmla="*/ 152589 w 161738"/>
                <a:gd name="connsiteY2" fmla="*/ 81 h 10588"/>
                <a:gd name="connsiteX3" fmla="*/ 9380 w 161738"/>
                <a:gd name="connsiteY3" fmla="*/ 81 h 10588"/>
                <a:gd name="connsiteX4" fmla="*/ 115 w 161738"/>
                <a:gd name="connsiteY4" fmla="*/ 5376 h 10588"/>
                <a:gd name="connsiteX5" fmla="*/ 9380 w 161738"/>
                <a:gd name="connsiteY5" fmla="*/ 10670 h 10588"/>
                <a:gd name="connsiteX6" fmla="*/ 152589 w 161738"/>
                <a:gd name="connsiteY6" fmla="*/ 10670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589" y="10670"/>
                  </a:moveTo>
                  <a:cubicBezTo>
                    <a:pt x="157089" y="10670"/>
                    <a:pt x="161854" y="10670"/>
                    <a:pt x="161854" y="5376"/>
                  </a:cubicBezTo>
                  <a:cubicBezTo>
                    <a:pt x="161854" y="81"/>
                    <a:pt x="157089" y="81"/>
                    <a:pt x="152589" y="81"/>
                  </a:cubicBezTo>
                  <a:lnTo>
                    <a:pt x="9380" y="81"/>
                  </a:lnTo>
                  <a:cubicBezTo>
                    <a:pt x="4880" y="81"/>
                    <a:pt x="115" y="81"/>
                    <a:pt x="115" y="5376"/>
                  </a:cubicBezTo>
                  <a:cubicBezTo>
                    <a:pt x="115" y="10670"/>
                    <a:pt x="4880" y="10670"/>
                    <a:pt x="9380" y="10670"/>
                  </a:cubicBezTo>
                  <a:lnTo>
                    <a:pt x="152589" y="1067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6E775BC-6DBD-9C8B-FAE1-B3D45D476659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5382426" y="5339090"/>
              <a:ext cx="125472" cy="119649"/>
            </a:xfrm>
            <a:custGeom>
              <a:avLst/>
              <a:gdLst>
                <a:gd name="connsiteX0" fmla="*/ 113686 w 125472"/>
                <a:gd name="connsiteY0" fmla="*/ 87435 h 119649"/>
                <a:gd name="connsiteX1" fmla="*/ 107862 w 125472"/>
                <a:gd name="connsiteY1" fmla="*/ 94583 h 119649"/>
                <a:gd name="connsiteX2" fmla="*/ 95686 w 125472"/>
                <a:gd name="connsiteY2" fmla="*/ 105171 h 119649"/>
                <a:gd name="connsiteX3" fmla="*/ 87480 w 125472"/>
                <a:gd name="connsiteY3" fmla="*/ 94318 h 119649"/>
                <a:gd name="connsiteX4" fmla="*/ 86421 w 125472"/>
                <a:gd name="connsiteY4" fmla="*/ 89818 h 119649"/>
                <a:gd name="connsiteX5" fmla="*/ 76891 w 125472"/>
                <a:gd name="connsiteY5" fmla="*/ 46935 h 119649"/>
                <a:gd name="connsiteX6" fmla="*/ 102833 w 125472"/>
                <a:gd name="connsiteY6" fmla="*/ 14905 h 119649"/>
                <a:gd name="connsiteX7" fmla="*/ 109186 w 125472"/>
                <a:gd name="connsiteY7" fmla="*/ 17022 h 119649"/>
                <a:gd name="connsiteX8" fmla="*/ 116333 w 125472"/>
                <a:gd name="connsiteY8" fmla="*/ 19405 h 119649"/>
                <a:gd name="connsiteX9" fmla="*/ 125598 w 125472"/>
                <a:gd name="connsiteY9" fmla="*/ 9875 h 119649"/>
                <a:gd name="connsiteX10" fmla="*/ 114745 w 125472"/>
                <a:gd name="connsiteY10" fmla="*/ 81 h 119649"/>
                <a:gd name="connsiteX11" fmla="*/ 74774 w 125472"/>
                <a:gd name="connsiteY11" fmla="*/ 37935 h 119649"/>
                <a:gd name="connsiteX12" fmla="*/ 71862 w 125472"/>
                <a:gd name="connsiteY12" fmla="*/ 23375 h 119649"/>
                <a:gd name="connsiteX13" fmla="*/ 58097 w 125472"/>
                <a:gd name="connsiteY13" fmla="*/ 81 h 119649"/>
                <a:gd name="connsiteX14" fmla="*/ 27126 w 125472"/>
                <a:gd name="connsiteY14" fmla="*/ 7758 h 119649"/>
                <a:gd name="connsiteX15" fmla="*/ 24214 w 125472"/>
                <a:gd name="connsiteY15" fmla="*/ 8816 h 119649"/>
                <a:gd name="connsiteX16" fmla="*/ 25273 w 125472"/>
                <a:gd name="connsiteY16" fmla="*/ 12787 h 119649"/>
                <a:gd name="connsiteX17" fmla="*/ 40096 w 125472"/>
                <a:gd name="connsiteY17" fmla="*/ 9875 h 119649"/>
                <a:gd name="connsiteX18" fmla="*/ 52008 w 125472"/>
                <a:gd name="connsiteY18" fmla="*/ 28140 h 119649"/>
                <a:gd name="connsiteX19" fmla="*/ 59685 w 125472"/>
                <a:gd name="connsiteY19" fmla="*/ 60700 h 119649"/>
                <a:gd name="connsiteX20" fmla="*/ 37979 w 125472"/>
                <a:gd name="connsiteY20" fmla="*/ 91671 h 119649"/>
                <a:gd name="connsiteX21" fmla="*/ 24478 w 125472"/>
                <a:gd name="connsiteY21" fmla="*/ 104377 h 119649"/>
                <a:gd name="connsiteX22" fmla="*/ 17596 w 125472"/>
                <a:gd name="connsiteY22" fmla="*/ 101995 h 119649"/>
                <a:gd name="connsiteX23" fmla="*/ 9125 w 125472"/>
                <a:gd name="connsiteY23" fmla="*/ 99347 h 119649"/>
                <a:gd name="connsiteX24" fmla="*/ 125 w 125472"/>
                <a:gd name="connsiteY24" fmla="*/ 108612 h 119649"/>
                <a:gd name="connsiteX25" fmla="*/ 13361 w 125472"/>
                <a:gd name="connsiteY25" fmla="*/ 119730 h 119649"/>
                <a:gd name="connsiteX26" fmla="*/ 37979 w 125472"/>
                <a:gd name="connsiteY26" fmla="*/ 101200 h 119649"/>
                <a:gd name="connsiteX27" fmla="*/ 61803 w 125472"/>
                <a:gd name="connsiteY27" fmla="*/ 70229 h 119649"/>
                <a:gd name="connsiteX28" fmla="*/ 69744 w 125472"/>
                <a:gd name="connsiteY28" fmla="*/ 101995 h 119649"/>
                <a:gd name="connsiteX29" fmla="*/ 85097 w 125472"/>
                <a:gd name="connsiteY29" fmla="*/ 119730 h 119649"/>
                <a:gd name="connsiteX30" fmla="*/ 117392 w 125472"/>
                <a:gd name="connsiteY30" fmla="*/ 89553 h 119649"/>
                <a:gd name="connsiteX31" fmla="*/ 113686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686" y="87435"/>
                  </a:moveTo>
                  <a:cubicBezTo>
                    <a:pt x="111568" y="89818"/>
                    <a:pt x="110245" y="91406"/>
                    <a:pt x="107862" y="94583"/>
                  </a:cubicBezTo>
                  <a:cubicBezTo>
                    <a:pt x="101774" y="102524"/>
                    <a:pt x="98598" y="105171"/>
                    <a:pt x="95686" y="105171"/>
                  </a:cubicBezTo>
                  <a:cubicBezTo>
                    <a:pt x="91715" y="105171"/>
                    <a:pt x="89333" y="101730"/>
                    <a:pt x="87480" y="94318"/>
                  </a:cubicBezTo>
                  <a:cubicBezTo>
                    <a:pt x="86950" y="92200"/>
                    <a:pt x="86685" y="90612"/>
                    <a:pt x="86421" y="89818"/>
                  </a:cubicBezTo>
                  <a:cubicBezTo>
                    <a:pt x="79803" y="63082"/>
                    <a:pt x="76891" y="50905"/>
                    <a:pt x="76891" y="46935"/>
                  </a:cubicBezTo>
                  <a:cubicBezTo>
                    <a:pt x="88538" y="26552"/>
                    <a:pt x="98068" y="14905"/>
                    <a:pt x="102833" y="14905"/>
                  </a:cubicBezTo>
                  <a:cubicBezTo>
                    <a:pt x="104421" y="14905"/>
                    <a:pt x="106539" y="15699"/>
                    <a:pt x="109186" y="17022"/>
                  </a:cubicBezTo>
                  <a:cubicBezTo>
                    <a:pt x="112362" y="18875"/>
                    <a:pt x="114215" y="19405"/>
                    <a:pt x="116333" y="19405"/>
                  </a:cubicBezTo>
                  <a:cubicBezTo>
                    <a:pt x="121892" y="19405"/>
                    <a:pt x="125598" y="15434"/>
                    <a:pt x="125598" y="9875"/>
                  </a:cubicBezTo>
                  <a:cubicBezTo>
                    <a:pt x="125598" y="4316"/>
                    <a:pt x="121098" y="81"/>
                    <a:pt x="114745" y="81"/>
                  </a:cubicBezTo>
                  <a:cubicBezTo>
                    <a:pt x="103098" y="81"/>
                    <a:pt x="93039" y="9610"/>
                    <a:pt x="74774" y="37935"/>
                  </a:cubicBezTo>
                  <a:lnTo>
                    <a:pt x="71862" y="23375"/>
                  </a:lnTo>
                  <a:cubicBezTo>
                    <a:pt x="68156" y="5375"/>
                    <a:pt x="65244" y="81"/>
                    <a:pt x="58097" y="81"/>
                  </a:cubicBezTo>
                  <a:cubicBezTo>
                    <a:pt x="52273" y="81"/>
                    <a:pt x="43273" y="2463"/>
                    <a:pt x="27126" y="7758"/>
                  </a:cubicBezTo>
                  <a:lnTo>
                    <a:pt x="24214" y="8816"/>
                  </a:lnTo>
                  <a:lnTo>
                    <a:pt x="25273" y="12787"/>
                  </a:lnTo>
                  <a:cubicBezTo>
                    <a:pt x="35332" y="10405"/>
                    <a:pt x="37714" y="9875"/>
                    <a:pt x="40096" y="9875"/>
                  </a:cubicBezTo>
                  <a:cubicBezTo>
                    <a:pt x="46714" y="9875"/>
                    <a:pt x="48302" y="12258"/>
                    <a:pt x="52008" y="28140"/>
                  </a:cubicBezTo>
                  <a:lnTo>
                    <a:pt x="59685" y="60700"/>
                  </a:lnTo>
                  <a:lnTo>
                    <a:pt x="37979" y="91671"/>
                  </a:lnTo>
                  <a:cubicBezTo>
                    <a:pt x="32684" y="99612"/>
                    <a:pt x="27390" y="104377"/>
                    <a:pt x="24478" y="104377"/>
                  </a:cubicBezTo>
                  <a:cubicBezTo>
                    <a:pt x="22890" y="104377"/>
                    <a:pt x="20243" y="103583"/>
                    <a:pt x="17596" y="101995"/>
                  </a:cubicBezTo>
                  <a:cubicBezTo>
                    <a:pt x="14155" y="100142"/>
                    <a:pt x="11243" y="99347"/>
                    <a:pt x="9125" y="99347"/>
                  </a:cubicBezTo>
                  <a:cubicBezTo>
                    <a:pt x="4096" y="99347"/>
                    <a:pt x="125" y="103318"/>
                    <a:pt x="125" y="108612"/>
                  </a:cubicBezTo>
                  <a:cubicBezTo>
                    <a:pt x="125" y="115495"/>
                    <a:pt x="5419" y="119730"/>
                    <a:pt x="13361" y="119730"/>
                  </a:cubicBezTo>
                  <a:cubicBezTo>
                    <a:pt x="21567" y="119730"/>
                    <a:pt x="24743" y="117348"/>
                    <a:pt x="37979" y="101200"/>
                  </a:cubicBezTo>
                  <a:cubicBezTo>
                    <a:pt x="45126" y="92730"/>
                    <a:pt x="50685" y="85582"/>
                    <a:pt x="61803" y="70229"/>
                  </a:cubicBezTo>
                  <a:lnTo>
                    <a:pt x="69744" y="101995"/>
                  </a:lnTo>
                  <a:cubicBezTo>
                    <a:pt x="73185" y="115495"/>
                    <a:pt x="76627" y="119730"/>
                    <a:pt x="85097" y="119730"/>
                  </a:cubicBezTo>
                  <a:cubicBezTo>
                    <a:pt x="95156" y="119730"/>
                    <a:pt x="102039" y="113377"/>
                    <a:pt x="117392" y="89553"/>
                  </a:cubicBezTo>
                  <a:lnTo>
                    <a:pt x="113686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5AD90202-EA54-B297-1284-6D3CA6A60374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5529288" y="5363546"/>
              <a:ext cx="55435" cy="132418"/>
            </a:xfrm>
            <a:custGeom>
              <a:avLst/>
              <a:gdLst>
                <a:gd name="connsiteX0" fmla="*/ 35388 w 55435"/>
                <a:gd name="connsiteY0" fmla="*/ 84 h 132418"/>
                <a:gd name="connsiteX1" fmla="*/ 128 w 55435"/>
                <a:gd name="connsiteY1" fmla="*/ 17909 h 132418"/>
                <a:gd name="connsiteX2" fmla="*/ 128 w 55435"/>
                <a:gd name="connsiteY2" fmla="*/ 20652 h 132418"/>
                <a:gd name="connsiteX3" fmla="*/ 5417 w 55435"/>
                <a:gd name="connsiteY3" fmla="*/ 18497 h 132418"/>
                <a:gd name="connsiteX4" fmla="*/ 14232 w 55435"/>
                <a:gd name="connsiteY4" fmla="*/ 16342 h 132418"/>
                <a:gd name="connsiteX5" fmla="*/ 20109 w 55435"/>
                <a:gd name="connsiteY5" fmla="*/ 25549 h 132418"/>
                <a:gd name="connsiteX6" fmla="*/ 20109 w 55435"/>
                <a:gd name="connsiteY6" fmla="*/ 114285 h 132418"/>
                <a:gd name="connsiteX7" fmla="*/ 15407 w 55435"/>
                <a:gd name="connsiteY7" fmla="*/ 127018 h 132418"/>
                <a:gd name="connsiteX8" fmla="*/ 1499 w 55435"/>
                <a:gd name="connsiteY8" fmla="*/ 129564 h 132418"/>
                <a:gd name="connsiteX9" fmla="*/ 1499 w 55435"/>
                <a:gd name="connsiteY9" fmla="*/ 132503 h 132418"/>
                <a:gd name="connsiteX10" fmla="*/ 55564 w 55435"/>
                <a:gd name="connsiteY10" fmla="*/ 132503 h 132418"/>
                <a:gd name="connsiteX11" fmla="*/ 55564 w 55435"/>
                <a:gd name="connsiteY11" fmla="*/ 129564 h 132418"/>
                <a:gd name="connsiteX12" fmla="*/ 36955 w 55435"/>
                <a:gd name="connsiteY12" fmla="*/ 118007 h 132418"/>
                <a:gd name="connsiteX13" fmla="*/ 36955 w 55435"/>
                <a:gd name="connsiteY13" fmla="*/ 476 h 132418"/>
                <a:gd name="connsiteX14" fmla="*/ 35388 w 55435"/>
                <a:gd name="connsiteY14" fmla="*/ 84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388" y="84"/>
                  </a:moveTo>
                  <a:lnTo>
                    <a:pt x="128" y="17909"/>
                  </a:lnTo>
                  <a:lnTo>
                    <a:pt x="128" y="20652"/>
                  </a:lnTo>
                  <a:cubicBezTo>
                    <a:pt x="2479" y="19672"/>
                    <a:pt x="4634" y="18889"/>
                    <a:pt x="5417" y="18497"/>
                  </a:cubicBezTo>
                  <a:cubicBezTo>
                    <a:pt x="8943" y="17126"/>
                    <a:pt x="12273" y="16342"/>
                    <a:pt x="14232" y="16342"/>
                  </a:cubicBezTo>
                  <a:cubicBezTo>
                    <a:pt x="18346" y="16342"/>
                    <a:pt x="20109" y="19281"/>
                    <a:pt x="20109" y="25549"/>
                  </a:cubicBezTo>
                  <a:lnTo>
                    <a:pt x="20109" y="114285"/>
                  </a:lnTo>
                  <a:cubicBezTo>
                    <a:pt x="20109" y="120749"/>
                    <a:pt x="18542" y="125255"/>
                    <a:pt x="15407" y="127018"/>
                  </a:cubicBezTo>
                  <a:cubicBezTo>
                    <a:pt x="12469" y="128781"/>
                    <a:pt x="9727" y="129368"/>
                    <a:pt x="1499" y="129564"/>
                  </a:cubicBezTo>
                  <a:lnTo>
                    <a:pt x="1499" y="132503"/>
                  </a:lnTo>
                  <a:lnTo>
                    <a:pt x="55564" y="132503"/>
                  </a:lnTo>
                  <a:lnTo>
                    <a:pt x="55564" y="129564"/>
                  </a:lnTo>
                  <a:cubicBezTo>
                    <a:pt x="40089" y="129368"/>
                    <a:pt x="36955" y="127410"/>
                    <a:pt x="36955" y="118007"/>
                  </a:cubicBezTo>
                  <a:lnTo>
                    <a:pt x="36955" y="476"/>
                  </a:lnTo>
                  <a:lnTo>
                    <a:pt x="35388" y="8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EAA60F35-29D1-C610-C00E-EA58ED2AA1F1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5634229" y="5257294"/>
              <a:ext cx="61412" cy="264710"/>
            </a:xfrm>
            <a:custGeom>
              <a:avLst/>
              <a:gdLst>
                <a:gd name="connsiteX0" fmla="*/ 61547 w 61412"/>
                <a:gd name="connsiteY0" fmla="*/ 132436 h 264710"/>
                <a:gd name="connsiteX1" fmla="*/ 44076 w 61412"/>
                <a:gd name="connsiteY1" fmla="*/ 49846 h 264710"/>
                <a:gd name="connsiteX2" fmla="*/ 2781 w 61412"/>
                <a:gd name="connsiteY2" fmla="*/ 80 h 264710"/>
                <a:gd name="connsiteX3" fmla="*/ 134 w 61412"/>
                <a:gd name="connsiteY3" fmla="*/ 2728 h 264710"/>
                <a:gd name="connsiteX4" fmla="*/ 5163 w 61412"/>
                <a:gd name="connsiteY4" fmla="*/ 8816 h 264710"/>
                <a:gd name="connsiteX5" fmla="*/ 46194 w 61412"/>
                <a:gd name="connsiteY5" fmla="*/ 132436 h 264710"/>
                <a:gd name="connsiteX6" fmla="*/ 3575 w 61412"/>
                <a:gd name="connsiteY6" fmla="*/ 257644 h 264710"/>
                <a:gd name="connsiteX7" fmla="*/ 134 w 61412"/>
                <a:gd name="connsiteY7" fmla="*/ 262144 h 264710"/>
                <a:gd name="connsiteX8" fmla="*/ 2781 w 61412"/>
                <a:gd name="connsiteY8" fmla="*/ 264791 h 264710"/>
                <a:gd name="connsiteX9" fmla="*/ 44870 w 61412"/>
                <a:gd name="connsiteY9" fmla="*/ 213173 h 264710"/>
                <a:gd name="connsiteX10" fmla="*/ 61547 w 61412"/>
                <a:gd name="connsiteY10" fmla="*/ 132436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47" y="132436"/>
                  </a:moveTo>
                  <a:cubicBezTo>
                    <a:pt x="61547" y="111788"/>
                    <a:pt x="58635" y="79758"/>
                    <a:pt x="44076" y="49846"/>
                  </a:cubicBezTo>
                  <a:cubicBezTo>
                    <a:pt x="28193" y="17287"/>
                    <a:pt x="5428" y="80"/>
                    <a:pt x="2781" y="80"/>
                  </a:cubicBezTo>
                  <a:cubicBezTo>
                    <a:pt x="1193" y="80"/>
                    <a:pt x="134" y="1139"/>
                    <a:pt x="134" y="2728"/>
                  </a:cubicBezTo>
                  <a:cubicBezTo>
                    <a:pt x="134" y="3522"/>
                    <a:pt x="134" y="4051"/>
                    <a:pt x="5163" y="8816"/>
                  </a:cubicBezTo>
                  <a:cubicBezTo>
                    <a:pt x="31105" y="35022"/>
                    <a:pt x="46194" y="77111"/>
                    <a:pt x="46194" y="132436"/>
                  </a:cubicBezTo>
                  <a:cubicBezTo>
                    <a:pt x="46194" y="177702"/>
                    <a:pt x="36399" y="224291"/>
                    <a:pt x="3575" y="257644"/>
                  </a:cubicBezTo>
                  <a:cubicBezTo>
                    <a:pt x="134" y="260821"/>
                    <a:pt x="134" y="261350"/>
                    <a:pt x="134" y="262144"/>
                  </a:cubicBezTo>
                  <a:cubicBezTo>
                    <a:pt x="134" y="263733"/>
                    <a:pt x="1193" y="264791"/>
                    <a:pt x="2781" y="264791"/>
                  </a:cubicBezTo>
                  <a:cubicBezTo>
                    <a:pt x="5428" y="264791"/>
                    <a:pt x="29252" y="246791"/>
                    <a:pt x="44870" y="213173"/>
                  </a:cubicBezTo>
                  <a:cubicBezTo>
                    <a:pt x="58370" y="184055"/>
                    <a:pt x="61547" y="154672"/>
                    <a:pt x="61547" y="1324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F78EBE01-914A-3712-727B-846A5B4FB90A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5748436" y="5257294"/>
              <a:ext cx="61412" cy="264710"/>
            </a:xfrm>
            <a:custGeom>
              <a:avLst/>
              <a:gdLst>
                <a:gd name="connsiteX0" fmla="*/ 61551 w 61412"/>
                <a:gd name="connsiteY0" fmla="*/ 262144 h 264710"/>
                <a:gd name="connsiteX1" fmla="*/ 57051 w 61412"/>
                <a:gd name="connsiteY1" fmla="*/ 256321 h 264710"/>
                <a:gd name="connsiteX2" fmla="*/ 15491 w 61412"/>
                <a:gd name="connsiteY2" fmla="*/ 132436 h 264710"/>
                <a:gd name="connsiteX3" fmla="*/ 58110 w 61412"/>
                <a:gd name="connsiteY3" fmla="*/ 7228 h 264710"/>
                <a:gd name="connsiteX4" fmla="*/ 61551 w 61412"/>
                <a:gd name="connsiteY4" fmla="*/ 2728 h 264710"/>
                <a:gd name="connsiteX5" fmla="*/ 58904 w 61412"/>
                <a:gd name="connsiteY5" fmla="*/ 80 h 264710"/>
                <a:gd name="connsiteX6" fmla="*/ 16815 w 61412"/>
                <a:gd name="connsiteY6" fmla="*/ 51699 h 264710"/>
                <a:gd name="connsiteX7" fmla="*/ 138 w 61412"/>
                <a:gd name="connsiteY7" fmla="*/ 132436 h 264710"/>
                <a:gd name="connsiteX8" fmla="*/ 17609 w 61412"/>
                <a:gd name="connsiteY8" fmla="*/ 215026 h 264710"/>
                <a:gd name="connsiteX9" fmla="*/ 58904 w 61412"/>
                <a:gd name="connsiteY9" fmla="*/ 264791 h 264710"/>
                <a:gd name="connsiteX10" fmla="*/ 61551 w 61412"/>
                <a:gd name="connsiteY10" fmla="*/ 262144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51" y="262144"/>
                  </a:moveTo>
                  <a:cubicBezTo>
                    <a:pt x="61551" y="261350"/>
                    <a:pt x="61551" y="260821"/>
                    <a:pt x="57051" y="256321"/>
                  </a:cubicBezTo>
                  <a:cubicBezTo>
                    <a:pt x="23962" y="222967"/>
                    <a:pt x="15491" y="172937"/>
                    <a:pt x="15491" y="132436"/>
                  </a:cubicBezTo>
                  <a:cubicBezTo>
                    <a:pt x="15491" y="86376"/>
                    <a:pt x="25550" y="40316"/>
                    <a:pt x="58110" y="7228"/>
                  </a:cubicBezTo>
                  <a:cubicBezTo>
                    <a:pt x="61551" y="4051"/>
                    <a:pt x="61551" y="3522"/>
                    <a:pt x="61551" y="2728"/>
                  </a:cubicBezTo>
                  <a:cubicBezTo>
                    <a:pt x="61551" y="875"/>
                    <a:pt x="60492" y="80"/>
                    <a:pt x="58904" y="80"/>
                  </a:cubicBezTo>
                  <a:cubicBezTo>
                    <a:pt x="56257" y="80"/>
                    <a:pt x="32433" y="18081"/>
                    <a:pt x="16815" y="51699"/>
                  </a:cubicBezTo>
                  <a:cubicBezTo>
                    <a:pt x="3314" y="80817"/>
                    <a:pt x="138" y="110200"/>
                    <a:pt x="138" y="132436"/>
                  </a:cubicBezTo>
                  <a:cubicBezTo>
                    <a:pt x="138" y="153083"/>
                    <a:pt x="3050" y="185113"/>
                    <a:pt x="17609" y="215026"/>
                  </a:cubicBezTo>
                  <a:cubicBezTo>
                    <a:pt x="33491" y="247585"/>
                    <a:pt x="56257" y="264791"/>
                    <a:pt x="58904" y="264791"/>
                  </a:cubicBezTo>
                  <a:cubicBezTo>
                    <a:pt x="60492" y="264791"/>
                    <a:pt x="61551" y="263997"/>
                    <a:pt x="61551" y="26214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5713146C-2F5B-732A-2DA5-1E8A69BE4FAA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5818173" y="5339090"/>
              <a:ext cx="125472" cy="119649"/>
            </a:xfrm>
            <a:custGeom>
              <a:avLst/>
              <a:gdLst>
                <a:gd name="connsiteX0" fmla="*/ 113702 w 125472"/>
                <a:gd name="connsiteY0" fmla="*/ 87435 h 119649"/>
                <a:gd name="connsiteX1" fmla="*/ 107879 w 125472"/>
                <a:gd name="connsiteY1" fmla="*/ 94583 h 119649"/>
                <a:gd name="connsiteX2" fmla="*/ 95702 w 125472"/>
                <a:gd name="connsiteY2" fmla="*/ 105171 h 119649"/>
                <a:gd name="connsiteX3" fmla="*/ 87496 w 125472"/>
                <a:gd name="connsiteY3" fmla="*/ 94318 h 119649"/>
                <a:gd name="connsiteX4" fmla="*/ 86437 w 125472"/>
                <a:gd name="connsiteY4" fmla="*/ 89818 h 119649"/>
                <a:gd name="connsiteX5" fmla="*/ 76908 w 125472"/>
                <a:gd name="connsiteY5" fmla="*/ 46935 h 119649"/>
                <a:gd name="connsiteX6" fmla="*/ 102849 w 125472"/>
                <a:gd name="connsiteY6" fmla="*/ 14905 h 119649"/>
                <a:gd name="connsiteX7" fmla="*/ 109202 w 125472"/>
                <a:gd name="connsiteY7" fmla="*/ 17022 h 119649"/>
                <a:gd name="connsiteX8" fmla="*/ 116349 w 125472"/>
                <a:gd name="connsiteY8" fmla="*/ 19405 h 119649"/>
                <a:gd name="connsiteX9" fmla="*/ 125614 w 125472"/>
                <a:gd name="connsiteY9" fmla="*/ 9875 h 119649"/>
                <a:gd name="connsiteX10" fmla="*/ 114761 w 125472"/>
                <a:gd name="connsiteY10" fmla="*/ 81 h 119649"/>
                <a:gd name="connsiteX11" fmla="*/ 74790 w 125472"/>
                <a:gd name="connsiteY11" fmla="*/ 37935 h 119649"/>
                <a:gd name="connsiteX12" fmla="*/ 71878 w 125472"/>
                <a:gd name="connsiteY12" fmla="*/ 23375 h 119649"/>
                <a:gd name="connsiteX13" fmla="*/ 58113 w 125472"/>
                <a:gd name="connsiteY13" fmla="*/ 81 h 119649"/>
                <a:gd name="connsiteX14" fmla="*/ 27142 w 125472"/>
                <a:gd name="connsiteY14" fmla="*/ 7758 h 119649"/>
                <a:gd name="connsiteX15" fmla="*/ 24230 w 125472"/>
                <a:gd name="connsiteY15" fmla="*/ 8816 h 119649"/>
                <a:gd name="connsiteX16" fmla="*/ 25289 w 125472"/>
                <a:gd name="connsiteY16" fmla="*/ 12787 h 119649"/>
                <a:gd name="connsiteX17" fmla="*/ 40113 w 125472"/>
                <a:gd name="connsiteY17" fmla="*/ 9875 h 119649"/>
                <a:gd name="connsiteX18" fmla="*/ 52025 w 125472"/>
                <a:gd name="connsiteY18" fmla="*/ 28140 h 119649"/>
                <a:gd name="connsiteX19" fmla="*/ 59701 w 125472"/>
                <a:gd name="connsiteY19" fmla="*/ 60700 h 119649"/>
                <a:gd name="connsiteX20" fmla="*/ 37995 w 125472"/>
                <a:gd name="connsiteY20" fmla="*/ 91671 h 119649"/>
                <a:gd name="connsiteX21" fmla="*/ 24495 w 125472"/>
                <a:gd name="connsiteY21" fmla="*/ 104377 h 119649"/>
                <a:gd name="connsiteX22" fmla="*/ 17612 w 125472"/>
                <a:gd name="connsiteY22" fmla="*/ 101995 h 119649"/>
                <a:gd name="connsiteX23" fmla="*/ 9142 w 125472"/>
                <a:gd name="connsiteY23" fmla="*/ 99347 h 119649"/>
                <a:gd name="connsiteX24" fmla="*/ 141 w 125472"/>
                <a:gd name="connsiteY24" fmla="*/ 108612 h 119649"/>
                <a:gd name="connsiteX25" fmla="*/ 13377 w 125472"/>
                <a:gd name="connsiteY25" fmla="*/ 119730 h 119649"/>
                <a:gd name="connsiteX26" fmla="*/ 37995 w 125472"/>
                <a:gd name="connsiteY26" fmla="*/ 101200 h 119649"/>
                <a:gd name="connsiteX27" fmla="*/ 61819 w 125472"/>
                <a:gd name="connsiteY27" fmla="*/ 70229 h 119649"/>
                <a:gd name="connsiteX28" fmla="*/ 69760 w 125472"/>
                <a:gd name="connsiteY28" fmla="*/ 101995 h 119649"/>
                <a:gd name="connsiteX29" fmla="*/ 85114 w 125472"/>
                <a:gd name="connsiteY29" fmla="*/ 119730 h 119649"/>
                <a:gd name="connsiteX30" fmla="*/ 117408 w 125472"/>
                <a:gd name="connsiteY30" fmla="*/ 89553 h 119649"/>
                <a:gd name="connsiteX31" fmla="*/ 113702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02" y="87435"/>
                  </a:moveTo>
                  <a:cubicBezTo>
                    <a:pt x="111585" y="89818"/>
                    <a:pt x="110261" y="91406"/>
                    <a:pt x="107879" y="94583"/>
                  </a:cubicBezTo>
                  <a:cubicBezTo>
                    <a:pt x="101790" y="102524"/>
                    <a:pt x="98614" y="105171"/>
                    <a:pt x="95702" y="105171"/>
                  </a:cubicBezTo>
                  <a:cubicBezTo>
                    <a:pt x="91731" y="105171"/>
                    <a:pt x="89349" y="101730"/>
                    <a:pt x="87496" y="94318"/>
                  </a:cubicBezTo>
                  <a:cubicBezTo>
                    <a:pt x="86967" y="92200"/>
                    <a:pt x="86702" y="90612"/>
                    <a:pt x="86437" y="89818"/>
                  </a:cubicBezTo>
                  <a:cubicBezTo>
                    <a:pt x="79819" y="63082"/>
                    <a:pt x="76908" y="50905"/>
                    <a:pt x="76908" y="46935"/>
                  </a:cubicBezTo>
                  <a:cubicBezTo>
                    <a:pt x="88555" y="26552"/>
                    <a:pt x="98084" y="14905"/>
                    <a:pt x="102849" y="14905"/>
                  </a:cubicBezTo>
                  <a:cubicBezTo>
                    <a:pt x="104437" y="14905"/>
                    <a:pt x="106555" y="15699"/>
                    <a:pt x="109202" y="17022"/>
                  </a:cubicBezTo>
                  <a:cubicBezTo>
                    <a:pt x="112379" y="18875"/>
                    <a:pt x="114232" y="19405"/>
                    <a:pt x="116349" y="19405"/>
                  </a:cubicBezTo>
                  <a:cubicBezTo>
                    <a:pt x="121908" y="19405"/>
                    <a:pt x="125614" y="15434"/>
                    <a:pt x="125614" y="9875"/>
                  </a:cubicBezTo>
                  <a:cubicBezTo>
                    <a:pt x="125614" y="4316"/>
                    <a:pt x="121114" y="81"/>
                    <a:pt x="114761" y="81"/>
                  </a:cubicBezTo>
                  <a:cubicBezTo>
                    <a:pt x="103114" y="81"/>
                    <a:pt x="93055" y="9610"/>
                    <a:pt x="74790" y="37935"/>
                  </a:cubicBezTo>
                  <a:lnTo>
                    <a:pt x="71878" y="23375"/>
                  </a:lnTo>
                  <a:cubicBezTo>
                    <a:pt x="68172" y="5375"/>
                    <a:pt x="65260" y="81"/>
                    <a:pt x="58113" y="81"/>
                  </a:cubicBezTo>
                  <a:cubicBezTo>
                    <a:pt x="52289" y="81"/>
                    <a:pt x="43289" y="2463"/>
                    <a:pt x="27142" y="7758"/>
                  </a:cubicBezTo>
                  <a:lnTo>
                    <a:pt x="24230" y="8816"/>
                  </a:lnTo>
                  <a:lnTo>
                    <a:pt x="25289" y="12787"/>
                  </a:lnTo>
                  <a:cubicBezTo>
                    <a:pt x="35348" y="10405"/>
                    <a:pt x="37730" y="9875"/>
                    <a:pt x="40113" y="9875"/>
                  </a:cubicBezTo>
                  <a:cubicBezTo>
                    <a:pt x="46731" y="9875"/>
                    <a:pt x="48319" y="12258"/>
                    <a:pt x="52025" y="28140"/>
                  </a:cubicBezTo>
                  <a:lnTo>
                    <a:pt x="59701" y="60700"/>
                  </a:lnTo>
                  <a:lnTo>
                    <a:pt x="37995" y="91671"/>
                  </a:lnTo>
                  <a:cubicBezTo>
                    <a:pt x="32701" y="99612"/>
                    <a:pt x="27407" y="104377"/>
                    <a:pt x="24495" y="104377"/>
                  </a:cubicBezTo>
                  <a:cubicBezTo>
                    <a:pt x="22907" y="104377"/>
                    <a:pt x="20259" y="103583"/>
                    <a:pt x="17612" y="101995"/>
                  </a:cubicBezTo>
                  <a:cubicBezTo>
                    <a:pt x="14171" y="100142"/>
                    <a:pt x="11259" y="99347"/>
                    <a:pt x="9142" y="99347"/>
                  </a:cubicBezTo>
                  <a:cubicBezTo>
                    <a:pt x="4112" y="99347"/>
                    <a:pt x="141" y="103318"/>
                    <a:pt x="141" y="108612"/>
                  </a:cubicBezTo>
                  <a:cubicBezTo>
                    <a:pt x="141" y="115495"/>
                    <a:pt x="5436" y="119730"/>
                    <a:pt x="13377" y="119730"/>
                  </a:cubicBezTo>
                  <a:cubicBezTo>
                    <a:pt x="21583" y="119730"/>
                    <a:pt x="24759" y="117348"/>
                    <a:pt x="37995" y="101200"/>
                  </a:cubicBezTo>
                  <a:cubicBezTo>
                    <a:pt x="45142" y="92730"/>
                    <a:pt x="50701" y="85582"/>
                    <a:pt x="61819" y="70229"/>
                  </a:cubicBezTo>
                  <a:lnTo>
                    <a:pt x="69760" y="101995"/>
                  </a:lnTo>
                  <a:cubicBezTo>
                    <a:pt x="73202" y="115495"/>
                    <a:pt x="76643" y="119730"/>
                    <a:pt x="85114" y="119730"/>
                  </a:cubicBezTo>
                  <a:cubicBezTo>
                    <a:pt x="95173" y="119730"/>
                    <a:pt x="102055" y="113377"/>
                    <a:pt x="117408" y="89553"/>
                  </a:cubicBezTo>
                  <a:lnTo>
                    <a:pt x="113702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45E5BBAC-7473-FFDB-D42A-6E29324B6491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6002958" y="5384355"/>
              <a:ext cx="161738" cy="10588"/>
            </a:xfrm>
            <a:custGeom>
              <a:avLst/>
              <a:gdLst>
                <a:gd name="connsiteX0" fmla="*/ 152620 w 161738"/>
                <a:gd name="connsiteY0" fmla="*/ 10670 h 10588"/>
                <a:gd name="connsiteX1" fmla="*/ 161885 w 161738"/>
                <a:gd name="connsiteY1" fmla="*/ 5376 h 10588"/>
                <a:gd name="connsiteX2" fmla="*/ 152620 w 161738"/>
                <a:gd name="connsiteY2" fmla="*/ 81 h 10588"/>
                <a:gd name="connsiteX3" fmla="*/ 9412 w 161738"/>
                <a:gd name="connsiteY3" fmla="*/ 81 h 10588"/>
                <a:gd name="connsiteX4" fmla="*/ 147 w 161738"/>
                <a:gd name="connsiteY4" fmla="*/ 5376 h 10588"/>
                <a:gd name="connsiteX5" fmla="*/ 9412 w 161738"/>
                <a:gd name="connsiteY5" fmla="*/ 10670 h 10588"/>
                <a:gd name="connsiteX6" fmla="*/ 152620 w 161738"/>
                <a:gd name="connsiteY6" fmla="*/ 10670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620" y="10670"/>
                  </a:moveTo>
                  <a:cubicBezTo>
                    <a:pt x="157120" y="10670"/>
                    <a:pt x="161885" y="10670"/>
                    <a:pt x="161885" y="5376"/>
                  </a:cubicBezTo>
                  <a:cubicBezTo>
                    <a:pt x="161885" y="81"/>
                    <a:pt x="157120" y="81"/>
                    <a:pt x="152620" y="81"/>
                  </a:cubicBezTo>
                  <a:lnTo>
                    <a:pt x="9412" y="81"/>
                  </a:lnTo>
                  <a:cubicBezTo>
                    <a:pt x="4911" y="81"/>
                    <a:pt x="147" y="81"/>
                    <a:pt x="147" y="5376"/>
                  </a:cubicBezTo>
                  <a:cubicBezTo>
                    <a:pt x="147" y="10670"/>
                    <a:pt x="4911" y="10670"/>
                    <a:pt x="9412" y="10670"/>
                  </a:cubicBezTo>
                  <a:lnTo>
                    <a:pt x="152620" y="1067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F9F78AE0-D6E4-0697-2A61-61D49D41E51E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6217191" y="5339090"/>
              <a:ext cx="125472" cy="119649"/>
            </a:xfrm>
            <a:custGeom>
              <a:avLst/>
              <a:gdLst>
                <a:gd name="connsiteX0" fmla="*/ 113717 w 125472"/>
                <a:gd name="connsiteY0" fmla="*/ 87435 h 119649"/>
                <a:gd name="connsiteX1" fmla="*/ 107894 w 125472"/>
                <a:gd name="connsiteY1" fmla="*/ 94583 h 119649"/>
                <a:gd name="connsiteX2" fmla="*/ 95717 w 125472"/>
                <a:gd name="connsiteY2" fmla="*/ 105171 h 119649"/>
                <a:gd name="connsiteX3" fmla="*/ 87511 w 125472"/>
                <a:gd name="connsiteY3" fmla="*/ 94318 h 119649"/>
                <a:gd name="connsiteX4" fmla="*/ 86452 w 125472"/>
                <a:gd name="connsiteY4" fmla="*/ 89818 h 119649"/>
                <a:gd name="connsiteX5" fmla="*/ 76923 w 125472"/>
                <a:gd name="connsiteY5" fmla="*/ 46935 h 119649"/>
                <a:gd name="connsiteX6" fmla="*/ 102864 w 125472"/>
                <a:gd name="connsiteY6" fmla="*/ 14905 h 119649"/>
                <a:gd name="connsiteX7" fmla="*/ 109217 w 125472"/>
                <a:gd name="connsiteY7" fmla="*/ 17022 h 119649"/>
                <a:gd name="connsiteX8" fmla="*/ 116364 w 125472"/>
                <a:gd name="connsiteY8" fmla="*/ 19405 h 119649"/>
                <a:gd name="connsiteX9" fmla="*/ 125629 w 125472"/>
                <a:gd name="connsiteY9" fmla="*/ 9875 h 119649"/>
                <a:gd name="connsiteX10" fmla="*/ 114776 w 125472"/>
                <a:gd name="connsiteY10" fmla="*/ 81 h 119649"/>
                <a:gd name="connsiteX11" fmla="*/ 74805 w 125472"/>
                <a:gd name="connsiteY11" fmla="*/ 37935 h 119649"/>
                <a:gd name="connsiteX12" fmla="*/ 71893 w 125472"/>
                <a:gd name="connsiteY12" fmla="*/ 23375 h 119649"/>
                <a:gd name="connsiteX13" fmla="*/ 58128 w 125472"/>
                <a:gd name="connsiteY13" fmla="*/ 81 h 119649"/>
                <a:gd name="connsiteX14" fmla="*/ 27157 w 125472"/>
                <a:gd name="connsiteY14" fmla="*/ 7758 h 119649"/>
                <a:gd name="connsiteX15" fmla="*/ 24245 w 125472"/>
                <a:gd name="connsiteY15" fmla="*/ 8816 h 119649"/>
                <a:gd name="connsiteX16" fmla="*/ 25304 w 125472"/>
                <a:gd name="connsiteY16" fmla="*/ 12787 h 119649"/>
                <a:gd name="connsiteX17" fmla="*/ 40128 w 125472"/>
                <a:gd name="connsiteY17" fmla="*/ 9875 h 119649"/>
                <a:gd name="connsiteX18" fmla="*/ 52040 w 125472"/>
                <a:gd name="connsiteY18" fmla="*/ 28140 h 119649"/>
                <a:gd name="connsiteX19" fmla="*/ 59716 w 125472"/>
                <a:gd name="connsiteY19" fmla="*/ 60700 h 119649"/>
                <a:gd name="connsiteX20" fmla="*/ 38010 w 125472"/>
                <a:gd name="connsiteY20" fmla="*/ 91671 h 119649"/>
                <a:gd name="connsiteX21" fmla="*/ 24510 w 125472"/>
                <a:gd name="connsiteY21" fmla="*/ 104377 h 119649"/>
                <a:gd name="connsiteX22" fmla="*/ 17627 w 125472"/>
                <a:gd name="connsiteY22" fmla="*/ 101995 h 119649"/>
                <a:gd name="connsiteX23" fmla="*/ 9157 w 125472"/>
                <a:gd name="connsiteY23" fmla="*/ 99347 h 119649"/>
                <a:gd name="connsiteX24" fmla="*/ 156 w 125472"/>
                <a:gd name="connsiteY24" fmla="*/ 108612 h 119649"/>
                <a:gd name="connsiteX25" fmla="*/ 13392 w 125472"/>
                <a:gd name="connsiteY25" fmla="*/ 119730 h 119649"/>
                <a:gd name="connsiteX26" fmla="*/ 38010 w 125472"/>
                <a:gd name="connsiteY26" fmla="*/ 101200 h 119649"/>
                <a:gd name="connsiteX27" fmla="*/ 61834 w 125472"/>
                <a:gd name="connsiteY27" fmla="*/ 70229 h 119649"/>
                <a:gd name="connsiteX28" fmla="*/ 69775 w 125472"/>
                <a:gd name="connsiteY28" fmla="*/ 101995 h 119649"/>
                <a:gd name="connsiteX29" fmla="*/ 85129 w 125472"/>
                <a:gd name="connsiteY29" fmla="*/ 119730 h 119649"/>
                <a:gd name="connsiteX30" fmla="*/ 117423 w 125472"/>
                <a:gd name="connsiteY30" fmla="*/ 89553 h 119649"/>
                <a:gd name="connsiteX31" fmla="*/ 113717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17" y="87435"/>
                  </a:moveTo>
                  <a:cubicBezTo>
                    <a:pt x="111600" y="89818"/>
                    <a:pt x="110276" y="91406"/>
                    <a:pt x="107894" y="94583"/>
                  </a:cubicBezTo>
                  <a:cubicBezTo>
                    <a:pt x="101805" y="102524"/>
                    <a:pt x="98629" y="105171"/>
                    <a:pt x="95717" y="105171"/>
                  </a:cubicBezTo>
                  <a:cubicBezTo>
                    <a:pt x="91746" y="105171"/>
                    <a:pt x="89364" y="101730"/>
                    <a:pt x="87511" y="94318"/>
                  </a:cubicBezTo>
                  <a:cubicBezTo>
                    <a:pt x="86982" y="92200"/>
                    <a:pt x="86717" y="90612"/>
                    <a:pt x="86452" y="89818"/>
                  </a:cubicBezTo>
                  <a:cubicBezTo>
                    <a:pt x="79834" y="63082"/>
                    <a:pt x="76923" y="50905"/>
                    <a:pt x="76923" y="46935"/>
                  </a:cubicBezTo>
                  <a:cubicBezTo>
                    <a:pt x="88570" y="26552"/>
                    <a:pt x="98099" y="14905"/>
                    <a:pt x="102864" y="14905"/>
                  </a:cubicBezTo>
                  <a:cubicBezTo>
                    <a:pt x="104452" y="14905"/>
                    <a:pt x="106570" y="15699"/>
                    <a:pt x="109217" y="17022"/>
                  </a:cubicBezTo>
                  <a:cubicBezTo>
                    <a:pt x="112394" y="18875"/>
                    <a:pt x="114247" y="19405"/>
                    <a:pt x="116364" y="19405"/>
                  </a:cubicBezTo>
                  <a:cubicBezTo>
                    <a:pt x="121923" y="19405"/>
                    <a:pt x="125629" y="15434"/>
                    <a:pt x="125629" y="9875"/>
                  </a:cubicBezTo>
                  <a:cubicBezTo>
                    <a:pt x="125629" y="4316"/>
                    <a:pt x="121129" y="81"/>
                    <a:pt x="114776" y="81"/>
                  </a:cubicBezTo>
                  <a:cubicBezTo>
                    <a:pt x="103129" y="81"/>
                    <a:pt x="93070" y="9610"/>
                    <a:pt x="74805" y="37935"/>
                  </a:cubicBezTo>
                  <a:lnTo>
                    <a:pt x="71893" y="23375"/>
                  </a:lnTo>
                  <a:cubicBezTo>
                    <a:pt x="68187" y="5375"/>
                    <a:pt x="65275" y="81"/>
                    <a:pt x="58128" y="81"/>
                  </a:cubicBezTo>
                  <a:cubicBezTo>
                    <a:pt x="52304" y="81"/>
                    <a:pt x="43304" y="2463"/>
                    <a:pt x="27157" y="7758"/>
                  </a:cubicBezTo>
                  <a:lnTo>
                    <a:pt x="24245" y="8816"/>
                  </a:lnTo>
                  <a:lnTo>
                    <a:pt x="25304" y="12787"/>
                  </a:lnTo>
                  <a:cubicBezTo>
                    <a:pt x="35363" y="10405"/>
                    <a:pt x="37745" y="9875"/>
                    <a:pt x="40128" y="9875"/>
                  </a:cubicBezTo>
                  <a:cubicBezTo>
                    <a:pt x="46745" y="9875"/>
                    <a:pt x="48334" y="12258"/>
                    <a:pt x="52040" y="28140"/>
                  </a:cubicBezTo>
                  <a:lnTo>
                    <a:pt x="59716" y="60700"/>
                  </a:lnTo>
                  <a:lnTo>
                    <a:pt x="38010" y="91671"/>
                  </a:lnTo>
                  <a:cubicBezTo>
                    <a:pt x="32716" y="99612"/>
                    <a:pt x="27422" y="104377"/>
                    <a:pt x="24510" y="104377"/>
                  </a:cubicBezTo>
                  <a:cubicBezTo>
                    <a:pt x="22921" y="104377"/>
                    <a:pt x="20274" y="103583"/>
                    <a:pt x="17627" y="101995"/>
                  </a:cubicBezTo>
                  <a:cubicBezTo>
                    <a:pt x="14186" y="100142"/>
                    <a:pt x="11274" y="99347"/>
                    <a:pt x="9157" y="99347"/>
                  </a:cubicBezTo>
                  <a:cubicBezTo>
                    <a:pt x="4127" y="99347"/>
                    <a:pt x="156" y="103318"/>
                    <a:pt x="156" y="108612"/>
                  </a:cubicBezTo>
                  <a:cubicBezTo>
                    <a:pt x="156" y="115495"/>
                    <a:pt x="5451" y="119730"/>
                    <a:pt x="13392" y="119730"/>
                  </a:cubicBezTo>
                  <a:cubicBezTo>
                    <a:pt x="21598" y="119730"/>
                    <a:pt x="24774" y="117348"/>
                    <a:pt x="38010" y="101200"/>
                  </a:cubicBezTo>
                  <a:cubicBezTo>
                    <a:pt x="45157" y="92730"/>
                    <a:pt x="50716" y="85582"/>
                    <a:pt x="61834" y="70229"/>
                  </a:cubicBezTo>
                  <a:lnTo>
                    <a:pt x="69775" y="101995"/>
                  </a:lnTo>
                  <a:cubicBezTo>
                    <a:pt x="73217" y="115495"/>
                    <a:pt x="76658" y="119730"/>
                    <a:pt x="85129" y="119730"/>
                  </a:cubicBezTo>
                  <a:cubicBezTo>
                    <a:pt x="95188" y="119730"/>
                    <a:pt x="102070" y="113377"/>
                    <a:pt x="117423" y="89553"/>
                  </a:cubicBezTo>
                  <a:lnTo>
                    <a:pt x="113717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F585B02A-2274-8E97-2032-275518A3E586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6348186" y="5363546"/>
              <a:ext cx="87169" cy="132418"/>
            </a:xfrm>
            <a:custGeom>
              <a:avLst/>
              <a:gdLst>
                <a:gd name="connsiteX0" fmla="*/ 87329 w 87169"/>
                <a:gd name="connsiteY0" fmla="*/ 105666 h 132418"/>
                <a:gd name="connsiteX1" fmla="*/ 84782 w 87169"/>
                <a:gd name="connsiteY1" fmla="*/ 104687 h 132418"/>
                <a:gd name="connsiteX2" fmla="*/ 66173 w 87169"/>
                <a:gd name="connsiteY2" fmla="*/ 117615 h 132418"/>
                <a:gd name="connsiteX3" fmla="*/ 19356 w 87169"/>
                <a:gd name="connsiteY3" fmla="*/ 117615 h 132418"/>
                <a:gd name="connsiteX4" fmla="*/ 52265 w 87169"/>
                <a:gd name="connsiteY4" fmla="*/ 83139 h 132418"/>
                <a:gd name="connsiteX5" fmla="*/ 77339 w 87169"/>
                <a:gd name="connsiteY5" fmla="*/ 34756 h 132418"/>
                <a:gd name="connsiteX6" fmla="*/ 41100 w 87169"/>
                <a:gd name="connsiteY6" fmla="*/ 84 h 132418"/>
                <a:gd name="connsiteX7" fmla="*/ 12892 w 87169"/>
                <a:gd name="connsiteY7" fmla="*/ 12229 h 132418"/>
                <a:gd name="connsiteX8" fmla="*/ 355 w 87169"/>
                <a:gd name="connsiteY8" fmla="*/ 39065 h 132418"/>
                <a:gd name="connsiteX9" fmla="*/ 4469 w 87169"/>
                <a:gd name="connsiteY9" fmla="*/ 40045 h 132418"/>
                <a:gd name="connsiteX10" fmla="*/ 32873 w 87169"/>
                <a:gd name="connsiteY10" fmla="*/ 14579 h 132418"/>
                <a:gd name="connsiteX11" fmla="*/ 60492 w 87169"/>
                <a:gd name="connsiteY11" fmla="*/ 42199 h 132418"/>
                <a:gd name="connsiteX12" fmla="*/ 35027 w 87169"/>
                <a:gd name="connsiteY12" fmla="*/ 93130 h 132418"/>
                <a:gd name="connsiteX13" fmla="*/ 160 w 87169"/>
                <a:gd name="connsiteY13" fmla="*/ 130152 h 132418"/>
                <a:gd name="connsiteX14" fmla="*/ 160 w 87169"/>
                <a:gd name="connsiteY14" fmla="*/ 132503 h 132418"/>
                <a:gd name="connsiteX15" fmla="*/ 76555 w 87169"/>
                <a:gd name="connsiteY15" fmla="*/ 132503 h 132418"/>
                <a:gd name="connsiteX16" fmla="*/ 87329 w 87169"/>
                <a:gd name="connsiteY16" fmla="*/ 105666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329" y="105666"/>
                  </a:moveTo>
                  <a:lnTo>
                    <a:pt x="84782" y="104687"/>
                  </a:lnTo>
                  <a:cubicBezTo>
                    <a:pt x="77534" y="115852"/>
                    <a:pt x="74988" y="117615"/>
                    <a:pt x="66173" y="117615"/>
                  </a:cubicBezTo>
                  <a:lnTo>
                    <a:pt x="19356" y="117615"/>
                  </a:lnTo>
                  <a:lnTo>
                    <a:pt x="52265" y="83139"/>
                  </a:lnTo>
                  <a:cubicBezTo>
                    <a:pt x="69699" y="64922"/>
                    <a:pt x="77339" y="50035"/>
                    <a:pt x="77339" y="34756"/>
                  </a:cubicBezTo>
                  <a:cubicBezTo>
                    <a:pt x="77339" y="15167"/>
                    <a:pt x="61472" y="84"/>
                    <a:pt x="41100" y="84"/>
                  </a:cubicBezTo>
                  <a:cubicBezTo>
                    <a:pt x="30326" y="84"/>
                    <a:pt x="20140" y="4393"/>
                    <a:pt x="12892" y="12229"/>
                  </a:cubicBezTo>
                  <a:cubicBezTo>
                    <a:pt x="6624" y="18889"/>
                    <a:pt x="3686" y="25157"/>
                    <a:pt x="355" y="39065"/>
                  </a:cubicBezTo>
                  <a:lnTo>
                    <a:pt x="4469" y="40045"/>
                  </a:lnTo>
                  <a:cubicBezTo>
                    <a:pt x="12304" y="20848"/>
                    <a:pt x="19356" y="14579"/>
                    <a:pt x="32873" y="14579"/>
                  </a:cubicBezTo>
                  <a:cubicBezTo>
                    <a:pt x="49327" y="14579"/>
                    <a:pt x="60492" y="25745"/>
                    <a:pt x="60492" y="42199"/>
                  </a:cubicBezTo>
                  <a:cubicBezTo>
                    <a:pt x="60492" y="57478"/>
                    <a:pt x="51482" y="75696"/>
                    <a:pt x="35027" y="93130"/>
                  </a:cubicBezTo>
                  <a:lnTo>
                    <a:pt x="160" y="130152"/>
                  </a:lnTo>
                  <a:lnTo>
                    <a:pt x="160" y="132503"/>
                  </a:lnTo>
                  <a:lnTo>
                    <a:pt x="76555" y="132503"/>
                  </a:lnTo>
                  <a:lnTo>
                    <a:pt x="87329" y="10566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37455AB-6A1F-2E6E-6051-3C1524CB0A78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6468994" y="5257294"/>
              <a:ext cx="61412" cy="264710"/>
            </a:xfrm>
            <a:custGeom>
              <a:avLst/>
              <a:gdLst>
                <a:gd name="connsiteX0" fmla="*/ 61578 w 61412"/>
                <a:gd name="connsiteY0" fmla="*/ 132436 h 264710"/>
                <a:gd name="connsiteX1" fmla="*/ 44107 w 61412"/>
                <a:gd name="connsiteY1" fmla="*/ 49846 h 264710"/>
                <a:gd name="connsiteX2" fmla="*/ 2812 w 61412"/>
                <a:gd name="connsiteY2" fmla="*/ 80 h 264710"/>
                <a:gd name="connsiteX3" fmla="*/ 165 w 61412"/>
                <a:gd name="connsiteY3" fmla="*/ 2728 h 264710"/>
                <a:gd name="connsiteX4" fmla="*/ 5195 w 61412"/>
                <a:gd name="connsiteY4" fmla="*/ 8816 h 264710"/>
                <a:gd name="connsiteX5" fmla="*/ 46225 w 61412"/>
                <a:gd name="connsiteY5" fmla="*/ 132436 h 264710"/>
                <a:gd name="connsiteX6" fmla="*/ 3606 w 61412"/>
                <a:gd name="connsiteY6" fmla="*/ 257644 h 264710"/>
                <a:gd name="connsiteX7" fmla="*/ 165 w 61412"/>
                <a:gd name="connsiteY7" fmla="*/ 262144 h 264710"/>
                <a:gd name="connsiteX8" fmla="*/ 2812 w 61412"/>
                <a:gd name="connsiteY8" fmla="*/ 264791 h 264710"/>
                <a:gd name="connsiteX9" fmla="*/ 44901 w 61412"/>
                <a:gd name="connsiteY9" fmla="*/ 213173 h 264710"/>
                <a:gd name="connsiteX10" fmla="*/ 61578 w 61412"/>
                <a:gd name="connsiteY10" fmla="*/ 132436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78" y="132436"/>
                  </a:moveTo>
                  <a:cubicBezTo>
                    <a:pt x="61578" y="111788"/>
                    <a:pt x="58666" y="79758"/>
                    <a:pt x="44107" y="49846"/>
                  </a:cubicBezTo>
                  <a:cubicBezTo>
                    <a:pt x="28224" y="17287"/>
                    <a:pt x="5459" y="80"/>
                    <a:pt x="2812" y="80"/>
                  </a:cubicBezTo>
                  <a:cubicBezTo>
                    <a:pt x="1224" y="80"/>
                    <a:pt x="165" y="1139"/>
                    <a:pt x="165" y="2728"/>
                  </a:cubicBezTo>
                  <a:cubicBezTo>
                    <a:pt x="165" y="3522"/>
                    <a:pt x="165" y="4051"/>
                    <a:pt x="5195" y="8816"/>
                  </a:cubicBezTo>
                  <a:cubicBezTo>
                    <a:pt x="31136" y="35022"/>
                    <a:pt x="46225" y="77111"/>
                    <a:pt x="46225" y="132436"/>
                  </a:cubicBezTo>
                  <a:cubicBezTo>
                    <a:pt x="46225" y="177702"/>
                    <a:pt x="36431" y="224291"/>
                    <a:pt x="3606" y="257644"/>
                  </a:cubicBezTo>
                  <a:cubicBezTo>
                    <a:pt x="165" y="260821"/>
                    <a:pt x="165" y="261350"/>
                    <a:pt x="165" y="262144"/>
                  </a:cubicBezTo>
                  <a:cubicBezTo>
                    <a:pt x="165" y="263733"/>
                    <a:pt x="1224" y="264791"/>
                    <a:pt x="2812" y="264791"/>
                  </a:cubicBezTo>
                  <a:cubicBezTo>
                    <a:pt x="5459" y="264791"/>
                    <a:pt x="29283" y="246791"/>
                    <a:pt x="44901" y="213173"/>
                  </a:cubicBezTo>
                  <a:cubicBezTo>
                    <a:pt x="58402" y="184055"/>
                    <a:pt x="61578" y="154672"/>
                    <a:pt x="61578" y="1324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DB7378A1-8D99-511B-C270-39F903BDF0A9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4776664" y="5563967"/>
              <a:ext cx="1891130" cy="10625"/>
            </a:xfrm>
            <a:custGeom>
              <a:avLst/>
              <a:gdLst>
                <a:gd name="connsiteX0" fmla="*/ 0 w 1891130"/>
                <a:gd name="connsiteY0" fmla="*/ 0 h 10625"/>
                <a:gd name="connsiteX1" fmla="*/ 1891130 w 1891130"/>
                <a:gd name="connsiteY1" fmla="*/ 0 h 10625"/>
                <a:gd name="connsiteX2" fmla="*/ 1891130 w 1891130"/>
                <a:gd name="connsiteY2" fmla="*/ 10626 h 10625"/>
                <a:gd name="connsiteX3" fmla="*/ 0 w 1891130"/>
                <a:gd name="connsiteY3" fmla="*/ 10626 h 1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130" h="10625">
                  <a:moveTo>
                    <a:pt x="0" y="0"/>
                  </a:moveTo>
                  <a:lnTo>
                    <a:pt x="1891130" y="0"/>
                  </a:lnTo>
                  <a:lnTo>
                    <a:pt x="1891130" y="10626"/>
                  </a:lnTo>
                  <a:lnTo>
                    <a:pt x="0" y="1062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C97C2C05-1027-6815-3C21-DC6575AC8F62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4802870" y="5619445"/>
              <a:ext cx="61412" cy="264710"/>
            </a:xfrm>
            <a:custGeom>
              <a:avLst/>
              <a:gdLst>
                <a:gd name="connsiteX0" fmla="*/ 61515 w 61412"/>
                <a:gd name="connsiteY0" fmla="*/ 262158 h 264710"/>
                <a:gd name="connsiteX1" fmla="*/ 57015 w 61412"/>
                <a:gd name="connsiteY1" fmla="*/ 256334 h 264710"/>
                <a:gd name="connsiteX2" fmla="*/ 15456 w 61412"/>
                <a:gd name="connsiteY2" fmla="*/ 132450 h 264710"/>
                <a:gd name="connsiteX3" fmla="*/ 58074 w 61412"/>
                <a:gd name="connsiteY3" fmla="*/ 7241 h 264710"/>
                <a:gd name="connsiteX4" fmla="*/ 61515 w 61412"/>
                <a:gd name="connsiteY4" fmla="*/ 2741 h 264710"/>
                <a:gd name="connsiteX5" fmla="*/ 58868 w 61412"/>
                <a:gd name="connsiteY5" fmla="*/ 94 h 264710"/>
                <a:gd name="connsiteX6" fmla="*/ 16779 w 61412"/>
                <a:gd name="connsiteY6" fmla="*/ 51713 h 264710"/>
                <a:gd name="connsiteX7" fmla="*/ 102 w 61412"/>
                <a:gd name="connsiteY7" fmla="*/ 132450 h 264710"/>
                <a:gd name="connsiteX8" fmla="*/ 17573 w 61412"/>
                <a:gd name="connsiteY8" fmla="*/ 215039 h 264710"/>
                <a:gd name="connsiteX9" fmla="*/ 58868 w 61412"/>
                <a:gd name="connsiteY9" fmla="*/ 264805 h 264710"/>
                <a:gd name="connsiteX10" fmla="*/ 61515 w 61412"/>
                <a:gd name="connsiteY10" fmla="*/ 262158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15" y="262158"/>
                  </a:moveTo>
                  <a:cubicBezTo>
                    <a:pt x="61515" y="261364"/>
                    <a:pt x="61515" y="260834"/>
                    <a:pt x="57015" y="256334"/>
                  </a:cubicBezTo>
                  <a:cubicBezTo>
                    <a:pt x="23926" y="222981"/>
                    <a:pt x="15456" y="172950"/>
                    <a:pt x="15456" y="132450"/>
                  </a:cubicBezTo>
                  <a:cubicBezTo>
                    <a:pt x="15456" y="86390"/>
                    <a:pt x="25515" y="40330"/>
                    <a:pt x="58074" y="7241"/>
                  </a:cubicBezTo>
                  <a:cubicBezTo>
                    <a:pt x="61515" y="4065"/>
                    <a:pt x="61515" y="3535"/>
                    <a:pt x="61515" y="2741"/>
                  </a:cubicBezTo>
                  <a:cubicBezTo>
                    <a:pt x="61515" y="888"/>
                    <a:pt x="60456" y="94"/>
                    <a:pt x="58868" y="94"/>
                  </a:cubicBezTo>
                  <a:cubicBezTo>
                    <a:pt x="56221" y="94"/>
                    <a:pt x="32397" y="18094"/>
                    <a:pt x="16779" y="51713"/>
                  </a:cubicBezTo>
                  <a:cubicBezTo>
                    <a:pt x="3279" y="80831"/>
                    <a:pt x="102" y="110214"/>
                    <a:pt x="102" y="132450"/>
                  </a:cubicBezTo>
                  <a:cubicBezTo>
                    <a:pt x="102" y="153097"/>
                    <a:pt x="3014" y="185127"/>
                    <a:pt x="17573" y="215039"/>
                  </a:cubicBezTo>
                  <a:cubicBezTo>
                    <a:pt x="33456" y="247599"/>
                    <a:pt x="56221" y="264805"/>
                    <a:pt x="58868" y="264805"/>
                  </a:cubicBezTo>
                  <a:cubicBezTo>
                    <a:pt x="60456" y="264805"/>
                    <a:pt x="61515" y="264011"/>
                    <a:pt x="61515" y="26215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8172E69-A9E3-7B88-1789-72798ECA638F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4872606" y="5701241"/>
              <a:ext cx="125472" cy="119649"/>
            </a:xfrm>
            <a:custGeom>
              <a:avLst/>
              <a:gdLst>
                <a:gd name="connsiteX0" fmla="*/ 113667 w 125472"/>
                <a:gd name="connsiteY0" fmla="*/ 87449 h 119649"/>
                <a:gd name="connsiteX1" fmla="*/ 107843 w 125472"/>
                <a:gd name="connsiteY1" fmla="*/ 94596 h 119649"/>
                <a:gd name="connsiteX2" fmla="*/ 95667 w 125472"/>
                <a:gd name="connsiteY2" fmla="*/ 105185 h 119649"/>
                <a:gd name="connsiteX3" fmla="*/ 87461 w 125472"/>
                <a:gd name="connsiteY3" fmla="*/ 94332 h 119649"/>
                <a:gd name="connsiteX4" fmla="*/ 86402 w 125472"/>
                <a:gd name="connsiteY4" fmla="*/ 89831 h 119649"/>
                <a:gd name="connsiteX5" fmla="*/ 76872 w 125472"/>
                <a:gd name="connsiteY5" fmla="*/ 46948 h 119649"/>
                <a:gd name="connsiteX6" fmla="*/ 102814 w 125472"/>
                <a:gd name="connsiteY6" fmla="*/ 14918 h 119649"/>
                <a:gd name="connsiteX7" fmla="*/ 109167 w 125472"/>
                <a:gd name="connsiteY7" fmla="*/ 17036 h 119649"/>
                <a:gd name="connsiteX8" fmla="*/ 116314 w 125472"/>
                <a:gd name="connsiteY8" fmla="*/ 19418 h 119649"/>
                <a:gd name="connsiteX9" fmla="*/ 125579 w 125472"/>
                <a:gd name="connsiteY9" fmla="*/ 9889 h 119649"/>
                <a:gd name="connsiteX10" fmla="*/ 114726 w 125472"/>
                <a:gd name="connsiteY10" fmla="*/ 94 h 119649"/>
                <a:gd name="connsiteX11" fmla="*/ 74754 w 125472"/>
                <a:gd name="connsiteY11" fmla="*/ 37948 h 119649"/>
                <a:gd name="connsiteX12" fmla="*/ 71843 w 125472"/>
                <a:gd name="connsiteY12" fmla="*/ 23389 h 119649"/>
                <a:gd name="connsiteX13" fmla="*/ 58078 w 125472"/>
                <a:gd name="connsiteY13" fmla="*/ 94 h 119649"/>
                <a:gd name="connsiteX14" fmla="*/ 27106 w 125472"/>
                <a:gd name="connsiteY14" fmla="*/ 7771 h 119649"/>
                <a:gd name="connsiteX15" fmla="*/ 24195 w 125472"/>
                <a:gd name="connsiteY15" fmla="*/ 8830 h 119649"/>
                <a:gd name="connsiteX16" fmla="*/ 25253 w 125472"/>
                <a:gd name="connsiteY16" fmla="*/ 12801 h 119649"/>
                <a:gd name="connsiteX17" fmla="*/ 40077 w 125472"/>
                <a:gd name="connsiteY17" fmla="*/ 9889 h 119649"/>
                <a:gd name="connsiteX18" fmla="*/ 51989 w 125472"/>
                <a:gd name="connsiteY18" fmla="*/ 28154 h 119649"/>
                <a:gd name="connsiteX19" fmla="*/ 59666 w 125472"/>
                <a:gd name="connsiteY19" fmla="*/ 60713 h 119649"/>
                <a:gd name="connsiteX20" fmla="*/ 37960 w 125472"/>
                <a:gd name="connsiteY20" fmla="*/ 91684 h 119649"/>
                <a:gd name="connsiteX21" fmla="*/ 24459 w 125472"/>
                <a:gd name="connsiteY21" fmla="*/ 104391 h 119649"/>
                <a:gd name="connsiteX22" fmla="*/ 17577 w 125472"/>
                <a:gd name="connsiteY22" fmla="*/ 102008 h 119649"/>
                <a:gd name="connsiteX23" fmla="*/ 9106 w 125472"/>
                <a:gd name="connsiteY23" fmla="*/ 99361 h 119649"/>
                <a:gd name="connsiteX24" fmla="*/ 106 w 125472"/>
                <a:gd name="connsiteY24" fmla="*/ 108626 h 119649"/>
                <a:gd name="connsiteX25" fmla="*/ 13341 w 125472"/>
                <a:gd name="connsiteY25" fmla="*/ 119744 h 119649"/>
                <a:gd name="connsiteX26" fmla="*/ 37960 w 125472"/>
                <a:gd name="connsiteY26" fmla="*/ 101214 h 119649"/>
                <a:gd name="connsiteX27" fmla="*/ 61784 w 125472"/>
                <a:gd name="connsiteY27" fmla="*/ 70243 h 119649"/>
                <a:gd name="connsiteX28" fmla="*/ 69725 w 125472"/>
                <a:gd name="connsiteY28" fmla="*/ 102008 h 119649"/>
                <a:gd name="connsiteX29" fmla="*/ 85078 w 125472"/>
                <a:gd name="connsiteY29" fmla="*/ 119744 h 119649"/>
                <a:gd name="connsiteX30" fmla="*/ 117373 w 125472"/>
                <a:gd name="connsiteY30" fmla="*/ 89567 h 119649"/>
                <a:gd name="connsiteX31" fmla="*/ 113667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667" y="87449"/>
                  </a:moveTo>
                  <a:cubicBezTo>
                    <a:pt x="111549" y="89831"/>
                    <a:pt x="110226" y="91420"/>
                    <a:pt x="107843" y="94596"/>
                  </a:cubicBezTo>
                  <a:cubicBezTo>
                    <a:pt x="101755" y="102538"/>
                    <a:pt x="98578" y="105185"/>
                    <a:pt x="95667" y="105185"/>
                  </a:cubicBezTo>
                  <a:cubicBezTo>
                    <a:pt x="91696" y="105185"/>
                    <a:pt x="89313" y="101743"/>
                    <a:pt x="87461" y="94332"/>
                  </a:cubicBezTo>
                  <a:cubicBezTo>
                    <a:pt x="86931" y="92214"/>
                    <a:pt x="86666" y="90626"/>
                    <a:pt x="86402" y="89831"/>
                  </a:cubicBezTo>
                  <a:cubicBezTo>
                    <a:pt x="79784" y="63096"/>
                    <a:pt x="76872" y="50919"/>
                    <a:pt x="76872" y="46948"/>
                  </a:cubicBezTo>
                  <a:cubicBezTo>
                    <a:pt x="88519" y="26566"/>
                    <a:pt x="98049" y="14918"/>
                    <a:pt x="102814" y="14918"/>
                  </a:cubicBezTo>
                  <a:cubicBezTo>
                    <a:pt x="104402" y="14918"/>
                    <a:pt x="106520" y="15712"/>
                    <a:pt x="109167" y="17036"/>
                  </a:cubicBezTo>
                  <a:cubicBezTo>
                    <a:pt x="112343" y="18889"/>
                    <a:pt x="114196" y="19418"/>
                    <a:pt x="116314" y="19418"/>
                  </a:cubicBezTo>
                  <a:cubicBezTo>
                    <a:pt x="121873" y="19418"/>
                    <a:pt x="125579" y="15448"/>
                    <a:pt x="125579" y="9889"/>
                  </a:cubicBezTo>
                  <a:cubicBezTo>
                    <a:pt x="125579" y="4330"/>
                    <a:pt x="121079" y="94"/>
                    <a:pt x="114726" y="94"/>
                  </a:cubicBezTo>
                  <a:cubicBezTo>
                    <a:pt x="103078" y="94"/>
                    <a:pt x="93019" y="9624"/>
                    <a:pt x="74754" y="37948"/>
                  </a:cubicBezTo>
                  <a:lnTo>
                    <a:pt x="71843" y="23389"/>
                  </a:lnTo>
                  <a:cubicBezTo>
                    <a:pt x="68137" y="5389"/>
                    <a:pt x="65225" y="94"/>
                    <a:pt x="58078" y="94"/>
                  </a:cubicBezTo>
                  <a:cubicBezTo>
                    <a:pt x="52254" y="94"/>
                    <a:pt x="43254" y="2477"/>
                    <a:pt x="27106" y="7771"/>
                  </a:cubicBezTo>
                  <a:lnTo>
                    <a:pt x="24195" y="8830"/>
                  </a:lnTo>
                  <a:lnTo>
                    <a:pt x="25253" y="12801"/>
                  </a:lnTo>
                  <a:cubicBezTo>
                    <a:pt x="35312" y="10418"/>
                    <a:pt x="37695" y="9889"/>
                    <a:pt x="40077" y="9889"/>
                  </a:cubicBezTo>
                  <a:cubicBezTo>
                    <a:pt x="46695" y="9889"/>
                    <a:pt x="48283" y="12271"/>
                    <a:pt x="51989" y="28154"/>
                  </a:cubicBezTo>
                  <a:lnTo>
                    <a:pt x="59666" y="60713"/>
                  </a:lnTo>
                  <a:lnTo>
                    <a:pt x="37960" y="91684"/>
                  </a:lnTo>
                  <a:cubicBezTo>
                    <a:pt x="32665" y="99626"/>
                    <a:pt x="27371" y="104391"/>
                    <a:pt x="24459" y="104391"/>
                  </a:cubicBezTo>
                  <a:cubicBezTo>
                    <a:pt x="22871" y="104391"/>
                    <a:pt x="20224" y="103596"/>
                    <a:pt x="17577" y="102008"/>
                  </a:cubicBezTo>
                  <a:cubicBezTo>
                    <a:pt x="14136" y="100155"/>
                    <a:pt x="11224" y="99361"/>
                    <a:pt x="9106" y="99361"/>
                  </a:cubicBezTo>
                  <a:cubicBezTo>
                    <a:pt x="4077" y="99361"/>
                    <a:pt x="106" y="103332"/>
                    <a:pt x="106" y="108626"/>
                  </a:cubicBezTo>
                  <a:cubicBezTo>
                    <a:pt x="106" y="115508"/>
                    <a:pt x="5400" y="119744"/>
                    <a:pt x="13341" y="119744"/>
                  </a:cubicBezTo>
                  <a:cubicBezTo>
                    <a:pt x="21548" y="119744"/>
                    <a:pt x="24724" y="117361"/>
                    <a:pt x="37960" y="101214"/>
                  </a:cubicBezTo>
                  <a:cubicBezTo>
                    <a:pt x="45107" y="92743"/>
                    <a:pt x="50666" y="85596"/>
                    <a:pt x="61784" y="70243"/>
                  </a:cubicBezTo>
                  <a:lnTo>
                    <a:pt x="69725" y="102008"/>
                  </a:lnTo>
                  <a:cubicBezTo>
                    <a:pt x="73166" y="115508"/>
                    <a:pt x="76607" y="119744"/>
                    <a:pt x="85078" y="119744"/>
                  </a:cubicBezTo>
                  <a:cubicBezTo>
                    <a:pt x="95137" y="119744"/>
                    <a:pt x="102020" y="113391"/>
                    <a:pt x="117373" y="89567"/>
                  </a:cubicBezTo>
                  <a:lnTo>
                    <a:pt x="113667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B951A5A1-DF71-ADE9-CA75-0C4173DA122C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5002426" y="5725697"/>
              <a:ext cx="88540" cy="135161"/>
            </a:xfrm>
            <a:custGeom>
              <a:avLst/>
              <a:gdLst>
                <a:gd name="connsiteX0" fmla="*/ 45163 w 88540"/>
                <a:gd name="connsiteY0" fmla="*/ 97 h 135161"/>
                <a:gd name="connsiteX1" fmla="*/ 18914 w 88540"/>
                <a:gd name="connsiteY1" fmla="*/ 10283 h 135161"/>
                <a:gd name="connsiteX2" fmla="*/ 109 w 88540"/>
                <a:gd name="connsiteY2" fmla="*/ 66699 h 135161"/>
                <a:gd name="connsiteX3" fmla="*/ 15780 w 88540"/>
                <a:gd name="connsiteY3" fmla="*/ 121938 h 135161"/>
                <a:gd name="connsiteX4" fmla="*/ 44379 w 88540"/>
                <a:gd name="connsiteY4" fmla="*/ 135259 h 135161"/>
                <a:gd name="connsiteX5" fmla="*/ 69845 w 88540"/>
                <a:gd name="connsiteY5" fmla="*/ 125073 h 135161"/>
                <a:gd name="connsiteX6" fmla="*/ 88650 w 88540"/>
                <a:gd name="connsiteY6" fmla="*/ 67874 h 135161"/>
                <a:gd name="connsiteX7" fmla="*/ 45163 w 88540"/>
                <a:gd name="connsiteY7" fmla="*/ 97 h 135161"/>
                <a:gd name="connsiteX8" fmla="*/ 44575 w 88540"/>
                <a:gd name="connsiteY8" fmla="*/ 5190 h 135161"/>
                <a:gd name="connsiteX9" fmla="*/ 69845 w 88540"/>
                <a:gd name="connsiteY9" fmla="*/ 68266 h 135161"/>
                <a:gd name="connsiteX10" fmla="*/ 44379 w 88540"/>
                <a:gd name="connsiteY10" fmla="*/ 130166 h 135161"/>
                <a:gd name="connsiteX11" fmla="*/ 18914 w 88540"/>
                <a:gd name="connsiteY11" fmla="*/ 68462 h 135161"/>
                <a:gd name="connsiteX12" fmla="*/ 44575 w 88540"/>
                <a:gd name="connsiteY12" fmla="*/ 5190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163" y="97"/>
                  </a:moveTo>
                  <a:cubicBezTo>
                    <a:pt x="34389" y="97"/>
                    <a:pt x="26162" y="3427"/>
                    <a:pt x="18914" y="10283"/>
                  </a:cubicBezTo>
                  <a:cubicBezTo>
                    <a:pt x="7553" y="21253"/>
                    <a:pt x="109" y="43780"/>
                    <a:pt x="109" y="66699"/>
                  </a:cubicBezTo>
                  <a:cubicBezTo>
                    <a:pt x="109" y="88050"/>
                    <a:pt x="6573" y="110969"/>
                    <a:pt x="15780" y="121938"/>
                  </a:cubicBezTo>
                  <a:cubicBezTo>
                    <a:pt x="23028" y="130557"/>
                    <a:pt x="33018" y="135259"/>
                    <a:pt x="44379" y="135259"/>
                  </a:cubicBezTo>
                  <a:cubicBezTo>
                    <a:pt x="54370" y="135259"/>
                    <a:pt x="62793" y="131929"/>
                    <a:pt x="69845" y="125073"/>
                  </a:cubicBezTo>
                  <a:cubicBezTo>
                    <a:pt x="81206" y="114299"/>
                    <a:pt x="88650" y="91576"/>
                    <a:pt x="88650" y="67874"/>
                  </a:cubicBezTo>
                  <a:cubicBezTo>
                    <a:pt x="88650" y="27717"/>
                    <a:pt x="70824" y="97"/>
                    <a:pt x="45163" y="97"/>
                  </a:cubicBezTo>
                  <a:close/>
                  <a:moveTo>
                    <a:pt x="44575" y="5190"/>
                  </a:moveTo>
                  <a:cubicBezTo>
                    <a:pt x="61030" y="5190"/>
                    <a:pt x="69845" y="27326"/>
                    <a:pt x="69845" y="68266"/>
                  </a:cubicBezTo>
                  <a:cubicBezTo>
                    <a:pt x="69845" y="109206"/>
                    <a:pt x="61226" y="130166"/>
                    <a:pt x="44379" y="130166"/>
                  </a:cubicBezTo>
                  <a:cubicBezTo>
                    <a:pt x="27533" y="130166"/>
                    <a:pt x="18914" y="109206"/>
                    <a:pt x="18914" y="68462"/>
                  </a:cubicBezTo>
                  <a:cubicBezTo>
                    <a:pt x="18914" y="26934"/>
                    <a:pt x="27729" y="5190"/>
                    <a:pt x="44575" y="519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FE5D34D3-A470-274A-1983-3384B935C2CB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5168193" y="5746506"/>
              <a:ext cx="161738" cy="10588"/>
            </a:xfrm>
            <a:custGeom>
              <a:avLst/>
              <a:gdLst>
                <a:gd name="connsiteX0" fmla="*/ 152589 w 161738"/>
                <a:gd name="connsiteY0" fmla="*/ 10683 h 10588"/>
                <a:gd name="connsiteX1" fmla="*/ 161854 w 161738"/>
                <a:gd name="connsiteY1" fmla="*/ 5389 h 10588"/>
                <a:gd name="connsiteX2" fmla="*/ 152589 w 161738"/>
                <a:gd name="connsiteY2" fmla="*/ 95 h 10588"/>
                <a:gd name="connsiteX3" fmla="*/ 9380 w 161738"/>
                <a:gd name="connsiteY3" fmla="*/ 95 h 10588"/>
                <a:gd name="connsiteX4" fmla="*/ 115 w 161738"/>
                <a:gd name="connsiteY4" fmla="*/ 5389 h 10588"/>
                <a:gd name="connsiteX5" fmla="*/ 9380 w 161738"/>
                <a:gd name="connsiteY5" fmla="*/ 10683 h 10588"/>
                <a:gd name="connsiteX6" fmla="*/ 152589 w 161738"/>
                <a:gd name="connsiteY6" fmla="*/ 10683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589" y="10683"/>
                  </a:moveTo>
                  <a:cubicBezTo>
                    <a:pt x="157089" y="10683"/>
                    <a:pt x="161854" y="10683"/>
                    <a:pt x="161854" y="5389"/>
                  </a:cubicBezTo>
                  <a:cubicBezTo>
                    <a:pt x="161854" y="95"/>
                    <a:pt x="157089" y="95"/>
                    <a:pt x="152589" y="95"/>
                  </a:cubicBezTo>
                  <a:lnTo>
                    <a:pt x="9380" y="95"/>
                  </a:lnTo>
                  <a:cubicBezTo>
                    <a:pt x="4880" y="95"/>
                    <a:pt x="115" y="95"/>
                    <a:pt x="115" y="5389"/>
                  </a:cubicBezTo>
                  <a:cubicBezTo>
                    <a:pt x="115" y="10683"/>
                    <a:pt x="4880" y="10683"/>
                    <a:pt x="9380" y="10683"/>
                  </a:cubicBezTo>
                  <a:lnTo>
                    <a:pt x="152589" y="1068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C3E53C5-0D83-7058-690F-5080154BD565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5382426" y="5701241"/>
              <a:ext cx="125472" cy="119649"/>
            </a:xfrm>
            <a:custGeom>
              <a:avLst/>
              <a:gdLst>
                <a:gd name="connsiteX0" fmla="*/ 113686 w 125472"/>
                <a:gd name="connsiteY0" fmla="*/ 87449 h 119649"/>
                <a:gd name="connsiteX1" fmla="*/ 107862 w 125472"/>
                <a:gd name="connsiteY1" fmla="*/ 94596 h 119649"/>
                <a:gd name="connsiteX2" fmla="*/ 95686 w 125472"/>
                <a:gd name="connsiteY2" fmla="*/ 105185 h 119649"/>
                <a:gd name="connsiteX3" fmla="*/ 87480 w 125472"/>
                <a:gd name="connsiteY3" fmla="*/ 94332 h 119649"/>
                <a:gd name="connsiteX4" fmla="*/ 86421 w 125472"/>
                <a:gd name="connsiteY4" fmla="*/ 89831 h 119649"/>
                <a:gd name="connsiteX5" fmla="*/ 76891 w 125472"/>
                <a:gd name="connsiteY5" fmla="*/ 46948 h 119649"/>
                <a:gd name="connsiteX6" fmla="*/ 102833 w 125472"/>
                <a:gd name="connsiteY6" fmla="*/ 14918 h 119649"/>
                <a:gd name="connsiteX7" fmla="*/ 109186 w 125472"/>
                <a:gd name="connsiteY7" fmla="*/ 17036 h 119649"/>
                <a:gd name="connsiteX8" fmla="*/ 116333 w 125472"/>
                <a:gd name="connsiteY8" fmla="*/ 19418 h 119649"/>
                <a:gd name="connsiteX9" fmla="*/ 125598 w 125472"/>
                <a:gd name="connsiteY9" fmla="*/ 9889 h 119649"/>
                <a:gd name="connsiteX10" fmla="*/ 114745 w 125472"/>
                <a:gd name="connsiteY10" fmla="*/ 94 h 119649"/>
                <a:gd name="connsiteX11" fmla="*/ 74774 w 125472"/>
                <a:gd name="connsiteY11" fmla="*/ 37948 h 119649"/>
                <a:gd name="connsiteX12" fmla="*/ 71862 w 125472"/>
                <a:gd name="connsiteY12" fmla="*/ 23389 h 119649"/>
                <a:gd name="connsiteX13" fmla="*/ 58097 w 125472"/>
                <a:gd name="connsiteY13" fmla="*/ 94 h 119649"/>
                <a:gd name="connsiteX14" fmla="*/ 27126 w 125472"/>
                <a:gd name="connsiteY14" fmla="*/ 7771 h 119649"/>
                <a:gd name="connsiteX15" fmla="*/ 24214 w 125472"/>
                <a:gd name="connsiteY15" fmla="*/ 8830 h 119649"/>
                <a:gd name="connsiteX16" fmla="*/ 25273 w 125472"/>
                <a:gd name="connsiteY16" fmla="*/ 12801 h 119649"/>
                <a:gd name="connsiteX17" fmla="*/ 40096 w 125472"/>
                <a:gd name="connsiteY17" fmla="*/ 9889 h 119649"/>
                <a:gd name="connsiteX18" fmla="*/ 52008 w 125472"/>
                <a:gd name="connsiteY18" fmla="*/ 28154 h 119649"/>
                <a:gd name="connsiteX19" fmla="*/ 59685 w 125472"/>
                <a:gd name="connsiteY19" fmla="*/ 60713 h 119649"/>
                <a:gd name="connsiteX20" fmla="*/ 37979 w 125472"/>
                <a:gd name="connsiteY20" fmla="*/ 91684 h 119649"/>
                <a:gd name="connsiteX21" fmla="*/ 24478 w 125472"/>
                <a:gd name="connsiteY21" fmla="*/ 104391 h 119649"/>
                <a:gd name="connsiteX22" fmla="*/ 17596 w 125472"/>
                <a:gd name="connsiteY22" fmla="*/ 102008 h 119649"/>
                <a:gd name="connsiteX23" fmla="*/ 9125 w 125472"/>
                <a:gd name="connsiteY23" fmla="*/ 99361 h 119649"/>
                <a:gd name="connsiteX24" fmla="*/ 125 w 125472"/>
                <a:gd name="connsiteY24" fmla="*/ 108626 h 119649"/>
                <a:gd name="connsiteX25" fmla="*/ 13361 w 125472"/>
                <a:gd name="connsiteY25" fmla="*/ 119744 h 119649"/>
                <a:gd name="connsiteX26" fmla="*/ 37979 w 125472"/>
                <a:gd name="connsiteY26" fmla="*/ 101214 h 119649"/>
                <a:gd name="connsiteX27" fmla="*/ 61803 w 125472"/>
                <a:gd name="connsiteY27" fmla="*/ 70243 h 119649"/>
                <a:gd name="connsiteX28" fmla="*/ 69744 w 125472"/>
                <a:gd name="connsiteY28" fmla="*/ 102008 h 119649"/>
                <a:gd name="connsiteX29" fmla="*/ 85097 w 125472"/>
                <a:gd name="connsiteY29" fmla="*/ 119744 h 119649"/>
                <a:gd name="connsiteX30" fmla="*/ 117392 w 125472"/>
                <a:gd name="connsiteY30" fmla="*/ 89567 h 119649"/>
                <a:gd name="connsiteX31" fmla="*/ 113686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686" y="87449"/>
                  </a:moveTo>
                  <a:cubicBezTo>
                    <a:pt x="111568" y="89831"/>
                    <a:pt x="110245" y="91420"/>
                    <a:pt x="107862" y="94596"/>
                  </a:cubicBezTo>
                  <a:cubicBezTo>
                    <a:pt x="101774" y="102538"/>
                    <a:pt x="98598" y="105185"/>
                    <a:pt x="95686" y="105185"/>
                  </a:cubicBezTo>
                  <a:cubicBezTo>
                    <a:pt x="91715" y="105185"/>
                    <a:pt x="89333" y="101743"/>
                    <a:pt x="87480" y="94332"/>
                  </a:cubicBezTo>
                  <a:cubicBezTo>
                    <a:pt x="86950" y="92214"/>
                    <a:pt x="86685" y="90626"/>
                    <a:pt x="86421" y="89831"/>
                  </a:cubicBezTo>
                  <a:cubicBezTo>
                    <a:pt x="79803" y="63096"/>
                    <a:pt x="76891" y="50919"/>
                    <a:pt x="76891" y="46948"/>
                  </a:cubicBezTo>
                  <a:cubicBezTo>
                    <a:pt x="88538" y="26566"/>
                    <a:pt x="98068" y="14918"/>
                    <a:pt x="102833" y="14918"/>
                  </a:cubicBezTo>
                  <a:cubicBezTo>
                    <a:pt x="104421" y="14918"/>
                    <a:pt x="106539" y="15712"/>
                    <a:pt x="109186" y="17036"/>
                  </a:cubicBezTo>
                  <a:cubicBezTo>
                    <a:pt x="112362" y="18889"/>
                    <a:pt x="114215" y="19418"/>
                    <a:pt x="116333" y="19418"/>
                  </a:cubicBezTo>
                  <a:cubicBezTo>
                    <a:pt x="121892" y="19418"/>
                    <a:pt x="125598" y="15448"/>
                    <a:pt x="125598" y="9889"/>
                  </a:cubicBezTo>
                  <a:cubicBezTo>
                    <a:pt x="125598" y="4330"/>
                    <a:pt x="121098" y="94"/>
                    <a:pt x="114745" y="94"/>
                  </a:cubicBezTo>
                  <a:cubicBezTo>
                    <a:pt x="103098" y="94"/>
                    <a:pt x="93039" y="9624"/>
                    <a:pt x="74774" y="37948"/>
                  </a:cubicBezTo>
                  <a:lnTo>
                    <a:pt x="71862" y="23389"/>
                  </a:lnTo>
                  <a:cubicBezTo>
                    <a:pt x="68156" y="5389"/>
                    <a:pt x="65244" y="94"/>
                    <a:pt x="58097" y="94"/>
                  </a:cubicBezTo>
                  <a:cubicBezTo>
                    <a:pt x="52273" y="94"/>
                    <a:pt x="43273" y="2477"/>
                    <a:pt x="27126" y="7771"/>
                  </a:cubicBezTo>
                  <a:lnTo>
                    <a:pt x="24214" y="8830"/>
                  </a:lnTo>
                  <a:lnTo>
                    <a:pt x="25273" y="12801"/>
                  </a:lnTo>
                  <a:cubicBezTo>
                    <a:pt x="35332" y="10418"/>
                    <a:pt x="37714" y="9889"/>
                    <a:pt x="40096" y="9889"/>
                  </a:cubicBezTo>
                  <a:cubicBezTo>
                    <a:pt x="46714" y="9889"/>
                    <a:pt x="48302" y="12271"/>
                    <a:pt x="52008" y="28154"/>
                  </a:cubicBezTo>
                  <a:lnTo>
                    <a:pt x="59685" y="60713"/>
                  </a:lnTo>
                  <a:lnTo>
                    <a:pt x="37979" y="91684"/>
                  </a:lnTo>
                  <a:cubicBezTo>
                    <a:pt x="32684" y="99626"/>
                    <a:pt x="27390" y="104391"/>
                    <a:pt x="24478" y="104391"/>
                  </a:cubicBezTo>
                  <a:cubicBezTo>
                    <a:pt x="22890" y="104391"/>
                    <a:pt x="20243" y="103596"/>
                    <a:pt x="17596" y="102008"/>
                  </a:cubicBezTo>
                  <a:cubicBezTo>
                    <a:pt x="14155" y="100155"/>
                    <a:pt x="11243" y="99361"/>
                    <a:pt x="9125" y="99361"/>
                  </a:cubicBezTo>
                  <a:cubicBezTo>
                    <a:pt x="4096" y="99361"/>
                    <a:pt x="125" y="103332"/>
                    <a:pt x="125" y="108626"/>
                  </a:cubicBezTo>
                  <a:cubicBezTo>
                    <a:pt x="125" y="115508"/>
                    <a:pt x="5419" y="119744"/>
                    <a:pt x="13361" y="119744"/>
                  </a:cubicBezTo>
                  <a:cubicBezTo>
                    <a:pt x="21567" y="119744"/>
                    <a:pt x="24743" y="117361"/>
                    <a:pt x="37979" y="101214"/>
                  </a:cubicBezTo>
                  <a:cubicBezTo>
                    <a:pt x="45126" y="92743"/>
                    <a:pt x="50685" y="85596"/>
                    <a:pt x="61803" y="70243"/>
                  </a:cubicBezTo>
                  <a:lnTo>
                    <a:pt x="69744" y="102008"/>
                  </a:lnTo>
                  <a:cubicBezTo>
                    <a:pt x="73185" y="115508"/>
                    <a:pt x="76627" y="119744"/>
                    <a:pt x="85097" y="119744"/>
                  </a:cubicBezTo>
                  <a:cubicBezTo>
                    <a:pt x="95156" y="119744"/>
                    <a:pt x="102039" y="113391"/>
                    <a:pt x="117392" y="89567"/>
                  </a:cubicBezTo>
                  <a:lnTo>
                    <a:pt x="113686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FF2CA6D-572D-B66A-C534-D732A846ADA4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5529288" y="5725697"/>
              <a:ext cx="55435" cy="132418"/>
            </a:xfrm>
            <a:custGeom>
              <a:avLst/>
              <a:gdLst>
                <a:gd name="connsiteX0" fmla="*/ 35388 w 55435"/>
                <a:gd name="connsiteY0" fmla="*/ 97 h 132418"/>
                <a:gd name="connsiteX1" fmla="*/ 128 w 55435"/>
                <a:gd name="connsiteY1" fmla="*/ 17923 h 132418"/>
                <a:gd name="connsiteX2" fmla="*/ 128 w 55435"/>
                <a:gd name="connsiteY2" fmla="*/ 20665 h 132418"/>
                <a:gd name="connsiteX3" fmla="*/ 5417 w 55435"/>
                <a:gd name="connsiteY3" fmla="*/ 18511 h 132418"/>
                <a:gd name="connsiteX4" fmla="*/ 14232 w 55435"/>
                <a:gd name="connsiteY4" fmla="*/ 16356 h 132418"/>
                <a:gd name="connsiteX5" fmla="*/ 20109 w 55435"/>
                <a:gd name="connsiteY5" fmla="*/ 25563 h 132418"/>
                <a:gd name="connsiteX6" fmla="*/ 20109 w 55435"/>
                <a:gd name="connsiteY6" fmla="*/ 114299 h 132418"/>
                <a:gd name="connsiteX7" fmla="*/ 15407 w 55435"/>
                <a:gd name="connsiteY7" fmla="*/ 127031 h 132418"/>
                <a:gd name="connsiteX8" fmla="*/ 1499 w 55435"/>
                <a:gd name="connsiteY8" fmla="*/ 129578 h 132418"/>
                <a:gd name="connsiteX9" fmla="*/ 1499 w 55435"/>
                <a:gd name="connsiteY9" fmla="*/ 132516 h 132418"/>
                <a:gd name="connsiteX10" fmla="*/ 55564 w 55435"/>
                <a:gd name="connsiteY10" fmla="*/ 132516 h 132418"/>
                <a:gd name="connsiteX11" fmla="*/ 55564 w 55435"/>
                <a:gd name="connsiteY11" fmla="*/ 129578 h 132418"/>
                <a:gd name="connsiteX12" fmla="*/ 36955 w 55435"/>
                <a:gd name="connsiteY12" fmla="*/ 118021 h 132418"/>
                <a:gd name="connsiteX13" fmla="*/ 36955 w 55435"/>
                <a:gd name="connsiteY13" fmla="*/ 489 h 132418"/>
                <a:gd name="connsiteX14" fmla="*/ 35388 w 55435"/>
                <a:gd name="connsiteY14" fmla="*/ 97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388" y="97"/>
                  </a:moveTo>
                  <a:lnTo>
                    <a:pt x="128" y="17923"/>
                  </a:lnTo>
                  <a:lnTo>
                    <a:pt x="128" y="20665"/>
                  </a:lnTo>
                  <a:cubicBezTo>
                    <a:pt x="2479" y="19686"/>
                    <a:pt x="4634" y="18902"/>
                    <a:pt x="5417" y="18511"/>
                  </a:cubicBezTo>
                  <a:cubicBezTo>
                    <a:pt x="8943" y="17139"/>
                    <a:pt x="12273" y="16356"/>
                    <a:pt x="14232" y="16356"/>
                  </a:cubicBezTo>
                  <a:cubicBezTo>
                    <a:pt x="18346" y="16356"/>
                    <a:pt x="20109" y="19294"/>
                    <a:pt x="20109" y="25563"/>
                  </a:cubicBezTo>
                  <a:lnTo>
                    <a:pt x="20109" y="114299"/>
                  </a:lnTo>
                  <a:cubicBezTo>
                    <a:pt x="20109" y="120763"/>
                    <a:pt x="18542" y="125268"/>
                    <a:pt x="15407" y="127031"/>
                  </a:cubicBezTo>
                  <a:cubicBezTo>
                    <a:pt x="12469" y="128794"/>
                    <a:pt x="9727" y="129382"/>
                    <a:pt x="1499" y="129578"/>
                  </a:cubicBezTo>
                  <a:lnTo>
                    <a:pt x="1499" y="132516"/>
                  </a:lnTo>
                  <a:lnTo>
                    <a:pt x="55564" y="132516"/>
                  </a:lnTo>
                  <a:lnTo>
                    <a:pt x="55564" y="129578"/>
                  </a:lnTo>
                  <a:cubicBezTo>
                    <a:pt x="40089" y="129382"/>
                    <a:pt x="36955" y="127423"/>
                    <a:pt x="36955" y="118021"/>
                  </a:cubicBezTo>
                  <a:lnTo>
                    <a:pt x="36955" y="489"/>
                  </a:lnTo>
                  <a:lnTo>
                    <a:pt x="35388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F6C3A018-C7DD-1507-50AD-27B845B9E126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5634229" y="5619445"/>
              <a:ext cx="61412" cy="264710"/>
            </a:xfrm>
            <a:custGeom>
              <a:avLst/>
              <a:gdLst>
                <a:gd name="connsiteX0" fmla="*/ 61547 w 61412"/>
                <a:gd name="connsiteY0" fmla="*/ 132450 h 264710"/>
                <a:gd name="connsiteX1" fmla="*/ 44076 w 61412"/>
                <a:gd name="connsiteY1" fmla="*/ 49860 h 264710"/>
                <a:gd name="connsiteX2" fmla="*/ 2781 w 61412"/>
                <a:gd name="connsiteY2" fmla="*/ 94 h 264710"/>
                <a:gd name="connsiteX3" fmla="*/ 134 w 61412"/>
                <a:gd name="connsiteY3" fmla="*/ 2741 h 264710"/>
                <a:gd name="connsiteX4" fmla="*/ 5163 w 61412"/>
                <a:gd name="connsiteY4" fmla="*/ 8829 h 264710"/>
                <a:gd name="connsiteX5" fmla="*/ 46194 w 61412"/>
                <a:gd name="connsiteY5" fmla="*/ 132450 h 264710"/>
                <a:gd name="connsiteX6" fmla="*/ 3575 w 61412"/>
                <a:gd name="connsiteY6" fmla="*/ 257658 h 264710"/>
                <a:gd name="connsiteX7" fmla="*/ 134 w 61412"/>
                <a:gd name="connsiteY7" fmla="*/ 262158 h 264710"/>
                <a:gd name="connsiteX8" fmla="*/ 2781 w 61412"/>
                <a:gd name="connsiteY8" fmla="*/ 264805 h 264710"/>
                <a:gd name="connsiteX9" fmla="*/ 44870 w 61412"/>
                <a:gd name="connsiteY9" fmla="*/ 213186 h 264710"/>
                <a:gd name="connsiteX10" fmla="*/ 61547 w 61412"/>
                <a:gd name="connsiteY10" fmla="*/ 132450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47" y="132450"/>
                  </a:moveTo>
                  <a:cubicBezTo>
                    <a:pt x="61547" y="111802"/>
                    <a:pt x="58635" y="79772"/>
                    <a:pt x="44076" y="49860"/>
                  </a:cubicBezTo>
                  <a:cubicBezTo>
                    <a:pt x="28193" y="17300"/>
                    <a:pt x="5428" y="94"/>
                    <a:pt x="2781" y="94"/>
                  </a:cubicBezTo>
                  <a:cubicBezTo>
                    <a:pt x="1193" y="94"/>
                    <a:pt x="134" y="1153"/>
                    <a:pt x="134" y="2741"/>
                  </a:cubicBezTo>
                  <a:cubicBezTo>
                    <a:pt x="134" y="3535"/>
                    <a:pt x="134" y="4065"/>
                    <a:pt x="5163" y="8829"/>
                  </a:cubicBezTo>
                  <a:cubicBezTo>
                    <a:pt x="31105" y="35036"/>
                    <a:pt x="46194" y="77125"/>
                    <a:pt x="46194" y="132450"/>
                  </a:cubicBezTo>
                  <a:cubicBezTo>
                    <a:pt x="46194" y="177715"/>
                    <a:pt x="36399" y="224304"/>
                    <a:pt x="3575" y="257658"/>
                  </a:cubicBezTo>
                  <a:cubicBezTo>
                    <a:pt x="134" y="260834"/>
                    <a:pt x="134" y="261364"/>
                    <a:pt x="134" y="262158"/>
                  </a:cubicBezTo>
                  <a:cubicBezTo>
                    <a:pt x="134" y="263746"/>
                    <a:pt x="1193" y="264805"/>
                    <a:pt x="2781" y="264805"/>
                  </a:cubicBezTo>
                  <a:cubicBezTo>
                    <a:pt x="5428" y="264805"/>
                    <a:pt x="29252" y="246805"/>
                    <a:pt x="44870" y="213186"/>
                  </a:cubicBezTo>
                  <a:cubicBezTo>
                    <a:pt x="58370" y="184068"/>
                    <a:pt x="61547" y="154685"/>
                    <a:pt x="61547" y="13245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A898759B-E3DF-01AC-A838-7231001FBD25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5748436" y="5619445"/>
              <a:ext cx="61412" cy="264710"/>
            </a:xfrm>
            <a:custGeom>
              <a:avLst/>
              <a:gdLst>
                <a:gd name="connsiteX0" fmla="*/ 61551 w 61412"/>
                <a:gd name="connsiteY0" fmla="*/ 262158 h 264710"/>
                <a:gd name="connsiteX1" fmla="*/ 57051 w 61412"/>
                <a:gd name="connsiteY1" fmla="*/ 256334 h 264710"/>
                <a:gd name="connsiteX2" fmla="*/ 15491 w 61412"/>
                <a:gd name="connsiteY2" fmla="*/ 132450 h 264710"/>
                <a:gd name="connsiteX3" fmla="*/ 58110 w 61412"/>
                <a:gd name="connsiteY3" fmla="*/ 7241 h 264710"/>
                <a:gd name="connsiteX4" fmla="*/ 61551 w 61412"/>
                <a:gd name="connsiteY4" fmla="*/ 2741 h 264710"/>
                <a:gd name="connsiteX5" fmla="*/ 58904 w 61412"/>
                <a:gd name="connsiteY5" fmla="*/ 94 h 264710"/>
                <a:gd name="connsiteX6" fmla="*/ 16815 w 61412"/>
                <a:gd name="connsiteY6" fmla="*/ 51713 h 264710"/>
                <a:gd name="connsiteX7" fmla="*/ 138 w 61412"/>
                <a:gd name="connsiteY7" fmla="*/ 132450 h 264710"/>
                <a:gd name="connsiteX8" fmla="*/ 17609 w 61412"/>
                <a:gd name="connsiteY8" fmla="*/ 215039 h 264710"/>
                <a:gd name="connsiteX9" fmla="*/ 58904 w 61412"/>
                <a:gd name="connsiteY9" fmla="*/ 264805 h 264710"/>
                <a:gd name="connsiteX10" fmla="*/ 61551 w 61412"/>
                <a:gd name="connsiteY10" fmla="*/ 262158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51" y="262158"/>
                  </a:moveTo>
                  <a:cubicBezTo>
                    <a:pt x="61551" y="261364"/>
                    <a:pt x="61551" y="260834"/>
                    <a:pt x="57051" y="256334"/>
                  </a:cubicBezTo>
                  <a:cubicBezTo>
                    <a:pt x="23962" y="222981"/>
                    <a:pt x="15491" y="172950"/>
                    <a:pt x="15491" y="132450"/>
                  </a:cubicBezTo>
                  <a:cubicBezTo>
                    <a:pt x="15491" y="86390"/>
                    <a:pt x="25550" y="40330"/>
                    <a:pt x="58110" y="7241"/>
                  </a:cubicBezTo>
                  <a:cubicBezTo>
                    <a:pt x="61551" y="4065"/>
                    <a:pt x="61551" y="3535"/>
                    <a:pt x="61551" y="2741"/>
                  </a:cubicBezTo>
                  <a:cubicBezTo>
                    <a:pt x="61551" y="888"/>
                    <a:pt x="60492" y="94"/>
                    <a:pt x="58904" y="94"/>
                  </a:cubicBezTo>
                  <a:cubicBezTo>
                    <a:pt x="56257" y="94"/>
                    <a:pt x="32433" y="18094"/>
                    <a:pt x="16815" y="51713"/>
                  </a:cubicBezTo>
                  <a:cubicBezTo>
                    <a:pt x="3314" y="80831"/>
                    <a:pt x="138" y="110214"/>
                    <a:pt x="138" y="132450"/>
                  </a:cubicBezTo>
                  <a:cubicBezTo>
                    <a:pt x="138" y="153097"/>
                    <a:pt x="3050" y="185127"/>
                    <a:pt x="17609" y="215039"/>
                  </a:cubicBezTo>
                  <a:cubicBezTo>
                    <a:pt x="33491" y="247599"/>
                    <a:pt x="56257" y="264805"/>
                    <a:pt x="58904" y="264805"/>
                  </a:cubicBezTo>
                  <a:cubicBezTo>
                    <a:pt x="60492" y="264805"/>
                    <a:pt x="61551" y="264011"/>
                    <a:pt x="61551" y="26215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F4A44BE7-6AE9-2C54-AB27-830CD313E840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5818173" y="5701241"/>
              <a:ext cx="125472" cy="119649"/>
            </a:xfrm>
            <a:custGeom>
              <a:avLst/>
              <a:gdLst>
                <a:gd name="connsiteX0" fmla="*/ 113702 w 125472"/>
                <a:gd name="connsiteY0" fmla="*/ 87449 h 119649"/>
                <a:gd name="connsiteX1" fmla="*/ 107879 w 125472"/>
                <a:gd name="connsiteY1" fmla="*/ 94596 h 119649"/>
                <a:gd name="connsiteX2" fmla="*/ 95702 w 125472"/>
                <a:gd name="connsiteY2" fmla="*/ 105185 h 119649"/>
                <a:gd name="connsiteX3" fmla="*/ 87496 w 125472"/>
                <a:gd name="connsiteY3" fmla="*/ 94332 h 119649"/>
                <a:gd name="connsiteX4" fmla="*/ 86437 w 125472"/>
                <a:gd name="connsiteY4" fmla="*/ 89831 h 119649"/>
                <a:gd name="connsiteX5" fmla="*/ 76908 w 125472"/>
                <a:gd name="connsiteY5" fmla="*/ 46948 h 119649"/>
                <a:gd name="connsiteX6" fmla="*/ 102849 w 125472"/>
                <a:gd name="connsiteY6" fmla="*/ 14918 h 119649"/>
                <a:gd name="connsiteX7" fmla="*/ 109202 w 125472"/>
                <a:gd name="connsiteY7" fmla="*/ 17036 h 119649"/>
                <a:gd name="connsiteX8" fmla="*/ 116349 w 125472"/>
                <a:gd name="connsiteY8" fmla="*/ 19418 h 119649"/>
                <a:gd name="connsiteX9" fmla="*/ 125614 w 125472"/>
                <a:gd name="connsiteY9" fmla="*/ 9889 h 119649"/>
                <a:gd name="connsiteX10" fmla="*/ 114761 w 125472"/>
                <a:gd name="connsiteY10" fmla="*/ 94 h 119649"/>
                <a:gd name="connsiteX11" fmla="*/ 74790 w 125472"/>
                <a:gd name="connsiteY11" fmla="*/ 37948 h 119649"/>
                <a:gd name="connsiteX12" fmla="*/ 71878 w 125472"/>
                <a:gd name="connsiteY12" fmla="*/ 23389 h 119649"/>
                <a:gd name="connsiteX13" fmla="*/ 58113 w 125472"/>
                <a:gd name="connsiteY13" fmla="*/ 94 h 119649"/>
                <a:gd name="connsiteX14" fmla="*/ 27142 w 125472"/>
                <a:gd name="connsiteY14" fmla="*/ 7771 h 119649"/>
                <a:gd name="connsiteX15" fmla="*/ 24230 w 125472"/>
                <a:gd name="connsiteY15" fmla="*/ 8830 h 119649"/>
                <a:gd name="connsiteX16" fmla="*/ 25289 w 125472"/>
                <a:gd name="connsiteY16" fmla="*/ 12801 h 119649"/>
                <a:gd name="connsiteX17" fmla="*/ 40113 w 125472"/>
                <a:gd name="connsiteY17" fmla="*/ 9889 h 119649"/>
                <a:gd name="connsiteX18" fmla="*/ 52025 w 125472"/>
                <a:gd name="connsiteY18" fmla="*/ 28154 h 119649"/>
                <a:gd name="connsiteX19" fmla="*/ 59701 w 125472"/>
                <a:gd name="connsiteY19" fmla="*/ 60713 h 119649"/>
                <a:gd name="connsiteX20" fmla="*/ 37995 w 125472"/>
                <a:gd name="connsiteY20" fmla="*/ 91684 h 119649"/>
                <a:gd name="connsiteX21" fmla="*/ 24495 w 125472"/>
                <a:gd name="connsiteY21" fmla="*/ 104391 h 119649"/>
                <a:gd name="connsiteX22" fmla="*/ 17612 w 125472"/>
                <a:gd name="connsiteY22" fmla="*/ 102008 h 119649"/>
                <a:gd name="connsiteX23" fmla="*/ 9142 w 125472"/>
                <a:gd name="connsiteY23" fmla="*/ 99361 h 119649"/>
                <a:gd name="connsiteX24" fmla="*/ 141 w 125472"/>
                <a:gd name="connsiteY24" fmla="*/ 108626 h 119649"/>
                <a:gd name="connsiteX25" fmla="*/ 13377 w 125472"/>
                <a:gd name="connsiteY25" fmla="*/ 119744 h 119649"/>
                <a:gd name="connsiteX26" fmla="*/ 37995 w 125472"/>
                <a:gd name="connsiteY26" fmla="*/ 101214 h 119649"/>
                <a:gd name="connsiteX27" fmla="*/ 61819 w 125472"/>
                <a:gd name="connsiteY27" fmla="*/ 70243 h 119649"/>
                <a:gd name="connsiteX28" fmla="*/ 69760 w 125472"/>
                <a:gd name="connsiteY28" fmla="*/ 102008 h 119649"/>
                <a:gd name="connsiteX29" fmla="*/ 85114 w 125472"/>
                <a:gd name="connsiteY29" fmla="*/ 119744 h 119649"/>
                <a:gd name="connsiteX30" fmla="*/ 117408 w 125472"/>
                <a:gd name="connsiteY30" fmla="*/ 89567 h 119649"/>
                <a:gd name="connsiteX31" fmla="*/ 113702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02" y="87449"/>
                  </a:moveTo>
                  <a:cubicBezTo>
                    <a:pt x="111585" y="89831"/>
                    <a:pt x="110261" y="91420"/>
                    <a:pt x="107879" y="94596"/>
                  </a:cubicBezTo>
                  <a:cubicBezTo>
                    <a:pt x="101790" y="102538"/>
                    <a:pt x="98614" y="105185"/>
                    <a:pt x="95702" y="105185"/>
                  </a:cubicBezTo>
                  <a:cubicBezTo>
                    <a:pt x="91731" y="105185"/>
                    <a:pt x="89349" y="101743"/>
                    <a:pt x="87496" y="94332"/>
                  </a:cubicBezTo>
                  <a:cubicBezTo>
                    <a:pt x="86967" y="92214"/>
                    <a:pt x="86702" y="90626"/>
                    <a:pt x="86437" y="89831"/>
                  </a:cubicBezTo>
                  <a:cubicBezTo>
                    <a:pt x="79819" y="63096"/>
                    <a:pt x="76908" y="50919"/>
                    <a:pt x="76908" y="46948"/>
                  </a:cubicBezTo>
                  <a:cubicBezTo>
                    <a:pt x="88555" y="26566"/>
                    <a:pt x="98084" y="14918"/>
                    <a:pt x="102849" y="14918"/>
                  </a:cubicBezTo>
                  <a:cubicBezTo>
                    <a:pt x="104437" y="14918"/>
                    <a:pt x="106555" y="15712"/>
                    <a:pt x="109202" y="17036"/>
                  </a:cubicBezTo>
                  <a:cubicBezTo>
                    <a:pt x="112379" y="18889"/>
                    <a:pt x="114232" y="19418"/>
                    <a:pt x="116349" y="19418"/>
                  </a:cubicBezTo>
                  <a:cubicBezTo>
                    <a:pt x="121908" y="19418"/>
                    <a:pt x="125614" y="15448"/>
                    <a:pt x="125614" y="9889"/>
                  </a:cubicBezTo>
                  <a:cubicBezTo>
                    <a:pt x="125614" y="4330"/>
                    <a:pt x="121114" y="94"/>
                    <a:pt x="114761" y="94"/>
                  </a:cubicBezTo>
                  <a:cubicBezTo>
                    <a:pt x="103114" y="94"/>
                    <a:pt x="93055" y="9624"/>
                    <a:pt x="74790" y="37948"/>
                  </a:cubicBezTo>
                  <a:lnTo>
                    <a:pt x="71878" y="23389"/>
                  </a:lnTo>
                  <a:cubicBezTo>
                    <a:pt x="68172" y="5389"/>
                    <a:pt x="65260" y="94"/>
                    <a:pt x="58113" y="94"/>
                  </a:cubicBezTo>
                  <a:cubicBezTo>
                    <a:pt x="52289" y="94"/>
                    <a:pt x="43289" y="2477"/>
                    <a:pt x="27142" y="7771"/>
                  </a:cubicBezTo>
                  <a:lnTo>
                    <a:pt x="24230" y="8830"/>
                  </a:lnTo>
                  <a:lnTo>
                    <a:pt x="25289" y="12801"/>
                  </a:lnTo>
                  <a:cubicBezTo>
                    <a:pt x="35348" y="10418"/>
                    <a:pt x="37730" y="9889"/>
                    <a:pt x="40113" y="9889"/>
                  </a:cubicBezTo>
                  <a:cubicBezTo>
                    <a:pt x="46731" y="9889"/>
                    <a:pt x="48319" y="12271"/>
                    <a:pt x="52025" y="28154"/>
                  </a:cubicBezTo>
                  <a:lnTo>
                    <a:pt x="59701" y="60713"/>
                  </a:lnTo>
                  <a:lnTo>
                    <a:pt x="37995" y="91684"/>
                  </a:lnTo>
                  <a:cubicBezTo>
                    <a:pt x="32701" y="99626"/>
                    <a:pt x="27407" y="104391"/>
                    <a:pt x="24495" y="104391"/>
                  </a:cubicBezTo>
                  <a:cubicBezTo>
                    <a:pt x="22907" y="104391"/>
                    <a:pt x="20259" y="103596"/>
                    <a:pt x="17612" y="102008"/>
                  </a:cubicBezTo>
                  <a:cubicBezTo>
                    <a:pt x="14171" y="100155"/>
                    <a:pt x="11259" y="99361"/>
                    <a:pt x="9142" y="99361"/>
                  </a:cubicBezTo>
                  <a:cubicBezTo>
                    <a:pt x="4112" y="99361"/>
                    <a:pt x="141" y="103332"/>
                    <a:pt x="141" y="108626"/>
                  </a:cubicBezTo>
                  <a:cubicBezTo>
                    <a:pt x="141" y="115508"/>
                    <a:pt x="5436" y="119744"/>
                    <a:pt x="13377" y="119744"/>
                  </a:cubicBezTo>
                  <a:cubicBezTo>
                    <a:pt x="21583" y="119744"/>
                    <a:pt x="24759" y="117361"/>
                    <a:pt x="37995" y="101214"/>
                  </a:cubicBezTo>
                  <a:cubicBezTo>
                    <a:pt x="45142" y="92743"/>
                    <a:pt x="50701" y="85596"/>
                    <a:pt x="61819" y="70243"/>
                  </a:cubicBezTo>
                  <a:lnTo>
                    <a:pt x="69760" y="102008"/>
                  </a:lnTo>
                  <a:cubicBezTo>
                    <a:pt x="73202" y="115508"/>
                    <a:pt x="76643" y="119744"/>
                    <a:pt x="85114" y="119744"/>
                  </a:cubicBezTo>
                  <a:cubicBezTo>
                    <a:pt x="95173" y="119744"/>
                    <a:pt x="102055" y="113391"/>
                    <a:pt x="117408" y="89567"/>
                  </a:cubicBezTo>
                  <a:lnTo>
                    <a:pt x="113702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7371E240-C280-151D-AFE1-5B1F029B60E1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5947992" y="5725697"/>
              <a:ext cx="88540" cy="135161"/>
            </a:xfrm>
            <a:custGeom>
              <a:avLst/>
              <a:gdLst>
                <a:gd name="connsiteX0" fmla="*/ 45198 w 88540"/>
                <a:gd name="connsiteY0" fmla="*/ 97 h 135161"/>
                <a:gd name="connsiteX1" fmla="*/ 18950 w 88540"/>
                <a:gd name="connsiteY1" fmla="*/ 10283 h 135161"/>
                <a:gd name="connsiteX2" fmla="*/ 145 w 88540"/>
                <a:gd name="connsiteY2" fmla="*/ 66699 h 135161"/>
                <a:gd name="connsiteX3" fmla="*/ 15815 w 88540"/>
                <a:gd name="connsiteY3" fmla="*/ 121938 h 135161"/>
                <a:gd name="connsiteX4" fmla="*/ 44415 w 88540"/>
                <a:gd name="connsiteY4" fmla="*/ 135259 h 135161"/>
                <a:gd name="connsiteX5" fmla="*/ 69880 w 88540"/>
                <a:gd name="connsiteY5" fmla="*/ 125073 h 135161"/>
                <a:gd name="connsiteX6" fmla="*/ 88685 w 88540"/>
                <a:gd name="connsiteY6" fmla="*/ 67874 h 135161"/>
                <a:gd name="connsiteX7" fmla="*/ 45198 w 88540"/>
                <a:gd name="connsiteY7" fmla="*/ 97 h 135161"/>
                <a:gd name="connsiteX8" fmla="*/ 44611 w 88540"/>
                <a:gd name="connsiteY8" fmla="*/ 5190 h 135161"/>
                <a:gd name="connsiteX9" fmla="*/ 69880 w 88540"/>
                <a:gd name="connsiteY9" fmla="*/ 68266 h 135161"/>
                <a:gd name="connsiteX10" fmla="*/ 44415 w 88540"/>
                <a:gd name="connsiteY10" fmla="*/ 130166 h 135161"/>
                <a:gd name="connsiteX11" fmla="*/ 18950 w 88540"/>
                <a:gd name="connsiteY11" fmla="*/ 68462 h 135161"/>
                <a:gd name="connsiteX12" fmla="*/ 44611 w 88540"/>
                <a:gd name="connsiteY12" fmla="*/ 5190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198" y="97"/>
                  </a:moveTo>
                  <a:cubicBezTo>
                    <a:pt x="34425" y="97"/>
                    <a:pt x="26197" y="3427"/>
                    <a:pt x="18950" y="10283"/>
                  </a:cubicBezTo>
                  <a:cubicBezTo>
                    <a:pt x="7588" y="21253"/>
                    <a:pt x="145" y="43780"/>
                    <a:pt x="145" y="66699"/>
                  </a:cubicBezTo>
                  <a:cubicBezTo>
                    <a:pt x="145" y="88050"/>
                    <a:pt x="6609" y="110969"/>
                    <a:pt x="15815" y="121938"/>
                  </a:cubicBezTo>
                  <a:cubicBezTo>
                    <a:pt x="23063" y="130557"/>
                    <a:pt x="33053" y="135259"/>
                    <a:pt x="44415" y="135259"/>
                  </a:cubicBezTo>
                  <a:cubicBezTo>
                    <a:pt x="54405" y="135259"/>
                    <a:pt x="62828" y="131929"/>
                    <a:pt x="69880" y="125073"/>
                  </a:cubicBezTo>
                  <a:cubicBezTo>
                    <a:pt x="81241" y="114299"/>
                    <a:pt x="88685" y="91576"/>
                    <a:pt x="88685" y="67874"/>
                  </a:cubicBezTo>
                  <a:cubicBezTo>
                    <a:pt x="88685" y="27717"/>
                    <a:pt x="70859" y="97"/>
                    <a:pt x="45198" y="97"/>
                  </a:cubicBezTo>
                  <a:close/>
                  <a:moveTo>
                    <a:pt x="44611" y="5190"/>
                  </a:moveTo>
                  <a:cubicBezTo>
                    <a:pt x="61065" y="5190"/>
                    <a:pt x="69880" y="27326"/>
                    <a:pt x="69880" y="68266"/>
                  </a:cubicBezTo>
                  <a:cubicBezTo>
                    <a:pt x="69880" y="109206"/>
                    <a:pt x="61261" y="130166"/>
                    <a:pt x="44415" y="130166"/>
                  </a:cubicBezTo>
                  <a:cubicBezTo>
                    <a:pt x="27569" y="130166"/>
                    <a:pt x="18950" y="109206"/>
                    <a:pt x="18950" y="68462"/>
                  </a:cubicBezTo>
                  <a:cubicBezTo>
                    <a:pt x="18950" y="26934"/>
                    <a:pt x="27765" y="5190"/>
                    <a:pt x="44611" y="519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7BA3EBD5-81A3-1D7A-FCAA-08F66C21CB0B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6113759" y="5746506"/>
              <a:ext cx="161738" cy="10588"/>
            </a:xfrm>
            <a:custGeom>
              <a:avLst/>
              <a:gdLst>
                <a:gd name="connsiteX0" fmla="*/ 152624 w 161738"/>
                <a:gd name="connsiteY0" fmla="*/ 10683 h 10588"/>
                <a:gd name="connsiteX1" fmla="*/ 161889 w 161738"/>
                <a:gd name="connsiteY1" fmla="*/ 5389 h 10588"/>
                <a:gd name="connsiteX2" fmla="*/ 152624 w 161738"/>
                <a:gd name="connsiteY2" fmla="*/ 95 h 10588"/>
                <a:gd name="connsiteX3" fmla="*/ 9416 w 161738"/>
                <a:gd name="connsiteY3" fmla="*/ 95 h 10588"/>
                <a:gd name="connsiteX4" fmla="*/ 151 w 161738"/>
                <a:gd name="connsiteY4" fmla="*/ 5389 h 10588"/>
                <a:gd name="connsiteX5" fmla="*/ 9416 w 161738"/>
                <a:gd name="connsiteY5" fmla="*/ 10683 h 10588"/>
                <a:gd name="connsiteX6" fmla="*/ 152624 w 161738"/>
                <a:gd name="connsiteY6" fmla="*/ 10683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624" y="10683"/>
                  </a:moveTo>
                  <a:cubicBezTo>
                    <a:pt x="157124" y="10683"/>
                    <a:pt x="161889" y="10683"/>
                    <a:pt x="161889" y="5389"/>
                  </a:cubicBezTo>
                  <a:cubicBezTo>
                    <a:pt x="161889" y="95"/>
                    <a:pt x="157124" y="95"/>
                    <a:pt x="152624" y="95"/>
                  </a:cubicBezTo>
                  <a:lnTo>
                    <a:pt x="9416" y="95"/>
                  </a:lnTo>
                  <a:cubicBezTo>
                    <a:pt x="4916" y="95"/>
                    <a:pt x="151" y="95"/>
                    <a:pt x="151" y="5389"/>
                  </a:cubicBezTo>
                  <a:cubicBezTo>
                    <a:pt x="151" y="10683"/>
                    <a:pt x="4916" y="10683"/>
                    <a:pt x="9416" y="10683"/>
                  </a:cubicBezTo>
                  <a:lnTo>
                    <a:pt x="152624" y="1068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CDC3207F-51A2-36D6-FE63-029C2258C4E6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6327993" y="5701241"/>
              <a:ext cx="125472" cy="119649"/>
            </a:xfrm>
            <a:custGeom>
              <a:avLst/>
              <a:gdLst>
                <a:gd name="connsiteX0" fmla="*/ 113721 w 125472"/>
                <a:gd name="connsiteY0" fmla="*/ 87449 h 119649"/>
                <a:gd name="connsiteX1" fmla="*/ 107898 w 125472"/>
                <a:gd name="connsiteY1" fmla="*/ 94596 h 119649"/>
                <a:gd name="connsiteX2" fmla="*/ 95721 w 125472"/>
                <a:gd name="connsiteY2" fmla="*/ 105185 h 119649"/>
                <a:gd name="connsiteX3" fmla="*/ 87515 w 125472"/>
                <a:gd name="connsiteY3" fmla="*/ 94332 h 119649"/>
                <a:gd name="connsiteX4" fmla="*/ 86456 w 125472"/>
                <a:gd name="connsiteY4" fmla="*/ 89831 h 119649"/>
                <a:gd name="connsiteX5" fmla="*/ 76927 w 125472"/>
                <a:gd name="connsiteY5" fmla="*/ 46948 h 119649"/>
                <a:gd name="connsiteX6" fmla="*/ 102868 w 125472"/>
                <a:gd name="connsiteY6" fmla="*/ 14918 h 119649"/>
                <a:gd name="connsiteX7" fmla="*/ 109221 w 125472"/>
                <a:gd name="connsiteY7" fmla="*/ 17036 h 119649"/>
                <a:gd name="connsiteX8" fmla="*/ 116369 w 125472"/>
                <a:gd name="connsiteY8" fmla="*/ 19418 h 119649"/>
                <a:gd name="connsiteX9" fmla="*/ 125633 w 125472"/>
                <a:gd name="connsiteY9" fmla="*/ 9889 h 119649"/>
                <a:gd name="connsiteX10" fmla="*/ 114780 w 125472"/>
                <a:gd name="connsiteY10" fmla="*/ 94 h 119649"/>
                <a:gd name="connsiteX11" fmla="*/ 74809 w 125472"/>
                <a:gd name="connsiteY11" fmla="*/ 37948 h 119649"/>
                <a:gd name="connsiteX12" fmla="*/ 71897 w 125472"/>
                <a:gd name="connsiteY12" fmla="*/ 23389 h 119649"/>
                <a:gd name="connsiteX13" fmla="*/ 58132 w 125472"/>
                <a:gd name="connsiteY13" fmla="*/ 94 h 119649"/>
                <a:gd name="connsiteX14" fmla="*/ 27161 w 125472"/>
                <a:gd name="connsiteY14" fmla="*/ 7771 h 119649"/>
                <a:gd name="connsiteX15" fmla="*/ 24249 w 125472"/>
                <a:gd name="connsiteY15" fmla="*/ 8830 h 119649"/>
                <a:gd name="connsiteX16" fmla="*/ 25308 w 125472"/>
                <a:gd name="connsiteY16" fmla="*/ 12801 h 119649"/>
                <a:gd name="connsiteX17" fmla="*/ 40132 w 125472"/>
                <a:gd name="connsiteY17" fmla="*/ 9889 h 119649"/>
                <a:gd name="connsiteX18" fmla="*/ 52044 w 125472"/>
                <a:gd name="connsiteY18" fmla="*/ 28154 h 119649"/>
                <a:gd name="connsiteX19" fmla="*/ 59720 w 125472"/>
                <a:gd name="connsiteY19" fmla="*/ 60713 h 119649"/>
                <a:gd name="connsiteX20" fmla="*/ 38014 w 125472"/>
                <a:gd name="connsiteY20" fmla="*/ 91684 h 119649"/>
                <a:gd name="connsiteX21" fmla="*/ 24514 w 125472"/>
                <a:gd name="connsiteY21" fmla="*/ 104391 h 119649"/>
                <a:gd name="connsiteX22" fmla="*/ 17631 w 125472"/>
                <a:gd name="connsiteY22" fmla="*/ 102008 h 119649"/>
                <a:gd name="connsiteX23" fmla="*/ 9161 w 125472"/>
                <a:gd name="connsiteY23" fmla="*/ 99361 h 119649"/>
                <a:gd name="connsiteX24" fmla="*/ 160 w 125472"/>
                <a:gd name="connsiteY24" fmla="*/ 108626 h 119649"/>
                <a:gd name="connsiteX25" fmla="*/ 13396 w 125472"/>
                <a:gd name="connsiteY25" fmla="*/ 119744 h 119649"/>
                <a:gd name="connsiteX26" fmla="*/ 38014 w 125472"/>
                <a:gd name="connsiteY26" fmla="*/ 101214 h 119649"/>
                <a:gd name="connsiteX27" fmla="*/ 61838 w 125472"/>
                <a:gd name="connsiteY27" fmla="*/ 70243 h 119649"/>
                <a:gd name="connsiteX28" fmla="*/ 69779 w 125472"/>
                <a:gd name="connsiteY28" fmla="*/ 102008 h 119649"/>
                <a:gd name="connsiteX29" fmla="*/ 85133 w 125472"/>
                <a:gd name="connsiteY29" fmla="*/ 119744 h 119649"/>
                <a:gd name="connsiteX30" fmla="*/ 117427 w 125472"/>
                <a:gd name="connsiteY30" fmla="*/ 89567 h 119649"/>
                <a:gd name="connsiteX31" fmla="*/ 113721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21" y="87449"/>
                  </a:moveTo>
                  <a:cubicBezTo>
                    <a:pt x="111604" y="89831"/>
                    <a:pt x="110280" y="91420"/>
                    <a:pt x="107898" y="94596"/>
                  </a:cubicBezTo>
                  <a:cubicBezTo>
                    <a:pt x="101809" y="102538"/>
                    <a:pt x="98633" y="105185"/>
                    <a:pt x="95721" y="105185"/>
                  </a:cubicBezTo>
                  <a:cubicBezTo>
                    <a:pt x="91750" y="105185"/>
                    <a:pt x="89368" y="101743"/>
                    <a:pt x="87515" y="94332"/>
                  </a:cubicBezTo>
                  <a:cubicBezTo>
                    <a:pt x="86986" y="92214"/>
                    <a:pt x="86721" y="90626"/>
                    <a:pt x="86456" y="89831"/>
                  </a:cubicBezTo>
                  <a:cubicBezTo>
                    <a:pt x="79838" y="63096"/>
                    <a:pt x="76927" y="50919"/>
                    <a:pt x="76927" y="46948"/>
                  </a:cubicBezTo>
                  <a:cubicBezTo>
                    <a:pt x="88574" y="26566"/>
                    <a:pt x="98104" y="14918"/>
                    <a:pt x="102868" y="14918"/>
                  </a:cubicBezTo>
                  <a:cubicBezTo>
                    <a:pt x="104457" y="14918"/>
                    <a:pt x="106574" y="15712"/>
                    <a:pt x="109221" y="17036"/>
                  </a:cubicBezTo>
                  <a:cubicBezTo>
                    <a:pt x="112398" y="18889"/>
                    <a:pt x="114251" y="19418"/>
                    <a:pt x="116369" y="19418"/>
                  </a:cubicBezTo>
                  <a:cubicBezTo>
                    <a:pt x="121927" y="19418"/>
                    <a:pt x="125633" y="15448"/>
                    <a:pt x="125633" y="9889"/>
                  </a:cubicBezTo>
                  <a:cubicBezTo>
                    <a:pt x="125633" y="4330"/>
                    <a:pt x="121133" y="94"/>
                    <a:pt x="114780" y="94"/>
                  </a:cubicBezTo>
                  <a:cubicBezTo>
                    <a:pt x="103133" y="94"/>
                    <a:pt x="93074" y="9624"/>
                    <a:pt x="74809" y="37948"/>
                  </a:cubicBezTo>
                  <a:lnTo>
                    <a:pt x="71897" y="23389"/>
                  </a:lnTo>
                  <a:cubicBezTo>
                    <a:pt x="68191" y="5389"/>
                    <a:pt x="65279" y="94"/>
                    <a:pt x="58132" y="94"/>
                  </a:cubicBezTo>
                  <a:cubicBezTo>
                    <a:pt x="52309" y="94"/>
                    <a:pt x="43308" y="2477"/>
                    <a:pt x="27161" y="7771"/>
                  </a:cubicBezTo>
                  <a:lnTo>
                    <a:pt x="24249" y="8830"/>
                  </a:lnTo>
                  <a:lnTo>
                    <a:pt x="25308" y="12801"/>
                  </a:lnTo>
                  <a:cubicBezTo>
                    <a:pt x="35367" y="10418"/>
                    <a:pt x="37749" y="9889"/>
                    <a:pt x="40132" y="9889"/>
                  </a:cubicBezTo>
                  <a:cubicBezTo>
                    <a:pt x="46750" y="9889"/>
                    <a:pt x="48338" y="12271"/>
                    <a:pt x="52044" y="28154"/>
                  </a:cubicBezTo>
                  <a:lnTo>
                    <a:pt x="59720" y="60713"/>
                  </a:lnTo>
                  <a:lnTo>
                    <a:pt x="38014" y="91684"/>
                  </a:lnTo>
                  <a:cubicBezTo>
                    <a:pt x="32720" y="99626"/>
                    <a:pt x="27426" y="104391"/>
                    <a:pt x="24514" y="104391"/>
                  </a:cubicBezTo>
                  <a:cubicBezTo>
                    <a:pt x="22926" y="104391"/>
                    <a:pt x="20279" y="103596"/>
                    <a:pt x="17631" y="102008"/>
                  </a:cubicBezTo>
                  <a:cubicBezTo>
                    <a:pt x="14190" y="100155"/>
                    <a:pt x="11278" y="99361"/>
                    <a:pt x="9161" y="99361"/>
                  </a:cubicBezTo>
                  <a:cubicBezTo>
                    <a:pt x="4131" y="99361"/>
                    <a:pt x="160" y="103332"/>
                    <a:pt x="160" y="108626"/>
                  </a:cubicBezTo>
                  <a:cubicBezTo>
                    <a:pt x="160" y="115508"/>
                    <a:pt x="5455" y="119744"/>
                    <a:pt x="13396" y="119744"/>
                  </a:cubicBezTo>
                  <a:cubicBezTo>
                    <a:pt x="21602" y="119744"/>
                    <a:pt x="24779" y="117361"/>
                    <a:pt x="38014" y="101214"/>
                  </a:cubicBezTo>
                  <a:cubicBezTo>
                    <a:pt x="45161" y="92743"/>
                    <a:pt x="50720" y="85596"/>
                    <a:pt x="61838" y="70243"/>
                  </a:cubicBezTo>
                  <a:lnTo>
                    <a:pt x="69779" y="102008"/>
                  </a:lnTo>
                  <a:cubicBezTo>
                    <a:pt x="73221" y="115508"/>
                    <a:pt x="76662" y="119744"/>
                    <a:pt x="85133" y="119744"/>
                  </a:cubicBezTo>
                  <a:cubicBezTo>
                    <a:pt x="95192" y="119744"/>
                    <a:pt x="102074" y="113391"/>
                    <a:pt x="117427" y="89567"/>
                  </a:cubicBezTo>
                  <a:lnTo>
                    <a:pt x="113721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C1DF9031-B3EE-815D-BD5A-B8E2383C9A54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6458987" y="5725697"/>
              <a:ext cx="87169" cy="132418"/>
            </a:xfrm>
            <a:custGeom>
              <a:avLst/>
              <a:gdLst>
                <a:gd name="connsiteX0" fmla="*/ 87333 w 87169"/>
                <a:gd name="connsiteY0" fmla="*/ 105680 h 132418"/>
                <a:gd name="connsiteX1" fmla="*/ 84786 w 87169"/>
                <a:gd name="connsiteY1" fmla="*/ 104700 h 132418"/>
                <a:gd name="connsiteX2" fmla="*/ 66177 w 87169"/>
                <a:gd name="connsiteY2" fmla="*/ 117629 h 132418"/>
                <a:gd name="connsiteX3" fmla="*/ 19361 w 87169"/>
                <a:gd name="connsiteY3" fmla="*/ 117629 h 132418"/>
                <a:gd name="connsiteX4" fmla="*/ 52269 w 87169"/>
                <a:gd name="connsiteY4" fmla="*/ 83153 h 132418"/>
                <a:gd name="connsiteX5" fmla="*/ 77343 w 87169"/>
                <a:gd name="connsiteY5" fmla="*/ 34769 h 132418"/>
                <a:gd name="connsiteX6" fmla="*/ 41104 w 87169"/>
                <a:gd name="connsiteY6" fmla="*/ 97 h 132418"/>
                <a:gd name="connsiteX7" fmla="*/ 12896 w 87169"/>
                <a:gd name="connsiteY7" fmla="*/ 12242 h 132418"/>
                <a:gd name="connsiteX8" fmla="*/ 360 w 87169"/>
                <a:gd name="connsiteY8" fmla="*/ 39079 h 132418"/>
                <a:gd name="connsiteX9" fmla="*/ 4473 w 87169"/>
                <a:gd name="connsiteY9" fmla="*/ 40058 h 132418"/>
                <a:gd name="connsiteX10" fmla="*/ 32877 w 87169"/>
                <a:gd name="connsiteY10" fmla="*/ 14593 h 132418"/>
                <a:gd name="connsiteX11" fmla="*/ 60497 w 87169"/>
                <a:gd name="connsiteY11" fmla="*/ 42213 h 132418"/>
                <a:gd name="connsiteX12" fmla="*/ 35031 w 87169"/>
                <a:gd name="connsiteY12" fmla="*/ 93143 h 132418"/>
                <a:gd name="connsiteX13" fmla="*/ 164 w 87169"/>
                <a:gd name="connsiteY13" fmla="*/ 130166 h 132418"/>
                <a:gd name="connsiteX14" fmla="*/ 164 w 87169"/>
                <a:gd name="connsiteY14" fmla="*/ 132516 h 132418"/>
                <a:gd name="connsiteX15" fmla="*/ 76559 w 87169"/>
                <a:gd name="connsiteY15" fmla="*/ 132516 h 132418"/>
                <a:gd name="connsiteX16" fmla="*/ 87333 w 87169"/>
                <a:gd name="connsiteY16" fmla="*/ 105680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333" y="105680"/>
                  </a:moveTo>
                  <a:lnTo>
                    <a:pt x="84786" y="104700"/>
                  </a:lnTo>
                  <a:cubicBezTo>
                    <a:pt x="77539" y="115866"/>
                    <a:pt x="74992" y="117629"/>
                    <a:pt x="66177" y="117629"/>
                  </a:cubicBezTo>
                  <a:lnTo>
                    <a:pt x="19361" y="117629"/>
                  </a:lnTo>
                  <a:lnTo>
                    <a:pt x="52269" y="83153"/>
                  </a:lnTo>
                  <a:cubicBezTo>
                    <a:pt x="69703" y="64936"/>
                    <a:pt x="77343" y="50048"/>
                    <a:pt x="77343" y="34769"/>
                  </a:cubicBezTo>
                  <a:cubicBezTo>
                    <a:pt x="77343" y="15181"/>
                    <a:pt x="61476" y="97"/>
                    <a:pt x="41104" y="97"/>
                  </a:cubicBezTo>
                  <a:cubicBezTo>
                    <a:pt x="30330" y="97"/>
                    <a:pt x="20144" y="4407"/>
                    <a:pt x="12896" y="12242"/>
                  </a:cubicBezTo>
                  <a:cubicBezTo>
                    <a:pt x="6628" y="18902"/>
                    <a:pt x="3690" y="25171"/>
                    <a:pt x="360" y="39079"/>
                  </a:cubicBezTo>
                  <a:lnTo>
                    <a:pt x="4473" y="40058"/>
                  </a:lnTo>
                  <a:cubicBezTo>
                    <a:pt x="12309" y="20861"/>
                    <a:pt x="19361" y="14593"/>
                    <a:pt x="32877" y="14593"/>
                  </a:cubicBezTo>
                  <a:cubicBezTo>
                    <a:pt x="49331" y="14593"/>
                    <a:pt x="60497" y="25758"/>
                    <a:pt x="60497" y="42213"/>
                  </a:cubicBezTo>
                  <a:cubicBezTo>
                    <a:pt x="60497" y="57492"/>
                    <a:pt x="51486" y="75709"/>
                    <a:pt x="35031" y="93143"/>
                  </a:cubicBezTo>
                  <a:lnTo>
                    <a:pt x="164" y="130166"/>
                  </a:lnTo>
                  <a:lnTo>
                    <a:pt x="164" y="132516"/>
                  </a:lnTo>
                  <a:lnTo>
                    <a:pt x="76559" y="132516"/>
                  </a:lnTo>
                  <a:lnTo>
                    <a:pt x="87333" y="10568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836CCAB2-E1AF-B780-C1CA-BCD9BB92A2A7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6579795" y="5619445"/>
              <a:ext cx="61412" cy="264710"/>
            </a:xfrm>
            <a:custGeom>
              <a:avLst/>
              <a:gdLst>
                <a:gd name="connsiteX0" fmla="*/ 61582 w 61412"/>
                <a:gd name="connsiteY0" fmla="*/ 132450 h 264710"/>
                <a:gd name="connsiteX1" fmla="*/ 44111 w 61412"/>
                <a:gd name="connsiteY1" fmla="*/ 49860 h 264710"/>
                <a:gd name="connsiteX2" fmla="*/ 2816 w 61412"/>
                <a:gd name="connsiteY2" fmla="*/ 94 h 264710"/>
                <a:gd name="connsiteX3" fmla="*/ 169 w 61412"/>
                <a:gd name="connsiteY3" fmla="*/ 2741 h 264710"/>
                <a:gd name="connsiteX4" fmla="*/ 5199 w 61412"/>
                <a:gd name="connsiteY4" fmla="*/ 8829 h 264710"/>
                <a:gd name="connsiteX5" fmla="*/ 46229 w 61412"/>
                <a:gd name="connsiteY5" fmla="*/ 132450 h 264710"/>
                <a:gd name="connsiteX6" fmla="*/ 3611 w 61412"/>
                <a:gd name="connsiteY6" fmla="*/ 257658 h 264710"/>
                <a:gd name="connsiteX7" fmla="*/ 169 w 61412"/>
                <a:gd name="connsiteY7" fmla="*/ 262158 h 264710"/>
                <a:gd name="connsiteX8" fmla="*/ 2816 w 61412"/>
                <a:gd name="connsiteY8" fmla="*/ 264805 h 264710"/>
                <a:gd name="connsiteX9" fmla="*/ 44905 w 61412"/>
                <a:gd name="connsiteY9" fmla="*/ 213186 h 264710"/>
                <a:gd name="connsiteX10" fmla="*/ 61582 w 61412"/>
                <a:gd name="connsiteY10" fmla="*/ 132450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82" y="132450"/>
                  </a:moveTo>
                  <a:cubicBezTo>
                    <a:pt x="61582" y="111802"/>
                    <a:pt x="58670" y="79772"/>
                    <a:pt x="44111" y="49860"/>
                  </a:cubicBezTo>
                  <a:cubicBezTo>
                    <a:pt x="28229" y="17300"/>
                    <a:pt x="5463" y="94"/>
                    <a:pt x="2816" y="94"/>
                  </a:cubicBezTo>
                  <a:cubicBezTo>
                    <a:pt x="1228" y="94"/>
                    <a:pt x="169" y="1153"/>
                    <a:pt x="169" y="2741"/>
                  </a:cubicBezTo>
                  <a:cubicBezTo>
                    <a:pt x="169" y="3535"/>
                    <a:pt x="169" y="4065"/>
                    <a:pt x="5199" y="8829"/>
                  </a:cubicBezTo>
                  <a:cubicBezTo>
                    <a:pt x="31140" y="35036"/>
                    <a:pt x="46229" y="77125"/>
                    <a:pt x="46229" y="132450"/>
                  </a:cubicBezTo>
                  <a:cubicBezTo>
                    <a:pt x="46229" y="177715"/>
                    <a:pt x="36435" y="224304"/>
                    <a:pt x="3611" y="257658"/>
                  </a:cubicBezTo>
                  <a:cubicBezTo>
                    <a:pt x="169" y="260834"/>
                    <a:pt x="169" y="261364"/>
                    <a:pt x="169" y="262158"/>
                  </a:cubicBezTo>
                  <a:cubicBezTo>
                    <a:pt x="169" y="263746"/>
                    <a:pt x="1228" y="264805"/>
                    <a:pt x="2816" y="264805"/>
                  </a:cubicBezTo>
                  <a:cubicBezTo>
                    <a:pt x="5463" y="264805"/>
                    <a:pt x="29287" y="246805"/>
                    <a:pt x="44905" y="213186"/>
                  </a:cubicBezTo>
                  <a:cubicBezTo>
                    <a:pt x="58406" y="184068"/>
                    <a:pt x="61582" y="154685"/>
                    <a:pt x="61582" y="13245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DE763F50-49F3-3703-9F26-99532153FBEE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6700621" y="5456232"/>
              <a:ext cx="151149" cy="234269"/>
            </a:xfrm>
            <a:custGeom>
              <a:avLst/>
              <a:gdLst>
                <a:gd name="connsiteX0" fmla="*/ 48353 w 151149"/>
                <a:gd name="connsiteY0" fmla="*/ 74736 h 234269"/>
                <a:gd name="connsiteX1" fmla="*/ 72177 w 151149"/>
                <a:gd name="connsiteY1" fmla="*/ 74736 h 234269"/>
                <a:gd name="connsiteX2" fmla="*/ 48882 w 151149"/>
                <a:gd name="connsiteY2" fmla="*/ 185915 h 234269"/>
                <a:gd name="connsiteX3" fmla="*/ 23205 w 151149"/>
                <a:gd name="connsiteY3" fmla="*/ 228798 h 234269"/>
                <a:gd name="connsiteX4" fmla="*/ 17911 w 151149"/>
                <a:gd name="connsiteY4" fmla="*/ 224562 h 234269"/>
                <a:gd name="connsiteX5" fmla="*/ 18970 w 151149"/>
                <a:gd name="connsiteY5" fmla="*/ 221651 h 234269"/>
                <a:gd name="connsiteX6" fmla="*/ 20293 w 151149"/>
                <a:gd name="connsiteY6" fmla="*/ 217415 h 234269"/>
                <a:gd name="connsiteX7" fmla="*/ 9970 w 151149"/>
                <a:gd name="connsiteY7" fmla="*/ 207356 h 234269"/>
                <a:gd name="connsiteX8" fmla="*/ 175 w 151149"/>
                <a:gd name="connsiteY8" fmla="*/ 218209 h 234269"/>
                <a:gd name="connsiteX9" fmla="*/ 21088 w 151149"/>
                <a:gd name="connsiteY9" fmla="*/ 234357 h 234269"/>
                <a:gd name="connsiteX10" fmla="*/ 74030 w 151149"/>
                <a:gd name="connsiteY10" fmla="*/ 159444 h 234269"/>
                <a:gd name="connsiteX11" fmla="*/ 93089 w 151149"/>
                <a:gd name="connsiteY11" fmla="*/ 74736 h 234269"/>
                <a:gd name="connsiteX12" fmla="*/ 121942 w 151149"/>
                <a:gd name="connsiteY12" fmla="*/ 74736 h 234269"/>
                <a:gd name="connsiteX13" fmla="*/ 123531 w 151149"/>
                <a:gd name="connsiteY13" fmla="*/ 66265 h 234269"/>
                <a:gd name="connsiteX14" fmla="*/ 94942 w 151149"/>
                <a:gd name="connsiteY14" fmla="*/ 66265 h 234269"/>
                <a:gd name="connsiteX15" fmla="*/ 127237 w 151149"/>
                <a:gd name="connsiteY15" fmla="*/ 5911 h 234269"/>
                <a:gd name="connsiteX16" fmla="*/ 133060 w 151149"/>
                <a:gd name="connsiteY16" fmla="*/ 9088 h 234269"/>
                <a:gd name="connsiteX17" fmla="*/ 132001 w 151149"/>
                <a:gd name="connsiteY17" fmla="*/ 11735 h 234269"/>
                <a:gd name="connsiteX18" fmla="*/ 130413 w 151149"/>
                <a:gd name="connsiteY18" fmla="*/ 17294 h 234269"/>
                <a:gd name="connsiteX19" fmla="*/ 140208 w 151149"/>
                <a:gd name="connsiteY19" fmla="*/ 27882 h 234269"/>
                <a:gd name="connsiteX20" fmla="*/ 151325 w 151149"/>
                <a:gd name="connsiteY20" fmla="*/ 17294 h 234269"/>
                <a:gd name="connsiteX21" fmla="*/ 128560 w 151149"/>
                <a:gd name="connsiteY21" fmla="*/ 88 h 234269"/>
                <a:gd name="connsiteX22" fmla="*/ 95736 w 151149"/>
                <a:gd name="connsiteY22" fmla="*/ 18353 h 234269"/>
                <a:gd name="connsiteX23" fmla="*/ 74559 w 151149"/>
                <a:gd name="connsiteY23" fmla="*/ 66265 h 234269"/>
                <a:gd name="connsiteX24" fmla="*/ 50206 w 151149"/>
                <a:gd name="connsiteY24" fmla="*/ 66265 h 234269"/>
                <a:gd name="connsiteX25" fmla="*/ 48353 w 151149"/>
                <a:gd name="connsiteY25" fmla="*/ 74736 h 23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1149" h="234269">
                  <a:moveTo>
                    <a:pt x="48353" y="74736"/>
                  </a:moveTo>
                  <a:lnTo>
                    <a:pt x="72177" y="74736"/>
                  </a:lnTo>
                  <a:lnTo>
                    <a:pt x="48882" y="185915"/>
                  </a:lnTo>
                  <a:cubicBezTo>
                    <a:pt x="43059" y="214239"/>
                    <a:pt x="34323" y="228798"/>
                    <a:pt x="23205" y="228798"/>
                  </a:cubicBezTo>
                  <a:cubicBezTo>
                    <a:pt x="20029" y="228798"/>
                    <a:pt x="17911" y="226945"/>
                    <a:pt x="17911" y="224562"/>
                  </a:cubicBezTo>
                  <a:cubicBezTo>
                    <a:pt x="17911" y="223768"/>
                    <a:pt x="18176" y="222974"/>
                    <a:pt x="18970" y="221651"/>
                  </a:cubicBezTo>
                  <a:cubicBezTo>
                    <a:pt x="20029" y="220062"/>
                    <a:pt x="20293" y="219003"/>
                    <a:pt x="20293" y="217415"/>
                  </a:cubicBezTo>
                  <a:cubicBezTo>
                    <a:pt x="20293" y="211856"/>
                    <a:pt x="15529" y="207356"/>
                    <a:pt x="9970" y="207356"/>
                  </a:cubicBezTo>
                  <a:cubicBezTo>
                    <a:pt x="4411" y="207356"/>
                    <a:pt x="175" y="212121"/>
                    <a:pt x="175" y="218209"/>
                  </a:cubicBezTo>
                  <a:cubicBezTo>
                    <a:pt x="175" y="227209"/>
                    <a:pt x="9440" y="234357"/>
                    <a:pt x="21088" y="234357"/>
                  </a:cubicBezTo>
                  <a:cubicBezTo>
                    <a:pt x="44647" y="234357"/>
                    <a:pt x="63177" y="208150"/>
                    <a:pt x="74030" y="159444"/>
                  </a:cubicBezTo>
                  <a:lnTo>
                    <a:pt x="93089" y="74736"/>
                  </a:lnTo>
                  <a:lnTo>
                    <a:pt x="121942" y="74736"/>
                  </a:lnTo>
                  <a:lnTo>
                    <a:pt x="123531" y="66265"/>
                  </a:lnTo>
                  <a:lnTo>
                    <a:pt x="94942" y="66265"/>
                  </a:lnTo>
                  <a:cubicBezTo>
                    <a:pt x="102619" y="24706"/>
                    <a:pt x="112413" y="5911"/>
                    <a:pt x="127237" y="5911"/>
                  </a:cubicBezTo>
                  <a:cubicBezTo>
                    <a:pt x="130678" y="5911"/>
                    <a:pt x="133060" y="7235"/>
                    <a:pt x="133060" y="9088"/>
                  </a:cubicBezTo>
                  <a:cubicBezTo>
                    <a:pt x="133060" y="9882"/>
                    <a:pt x="132796" y="10411"/>
                    <a:pt x="132001" y="11735"/>
                  </a:cubicBezTo>
                  <a:cubicBezTo>
                    <a:pt x="130943" y="14117"/>
                    <a:pt x="130413" y="15441"/>
                    <a:pt x="130413" y="17294"/>
                  </a:cubicBezTo>
                  <a:cubicBezTo>
                    <a:pt x="130413" y="23647"/>
                    <a:pt x="134384" y="27882"/>
                    <a:pt x="140208" y="27882"/>
                  </a:cubicBezTo>
                  <a:cubicBezTo>
                    <a:pt x="146296" y="27882"/>
                    <a:pt x="151325" y="23117"/>
                    <a:pt x="151325" y="17294"/>
                  </a:cubicBezTo>
                  <a:cubicBezTo>
                    <a:pt x="151325" y="7499"/>
                    <a:pt x="141531" y="88"/>
                    <a:pt x="128560" y="88"/>
                  </a:cubicBezTo>
                  <a:cubicBezTo>
                    <a:pt x="115589" y="88"/>
                    <a:pt x="105266" y="5911"/>
                    <a:pt x="95736" y="18353"/>
                  </a:cubicBezTo>
                  <a:cubicBezTo>
                    <a:pt x="87795" y="28676"/>
                    <a:pt x="82501" y="40853"/>
                    <a:pt x="74559" y="66265"/>
                  </a:cubicBezTo>
                  <a:lnTo>
                    <a:pt x="50206" y="66265"/>
                  </a:lnTo>
                  <a:lnTo>
                    <a:pt x="48353" y="7473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2C8A7ABC-1DF2-2367-D212-821CDD5265BD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6878395" y="5437173"/>
              <a:ext cx="61412" cy="264710"/>
            </a:xfrm>
            <a:custGeom>
              <a:avLst/>
              <a:gdLst>
                <a:gd name="connsiteX0" fmla="*/ 61593 w 61412"/>
                <a:gd name="connsiteY0" fmla="*/ 262151 h 264710"/>
                <a:gd name="connsiteX1" fmla="*/ 57093 w 61412"/>
                <a:gd name="connsiteY1" fmla="*/ 256327 h 264710"/>
                <a:gd name="connsiteX2" fmla="*/ 15533 w 61412"/>
                <a:gd name="connsiteY2" fmla="*/ 132443 h 264710"/>
                <a:gd name="connsiteX3" fmla="*/ 58152 w 61412"/>
                <a:gd name="connsiteY3" fmla="*/ 7234 h 264710"/>
                <a:gd name="connsiteX4" fmla="*/ 61593 w 61412"/>
                <a:gd name="connsiteY4" fmla="*/ 2734 h 264710"/>
                <a:gd name="connsiteX5" fmla="*/ 58946 w 61412"/>
                <a:gd name="connsiteY5" fmla="*/ 87 h 264710"/>
                <a:gd name="connsiteX6" fmla="*/ 16857 w 61412"/>
                <a:gd name="connsiteY6" fmla="*/ 51706 h 264710"/>
                <a:gd name="connsiteX7" fmla="*/ 180 w 61412"/>
                <a:gd name="connsiteY7" fmla="*/ 132443 h 264710"/>
                <a:gd name="connsiteX8" fmla="*/ 17651 w 61412"/>
                <a:gd name="connsiteY8" fmla="*/ 215033 h 264710"/>
                <a:gd name="connsiteX9" fmla="*/ 58946 w 61412"/>
                <a:gd name="connsiteY9" fmla="*/ 264798 h 264710"/>
                <a:gd name="connsiteX10" fmla="*/ 61593 w 61412"/>
                <a:gd name="connsiteY10" fmla="*/ 262151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593" y="262151"/>
                  </a:moveTo>
                  <a:cubicBezTo>
                    <a:pt x="61593" y="261357"/>
                    <a:pt x="61593" y="260828"/>
                    <a:pt x="57093" y="256327"/>
                  </a:cubicBezTo>
                  <a:cubicBezTo>
                    <a:pt x="24004" y="222974"/>
                    <a:pt x="15533" y="172943"/>
                    <a:pt x="15533" y="132443"/>
                  </a:cubicBezTo>
                  <a:cubicBezTo>
                    <a:pt x="15533" y="86383"/>
                    <a:pt x="25592" y="40323"/>
                    <a:pt x="58152" y="7234"/>
                  </a:cubicBezTo>
                  <a:cubicBezTo>
                    <a:pt x="61593" y="4058"/>
                    <a:pt x="61593" y="3528"/>
                    <a:pt x="61593" y="2734"/>
                  </a:cubicBezTo>
                  <a:cubicBezTo>
                    <a:pt x="61593" y="881"/>
                    <a:pt x="60534" y="87"/>
                    <a:pt x="58946" y="87"/>
                  </a:cubicBezTo>
                  <a:cubicBezTo>
                    <a:pt x="56299" y="87"/>
                    <a:pt x="32475" y="18088"/>
                    <a:pt x="16857" y="51706"/>
                  </a:cubicBezTo>
                  <a:cubicBezTo>
                    <a:pt x="3357" y="80824"/>
                    <a:pt x="180" y="110207"/>
                    <a:pt x="180" y="132443"/>
                  </a:cubicBezTo>
                  <a:cubicBezTo>
                    <a:pt x="180" y="153090"/>
                    <a:pt x="3092" y="185120"/>
                    <a:pt x="17651" y="215033"/>
                  </a:cubicBezTo>
                  <a:cubicBezTo>
                    <a:pt x="33534" y="247592"/>
                    <a:pt x="56299" y="264798"/>
                    <a:pt x="58946" y="264798"/>
                  </a:cubicBezTo>
                  <a:cubicBezTo>
                    <a:pt x="60534" y="264798"/>
                    <a:pt x="61593" y="264004"/>
                    <a:pt x="61593" y="262151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8EB1422E-DD52-8933-51B5-E4A99FC1DC8C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6948131" y="5518968"/>
              <a:ext cx="125472" cy="119649"/>
            </a:xfrm>
            <a:custGeom>
              <a:avLst/>
              <a:gdLst>
                <a:gd name="connsiteX0" fmla="*/ 113745 w 125472"/>
                <a:gd name="connsiteY0" fmla="*/ 87442 h 119649"/>
                <a:gd name="connsiteX1" fmla="*/ 107921 w 125472"/>
                <a:gd name="connsiteY1" fmla="*/ 94589 h 119649"/>
                <a:gd name="connsiteX2" fmla="*/ 95744 w 125472"/>
                <a:gd name="connsiteY2" fmla="*/ 105178 h 119649"/>
                <a:gd name="connsiteX3" fmla="*/ 87538 w 125472"/>
                <a:gd name="connsiteY3" fmla="*/ 94325 h 119649"/>
                <a:gd name="connsiteX4" fmla="*/ 86480 w 125472"/>
                <a:gd name="connsiteY4" fmla="*/ 89825 h 119649"/>
                <a:gd name="connsiteX5" fmla="*/ 76950 w 125472"/>
                <a:gd name="connsiteY5" fmla="*/ 46941 h 119649"/>
                <a:gd name="connsiteX6" fmla="*/ 102892 w 125472"/>
                <a:gd name="connsiteY6" fmla="*/ 14911 h 119649"/>
                <a:gd name="connsiteX7" fmla="*/ 109245 w 125472"/>
                <a:gd name="connsiteY7" fmla="*/ 17029 h 119649"/>
                <a:gd name="connsiteX8" fmla="*/ 116392 w 125472"/>
                <a:gd name="connsiteY8" fmla="*/ 19412 h 119649"/>
                <a:gd name="connsiteX9" fmla="*/ 125657 w 125472"/>
                <a:gd name="connsiteY9" fmla="*/ 9882 h 119649"/>
                <a:gd name="connsiteX10" fmla="*/ 114804 w 125472"/>
                <a:gd name="connsiteY10" fmla="*/ 88 h 119649"/>
                <a:gd name="connsiteX11" fmla="*/ 74832 w 125472"/>
                <a:gd name="connsiteY11" fmla="*/ 37941 h 119649"/>
                <a:gd name="connsiteX12" fmla="*/ 71920 w 125472"/>
                <a:gd name="connsiteY12" fmla="*/ 23382 h 119649"/>
                <a:gd name="connsiteX13" fmla="*/ 58155 w 125472"/>
                <a:gd name="connsiteY13" fmla="*/ 88 h 119649"/>
                <a:gd name="connsiteX14" fmla="*/ 27184 w 125472"/>
                <a:gd name="connsiteY14" fmla="*/ 7764 h 119649"/>
                <a:gd name="connsiteX15" fmla="*/ 24272 w 125472"/>
                <a:gd name="connsiteY15" fmla="*/ 8823 h 119649"/>
                <a:gd name="connsiteX16" fmla="*/ 25331 w 125472"/>
                <a:gd name="connsiteY16" fmla="*/ 12794 h 119649"/>
                <a:gd name="connsiteX17" fmla="*/ 40155 w 125472"/>
                <a:gd name="connsiteY17" fmla="*/ 9882 h 119649"/>
                <a:gd name="connsiteX18" fmla="*/ 52067 w 125472"/>
                <a:gd name="connsiteY18" fmla="*/ 28147 h 119649"/>
                <a:gd name="connsiteX19" fmla="*/ 59744 w 125472"/>
                <a:gd name="connsiteY19" fmla="*/ 60706 h 119649"/>
                <a:gd name="connsiteX20" fmla="*/ 38037 w 125472"/>
                <a:gd name="connsiteY20" fmla="*/ 91678 h 119649"/>
                <a:gd name="connsiteX21" fmla="*/ 24537 w 125472"/>
                <a:gd name="connsiteY21" fmla="*/ 104384 h 119649"/>
                <a:gd name="connsiteX22" fmla="*/ 17655 w 125472"/>
                <a:gd name="connsiteY22" fmla="*/ 102001 h 119649"/>
                <a:gd name="connsiteX23" fmla="*/ 9184 w 125472"/>
                <a:gd name="connsiteY23" fmla="*/ 99354 h 119649"/>
                <a:gd name="connsiteX24" fmla="*/ 184 w 125472"/>
                <a:gd name="connsiteY24" fmla="*/ 108619 h 119649"/>
                <a:gd name="connsiteX25" fmla="*/ 13419 w 125472"/>
                <a:gd name="connsiteY25" fmla="*/ 119737 h 119649"/>
                <a:gd name="connsiteX26" fmla="*/ 38037 w 125472"/>
                <a:gd name="connsiteY26" fmla="*/ 101207 h 119649"/>
                <a:gd name="connsiteX27" fmla="*/ 61861 w 125472"/>
                <a:gd name="connsiteY27" fmla="*/ 70236 h 119649"/>
                <a:gd name="connsiteX28" fmla="*/ 69803 w 125472"/>
                <a:gd name="connsiteY28" fmla="*/ 102001 h 119649"/>
                <a:gd name="connsiteX29" fmla="*/ 85156 w 125472"/>
                <a:gd name="connsiteY29" fmla="*/ 119737 h 119649"/>
                <a:gd name="connsiteX30" fmla="*/ 117451 w 125472"/>
                <a:gd name="connsiteY30" fmla="*/ 89560 h 119649"/>
                <a:gd name="connsiteX31" fmla="*/ 113745 w 125472"/>
                <a:gd name="connsiteY31" fmla="*/ 87442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45" y="87442"/>
                  </a:moveTo>
                  <a:cubicBezTo>
                    <a:pt x="111627" y="89825"/>
                    <a:pt x="110303" y="91413"/>
                    <a:pt x="107921" y="94589"/>
                  </a:cubicBezTo>
                  <a:cubicBezTo>
                    <a:pt x="101833" y="102531"/>
                    <a:pt x="98656" y="105178"/>
                    <a:pt x="95744" y="105178"/>
                  </a:cubicBezTo>
                  <a:cubicBezTo>
                    <a:pt x="91774" y="105178"/>
                    <a:pt x="89391" y="101737"/>
                    <a:pt x="87538" y="94325"/>
                  </a:cubicBezTo>
                  <a:cubicBezTo>
                    <a:pt x="87009" y="92207"/>
                    <a:pt x="86744" y="90619"/>
                    <a:pt x="86480" y="89825"/>
                  </a:cubicBezTo>
                  <a:cubicBezTo>
                    <a:pt x="79862" y="63089"/>
                    <a:pt x="76950" y="50912"/>
                    <a:pt x="76950" y="46941"/>
                  </a:cubicBezTo>
                  <a:cubicBezTo>
                    <a:pt x="88597" y="26559"/>
                    <a:pt x="98127" y="14911"/>
                    <a:pt x="102892" y="14911"/>
                  </a:cubicBezTo>
                  <a:cubicBezTo>
                    <a:pt x="104480" y="14911"/>
                    <a:pt x="106598" y="15706"/>
                    <a:pt x="109245" y="17029"/>
                  </a:cubicBezTo>
                  <a:cubicBezTo>
                    <a:pt x="112421" y="18882"/>
                    <a:pt x="114274" y="19412"/>
                    <a:pt x="116392" y="19412"/>
                  </a:cubicBezTo>
                  <a:cubicBezTo>
                    <a:pt x="121951" y="19412"/>
                    <a:pt x="125657" y="15441"/>
                    <a:pt x="125657" y="9882"/>
                  </a:cubicBezTo>
                  <a:cubicBezTo>
                    <a:pt x="125657" y="4323"/>
                    <a:pt x="121157" y="88"/>
                    <a:pt x="114804" y="88"/>
                  </a:cubicBezTo>
                  <a:cubicBezTo>
                    <a:pt x="103156" y="88"/>
                    <a:pt x="93097" y="9617"/>
                    <a:pt x="74832" y="37941"/>
                  </a:cubicBezTo>
                  <a:lnTo>
                    <a:pt x="71920" y="23382"/>
                  </a:lnTo>
                  <a:cubicBezTo>
                    <a:pt x="68214" y="5382"/>
                    <a:pt x="65303" y="88"/>
                    <a:pt x="58155" y="88"/>
                  </a:cubicBezTo>
                  <a:cubicBezTo>
                    <a:pt x="52332" y="88"/>
                    <a:pt x="43332" y="2470"/>
                    <a:pt x="27184" y="7764"/>
                  </a:cubicBezTo>
                  <a:lnTo>
                    <a:pt x="24272" y="8823"/>
                  </a:lnTo>
                  <a:lnTo>
                    <a:pt x="25331" y="12794"/>
                  </a:lnTo>
                  <a:cubicBezTo>
                    <a:pt x="35390" y="10411"/>
                    <a:pt x="37773" y="9882"/>
                    <a:pt x="40155" y="9882"/>
                  </a:cubicBezTo>
                  <a:cubicBezTo>
                    <a:pt x="46773" y="9882"/>
                    <a:pt x="48361" y="12264"/>
                    <a:pt x="52067" y="28147"/>
                  </a:cubicBezTo>
                  <a:lnTo>
                    <a:pt x="59744" y="60706"/>
                  </a:lnTo>
                  <a:lnTo>
                    <a:pt x="38037" y="91678"/>
                  </a:lnTo>
                  <a:cubicBezTo>
                    <a:pt x="32743" y="99619"/>
                    <a:pt x="27449" y="104384"/>
                    <a:pt x="24537" y="104384"/>
                  </a:cubicBezTo>
                  <a:cubicBezTo>
                    <a:pt x="22949" y="104384"/>
                    <a:pt x="20302" y="103590"/>
                    <a:pt x="17655" y="102001"/>
                  </a:cubicBezTo>
                  <a:cubicBezTo>
                    <a:pt x="14213" y="100148"/>
                    <a:pt x="11302" y="99354"/>
                    <a:pt x="9184" y="99354"/>
                  </a:cubicBezTo>
                  <a:cubicBezTo>
                    <a:pt x="4154" y="99354"/>
                    <a:pt x="184" y="103325"/>
                    <a:pt x="184" y="108619"/>
                  </a:cubicBezTo>
                  <a:cubicBezTo>
                    <a:pt x="184" y="115502"/>
                    <a:pt x="5478" y="119737"/>
                    <a:pt x="13419" y="119737"/>
                  </a:cubicBezTo>
                  <a:cubicBezTo>
                    <a:pt x="21625" y="119737"/>
                    <a:pt x="24802" y="117355"/>
                    <a:pt x="38037" y="101207"/>
                  </a:cubicBezTo>
                  <a:cubicBezTo>
                    <a:pt x="45185" y="92736"/>
                    <a:pt x="50744" y="85589"/>
                    <a:pt x="61861" y="70236"/>
                  </a:cubicBezTo>
                  <a:lnTo>
                    <a:pt x="69803" y="102001"/>
                  </a:lnTo>
                  <a:cubicBezTo>
                    <a:pt x="73244" y="115502"/>
                    <a:pt x="76685" y="119737"/>
                    <a:pt x="85156" y="119737"/>
                  </a:cubicBezTo>
                  <a:cubicBezTo>
                    <a:pt x="95215" y="119737"/>
                    <a:pt x="102097" y="113384"/>
                    <a:pt x="117451" y="89560"/>
                  </a:cubicBezTo>
                  <a:lnTo>
                    <a:pt x="113745" y="8744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E1E28978-529A-851B-49F4-12162C909284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7077951" y="5543424"/>
              <a:ext cx="88540" cy="135161"/>
            </a:xfrm>
            <a:custGeom>
              <a:avLst/>
              <a:gdLst>
                <a:gd name="connsiteX0" fmla="*/ 45241 w 88540"/>
                <a:gd name="connsiteY0" fmla="*/ 91 h 135161"/>
                <a:gd name="connsiteX1" fmla="*/ 18992 w 88540"/>
                <a:gd name="connsiteY1" fmla="*/ 10277 h 135161"/>
                <a:gd name="connsiteX2" fmla="*/ 187 w 88540"/>
                <a:gd name="connsiteY2" fmla="*/ 66692 h 135161"/>
                <a:gd name="connsiteX3" fmla="*/ 15858 w 88540"/>
                <a:gd name="connsiteY3" fmla="*/ 121932 h 135161"/>
                <a:gd name="connsiteX4" fmla="*/ 44457 w 88540"/>
                <a:gd name="connsiteY4" fmla="*/ 135252 h 135161"/>
                <a:gd name="connsiteX5" fmla="*/ 69922 w 88540"/>
                <a:gd name="connsiteY5" fmla="*/ 125066 h 135161"/>
                <a:gd name="connsiteX6" fmla="*/ 88727 w 88540"/>
                <a:gd name="connsiteY6" fmla="*/ 67867 h 135161"/>
                <a:gd name="connsiteX7" fmla="*/ 45241 w 88540"/>
                <a:gd name="connsiteY7" fmla="*/ 91 h 135161"/>
                <a:gd name="connsiteX8" fmla="*/ 44653 w 88540"/>
                <a:gd name="connsiteY8" fmla="*/ 5184 h 135161"/>
                <a:gd name="connsiteX9" fmla="*/ 69922 w 88540"/>
                <a:gd name="connsiteY9" fmla="*/ 68259 h 135161"/>
                <a:gd name="connsiteX10" fmla="*/ 44457 w 88540"/>
                <a:gd name="connsiteY10" fmla="*/ 130159 h 135161"/>
                <a:gd name="connsiteX11" fmla="*/ 18992 w 88540"/>
                <a:gd name="connsiteY11" fmla="*/ 68455 h 135161"/>
                <a:gd name="connsiteX12" fmla="*/ 44653 w 88540"/>
                <a:gd name="connsiteY12" fmla="*/ 5184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241" y="91"/>
                  </a:moveTo>
                  <a:cubicBezTo>
                    <a:pt x="34467" y="91"/>
                    <a:pt x="26240" y="3421"/>
                    <a:pt x="18992" y="10277"/>
                  </a:cubicBezTo>
                  <a:cubicBezTo>
                    <a:pt x="7631" y="21246"/>
                    <a:pt x="187" y="43773"/>
                    <a:pt x="187" y="66692"/>
                  </a:cubicBezTo>
                  <a:cubicBezTo>
                    <a:pt x="187" y="88043"/>
                    <a:pt x="6651" y="110962"/>
                    <a:pt x="15858" y="121932"/>
                  </a:cubicBezTo>
                  <a:cubicBezTo>
                    <a:pt x="23106" y="130551"/>
                    <a:pt x="33096" y="135252"/>
                    <a:pt x="44457" y="135252"/>
                  </a:cubicBezTo>
                  <a:cubicBezTo>
                    <a:pt x="54447" y="135252"/>
                    <a:pt x="62870" y="131922"/>
                    <a:pt x="69922" y="125066"/>
                  </a:cubicBezTo>
                  <a:cubicBezTo>
                    <a:pt x="81284" y="114292"/>
                    <a:pt x="88727" y="91569"/>
                    <a:pt x="88727" y="67867"/>
                  </a:cubicBezTo>
                  <a:cubicBezTo>
                    <a:pt x="88727" y="27710"/>
                    <a:pt x="70902" y="91"/>
                    <a:pt x="45241" y="91"/>
                  </a:cubicBezTo>
                  <a:close/>
                  <a:moveTo>
                    <a:pt x="44653" y="5184"/>
                  </a:moveTo>
                  <a:cubicBezTo>
                    <a:pt x="61107" y="5184"/>
                    <a:pt x="69922" y="27319"/>
                    <a:pt x="69922" y="68259"/>
                  </a:cubicBezTo>
                  <a:cubicBezTo>
                    <a:pt x="69922" y="109199"/>
                    <a:pt x="61303" y="130159"/>
                    <a:pt x="44457" y="130159"/>
                  </a:cubicBezTo>
                  <a:cubicBezTo>
                    <a:pt x="27611" y="130159"/>
                    <a:pt x="18992" y="109199"/>
                    <a:pt x="18992" y="68455"/>
                  </a:cubicBezTo>
                  <a:cubicBezTo>
                    <a:pt x="18992" y="26927"/>
                    <a:pt x="27807" y="5184"/>
                    <a:pt x="44653" y="518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3ABBC8B7-FB16-B360-1CAC-C68411FAD0C5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7199933" y="5437173"/>
              <a:ext cx="61412" cy="264710"/>
            </a:xfrm>
            <a:custGeom>
              <a:avLst/>
              <a:gdLst>
                <a:gd name="connsiteX0" fmla="*/ 61605 w 61412"/>
                <a:gd name="connsiteY0" fmla="*/ 132443 h 264710"/>
                <a:gd name="connsiteX1" fmla="*/ 44135 w 61412"/>
                <a:gd name="connsiteY1" fmla="*/ 49853 h 264710"/>
                <a:gd name="connsiteX2" fmla="*/ 2840 w 61412"/>
                <a:gd name="connsiteY2" fmla="*/ 87 h 264710"/>
                <a:gd name="connsiteX3" fmla="*/ 193 w 61412"/>
                <a:gd name="connsiteY3" fmla="*/ 2734 h 264710"/>
                <a:gd name="connsiteX4" fmla="*/ 5222 w 61412"/>
                <a:gd name="connsiteY4" fmla="*/ 8823 h 264710"/>
                <a:gd name="connsiteX5" fmla="*/ 46252 w 61412"/>
                <a:gd name="connsiteY5" fmla="*/ 132443 h 264710"/>
                <a:gd name="connsiteX6" fmla="*/ 3634 w 61412"/>
                <a:gd name="connsiteY6" fmla="*/ 257651 h 264710"/>
                <a:gd name="connsiteX7" fmla="*/ 193 w 61412"/>
                <a:gd name="connsiteY7" fmla="*/ 262151 h 264710"/>
                <a:gd name="connsiteX8" fmla="*/ 2840 w 61412"/>
                <a:gd name="connsiteY8" fmla="*/ 264798 h 264710"/>
                <a:gd name="connsiteX9" fmla="*/ 44929 w 61412"/>
                <a:gd name="connsiteY9" fmla="*/ 213180 h 264710"/>
                <a:gd name="connsiteX10" fmla="*/ 61605 w 61412"/>
                <a:gd name="connsiteY10" fmla="*/ 132443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05" y="132443"/>
                  </a:moveTo>
                  <a:cubicBezTo>
                    <a:pt x="61605" y="111795"/>
                    <a:pt x="58694" y="79765"/>
                    <a:pt x="44135" y="49853"/>
                  </a:cubicBezTo>
                  <a:cubicBezTo>
                    <a:pt x="28252" y="17293"/>
                    <a:pt x="5487" y="87"/>
                    <a:pt x="2840" y="87"/>
                  </a:cubicBezTo>
                  <a:cubicBezTo>
                    <a:pt x="1251" y="87"/>
                    <a:pt x="193" y="1146"/>
                    <a:pt x="193" y="2734"/>
                  </a:cubicBezTo>
                  <a:cubicBezTo>
                    <a:pt x="193" y="3528"/>
                    <a:pt x="193" y="4058"/>
                    <a:pt x="5222" y="8823"/>
                  </a:cubicBezTo>
                  <a:cubicBezTo>
                    <a:pt x="31164" y="35029"/>
                    <a:pt x="46252" y="77118"/>
                    <a:pt x="46252" y="132443"/>
                  </a:cubicBezTo>
                  <a:cubicBezTo>
                    <a:pt x="46252" y="177708"/>
                    <a:pt x="36458" y="224297"/>
                    <a:pt x="3634" y="257651"/>
                  </a:cubicBezTo>
                  <a:cubicBezTo>
                    <a:pt x="193" y="260828"/>
                    <a:pt x="193" y="261357"/>
                    <a:pt x="193" y="262151"/>
                  </a:cubicBezTo>
                  <a:cubicBezTo>
                    <a:pt x="193" y="263739"/>
                    <a:pt x="1251" y="264798"/>
                    <a:pt x="2840" y="264798"/>
                  </a:cubicBezTo>
                  <a:cubicBezTo>
                    <a:pt x="5487" y="264798"/>
                    <a:pt x="29311" y="246798"/>
                    <a:pt x="44929" y="213180"/>
                  </a:cubicBezTo>
                  <a:cubicBezTo>
                    <a:pt x="58429" y="184061"/>
                    <a:pt x="61605" y="154678"/>
                    <a:pt x="61605" y="13244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C2E330EF-4160-F73F-50E5-CE05B4E5DC2D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7339661" y="5481379"/>
              <a:ext cx="176032" cy="176297"/>
            </a:xfrm>
            <a:custGeom>
              <a:avLst/>
              <a:gdLst>
                <a:gd name="connsiteX0" fmla="*/ 93642 w 176032"/>
                <a:gd name="connsiteY0" fmla="*/ 93530 h 176297"/>
                <a:gd name="connsiteX1" fmla="*/ 167496 w 176032"/>
                <a:gd name="connsiteY1" fmla="*/ 93530 h 176297"/>
                <a:gd name="connsiteX2" fmla="*/ 176231 w 176032"/>
                <a:gd name="connsiteY2" fmla="*/ 88236 h 176297"/>
                <a:gd name="connsiteX3" fmla="*/ 167496 w 176032"/>
                <a:gd name="connsiteY3" fmla="*/ 82942 h 176297"/>
                <a:gd name="connsiteX4" fmla="*/ 93642 w 176032"/>
                <a:gd name="connsiteY4" fmla="*/ 82942 h 176297"/>
                <a:gd name="connsiteX5" fmla="*/ 93642 w 176032"/>
                <a:gd name="connsiteY5" fmla="*/ 8823 h 176297"/>
                <a:gd name="connsiteX6" fmla="*/ 88347 w 176032"/>
                <a:gd name="connsiteY6" fmla="*/ 87 h 176297"/>
                <a:gd name="connsiteX7" fmla="*/ 83053 w 176032"/>
                <a:gd name="connsiteY7" fmla="*/ 8823 h 176297"/>
                <a:gd name="connsiteX8" fmla="*/ 83053 w 176032"/>
                <a:gd name="connsiteY8" fmla="*/ 82942 h 176297"/>
                <a:gd name="connsiteX9" fmla="*/ 8934 w 176032"/>
                <a:gd name="connsiteY9" fmla="*/ 82942 h 176297"/>
                <a:gd name="connsiteX10" fmla="*/ 199 w 176032"/>
                <a:gd name="connsiteY10" fmla="*/ 88236 h 176297"/>
                <a:gd name="connsiteX11" fmla="*/ 8934 w 176032"/>
                <a:gd name="connsiteY11" fmla="*/ 93530 h 176297"/>
                <a:gd name="connsiteX12" fmla="*/ 83053 w 176032"/>
                <a:gd name="connsiteY12" fmla="*/ 93530 h 176297"/>
                <a:gd name="connsiteX13" fmla="*/ 83053 w 176032"/>
                <a:gd name="connsiteY13" fmla="*/ 167649 h 176297"/>
                <a:gd name="connsiteX14" fmla="*/ 88347 w 176032"/>
                <a:gd name="connsiteY14" fmla="*/ 176385 h 176297"/>
                <a:gd name="connsiteX15" fmla="*/ 93642 w 176032"/>
                <a:gd name="connsiteY15" fmla="*/ 167649 h 176297"/>
                <a:gd name="connsiteX16" fmla="*/ 93642 w 176032"/>
                <a:gd name="connsiteY16" fmla="*/ 93530 h 1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32" h="176297">
                  <a:moveTo>
                    <a:pt x="93642" y="93530"/>
                  </a:moveTo>
                  <a:lnTo>
                    <a:pt x="167496" y="93530"/>
                  </a:lnTo>
                  <a:cubicBezTo>
                    <a:pt x="171202" y="93530"/>
                    <a:pt x="176231" y="93530"/>
                    <a:pt x="176231" y="88236"/>
                  </a:cubicBezTo>
                  <a:cubicBezTo>
                    <a:pt x="176231" y="82942"/>
                    <a:pt x="171202" y="82942"/>
                    <a:pt x="167496" y="82942"/>
                  </a:cubicBezTo>
                  <a:lnTo>
                    <a:pt x="93642" y="82942"/>
                  </a:lnTo>
                  <a:lnTo>
                    <a:pt x="93642" y="8823"/>
                  </a:lnTo>
                  <a:cubicBezTo>
                    <a:pt x="93642" y="5117"/>
                    <a:pt x="93642" y="87"/>
                    <a:pt x="88347" y="87"/>
                  </a:cubicBezTo>
                  <a:cubicBezTo>
                    <a:pt x="83053" y="87"/>
                    <a:pt x="83053" y="5117"/>
                    <a:pt x="83053" y="8823"/>
                  </a:cubicBezTo>
                  <a:lnTo>
                    <a:pt x="83053" y="82942"/>
                  </a:lnTo>
                  <a:lnTo>
                    <a:pt x="8934" y="82942"/>
                  </a:lnTo>
                  <a:cubicBezTo>
                    <a:pt x="5228" y="82942"/>
                    <a:pt x="199" y="82942"/>
                    <a:pt x="199" y="88236"/>
                  </a:cubicBezTo>
                  <a:cubicBezTo>
                    <a:pt x="199" y="93530"/>
                    <a:pt x="5228" y="93530"/>
                    <a:pt x="8934" y="93530"/>
                  </a:cubicBezTo>
                  <a:lnTo>
                    <a:pt x="83053" y="93530"/>
                  </a:lnTo>
                  <a:lnTo>
                    <a:pt x="83053" y="167649"/>
                  </a:lnTo>
                  <a:cubicBezTo>
                    <a:pt x="83053" y="171355"/>
                    <a:pt x="83053" y="176385"/>
                    <a:pt x="88347" y="176385"/>
                  </a:cubicBezTo>
                  <a:cubicBezTo>
                    <a:pt x="93642" y="176385"/>
                    <a:pt x="93642" y="171355"/>
                    <a:pt x="93642" y="167649"/>
                  </a:cubicBezTo>
                  <a:lnTo>
                    <a:pt x="93642" y="9353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D8F41710-4F37-2029-580A-5E1EA8B25562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7737080" y="5257294"/>
              <a:ext cx="61412" cy="264710"/>
            </a:xfrm>
            <a:custGeom>
              <a:avLst/>
              <a:gdLst>
                <a:gd name="connsiteX0" fmla="*/ 61625 w 61412"/>
                <a:gd name="connsiteY0" fmla="*/ 262144 h 264710"/>
                <a:gd name="connsiteX1" fmla="*/ 57125 w 61412"/>
                <a:gd name="connsiteY1" fmla="*/ 256321 h 264710"/>
                <a:gd name="connsiteX2" fmla="*/ 15566 w 61412"/>
                <a:gd name="connsiteY2" fmla="*/ 132436 h 264710"/>
                <a:gd name="connsiteX3" fmla="*/ 58184 w 61412"/>
                <a:gd name="connsiteY3" fmla="*/ 7228 h 264710"/>
                <a:gd name="connsiteX4" fmla="*/ 61625 w 61412"/>
                <a:gd name="connsiteY4" fmla="*/ 2728 h 264710"/>
                <a:gd name="connsiteX5" fmla="*/ 58978 w 61412"/>
                <a:gd name="connsiteY5" fmla="*/ 80 h 264710"/>
                <a:gd name="connsiteX6" fmla="*/ 16889 w 61412"/>
                <a:gd name="connsiteY6" fmla="*/ 51699 h 264710"/>
                <a:gd name="connsiteX7" fmla="*/ 212 w 61412"/>
                <a:gd name="connsiteY7" fmla="*/ 132436 h 264710"/>
                <a:gd name="connsiteX8" fmla="*/ 17683 w 61412"/>
                <a:gd name="connsiteY8" fmla="*/ 215026 h 264710"/>
                <a:gd name="connsiteX9" fmla="*/ 58978 w 61412"/>
                <a:gd name="connsiteY9" fmla="*/ 264791 h 264710"/>
                <a:gd name="connsiteX10" fmla="*/ 61625 w 61412"/>
                <a:gd name="connsiteY10" fmla="*/ 262144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25" y="262144"/>
                  </a:moveTo>
                  <a:cubicBezTo>
                    <a:pt x="61625" y="261350"/>
                    <a:pt x="61625" y="260821"/>
                    <a:pt x="57125" y="256321"/>
                  </a:cubicBezTo>
                  <a:cubicBezTo>
                    <a:pt x="24036" y="222967"/>
                    <a:pt x="15566" y="172937"/>
                    <a:pt x="15566" y="132436"/>
                  </a:cubicBezTo>
                  <a:cubicBezTo>
                    <a:pt x="15566" y="86376"/>
                    <a:pt x="25625" y="40316"/>
                    <a:pt x="58184" y="7228"/>
                  </a:cubicBezTo>
                  <a:cubicBezTo>
                    <a:pt x="61625" y="4051"/>
                    <a:pt x="61625" y="3522"/>
                    <a:pt x="61625" y="2728"/>
                  </a:cubicBezTo>
                  <a:cubicBezTo>
                    <a:pt x="61625" y="875"/>
                    <a:pt x="60566" y="80"/>
                    <a:pt x="58978" y="80"/>
                  </a:cubicBezTo>
                  <a:cubicBezTo>
                    <a:pt x="56331" y="80"/>
                    <a:pt x="32507" y="18081"/>
                    <a:pt x="16889" y="51699"/>
                  </a:cubicBezTo>
                  <a:cubicBezTo>
                    <a:pt x="3389" y="80817"/>
                    <a:pt x="212" y="110200"/>
                    <a:pt x="212" y="132436"/>
                  </a:cubicBezTo>
                  <a:cubicBezTo>
                    <a:pt x="212" y="153083"/>
                    <a:pt x="3124" y="185113"/>
                    <a:pt x="17683" y="215026"/>
                  </a:cubicBezTo>
                  <a:cubicBezTo>
                    <a:pt x="33566" y="247585"/>
                    <a:pt x="56331" y="264791"/>
                    <a:pt x="58978" y="264791"/>
                  </a:cubicBezTo>
                  <a:cubicBezTo>
                    <a:pt x="60566" y="264791"/>
                    <a:pt x="61625" y="263997"/>
                    <a:pt x="61625" y="26214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E8FA00E-C88E-569C-C42D-B750F0723A8F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7806817" y="5339090"/>
              <a:ext cx="125472" cy="119649"/>
            </a:xfrm>
            <a:custGeom>
              <a:avLst/>
              <a:gdLst>
                <a:gd name="connsiteX0" fmla="*/ 113777 w 125472"/>
                <a:gd name="connsiteY0" fmla="*/ 87435 h 119649"/>
                <a:gd name="connsiteX1" fmla="*/ 107953 w 125472"/>
                <a:gd name="connsiteY1" fmla="*/ 94583 h 119649"/>
                <a:gd name="connsiteX2" fmla="*/ 95777 w 125472"/>
                <a:gd name="connsiteY2" fmla="*/ 105171 h 119649"/>
                <a:gd name="connsiteX3" fmla="*/ 87571 w 125472"/>
                <a:gd name="connsiteY3" fmla="*/ 94318 h 119649"/>
                <a:gd name="connsiteX4" fmla="*/ 86512 w 125472"/>
                <a:gd name="connsiteY4" fmla="*/ 89818 h 119649"/>
                <a:gd name="connsiteX5" fmla="*/ 76982 w 125472"/>
                <a:gd name="connsiteY5" fmla="*/ 46935 h 119649"/>
                <a:gd name="connsiteX6" fmla="*/ 102924 w 125472"/>
                <a:gd name="connsiteY6" fmla="*/ 14905 h 119649"/>
                <a:gd name="connsiteX7" fmla="*/ 109277 w 125472"/>
                <a:gd name="connsiteY7" fmla="*/ 17022 h 119649"/>
                <a:gd name="connsiteX8" fmla="*/ 116424 w 125472"/>
                <a:gd name="connsiteY8" fmla="*/ 19405 h 119649"/>
                <a:gd name="connsiteX9" fmla="*/ 125689 w 125472"/>
                <a:gd name="connsiteY9" fmla="*/ 9875 h 119649"/>
                <a:gd name="connsiteX10" fmla="*/ 114836 w 125472"/>
                <a:gd name="connsiteY10" fmla="*/ 81 h 119649"/>
                <a:gd name="connsiteX11" fmla="*/ 74864 w 125472"/>
                <a:gd name="connsiteY11" fmla="*/ 37935 h 119649"/>
                <a:gd name="connsiteX12" fmla="*/ 71953 w 125472"/>
                <a:gd name="connsiteY12" fmla="*/ 23375 h 119649"/>
                <a:gd name="connsiteX13" fmla="*/ 58188 w 125472"/>
                <a:gd name="connsiteY13" fmla="*/ 81 h 119649"/>
                <a:gd name="connsiteX14" fmla="*/ 27216 w 125472"/>
                <a:gd name="connsiteY14" fmla="*/ 7758 h 119649"/>
                <a:gd name="connsiteX15" fmla="*/ 24305 w 125472"/>
                <a:gd name="connsiteY15" fmla="*/ 8816 h 119649"/>
                <a:gd name="connsiteX16" fmla="*/ 25363 w 125472"/>
                <a:gd name="connsiteY16" fmla="*/ 12787 h 119649"/>
                <a:gd name="connsiteX17" fmla="*/ 40187 w 125472"/>
                <a:gd name="connsiteY17" fmla="*/ 9875 h 119649"/>
                <a:gd name="connsiteX18" fmla="*/ 52099 w 125472"/>
                <a:gd name="connsiteY18" fmla="*/ 28140 h 119649"/>
                <a:gd name="connsiteX19" fmla="*/ 59776 w 125472"/>
                <a:gd name="connsiteY19" fmla="*/ 60700 h 119649"/>
                <a:gd name="connsiteX20" fmla="*/ 38070 w 125472"/>
                <a:gd name="connsiteY20" fmla="*/ 91671 h 119649"/>
                <a:gd name="connsiteX21" fmla="*/ 24569 w 125472"/>
                <a:gd name="connsiteY21" fmla="*/ 104377 h 119649"/>
                <a:gd name="connsiteX22" fmla="*/ 17687 w 125472"/>
                <a:gd name="connsiteY22" fmla="*/ 101995 h 119649"/>
                <a:gd name="connsiteX23" fmla="*/ 9216 w 125472"/>
                <a:gd name="connsiteY23" fmla="*/ 99347 h 119649"/>
                <a:gd name="connsiteX24" fmla="*/ 216 w 125472"/>
                <a:gd name="connsiteY24" fmla="*/ 108612 h 119649"/>
                <a:gd name="connsiteX25" fmla="*/ 13452 w 125472"/>
                <a:gd name="connsiteY25" fmla="*/ 119730 h 119649"/>
                <a:gd name="connsiteX26" fmla="*/ 38070 w 125472"/>
                <a:gd name="connsiteY26" fmla="*/ 101200 h 119649"/>
                <a:gd name="connsiteX27" fmla="*/ 61894 w 125472"/>
                <a:gd name="connsiteY27" fmla="*/ 70229 h 119649"/>
                <a:gd name="connsiteX28" fmla="*/ 69835 w 125472"/>
                <a:gd name="connsiteY28" fmla="*/ 101995 h 119649"/>
                <a:gd name="connsiteX29" fmla="*/ 85188 w 125472"/>
                <a:gd name="connsiteY29" fmla="*/ 119730 h 119649"/>
                <a:gd name="connsiteX30" fmla="*/ 117483 w 125472"/>
                <a:gd name="connsiteY30" fmla="*/ 89553 h 119649"/>
                <a:gd name="connsiteX31" fmla="*/ 113777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77" y="87435"/>
                  </a:moveTo>
                  <a:cubicBezTo>
                    <a:pt x="111659" y="89818"/>
                    <a:pt x="110336" y="91406"/>
                    <a:pt x="107953" y="94583"/>
                  </a:cubicBezTo>
                  <a:cubicBezTo>
                    <a:pt x="101865" y="102524"/>
                    <a:pt x="98688" y="105171"/>
                    <a:pt x="95777" y="105171"/>
                  </a:cubicBezTo>
                  <a:cubicBezTo>
                    <a:pt x="91806" y="105171"/>
                    <a:pt x="89424" y="101730"/>
                    <a:pt x="87571" y="94318"/>
                  </a:cubicBezTo>
                  <a:cubicBezTo>
                    <a:pt x="87041" y="92200"/>
                    <a:pt x="86776" y="90612"/>
                    <a:pt x="86512" y="89818"/>
                  </a:cubicBezTo>
                  <a:cubicBezTo>
                    <a:pt x="79894" y="63082"/>
                    <a:pt x="76982" y="50905"/>
                    <a:pt x="76982" y="46935"/>
                  </a:cubicBezTo>
                  <a:cubicBezTo>
                    <a:pt x="88629" y="26552"/>
                    <a:pt x="98159" y="14905"/>
                    <a:pt x="102924" y="14905"/>
                  </a:cubicBezTo>
                  <a:cubicBezTo>
                    <a:pt x="104512" y="14905"/>
                    <a:pt x="106630" y="15699"/>
                    <a:pt x="109277" y="17022"/>
                  </a:cubicBezTo>
                  <a:cubicBezTo>
                    <a:pt x="112453" y="18875"/>
                    <a:pt x="114306" y="19405"/>
                    <a:pt x="116424" y="19405"/>
                  </a:cubicBezTo>
                  <a:cubicBezTo>
                    <a:pt x="121983" y="19405"/>
                    <a:pt x="125689" y="15434"/>
                    <a:pt x="125689" y="9875"/>
                  </a:cubicBezTo>
                  <a:cubicBezTo>
                    <a:pt x="125689" y="4316"/>
                    <a:pt x="121189" y="81"/>
                    <a:pt x="114836" y="81"/>
                  </a:cubicBezTo>
                  <a:cubicBezTo>
                    <a:pt x="103188" y="81"/>
                    <a:pt x="93129" y="9610"/>
                    <a:pt x="74864" y="37935"/>
                  </a:cubicBezTo>
                  <a:lnTo>
                    <a:pt x="71953" y="23375"/>
                  </a:lnTo>
                  <a:cubicBezTo>
                    <a:pt x="68247" y="5375"/>
                    <a:pt x="65335" y="81"/>
                    <a:pt x="58188" y="81"/>
                  </a:cubicBezTo>
                  <a:cubicBezTo>
                    <a:pt x="52364" y="81"/>
                    <a:pt x="43364" y="2463"/>
                    <a:pt x="27216" y="7758"/>
                  </a:cubicBezTo>
                  <a:lnTo>
                    <a:pt x="24305" y="8816"/>
                  </a:lnTo>
                  <a:lnTo>
                    <a:pt x="25363" y="12787"/>
                  </a:lnTo>
                  <a:cubicBezTo>
                    <a:pt x="35422" y="10405"/>
                    <a:pt x="37805" y="9875"/>
                    <a:pt x="40187" y="9875"/>
                  </a:cubicBezTo>
                  <a:cubicBezTo>
                    <a:pt x="46805" y="9875"/>
                    <a:pt x="48393" y="12258"/>
                    <a:pt x="52099" y="28140"/>
                  </a:cubicBezTo>
                  <a:lnTo>
                    <a:pt x="59776" y="60700"/>
                  </a:lnTo>
                  <a:lnTo>
                    <a:pt x="38070" y="91671"/>
                  </a:lnTo>
                  <a:cubicBezTo>
                    <a:pt x="32775" y="99612"/>
                    <a:pt x="27481" y="104377"/>
                    <a:pt x="24569" y="104377"/>
                  </a:cubicBezTo>
                  <a:cubicBezTo>
                    <a:pt x="22981" y="104377"/>
                    <a:pt x="20334" y="103583"/>
                    <a:pt x="17687" y="101995"/>
                  </a:cubicBezTo>
                  <a:cubicBezTo>
                    <a:pt x="14246" y="100142"/>
                    <a:pt x="11334" y="99347"/>
                    <a:pt x="9216" y="99347"/>
                  </a:cubicBezTo>
                  <a:cubicBezTo>
                    <a:pt x="4187" y="99347"/>
                    <a:pt x="216" y="103318"/>
                    <a:pt x="216" y="108612"/>
                  </a:cubicBezTo>
                  <a:cubicBezTo>
                    <a:pt x="216" y="115495"/>
                    <a:pt x="5510" y="119730"/>
                    <a:pt x="13452" y="119730"/>
                  </a:cubicBezTo>
                  <a:cubicBezTo>
                    <a:pt x="21658" y="119730"/>
                    <a:pt x="24834" y="117348"/>
                    <a:pt x="38070" y="101200"/>
                  </a:cubicBezTo>
                  <a:cubicBezTo>
                    <a:pt x="45217" y="92730"/>
                    <a:pt x="50776" y="85582"/>
                    <a:pt x="61894" y="70229"/>
                  </a:cubicBezTo>
                  <a:lnTo>
                    <a:pt x="69835" y="101995"/>
                  </a:lnTo>
                  <a:cubicBezTo>
                    <a:pt x="73276" y="115495"/>
                    <a:pt x="76717" y="119730"/>
                    <a:pt x="85188" y="119730"/>
                  </a:cubicBezTo>
                  <a:cubicBezTo>
                    <a:pt x="95247" y="119730"/>
                    <a:pt x="102130" y="113377"/>
                    <a:pt x="117483" y="89553"/>
                  </a:cubicBezTo>
                  <a:lnTo>
                    <a:pt x="113777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466652C2-F19F-F739-CF27-9F4E56FDDCD4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7991602" y="5384355"/>
              <a:ext cx="161738" cy="10588"/>
            </a:xfrm>
            <a:custGeom>
              <a:avLst/>
              <a:gdLst>
                <a:gd name="connsiteX0" fmla="*/ 152695 w 161738"/>
                <a:gd name="connsiteY0" fmla="*/ 10670 h 10588"/>
                <a:gd name="connsiteX1" fmla="*/ 161960 w 161738"/>
                <a:gd name="connsiteY1" fmla="*/ 5376 h 10588"/>
                <a:gd name="connsiteX2" fmla="*/ 152695 w 161738"/>
                <a:gd name="connsiteY2" fmla="*/ 81 h 10588"/>
                <a:gd name="connsiteX3" fmla="*/ 9486 w 161738"/>
                <a:gd name="connsiteY3" fmla="*/ 81 h 10588"/>
                <a:gd name="connsiteX4" fmla="*/ 221 w 161738"/>
                <a:gd name="connsiteY4" fmla="*/ 5376 h 10588"/>
                <a:gd name="connsiteX5" fmla="*/ 9486 w 161738"/>
                <a:gd name="connsiteY5" fmla="*/ 10670 h 10588"/>
                <a:gd name="connsiteX6" fmla="*/ 152695 w 161738"/>
                <a:gd name="connsiteY6" fmla="*/ 10670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695" y="10670"/>
                  </a:moveTo>
                  <a:cubicBezTo>
                    <a:pt x="157195" y="10670"/>
                    <a:pt x="161960" y="10670"/>
                    <a:pt x="161960" y="5376"/>
                  </a:cubicBezTo>
                  <a:cubicBezTo>
                    <a:pt x="161960" y="81"/>
                    <a:pt x="157195" y="81"/>
                    <a:pt x="152695" y="81"/>
                  </a:cubicBezTo>
                  <a:lnTo>
                    <a:pt x="9486" y="81"/>
                  </a:lnTo>
                  <a:cubicBezTo>
                    <a:pt x="4986" y="81"/>
                    <a:pt x="221" y="81"/>
                    <a:pt x="221" y="5376"/>
                  </a:cubicBezTo>
                  <a:cubicBezTo>
                    <a:pt x="221" y="10670"/>
                    <a:pt x="4986" y="10670"/>
                    <a:pt x="9486" y="10670"/>
                  </a:cubicBezTo>
                  <a:lnTo>
                    <a:pt x="152695" y="1067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51C3B504-D486-EA58-8E69-8D54683B6465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8205836" y="5339090"/>
              <a:ext cx="125472" cy="119649"/>
            </a:xfrm>
            <a:custGeom>
              <a:avLst/>
              <a:gdLst>
                <a:gd name="connsiteX0" fmla="*/ 113792 w 125472"/>
                <a:gd name="connsiteY0" fmla="*/ 87435 h 119649"/>
                <a:gd name="connsiteX1" fmla="*/ 107968 w 125472"/>
                <a:gd name="connsiteY1" fmla="*/ 94583 h 119649"/>
                <a:gd name="connsiteX2" fmla="*/ 95792 w 125472"/>
                <a:gd name="connsiteY2" fmla="*/ 105171 h 119649"/>
                <a:gd name="connsiteX3" fmla="*/ 87586 w 125472"/>
                <a:gd name="connsiteY3" fmla="*/ 94318 h 119649"/>
                <a:gd name="connsiteX4" fmla="*/ 86527 w 125472"/>
                <a:gd name="connsiteY4" fmla="*/ 89818 h 119649"/>
                <a:gd name="connsiteX5" fmla="*/ 76997 w 125472"/>
                <a:gd name="connsiteY5" fmla="*/ 46935 h 119649"/>
                <a:gd name="connsiteX6" fmla="*/ 102939 w 125472"/>
                <a:gd name="connsiteY6" fmla="*/ 14905 h 119649"/>
                <a:gd name="connsiteX7" fmla="*/ 109292 w 125472"/>
                <a:gd name="connsiteY7" fmla="*/ 17022 h 119649"/>
                <a:gd name="connsiteX8" fmla="*/ 116439 w 125472"/>
                <a:gd name="connsiteY8" fmla="*/ 19405 h 119649"/>
                <a:gd name="connsiteX9" fmla="*/ 125704 w 125472"/>
                <a:gd name="connsiteY9" fmla="*/ 9875 h 119649"/>
                <a:gd name="connsiteX10" fmla="*/ 114851 w 125472"/>
                <a:gd name="connsiteY10" fmla="*/ 81 h 119649"/>
                <a:gd name="connsiteX11" fmla="*/ 74879 w 125472"/>
                <a:gd name="connsiteY11" fmla="*/ 37935 h 119649"/>
                <a:gd name="connsiteX12" fmla="*/ 71968 w 125472"/>
                <a:gd name="connsiteY12" fmla="*/ 23375 h 119649"/>
                <a:gd name="connsiteX13" fmla="*/ 58203 w 125472"/>
                <a:gd name="connsiteY13" fmla="*/ 81 h 119649"/>
                <a:gd name="connsiteX14" fmla="*/ 27231 w 125472"/>
                <a:gd name="connsiteY14" fmla="*/ 7758 h 119649"/>
                <a:gd name="connsiteX15" fmla="*/ 24320 w 125472"/>
                <a:gd name="connsiteY15" fmla="*/ 8816 h 119649"/>
                <a:gd name="connsiteX16" fmla="*/ 25378 w 125472"/>
                <a:gd name="connsiteY16" fmla="*/ 12787 h 119649"/>
                <a:gd name="connsiteX17" fmla="*/ 40202 w 125472"/>
                <a:gd name="connsiteY17" fmla="*/ 9875 h 119649"/>
                <a:gd name="connsiteX18" fmla="*/ 52114 w 125472"/>
                <a:gd name="connsiteY18" fmla="*/ 28140 h 119649"/>
                <a:gd name="connsiteX19" fmla="*/ 59791 w 125472"/>
                <a:gd name="connsiteY19" fmla="*/ 60700 h 119649"/>
                <a:gd name="connsiteX20" fmla="*/ 38085 w 125472"/>
                <a:gd name="connsiteY20" fmla="*/ 91671 h 119649"/>
                <a:gd name="connsiteX21" fmla="*/ 24584 w 125472"/>
                <a:gd name="connsiteY21" fmla="*/ 104377 h 119649"/>
                <a:gd name="connsiteX22" fmla="*/ 17702 w 125472"/>
                <a:gd name="connsiteY22" fmla="*/ 101995 h 119649"/>
                <a:gd name="connsiteX23" fmla="*/ 9231 w 125472"/>
                <a:gd name="connsiteY23" fmla="*/ 99347 h 119649"/>
                <a:gd name="connsiteX24" fmla="*/ 231 w 125472"/>
                <a:gd name="connsiteY24" fmla="*/ 108612 h 119649"/>
                <a:gd name="connsiteX25" fmla="*/ 13466 w 125472"/>
                <a:gd name="connsiteY25" fmla="*/ 119730 h 119649"/>
                <a:gd name="connsiteX26" fmla="*/ 38085 w 125472"/>
                <a:gd name="connsiteY26" fmla="*/ 101200 h 119649"/>
                <a:gd name="connsiteX27" fmla="*/ 61909 w 125472"/>
                <a:gd name="connsiteY27" fmla="*/ 70229 h 119649"/>
                <a:gd name="connsiteX28" fmla="*/ 69850 w 125472"/>
                <a:gd name="connsiteY28" fmla="*/ 101995 h 119649"/>
                <a:gd name="connsiteX29" fmla="*/ 85203 w 125472"/>
                <a:gd name="connsiteY29" fmla="*/ 119730 h 119649"/>
                <a:gd name="connsiteX30" fmla="*/ 117498 w 125472"/>
                <a:gd name="connsiteY30" fmla="*/ 89553 h 119649"/>
                <a:gd name="connsiteX31" fmla="*/ 113792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92" y="87435"/>
                  </a:moveTo>
                  <a:cubicBezTo>
                    <a:pt x="111674" y="89818"/>
                    <a:pt x="110351" y="91406"/>
                    <a:pt x="107968" y="94583"/>
                  </a:cubicBezTo>
                  <a:cubicBezTo>
                    <a:pt x="101880" y="102524"/>
                    <a:pt x="98703" y="105171"/>
                    <a:pt x="95792" y="105171"/>
                  </a:cubicBezTo>
                  <a:cubicBezTo>
                    <a:pt x="91821" y="105171"/>
                    <a:pt x="89438" y="101730"/>
                    <a:pt x="87586" y="94318"/>
                  </a:cubicBezTo>
                  <a:cubicBezTo>
                    <a:pt x="87056" y="92200"/>
                    <a:pt x="86791" y="90612"/>
                    <a:pt x="86527" y="89818"/>
                  </a:cubicBezTo>
                  <a:cubicBezTo>
                    <a:pt x="79909" y="63082"/>
                    <a:pt x="76997" y="50905"/>
                    <a:pt x="76997" y="46935"/>
                  </a:cubicBezTo>
                  <a:cubicBezTo>
                    <a:pt x="88644" y="26552"/>
                    <a:pt x="98174" y="14905"/>
                    <a:pt x="102939" y="14905"/>
                  </a:cubicBezTo>
                  <a:cubicBezTo>
                    <a:pt x="104527" y="14905"/>
                    <a:pt x="106645" y="15699"/>
                    <a:pt x="109292" y="17022"/>
                  </a:cubicBezTo>
                  <a:cubicBezTo>
                    <a:pt x="112468" y="18875"/>
                    <a:pt x="114321" y="19405"/>
                    <a:pt x="116439" y="19405"/>
                  </a:cubicBezTo>
                  <a:cubicBezTo>
                    <a:pt x="121998" y="19405"/>
                    <a:pt x="125704" y="15434"/>
                    <a:pt x="125704" y="9875"/>
                  </a:cubicBezTo>
                  <a:cubicBezTo>
                    <a:pt x="125704" y="4316"/>
                    <a:pt x="121204" y="81"/>
                    <a:pt x="114851" y="81"/>
                  </a:cubicBezTo>
                  <a:cubicBezTo>
                    <a:pt x="103203" y="81"/>
                    <a:pt x="93144" y="9610"/>
                    <a:pt x="74879" y="37935"/>
                  </a:cubicBezTo>
                  <a:lnTo>
                    <a:pt x="71968" y="23375"/>
                  </a:lnTo>
                  <a:cubicBezTo>
                    <a:pt x="68262" y="5375"/>
                    <a:pt x="65350" y="81"/>
                    <a:pt x="58203" y="81"/>
                  </a:cubicBezTo>
                  <a:cubicBezTo>
                    <a:pt x="52379" y="81"/>
                    <a:pt x="43379" y="2463"/>
                    <a:pt x="27231" y="7758"/>
                  </a:cubicBezTo>
                  <a:lnTo>
                    <a:pt x="24320" y="8816"/>
                  </a:lnTo>
                  <a:lnTo>
                    <a:pt x="25378" y="12787"/>
                  </a:lnTo>
                  <a:cubicBezTo>
                    <a:pt x="35437" y="10405"/>
                    <a:pt x="37820" y="9875"/>
                    <a:pt x="40202" y="9875"/>
                  </a:cubicBezTo>
                  <a:cubicBezTo>
                    <a:pt x="46820" y="9875"/>
                    <a:pt x="48408" y="12258"/>
                    <a:pt x="52114" y="28140"/>
                  </a:cubicBezTo>
                  <a:lnTo>
                    <a:pt x="59791" y="60700"/>
                  </a:lnTo>
                  <a:lnTo>
                    <a:pt x="38085" y="91671"/>
                  </a:lnTo>
                  <a:cubicBezTo>
                    <a:pt x="32790" y="99612"/>
                    <a:pt x="27496" y="104377"/>
                    <a:pt x="24584" y="104377"/>
                  </a:cubicBezTo>
                  <a:cubicBezTo>
                    <a:pt x="22996" y="104377"/>
                    <a:pt x="20349" y="103583"/>
                    <a:pt x="17702" y="101995"/>
                  </a:cubicBezTo>
                  <a:cubicBezTo>
                    <a:pt x="14261" y="100142"/>
                    <a:pt x="11349" y="99347"/>
                    <a:pt x="9231" y="99347"/>
                  </a:cubicBezTo>
                  <a:cubicBezTo>
                    <a:pt x="4202" y="99347"/>
                    <a:pt x="231" y="103318"/>
                    <a:pt x="231" y="108612"/>
                  </a:cubicBezTo>
                  <a:cubicBezTo>
                    <a:pt x="231" y="115495"/>
                    <a:pt x="5525" y="119730"/>
                    <a:pt x="13466" y="119730"/>
                  </a:cubicBezTo>
                  <a:cubicBezTo>
                    <a:pt x="21672" y="119730"/>
                    <a:pt x="24849" y="117348"/>
                    <a:pt x="38085" y="101200"/>
                  </a:cubicBezTo>
                  <a:cubicBezTo>
                    <a:pt x="45232" y="92730"/>
                    <a:pt x="50791" y="85582"/>
                    <a:pt x="61909" y="70229"/>
                  </a:cubicBezTo>
                  <a:lnTo>
                    <a:pt x="69850" y="101995"/>
                  </a:lnTo>
                  <a:cubicBezTo>
                    <a:pt x="73291" y="115495"/>
                    <a:pt x="76732" y="119730"/>
                    <a:pt x="85203" y="119730"/>
                  </a:cubicBezTo>
                  <a:cubicBezTo>
                    <a:pt x="95262" y="119730"/>
                    <a:pt x="102145" y="113377"/>
                    <a:pt x="117498" y="89553"/>
                  </a:cubicBezTo>
                  <a:lnTo>
                    <a:pt x="113792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44C63272-6E79-0F5F-7F11-60C7C9A7EAA8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8335655" y="5363546"/>
              <a:ext cx="88540" cy="135161"/>
            </a:xfrm>
            <a:custGeom>
              <a:avLst/>
              <a:gdLst>
                <a:gd name="connsiteX0" fmla="*/ 45288 w 88540"/>
                <a:gd name="connsiteY0" fmla="*/ 84 h 135161"/>
                <a:gd name="connsiteX1" fmla="*/ 19039 w 88540"/>
                <a:gd name="connsiteY1" fmla="*/ 10270 h 135161"/>
                <a:gd name="connsiteX2" fmla="*/ 234 w 88540"/>
                <a:gd name="connsiteY2" fmla="*/ 66685 h 135161"/>
                <a:gd name="connsiteX3" fmla="*/ 15905 w 88540"/>
                <a:gd name="connsiteY3" fmla="*/ 121925 h 135161"/>
                <a:gd name="connsiteX4" fmla="*/ 44504 w 88540"/>
                <a:gd name="connsiteY4" fmla="*/ 135245 h 135161"/>
                <a:gd name="connsiteX5" fmla="*/ 69970 w 88540"/>
                <a:gd name="connsiteY5" fmla="*/ 125059 h 135161"/>
                <a:gd name="connsiteX6" fmla="*/ 88775 w 88540"/>
                <a:gd name="connsiteY6" fmla="*/ 67860 h 135161"/>
                <a:gd name="connsiteX7" fmla="*/ 45288 w 88540"/>
                <a:gd name="connsiteY7" fmla="*/ 84 h 135161"/>
                <a:gd name="connsiteX8" fmla="*/ 44700 w 88540"/>
                <a:gd name="connsiteY8" fmla="*/ 5177 h 135161"/>
                <a:gd name="connsiteX9" fmla="*/ 69970 w 88540"/>
                <a:gd name="connsiteY9" fmla="*/ 68252 h 135161"/>
                <a:gd name="connsiteX10" fmla="*/ 44504 w 88540"/>
                <a:gd name="connsiteY10" fmla="*/ 130152 h 135161"/>
                <a:gd name="connsiteX11" fmla="*/ 19039 w 88540"/>
                <a:gd name="connsiteY11" fmla="*/ 68448 h 135161"/>
                <a:gd name="connsiteX12" fmla="*/ 44700 w 88540"/>
                <a:gd name="connsiteY12" fmla="*/ 5177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288" y="84"/>
                  </a:moveTo>
                  <a:cubicBezTo>
                    <a:pt x="34514" y="84"/>
                    <a:pt x="26287" y="3414"/>
                    <a:pt x="19039" y="10270"/>
                  </a:cubicBezTo>
                  <a:cubicBezTo>
                    <a:pt x="7678" y="21239"/>
                    <a:pt x="234" y="43766"/>
                    <a:pt x="234" y="66685"/>
                  </a:cubicBezTo>
                  <a:cubicBezTo>
                    <a:pt x="234" y="88037"/>
                    <a:pt x="6698" y="110955"/>
                    <a:pt x="15905" y="121925"/>
                  </a:cubicBezTo>
                  <a:cubicBezTo>
                    <a:pt x="23153" y="130544"/>
                    <a:pt x="33143" y="135245"/>
                    <a:pt x="44504" y="135245"/>
                  </a:cubicBezTo>
                  <a:cubicBezTo>
                    <a:pt x="54495" y="135245"/>
                    <a:pt x="62918" y="131915"/>
                    <a:pt x="69970" y="125059"/>
                  </a:cubicBezTo>
                  <a:cubicBezTo>
                    <a:pt x="81331" y="114285"/>
                    <a:pt x="88775" y="91562"/>
                    <a:pt x="88775" y="67860"/>
                  </a:cubicBezTo>
                  <a:cubicBezTo>
                    <a:pt x="88775" y="27704"/>
                    <a:pt x="70949" y="84"/>
                    <a:pt x="45288" y="84"/>
                  </a:cubicBezTo>
                  <a:close/>
                  <a:moveTo>
                    <a:pt x="44700" y="5177"/>
                  </a:moveTo>
                  <a:cubicBezTo>
                    <a:pt x="61155" y="5177"/>
                    <a:pt x="69970" y="27312"/>
                    <a:pt x="69970" y="68252"/>
                  </a:cubicBezTo>
                  <a:cubicBezTo>
                    <a:pt x="69970" y="109192"/>
                    <a:pt x="61351" y="130152"/>
                    <a:pt x="44504" y="130152"/>
                  </a:cubicBezTo>
                  <a:cubicBezTo>
                    <a:pt x="27658" y="130152"/>
                    <a:pt x="19039" y="109192"/>
                    <a:pt x="19039" y="68448"/>
                  </a:cubicBezTo>
                  <a:cubicBezTo>
                    <a:pt x="19039" y="26920"/>
                    <a:pt x="27854" y="5177"/>
                    <a:pt x="44700" y="517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8C59F33B-D543-4553-BF11-2D833DBCDE7F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8457638" y="5257294"/>
              <a:ext cx="61412" cy="264710"/>
            </a:xfrm>
            <a:custGeom>
              <a:avLst/>
              <a:gdLst>
                <a:gd name="connsiteX0" fmla="*/ 61653 w 61412"/>
                <a:gd name="connsiteY0" fmla="*/ 132436 h 264710"/>
                <a:gd name="connsiteX1" fmla="*/ 44182 w 61412"/>
                <a:gd name="connsiteY1" fmla="*/ 49846 h 264710"/>
                <a:gd name="connsiteX2" fmla="*/ 2887 w 61412"/>
                <a:gd name="connsiteY2" fmla="*/ 80 h 264710"/>
                <a:gd name="connsiteX3" fmla="*/ 240 w 61412"/>
                <a:gd name="connsiteY3" fmla="*/ 2728 h 264710"/>
                <a:gd name="connsiteX4" fmla="*/ 5269 w 61412"/>
                <a:gd name="connsiteY4" fmla="*/ 8816 h 264710"/>
                <a:gd name="connsiteX5" fmla="*/ 46299 w 61412"/>
                <a:gd name="connsiteY5" fmla="*/ 132436 h 264710"/>
                <a:gd name="connsiteX6" fmla="*/ 3681 w 61412"/>
                <a:gd name="connsiteY6" fmla="*/ 257644 h 264710"/>
                <a:gd name="connsiteX7" fmla="*/ 240 w 61412"/>
                <a:gd name="connsiteY7" fmla="*/ 262144 h 264710"/>
                <a:gd name="connsiteX8" fmla="*/ 2887 w 61412"/>
                <a:gd name="connsiteY8" fmla="*/ 264791 h 264710"/>
                <a:gd name="connsiteX9" fmla="*/ 44976 w 61412"/>
                <a:gd name="connsiteY9" fmla="*/ 213173 h 264710"/>
                <a:gd name="connsiteX10" fmla="*/ 61653 w 61412"/>
                <a:gd name="connsiteY10" fmla="*/ 132436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53" y="132436"/>
                  </a:moveTo>
                  <a:cubicBezTo>
                    <a:pt x="61653" y="111788"/>
                    <a:pt x="58741" y="79758"/>
                    <a:pt x="44182" y="49846"/>
                  </a:cubicBezTo>
                  <a:cubicBezTo>
                    <a:pt x="28299" y="17287"/>
                    <a:pt x="5534" y="80"/>
                    <a:pt x="2887" y="80"/>
                  </a:cubicBezTo>
                  <a:cubicBezTo>
                    <a:pt x="1299" y="80"/>
                    <a:pt x="240" y="1139"/>
                    <a:pt x="240" y="2728"/>
                  </a:cubicBezTo>
                  <a:cubicBezTo>
                    <a:pt x="240" y="3522"/>
                    <a:pt x="240" y="4051"/>
                    <a:pt x="5269" y="8816"/>
                  </a:cubicBezTo>
                  <a:cubicBezTo>
                    <a:pt x="31211" y="35022"/>
                    <a:pt x="46299" y="77111"/>
                    <a:pt x="46299" y="132436"/>
                  </a:cubicBezTo>
                  <a:cubicBezTo>
                    <a:pt x="46299" y="177702"/>
                    <a:pt x="36505" y="224291"/>
                    <a:pt x="3681" y="257644"/>
                  </a:cubicBezTo>
                  <a:cubicBezTo>
                    <a:pt x="240" y="260821"/>
                    <a:pt x="240" y="261350"/>
                    <a:pt x="240" y="262144"/>
                  </a:cubicBezTo>
                  <a:cubicBezTo>
                    <a:pt x="240" y="263733"/>
                    <a:pt x="1299" y="264791"/>
                    <a:pt x="2887" y="264791"/>
                  </a:cubicBezTo>
                  <a:cubicBezTo>
                    <a:pt x="5534" y="264791"/>
                    <a:pt x="29358" y="246791"/>
                    <a:pt x="44976" y="213173"/>
                  </a:cubicBezTo>
                  <a:cubicBezTo>
                    <a:pt x="58476" y="184055"/>
                    <a:pt x="61653" y="154672"/>
                    <a:pt x="61653" y="1324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1C926C49-EC81-3252-42A3-7C481900B422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8571845" y="5257294"/>
              <a:ext cx="61412" cy="264710"/>
            </a:xfrm>
            <a:custGeom>
              <a:avLst/>
              <a:gdLst>
                <a:gd name="connsiteX0" fmla="*/ 61657 w 61412"/>
                <a:gd name="connsiteY0" fmla="*/ 262144 h 264710"/>
                <a:gd name="connsiteX1" fmla="*/ 57157 w 61412"/>
                <a:gd name="connsiteY1" fmla="*/ 256321 h 264710"/>
                <a:gd name="connsiteX2" fmla="*/ 15597 w 61412"/>
                <a:gd name="connsiteY2" fmla="*/ 132436 h 264710"/>
                <a:gd name="connsiteX3" fmla="*/ 58215 w 61412"/>
                <a:gd name="connsiteY3" fmla="*/ 7228 h 264710"/>
                <a:gd name="connsiteX4" fmla="*/ 61657 w 61412"/>
                <a:gd name="connsiteY4" fmla="*/ 2728 h 264710"/>
                <a:gd name="connsiteX5" fmla="*/ 59010 w 61412"/>
                <a:gd name="connsiteY5" fmla="*/ 80 h 264710"/>
                <a:gd name="connsiteX6" fmla="*/ 16920 w 61412"/>
                <a:gd name="connsiteY6" fmla="*/ 51699 h 264710"/>
                <a:gd name="connsiteX7" fmla="*/ 244 w 61412"/>
                <a:gd name="connsiteY7" fmla="*/ 132436 h 264710"/>
                <a:gd name="connsiteX8" fmla="*/ 17715 w 61412"/>
                <a:gd name="connsiteY8" fmla="*/ 215026 h 264710"/>
                <a:gd name="connsiteX9" fmla="*/ 59010 w 61412"/>
                <a:gd name="connsiteY9" fmla="*/ 264791 h 264710"/>
                <a:gd name="connsiteX10" fmla="*/ 61657 w 61412"/>
                <a:gd name="connsiteY10" fmla="*/ 262144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57" y="262144"/>
                  </a:moveTo>
                  <a:cubicBezTo>
                    <a:pt x="61657" y="261350"/>
                    <a:pt x="61657" y="260821"/>
                    <a:pt x="57157" y="256321"/>
                  </a:cubicBezTo>
                  <a:cubicBezTo>
                    <a:pt x="24068" y="222967"/>
                    <a:pt x="15597" y="172937"/>
                    <a:pt x="15597" y="132436"/>
                  </a:cubicBezTo>
                  <a:cubicBezTo>
                    <a:pt x="15597" y="86376"/>
                    <a:pt x="25656" y="40316"/>
                    <a:pt x="58215" y="7228"/>
                  </a:cubicBezTo>
                  <a:cubicBezTo>
                    <a:pt x="61657" y="4051"/>
                    <a:pt x="61657" y="3522"/>
                    <a:pt x="61657" y="2728"/>
                  </a:cubicBezTo>
                  <a:cubicBezTo>
                    <a:pt x="61657" y="875"/>
                    <a:pt x="60598" y="80"/>
                    <a:pt x="59010" y="80"/>
                  </a:cubicBezTo>
                  <a:cubicBezTo>
                    <a:pt x="56362" y="80"/>
                    <a:pt x="32538" y="18081"/>
                    <a:pt x="16920" y="51699"/>
                  </a:cubicBezTo>
                  <a:cubicBezTo>
                    <a:pt x="3420" y="80817"/>
                    <a:pt x="244" y="110200"/>
                    <a:pt x="244" y="132436"/>
                  </a:cubicBezTo>
                  <a:cubicBezTo>
                    <a:pt x="244" y="153083"/>
                    <a:pt x="3156" y="185113"/>
                    <a:pt x="17715" y="215026"/>
                  </a:cubicBezTo>
                  <a:cubicBezTo>
                    <a:pt x="33597" y="247585"/>
                    <a:pt x="56362" y="264791"/>
                    <a:pt x="59010" y="264791"/>
                  </a:cubicBezTo>
                  <a:cubicBezTo>
                    <a:pt x="60598" y="264791"/>
                    <a:pt x="61657" y="263997"/>
                    <a:pt x="61657" y="26214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D33A772A-F8D4-43A3-E9B8-C84CF056D45D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8641582" y="5339090"/>
              <a:ext cx="125472" cy="119649"/>
            </a:xfrm>
            <a:custGeom>
              <a:avLst/>
              <a:gdLst>
                <a:gd name="connsiteX0" fmla="*/ 113808 w 125472"/>
                <a:gd name="connsiteY0" fmla="*/ 87435 h 119649"/>
                <a:gd name="connsiteX1" fmla="*/ 107985 w 125472"/>
                <a:gd name="connsiteY1" fmla="*/ 94583 h 119649"/>
                <a:gd name="connsiteX2" fmla="*/ 95808 w 125472"/>
                <a:gd name="connsiteY2" fmla="*/ 105171 h 119649"/>
                <a:gd name="connsiteX3" fmla="*/ 87602 w 125472"/>
                <a:gd name="connsiteY3" fmla="*/ 94318 h 119649"/>
                <a:gd name="connsiteX4" fmla="*/ 86543 w 125472"/>
                <a:gd name="connsiteY4" fmla="*/ 89818 h 119649"/>
                <a:gd name="connsiteX5" fmla="*/ 77013 w 125472"/>
                <a:gd name="connsiteY5" fmla="*/ 46935 h 119649"/>
                <a:gd name="connsiteX6" fmla="*/ 102955 w 125472"/>
                <a:gd name="connsiteY6" fmla="*/ 14905 h 119649"/>
                <a:gd name="connsiteX7" fmla="*/ 109308 w 125472"/>
                <a:gd name="connsiteY7" fmla="*/ 17022 h 119649"/>
                <a:gd name="connsiteX8" fmla="*/ 116455 w 125472"/>
                <a:gd name="connsiteY8" fmla="*/ 19405 h 119649"/>
                <a:gd name="connsiteX9" fmla="*/ 125720 w 125472"/>
                <a:gd name="connsiteY9" fmla="*/ 9875 h 119649"/>
                <a:gd name="connsiteX10" fmla="*/ 114867 w 125472"/>
                <a:gd name="connsiteY10" fmla="*/ 81 h 119649"/>
                <a:gd name="connsiteX11" fmla="*/ 74896 w 125472"/>
                <a:gd name="connsiteY11" fmla="*/ 37935 h 119649"/>
                <a:gd name="connsiteX12" fmla="*/ 71984 w 125472"/>
                <a:gd name="connsiteY12" fmla="*/ 23375 h 119649"/>
                <a:gd name="connsiteX13" fmla="*/ 58219 w 125472"/>
                <a:gd name="connsiteY13" fmla="*/ 81 h 119649"/>
                <a:gd name="connsiteX14" fmla="*/ 27248 w 125472"/>
                <a:gd name="connsiteY14" fmla="*/ 7758 h 119649"/>
                <a:gd name="connsiteX15" fmla="*/ 24336 w 125472"/>
                <a:gd name="connsiteY15" fmla="*/ 8816 h 119649"/>
                <a:gd name="connsiteX16" fmla="*/ 25395 w 125472"/>
                <a:gd name="connsiteY16" fmla="*/ 12787 h 119649"/>
                <a:gd name="connsiteX17" fmla="*/ 40219 w 125472"/>
                <a:gd name="connsiteY17" fmla="*/ 9875 h 119649"/>
                <a:gd name="connsiteX18" fmla="*/ 52131 w 125472"/>
                <a:gd name="connsiteY18" fmla="*/ 28140 h 119649"/>
                <a:gd name="connsiteX19" fmla="*/ 59807 w 125472"/>
                <a:gd name="connsiteY19" fmla="*/ 60700 h 119649"/>
                <a:gd name="connsiteX20" fmla="*/ 38101 w 125472"/>
                <a:gd name="connsiteY20" fmla="*/ 91671 h 119649"/>
                <a:gd name="connsiteX21" fmla="*/ 24601 w 125472"/>
                <a:gd name="connsiteY21" fmla="*/ 104377 h 119649"/>
                <a:gd name="connsiteX22" fmla="*/ 17718 w 125472"/>
                <a:gd name="connsiteY22" fmla="*/ 101995 h 119649"/>
                <a:gd name="connsiteX23" fmla="*/ 9247 w 125472"/>
                <a:gd name="connsiteY23" fmla="*/ 99347 h 119649"/>
                <a:gd name="connsiteX24" fmla="*/ 247 w 125472"/>
                <a:gd name="connsiteY24" fmla="*/ 108612 h 119649"/>
                <a:gd name="connsiteX25" fmla="*/ 13483 w 125472"/>
                <a:gd name="connsiteY25" fmla="*/ 119730 h 119649"/>
                <a:gd name="connsiteX26" fmla="*/ 38101 w 125472"/>
                <a:gd name="connsiteY26" fmla="*/ 101200 h 119649"/>
                <a:gd name="connsiteX27" fmla="*/ 61925 w 125472"/>
                <a:gd name="connsiteY27" fmla="*/ 70229 h 119649"/>
                <a:gd name="connsiteX28" fmla="*/ 69866 w 125472"/>
                <a:gd name="connsiteY28" fmla="*/ 101995 h 119649"/>
                <a:gd name="connsiteX29" fmla="*/ 85219 w 125472"/>
                <a:gd name="connsiteY29" fmla="*/ 119730 h 119649"/>
                <a:gd name="connsiteX30" fmla="*/ 117514 w 125472"/>
                <a:gd name="connsiteY30" fmla="*/ 89553 h 119649"/>
                <a:gd name="connsiteX31" fmla="*/ 113808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08" y="87435"/>
                  </a:moveTo>
                  <a:cubicBezTo>
                    <a:pt x="111691" y="89818"/>
                    <a:pt x="110367" y="91406"/>
                    <a:pt x="107985" y="94583"/>
                  </a:cubicBezTo>
                  <a:cubicBezTo>
                    <a:pt x="101896" y="102524"/>
                    <a:pt x="98720" y="105171"/>
                    <a:pt x="95808" y="105171"/>
                  </a:cubicBezTo>
                  <a:cubicBezTo>
                    <a:pt x="91837" y="105171"/>
                    <a:pt x="89455" y="101730"/>
                    <a:pt x="87602" y="94318"/>
                  </a:cubicBezTo>
                  <a:cubicBezTo>
                    <a:pt x="87072" y="92200"/>
                    <a:pt x="86808" y="90612"/>
                    <a:pt x="86543" y="89818"/>
                  </a:cubicBezTo>
                  <a:cubicBezTo>
                    <a:pt x="79925" y="63082"/>
                    <a:pt x="77013" y="50905"/>
                    <a:pt x="77013" y="46935"/>
                  </a:cubicBezTo>
                  <a:cubicBezTo>
                    <a:pt x="88661" y="26552"/>
                    <a:pt x="98190" y="14905"/>
                    <a:pt x="102955" y="14905"/>
                  </a:cubicBezTo>
                  <a:cubicBezTo>
                    <a:pt x="104543" y="14905"/>
                    <a:pt x="106661" y="15699"/>
                    <a:pt x="109308" y="17022"/>
                  </a:cubicBezTo>
                  <a:cubicBezTo>
                    <a:pt x="112485" y="18875"/>
                    <a:pt x="114338" y="19405"/>
                    <a:pt x="116455" y="19405"/>
                  </a:cubicBezTo>
                  <a:cubicBezTo>
                    <a:pt x="122014" y="19405"/>
                    <a:pt x="125720" y="15434"/>
                    <a:pt x="125720" y="9875"/>
                  </a:cubicBezTo>
                  <a:cubicBezTo>
                    <a:pt x="125720" y="4316"/>
                    <a:pt x="121220" y="81"/>
                    <a:pt x="114867" y="81"/>
                  </a:cubicBezTo>
                  <a:cubicBezTo>
                    <a:pt x="103220" y="81"/>
                    <a:pt x="93161" y="9610"/>
                    <a:pt x="74896" y="37935"/>
                  </a:cubicBezTo>
                  <a:lnTo>
                    <a:pt x="71984" y="23375"/>
                  </a:lnTo>
                  <a:cubicBezTo>
                    <a:pt x="68278" y="5375"/>
                    <a:pt x="65366" y="81"/>
                    <a:pt x="58219" y="81"/>
                  </a:cubicBezTo>
                  <a:cubicBezTo>
                    <a:pt x="52395" y="81"/>
                    <a:pt x="43395" y="2463"/>
                    <a:pt x="27248" y="7758"/>
                  </a:cubicBezTo>
                  <a:lnTo>
                    <a:pt x="24336" y="8816"/>
                  </a:lnTo>
                  <a:lnTo>
                    <a:pt x="25395" y="12787"/>
                  </a:lnTo>
                  <a:cubicBezTo>
                    <a:pt x="35454" y="10405"/>
                    <a:pt x="37836" y="9875"/>
                    <a:pt x="40219" y="9875"/>
                  </a:cubicBezTo>
                  <a:cubicBezTo>
                    <a:pt x="46836" y="9875"/>
                    <a:pt x="48425" y="12258"/>
                    <a:pt x="52131" y="28140"/>
                  </a:cubicBezTo>
                  <a:lnTo>
                    <a:pt x="59807" y="60700"/>
                  </a:lnTo>
                  <a:lnTo>
                    <a:pt x="38101" y="91671"/>
                  </a:lnTo>
                  <a:cubicBezTo>
                    <a:pt x="32807" y="99612"/>
                    <a:pt x="27512" y="104377"/>
                    <a:pt x="24601" y="104377"/>
                  </a:cubicBezTo>
                  <a:cubicBezTo>
                    <a:pt x="23012" y="104377"/>
                    <a:pt x="20365" y="103583"/>
                    <a:pt x="17718" y="101995"/>
                  </a:cubicBezTo>
                  <a:cubicBezTo>
                    <a:pt x="14277" y="100142"/>
                    <a:pt x="11365" y="99347"/>
                    <a:pt x="9247" y="99347"/>
                  </a:cubicBezTo>
                  <a:cubicBezTo>
                    <a:pt x="4218" y="99347"/>
                    <a:pt x="247" y="103318"/>
                    <a:pt x="247" y="108612"/>
                  </a:cubicBezTo>
                  <a:cubicBezTo>
                    <a:pt x="247" y="115495"/>
                    <a:pt x="5541" y="119730"/>
                    <a:pt x="13483" y="119730"/>
                  </a:cubicBezTo>
                  <a:cubicBezTo>
                    <a:pt x="21689" y="119730"/>
                    <a:pt x="24865" y="117348"/>
                    <a:pt x="38101" y="101200"/>
                  </a:cubicBezTo>
                  <a:cubicBezTo>
                    <a:pt x="45248" y="92730"/>
                    <a:pt x="50807" y="85582"/>
                    <a:pt x="61925" y="70229"/>
                  </a:cubicBezTo>
                  <a:lnTo>
                    <a:pt x="69866" y="101995"/>
                  </a:lnTo>
                  <a:cubicBezTo>
                    <a:pt x="73307" y="115495"/>
                    <a:pt x="76749" y="119730"/>
                    <a:pt x="85219" y="119730"/>
                  </a:cubicBezTo>
                  <a:cubicBezTo>
                    <a:pt x="95278" y="119730"/>
                    <a:pt x="102161" y="113377"/>
                    <a:pt x="117514" y="89553"/>
                  </a:cubicBezTo>
                  <a:lnTo>
                    <a:pt x="113808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03E62622-099A-28D5-F295-B3281166BE80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8826367" y="5384355"/>
              <a:ext cx="161738" cy="10588"/>
            </a:xfrm>
            <a:custGeom>
              <a:avLst/>
              <a:gdLst>
                <a:gd name="connsiteX0" fmla="*/ 152726 w 161738"/>
                <a:gd name="connsiteY0" fmla="*/ 10670 h 10588"/>
                <a:gd name="connsiteX1" fmla="*/ 161991 w 161738"/>
                <a:gd name="connsiteY1" fmla="*/ 5376 h 10588"/>
                <a:gd name="connsiteX2" fmla="*/ 152726 w 161738"/>
                <a:gd name="connsiteY2" fmla="*/ 81 h 10588"/>
                <a:gd name="connsiteX3" fmla="*/ 9517 w 161738"/>
                <a:gd name="connsiteY3" fmla="*/ 81 h 10588"/>
                <a:gd name="connsiteX4" fmla="*/ 253 w 161738"/>
                <a:gd name="connsiteY4" fmla="*/ 5376 h 10588"/>
                <a:gd name="connsiteX5" fmla="*/ 9517 w 161738"/>
                <a:gd name="connsiteY5" fmla="*/ 10670 h 10588"/>
                <a:gd name="connsiteX6" fmla="*/ 152726 w 161738"/>
                <a:gd name="connsiteY6" fmla="*/ 10670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726" y="10670"/>
                  </a:moveTo>
                  <a:cubicBezTo>
                    <a:pt x="157226" y="10670"/>
                    <a:pt x="161991" y="10670"/>
                    <a:pt x="161991" y="5376"/>
                  </a:cubicBezTo>
                  <a:cubicBezTo>
                    <a:pt x="161991" y="81"/>
                    <a:pt x="157226" y="81"/>
                    <a:pt x="152726" y="81"/>
                  </a:cubicBezTo>
                  <a:lnTo>
                    <a:pt x="9517" y="81"/>
                  </a:lnTo>
                  <a:cubicBezTo>
                    <a:pt x="5017" y="81"/>
                    <a:pt x="253" y="81"/>
                    <a:pt x="253" y="5376"/>
                  </a:cubicBezTo>
                  <a:cubicBezTo>
                    <a:pt x="253" y="10670"/>
                    <a:pt x="5017" y="10670"/>
                    <a:pt x="9517" y="10670"/>
                  </a:cubicBezTo>
                  <a:lnTo>
                    <a:pt x="152726" y="1067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5603A699-2C94-5E6C-7331-52973BF5D674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9040601" y="5339090"/>
              <a:ext cx="125472" cy="119649"/>
            </a:xfrm>
            <a:custGeom>
              <a:avLst/>
              <a:gdLst>
                <a:gd name="connsiteX0" fmla="*/ 113823 w 125472"/>
                <a:gd name="connsiteY0" fmla="*/ 87435 h 119649"/>
                <a:gd name="connsiteX1" fmla="*/ 108000 w 125472"/>
                <a:gd name="connsiteY1" fmla="*/ 94583 h 119649"/>
                <a:gd name="connsiteX2" fmla="*/ 95823 w 125472"/>
                <a:gd name="connsiteY2" fmla="*/ 105171 h 119649"/>
                <a:gd name="connsiteX3" fmla="*/ 87617 w 125472"/>
                <a:gd name="connsiteY3" fmla="*/ 94318 h 119649"/>
                <a:gd name="connsiteX4" fmla="*/ 86558 w 125472"/>
                <a:gd name="connsiteY4" fmla="*/ 89818 h 119649"/>
                <a:gd name="connsiteX5" fmla="*/ 77028 w 125472"/>
                <a:gd name="connsiteY5" fmla="*/ 46935 h 119649"/>
                <a:gd name="connsiteX6" fmla="*/ 102970 w 125472"/>
                <a:gd name="connsiteY6" fmla="*/ 14905 h 119649"/>
                <a:gd name="connsiteX7" fmla="*/ 109323 w 125472"/>
                <a:gd name="connsiteY7" fmla="*/ 17022 h 119649"/>
                <a:gd name="connsiteX8" fmla="*/ 116470 w 125472"/>
                <a:gd name="connsiteY8" fmla="*/ 19405 h 119649"/>
                <a:gd name="connsiteX9" fmla="*/ 125735 w 125472"/>
                <a:gd name="connsiteY9" fmla="*/ 9875 h 119649"/>
                <a:gd name="connsiteX10" fmla="*/ 114882 w 125472"/>
                <a:gd name="connsiteY10" fmla="*/ 81 h 119649"/>
                <a:gd name="connsiteX11" fmla="*/ 74911 w 125472"/>
                <a:gd name="connsiteY11" fmla="*/ 37935 h 119649"/>
                <a:gd name="connsiteX12" fmla="*/ 71999 w 125472"/>
                <a:gd name="connsiteY12" fmla="*/ 23375 h 119649"/>
                <a:gd name="connsiteX13" fmla="*/ 58234 w 125472"/>
                <a:gd name="connsiteY13" fmla="*/ 81 h 119649"/>
                <a:gd name="connsiteX14" fmla="*/ 27263 w 125472"/>
                <a:gd name="connsiteY14" fmla="*/ 7758 h 119649"/>
                <a:gd name="connsiteX15" fmla="*/ 24351 w 125472"/>
                <a:gd name="connsiteY15" fmla="*/ 8816 h 119649"/>
                <a:gd name="connsiteX16" fmla="*/ 25410 w 125472"/>
                <a:gd name="connsiteY16" fmla="*/ 12787 h 119649"/>
                <a:gd name="connsiteX17" fmla="*/ 40234 w 125472"/>
                <a:gd name="connsiteY17" fmla="*/ 9875 h 119649"/>
                <a:gd name="connsiteX18" fmla="*/ 52146 w 125472"/>
                <a:gd name="connsiteY18" fmla="*/ 28140 h 119649"/>
                <a:gd name="connsiteX19" fmla="*/ 59822 w 125472"/>
                <a:gd name="connsiteY19" fmla="*/ 60700 h 119649"/>
                <a:gd name="connsiteX20" fmla="*/ 38116 w 125472"/>
                <a:gd name="connsiteY20" fmla="*/ 91671 h 119649"/>
                <a:gd name="connsiteX21" fmla="*/ 24616 w 125472"/>
                <a:gd name="connsiteY21" fmla="*/ 104377 h 119649"/>
                <a:gd name="connsiteX22" fmla="*/ 17733 w 125472"/>
                <a:gd name="connsiteY22" fmla="*/ 101995 h 119649"/>
                <a:gd name="connsiteX23" fmla="*/ 9262 w 125472"/>
                <a:gd name="connsiteY23" fmla="*/ 99347 h 119649"/>
                <a:gd name="connsiteX24" fmla="*/ 262 w 125472"/>
                <a:gd name="connsiteY24" fmla="*/ 108612 h 119649"/>
                <a:gd name="connsiteX25" fmla="*/ 13498 w 125472"/>
                <a:gd name="connsiteY25" fmla="*/ 119730 h 119649"/>
                <a:gd name="connsiteX26" fmla="*/ 38116 w 125472"/>
                <a:gd name="connsiteY26" fmla="*/ 101200 h 119649"/>
                <a:gd name="connsiteX27" fmla="*/ 61940 w 125472"/>
                <a:gd name="connsiteY27" fmla="*/ 70229 h 119649"/>
                <a:gd name="connsiteX28" fmla="*/ 69881 w 125472"/>
                <a:gd name="connsiteY28" fmla="*/ 101995 h 119649"/>
                <a:gd name="connsiteX29" fmla="*/ 85234 w 125472"/>
                <a:gd name="connsiteY29" fmla="*/ 119730 h 119649"/>
                <a:gd name="connsiteX30" fmla="*/ 117529 w 125472"/>
                <a:gd name="connsiteY30" fmla="*/ 89553 h 119649"/>
                <a:gd name="connsiteX31" fmla="*/ 113823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23" y="87435"/>
                  </a:moveTo>
                  <a:cubicBezTo>
                    <a:pt x="111705" y="89818"/>
                    <a:pt x="110382" y="91406"/>
                    <a:pt x="108000" y="94583"/>
                  </a:cubicBezTo>
                  <a:cubicBezTo>
                    <a:pt x="101911" y="102524"/>
                    <a:pt x="98735" y="105171"/>
                    <a:pt x="95823" y="105171"/>
                  </a:cubicBezTo>
                  <a:cubicBezTo>
                    <a:pt x="91852" y="105171"/>
                    <a:pt x="89470" y="101730"/>
                    <a:pt x="87617" y="94318"/>
                  </a:cubicBezTo>
                  <a:cubicBezTo>
                    <a:pt x="87087" y="92200"/>
                    <a:pt x="86823" y="90612"/>
                    <a:pt x="86558" y="89818"/>
                  </a:cubicBezTo>
                  <a:cubicBezTo>
                    <a:pt x="79940" y="63082"/>
                    <a:pt x="77028" y="50905"/>
                    <a:pt x="77028" y="46935"/>
                  </a:cubicBezTo>
                  <a:cubicBezTo>
                    <a:pt x="88676" y="26552"/>
                    <a:pt x="98205" y="14905"/>
                    <a:pt x="102970" y="14905"/>
                  </a:cubicBezTo>
                  <a:cubicBezTo>
                    <a:pt x="104558" y="14905"/>
                    <a:pt x="106676" y="15699"/>
                    <a:pt x="109323" y="17022"/>
                  </a:cubicBezTo>
                  <a:cubicBezTo>
                    <a:pt x="112500" y="18875"/>
                    <a:pt x="114353" y="19405"/>
                    <a:pt x="116470" y="19405"/>
                  </a:cubicBezTo>
                  <a:cubicBezTo>
                    <a:pt x="122029" y="19405"/>
                    <a:pt x="125735" y="15434"/>
                    <a:pt x="125735" y="9875"/>
                  </a:cubicBezTo>
                  <a:cubicBezTo>
                    <a:pt x="125735" y="4316"/>
                    <a:pt x="121235" y="81"/>
                    <a:pt x="114882" y="81"/>
                  </a:cubicBezTo>
                  <a:cubicBezTo>
                    <a:pt x="103235" y="81"/>
                    <a:pt x="93176" y="9610"/>
                    <a:pt x="74911" y="37935"/>
                  </a:cubicBezTo>
                  <a:lnTo>
                    <a:pt x="71999" y="23375"/>
                  </a:lnTo>
                  <a:cubicBezTo>
                    <a:pt x="68293" y="5375"/>
                    <a:pt x="65381" y="81"/>
                    <a:pt x="58234" y="81"/>
                  </a:cubicBezTo>
                  <a:cubicBezTo>
                    <a:pt x="52410" y="81"/>
                    <a:pt x="43410" y="2463"/>
                    <a:pt x="27263" y="7758"/>
                  </a:cubicBezTo>
                  <a:lnTo>
                    <a:pt x="24351" y="8816"/>
                  </a:lnTo>
                  <a:lnTo>
                    <a:pt x="25410" y="12787"/>
                  </a:lnTo>
                  <a:cubicBezTo>
                    <a:pt x="35469" y="10405"/>
                    <a:pt x="37851" y="9875"/>
                    <a:pt x="40234" y="9875"/>
                  </a:cubicBezTo>
                  <a:cubicBezTo>
                    <a:pt x="46851" y="9875"/>
                    <a:pt x="48440" y="12258"/>
                    <a:pt x="52146" y="28140"/>
                  </a:cubicBezTo>
                  <a:lnTo>
                    <a:pt x="59822" y="60700"/>
                  </a:lnTo>
                  <a:lnTo>
                    <a:pt x="38116" y="91671"/>
                  </a:lnTo>
                  <a:cubicBezTo>
                    <a:pt x="32822" y="99612"/>
                    <a:pt x="27527" y="104377"/>
                    <a:pt x="24616" y="104377"/>
                  </a:cubicBezTo>
                  <a:cubicBezTo>
                    <a:pt x="23027" y="104377"/>
                    <a:pt x="20380" y="103583"/>
                    <a:pt x="17733" y="101995"/>
                  </a:cubicBezTo>
                  <a:cubicBezTo>
                    <a:pt x="14292" y="100142"/>
                    <a:pt x="11380" y="99347"/>
                    <a:pt x="9262" y="99347"/>
                  </a:cubicBezTo>
                  <a:cubicBezTo>
                    <a:pt x="4233" y="99347"/>
                    <a:pt x="262" y="103318"/>
                    <a:pt x="262" y="108612"/>
                  </a:cubicBezTo>
                  <a:cubicBezTo>
                    <a:pt x="262" y="115495"/>
                    <a:pt x="5556" y="119730"/>
                    <a:pt x="13498" y="119730"/>
                  </a:cubicBezTo>
                  <a:cubicBezTo>
                    <a:pt x="21704" y="119730"/>
                    <a:pt x="24880" y="117348"/>
                    <a:pt x="38116" y="101200"/>
                  </a:cubicBezTo>
                  <a:cubicBezTo>
                    <a:pt x="45263" y="92730"/>
                    <a:pt x="50822" y="85582"/>
                    <a:pt x="61940" y="70229"/>
                  </a:cubicBezTo>
                  <a:lnTo>
                    <a:pt x="69881" y="101995"/>
                  </a:lnTo>
                  <a:cubicBezTo>
                    <a:pt x="73322" y="115495"/>
                    <a:pt x="76764" y="119730"/>
                    <a:pt x="85234" y="119730"/>
                  </a:cubicBezTo>
                  <a:cubicBezTo>
                    <a:pt x="95293" y="119730"/>
                    <a:pt x="102176" y="113377"/>
                    <a:pt x="117529" y="89553"/>
                  </a:cubicBezTo>
                  <a:lnTo>
                    <a:pt x="113823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04D9C2DB-5B68-6A06-C36A-E56D4C7E9D4E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9171595" y="5363546"/>
              <a:ext cx="87169" cy="132418"/>
            </a:xfrm>
            <a:custGeom>
              <a:avLst/>
              <a:gdLst>
                <a:gd name="connsiteX0" fmla="*/ 87435 w 87169"/>
                <a:gd name="connsiteY0" fmla="*/ 105666 h 132418"/>
                <a:gd name="connsiteX1" fmla="*/ 84888 w 87169"/>
                <a:gd name="connsiteY1" fmla="*/ 104687 h 132418"/>
                <a:gd name="connsiteX2" fmla="*/ 66279 w 87169"/>
                <a:gd name="connsiteY2" fmla="*/ 117615 h 132418"/>
                <a:gd name="connsiteX3" fmla="*/ 19462 w 87169"/>
                <a:gd name="connsiteY3" fmla="*/ 117615 h 132418"/>
                <a:gd name="connsiteX4" fmla="*/ 52371 w 87169"/>
                <a:gd name="connsiteY4" fmla="*/ 83139 h 132418"/>
                <a:gd name="connsiteX5" fmla="*/ 77444 w 87169"/>
                <a:gd name="connsiteY5" fmla="*/ 34756 h 132418"/>
                <a:gd name="connsiteX6" fmla="*/ 41206 w 87169"/>
                <a:gd name="connsiteY6" fmla="*/ 84 h 132418"/>
                <a:gd name="connsiteX7" fmla="*/ 12998 w 87169"/>
                <a:gd name="connsiteY7" fmla="*/ 12229 h 132418"/>
                <a:gd name="connsiteX8" fmla="*/ 461 w 87169"/>
                <a:gd name="connsiteY8" fmla="*/ 39065 h 132418"/>
                <a:gd name="connsiteX9" fmla="*/ 4575 w 87169"/>
                <a:gd name="connsiteY9" fmla="*/ 40045 h 132418"/>
                <a:gd name="connsiteX10" fmla="*/ 32978 w 87169"/>
                <a:gd name="connsiteY10" fmla="*/ 14579 h 132418"/>
                <a:gd name="connsiteX11" fmla="*/ 60598 w 87169"/>
                <a:gd name="connsiteY11" fmla="*/ 42199 h 132418"/>
                <a:gd name="connsiteX12" fmla="*/ 35133 w 87169"/>
                <a:gd name="connsiteY12" fmla="*/ 93130 h 132418"/>
                <a:gd name="connsiteX13" fmla="*/ 265 w 87169"/>
                <a:gd name="connsiteY13" fmla="*/ 130152 h 132418"/>
                <a:gd name="connsiteX14" fmla="*/ 265 w 87169"/>
                <a:gd name="connsiteY14" fmla="*/ 132503 h 132418"/>
                <a:gd name="connsiteX15" fmla="*/ 76661 w 87169"/>
                <a:gd name="connsiteY15" fmla="*/ 132503 h 132418"/>
                <a:gd name="connsiteX16" fmla="*/ 87435 w 87169"/>
                <a:gd name="connsiteY16" fmla="*/ 105666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435" y="105666"/>
                  </a:moveTo>
                  <a:lnTo>
                    <a:pt x="84888" y="104687"/>
                  </a:lnTo>
                  <a:cubicBezTo>
                    <a:pt x="77640" y="115852"/>
                    <a:pt x="75094" y="117615"/>
                    <a:pt x="66279" y="117615"/>
                  </a:cubicBezTo>
                  <a:lnTo>
                    <a:pt x="19462" y="117615"/>
                  </a:lnTo>
                  <a:lnTo>
                    <a:pt x="52371" y="83139"/>
                  </a:lnTo>
                  <a:cubicBezTo>
                    <a:pt x="69805" y="64922"/>
                    <a:pt x="77444" y="50035"/>
                    <a:pt x="77444" y="34756"/>
                  </a:cubicBezTo>
                  <a:cubicBezTo>
                    <a:pt x="77444" y="15167"/>
                    <a:pt x="61578" y="84"/>
                    <a:pt x="41206" y="84"/>
                  </a:cubicBezTo>
                  <a:cubicBezTo>
                    <a:pt x="30432" y="84"/>
                    <a:pt x="20246" y="4393"/>
                    <a:pt x="12998" y="12229"/>
                  </a:cubicBezTo>
                  <a:cubicBezTo>
                    <a:pt x="6730" y="18889"/>
                    <a:pt x="3791" y="25157"/>
                    <a:pt x="461" y="39065"/>
                  </a:cubicBezTo>
                  <a:lnTo>
                    <a:pt x="4575" y="40045"/>
                  </a:lnTo>
                  <a:cubicBezTo>
                    <a:pt x="12410" y="20848"/>
                    <a:pt x="19462" y="14579"/>
                    <a:pt x="32978" y="14579"/>
                  </a:cubicBezTo>
                  <a:cubicBezTo>
                    <a:pt x="49433" y="14579"/>
                    <a:pt x="60598" y="25745"/>
                    <a:pt x="60598" y="42199"/>
                  </a:cubicBezTo>
                  <a:cubicBezTo>
                    <a:pt x="60598" y="57478"/>
                    <a:pt x="51588" y="75696"/>
                    <a:pt x="35133" y="93130"/>
                  </a:cubicBezTo>
                  <a:lnTo>
                    <a:pt x="265" y="130152"/>
                  </a:lnTo>
                  <a:lnTo>
                    <a:pt x="265" y="132503"/>
                  </a:lnTo>
                  <a:lnTo>
                    <a:pt x="76661" y="132503"/>
                  </a:lnTo>
                  <a:lnTo>
                    <a:pt x="87435" y="10566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4F4A8A2A-1C8C-DF55-5E8A-FD8A23F1D035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9292403" y="5257294"/>
              <a:ext cx="61412" cy="264710"/>
            </a:xfrm>
            <a:custGeom>
              <a:avLst/>
              <a:gdLst>
                <a:gd name="connsiteX0" fmla="*/ 61684 w 61412"/>
                <a:gd name="connsiteY0" fmla="*/ 132436 h 264710"/>
                <a:gd name="connsiteX1" fmla="*/ 44213 w 61412"/>
                <a:gd name="connsiteY1" fmla="*/ 49846 h 264710"/>
                <a:gd name="connsiteX2" fmla="*/ 2918 w 61412"/>
                <a:gd name="connsiteY2" fmla="*/ 80 h 264710"/>
                <a:gd name="connsiteX3" fmla="*/ 271 w 61412"/>
                <a:gd name="connsiteY3" fmla="*/ 2728 h 264710"/>
                <a:gd name="connsiteX4" fmla="*/ 5300 w 61412"/>
                <a:gd name="connsiteY4" fmla="*/ 8816 h 264710"/>
                <a:gd name="connsiteX5" fmla="*/ 46331 w 61412"/>
                <a:gd name="connsiteY5" fmla="*/ 132436 h 264710"/>
                <a:gd name="connsiteX6" fmla="*/ 3712 w 61412"/>
                <a:gd name="connsiteY6" fmla="*/ 257644 h 264710"/>
                <a:gd name="connsiteX7" fmla="*/ 271 w 61412"/>
                <a:gd name="connsiteY7" fmla="*/ 262144 h 264710"/>
                <a:gd name="connsiteX8" fmla="*/ 2918 w 61412"/>
                <a:gd name="connsiteY8" fmla="*/ 264791 h 264710"/>
                <a:gd name="connsiteX9" fmla="*/ 45007 w 61412"/>
                <a:gd name="connsiteY9" fmla="*/ 213173 h 264710"/>
                <a:gd name="connsiteX10" fmla="*/ 61684 w 61412"/>
                <a:gd name="connsiteY10" fmla="*/ 132436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84" y="132436"/>
                  </a:moveTo>
                  <a:cubicBezTo>
                    <a:pt x="61684" y="111788"/>
                    <a:pt x="58772" y="79758"/>
                    <a:pt x="44213" y="49846"/>
                  </a:cubicBezTo>
                  <a:cubicBezTo>
                    <a:pt x="28330" y="17287"/>
                    <a:pt x="5565" y="80"/>
                    <a:pt x="2918" y="80"/>
                  </a:cubicBezTo>
                  <a:cubicBezTo>
                    <a:pt x="1330" y="80"/>
                    <a:pt x="271" y="1139"/>
                    <a:pt x="271" y="2728"/>
                  </a:cubicBezTo>
                  <a:cubicBezTo>
                    <a:pt x="271" y="3522"/>
                    <a:pt x="271" y="4051"/>
                    <a:pt x="5300" y="8816"/>
                  </a:cubicBezTo>
                  <a:cubicBezTo>
                    <a:pt x="31242" y="35022"/>
                    <a:pt x="46331" y="77111"/>
                    <a:pt x="46331" y="132436"/>
                  </a:cubicBezTo>
                  <a:cubicBezTo>
                    <a:pt x="46331" y="177702"/>
                    <a:pt x="36536" y="224291"/>
                    <a:pt x="3712" y="257644"/>
                  </a:cubicBezTo>
                  <a:cubicBezTo>
                    <a:pt x="271" y="260821"/>
                    <a:pt x="271" y="261350"/>
                    <a:pt x="271" y="262144"/>
                  </a:cubicBezTo>
                  <a:cubicBezTo>
                    <a:pt x="271" y="263733"/>
                    <a:pt x="1330" y="264791"/>
                    <a:pt x="2918" y="264791"/>
                  </a:cubicBezTo>
                  <a:cubicBezTo>
                    <a:pt x="5565" y="264791"/>
                    <a:pt x="29389" y="246791"/>
                    <a:pt x="45007" y="213173"/>
                  </a:cubicBezTo>
                  <a:cubicBezTo>
                    <a:pt x="58507" y="184055"/>
                    <a:pt x="61684" y="154672"/>
                    <a:pt x="61684" y="1324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25853DCC-AF50-8028-B07B-073DB61BFF11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7600073" y="5563967"/>
              <a:ext cx="1891130" cy="10625"/>
            </a:xfrm>
            <a:custGeom>
              <a:avLst/>
              <a:gdLst>
                <a:gd name="connsiteX0" fmla="*/ 0 w 1891130"/>
                <a:gd name="connsiteY0" fmla="*/ 0 h 10625"/>
                <a:gd name="connsiteX1" fmla="*/ 1891131 w 1891130"/>
                <a:gd name="connsiteY1" fmla="*/ 0 h 10625"/>
                <a:gd name="connsiteX2" fmla="*/ 1891131 w 1891130"/>
                <a:gd name="connsiteY2" fmla="*/ 10626 h 10625"/>
                <a:gd name="connsiteX3" fmla="*/ 0 w 1891130"/>
                <a:gd name="connsiteY3" fmla="*/ 10626 h 1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130" h="10625">
                  <a:moveTo>
                    <a:pt x="0" y="0"/>
                  </a:moveTo>
                  <a:lnTo>
                    <a:pt x="1891131" y="0"/>
                  </a:lnTo>
                  <a:lnTo>
                    <a:pt x="1891131" y="10626"/>
                  </a:lnTo>
                  <a:lnTo>
                    <a:pt x="0" y="1062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2213321A-E785-8C65-253B-CD9CC25B9E15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7626279" y="5619445"/>
              <a:ext cx="61412" cy="264710"/>
            </a:xfrm>
            <a:custGeom>
              <a:avLst/>
              <a:gdLst>
                <a:gd name="connsiteX0" fmla="*/ 61621 w 61412"/>
                <a:gd name="connsiteY0" fmla="*/ 262158 h 264710"/>
                <a:gd name="connsiteX1" fmla="*/ 57121 w 61412"/>
                <a:gd name="connsiteY1" fmla="*/ 256334 h 264710"/>
                <a:gd name="connsiteX2" fmla="*/ 15561 w 61412"/>
                <a:gd name="connsiteY2" fmla="*/ 132450 h 264710"/>
                <a:gd name="connsiteX3" fmla="*/ 58180 w 61412"/>
                <a:gd name="connsiteY3" fmla="*/ 7241 h 264710"/>
                <a:gd name="connsiteX4" fmla="*/ 61621 w 61412"/>
                <a:gd name="connsiteY4" fmla="*/ 2741 h 264710"/>
                <a:gd name="connsiteX5" fmla="*/ 58974 w 61412"/>
                <a:gd name="connsiteY5" fmla="*/ 94 h 264710"/>
                <a:gd name="connsiteX6" fmla="*/ 16885 w 61412"/>
                <a:gd name="connsiteY6" fmla="*/ 51713 h 264710"/>
                <a:gd name="connsiteX7" fmla="*/ 208 w 61412"/>
                <a:gd name="connsiteY7" fmla="*/ 132450 h 264710"/>
                <a:gd name="connsiteX8" fmla="*/ 17679 w 61412"/>
                <a:gd name="connsiteY8" fmla="*/ 215039 h 264710"/>
                <a:gd name="connsiteX9" fmla="*/ 58974 w 61412"/>
                <a:gd name="connsiteY9" fmla="*/ 264805 h 264710"/>
                <a:gd name="connsiteX10" fmla="*/ 61621 w 61412"/>
                <a:gd name="connsiteY10" fmla="*/ 262158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21" y="262158"/>
                  </a:moveTo>
                  <a:cubicBezTo>
                    <a:pt x="61621" y="261364"/>
                    <a:pt x="61621" y="260834"/>
                    <a:pt x="57121" y="256334"/>
                  </a:cubicBezTo>
                  <a:cubicBezTo>
                    <a:pt x="24032" y="222981"/>
                    <a:pt x="15561" y="172950"/>
                    <a:pt x="15561" y="132450"/>
                  </a:cubicBezTo>
                  <a:cubicBezTo>
                    <a:pt x="15561" y="86390"/>
                    <a:pt x="25620" y="40330"/>
                    <a:pt x="58180" y="7241"/>
                  </a:cubicBezTo>
                  <a:cubicBezTo>
                    <a:pt x="61621" y="4065"/>
                    <a:pt x="61621" y="3535"/>
                    <a:pt x="61621" y="2741"/>
                  </a:cubicBezTo>
                  <a:cubicBezTo>
                    <a:pt x="61621" y="888"/>
                    <a:pt x="60562" y="94"/>
                    <a:pt x="58974" y="94"/>
                  </a:cubicBezTo>
                  <a:cubicBezTo>
                    <a:pt x="56327" y="94"/>
                    <a:pt x="32503" y="18094"/>
                    <a:pt x="16885" y="51713"/>
                  </a:cubicBezTo>
                  <a:cubicBezTo>
                    <a:pt x="3385" y="80831"/>
                    <a:pt x="208" y="110214"/>
                    <a:pt x="208" y="132450"/>
                  </a:cubicBezTo>
                  <a:cubicBezTo>
                    <a:pt x="208" y="153097"/>
                    <a:pt x="3120" y="185127"/>
                    <a:pt x="17679" y="215039"/>
                  </a:cubicBezTo>
                  <a:cubicBezTo>
                    <a:pt x="33562" y="247599"/>
                    <a:pt x="56327" y="264805"/>
                    <a:pt x="58974" y="264805"/>
                  </a:cubicBezTo>
                  <a:cubicBezTo>
                    <a:pt x="60562" y="264805"/>
                    <a:pt x="61621" y="264011"/>
                    <a:pt x="61621" y="26215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0B5A61D7-0719-A918-6A63-4A82F81C100D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7696015" y="5701241"/>
              <a:ext cx="125472" cy="119649"/>
            </a:xfrm>
            <a:custGeom>
              <a:avLst/>
              <a:gdLst>
                <a:gd name="connsiteX0" fmla="*/ 113773 w 125472"/>
                <a:gd name="connsiteY0" fmla="*/ 87449 h 119649"/>
                <a:gd name="connsiteX1" fmla="*/ 107949 w 125472"/>
                <a:gd name="connsiteY1" fmla="*/ 94596 h 119649"/>
                <a:gd name="connsiteX2" fmla="*/ 95772 w 125472"/>
                <a:gd name="connsiteY2" fmla="*/ 105185 h 119649"/>
                <a:gd name="connsiteX3" fmla="*/ 87566 w 125472"/>
                <a:gd name="connsiteY3" fmla="*/ 94332 h 119649"/>
                <a:gd name="connsiteX4" fmla="*/ 86508 w 125472"/>
                <a:gd name="connsiteY4" fmla="*/ 89831 h 119649"/>
                <a:gd name="connsiteX5" fmla="*/ 76978 w 125472"/>
                <a:gd name="connsiteY5" fmla="*/ 46948 h 119649"/>
                <a:gd name="connsiteX6" fmla="*/ 102920 w 125472"/>
                <a:gd name="connsiteY6" fmla="*/ 14918 h 119649"/>
                <a:gd name="connsiteX7" fmla="*/ 109273 w 125472"/>
                <a:gd name="connsiteY7" fmla="*/ 17036 h 119649"/>
                <a:gd name="connsiteX8" fmla="*/ 116420 w 125472"/>
                <a:gd name="connsiteY8" fmla="*/ 19418 h 119649"/>
                <a:gd name="connsiteX9" fmla="*/ 125685 w 125472"/>
                <a:gd name="connsiteY9" fmla="*/ 9889 h 119649"/>
                <a:gd name="connsiteX10" fmla="*/ 114832 w 125472"/>
                <a:gd name="connsiteY10" fmla="*/ 94 h 119649"/>
                <a:gd name="connsiteX11" fmla="*/ 74860 w 125472"/>
                <a:gd name="connsiteY11" fmla="*/ 37948 h 119649"/>
                <a:gd name="connsiteX12" fmla="*/ 71948 w 125472"/>
                <a:gd name="connsiteY12" fmla="*/ 23389 h 119649"/>
                <a:gd name="connsiteX13" fmla="*/ 58183 w 125472"/>
                <a:gd name="connsiteY13" fmla="*/ 94 h 119649"/>
                <a:gd name="connsiteX14" fmla="*/ 27212 w 125472"/>
                <a:gd name="connsiteY14" fmla="*/ 7771 h 119649"/>
                <a:gd name="connsiteX15" fmla="*/ 24300 w 125472"/>
                <a:gd name="connsiteY15" fmla="*/ 8830 h 119649"/>
                <a:gd name="connsiteX16" fmla="*/ 25359 w 125472"/>
                <a:gd name="connsiteY16" fmla="*/ 12801 h 119649"/>
                <a:gd name="connsiteX17" fmla="*/ 40183 w 125472"/>
                <a:gd name="connsiteY17" fmla="*/ 9889 h 119649"/>
                <a:gd name="connsiteX18" fmla="*/ 52095 w 125472"/>
                <a:gd name="connsiteY18" fmla="*/ 28154 h 119649"/>
                <a:gd name="connsiteX19" fmla="*/ 59772 w 125472"/>
                <a:gd name="connsiteY19" fmla="*/ 60713 h 119649"/>
                <a:gd name="connsiteX20" fmla="*/ 38065 w 125472"/>
                <a:gd name="connsiteY20" fmla="*/ 91684 h 119649"/>
                <a:gd name="connsiteX21" fmla="*/ 24565 w 125472"/>
                <a:gd name="connsiteY21" fmla="*/ 104391 h 119649"/>
                <a:gd name="connsiteX22" fmla="*/ 17683 w 125472"/>
                <a:gd name="connsiteY22" fmla="*/ 102008 h 119649"/>
                <a:gd name="connsiteX23" fmla="*/ 9212 w 125472"/>
                <a:gd name="connsiteY23" fmla="*/ 99361 h 119649"/>
                <a:gd name="connsiteX24" fmla="*/ 212 w 125472"/>
                <a:gd name="connsiteY24" fmla="*/ 108626 h 119649"/>
                <a:gd name="connsiteX25" fmla="*/ 13447 w 125472"/>
                <a:gd name="connsiteY25" fmla="*/ 119744 h 119649"/>
                <a:gd name="connsiteX26" fmla="*/ 38065 w 125472"/>
                <a:gd name="connsiteY26" fmla="*/ 101214 h 119649"/>
                <a:gd name="connsiteX27" fmla="*/ 61889 w 125472"/>
                <a:gd name="connsiteY27" fmla="*/ 70243 h 119649"/>
                <a:gd name="connsiteX28" fmla="*/ 69831 w 125472"/>
                <a:gd name="connsiteY28" fmla="*/ 102008 h 119649"/>
                <a:gd name="connsiteX29" fmla="*/ 85184 w 125472"/>
                <a:gd name="connsiteY29" fmla="*/ 119744 h 119649"/>
                <a:gd name="connsiteX30" fmla="*/ 117479 w 125472"/>
                <a:gd name="connsiteY30" fmla="*/ 89567 h 119649"/>
                <a:gd name="connsiteX31" fmla="*/ 113773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73" y="87449"/>
                  </a:moveTo>
                  <a:cubicBezTo>
                    <a:pt x="111655" y="89831"/>
                    <a:pt x="110332" y="91420"/>
                    <a:pt x="107949" y="94596"/>
                  </a:cubicBezTo>
                  <a:cubicBezTo>
                    <a:pt x="101861" y="102538"/>
                    <a:pt x="98684" y="105185"/>
                    <a:pt x="95772" y="105185"/>
                  </a:cubicBezTo>
                  <a:cubicBezTo>
                    <a:pt x="91802" y="105185"/>
                    <a:pt x="89419" y="101743"/>
                    <a:pt x="87566" y="94332"/>
                  </a:cubicBezTo>
                  <a:cubicBezTo>
                    <a:pt x="87037" y="92214"/>
                    <a:pt x="86772" y="90626"/>
                    <a:pt x="86508" y="89831"/>
                  </a:cubicBezTo>
                  <a:cubicBezTo>
                    <a:pt x="79890" y="63096"/>
                    <a:pt x="76978" y="50919"/>
                    <a:pt x="76978" y="46948"/>
                  </a:cubicBezTo>
                  <a:cubicBezTo>
                    <a:pt x="88625" y="26566"/>
                    <a:pt x="98155" y="14918"/>
                    <a:pt x="102920" y="14918"/>
                  </a:cubicBezTo>
                  <a:cubicBezTo>
                    <a:pt x="104508" y="14918"/>
                    <a:pt x="106626" y="15712"/>
                    <a:pt x="109273" y="17036"/>
                  </a:cubicBezTo>
                  <a:cubicBezTo>
                    <a:pt x="112449" y="18889"/>
                    <a:pt x="114302" y="19418"/>
                    <a:pt x="116420" y="19418"/>
                  </a:cubicBezTo>
                  <a:cubicBezTo>
                    <a:pt x="121979" y="19418"/>
                    <a:pt x="125685" y="15448"/>
                    <a:pt x="125685" y="9889"/>
                  </a:cubicBezTo>
                  <a:cubicBezTo>
                    <a:pt x="125685" y="4330"/>
                    <a:pt x="121185" y="94"/>
                    <a:pt x="114832" y="94"/>
                  </a:cubicBezTo>
                  <a:cubicBezTo>
                    <a:pt x="103184" y="94"/>
                    <a:pt x="93125" y="9624"/>
                    <a:pt x="74860" y="37948"/>
                  </a:cubicBezTo>
                  <a:lnTo>
                    <a:pt x="71948" y="23389"/>
                  </a:lnTo>
                  <a:cubicBezTo>
                    <a:pt x="68242" y="5389"/>
                    <a:pt x="65331" y="94"/>
                    <a:pt x="58183" y="94"/>
                  </a:cubicBezTo>
                  <a:cubicBezTo>
                    <a:pt x="52360" y="94"/>
                    <a:pt x="43360" y="2477"/>
                    <a:pt x="27212" y="7771"/>
                  </a:cubicBezTo>
                  <a:lnTo>
                    <a:pt x="24300" y="8830"/>
                  </a:lnTo>
                  <a:lnTo>
                    <a:pt x="25359" y="12801"/>
                  </a:lnTo>
                  <a:cubicBezTo>
                    <a:pt x="35418" y="10418"/>
                    <a:pt x="37801" y="9889"/>
                    <a:pt x="40183" y="9889"/>
                  </a:cubicBezTo>
                  <a:cubicBezTo>
                    <a:pt x="46801" y="9889"/>
                    <a:pt x="48389" y="12271"/>
                    <a:pt x="52095" y="28154"/>
                  </a:cubicBezTo>
                  <a:lnTo>
                    <a:pt x="59772" y="60713"/>
                  </a:lnTo>
                  <a:lnTo>
                    <a:pt x="38065" y="91684"/>
                  </a:lnTo>
                  <a:cubicBezTo>
                    <a:pt x="32771" y="99626"/>
                    <a:pt x="27477" y="104391"/>
                    <a:pt x="24565" y="104391"/>
                  </a:cubicBezTo>
                  <a:cubicBezTo>
                    <a:pt x="22977" y="104391"/>
                    <a:pt x="20330" y="103596"/>
                    <a:pt x="17683" y="102008"/>
                  </a:cubicBezTo>
                  <a:cubicBezTo>
                    <a:pt x="14241" y="100155"/>
                    <a:pt x="11330" y="99361"/>
                    <a:pt x="9212" y="99361"/>
                  </a:cubicBezTo>
                  <a:cubicBezTo>
                    <a:pt x="4182" y="99361"/>
                    <a:pt x="212" y="103332"/>
                    <a:pt x="212" y="108626"/>
                  </a:cubicBezTo>
                  <a:cubicBezTo>
                    <a:pt x="212" y="115508"/>
                    <a:pt x="5506" y="119744"/>
                    <a:pt x="13447" y="119744"/>
                  </a:cubicBezTo>
                  <a:cubicBezTo>
                    <a:pt x="21653" y="119744"/>
                    <a:pt x="24830" y="117361"/>
                    <a:pt x="38065" y="101214"/>
                  </a:cubicBezTo>
                  <a:cubicBezTo>
                    <a:pt x="45213" y="92743"/>
                    <a:pt x="50772" y="85596"/>
                    <a:pt x="61889" y="70243"/>
                  </a:cubicBezTo>
                  <a:lnTo>
                    <a:pt x="69831" y="102008"/>
                  </a:lnTo>
                  <a:cubicBezTo>
                    <a:pt x="73272" y="115508"/>
                    <a:pt x="76713" y="119744"/>
                    <a:pt x="85184" y="119744"/>
                  </a:cubicBezTo>
                  <a:cubicBezTo>
                    <a:pt x="95243" y="119744"/>
                    <a:pt x="102125" y="113391"/>
                    <a:pt x="117479" y="89567"/>
                  </a:cubicBezTo>
                  <a:lnTo>
                    <a:pt x="113773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DCF701B8-0208-2CCE-6D99-4411B139042F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7842877" y="5725697"/>
              <a:ext cx="55435" cy="132418"/>
            </a:xfrm>
            <a:custGeom>
              <a:avLst/>
              <a:gdLst>
                <a:gd name="connsiteX0" fmla="*/ 35474 w 55435"/>
                <a:gd name="connsiteY0" fmla="*/ 97 h 132418"/>
                <a:gd name="connsiteX1" fmla="*/ 215 w 55435"/>
                <a:gd name="connsiteY1" fmla="*/ 17923 h 132418"/>
                <a:gd name="connsiteX2" fmla="*/ 215 w 55435"/>
                <a:gd name="connsiteY2" fmla="*/ 20665 h 132418"/>
                <a:gd name="connsiteX3" fmla="*/ 5504 w 55435"/>
                <a:gd name="connsiteY3" fmla="*/ 18511 h 132418"/>
                <a:gd name="connsiteX4" fmla="*/ 14319 w 55435"/>
                <a:gd name="connsiteY4" fmla="*/ 16356 h 132418"/>
                <a:gd name="connsiteX5" fmla="*/ 20195 w 55435"/>
                <a:gd name="connsiteY5" fmla="*/ 25563 h 132418"/>
                <a:gd name="connsiteX6" fmla="*/ 20195 w 55435"/>
                <a:gd name="connsiteY6" fmla="*/ 114299 h 132418"/>
                <a:gd name="connsiteX7" fmla="*/ 15494 w 55435"/>
                <a:gd name="connsiteY7" fmla="*/ 127031 h 132418"/>
                <a:gd name="connsiteX8" fmla="*/ 1586 w 55435"/>
                <a:gd name="connsiteY8" fmla="*/ 129578 h 132418"/>
                <a:gd name="connsiteX9" fmla="*/ 1586 w 55435"/>
                <a:gd name="connsiteY9" fmla="*/ 132516 h 132418"/>
                <a:gd name="connsiteX10" fmla="*/ 55651 w 55435"/>
                <a:gd name="connsiteY10" fmla="*/ 132516 h 132418"/>
                <a:gd name="connsiteX11" fmla="*/ 55651 w 55435"/>
                <a:gd name="connsiteY11" fmla="*/ 129578 h 132418"/>
                <a:gd name="connsiteX12" fmla="*/ 37042 w 55435"/>
                <a:gd name="connsiteY12" fmla="*/ 118021 h 132418"/>
                <a:gd name="connsiteX13" fmla="*/ 37042 w 55435"/>
                <a:gd name="connsiteY13" fmla="*/ 489 h 132418"/>
                <a:gd name="connsiteX14" fmla="*/ 35474 w 55435"/>
                <a:gd name="connsiteY14" fmla="*/ 97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474" y="97"/>
                  </a:moveTo>
                  <a:lnTo>
                    <a:pt x="215" y="17923"/>
                  </a:lnTo>
                  <a:lnTo>
                    <a:pt x="215" y="20665"/>
                  </a:lnTo>
                  <a:cubicBezTo>
                    <a:pt x="2566" y="19686"/>
                    <a:pt x="4720" y="18902"/>
                    <a:pt x="5504" y="18511"/>
                  </a:cubicBezTo>
                  <a:cubicBezTo>
                    <a:pt x="9030" y="17139"/>
                    <a:pt x="12360" y="16356"/>
                    <a:pt x="14319" y="16356"/>
                  </a:cubicBezTo>
                  <a:cubicBezTo>
                    <a:pt x="18432" y="16356"/>
                    <a:pt x="20195" y="19294"/>
                    <a:pt x="20195" y="25563"/>
                  </a:cubicBezTo>
                  <a:lnTo>
                    <a:pt x="20195" y="114299"/>
                  </a:lnTo>
                  <a:cubicBezTo>
                    <a:pt x="20195" y="120763"/>
                    <a:pt x="18628" y="125268"/>
                    <a:pt x="15494" y="127031"/>
                  </a:cubicBezTo>
                  <a:cubicBezTo>
                    <a:pt x="12556" y="128794"/>
                    <a:pt x="9813" y="129382"/>
                    <a:pt x="1586" y="129578"/>
                  </a:cubicBezTo>
                  <a:lnTo>
                    <a:pt x="1586" y="132516"/>
                  </a:lnTo>
                  <a:lnTo>
                    <a:pt x="55651" y="132516"/>
                  </a:lnTo>
                  <a:lnTo>
                    <a:pt x="55651" y="129578"/>
                  </a:lnTo>
                  <a:cubicBezTo>
                    <a:pt x="40176" y="129382"/>
                    <a:pt x="37042" y="127423"/>
                    <a:pt x="37042" y="118021"/>
                  </a:cubicBezTo>
                  <a:lnTo>
                    <a:pt x="37042" y="489"/>
                  </a:lnTo>
                  <a:lnTo>
                    <a:pt x="35474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AC3E5F9D-19C7-9328-03ED-BFF246138035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7991602" y="5746506"/>
              <a:ext cx="161738" cy="10588"/>
            </a:xfrm>
            <a:custGeom>
              <a:avLst/>
              <a:gdLst>
                <a:gd name="connsiteX0" fmla="*/ 152695 w 161738"/>
                <a:gd name="connsiteY0" fmla="*/ 10683 h 10588"/>
                <a:gd name="connsiteX1" fmla="*/ 161960 w 161738"/>
                <a:gd name="connsiteY1" fmla="*/ 5389 h 10588"/>
                <a:gd name="connsiteX2" fmla="*/ 152695 w 161738"/>
                <a:gd name="connsiteY2" fmla="*/ 95 h 10588"/>
                <a:gd name="connsiteX3" fmla="*/ 9486 w 161738"/>
                <a:gd name="connsiteY3" fmla="*/ 95 h 10588"/>
                <a:gd name="connsiteX4" fmla="*/ 221 w 161738"/>
                <a:gd name="connsiteY4" fmla="*/ 5389 h 10588"/>
                <a:gd name="connsiteX5" fmla="*/ 9486 w 161738"/>
                <a:gd name="connsiteY5" fmla="*/ 10683 h 10588"/>
                <a:gd name="connsiteX6" fmla="*/ 152695 w 161738"/>
                <a:gd name="connsiteY6" fmla="*/ 10683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695" y="10683"/>
                  </a:moveTo>
                  <a:cubicBezTo>
                    <a:pt x="157195" y="10683"/>
                    <a:pt x="161960" y="10683"/>
                    <a:pt x="161960" y="5389"/>
                  </a:cubicBezTo>
                  <a:cubicBezTo>
                    <a:pt x="161960" y="95"/>
                    <a:pt x="157195" y="95"/>
                    <a:pt x="152695" y="95"/>
                  </a:cubicBezTo>
                  <a:lnTo>
                    <a:pt x="9486" y="95"/>
                  </a:lnTo>
                  <a:cubicBezTo>
                    <a:pt x="4986" y="95"/>
                    <a:pt x="221" y="95"/>
                    <a:pt x="221" y="5389"/>
                  </a:cubicBezTo>
                  <a:cubicBezTo>
                    <a:pt x="221" y="10683"/>
                    <a:pt x="4986" y="10683"/>
                    <a:pt x="9486" y="10683"/>
                  </a:cubicBezTo>
                  <a:lnTo>
                    <a:pt x="152695" y="1068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9C51B867-00D4-22D7-D87C-54EAAE9A94A8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8205836" y="5701241"/>
              <a:ext cx="125472" cy="119649"/>
            </a:xfrm>
            <a:custGeom>
              <a:avLst/>
              <a:gdLst>
                <a:gd name="connsiteX0" fmla="*/ 113792 w 125472"/>
                <a:gd name="connsiteY0" fmla="*/ 87449 h 119649"/>
                <a:gd name="connsiteX1" fmla="*/ 107968 w 125472"/>
                <a:gd name="connsiteY1" fmla="*/ 94596 h 119649"/>
                <a:gd name="connsiteX2" fmla="*/ 95792 w 125472"/>
                <a:gd name="connsiteY2" fmla="*/ 105185 h 119649"/>
                <a:gd name="connsiteX3" fmla="*/ 87586 w 125472"/>
                <a:gd name="connsiteY3" fmla="*/ 94332 h 119649"/>
                <a:gd name="connsiteX4" fmla="*/ 86527 w 125472"/>
                <a:gd name="connsiteY4" fmla="*/ 89831 h 119649"/>
                <a:gd name="connsiteX5" fmla="*/ 76997 w 125472"/>
                <a:gd name="connsiteY5" fmla="*/ 46948 h 119649"/>
                <a:gd name="connsiteX6" fmla="*/ 102939 w 125472"/>
                <a:gd name="connsiteY6" fmla="*/ 14918 h 119649"/>
                <a:gd name="connsiteX7" fmla="*/ 109292 w 125472"/>
                <a:gd name="connsiteY7" fmla="*/ 17036 h 119649"/>
                <a:gd name="connsiteX8" fmla="*/ 116439 w 125472"/>
                <a:gd name="connsiteY8" fmla="*/ 19418 h 119649"/>
                <a:gd name="connsiteX9" fmla="*/ 125704 w 125472"/>
                <a:gd name="connsiteY9" fmla="*/ 9889 h 119649"/>
                <a:gd name="connsiteX10" fmla="*/ 114851 w 125472"/>
                <a:gd name="connsiteY10" fmla="*/ 94 h 119649"/>
                <a:gd name="connsiteX11" fmla="*/ 74879 w 125472"/>
                <a:gd name="connsiteY11" fmla="*/ 37948 h 119649"/>
                <a:gd name="connsiteX12" fmla="*/ 71968 w 125472"/>
                <a:gd name="connsiteY12" fmla="*/ 23389 h 119649"/>
                <a:gd name="connsiteX13" fmla="*/ 58203 w 125472"/>
                <a:gd name="connsiteY13" fmla="*/ 94 h 119649"/>
                <a:gd name="connsiteX14" fmla="*/ 27231 w 125472"/>
                <a:gd name="connsiteY14" fmla="*/ 7771 h 119649"/>
                <a:gd name="connsiteX15" fmla="*/ 24320 w 125472"/>
                <a:gd name="connsiteY15" fmla="*/ 8830 h 119649"/>
                <a:gd name="connsiteX16" fmla="*/ 25378 w 125472"/>
                <a:gd name="connsiteY16" fmla="*/ 12801 h 119649"/>
                <a:gd name="connsiteX17" fmla="*/ 40202 w 125472"/>
                <a:gd name="connsiteY17" fmla="*/ 9889 h 119649"/>
                <a:gd name="connsiteX18" fmla="*/ 52114 w 125472"/>
                <a:gd name="connsiteY18" fmla="*/ 28154 h 119649"/>
                <a:gd name="connsiteX19" fmla="*/ 59791 w 125472"/>
                <a:gd name="connsiteY19" fmla="*/ 60713 h 119649"/>
                <a:gd name="connsiteX20" fmla="*/ 38085 w 125472"/>
                <a:gd name="connsiteY20" fmla="*/ 91684 h 119649"/>
                <a:gd name="connsiteX21" fmla="*/ 24584 w 125472"/>
                <a:gd name="connsiteY21" fmla="*/ 104391 h 119649"/>
                <a:gd name="connsiteX22" fmla="*/ 17702 w 125472"/>
                <a:gd name="connsiteY22" fmla="*/ 102008 h 119649"/>
                <a:gd name="connsiteX23" fmla="*/ 9231 w 125472"/>
                <a:gd name="connsiteY23" fmla="*/ 99361 h 119649"/>
                <a:gd name="connsiteX24" fmla="*/ 231 w 125472"/>
                <a:gd name="connsiteY24" fmla="*/ 108626 h 119649"/>
                <a:gd name="connsiteX25" fmla="*/ 13466 w 125472"/>
                <a:gd name="connsiteY25" fmla="*/ 119744 h 119649"/>
                <a:gd name="connsiteX26" fmla="*/ 38085 w 125472"/>
                <a:gd name="connsiteY26" fmla="*/ 101214 h 119649"/>
                <a:gd name="connsiteX27" fmla="*/ 61909 w 125472"/>
                <a:gd name="connsiteY27" fmla="*/ 70243 h 119649"/>
                <a:gd name="connsiteX28" fmla="*/ 69850 w 125472"/>
                <a:gd name="connsiteY28" fmla="*/ 102008 h 119649"/>
                <a:gd name="connsiteX29" fmla="*/ 85203 w 125472"/>
                <a:gd name="connsiteY29" fmla="*/ 119744 h 119649"/>
                <a:gd name="connsiteX30" fmla="*/ 117498 w 125472"/>
                <a:gd name="connsiteY30" fmla="*/ 89567 h 119649"/>
                <a:gd name="connsiteX31" fmla="*/ 113792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792" y="87449"/>
                  </a:moveTo>
                  <a:cubicBezTo>
                    <a:pt x="111674" y="89831"/>
                    <a:pt x="110351" y="91420"/>
                    <a:pt x="107968" y="94596"/>
                  </a:cubicBezTo>
                  <a:cubicBezTo>
                    <a:pt x="101880" y="102538"/>
                    <a:pt x="98703" y="105185"/>
                    <a:pt x="95792" y="105185"/>
                  </a:cubicBezTo>
                  <a:cubicBezTo>
                    <a:pt x="91821" y="105185"/>
                    <a:pt x="89438" y="101743"/>
                    <a:pt x="87586" y="94332"/>
                  </a:cubicBezTo>
                  <a:cubicBezTo>
                    <a:pt x="87056" y="92214"/>
                    <a:pt x="86791" y="90626"/>
                    <a:pt x="86527" y="89831"/>
                  </a:cubicBezTo>
                  <a:cubicBezTo>
                    <a:pt x="79909" y="63096"/>
                    <a:pt x="76997" y="50919"/>
                    <a:pt x="76997" y="46948"/>
                  </a:cubicBezTo>
                  <a:cubicBezTo>
                    <a:pt x="88644" y="26566"/>
                    <a:pt x="98174" y="14918"/>
                    <a:pt x="102939" y="14918"/>
                  </a:cubicBezTo>
                  <a:cubicBezTo>
                    <a:pt x="104527" y="14918"/>
                    <a:pt x="106645" y="15712"/>
                    <a:pt x="109292" y="17036"/>
                  </a:cubicBezTo>
                  <a:cubicBezTo>
                    <a:pt x="112468" y="18889"/>
                    <a:pt x="114321" y="19418"/>
                    <a:pt x="116439" y="19418"/>
                  </a:cubicBezTo>
                  <a:cubicBezTo>
                    <a:pt x="121998" y="19418"/>
                    <a:pt x="125704" y="15448"/>
                    <a:pt x="125704" y="9889"/>
                  </a:cubicBezTo>
                  <a:cubicBezTo>
                    <a:pt x="125704" y="4330"/>
                    <a:pt x="121204" y="94"/>
                    <a:pt x="114851" y="94"/>
                  </a:cubicBezTo>
                  <a:cubicBezTo>
                    <a:pt x="103203" y="94"/>
                    <a:pt x="93144" y="9624"/>
                    <a:pt x="74879" y="37948"/>
                  </a:cubicBezTo>
                  <a:lnTo>
                    <a:pt x="71968" y="23389"/>
                  </a:lnTo>
                  <a:cubicBezTo>
                    <a:pt x="68262" y="5389"/>
                    <a:pt x="65350" y="94"/>
                    <a:pt x="58203" y="94"/>
                  </a:cubicBezTo>
                  <a:cubicBezTo>
                    <a:pt x="52379" y="94"/>
                    <a:pt x="43379" y="2477"/>
                    <a:pt x="27231" y="7771"/>
                  </a:cubicBezTo>
                  <a:lnTo>
                    <a:pt x="24320" y="8830"/>
                  </a:lnTo>
                  <a:lnTo>
                    <a:pt x="25378" y="12801"/>
                  </a:lnTo>
                  <a:cubicBezTo>
                    <a:pt x="35437" y="10418"/>
                    <a:pt x="37820" y="9889"/>
                    <a:pt x="40202" y="9889"/>
                  </a:cubicBezTo>
                  <a:cubicBezTo>
                    <a:pt x="46820" y="9889"/>
                    <a:pt x="48408" y="12271"/>
                    <a:pt x="52114" y="28154"/>
                  </a:cubicBezTo>
                  <a:lnTo>
                    <a:pt x="59791" y="60713"/>
                  </a:lnTo>
                  <a:lnTo>
                    <a:pt x="38085" y="91684"/>
                  </a:lnTo>
                  <a:cubicBezTo>
                    <a:pt x="32790" y="99626"/>
                    <a:pt x="27496" y="104391"/>
                    <a:pt x="24584" y="104391"/>
                  </a:cubicBezTo>
                  <a:cubicBezTo>
                    <a:pt x="22996" y="104391"/>
                    <a:pt x="20349" y="103596"/>
                    <a:pt x="17702" y="102008"/>
                  </a:cubicBezTo>
                  <a:cubicBezTo>
                    <a:pt x="14261" y="100155"/>
                    <a:pt x="11349" y="99361"/>
                    <a:pt x="9231" y="99361"/>
                  </a:cubicBezTo>
                  <a:cubicBezTo>
                    <a:pt x="4202" y="99361"/>
                    <a:pt x="231" y="103332"/>
                    <a:pt x="231" y="108626"/>
                  </a:cubicBezTo>
                  <a:cubicBezTo>
                    <a:pt x="231" y="115508"/>
                    <a:pt x="5525" y="119744"/>
                    <a:pt x="13466" y="119744"/>
                  </a:cubicBezTo>
                  <a:cubicBezTo>
                    <a:pt x="21672" y="119744"/>
                    <a:pt x="24849" y="117361"/>
                    <a:pt x="38085" y="101214"/>
                  </a:cubicBezTo>
                  <a:cubicBezTo>
                    <a:pt x="45232" y="92743"/>
                    <a:pt x="50791" y="85596"/>
                    <a:pt x="61909" y="70243"/>
                  </a:cubicBezTo>
                  <a:lnTo>
                    <a:pt x="69850" y="102008"/>
                  </a:lnTo>
                  <a:cubicBezTo>
                    <a:pt x="73291" y="115508"/>
                    <a:pt x="76732" y="119744"/>
                    <a:pt x="85203" y="119744"/>
                  </a:cubicBezTo>
                  <a:cubicBezTo>
                    <a:pt x="95262" y="119744"/>
                    <a:pt x="102145" y="113391"/>
                    <a:pt x="117498" y="89567"/>
                  </a:cubicBezTo>
                  <a:lnTo>
                    <a:pt x="113792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11266BC0-7E61-EAA7-D23D-353AF366C33D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8335655" y="5725697"/>
              <a:ext cx="88540" cy="135161"/>
            </a:xfrm>
            <a:custGeom>
              <a:avLst/>
              <a:gdLst>
                <a:gd name="connsiteX0" fmla="*/ 45288 w 88540"/>
                <a:gd name="connsiteY0" fmla="*/ 97 h 135161"/>
                <a:gd name="connsiteX1" fmla="*/ 19039 w 88540"/>
                <a:gd name="connsiteY1" fmla="*/ 10283 h 135161"/>
                <a:gd name="connsiteX2" fmla="*/ 234 w 88540"/>
                <a:gd name="connsiteY2" fmla="*/ 66699 h 135161"/>
                <a:gd name="connsiteX3" fmla="*/ 15905 w 88540"/>
                <a:gd name="connsiteY3" fmla="*/ 121938 h 135161"/>
                <a:gd name="connsiteX4" fmla="*/ 44504 w 88540"/>
                <a:gd name="connsiteY4" fmla="*/ 135259 h 135161"/>
                <a:gd name="connsiteX5" fmla="*/ 69970 w 88540"/>
                <a:gd name="connsiteY5" fmla="*/ 125073 h 135161"/>
                <a:gd name="connsiteX6" fmla="*/ 88775 w 88540"/>
                <a:gd name="connsiteY6" fmla="*/ 67874 h 135161"/>
                <a:gd name="connsiteX7" fmla="*/ 45288 w 88540"/>
                <a:gd name="connsiteY7" fmla="*/ 97 h 135161"/>
                <a:gd name="connsiteX8" fmla="*/ 44700 w 88540"/>
                <a:gd name="connsiteY8" fmla="*/ 5190 h 135161"/>
                <a:gd name="connsiteX9" fmla="*/ 69970 w 88540"/>
                <a:gd name="connsiteY9" fmla="*/ 68266 h 135161"/>
                <a:gd name="connsiteX10" fmla="*/ 44504 w 88540"/>
                <a:gd name="connsiteY10" fmla="*/ 130166 h 135161"/>
                <a:gd name="connsiteX11" fmla="*/ 19039 w 88540"/>
                <a:gd name="connsiteY11" fmla="*/ 68462 h 135161"/>
                <a:gd name="connsiteX12" fmla="*/ 44700 w 88540"/>
                <a:gd name="connsiteY12" fmla="*/ 5190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288" y="97"/>
                  </a:moveTo>
                  <a:cubicBezTo>
                    <a:pt x="34514" y="97"/>
                    <a:pt x="26287" y="3427"/>
                    <a:pt x="19039" y="10283"/>
                  </a:cubicBezTo>
                  <a:cubicBezTo>
                    <a:pt x="7678" y="21253"/>
                    <a:pt x="234" y="43780"/>
                    <a:pt x="234" y="66699"/>
                  </a:cubicBezTo>
                  <a:cubicBezTo>
                    <a:pt x="234" y="88050"/>
                    <a:pt x="6698" y="110969"/>
                    <a:pt x="15905" y="121938"/>
                  </a:cubicBezTo>
                  <a:cubicBezTo>
                    <a:pt x="23153" y="130557"/>
                    <a:pt x="33143" y="135259"/>
                    <a:pt x="44504" y="135259"/>
                  </a:cubicBezTo>
                  <a:cubicBezTo>
                    <a:pt x="54495" y="135259"/>
                    <a:pt x="62918" y="131929"/>
                    <a:pt x="69970" y="125073"/>
                  </a:cubicBezTo>
                  <a:cubicBezTo>
                    <a:pt x="81331" y="114299"/>
                    <a:pt x="88775" y="91576"/>
                    <a:pt x="88775" y="67874"/>
                  </a:cubicBezTo>
                  <a:cubicBezTo>
                    <a:pt x="88775" y="27717"/>
                    <a:pt x="70949" y="97"/>
                    <a:pt x="45288" y="97"/>
                  </a:cubicBezTo>
                  <a:close/>
                  <a:moveTo>
                    <a:pt x="44700" y="5190"/>
                  </a:moveTo>
                  <a:cubicBezTo>
                    <a:pt x="61155" y="5190"/>
                    <a:pt x="69970" y="27326"/>
                    <a:pt x="69970" y="68266"/>
                  </a:cubicBezTo>
                  <a:cubicBezTo>
                    <a:pt x="69970" y="109206"/>
                    <a:pt x="61351" y="130166"/>
                    <a:pt x="44504" y="130166"/>
                  </a:cubicBezTo>
                  <a:cubicBezTo>
                    <a:pt x="27658" y="130166"/>
                    <a:pt x="19039" y="109206"/>
                    <a:pt x="19039" y="68462"/>
                  </a:cubicBezTo>
                  <a:cubicBezTo>
                    <a:pt x="19039" y="26934"/>
                    <a:pt x="27854" y="5190"/>
                    <a:pt x="44700" y="519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E890C55-9287-40D1-4ACC-C3707B239158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8457638" y="5619445"/>
              <a:ext cx="61412" cy="264710"/>
            </a:xfrm>
            <a:custGeom>
              <a:avLst/>
              <a:gdLst>
                <a:gd name="connsiteX0" fmla="*/ 61653 w 61412"/>
                <a:gd name="connsiteY0" fmla="*/ 132450 h 264710"/>
                <a:gd name="connsiteX1" fmla="*/ 44182 w 61412"/>
                <a:gd name="connsiteY1" fmla="*/ 49860 h 264710"/>
                <a:gd name="connsiteX2" fmla="*/ 2887 w 61412"/>
                <a:gd name="connsiteY2" fmla="*/ 94 h 264710"/>
                <a:gd name="connsiteX3" fmla="*/ 240 w 61412"/>
                <a:gd name="connsiteY3" fmla="*/ 2741 h 264710"/>
                <a:gd name="connsiteX4" fmla="*/ 5269 w 61412"/>
                <a:gd name="connsiteY4" fmla="*/ 8829 h 264710"/>
                <a:gd name="connsiteX5" fmla="*/ 46299 w 61412"/>
                <a:gd name="connsiteY5" fmla="*/ 132450 h 264710"/>
                <a:gd name="connsiteX6" fmla="*/ 3681 w 61412"/>
                <a:gd name="connsiteY6" fmla="*/ 257658 h 264710"/>
                <a:gd name="connsiteX7" fmla="*/ 240 w 61412"/>
                <a:gd name="connsiteY7" fmla="*/ 262158 h 264710"/>
                <a:gd name="connsiteX8" fmla="*/ 2887 w 61412"/>
                <a:gd name="connsiteY8" fmla="*/ 264805 h 264710"/>
                <a:gd name="connsiteX9" fmla="*/ 44976 w 61412"/>
                <a:gd name="connsiteY9" fmla="*/ 213186 h 264710"/>
                <a:gd name="connsiteX10" fmla="*/ 61653 w 61412"/>
                <a:gd name="connsiteY10" fmla="*/ 132450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53" y="132450"/>
                  </a:moveTo>
                  <a:cubicBezTo>
                    <a:pt x="61653" y="111802"/>
                    <a:pt x="58741" y="79772"/>
                    <a:pt x="44182" y="49860"/>
                  </a:cubicBezTo>
                  <a:cubicBezTo>
                    <a:pt x="28299" y="17300"/>
                    <a:pt x="5534" y="94"/>
                    <a:pt x="2887" y="94"/>
                  </a:cubicBezTo>
                  <a:cubicBezTo>
                    <a:pt x="1299" y="94"/>
                    <a:pt x="240" y="1153"/>
                    <a:pt x="240" y="2741"/>
                  </a:cubicBezTo>
                  <a:cubicBezTo>
                    <a:pt x="240" y="3535"/>
                    <a:pt x="240" y="4065"/>
                    <a:pt x="5269" y="8829"/>
                  </a:cubicBezTo>
                  <a:cubicBezTo>
                    <a:pt x="31211" y="35036"/>
                    <a:pt x="46299" y="77125"/>
                    <a:pt x="46299" y="132450"/>
                  </a:cubicBezTo>
                  <a:cubicBezTo>
                    <a:pt x="46299" y="177715"/>
                    <a:pt x="36505" y="224304"/>
                    <a:pt x="3681" y="257658"/>
                  </a:cubicBezTo>
                  <a:cubicBezTo>
                    <a:pt x="240" y="260834"/>
                    <a:pt x="240" y="261364"/>
                    <a:pt x="240" y="262158"/>
                  </a:cubicBezTo>
                  <a:cubicBezTo>
                    <a:pt x="240" y="263746"/>
                    <a:pt x="1299" y="264805"/>
                    <a:pt x="2887" y="264805"/>
                  </a:cubicBezTo>
                  <a:cubicBezTo>
                    <a:pt x="5534" y="264805"/>
                    <a:pt x="29358" y="246805"/>
                    <a:pt x="44976" y="213186"/>
                  </a:cubicBezTo>
                  <a:cubicBezTo>
                    <a:pt x="58476" y="184068"/>
                    <a:pt x="61653" y="154685"/>
                    <a:pt x="61653" y="13245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4C7461DC-86A0-B0BE-4024-29D4197A6E33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8571845" y="5619445"/>
              <a:ext cx="61412" cy="264710"/>
            </a:xfrm>
            <a:custGeom>
              <a:avLst/>
              <a:gdLst>
                <a:gd name="connsiteX0" fmla="*/ 61657 w 61412"/>
                <a:gd name="connsiteY0" fmla="*/ 262158 h 264710"/>
                <a:gd name="connsiteX1" fmla="*/ 57157 w 61412"/>
                <a:gd name="connsiteY1" fmla="*/ 256334 h 264710"/>
                <a:gd name="connsiteX2" fmla="*/ 15597 w 61412"/>
                <a:gd name="connsiteY2" fmla="*/ 132450 h 264710"/>
                <a:gd name="connsiteX3" fmla="*/ 58215 w 61412"/>
                <a:gd name="connsiteY3" fmla="*/ 7241 h 264710"/>
                <a:gd name="connsiteX4" fmla="*/ 61657 w 61412"/>
                <a:gd name="connsiteY4" fmla="*/ 2741 h 264710"/>
                <a:gd name="connsiteX5" fmla="*/ 59010 w 61412"/>
                <a:gd name="connsiteY5" fmla="*/ 94 h 264710"/>
                <a:gd name="connsiteX6" fmla="*/ 16920 w 61412"/>
                <a:gd name="connsiteY6" fmla="*/ 51713 h 264710"/>
                <a:gd name="connsiteX7" fmla="*/ 244 w 61412"/>
                <a:gd name="connsiteY7" fmla="*/ 132450 h 264710"/>
                <a:gd name="connsiteX8" fmla="*/ 17715 w 61412"/>
                <a:gd name="connsiteY8" fmla="*/ 215039 h 264710"/>
                <a:gd name="connsiteX9" fmla="*/ 59010 w 61412"/>
                <a:gd name="connsiteY9" fmla="*/ 264805 h 264710"/>
                <a:gd name="connsiteX10" fmla="*/ 61657 w 61412"/>
                <a:gd name="connsiteY10" fmla="*/ 262158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57" y="262158"/>
                  </a:moveTo>
                  <a:cubicBezTo>
                    <a:pt x="61657" y="261364"/>
                    <a:pt x="61657" y="260834"/>
                    <a:pt x="57157" y="256334"/>
                  </a:cubicBezTo>
                  <a:cubicBezTo>
                    <a:pt x="24068" y="222981"/>
                    <a:pt x="15597" y="172950"/>
                    <a:pt x="15597" y="132450"/>
                  </a:cubicBezTo>
                  <a:cubicBezTo>
                    <a:pt x="15597" y="86390"/>
                    <a:pt x="25656" y="40330"/>
                    <a:pt x="58215" y="7241"/>
                  </a:cubicBezTo>
                  <a:cubicBezTo>
                    <a:pt x="61657" y="4065"/>
                    <a:pt x="61657" y="3535"/>
                    <a:pt x="61657" y="2741"/>
                  </a:cubicBezTo>
                  <a:cubicBezTo>
                    <a:pt x="61657" y="888"/>
                    <a:pt x="60598" y="94"/>
                    <a:pt x="59010" y="94"/>
                  </a:cubicBezTo>
                  <a:cubicBezTo>
                    <a:pt x="56362" y="94"/>
                    <a:pt x="32538" y="18094"/>
                    <a:pt x="16920" y="51713"/>
                  </a:cubicBezTo>
                  <a:cubicBezTo>
                    <a:pt x="3420" y="80831"/>
                    <a:pt x="244" y="110214"/>
                    <a:pt x="244" y="132450"/>
                  </a:cubicBezTo>
                  <a:cubicBezTo>
                    <a:pt x="244" y="153097"/>
                    <a:pt x="3156" y="185127"/>
                    <a:pt x="17715" y="215039"/>
                  </a:cubicBezTo>
                  <a:cubicBezTo>
                    <a:pt x="33597" y="247599"/>
                    <a:pt x="56362" y="264805"/>
                    <a:pt x="59010" y="264805"/>
                  </a:cubicBezTo>
                  <a:cubicBezTo>
                    <a:pt x="60598" y="264805"/>
                    <a:pt x="61657" y="264011"/>
                    <a:pt x="61657" y="26215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AC31F1-A0C6-468C-DF58-F55827899E83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8641582" y="5701241"/>
              <a:ext cx="125472" cy="119649"/>
            </a:xfrm>
            <a:custGeom>
              <a:avLst/>
              <a:gdLst>
                <a:gd name="connsiteX0" fmla="*/ 113808 w 125472"/>
                <a:gd name="connsiteY0" fmla="*/ 87449 h 119649"/>
                <a:gd name="connsiteX1" fmla="*/ 107985 w 125472"/>
                <a:gd name="connsiteY1" fmla="*/ 94596 h 119649"/>
                <a:gd name="connsiteX2" fmla="*/ 95808 w 125472"/>
                <a:gd name="connsiteY2" fmla="*/ 105185 h 119649"/>
                <a:gd name="connsiteX3" fmla="*/ 87602 w 125472"/>
                <a:gd name="connsiteY3" fmla="*/ 94332 h 119649"/>
                <a:gd name="connsiteX4" fmla="*/ 86543 w 125472"/>
                <a:gd name="connsiteY4" fmla="*/ 89831 h 119649"/>
                <a:gd name="connsiteX5" fmla="*/ 77013 w 125472"/>
                <a:gd name="connsiteY5" fmla="*/ 46948 h 119649"/>
                <a:gd name="connsiteX6" fmla="*/ 102955 w 125472"/>
                <a:gd name="connsiteY6" fmla="*/ 14918 h 119649"/>
                <a:gd name="connsiteX7" fmla="*/ 109308 w 125472"/>
                <a:gd name="connsiteY7" fmla="*/ 17036 h 119649"/>
                <a:gd name="connsiteX8" fmla="*/ 116455 w 125472"/>
                <a:gd name="connsiteY8" fmla="*/ 19418 h 119649"/>
                <a:gd name="connsiteX9" fmla="*/ 125720 w 125472"/>
                <a:gd name="connsiteY9" fmla="*/ 9889 h 119649"/>
                <a:gd name="connsiteX10" fmla="*/ 114867 w 125472"/>
                <a:gd name="connsiteY10" fmla="*/ 94 h 119649"/>
                <a:gd name="connsiteX11" fmla="*/ 74896 w 125472"/>
                <a:gd name="connsiteY11" fmla="*/ 37948 h 119649"/>
                <a:gd name="connsiteX12" fmla="*/ 71984 w 125472"/>
                <a:gd name="connsiteY12" fmla="*/ 23389 h 119649"/>
                <a:gd name="connsiteX13" fmla="*/ 58219 w 125472"/>
                <a:gd name="connsiteY13" fmla="*/ 94 h 119649"/>
                <a:gd name="connsiteX14" fmla="*/ 27248 w 125472"/>
                <a:gd name="connsiteY14" fmla="*/ 7771 h 119649"/>
                <a:gd name="connsiteX15" fmla="*/ 24336 w 125472"/>
                <a:gd name="connsiteY15" fmla="*/ 8830 h 119649"/>
                <a:gd name="connsiteX16" fmla="*/ 25395 w 125472"/>
                <a:gd name="connsiteY16" fmla="*/ 12801 h 119649"/>
                <a:gd name="connsiteX17" fmla="*/ 40219 w 125472"/>
                <a:gd name="connsiteY17" fmla="*/ 9889 h 119649"/>
                <a:gd name="connsiteX18" fmla="*/ 52131 w 125472"/>
                <a:gd name="connsiteY18" fmla="*/ 28154 h 119649"/>
                <a:gd name="connsiteX19" fmla="*/ 59807 w 125472"/>
                <a:gd name="connsiteY19" fmla="*/ 60713 h 119649"/>
                <a:gd name="connsiteX20" fmla="*/ 38101 w 125472"/>
                <a:gd name="connsiteY20" fmla="*/ 91684 h 119649"/>
                <a:gd name="connsiteX21" fmla="*/ 24601 w 125472"/>
                <a:gd name="connsiteY21" fmla="*/ 104391 h 119649"/>
                <a:gd name="connsiteX22" fmla="*/ 17718 w 125472"/>
                <a:gd name="connsiteY22" fmla="*/ 102008 h 119649"/>
                <a:gd name="connsiteX23" fmla="*/ 9247 w 125472"/>
                <a:gd name="connsiteY23" fmla="*/ 99361 h 119649"/>
                <a:gd name="connsiteX24" fmla="*/ 247 w 125472"/>
                <a:gd name="connsiteY24" fmla="*/ 108626 h 119649"/>
                <a:gd name="connsiteX25" fmla="*/ 13483 w 125472"/>
                <a:gd name="connsiteY25" fmla="*/ 119744 h 119649"/>
                <a:gd name="connsiteX26" fmla="*/ 38101 w 125472"/>
                <a:gd name="connsiteY26" fmla="*/ 101214 h 119649"/>
                <a:gd name="connsiteX27" fmla="*/ 61925 w 125472"/>
                <a:gd name="connsiteY27" fmla="*/ 70243 h 119649"/>
                <a:gd name="connsiteX28" fmla="*/ 69866 w 125472"/>
                <a:gd name="connsiteY28" fmla="*/ 102008 h 119649"/>
                <a:gd name="connsiteX29" fmla="*/ 85219 w 125472"/>
                <a:gd name="connsiteY29" fmla="*/ 119744 h 119649"/>
                <a:gd name="connsiteX30" fmla="*/ 117514 w 125472"/>
                <a:gd name="connsiteY30" fmla="*/ 89567 h 119649"/>
                <a:gd name="connsiteX31" fmla="*/ 113808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08" y="87449"/>
                  </a:moveTo>
                  <a:cubicBezTo>
                    <a:pt x="111691" y="89831"/>
                    <a:pt x="110367" y="91420"/>
                    <a:pt x="107985" y="94596"/>
                  </a:cubicBezTo>
                  <a:cubicBezTo>
                    <a:pt x="101896" y="102538"/>
                    <a:pt x="98720" y="105185"/>
                    <a:pt x="95808" y="105185"/>
                  </a:cubicBezTo>
                  <a:cubicBezTo>
                    <a:pt x="91837" y="105185"/>
                    <a:pt x="89455" y="101743"/>
                    <a:pt x="87602" y="94332"/>
                  </a:cubicBezTo>
                  <a:cubicBezTo>
                    <a:pt x="87072" y="92214"/>
                    <a:pt x="86808" y="90626"/>
                    <a:pt x="86543" y="89831"/>
                  </a:cubicBezTo>
                  <a:cubicBezTo>
                    <a:pt x="79925" y="63096"/>
                    <a:pt x="77013" y="50919"/>
                    <a:pt x="77013" y="46948"/>
                  </a:cubicBezTo>
                  <a:cubicBezTo>
                    <a:pt x="88661" y="26566"/>
                    <a:pt x="98190" y="14918"/>
                    <a:pt x="102955" y="14918"/>
                  </a:cubicBezTo>
                  <a:cubicBezTo>
                    <a:pt x="104543" y="14918"/>
                    <a:pt x="106661" y="15712"/>
                    <a:pt x="109308" y="17036"/>
                  </a:cubicBezTo>
                  <a:cubicBezTo>
                    <a:pt x="112485" y="18889"/>
                    <a:pt x="114338" y="19418"/>
                    <a:pt x="116455" y="19418"/>
                  </a:cubicBezTo>
                  <a:cubicBezTo>
                    <a:pt x="122014" y="19418"/>
                    <a:pt x="125720" y="15448"/>
                    <a:pt x="125720" y="9889"/>
                  </a:cubicBezTo>
                  <a:cubicBezTo>
                    <a:pt x="125720" y="4330"/>
                    <a:pt x="121220" y="94"/>
                    <a:pt x="114867" y="94"/>
                  </a:cubicBezTo>
                  <a:cubicBezTo>
                    <a:pt x="103220" y="94"/>
                    <a:pt x="93161" y="9624"/>
                    <a:pt x="74896" y="37948"/>
                  </a:cubicBezTo>
                  <a:lnTo>
                    <a:pt x="71984" y="23389"/>
                  </a:lnTo>
                  <a:cubicBezTo>
                    <a:pt x="68278" y="5389"/>
                    <a:pt x="65366" y="94"/>
                    <a:pt x="58219" y="94"/>
                  </a:cubicBezTo>
                  <a:cubicBezTo>
                    <a:pt x="52395" y="94"/>
                    <a:pt x="43395" y="2477"/>
                    <a:pt x="27248" y="7771"/>
                  </a:cubicBezTo>
                  <a:lnTo>
                    <a:pt x="24336" y="8830"/>
                  </a:lnTo>
                  <a:lnTo>
                    <a:pt x="25395" y="12801"/>
                  </a:lnTo>
                  <a:cubicBezTo>
                    <a:pt x="35454" y="10418"/>
                    <a:pt x="37836" y="9889"/>
                    <a:pt x="40219" y="9889"/>
                  </a:cubicBezTo>
                  <a:cubicBezTo>
                    <a:pt x="46836" y="9889"/>
                    <a:pt x="48425" y="12271"/>
                    <a:pt x="52131" y="28154"/>
                  </a:cubicBezTo>
                  <a:lnTo>
                    <a:pt x="59807" y="60713"/>
                  </a:lnTo>
                  <a:lnTo>
                    <a:pt x="38101" y="91684"/>
                  </a:lnTo>
                  <a:cubicBezTo>
                    <a:pt x="32807" y="99626"/>
                    <a:pt x="27512" y="104391"/>
                    <a:pt x="24601" y="104391"/>
                  </a:cubicBezTo>
                  <a:cubicBezTo>
                    <a:pt x="23012" y="104391"/>
                    <a:pt x="20365" y="103596"/>
                    <a:pt x="17718" y="102008"/>
                  </a:cubicBezTo>
                  <a:cubicBezTo>
                    <a:pt x="14277" y="100155"/>
                    <a:pt x="11365" y="99361"/>
                    <a:pt x="9247" y="99361"/>
                  </a:cubicBezTo>
                  <a:cubicBezTo>
                    <a:pt x="4218" y="99361"/>
                    <a:pt x="247" y="103332"/>
                    <a:pt x="247" y="108626"/>
                  </a:cubicBezTo>
                  <a:cubicBezTo>
                    <a:pt x="247" y="115508"/>
                    <a:pt x="5541" y="119744"/>
                    <a:pt x="13483" y="119744"/>
                  </a:cubicBezTo>
                  <a:cubicBezTo>
                    <a:pt x="21689" y="119744"/>
                    <a:pt x="24865" y="117361"/>
                    <a:pt x="38101" y="101214"/>
                  </a:cubicBezTo>
                  <a:cubicBezTo>
                    <a:pt x="45248" y="92743"/>
                    <a:pt x="50807" y="85596"/>
                    <a:pt x="61925" y="70243"/>
                  </a:cubicBezTo>
                  <a:lnTo>
                    <a:pt x="69866" y="102008"/>
                  </a:lnTo>
                  <a:cubicBezTo>
                    <a:pt x="73307" y="115508"/>
                    <a:pt x="76749" y="119744"/>
                    <a:pt x="85219" y="119744"/>
                  </a:cubicBezTo>
                  <a:cubicBezTo>
                    <a:pt x="95278" y="119744"/>
                    <a:pt x="102161" y="113391"/>
                    <a:pt x="117514" y="89567"/>
                  </a:cubicBezTo>
                  <a:lnTo>
                    <a:pt x="113808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193E8F2C-717A-A264-D1D8-CAE7F7C8409A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8788443" y="5725697"/>
              <a:ext cx="55435" cy="132418"/>
            </a:xfrm>
            <a:custGeom>
              <a:avLst/>
              <a:gdLst>
                <a:gd name="connsiteX0" fmla="*/ 35510 w 55435"/>
                <a:gd name="connsiteY0" fmla="*/ 97 h 132418"/>
                <a:gd name="connsiteX1" fmla="*/ 250 w 55435"/>
                <a:gd name="connsiteY1" fmla="*/ 17923 h 132418"/>
                <a:gd name="connsiteX2" fmla="*/ 250 w 55435"/>
                <a:gd name="connsiteY2" fmla="*/ 20665 h 132418"/>
                <a:gd name="connsiteX3" fmla="*/ 5539 w 55435"/>
                <a:gd name="connsiteY3" fmla="*/ 18511 h 132418"/>
                <a:gd name="connsiteX4" fmla="*/ 14354 w 55435"/>
                <a:gd name="connsiteY4" fmla="*/ 16356 h 132418"/>
                <a:gd name="connsiteX5" fmla="*/ 20231 w 55435"/>
                <a:gd name="connsiteY5" fmla="*/ 25563 h 132418"/>
                <a:gd name="connsiteX6" fmla="*/ 20231 w 55435"/>
                <a:gd name="connsiteY6" fmla="*/ 114299 h 132418"/>
                <a:gd name="connsiteX7" fmla="*/ 15530 w 55435"/>
                <a:gd name="connsiteY7" fmla="*/ 127031 h 132418"/>
                <a:gd name="connsiteX8" fmla="*/ 1622 w 55435"/>
                <a:gd name="connsiteY8" fmla="*/ 129578 h 132418"/>
                <a:gd name="connsiteX9" fmla="*/ 1622 w 55435"/>
                <a:gd name="connsiteY9" fmla="*/ 132516 h 132418"/>
                <a:gd name="connsiteX10" fmla="*/ 55686 w 55435"/>
                <a:gd name="connsiteY10" fmla="*/ 132516 h 132418"/>
                <a:gd name="connsiteX11" fmla="*/ 55686 w 55435"/>
                <a:gd name="connsiteY11" fmla="*/ 129578 h 132418"/>
                <a:gd name="connsiteX12" fmla="*/ 37077 w 55435"/>
                <a:gd name="connsiteY12" fmla="*/ 118021 h 132418"/>
                <a:gd name="connsiteX13" fmla="*/ 37077 w 55435"/>
                <a:gd name="connsiteY13" fmla="*/ 489 h 132418"/>
                <a:gd name="connsiteX14" fmla="*/ 35510 w 55435"/>
                <a:gd name="connsiteY14" fmla="*/ 97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510" y="97"/>
                  </a:moveTo>
                  <a:lnTo>
                    <a:pt x="250" y="17923"/>
                  </a:lnTo>
                  <a:lnTo>
                    <a:pt x="250" y="20665"/>
                  </a:lnTo>
                  <a:cubicBezTo>
                    <a:pt x="2601" y="19686"/>
                    <a:pt x="4756" y="18902"/>
                    <a:pt x="5539" y="18511"/>
                  </a:cubicBezTo>
                  <a:cubicBezTo>
                    <a:pt x="9065" y="17139"/>
                    <a:pt x="12395" y="16356"/>
                    <a:pt x="14354" y="16356"/>
                  </a:cubicBezTo>
                  <a:cubicBezTo>
                    <a:pt x="18468" y="16356"/>
                    <a:pt x="20231" y="19294"/>
                    <a:pt x="20231" y="25563"/>
                  </a:cubicBezTo>
                  <a:lnTo>
                    <a:pt x="20231" y="114299"/>
                  </a:lnTo>
                  <a:cubicBezTo>
                    <a:pt x="20231" y="120763"/>
                    <a:pt x="18664" y="125268"/>
                    <a:pt x="15530" y="127031"/>
                  </a:cubicBezTo>
                  <a:cubicBezTo>
                    <a:pt x="12591" y="128794"/>
                    <a:pt x="9849" y="129382"/>
                    <a:pt x="1622" y="129578"/>
                  </a:cubicBezTo>
                  <a:lnTo>
                    <a:pt x="1622" y="132516"/>
                  </a:lnTo>
                  <a:lnTo>
                    <a:pt x="55686" y="132516"/>
                  </a:lnTo>
                  <a:lnTo>
                    <a:pt x="55686" y="129578"/>
                  </a:lnTo>
                  <a:cubicBezTo>
                    <a:pt x="40211" y="129382"/>
                    <a:pt x="37077" y="127423"/>
                    <a:pt x="37077" y="118021"/>
                  </a:cubicBezTo>
                  <a:lnTo>
                    <a:pt x="37077" y="489"/>
                  </a:lnTo>
                  <a:lnTo>
                    <a:pt x="35510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AE28A817-3275-818F-EC99-2F6ECC32C346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8937169" y="5746506"/>
              <a:ext cx="161738" cy="10588"/>
            </a:xfrm>
            <a:custGeom>
              <a:avLst/>
              <a:gdLst>
                <a:gd name="connsiteX0" fmla="*/ 152730 w 161738"/>
                <a:gd name="connsiteY0" fmla="*/ 10683 h 10588"/>
                <a:gd name="connsiteX1" fmla="*/ 161995 w 161738"/>
                <a:gd name="connsiteY1" fmla="*/ 5389 h 10588"/>
                <a:gd name="connsiteX2" fmla="*/ 152730 w 161738"/>
                <a:gd name="connsiteY2" fmla="*/ 95 h 10588"/>
                <a:gd name="connsiteX3" fmla="*/ 9522 w 161738"/>
                <a:gd name="connsiteY3" fmla="*/ 95 h 10588"/>
                <a:gd name="connsiteX4" fmla="*/ 257 w 161738"/>
                <a:gd name="connsiteY4" fmla="*/ 5389 h 10588"/>
                <a:gd name="connsiteX5" fmla="*/ 9522 w 161738"/>
                <a:gd name="connsiteY5" fmla="*/ 10683 h 10588"/>
                <a:gd name="connsiteX6" fmla="*/ 152730 w 161738"/>
                <a:gd name="connsiteY6" fmla="*/ 10683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730" y="10683"/>
                  </a:moveTo>
                  <a:cubicBezTo>
                    <a:pt x="157230" y="10683"/>
                    <a:pt x="161995" y="10683"/>
                    <a:pt x="161995" y="5389"/>
                  </a:cubicBezTo>
                  <a:cubicBezTo>
                    <a:pt x="161995" y="95"/>
                    <a:pt x="157230" y="95"/>
                    <a:pt x="152730" y="95"/>
                  </a:cubicBezTo>
                  <a:lnTo>
                    <a:pt x="9522" y="95"/>
                  </a:lnTo>
                  <a:cubicBezTo>
                    <a:pt x="5021" y="95"/>
                    <a:pt x="257" y="95"/>
                    <a:pt x="257" y="5389"/>
                  </a:cubicBezTo>
                  <a:cubicBezTo>
                    <a:pt x="257" y="10683"/>
                    <a:pt x="5021" y="10683"/>
                    <a:pt x="9522" y="10683"/>
                  </a:cubicBezTo>
                  <a:lnTo>
                    <a:pt x="152730" y="1068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A1E93BA4-908F-C993-5436-A0292895DC91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9151402" y="5701241"/>
              <a:ext cx="125472" cy="119649"/>
            </a:xfrm>
            <a:custGeom>
              <a:avLst/>
              <a:gdLst>
                <a:gd name="connsiteX0" fmla="*/ 113827 w 125472"/>
                <a:gd name="connsiteY0" fmla="*/ 87449 h 119649"/>
                <a:gd name="connsiteX1" fmla="*/ 108004 w 125472"/>
                <a:gd name="connsiteY1" fmla="*/ 94596 h 119649"/>
                <a:gd name="connsiteX2" fmla="*/ 95827 w 125472"/>
                <a:gd name="connsiteY2" fmla="*/ 105185 h 119649"/>
                <a:gd name="connsiteX3" fmla="*/ 87621 w 125472"/>
                <a:gd name="connsiteY3" fmla="*/ 94332 h 119649"/>
                <a:gd name="connsiteX4" fmla="*/ 86562 w 125472"/>
                <a:gd name="connsiteY4" fmla="*/ 89831 h 119649"/>
                <a:gd name="connsiteX5" fmla="*/ 77033 w 125472"/>
                <a:gd name="connsiteY5" fmla="*/ 46948 h 119649"/>
                <a:gd name="connsiteX6" fmla="*/ 102974 w 125472"/>
                <a:gd name="connsiteY6" fmla="*/ 14918 h 119649"/>
                <a:gd name="connsiteX7" fmla="*/ 109327 w 125472"/>
                <a:gd name="connsiteY7" fmla="*/ 17036 h 119649"/>
                <a:gd name="connsiteX8" fmla="*/ 116474 w 125472"/>
                <a:gd name="connsiteY8" fmla="*/ 19418 h 119649"/>
                <a:gd name="connsiteX9" fmla="*/ 125739 w 125472"/>
                <a:gd name="connsiteY9" fmla="*/ 9889 h 119649"/>
                <a:gd name="connsiteX10" fmla="*/ 114886 w 125472"/>
                <a:gd name="connsiteY10" fmla="*/ 94 h 119649"/>
                <a:gd name="connsiteX11" fmla="*/ 74915 w 125472"/>
                <a:gd name="connsiteY11" fmla="*/ 37948 h 119649"/>
                <a:gd name="connsiteX12" fmla="*/ 72003 w 125472"/>
                <a:gd name="connsiteY12" fmla="*/ 23389 h 119649"/>
                <a:gd name="connsiteX13" fmla="*/ 58238 w 125472"/>
                <a:gd name="connsiteY13" fmla="*/ 94 h 119649"/>
                <a:gd name="connsiteX14" fmla="*/ 27267 w 125472"/>
                <a:gd name="connsiteY14" fmla="*/ 7771 h 119649"/>
                <a:gd name="connsiteX15" fmla="*/ 24355 w 125472"/>
                <a:gd name="connsiteY15" fmla="*/ 8830 h 119649"/>
                <a:gd name="connsiteX16" fmla="*/ 25414 w 125472"/>
                <a:gd name="connsiteY16" fmla="*/ 12801 h 119649"/>
                <a:gd name="connsiteX17" fmla="*/ 40238 w 125472"/>
                <a:gd name="connsiteY17" fmla="*/ 9889 h 119649"/>
                <a:gd name="connsiteX18" fmla="*/ 52150 w 125472"/>
                <a:gd name="connsiteY18" fmla="*/ 28154 h 119649"/>
                <a:gd name="connsiteX19" fmla="*/ 59826 w 125472"/>
                <a:gd name="connsiteY19" fmla="*/ 60713 h 119649"/>
                <a:gd name="connsiteX20" fmla="*/ 38120 w 125472"/>
                <a:gd name="connsiteY20" fmla="*/ 91684 h 119649"/>
                <a:gd name="connsiteX21" fmla="*/ 24620 w 125472"/>
                <a:gd name="connsiteY21" fmla="*/ 104391 h 119649"/>
                <a:gd name="connsiteX22" fmla="*/ 17737 w 125472"/>
                <a:gd name="connsiteY22" fmla="*/ 102008 h 119649"/>
                <a:gd name="connsiteX23" fmla="*/ 9267 w 125472"/>
                <a:gd name="connsiteY23" fmla="*/ 99361 h 119649"/>
                <a:gd name="connsiteX24" fmla="*/ 266 w 125472"/>
                <a:gd name="connsiteY24" fmla="*/ 108626 h 119649"/>
                <a:gd name="connsiteX25" fmla="*/ 13502 w 125472"/>
                <a:gd name="connsiteY25" fmla="*/ 119744 h 119649"/>
                <a:gd name="connsiteX26" fmla="*/ 38120 w 125472"/>
                <a:gd name="connsiteY26" fmla="*/ 101214 h 119649"/>
                <a:gd name="connsiteX27" fmla="*/ 61944 w 125472"/>
                <a:gd name="connsiteY27" fmla="*/ 70243 h 119649"/>
                <a:gd name="connsiteX28" fmla="*/ 69885 w 125472"/>
                <a:gd name="connsiteY28" fmla="*/ 102008 h 119649"/>
                <a:gd name="connsiteX29" fmla="*/ 85239 w 125472"/>
                <a:gd name="connsiteY29" fmla="*/ 119744 h 119649"/>
                <a:gd name="connsiteX30" fmla="*/ 117533 w 125472"/>
                <a:gd name="connsiteY30" fmla="*/ 89567 h 119649"/>
                <a:gd name="connsiteX31" fmla="*/ 113827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27" y="87449"/>
                  </a:moveTo>
                  <a:cubicBezTo>
                    <a:pt x="111710" y="89831"/>
                    <a:pt x="110386" y="91420"/>
                    <a:pt x="108004" y="94596"/>
                  </a:cubicBezTo>
                  <a:cubicBezTo>
                    <a:pt x="101915" y="102538"/>
                    <a:pt x="98739" y="105185"/>
                    <a:pt x="95827" y="105185"/>
                  </a:cubicBezTo>
                  <a:cubicBezTo>
                    <a:pt x="91856" y="105185"/>
                    <a:pt x="89474" y="101743"/>
                    <a:pt x="87621" y="94332"/>
                  </a:cubicBezTo>
                  <a:cubicBezTo>
                    <a:pt x="87092" y="92214"/>
                    <a:pt x="86827" y="90626"/>
                    <a:pt x="86562" y="89831"/>
                  </a:cubicBezTo>
                  <a:cubicBezTo>
                    <a:pt x="79944" y="63096"/>
                    <a:pt x="77033" y="50919"/>
                    <a:pt x="77033" y="46948"/>
                  </a:cubicBezTo>
                  <a:cubicBezTo>
                    <a:pt x="88680" y="26566"/>
                    <a:pt x="98209" y="14918"/>
                    <a:pt x="102974" y="14918"/>
                  </a:cubicBezTo>
                  <a:cubicBezTo>
                    <a:pt x="104562" y="14918"/>
                    <a:pt x="106680" y="15712"/>
                    <a:pt x="109327" y="17036"/>
                  </a:cubicBezTo>
                  <a:cubicBezTo>
                    <a:pt x="112504" y="18889"/>
                    <a:pt x="114357" y="19418"/>
                    <a:pt x="116474" y="19418"/>
                  </a:cubicBezTo>
                  <a:cubicBezTo>
                    <a:pt x="122033" y="19418"/>
                    <a:pt x="125739" y="15448"/>
                    <a:pt x="125739" y="9889"/>
                  </a:cubicBezTo>
                  <a:cubicBezTo>
                    <a:pt x="125739" y="4330"/>
                    <a:pt x="121239" y="94"/>
                    <a:pt x="114886" y="94"/>
                  </a:cubicBezTo>
                  <a:cubicBezTo>
                    <a:pt x="103239" y="94"/>
                    <a:pt x="93180" y="9624"/>
                    <a:pt x="74915" y="37948"/>
                  </a:cubicBezTo>
                  <a:lnTo>
                    <a:pt x="72003" y="23389"/>
                  </a:lnTo>
                  <a:cubicBezTo>
                    <a:pt x="68297" y="5389"/>
                    <a:pt x="65385" y="94"/>
                    <a:pt x="58238" y="94"/>
                  </a:cubicBezTo>
                  <a:cubicBezTo>
                    <a:pt x="52414" y="94"/>
                    <a:pt x="43414" y="2477"/>
                    <a:pt x="27267" y="7771"/>
                  </a:cubicBezTo>
                  <a:lnTo>
                    <a:pt x="24355" y="8830"/>
                  </a:lnTo>
                  <a:lnTo>
                    <a:pt x="25414" y="12801"/>
                  </a:lnTo>
                  <a:cubicBezTo>
                    <a:pt x="35473" y="10418"/>
                    <a:pt x="37855" y="9889"/>
                    <a:pt x="40238" y="9889"/>
                  </a:cubicBezTo>
                  <a:cubicBezTo>
                    <a:pt x="46855" y="9889"/>
                    <a:pt x="48444" y="12271"/>
                    <a:pt x="52150" y="28154"/>
                  </a:cubicBezTo>
                  <a:lnTo>
                    <a:pt x="59826" y="60713"/>
                  </a:lnTo>
                  <a:lnTo>
                    <a:pt x="38120" y="91684"/>
                  </a:lnTo>
                  <a:cubicBezTo>
                    <a:pt x="32826" y="99626"/>
                    <a:pt x="27532" y="104391"/>
                    <a:pt x="24620" y="104391"/>
                  </a:cubicBezTo>
                  <a:cubicBezTo>
                    <a:pt x="23031" y="104391"/>
                    <a:pt x="20384" y="103596"/>
                    <a:pt x="17737" y="102008"/>
                  </a:cubicBezTo>
                  <a:cubicBezTo>
                    <a:pt x="14296" y="100155"/>
                    <a:pt x="11384" y="99361"/>
                    <a:pt x="9267" y="99361"/>
                  </a:cubicBezTo>
                  <a:cubicBezTo>
                    <a:pt x="4237" y="99361"/>
                    <a:pt x="266" y="103332"/>
                    <a:pt x="266" y="108626"/>
                  </a:cubicBezTo>
                  <a:cubicBezTo>
                    <a:pt x="266" y="115508"/>
                    <a:pt x="5561" y="119744"/>
                    <a:pt x="13502" y="119744"/>
                  </a:cubicBezTo>
                  <a:cubicBezTo>
                    <a:pt x="21708" y="119744"/>
                    <a:pt x="24884" y="117361"/>
                    <a:pt x="38120" y="101214"/>
                  </a:cubicBezTo>
                  <a:cubicBezTo>
                    <a:pt x="45267" y="92743"/>
                    <a:pt x="50826" y="85596"/>
                    <a:pt x="61944" y="70243"/>
                  </a:cubicBezTo>
                  <a:lnTo>
                    <a:pt x="69885" y="102008"/>
                  </a:lnTo>
                  <a:cubicBezTo>
                    <a:pt x="73327" y="115508"/>
                    <a:pt x="76768" y="119744"/>
                    <a:pt x="85239" y="119744"/>
                  </a:cubicBezTo>
                  <a:cubicBezTo>
                    <a:pt x="95298" y="119744"/>
                    <a:pt x="102180" y="113391"/>
                    <a:pt x="117533" y="89567"/>
                  </a:cubicBezTo>
                  <a:lnTo>
                    <a:pt x="113827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A9021D5F-AB76-8374-32E1-9C1916317631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9282397" y="5725697"/>
              <a:ext cx="87169" cy="132418"/>
            </a:xfrm>
            <a:custGeom>
              <a:avLst/>
              <a:gdLst>
                <a:gd name="connsiteX0" fmla="*/ 87439 w 87169"/>
                <a:gd name="connsiteY0" fmla="*/ 105680 h 132418"/>
                <a:gd name="connsiteX1" fmla="*/ 84892 w 87169"/>
                <a:gd name="connsiteY1" fmla="*/ 104700 h 132418"/>
                <a:gd name="connsiteX2" fmla="*/ 66283 w 87169"/>
                <a:gd name="connsiteY2" fmla="*/ 117629 h 132418"/>
                <a:gd name="connsiteX3" fmla="*/ 19466 w 87169"/>
                <a:gd name="connsiteY3" fmla="*/ 117629 h 132418"/>
                <a:gd name="connsiteX4" fmla="*/ 52375 w 87169"/>
                <a:gd name="connsiteY4" fmla="*/ 83153 h 132418"/>
                <a:gd name="connsiteX5" fmla="*/ 77449 w 87169"/>
                <a:gd name="connsiteY5" fmla="*/ 34769 h 132418"/>
                <a:gd name="connsiteX6" fmla="*/ 41210 w 87169"/>
                <a:gd name="connsiteY6" fmla="*/ 97 h 132418"/>
                <a:gd name="connsiteX7" fmla="*/ 13002 w 87169"/>
                <a:gd name="connsiteY7" fmla="*/ 12242 h 132418"/>
                <a:gd name="connsiteX8" fmla="*/ 465 w 87169"/>
                <a:gd name="connsiteY8" fmla="*/ 39079 h 132418"/>
                <a:gd name="connsiteX9" fmla="*/ 4579 w 87169"/>
                <a:gd name="connsiteY9" fmla="*/ 40058 h 132418"/>
                <a:gd name="connsiteX10" fmla="*/ 32983 w 87169"/>
                <a:gd name="connsiteY10" fmla="*/ 14593 h 132418"/>
                <a:gd name="connsiteX11" fmla="*/ 60602 w 87169"/>
                <a:gd name="connsiteY11" fmla="*/ 42213 h 132418"/>
                <a:gd name="connsiteX12" fmla="*/ 35137 w 87169"/>
                <a:gd name="connsiteY12" fmla="*/ 93143 h 132418"/>
                <a:gd name="connsiteX13" fmla="*/ 270 w 87169"/>
                <a:gd name="connsiteY13" fmla="*/ 130166 h 132418"/>
                <a:gd name="connsiteX14" fmla="*/ 270 w 87169"/>
                <a:gd name="connsiteY14" fmla="*/ 132516 h 132418"/>
                <a:gd name="connsiteX15" fmla="*/ 76665 w 87169"/>
                <a:gd name="connsiteY15" fmla="*/ 132516 h 132418"/>
                <a:gd name="connsiteX16" fmla="*/ 87439 w 87169"/>
                <a:gd name="connsiteY16" fmla="*/ 105680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439" y="105680"/>
                  </a:moveTo>
                  <a:lnTo>
                    <a:pt x="84892" y="104700"/>
                  </a:lnTo>
                  <a:cubicBezTo>
                    <a:pt x="77644" y="115866"/>
                    <a:pt x="75098" y="117629"/>
                    <a:pt x="66283" y="117629"/>
                  </a:cubicBezTo>
                  <a:lnTo>
                    <a:pt x="19466" y="117629"/>
                  </a:lnTo>
                  <a:lnTo>
                    <a:pt x="52375" y="83153"/>
                  </a:lnTo>
                  <a:cubicBezTo>
                    <a:pt x="69809" y="64936"/>
                    <a:pt x="77449" y="50048"/>
                    <a:pt x="77449" y="34769"/>
                  </a:cubicBezTo>
                  <a:cubicBezTo>
                    <a:pt x="77449" y="15181"/>
                    <a:pt x="61582" y="97"/>
                    <a:pt x="41210" y="97"/>
                  </a:cubicBezTo>
                  <a:cubicBezTo>
                    <a:pt x="30436" y="97"/>
                    <a:pt x="20250" y="4407"/>
                    <a:pt x="13002" y="12242"/>
                  </a:cubicBezTo>
                  <a:cubicBezTo>
                    <a:pt x="6734" y="18902"/>
                    <a:pt x="3796" y="25171"/>
                    <a:pt x="465" y="39079"/>
                  </a:cubicBezTo>
                  <a:lnTo>
                    <a:pt x="4579" y="40058"/>
                  </a:lnTo>
                  <a:cubicBezTo>
                    <a:pt x="12415" y="20861"/>
                    <a:pt x="19466" y="14593"/>
                    <a:pt x="32983" y="14593"/>
                  </a:cubicBezTo>
                  <a:cubicBezTo>
                    <a:pt x="49437" y="14593"/>
                    <a:pt x="60602" y="25758"/>
                    <a:pt x="60602" y="42213"/>
                  </a:cubicBezTo>
                  <a:cubicBezTo>
                    <a:pt x="60602" y="57492"/>
                    <a:pt x="51592" y="75709"/>
                    <a:pt x="35137" y="93143"/>
                  </a:cubicBezTo>
                  <a:lnTo>
                    <a:pt x="270" y="130166"/>
                  </a:lnTo>
                  <a:lnTo>
                    <a:pt x="270" y="132516"/>
                  </a:lnTo>
                  <a:lnTo>
                    <a:pt x="76665" y="132516"/>
                  </a:lnTo>
                  <a:lnTo>
                    <a:pt x="87439" y="10568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A95BDD3C-B236-0B31-18E3-935FB6E2056E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9403204" y="5619445"/>
              <a:ext cx="61412" cy="264710"/>
            </a:xfrm>
            <a:custGeom>
              <a:avLst/>
              <a:gdLst>
                <a:gd name="connsiteX0" fmla="*/ 61688 w 61412"/>
                <a:gd name="connsiteY0" fmla="*/ 132450 h 264710"/>
                <a:gd name="connsiteX1" fmla="*/ 44217 w 61412"/>
                <a:gd name="connsiteY1" fmla="*/ 49860 h 264710"/>
                <a:gd name="connsiteX2" fmla="*/ 2922 w 61412"/>
                <a:gd name="connsiteY2" fmla="*/ 94 h 264710"/>
                <a:gd name="connsiteX3" fmla="*/ 275 w 61412"/>
                <a:gd name="connsiteY3" fmla="*/ 2741 h 264710"/>
                <a:gd name="connsiteX4" fmla="*/ 5305 w 61412"/>
                <a:gd name="connsiteY4" fmla="*/ 8829 h 264710"/>
                <a:gd name="connsiteX5" fmla="*/ 46335 w 61412"/>
                <a:gd name="connsiteY5" fmla="*/ 132450 h 264710"/>
                <a:gd name="connsiteX6" fmla="*/ 3716 w 61412"/>
                <a:gd name="connsiteY6" fmla="*/ 257658 h 264710"/>
                <a:gd name="connsiteX7" fmla="*/ 275 w 61412"/>
                <a:gd name="connsiteY7" fmla="*/ 262158 h 264710"/>
                <a:gd name="connsiteX8" fmla="*/ 2922 w 61412"/>
                <a:gd name="connsiteY8" fmla="*/ 264805 h 264710"/>
                <a:gd name="connsiteX9" fmla="*/ 45011 w 61412"/>
                <a:gd name="connsiteY9" fmla="*/ 213186 h 264710"/>
                <a:gd name="connsiteX10" fmla="*/ 61688 w 61412"/>
                <a:gd name="connsiteY10" fmla="*/ 132450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88" y="132450"/>
                  </a:moveTo>
                  <a:cubicBezTo>
                    <a:pt x="61688" y="111802"/>
                    <a:pt x="58776" y="79772"/>
                    <a:pt x="44217" y="49860"/>
                  </a:cubicBezTo>
                  <a:cubicBezTo>
                    <a:pt x="28334" y="17300"/>
                    <a:pt x="5569" y="94"/>
                    <a:pt x="2922" y="94"/>
                  </a:cubicBezTo>
                  <a:cubicBezTo>
                    <a:pt x="1334" y="94"/>
                    <a:pt x="275" y="1153"/>
                    <a:pt x="275" y="2741"/>
                  </a:cubicBezTo>
                  <a:cubicBezTo>
                    <a:pt x="275" y="3535"/>
                    <a:pt x="275" y="4065"/>
                    <a:pt x="5305" y="8829"/>
                  </a:cubicBezTo>
                  <a:cubicBezTo>
                    <a:pt x="31246" y="35036"/>
                    <a:pt x="46335" y="77125"/>
                    <a:pt x="46335" y="132450"/>
                  </a:cubicBezTo>
                  <a:cubicBezTo>
                    <a:pt x="46335" y="177715"/>
                    <a:pt x="36541" y="224304"/>
                    <a:pt x="3716" y="257658"/>
                  </a:cubicBezTo>
                  <a:cubicBezTo>
                    <a:pt x="275" y="260834"/>
                    <a:pt x="275" y="261364"/>
                    <a:pt x="275" y="262158"/>
                  </a:cubicBezTo>
                  <a:cubicBezTo>
                    <a:pt x="275" y="263746"/>
                    <a:pt x="1334" y="264805"/>
                    <a:pt x="2922" y="264805"/>
                  </a:cubicBezTo>
                  <a:cubicBezTo>
                    <a:pt x="5569" y="264805"/>
                    <a:pt x="29393" y="246805"/>
                    <a:pt x="45011" y="213186"/>
                  </a:cubicBezTo>
                  <a:cubicBezTo>
                    <a:pt x="58512" y="184068"/>
                    <a:pt x="61688" y="154685"/>
                    <a:pt x="61688" y="13245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2799FB56-D966-9B14-8699-44584A83ADB4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9524031" y="5456232"/>
              <a:ext cx="151149" cy="234269"/>
            </a:xfrm>
            <a:custGeom>
              <a:avLst/>
              <a:gdLst>
                <a:gd name="connsiteX0" fmla="*/ 48459 w 151149"/>
                <a:gd name="connsiteY0" fmla="*/ 74736 h 234269"/>
                <a:gd name="connsiteX1" fmla="*/ 72283 w 151149"/>
                <a:gd name="connsiteY1" fmla="*/ 74736 h 234269"/>
                <a:gd name="connsiteX2" fmla="*/ 48988 w 151149"/>
                <a:gd name="connsiteY2" fmla="*/ 185915 h 234269"/>
                <a:gd name="connsiteX3" fmla="*/ 23311 w 151149"/>
                <a:gd name="connsiteY3" fmla="*/ 228798 h 234269"/>
                <a:gd name="connsiteX4" fmla="*/ 18017 w 151149"/>
                <a:gd name="connsiteY4" fmla="*/ 224562 h 234269"/>
                <a:gd name="connsiteX5" fmla="*/ 19076 w 151149"/>
                <a:gd name="connsiteY5" fmla="*/ 221651 h 234269"/>
                <a:gd name="connsiteX6" fmla="*/ 20399 w 151149"/>
                <a:gd name="connsiteY6" fmla="*/ 217415 h 234269"/>
                <a:gd name="connsiteX7" fmla="*/ 10076 w 151149"/>
                <a:gd name="connsiteY7" fmla="*/ 207356 h 234269"/>
                <a:gd name="connsiteX8" fmla="*/ 281 w 151149"/>
                <a:gd name="connsiteY8" fmla="*/ 218209 h 234269"/>
                <a:gd name="connsiteX9" fmla="*/ 21193 w 151149"/>
                <a:gd name="connsiteY9" fmla="*/ 234357 h 234269"/>
                <a:gd name="connsiteX10" fmla="*/ 74136 w 151149"/>
                <a:gd name="connsiteY10" fmla="*/ 159444 h 234269"/>
                <a:gd name="connsiteX11" fmla="*/ 93195 w 151149"/>
                <a:gd name="connsiteY11" fmla="*/ 74736 h 234269"/>
                <a:gd name="connsiteX12" fmla="*/ 122048 w 151149"/>
                <a:gd name="connsiteY12" fmla="*/ 74736 h 234269"/>
                <a:gd name="connsiteX13" fmla="*/ 123637 w 151149"/>
                <a:gd name="connsiteY13" fmla="*/ 66265 h 234269"/>
                <a:gd name="connsiteX14" fmla="*/ 95048 w 151149"/>
                <a:gd name="connsiteY14" fmla="*/ 66265 h 234269"/>
                <a:gd name="connsiteX15" fmla="*/ 127343 w 151149"/>
                <a:gd name="connsiteY15" fmla="*/ 5911 h 234269"/>
                <a:gd name="connsiteX16" fmla="*/ 133166 w 151149"/>
                <a:gd name="connsiteY16" fmla="*/ 9088 h 234269"/>
                <a:gd name="connsiteX17" fmla="*/ 132107 w 151149"/>
                <a:gd name="connsiteY17" fmla="*/ 11735 h 234269"/>
                <a:gd name="connsiteX18" fmla="*/ 130519 w 151149"/>
                <a:gd name="connsiteY18" fmla="*/ 17294 h 234269"/>
                <a:gd name="connsiteX19" fmla="*/ 140313 w 151149"/>
                <a:gd name="connsiteY19" fmla="*/ 27882 h 234269"/>
                <a:gd name="connsiteX20" fmla="*/ 151431 w 151149"/>
                <a:gd name="connsiteY20" fmla="*/ 17294 h 234269"/>
                <a:gd name="connsiteX21" fmla="*/ 128666 w 151149"/>
                <a:gd name="connsiteY21" fmla="*/ 88 h 234269"/>
                <a:gd name="connsiteX22" fmla="*/ 95842 w 151149"/>
                <a:gd name="connsiteY22" fmla="*/ 18353 h 234269"/>
                <a:gd name="connsiteX23" fmla="*/ 74665 w 151149"/>
                <a:gd name="connsiteY23" fmla="*/ 66265 h 234269"/>
                <a:gd name="connsiteX24" fmla="*/ 50312 w 151149"/>
                <a:gd name="connsiteY24" fmla="*/ 66265 h 234269"/>
                <a:gd name="connsiteX25" fmla="*/ 48459 w 151149"/>
                <a:gd name="connsiteY25" fmla="*/ 74736 h 23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1149" h="234269">
                  <a:moveTo>
                    <a:pt x="48459" y="74736"/>
                  </a:moveTo>
                  <a:lnTo>
                    <a:pt x="72283" y="74736"/>
                  </a:lnTo>
                  <a:lnTo>
                    <a:pt x="48988" y="185915"/>
                  </a:lnTo>
                  <a:cubicBezTo>
                    <a:pt x="43164" y="214239"/>
                    <a:pt x="34429" y="228798"/>
                    <a:pt x="23311" y="228798"/>
                  </a:cubicBezTo>
                  <a:cubicBezTo>
                    <a:pt x="20135" y="228798"/>
                    <a:pt x="18017" y="226945"/>
                    <a:pt x="18017" y="224562"/>
                  </a:cubicBezTo>
                  <a:cubicBezTo>
                    <a:pt x="18017" y="223768"/>
                    <a:pt x="18282" y="222974"/>
                    <a:pt x="19076" y="221651"/>
                  </a:cubicBezTo>
                  <a:cubicBezTo>
                    <a:pt x="20135" y="220062"/>
                    <a:pt x="20399" y="219003"/>
                    <a:pt x="20399" y="217415"/>
                  </a:cubicBezTo>
                  <a:cubicBezTo>
                    <a:pt x="20399" y="211856"/>
                    <a:pt x="15635" y="207356"/>
                    <a:pt x="10076" y="207356"/>
                  </a:cubicBezTo>
                  <a:cubicBezTo>
                    <a:pt x="4517" y="207356"/>
                    <a:pt x="281" y="212121"/>
                    <a:pt x="281" y="218209"/>
                  </a:cubicBezTo>
                  <a:cubicBezTo>
                    <a:pt x="281" y="227209"/>
                    <a:pt x="9546" y="234357"/>
                    <a:pt x="21193" y="234357"/>
                  </a:cubicBezTo>
                  <a:cubicBezTo>
                    <a:pt x="44753" y="234357"/>
                    <a:pt x="63283" y="208150"/>
                    <a:pt x="74136" y="159444"/>
                  </a:cubicBezTo>
                  <a:lnTo>
                    <a:pt x="93195" y="74736"/>
                  </a:lnTo>
                  <a:lnTo>
                    <a:pt x="122048" y="74736"/>
                  </a:lnTo>
                  <a:lnTo>
                    <a:pt x="123637" y="66265"/>
                  </a:lnTo>
                  <a:lnTo>
                    <a:pt x="95048" y="66265"/>
                  </a:lnTo>
                  <a:cubicBezTo>
                    <a:pt x="102724" y="24706"/>
                    <a:pt x="112519" y="5911"/>
                    <a:pt x="127343" y="5911"/>
                  </a:cubicBezTo>
                  <a:cubicBezTo>
                    <a:pt x="130784" y="5911"/>
                    <a:pt x="133166" y="7235"/>
                    <a:pt x="133166" y="9088"/>
                  </a:cubicBezTo>
                  <a:cubicBezTo>
                    <a:pt x="133166" y="9882"/>
                    <a:pt x="132901" y="10411"/>
                    <a:pt x="132107" y="11735"/>
                  </a:cubicBezTo>
                  <a:cubicBezTo>
                    <a:pt x="131048" y="14117"/>
                    <a:pt x="130519" y="15441"/>
                    <a:pt x="130519" y="17294"/>
                  </a:cubicBezTo>
                  <a:cubicBezTo>
                    <a:pt x="130519" y="23647"/>
                    <a:pt x="134490" y="27882"/>
                    <a:pt x="140313" y="27882"/>
                  </a:cubicBezTo>
                  <a:cubicBezTo>
                    <a:pt x="146402" y="27882"/>
                    <a:pt x="151431" y="23117"/>
                    <a:pt x="151431" y="17294"/>
                  </a:cubicBezTo>
                  <a:cubicBezTo>
                    <a:pt x="151431" y="7499"/>
                    <a:pt x="141637" y="88"/>
                    <a:pt x="128666" y="88"/>
                  </a:cubicBezTo>
                  <a:cubicBezTo>
                    <a:pt x="115695" y="88"/>
                    <a:pt x="105372" y="5911"/>
                    <a:pt x="95842" y="18353"/>
                  </a:cubicBezTo>
                  <a:cubicBezTo>
                    <a:pt x="87901" y="28676"/>
                    <a:pt x="82606" y="40853"/>
                    <a:pt x="74665" y="66265"/>
                  </a:cubicBezTo>
                  <a:lnTo>
                    <a:pt x="50312" y="66265"/>
                  </a:lnTo>
                  <a:lnTo>
                    <a:pt x="48459" y="7473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EC27A15E-25E7-061C-8725-3AE01C76B853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9701804" y="5437173"/>
              <a:ext cx="61412" cy="264710"/>
            </a:xfrm>
            <a:custGeom>
              <a:avLst/>
              <a:gdLst>
                <a:gd name="connsiteX0" fmla="*/ 61699 w 61412"/>
                <a:gd name="connsiteY0" fmla="*/ 262151 h 264710"/>
                <a:gd name="connsiteX1" fmla="*/ 57199 w 61412"/>
                <a:gd name="connsiteY1" fmla="*/ 256327 h 264710"/>
                <a:gd name="connsiteX2" fmla="*/ 15639 w 61412"/>
                <a:gd name="connsiteY2" fmla="*/ 132443 h 264710"/>
                <a:gd name="connsiteX3" fmla="*/ 58258 w 61412"/>
                <a:gd name="connsiteY3" fmla="*/ 7234 h 264710"/>
                <a:gd name="connsiteX4" fmla="*/ 61699 w 61412"/>
                <a:gd name="connsiteY4" fmla="*/ 2734 h 264710"/>
                <a:gd name="connsiteX5" fmla="*/ 59052 w 61412"/>
                <a:gd name="connsiteY5" fmla="*/ 87 h 264710"/>
                <a:gd name="connsiteX6" fmla="*/ 16963 w 61412"/>
                <a:gd name="connsiteY6" fmla="*/ 51706 h 264710"/>
                <a:gd name="connsiteX7" fmla="*/ 286 w 61412"/>
                <a:gd name="connsiteY7" fmla="*/ 132443 h 264710"/>
                <a:gd name="connsiteX8" fmla="*/ 17757 w 61412"/>
                <a:gd name="connsiteY8" fmla="*/ 215033 h 264710"/>
                <a:gd name="connsiteX9" fmla="*/ 59052 w 61412"/>
                <a:gd name="connsiteY9" fmla="*/ 264798 h 264710"/>
                <a:gd name="connsiteX10" fmla="*/ 61699 w 61412"/>
                <a:gd name="connsiteY10" fmla="*/ 262151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699" y="262151"/>
                  </a:moveTo>
                  <a:cubicBezTo>
                    <a:pt x="61699" y="261357"/>
                    <a:pt x="61699" y="260828"/>
                    <a:pt x="57199" y="256327"/>
                  </a:cubicBezTo>
                  <a:cubicBezTo>
                    <a:pt x="24110" y="222974"/>
                    <a:pt x="15639" y="172943"/>
                    <a:pt x="15639" y="132443"/>
                  </a:cubicBezTo>
                  <a:cubicBezTo>
                    <a:pt x="15639" y="86383"/>
                    <a:pt x="25698" y="40323"/>
                    <a:pt x="58258" y="7234"/>
                  </a:cubicBezTo>
                  <a:cubicBezTo>
                    <a:pt x="61699" y="4058"/>
                    <a:pt x="61699" y="3528"/>
                    <a:pt x="61699" y="2734"/>
                  </a:cubicBezTo>
                  <a:cubicBezTo>
                    <a:pt x="61699" y="881"/>
                    <a:pt x="60640" y="87"/>
                    <a:pt x="59052" y="87"/>
                  </a:cubicBezTo>
                  <a:cubicBezTo>
                    <a:pt x="56405" y="87"/>
                    <a:pt x="32581" y="18088"/>
                    <a:pt x="16963" y="51706"/>
                  </a:cubicBezTo>
                  <a:cubicBezTo>
                    <a:pt x="3463" y="80824"/>
                    <a:pt x="286" y="110207"/>
                    <a:pt x="286" y="132443"/>
                  </a:cubicBezTo>
                  <a:cubicBezTo>
                    <a:pt x="286" y="153090"/>
                    <a:pt x="3198" y="185120"/>
                    <a:pt x="17757" y="215033"/>
                  </a:cubicBezTo>
                  <a:cubicBezTo>
                    <a:pt x="33640" y="247592"/>
                    <a:pt x="56405" y="264798"/>
                    <a:pt x="59052" y="264798"/>
                  </a:cubicBezTo>
                  <a:cubicBezTo>
                    <a:pt x="60640" y="264798"/>
                    <a:pt x="61699" y="264004"/>
                    <a:pt x="61699" y="262151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6EA6E03F-2178-56E1-8DA9-9EE24113FA70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9771540" y="5518968"/>
              <a:ext cx="125472" cy="119649"/>
            </a:xfrm>
            <a:custGeom>
              <a:avLst/>
              <a:gdLst>
                <a:gd name="connsiteX0" fmla="*/ 113851 w 125472"/>
                <a:gd name="connsiteY0" fmla="*/ 87442 h 119649"/>
                <a:gd name="connsiteX1" fmla="*/ 108027 w 125472"/>
                <a:gd name="connsiteY1" fmla="*/ 94589 h 119649"/>
                <a:gd name="connsiteX2" fmla="*/ 95850 w 125472"/>
                <a:gd name="connsiteY2" fmla="*/ 105178 h 119649"/>
                <a:gd name="connsiteX3" fmla="*/ 87644 w 125472"/>
                <a:gd name="connsiteY3" fmla="*/ 94325 h 119649"/>
                <a:gd name="connsiteX4" fmla="*/ 86585 w 125472"/>
                <a:gd name="connsiteY4" fmla="*/ 89825 h 119649"/>
                <a:gd name="connsiteX5" fmla="*/ 77056 w 125472"/>
                <a:gd name="connsiteY5" fmla="*/ 46941 h 119649"/>
                <a:gd name="connsiteX6" fmla="*/ 102997 w 125472"/>
                <a:gd name="connsiteY6" fmla="*/ 14911 h 119649"/>
                <a:gd name="connsiteX7" fmla="*/ 109351 w 125472"/>
                <a:gd name="connsiteY7" fmla="*/ 17029 h 119649"/>
                <a:gd name="connsiteX8" fmla="*/ 116498 w 125472"/>
                <a:gd name="connsiteY8" fmla="*/ 19412 h 119649"/>
                <a:gd name="connsiteX9" fmla="*/ 125763 w 125472"/>
                <a:gd name="connsiteY9" fmla="*/ 9882 h 119649"/>
                <a:gd name="connsiteX10" fmla="*/ 114909 w 125472"/>
                <a:gd name="connsiteY10" fmla="*/ 88 h 119649"/>
                <a:gd name="connsiteX11" fmla="*/ 74938 w 125472"/>
                <a:gd name="connsiteY11" fmla="*/ 37941 h 119649"/>
                <a:gd name="connsiteX12" fmla="*/ 72026 w 125472"/>
                <a:gd name="connsiteY12" fmla="*/ 23382 h 119649"/>
                <a:gd name="connsiteX13" fmla="*/ 58261 w 125472"/>
                <a:gd name="connsiteY13" fmla="*/ 88 h 119649"/>
                <a:gd name="connsiteX14" fmla="*/ 27290 w 125472"/>
                <a:gd name="connsiteY14" fmla="*/ 7764 h 119649"/>
                <a:gd name="connsiteX15" fmla="*/ 24378 w 125472"/>
                <a:gd name="connsiteY15" fmla="*/ 8823 h 119649"/>
                <a:gd name="connsiteX16" fmla="*/ 25437 w 125472"/>
                <a:gd name="connsiteY16" fmla="*/ 12794 h 119649"/>
                <a:gd name="connsiteX17" fmla="*/ 40261 w 125472"/>
                <a:gd name="connsiteY17" fmla="*/ 9882 h 119649"/>
                <a:gd name="connsiteX18" fmla="*/ 52173 w 125472"/>
                <a:gd name="connsiteY18" fmla="*/ 28147 h 119649"/>
                <a:gd name="connsiteX19" fmla="*/ 59850 w 125472"/>
                <a:gd name="connsiteY19" fmla="*/ 60706 h 119649"/>
                <a:gd name="connsiteX20" fmla="*/ 38143 w 125472"/>
                <a:gd name="connsiteY20" fmla="*/ 91678 h 119649"/>
                <a:gd name="connsiteX21" fmla="*/ 24643 w 125472"/>
                <a:gd name="connsiteY21" fmla="*/ 104384 h 119649"/>
                <a:gd name="connsiteX22" fmla="*/ 17761 w 125472"/>
                <a:gd name="connsiteY22" fmla="*/ 102001 h 119649"/>
                <a:gd name="connsiteX23" fmla="*/ 9290 w 125472"/>
                <a:gd name="connsiteY23" fmla="*/ 99354 h 119649"/>
                <a:gd name="connsiteX24" fmla="*/ 290 w 125472"/>
                <a:gd name="connsiteY24" fmla="*/ 108619 h 119649"/>
                <a:gd name="connsiteX25" fmla="*/ 13525 w 125472"/>
                <a:gd name="connsiteY25" fmla="*/ 119737 h 119649"/>
                <a:gd name="connsiteX26" fmla="*/ 38143 w 125472"/>
                <a:gd name="connsiteY26" fmla="*/ 101207 h 119649"/>
                <a:gd name="connsiteX27" fmla="*/ 61967 w 125472"/>
                <a:gd name="connsiteY27" fmla="*/ 70236 h 119649"/>
                <a:gd name="connsiteX28" fmla="*/ 69909 w 125472"/>
                <a:gd name="connsiteY28" fmla="*/ 102001 h 119649"/>
                <a:gd name="connsiteX29" fmla="*/ 85262 w 125472"/>
                <a:gd name="connsiteY29" fmla="*/ 119737 h 119649"/>
                <a:gd name="connsiteX30" fmla="*/ 117557 w 125472"/>
                <a:gd name="connsiteY30" fmla="*/ 89560 h 119649"/>
                <a:gd name="connsiteX31" fmla="*/ 113851 w 125472"/>
                <a:gd name="connsiteY31" fmla="*/ 87442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51" y="87442"/>
                  </a:moveTo>
                  <a:cubicBezTo>
                    <a:pt x="111733" y="89825"/>
                    <a:pt x="110409" y="91413"/>
                    <a:pt x="108027" y="94589"/>
                  </a:cubicBezTo>
                  <a:cubicBezTo>
                    <a:pt x="101939" y="102531"/>
                    <a:pt x="98762" y="105178"/>
                    <a:pt x="95850" y="105178"/>
                  </a:cubicBezTo>
                  <a:cubicBezTo>
                    <a:pt x="91880" y="105178"/>
                    <a:pt x="89497" y="101737"/>
                    <a:pt x="87644" y="94325"/>
                  </a:cubicBezTo>
                  <a:cubicBezTo>
                    <a:pt x="87115" y="92207"/>
                    <a:pt x="86850" y="90619"/>
                    <a:pt x="86585" y="89825"/>
                  </a:cubicBezTo>
                  <a:cubicBezTo>
                    <a:pt x="79968" y="63089"/>
                    <a:pt x="77056" y="50912"/>
                    <a:pt x="77056" y="46941"/>
                  </a:cubicBezTo>
                  <a:cubicBezTo>
                    <a:pt x="88703" y="26559"/>
                    <a:pt x="98233" y="14911"/>
                    <a:pt x="102997" y="14911"/>
                  </a:cubicBezTo>
                  <a:cubicBezTo>
                    <a:pt x="104586" y="14911"/>
                    <a:pt x="106703" y="15706"/>
                    <a:pt x="109351" y="17029"/>
                  </a:cubicBezTo>
                  <a:cubicBezTo>
                    <a:pt x="112527" y="18882"/>
                    <a:pt x="114380" y="19412"/>
                    <a:pt x="116498" y="19412"/>
                  </a:cubicBezTo>
                  <a:cubicBezTo>
                    <a:pt x="122057" y="19412"/>
                    <a:pt x="125763" y="15441"/>
                    <a:pt x="125763" y="9882"/>
                  </a:cubicBezTo>
                  <a:cubicBezTo>
                    <a:pt x="125763" y="4323"/>
                    <a:pt x="121262" y="88"/>
                    <a:pt x="114909" y="88"/>
                  </a:cubicBezTo>
                  <a:cubicBezTo>
                    <a:pt x="103262" y="88"/>
                    <a:pt x="93203" y="9617"/>
                    <a:pt x="74938" y="37941"/>
                  </a:cubicBezTo>
                  <a:lnTo>
                    <a:pt x="72026" y="23382"/>
                  </a:lnTo>
                  <a:cubicBezTo>
                    <a:pt x="68320" y="5382"/>
                    <a:pt x="65408" y="88"/>
                    <a:pt x="58261" y="88"/>
                  </a:cubicBezTo>
                  <a:cubicBezTo>
                    <a:pt x="52438" y="88"/>
                    <a:pt x="43437" y="2470"/>
                    <a:pt x="27290" y="7764"/>
                  </a:cubicBezTo>
                  <a:lnTo>
                    <a:pt x="24378" y="8823"/>
                  </a:lnTo>
                  <a:lnTo>
                    <a:pt x="25437" y="12794"/>
                  </a:lnTo>
                  <a:cubicBezTo>
                    <a:pt x="35496" y="10411"/>
                    <a:pt x="37879" y="9882"/>
                    <a:pt x="40261" y="9882"/>
                  </a:cubicBezTo>
                  <a:cubicBezTo>
                    <a:pt x="46879" y="9882"/>
                    <a:pt x="48467" y="12264"/>
                    <a:pt x="52173" y="28147"/>
                  </a:cubicBezTo>
                  <a:lnTo>
                    <a:pt x="59850" y="60706"/>
                  </a:lnTo>
                  <a:lnTo>
                    <a:pt x="38143" y="91678"/>
                  </a:lnTo>
                  <a:cubicBezTo>
                    <a:pt x="32849" y="99619"/>
                    <a:pt x="27555" y="104384"/>
                    <a:pt x="24643" y="104384"/>
                  </a:cubicBezTo>
                  <a:cubicBezTo>
                    <a:pt x="23055" y="104384"/>
                    <a:pt x="20408" y="103590"/>
                    <a:pt x="17761" y="102001"/>
                  </a:cubicBezTo>
                  <a:cubicBezTo>
                    <a:pt x="14319" y="100148"/>
                    <a:pt x="11407" y="99354"/>
                    <a:pt x="9290" y="99354"/>
                  </a:cubicBezTo>
                  <a:cubicBezTo>
                    <a:pt x="4260" y="99354"/>
                    <a:pt x="290" y="103325"/>
                    <a:pt x="290" y="108619"/>
                  </a:cubicBezTo>
                  <a:cubicBezTo>
                    <a:pt x="290" y="115502"/>
                    <a:pt x="5584" y="119737"/>
                    <a:pt x="13525" y="119737"/>
                  </a:cubicBezTo>
                  <a:cubicBezTo>
                    <a:pt x="21731" y="119737"/>
                    <a:pt x="24908" y="117355"/>
                    <a:pt x="38143" y="101207"/>
                  </a:cubicBezTo>
                  <a:cubicBezTo>
                    <a:pt x="45290" y="92736"/>
                    <a:pt x="50849" y="85589"/>
                    <a:pt x="61967" y="70236"/>
                  </a:cubicBezTo>
                  <a:lnTo>
                    <a:pt x="69909" y="102001"/>
                  </a:lnTo>
                  <a:cubicBezTo>
                    <a:pt x="73350" y="115502"/>
                    <a:pt x="76791" y="119737"/>
                    <a:pt x="85262" y="119737"/>
                  </a:cubicBezTo>
                  <a:cubicBezTo>
                    <a:pt x="95321" y="119737"/>
                    <a:pt x="102203" y="113384"/>
                    <a:pt x="117557" y="89560"/>
                  </a:cubicBezTo>
                  <a:lnTo>
                    <a:pt x="113851" y="8744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35633DA-8048-54C7-5BB4-D62620D5C6FD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9918402" y="5543424"/>
              <a:ext cx="55435" cy="132418"/>
            </a:xfrm>
            <a:custGeom>
              <a:avLst/>
              <a:gdLst>
                <a:gd name="connsiteX0" fmla="*/ 35552 w 55435"/>
                <a:gd name="connsiteY0" fmla="*/ 91 h 132418"/>
                <a:gd name="connsiteX1" fmla="*/ 293 w 55435"/>
                <a:gd name="connsiteY1" fmla="*/ 17916 h 132418"/>
                <a:gd name="connsiteX2" fmla="*/ 293 w 55435"/>
                <a:gd name="connsiteY2" fmla="*/ 20659 h 132418"/>
                <a:gd name="connsiteX3" fmla="*/ 5582 w 55435"/>
                <a:gd name="connsiteY3" fmla="*/ 18504 h 132418"/>
                <a:gd name="connsiteX4" fmla="*/ 14397 w 55435"/>
                <a:gd name="connsiteY4" fmla="*/ 16349 h 132418"/>
                <a:gd name="connsiteX5" fmla="*/ 20273 w 55435"/>
                <a:gd name="connsiteY5" fmla="*/ 25556 h 132418"/>
                <a:gd name="connsiteX6" fmla="*/ 20273 w 55435"/>
                <a:gd name="connsiteY6" fmla="*/ 114292 h 132418"/>
                <a:gd name="connsiteX7" fmla="*/ 15572 w 55435"/>
                <a:gd name="connsiteY7" fmla="*/ 127025 h 132418"/>
                <a:gd name="connsiteX8" fmla="*/ 1664 w 55435"/>
                <a:gd name="connsiteY8" fmla="*/ 129571 h 132418"/>
                <a:gd name="connsiteX9" fmla="*/ 1664 w 55435"/>
                <a:gd name="connsiteY9" fmla="*/ 132509 h 132418"/>
                <a:gd name="connsiteX10" fmla="*/ 55729 w 55435"/>
                <a:gd name="connsiteY10" fmla="*/ 132509 h 132418"/>
                <a:gd name="connsiteX11" fmla="*/ 55729 w 55435"/>
                <a:gd name="connsiteY11" fmla="*/ 129571 h 132418"/>
                <a:gd name="connsiteX12" fmla="*/ 37119 w 55435"/>
                <a:gd name="connsiteY12" fmla="*/ 118014 h 132418"/>
                <a:gd name="connsiteX13" fmla="*/ 37119 w 55435"/>
                <a:gd name="connsiteY13" fmla="*/ 482 h 132418"/>
                <a:gd name="connsiteX14" fmla="*/ 35552 w 55435"/>
                <a:gd name="connsiteY14" fmla="*/ 91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552" y="91"/>
                  </a:moveTo>
                  <a:lnTo>
                    <a:pt x="293" y="17916"/>
                  </a:lnTo>
                  <a:lnTo>
                    <a:pt x="293" y="20659"/>
                  </a:lnTo>
                  <a:cubicBezTo>
                    <a:pt x="2643" y="19679"/>
                    <a:pt x="4798" y="18896"/>
                    <a:pt x="5582" y="18504"/>
                  </a:cubicBezTo>
                  <a:cubicBezTo>
                    <a:pt x="9108" y="17133"/>
                    <a:pt x="12438" y="16349"/>
                    <a:pt x="14397" y="16349"/>
                  </a:cubicBezTo>
                  <a:cubicBezTo>
                    <a:pt x="18510" y="16349"/>
                    <a:pt x="20273" y="19287"/>
                    <a:pt x="20273" y="25556"/>
                  </a:cubicBezTo>
                  <a:lnTo>
                    <a:pt x="20273" y="114292"/>
                  </a:lnTo>
                  <a:cubicBezTo>
                    <a:pt x="20273" y="120756"/>
                    <a:pt x="18706" y="125262"/>
                    <a:pt x="15572" y="127025"/>
                  </a:cubicBezTo>
                  <a:cubicBezTo>
                    <a:pt x="12634" y="128788"/>
                    <a:pt x="9891" y="129375"/>
                    <a:pt x="1664" y="129571"/>
                  </a:cubicBezTo>
                  <a:lnTo>
                    <a:pt x="1664" y="132509"/>
                  </a:lnTo>
                  <a:lnTo>
                    <a:pt x="55729" y="132509"/>
                  </a:lnTo>
                  <a:lnTo>
                    <a:pt x="55729" y="129571"/>
                  </a:lnTo>
                  <a:cubicBezTo>
                    <a:pt x="40254" y="129375"/>
                    <a:pt x="37119" y="127416"/>
                    <a:pt x="37119" y="118014"/>
                  </a:cubicBezTo>
                  <a:lnTo>
                    <a:pt x="37119" y="482"/>
                  </a:lnTo>
                  <a:lnTo>
                    <a:pt x="35552" y="9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B5EF469B-4CC3-145B-D32F-791D36B4B276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0023342" y="5437173"/>
              <a:ext cx="61412" cy="264710"/>
            </a:xfrm>
            <a:custGeom>
              <a:avLst/>
              <a:gdLst>
                <a:gd name="connsiteX0" fmla="*/ 61711 w 61412"/>
                <a:gd name="connsiteY0" fmla="*/ 132443 h 264710"/>
                <a:gd name="connsiteX1" fmla="*/ 44240 w 61412"/>
                <a:gd name="connsiteY1" fmla="*/ 49853 h 264710"/>
                <a:gd name="connsiteX2" fmla="*/ 2945 w 61412"/>
                <a:gd name="connsiteY2" fmla="*/ 87 h 264710"/>
                <a:gd name="connsiteX3" fmla="*/ 298 w 61412"/>
                <a:gd name="connsiteY3" fmla="*/ 2734 h 264710"/>
                <a:gd name="connsiteX4" fmla="*/ 5328 w 61412"/>
                <a:gd name="connsiteY4" fmla="*/ 8823 h 264710"/>
                <a:gd name="connsiteX5" fmla="*/ 46358 w 61412"/>
                <a:gd name="connsiteY5" fmla="*/ 132443 h 264710"/>
                <a:gd name="connsiteX6" fmla="*/ 3740 w 61412"/>
                <a:gd name="connsiteY6" fmla="*/ 257651 h 264710"/>
                <a:gd name="connsiteX7" fmla="*/ 298 w 61412"/>
                <a:gd name="connsiteY7" fmla="*/ 262151 h 264710"/>
                <a:gd name="connsiteX8" fmla="*/ 2945 w 61412"/>
                <a:gd name="connsiteY8" fmla="*/ 264798 h 264710"/>
                <a:gd name="connsiteX9" fmla="*/ 45035 w 61412"/>
                <a:gd name="connsiteY9" fmla="*/ 213180 h 264710"/>
                <a:gd name="connsiteX10" fmla="*/ 61711 w 61412"/>
                <a:gd name="connsiteY10" fmla="*/ 132443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11" y="132443"/>
                  </a:moveTo>
                  <a:cubicBezTo>
                    <a:pt x="61711" y="111795"/>
                    <a:pt x="58800" y="79765"/>
                    <a:pt x="44240" y="49853"/>
                  </a:cubicBezTo>
                  <a:cubicBezTo>
                    <a:pt x="28358" y="17293"/>
                    <a:pt x="5593" y="87"/>
                    <a:pt x="2945" y="87"/>
                  </a:cubicBezTo>
                  <a:cubicBezTo>
                    <a:pt x="1357" y="87"/>
                    <a:pt x="298" y="1146"/>
                    <a:pt x="298" y="2734"/>
                  </a:cubicBezTo>
                  <a:cubicBezTo>
                    <a:pt x="298" y="3528"/>
                    <a:pt x="298" y="4058"/>
                    <a:pt x="5328" y="8823"/>
                  </a:cubicBezTo>
                  <a:cubicBezTo>
                    <a:pt x="31270" y="35029"/>
                    <a:pt x="46358" y="77118"/>
                    <a:pt x="46358" y="132443"/>
                  </a:cubicBezTo>
                  <a:cubicBezTo>
                    <a:pt x="46358" y="177708"/>
                    <a:pt x="36564" y="224297"/>
                    <a:pt x="3740" y="257651"/>
                  </a:cubicBezTo>
                  <a:cubicBezTo>
                    <a:pt x="298" y="260828"/>
                    <a:pt x="298" y="261357"/>
                    <a:pt x="298" y="262151"/>
                  </a:cubicBezTo>
                  <a:cubicBezTo>
                    <a:pt x="298" y="263739"/>
                    <a:pt x="1357" y="264798"/>
                    <a:pt x="2945" y="264798"/>
                  </a:cubicBezTo>
                  <a:cubicBezTo>
                    <a:pt x="5593" y="264798"/>
                    <a:pt x="29417" y="246798"/>
                    <a:pt x="45035" y="213180"/>
                  </a:cubicBezTo>
                  <a:cubicBezTo>
                    <a:pt x="58535" y="184061"/>
                    <a:pt x="61711" y="154678"/>
                    <a:pt x="61711" y="13244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92CFA25A-8C18-3879-66AF-F7C3C5BE1AA7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0163070" y="5481379"/>
              <a:ext cx="176032" cy="176297"/>
            </a:xfrm>
            <a:custGeom>
              <a:avLst/>
              <a:gdLst>
                <a:gd name="connsiteX0" fmla="*/ 93747 w 176032"/>
                <a:gd name="connsiteY0" fmla="*/ 93530 h 176297"/>
                <a:gd name="connsiteX1" fmla="*/ 167602 w 176032"/>
                <a:gd name="connsiteY1" fmla="*/ 93530 h 176297"/>
                <a:gd name="connsiteX2" fmla="*/ 176337 w 176032"/>
                <a:gd name="connsiteY2" fmla="*/ 88236 h 176297"/>
                <a:gd name="connsiteX3" fmla="*/ 167602 w 176032"/>
                <a:gd name="connsiteY3" fmla="*/ 82942 h 176297"/>
                <a:gd name="connsiteX4" fmla="*/ 93747 w 176032"/>
                <a:gd name="connsiteY4" fmla="*/ 82942 h 176297"/>
                <a:gd name="connsiteX5" fmla="*/ 93747 w 176032"/>
                <a:gd name="connsiteY5" fmla="*/ 8823 h 176297"/>
                <a:gd name="connsiteX6" fmla="*/ 88453 w 176032"/>
                <a:gd name="connsiteY6" fmla="*/ 87 h 176297"/>
                <a:gd name="connsiteX7" fmla="*/ 83159 w 176032"/>
                <a:gd name="connsiteY7" fmla="*/ 8823 h 176297"/>
                <a:gd name="connsiteX8" fmla="*/ 83159 w 176032"/>
                <a:gd name="connsiteY8" fmla="*/ 82942 h 176297"/>
                <a:gd name="connsiteX9" fmla="*/ 9040 w 176032"/>
                <a:gd name="connsiteY9" fmla="*/ 82942 h 176297"/>
                <a:gd name="connsiteX10" fmla="*/ 304 w 176032"/>
                <a:gd name="connsiteY10" fmla="*/ 88236 h 176297"/>
                <a:gd name="connsiteX11" fmla="*/ 9040 w 176032"/>
                <a:gd name="connsiteY11" fmla="*/ 93530 h 176297"/>
                <a:gd name="connsiteX12" fmla="*/ 83159 w 176032"/>
                <a:gd name="connsiteY12" fmla="*/ 93530 h 176297"/>
                <a:gd name="connsiteX13" fmla="*/ 83159 w 176032"/>
                <a:gd name="connsiteY13" fmla="*/ 167649 h 176297"/>
                <a:gd name="connsiteX14" fmla="*/ 88453 w 176032"/>
                <a:gd name="connsiteY14" fmla="*/ 176385 h 176297"/>
                <a:gd name="connsiteX15" fmla="*/ 93747 w 176032"/>
                <a:gd name="connsiteY15" fmla="*/ 167649 h 176297"/>
                <a:gd name="connsiteX16" fmla="*/ 93747 w 176032"/>
                <a:gd name="connsiteY16" fmla="*/ 93530 h 17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032" h="176297">
                  <a:moveTo>
                    <a:pt x="93747" y="93530"/>
                  </a:moveTo>
                  <a:lnTo>
                    <a:pt x="167602" y="93530"/>
                  </a:lnTo>
                  <a:cubicBezTo>
                    <a:pt x="171308" y="93530"/>
                    <a:pt x="176337" y="93530"/>
                    <a:pt x="176337" y="88236"/>
                  </a:cubicBezTo>
                  <a:cubicBezTo>
                    <a:pt x="176337" y="82942"/>
                    <a:pt x="171308" y="82942"/>
                    <a:pt x="167602" y="82942"/>
                  </a:cubicBezTo>
                  <a:lnTo>
                    <a:pt x="93747" y="82942"/>
                  </a:lnTo>
                  <a:lnTo>
                    <a:pt x="93747" y="8823"/>
                  </a:lnTo>
                  <a:cubicBezTo>
                    <a:pt x="93747" y="5117"/>
                    <a:pt x="93747" y="87"/>
                    <a:pt x="88453" y="87"/>
                  </a:cubicBezTo>
                  <a:cubicBezTo>
                    <a:pt x="83159" y="87"/>
                    <a:pt x="83159" y="5117"/>
                    <a:pt x="83159" y="8823"/>
                  </a:cubicBezTo>
                  <a:lnTo>
                    <a:pt x="83159" y="82942"/>
                  </a:lnTo>
                  <a:lnTo>
                    <a:pt x="9040" y="82942"/>
                  </a:lnTo>
                  <a:cubicBezTo>
                    <a:pt x="5334" y="82942"/>
                    <a:pt x="304" y="82942"/>
                    <a:pt x="304" y="88236"/>
                  </a:cubicBezTo>
                  <a:cubicBezTo>
                    <a:pt x="304" y="93530"/>
                    <a:pt x="5334" y="93530"/>
                    <a:pt x="9040" y="93530"/>
                  </a:cubicBezTo>
                  <a:lnTo>
                    <a:pt x="83159" y="93530"/>
                  </a:lnTo>
                  <a:lnTo>
                    <a:pt x="83159" y="167649"/>
                  </a:lnTo>
                  <a:cubicBezTo>
                    <a:pt x="83159" y="171355"/>
                    <a:pt x="83159" y="176385"/>
                    <a:pt x="88453" y="176385"/>
                  </a:cubicBezTo>
                  <a:cubicBezTo>
                    <a:pt x="93747" y="176385"/>
                    <a:pt x="93747" y="171355"/>
                    <a:pt x="93747" y="167649"/>
                  </a:cubicBezTo>
                  <a:lnTo>
                    <a:pt x="93747" y="9353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231A7BAB-FA37-0077-A470-C141458DB439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0560490" y="5257294"/>
              <a:ext cx="61412" cy="264710"/>
            </a:xfrm>
            <a:custGeom>
              <a:avLst/>
              <a:gdLst>
                <a:gd name="connsiteX0" fmla="*/ 61731 w 61412"/>
                <a:gd name="connsiteY0" fmla="*/ 262144 h 264710"/>
                <a:gd name="connsiteX1" fmla="*/ 57231 w 61412"/>
                <a:gd name="connsiteY1" fmla="*/ 256321 h 264710"/>
                <a:gd name="connsiteX2" fmla="*/ 15672 w 61412"/>
                <a:gd name="connsiteY2" fmla="*/ 132436 h 264710"/>
                <a:gd name="connsiteX3" fmla="*/ 58290 w 61412"/>
                <a:gd name="connsiteY3" fmla="*/ 7228 h 264710"/>
                <a:gd name="connsiteX4" fmla="*/ 61731 w 61412"/>
                <a:gd name="connsiteY4" fmla="*/ 2728 h 264710"/>
                <a:gd name="connsiteX5" fmla="*/ 59084 w 61412"/>
                <a:gd name="connsiteY5" fmla="*/ 80 h 264710"/>
                <a:gd name="connsiteX6" fmla="*/ 16995 w 61412"/>
                <a:gd name="connsiteY6" fmla="*/ 51699 h 264710"/>
                <a:gd name="connsiteX7" fmla="*/ 318 w 61412"/>
                <a:gd name="connsiteY7" fmla="*/ 132436 h 264710"/>
                <a:gd name="connsiteX8" fmla="*/ 17789 w 61412"/>
                <a:gd name="connsiteY8" fmla="*/ 215026 h 264710"/>
                <a:gd name="connsiteX9" fmla="*/ 59084 w 61412"/>
                <a:gd name="connsiteY9" fmla="*/ 264791 h 264710"/>
                <a:gd name="connsiteX10" fmla="*/ 61731 w 61412"/>
                <a:gd name="connsiteY10" fmla="*/ 262144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31" y="262144"/>
                  </a:moveTo>
                  <a:cubicBezTo>
                    <a:pt x="61731" y="261350"/>
                    <a:pt x="61731" y="260821"/>
                    <a:pt x="57231" y="256321"/>
                  </a:cubicBezTo>
                  <a:cubicBezTo>
                    <a:pt x="24142" y="222967"/>
                    <a:pt x="15672" y="172937"/>
                    <a:pt x="15672" y="132436"/>
                  </a:cubicBezTo>
                  <a:cubicBezTo>
                    <a:pt x="15672" y="86376"/>
                    <a:pt x="25731" y="40316"/>
                    <a:pt x="58290" y="7228"/>
                  </a:cubicBezTo>
                  <a:cubicBezTo>
                    <a:pt x="61731" y="4051"/>
                    <a:pt x="61731" y="3522"/>
                    <a:pt x="61731" y="2728"/>
                  </a:cubicBezTo>
                  <a:cubicBezTo>
                    <a:pt x="61731" y="875"/>
                    <a:pt x="60672" y="80"/>
                    <a:pt x="59084" y="80"/>
                  </a:cubicBezTo>
                  <a:cubicBezTo>
                    <a:pt x="56437" y="80"/>
                    <a:pt x="32613" y="18081"/>
                    <a:pt x="16995" y="51699"/>
                  </a:cubicBezTo>
                  <a:cubicBezTo>
                    <a:pt x="3495" y="80817"/>
                    <a:pt x="318" y="110200"/>
                    <a:pt x="318" y="132436"/>
                  </a:cubicBezTo>
                  <a:cubicBezTo>
                    <a:pt x="318" y="153083"/>
                    <a:pt x="3230" y="185113"/>
                    <a:pt x="17789" y="215026"/>
                  </a:cubicBezTo>
                  <a:cubicBezTo>
                    <a:pt x="33672" y="247585"/>
                    <a:pt x="56437" y="264791"/>
                    <a:pt x="59084" y="264791"/>
                  </a:cubicBezTo>
                  <a:cubicBezTo>
                    <a:pt x="60672" y="264791"/>
                    <a:pt x="61731" y="263997"/>
                    <a:pt x="61731" y="26214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3208FE1-5031-247D-8D94-9033E83DB022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0630226" y="5339090"/>
              <a:ext cx="125472" cy="119649"/>
            </a:xfrm>
            <a:custGeom>
              <a:avLst/>
              <a:gdLst>
                <a:gd name="connsiteX0" fmla="*/ 113883 w 125472"/>
                <a:gd name="connsiteY0" fmla="*/ 87435 h 119649"/>
                <a:gd name="connsiteX1" fmla="*/ 108059 w 125472"/>
                <a:gd name="connsiteY1" fmla="*/ 94583 h 119649"/>
                <a:gd name="connsiteX2" fmla="*/ 95882 w 125472"/>
                <a:gd name="connsiteY2" fmla="*/ 105171 h 119649"/>
                <a:gd name="connsiteX3" fmla="*/ 87676 w 125472"/>
                <a:gd name="connsiteY3" fmla="*/ 94318 h 119649"/>
                <a:gd name="connsiteX4" fmla="*/ 86618 w 125472"/>
                <a:gd name="connsiteY4" fmla="*/ 89818 h 119649"/>
                <a:gd name="connsiteX5" fmla="*/ 77088 w 125472"/>
                <a:gd name="connsiteY5" fmla="*/ 46935 h 119649"/>
                <a:gd name="connsiteX6" fmla="*/ 103030 w 125472"/>
                <a:gd name="connsiteY6" fmla="*/ 14905 h 119649"/>
                <a:gd name="connsiteX7" fmla="*/ 109383 w 125472"/>
                <a:gd name="connsiteY7" fmla="*/ 17022 h 119649"/>
                <a:gd name="connsiteX8" fmla="*/ 116530 w 125472"/>
                <a:gd name="connsiteY8" fmla="*/ 19405 h 119649"/>
                <a:gd name="connsiteX9" fmla="*/ 125795 w 125472"/>
                <a:gd name="connsiteY9" fmla="*/ 9875 h 119649"/>
                <a:gd name="connsiteX10" fmla="*/ 114942 w 125472"/>
                <a:gd name="connsiteY10" fmla="*/ 81 h 119649"/>
                <a:gd name="connsiteX11" fmla="*/ 74970 w 125472"/>
                <a:gd name="connsiteY11" fmla="*/ 37935 h 119649"/>
                <a:gd name="connsiteX12" fmla="*/ 72058 w 125472"/>
                <a:gd name="connsiteY12" fmla="*/ 23375 h 119649"/>
                <a:gd name="connsiteX13" fmla="*/ 58293 w 125472"/>
                <a:gd name="connsiteY13" fmla="*/ 81 h 119649"/>
                <a:gd name="connsiteX14" fmla="*/ 27322 w 125472"/>
                <a:gd name="connsiteY14" fmla="*/ 7758 h 119649"/>
                <a:gd name="connsiteX15" fmla="*/ 24410 w 125472"/>
                <a:gd name="connsiteY15" fmla="*/ 8816 h 119649"/>
                <a:gd name="connsiteX16" fmla="*/ 25469 w 125472"/>
                <a:gd name="connsiteY16" fmla="*/ 12787 h 119649"/>
                <a:gd name="connsiteX17" fmla="*/ 40293 w 125472"/>
                <a:gd name="connsiteY17" fmla="*/ 9875 h 119649"/>
                <a:gd name="connsiteX18" fmla="*/ 52205 w 125472"/>
                <a:gd name="connsiteY18" fmla="*/ 28140 h 119649"/>
                <a:gd name="connsiteX19" fmla="*/ 59882 w 125472"/>
                <a:gd name="connsiteY19" fmla="*/ 60700 h 119649"/>
                <a:gd name="connsiteX20" fmla="*/ 38175 w 125472"/>
                <a:gd name="connsiteY20" fmla="*/ 91671 h 119649"/>
                <a:gd name="connsiteX21" fmla="*/ 24675 w 125472"/>
                <a:gd name="connsiteY21" fmla="*/ 104377 h 119649"/>
                <a:gd name="connsiteX22" fmla="*/ 17793 w 125472"/>
                <a:gd name="connsiteY22" fmla="*/ 101995 h 119649"/>
                <a:gd name="connsiteX23" fmla="*/ 9322 w 125472"/>
                <a:gd name="connsiteY23" fmla="*/ 99347 h 119649"/>
                <a:gd name="connsiteX24" fmla="*/ 322 w 125472"/>
                <a:gd name="connsiteY24" fmla="*/ 108612 h 119649"/>
                <a:gd name="connsiteX25" fmla="*/ 13557 w 125472"/>
                <a:gd name="connsiteY25" fmla="*/ 119730 h 119649"/>
                <a:gd name="connsiteX26" fmla="*/ 38175 w 125472"/>
                <a:gd name="connsiteY26" fmla="*/ 101200 h 119649"/>
                <a:gd name="connsiteX27" fmla="*/ 61999 w 125472"/>
                <a:gd name="connsiteY27" fmla="*/ 70229 h 119649"/>
                <a:gd name="connsiteX28" fmla="*/ 69941 w 125472"/>
                <a:gd name="connsiteY28" fmla="*/ 101995 h 119649"/>
                <a:gd name="connsiteX29" fmla="*/ 85294 w 125472"/>
                <a:gd name="connsiteY29" fmla="*/ 119730 h 119649"/>
                <a:gd name="connsiteX30" fmla="*/ 117589 w 125472"/>
                <a:gd name="connsiteY30" fmla="*/ 89553 h 119649"/>
                <a:gd name="connsiteX31" fmla="*/ 113883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83" y="87435"/>
                  </a:moveTo>
                  <a:cubicBezTo>
                    <a:pt x="111765" y="89818"/>
                    <a:pt x="110442" y="91406"/>
                    <a:pt x="108059" y="94583"/>
                  </a:cubicBezTo>
                  <a:cubicBezTo>
                    <a:pt x="101971" y="102524"/>
                    <a:pt x="98794" y="105171"/>
                    <a:pt x="95882" y="105171"/>
                  </a:cubicBezTo>
                  <a:cubicBezTo>
                    <a:pt x="91912" y="105171"/>
                    <a:pt x="89529" y="101730"/>
                    <a:pt x="87676" y="94318"/>
                  </a:cubicBezTo>
                  <a:cubicBezTo>
                    <a:pt x="87147" y="92200"/>
                    <a:pt x="86882" y="90612"/>
                    <a:pt x="86618" y="89818"/>
                  </a:cubicBezTo>
                  <a:cubicBezTo>
                    <a:pt x="80000" y="63082"/>
                    <a:pt x="77088" y="50905"/>
                    <a:pt x="77088" y="46935"/>
                  </a:cubicBezTo>
                  <a:cubicBezTo>
                    <a:pt x="88735" y="26552"/>
                    <a:pt x="98265" y="14905"/>
                    <a:pt x="103030" y="14905"/>
                  </a:cubicBezTo>
                  <a:cubicBezTo>
                    <a:pt x="104618" y="14905"/>
                    <a:pt x="106736" y="15699"/>
                    <a:pt x="109383" y="17022"/>
                  </a:cubicBezTo>
                  <a:cubicBezTo>
                    <a:pt x="112559" y="18875"/>
                    <a:pt x="114412" y="19405"/>
                    <a:pt x="116530" y="19405"/>
                  </a:cubicBezTo>
                  <a:cubicBezTo>
                    <a:pt x="122089" y="19405"/>
                    <a:pt x="125795" y="15434"/>
                    <a:pt x="125795" y="9875"/>
                  </a:cubicBezTo>
                  <a:cubicBezTo>
                    <a:pt x="125795" y="4316"/>
                    <a:pt x="121295" y="81"/>
                    <a:pt x="114942" y="81"/>
                  </a:cubicBezTo>
                  <a:cubicBezTo>
                    <a:pt x="103294" y="81"/>
                    <a:pt x="93235" y="9610"/>
                    <a:pt x="74970" y="37935"/>
                  </a:cubicBezTo>
                  <a:lnTo>
                    <a:pt x="72058" y="23375"/>
                  </a:lnTo>
                  <a:cubicBezTo>
                    <a:pt x="68353" y="5375"/>
                    <a:pt x="65441" y="81"/>
                    <a:pt x="58293" y="81"/>
                  </a:cubicBezTo>
                  <a:cubicBezTo>
                    <a:pt x="52470" y="81"/>
                    <a:pt x="43470" y="2463"/>
                    <a:pt x="27322" y="7758"/>
                  </a:cubicBezTo>
                  <a:lnTo>
                    <a:pt x="24410" y="8816"/>
                  </a:lnTo>
                  <a:lnTo>
                    <a:pt x="25469" y="12787"/>
                  </a:lnTo>
                  <a:cubicBezTo>
                    <a:pt x="35528" y="10405"/>
                    <a:pt x="37911" y="9875"/>
                    <a:pt x="40293" y="9875"/>
                  </a:cubicBezTo>
                  <a:cubicBezTo>
                    <a:pt x="46911" y="9875"/>
                    <a:pt x="48499" y="12258"/>
                    <a:pt x="52205" y="28140"/>
                  </a:cubicBezTo>
                  <a:lnTo>
                    <a:pt x="59882" y="60700"/>
                  </a:lnTo>
                  <a:lnTo>
                    <a:pt x="38175" y="91671"/>
                  </a:lnTo>
                  <a:cubicBezTo>
                    <a:pt x="32881" y="99612"/>
                    <a:pt x="27587" y="104377"/>
                    <a:pt x="24675" y="104377"/>
                  </a:cubicBezTo>
                  <a:cubicBezTo>
                    <a:pt x="23087" y="104377"/>
                    <a:pt x="20440" y="103583"/>
                    <a:pt x="17793" y="101995"/>
                  </a:cubicBezTo>
                  <a:cubicBezTo>
                    <a:pt x="14351" y="100142"/>
                    <a:pt x="11440" y="99347"/>
                    <a:pt x="9322" y="99347"/>
                  </a:cubicBezTo>
                  <a:cubicBezTo>
                    <a:pt x="4292" y="99347"/>
                    <a:pt x="322" y="103318"/>
                    <a:pt x="322" y="108612"/>
                  </a:cubicBezTo>
                  <a:cubicBezTo>
                    <a:pt x="322" y="115495"/>
                    <a:pt x="5616" y="119730"/>
                    <a:pt x="13557" y="119730"/>
                  </a:cubicBezTo>
                  <a:cubicBezTo>
                    <a:pt x="21763" y="119730"/>
                    <a:pt x="24940" y="117348"/>
                    <a:pt x="38175" y="101200"/>
                  </a:cubicBezTo>
                  <a:cubicBezTo>
                    <a:pt x="45323" y="92730"/>
                    <a:pt x="50882" y="85582"/>
                    <a:pt x="61999" y="70229"/>
                  </a:cubicBezTo>
                  <a:lnTo>
                    <a:pt x="69941" y="101995"/>
                  </a:lnTo>
                  <a:cubicBezTo>
                    <a:pt x="73382" y="115495"/>
                    <a:pt x="76823" y="119730"/>
                    <a:pt x="85294" y="119730"/>
                  </a:cubicBezTo>
                  <a:cubicBezTo>
                    <a:pt x="95353" y="119730"/>
                    <a:pt x="102236" y="113377"/>
                    <a:pt x="117589" y="89553"/>
                  </a:cubicBezTo>
                  <a:lnTo>
                    <a:pt x="113883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CBF7547A-15DD-EB29-EFA6-D8A5A2AEF070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10815012" y="5384355"/>
              <a:ext cx="161738" cy="10588"/>
            </a:xfrm>
            <a:custGeom>
              <a:avLst/>
              <a:gdLst>
                <a:gd name="connsiteX0" fmla="*/ 152801 w 161738"/>
                <a:gd name="connsiteY0" fmla="*/ 10670 h 10588"/>
                <a:gd name="connsiteX1" fmla="*/ 162065 w 161738"/>
                <a:gd name="connsiteY1" fmla="*/ 5376 h 10588"/>
                <a:gd name="connsiteX2" fmla="*/ 152801 w 161738"/>
                <a:gd name="connsiteY2" fmla="*/ 81 h 10588"/>
                <a:gd name="connsiteX3" fmla="*/ 9592 w 161738"/>
                <a:gd name="connsiteY3" fmla="*/ 81 h 10588"/>
                <a:gd name="connsiteX4" fmla="*/ 327 w 161738"/>
                <a:gd name="connsiteY4" fmla="*/ 5376 h 10588"/>
                <a:gd name="connsiteX5" fmla="*/ 9592 w 161738"/>
                <a:gd name="connsiteY5" fmla="*/ 10670 h 10588"/>
                <a:gd name="connsiteX6" fmla="*/ 152801 w 161738"/>
                <a:gd name="connsiteY6" fmla="*/ 10670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801" y="10670"/>
                  </a:moveTo>
                  <a:cubicBezTo>
                    <a:pt x="157301" y="10670"/>
                    <a:pt x="162065" y="10670"/>
                    <a:pt x="162065" y="5376"/>
                  </a:cubicBezTo>
                  <a:cubicBezTo>
                    <a:pt x="162065" y="81"/>
                    <a:pt x="157301" y="81"/>
                    <a:pt x="152801" y="81"/>
                  </a:cubicBezTo>
                  <a:lnTo>
                    <a:pt x="9592" y="81"/>
                  </a:lnTo>
                  <a:cubicBezTo>
                    <a:pt x="5092" y="81"/>
                    <a:pt x="327" y="81"/>
                    <a:pt x="327" y="5376"/>
                  </a:cubicBezTo>
                  <a:cubicBezTo>
                    <a:pt x="327" y="10670"/>
                    <a:pt x="5092" y="10670"/>
                    <a:pt x="9592" y="10670"/>
                  </a:cubicBezTo>
                  <a:lnTo>
                    <a:pt x="152801" y="1067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A9E384FC-946A-528A-FDA0-AD11518FFEC4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11029245" y="5339090"/>
              <a:ext cx="125472" cy="119649"/>
            </a:xfrm>
            <a:custGeom>
              <a:avLst/>
              <a:gdLst>
                <a:gd name="connsiteX0" fmla="*/ 113898 w 125472"/>
                <a:gd name="connsiteY0" fmla="*/ 87435 h 119649"/>
                <a:gd name="connsiteX1" fmla="*/ 108074 w 125472"/>
                <a:gd name="connsiteY1" fmla="*/ 94583 h 119649"/>
                <a:gd name="connsiteX2" fmla="*/ 95897 w 125472"/>
                <a:gd name="connsiteY2" fmla="*/ 105171 h 119649"/>
                <a:gd name="connsiteX3" fmla="*/ 87691 w 125472"/>
                <a:gd name="connsiteY3" fmla="*/ 94318 h 119649"/>
                <a:gd name="connsiteX4" fmla="*/ 86633 w 125472"/>
                <a:gd name="connsiteY4" fmla="*/ 89818 h 119649"/>
                <a:gd name="connsiteX5" fmla="*/ 77103 w 125472"/>
                <a:gd name="connsiteY5" fmla="*/ 46935 h 119649"/>
                <a:gd name="connsiteX6" fmla="*/ 103045 w 125472"/>
                <a:gd name="connsiteY6" fmla="*/ 14905 h 119649"/>
                <a:gd name="connsiteX7" fmla="*/ 109398 w 125472"/>
                <a:gd name="connsiteY7" fmla="*/ 17022 h 119649"/>
                <a:gd name="connsiteX8" fmla="*/ 116545 w 125472"/>
                <a:gd name="connsiteY8" fmla="*/ 19405 h 119649"/>
                <a:gd name="connsiteX9" fmla="*/ 125810 w 125472"/>
                <a:gd name="connsiteY9" fmla="*/ 9875 h 119649"/>
                <a:gd name="connsiteX10" fmla="*/ 114957 w 125472"/>
                <a:gd name="connsiteY10" fmla="*/ 81 h 119649"/>
                <a:gd name="connsiteX11" fmla="*/ 74985 w 125472"/>
                <a:gd name="connsiteY11" fmla="*/ 37935 h 119649"/>
                <a:gd name="connsiteX12" fmla="*/ 72073 w 125472"/>
                <a:gd name="connsiteY12" fmla="*/ 23375 h 119649"/>
                <a:gd name="connsiteX13" fmla="*/ 58308 w 125472"/>
                <a:gd name="connsiteY13" fmla="*/ 81 h 119649"/>
                <a:gd name="connsiteX14" fmla="*/ 27337 w 125472"/>
                <a:gd name="connsiteY14" fmla="*/ 7758 h 119649"/>
                <a:gd name="connsiteX15" fmla="*/ 24425 w 125472"/>
                <a:gd name="connsiteY15" fmla="*/ 8816 h 119649"/>
                <a:gd name="connsiteX16" fmla="*/ 25484 w 125472"/>
                <a:gd name="connsiteY16" fmla="*/ 12787 h 119649"/>
                <a:gd name="connsiteX17" fmla="*/ 40308 w 125472"/>
                <a:gd name="connsiteY17" fmla="*/ 9875 h 119649"/>
                <a:gd name="connsiteX18" fmla="*/ 52220 w 125472"/>
                <a:gd name="connsiteY18" fmla="*/ 28140 h 119649"/>
                <a:gd name="connsiteX19" fmla="*/ 59897 w 125472"/>
                <a:gd name="connsiteY19" fmla="*/ 60700 h 119649"/>
                <a:gd name="connsiteX20" fmla="*/ 38190 w 125472"/>
                <a:gd name="connsiteY20" fmla="*/ 91671 h 119649"/>
                <a:gd name="connsiteX21" fmla="*/ 24690 w 125472"/>
                <a:gd name="connsiteY21" fmla="*/ 104377 h 119649"/>
                <a:gd name="connsiteX22" fmla="*/ 17808 w 125472"/>
                <a:gd name="connsiteY22" fmla="*/ 101995 h 119649"/>
                <a:gd name="connsiteX23" fmla="*/ 9337 w 125472"/>
                <a:gd name="connsiteY23" fmla="*/ 99347 h 119649"/>
                <a:gd name="connsiteX24" fmla="*/ 337 w 125472"/>
                <a:gd name="connsiteY24" fmla="*/ 108612 h 119649"/>
                <a:gd name="connsiteX25" fmla="*/ 13572 w 125472"/>
                <a:gd name="connsiteY25" fmla="*/ 119730 h 119649"/>
                <a:gd name="connsiteX26" fmla="*/ 38190 w 125472"/>
                <a:gd name="connsiteY26" fmla="*/ 101200 h 119649"/>
                <a:gd name="connsiteX27" fmla="*/ 62014 w 125472"/>
                <a:gd name="connsiteY27" fmla="*/ 70229 h 119649"/>
                <a:gd name="connsiteX28" fmla="*/ 69956 w 125472"/>
                <a:gd name="connsiteY28" fmla="*/ 101995 h 119649"/>
                <a:gd name="connsiteX29" fmla="*/ 85309 w 125472"/>
                <a:gd name="connsiteY29" fmla="*/ 119730 h 119649"/>
                <a:gd name="connsiteX30" fmla="*/ 117604 w 125472"/>
                <a:gd name="connsiteY30" fmla="*/ 89553 h 119649"/>
                <a:gd name="connsiteX31" fmla="*/ 113898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98" y="87435"/>
                  </a:moveTo>
                  <a:cubicBezTo>
                    <a:pt x="111780" y="89818"/>
                    <a:pt x="110457" y="91406"/>
                    <a:pt x="108074" y="94583"/>
                  </a:cubicBezTo>
                  <a:cubicBezTo>
                    <a:pt x="101986" y="102524"/>
                    <a:pt x="98809" y="105171"/>
                    <a:pt x="95897" y="105171"/>
                  </a:cubicBezTo>
                  <a:cubicBezTo>
                    <a:pt x="91927" y="105171"/>
                    <a:pt x="89544" y="101730"/>
                    <a:pt x="87691" y="94318"/>
                  </a:cubicBezTo>
                  <a:cubicBezTo>
                    <a:pt x="87162" y="92200"/>
                    <a:pt x="86897" y="90612"/>
                    <a:pt x="86633" y="89818"/>
                  </a:cubicBezTo>
                  <a:cubicBezTo>
                    <a:pt x="80015" y="63082"/>
                    <a:pt x="77103" y="50905"/>
                    <a:pt x="77103" y="46935"/>
                  </a:cubicBezTo>
                  <a:cubicBezTo>
                    <a:pt x="88750" y="26552"/>
                    <a:pt x="98280" y="14905"/>
                    <a:pt x="103045" y="14905"/>
                  </a:cubicBezTo>
                  <a:cubicBezTo>
                    <a:pt x="104633" y="14905"/>
                    <a:pt x="106751" y="15699"/>
                    <a:pt x="109398" y="17022"/>
                  </a:cubicBezTo>
                  <a:cubicBezTo>
                    <a:pt x="112574" y="18875"/>
                    <a:pt x="114427" y="19405"/>
                    <a:pt x="116545" y="19405"/>
                  </a:cubicBezTo>
                  <a:cubicBezTo>
                    <a:pt x="122104" y="19405"/>
                    <a:pt x="125810" y="15434"/>
                    <a:pt x="125810" y="9875"/>
                  </a:cubicBezTo>
                  <a:cubicBezTo>
                    <a:pt x="125810" y="4316"/>
                    <a:pt x="121310" y="81"/>
                    <a:pt x="114957" y="81"/>
                  </a:cubicBezTo>
                  <a:cubicBezTo>
                    <a:pt x="103309" y="81"/>
                    <a:pt x="93250" y="9610"/>
                    <a:pt x="74985" y="37935"/>
                  </a:cubicBezTo>
                  <a:lnTo>
                    <a:pt x="72073" y="23375"/>
                  </a:lnTo>
                  <a:cubicBezTo>
                    <a:pt x="68367" y="5375"/>
                    <a:pt x="65456" y="81"/>
                    <a:pt x="58308" y="81"/>
                  </a:cubicBezTo>
                  <a:cubicBezTo>
                    <a:pt x="52485" y="81"/>
                    <a:pt x="43485" y="2463"/>
                    <a:pt x="27337" y="7758"/>
                  </a:cubicBezTo>
                  <a:lnTo>
                    <a:pt x="24425" y="8816"/>
                  </a:lnTo>
                  <a:lnTo>
                    <a:pt x="25484" y="12787"/>
                  </a:lnTo>
                  <a:cubicBezTo>
                    <a:pt x="35543" y="10405"/>
                    <a:pt x="37926" y="9875"/>
                    <a:pt x="40308" y="9875"/>
                  </a:cubicBezTo>
                  <a:cubicBezTo>
                    <a:pt x="46926" y="9875"/>
                    <a:pt x="48514" y="12258"/>
                    <a:pt x="52220" y="28140"/>
                  </a:cubicBezTo>
                  <a:lnTo>
                    <a:pt x="59897" y="60700"/>
                  </a:lnTo>
                  <a:lnTo>
                    <a:pt x="38190" y="91671"/>
                  </a:lnTo>
                  <a:cubicBezTo>
                    <a:pt x="32896" y="99612"/>
                    <a:pt x="27602" y="104377"/>
                    <a:pt x="24690" y="104377"/>
                  </a:cubicBezTo>
                  <a:cubicBezTo>
                    <a:pt x="23102" y="104377"/>
                    <a:pt x="20455" y="103583"/>
                    <a:pt x="17808" y="101995"/>
                  </a:cubicBezTo>
                  <a:cubicBezTo>
                    <a:pt x="14366" y="100142"/>
                    <a:pt x="11455" y="99347"/>
                    <a:pt x="9337" y="99347"/>
                  </a:cubicBezTo>
                  <a:cubicBezTo>
                    <a:pt x="4307" y="99347"/>
                    <a:pt x="337" y="103318"/>
                    <a:pt x="337" y="108612"/>
                  </a:cubicBezTo>
                  <a:cubicBezTo>
                    <a:pt x="337" y="115495"/>
                    <a:pt x="5631" y="119730"/>
                    <a:pt x="13572" y="119730"/>
                  </a:cubicBezTo>
                  <a:cubicBezTo>
                    <a:pt x="21778" y="119730"/>
                    <a:pt x="24955" y="117348"/>
                    <a:pt x="38190" y="101200"/>
                  </a:cubicBezTo>
                  <a:cubicBezTo>
                    <a:pt x="45338" y="92730"/>
                    <a:pt x="50897" y="85582"/>
                    <a:pt x="62014" y="70229"/>
                  </a:cubicBezTo>
                  <a:lnTo>
                    <a:pt x="69956" y="101995"/>
                  </a:lnTo>
                  <a:cubicBezTo>
                    <a:pt x="73397" y="115495"/>
                    <a:pt x="76838" y="119730"/>
                    <a:pt x="85309" y="119730"/>
                  </a:cubicBezTo>
                  <a:cubicBezTo>
                    <a:pt x="95368" y="119730"/>
                    <a:pt x="102250" y="113377"/>
                    <a:pt x="117604" y="89553"/>
                  </a:cubicBezTo>
                  <a:lnTo>
                    <a:pt x="113898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489DCEB4-8080-BD0C-931B-5B156F0AD990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11159064" y="5363546"/>
              <a:ext cx="88540" cy="135161"/>
            </a:xfrm>
            <a:custGeom>
              <a:avLst/>
              <a:gdLst>
                <a:gd name="connsiteX0" fmla="*/ 45394 w 88540"/>
                <a:gd name="connsiteY0" fmla="*/ 84 h 135161"/>
                <a:gd name="connsiteX1" fmla="*/ 19145 w 88540"/>
                <a:gd name="connsiteY1" fmla="*/ 10270 h 135161"/>
                <a:gd name="connsiteX2" fmla="*/ 340 w 88540"/>
                <a:gd name="connsiteY2" fmla="*/ 66685 h 135161"/>
                <a:gd name="connsiteX3" fmla="*/ 16011 w 88540"/>
                <a:gd name="connsiteY3" fmla="*/ 121925 h 135161"/>
                <a:gd name="connsiteX4" fmla="*/ 44610 w 88540"/>
                <a:gd name="connsiteY4" fmla="*/ 135245 h 135161"/>
                <a:gd name="connsiteX5" fmla="*/ 70075 w 88540"/>
                <a:gd name="connsiteY5" fmla="*/ 125059 h 135161"/>
                <a:gd name="connsiteX6" fmla="*/ 88880 w 88540"/>
                <a:gd name="connsiteY6" fmla="*/ 67860 h 135161"/>
                <a:gd name="connsiteX7" fmla="*/ 45394 w 88540"/>
                <a:gd name="connsiteY7" fmla="*/ 84 h 135161"/>
                <a:gd name="connsiteX8" fmla="*/ 44806 w 88540"/>
                <a:gd name="connsiteY8" fmla="*/ 5177 h 135161"/>
                <a:gd name="connsiteX9" fmla="*/ 70075 w 88540"/>
                <a:gd name="connsiteY9" fmla="*/ 68252 h 135161"/>
                <a:gd name="connsiteX10" fmla="*/ 44610 w 88540"/>
                <a:gd name="connsiteY10" fmla="*/ 130152 h 135161"/>
                <a:gd name="connsiteX11" fmla="*/ 19145 w 88540"/>
                <a:gd name="connsiteY11" fmla="*/ 68448 h 135161"/>
                <a:gd name="connsiteX12" fmla="*/ 44806 w 88540"/>
                <a:gd name="connsiteY12" fmla="*/ 5177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394" y="84"/>
                  </a:moveTo>
                  <a:cubicBezTo>
                    <a:pt x="34620" y="84"/>
                    <a:pt x="26393" y="3414"/>
                    <a:pt x="19145" y="10270"/>
                  </a:cubicBezTo>
                  <a:cubicBezTo>
                    <a:pt x="7784" y="21239"/>
                    <a:pt x="340" y="43766"/>
                    <a:pt x="340" y="66685"/>
                  </a:cubicBezTo>
                  <a:cubicBezTo>
                    <a:pt x="340" y="88037"/>
                    <a:pt x="6804" y="110955"/>
                    <a:pt x="16011" y="121925"/>
                  </a:cubicBezTo>
                  <a:cubicBezTo>
                    <a:pt x="23259" y="130544"/>
                    <a:pt x="33249" y="135245"/>
                    <a:pt x="44610" y="135245"/>
                  </a:cubicBezTo>
                  <a:cubicBezTo>
                    <a:pt x="54600" y="135245"/>
                    <a:pt x="63023" y="131915"/>
                    <a:pt x="70075" y="125059"/>
                  </a:cubicBezTo>
                  <a:cubicBezTo>
                    <a:pt x="81437" y="114285"/>
                    <a:pt x="88880" y="91562"/>
                    <a:pt x="88880" y="67860"/>
                  </a:cubicBezTo>
                  <a:cubicBezTo>
                    <a:pt x="88880" y="27704"/>
                    <a:pt x="71055" y="84"/>
                    <a:pt x="45394" y="84"/>
                  </a:cubicBezTo>
                  <a:close/>
                  <a:moveTo>
                    <a:pt x="44806" y="5177"/>
                  </a:moveTo>
                  <a:cubicBezTo>
                    <a:pt x="61261" y="5177"/>
                    <a:pt x="70075" y="27312"/>
                    <a:pt x="70075" y="68252"/>
                  </a:cubicBezTo>
                  <a:cubicBezTo>
                    <a:pt x="70075" y="109192"/>
                    <a:pt x="61456" y="130152"/>
                    <a:pt x="44610" y="130152"/>
                  </a:cubicBezTo>
                  <a:cubicBezTo>
                    <a:pt x="27764" y="130152"/>
                    <a:pt x="19145" y="109192"/>
                    <a:pt x="19145" y="68448"/>
                  </a:cubicBezTo>
                  <a:cubicBezTo>
                    <a:pt x="19145" y="26920"/>
                    <a:pt x="27960" y="5177"/>
                    <a:pt x="44806" y="517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8C0160CF-A83B-0F9A-9321-E344621CADCD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1281047" y="5257294"/>
              <a:ext cx="61412" cy="264710"/>
            </a:xfrm>
            <a:custGeom>
              <a:avLst/>
              <a:gdLst>
                <a:gd name="connsiteX0" fmla="*/ 61759 w 61412"/>
                <a:gd name="connsiteY0" fmla="*/ 132436 h 264710"/>
                <a:gd name="connsiteX1" fmla="*/ 44288 w 61412"/>
                <a:gd name="connsiteY1" fmla="*/ 49846 h 264710"/>
                <a:gd name="connsiteX2" fmla="*/ 2993 w 61412"/>
                <a:gd name="connsiteY2" fmla="*/ 80 h 264710"/>
                <a:gd name="connsiteX3" fmla="*/ 346 w 61412"/>
                <a:gd name="connsiteY3" fmla="*/ 2728 h 264710"/>
                <a:gd name="connsiteX4" fmla="*/ 5375 w 61412"/>
                <a:gd name="connsiteY4" fmla="*/ 8816 h 264710"/>
                <a:gd name="connsiteX5" fmla="*/ 46405 w 61412"/>
                <a:gd name="connsiteY5" fmla="*/ 132436 h 264710"/>
                <a:gd name="connsiteX6" fmla="*/ 3787 w 61412"/>
                <a:gd name="connsiteY6" fmla="*/ 257644 h 264710"/>
                <a:gd name="connsiteX7" fmla="*/ 346 w 61412"/>
                <a:gd name="connsiteY7" fmla="*/ 262144 h 264710"/>
                <a:gd name="connsiteX8" fmla="*/ 2993 w 61412"/>
                <a:gd name="connsiteY8" fmla="*/ 264791 h 264710"/>
                <a:gd name="connsiteX9" fmla="*/ 45082 w 61412"/>
                <a:gd name="connsiteY9" fmla="*/ 213173 h 264710"/>
                <a:gd name="connsiteX10" fmla="*/ 61759 w 61412"/>
                <a:gd name="connsiteY10" fmla="*/ 132436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59" y="132436"/>
                  </a:moveTo>
                  <a:cubicBezTo>
                    <a:pt x="61759" y="111788"/>
                    <a:pt x="58847" y="79758"/>
                    <a:pt x="44288" y="49846"/>
                  </a:cubicBezTo>
                  <a:cubicBezTo>
                    <a:pt x="28405" y="17287"/>
                    <a:pt x="5640" y="80"/>
                    <a:pt x="2993" y="80"/>
                  </a:cubicBezTo>
                  <a:cubicBezTo>
                    <a:pt x="1404" y="80"/>
                    <a:pt x="346" y="1139"/>
                    <a:pt x="346" y="2728"/>
                  </a:cubicBezTo>
                  <a:cubicBezTo>
                    <a:pt x="346" y="3522"/>
                    <a:pt x="346" y="4051"/>
                    <a:pt x="5375" y="8816"/>
                  </a:cubicBezTo>
                  <a:cubicBezTo>
                    <a:pt x="31317" y="35022"/>
                    <a:pt x="46405" y="77111"/>
                    <a:pt x="46405" y="132436"/>
                  </a:cubicBezTo>
                  <a:cubicBezTo>
                    <a:pt x="46405" y="177702"/>
                    <a:pt x="36611" y="224291"/>
                    <a:pt x="3787" y="257644"/>
                  </a:cubicBezTo>
                  <a:cubicBezTo>
                    <a:pt x="346" y="260821"/>
                    <a:pt x="346" y="261350"/>
                    <a:pt x="346" y="262144"/>
                  </a:cubicBezTo>
                  <a:cubicBezTo>
                    <a:pt x="346" y="263733"/>
                    <a:pt x="1404" y="264791"/>
                    <a:pt x="2993" y="264791"/>
                  </a:cubicBezTo>
                  <a:cubicBezTo>
                    <a:pt x="5640" y="264791"/>
                    <a:pt x="29464" y="246791"/>
                    <a:pt x="45082" y="213173"/>
                  </a:cubicBezTo>
                  <a:cubicBezTo>
                    <a:pt x="58582" y="184055"/>
                    <a:pt x="61759" y="154672"/>
                    <a:pt x="61759" y="1324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A9FEBBC0-FFC6-3253-08BC-B180884B1D73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1395255" y="5257294"/>
              <a:ext cx="61412" cy="264710"/>
            </a:xfrm>
            <a:custGeom>
              <a:avLst/>
              <a:gdLst>
                <a:gd name="connsiteX0" fmla="*/ 61762 w 61412"/>
                <a:gd name="connsiteY0" fmla="*/ 262144 h 264710"/>
                <a:gd name="connsiteX1" fmla="*/ 57262 w 61412"/>
                <a:gd name="connsiteY1" fmla="*/ 256321 h 264710"/>
                <a:gd name="connsiteX2" fmla="*/ 15703 w 61412"/>
                <a:gd name="connsiteY2" fmla="*/ 132436 h 264710"/>
                <a:gd name="connsiteX3" fmla="*/ 58321 w 61412"/>
                <a:gd name="connsiteY3" fmla="*/ 7228 h 264710"/>
                <a:gd name="connsiteX4" fmla="*/ 61762 w 61412"/>
                <a:gd name="connsiteY4" fmla="*/ 2728 h 264710"/>
                <a:gd name="connsiteX5" fmla="*/ 59115 w 61412"/>
                <a:gd name="connsiteY5" fmla="*/ 80 h 264710"/>
                <a:gd name="connsiteX6" fmla="*/ 17026 w 61412"/>
                <a:gd name="connsiteY6" fmla="*/ 51699 h 264710"/>
                <a:gd name="connsiteX7" fmla="*/ 350 w 61412"/>
                <a:gd name="connsiteY7" fmla="*/ 132436 h 264710"/>
                <a:gd name="connsiteX8" fmla="*/ 17821 w 61412"/>
                <a:gd name="connsiteY8" fmla="*/ 215026 h 264710"/>
                <a:gd name="connsiteX9" fmla="*/ 59115 w 61412"/>
                <a:gd name="connsiteY9" fmla="*/ 264791 h 264710"/>
                <a:gd name="connsiteX10" fmla="*/ 61762 w 61412"/>
                <a:gd name="connsiteY10" fmla="*/ 262144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62" y="262144"/>
                  </a:moveTo>
                  <a:cubicBezTo>
                    <a:pt x="61762" y="261350"/>
                    <a:pt x="61762" y="260821"/>
                    <a:pt x="57262" y="256321"/>
                  </a:cubicBezTo>
                  <a:cubicBezTo>
                    <a:pt x="24174" y="222967"/>
                    <a:pt x="15703" y="172937"/>
                    <a:pt x="15703" y="132436"/>
                  </a:cubicBezTo>
                  <a:cubicBezTo>
                    <a:pt x="15703" y="86376"/>
                    <a:pt x="25762" y="40316"/>
                    <a:pt x="58321" y="7228"/>
                  </a:cubicBezTo>
                  <a:cubicBezTo>
                    <a:pt x="61762" y="4051"/>
                    <a:pt x="61762" y="3522"/>
                    <a:pt x="61762" y="2728"/>
                  </a:cubicBezTo>
                  <a:cubicBezTo>
                    <a:pt x="61762" y="875"/>
                    <a:pt x="60704" y="80"/>
                    <a:pt x="59115" y="80"/>
                  </a:cubicBezTo>
                  <a:cubicBezTo>
                    <a:pt x="56468" y="80"/>
                    <a:pt x="32644" y="18081"/>
                    <a:pt x="17026" y="51699"/>
                  </a:cubicBezTo>
                  <a:cubicBezTo>
                    <a:pt x="3526" y="80817"/>
                    <a:pt x="350" y="110200"/>
                    <a:pt x="350" y="132436"/>
                  </a:cubicBezTo>
                  <a:cubicBezTo>
                    <a:pt x="350" y="153083"/>
                    <a:pt x="3261" y="185113"/>
                    <a:pt x="17821" y="215026"/>
                  </a:cubicBezTo>
                  <a:cubicBezTo>
                    <a:pt x="33703" y="247585"/>
                    <a:pt x="56468" y="264791"/>
                    <a:pt x="59115" y="264791"/>
                  </a:cubicBezTo>
                  <a:cubicBezTo>
                    <a:pt x="60704" y="264791"/>
                    <a:pt x="61762" y="263997"/>
                    <a:pt x="61762" y="262144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D2EDBA03-C49D-E8C8-C9CB-C5D82294FF37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1464991" y="5339090"/>
              <a:ext cx="125472" cy="119649"/>
            </a:xfrm>
            <a:custGeom>
              <a:avLst/>
              <a:gdLst>
                <a:gd name="connsiteX0" fmla="*/ 113914 w 125472"/>
                <a:gd name="connsiteY0" fmla="*/ 87435 h 119649"/>
                <a:gd name="connsiteX1" fmla="*/ 108090 w 125472"/>
                <a:gd name="connsiteY1" fmla="*/ 94583 h 119649"/>
                <a:gd name="connsiteX2" fmla="*/ 95914 w 125472"/>
                <a:gd name="connsiteY2" fmla="*/ 105171 h 119649"/>
                <a:gd name="connsiteX3" fmla="*/ 87708 w 125472"/>
                <a:gd name="connsiteY3" fmla="*/ 94318 h 119649"/>
                <a:gd name="connsiteX4" fmla="*/ 86649 w 125472"/>
                <a:gd name="connsiteY4" fmla="*/ 89818 h 119649"/>
                <a:gd name="connsiteX5" fmla="*/ 77119 w 125472"/>
                <a:gd name="connsiteY5" fmla="*/ 46935 h 119649"/>
                <a:gd name="connsiteX6" fmla="*/ 103061 w 125472"/>
                <a:gd name="connsiteY6" fmla="*/ 14905 h 119649"/>
                <a:gd name="connsiteX7" fmla="*/ 109414 w 125472"/>
                <a:gd name="connsiteY7" fmla="*/ 17022 h 119649"/>
                <a:gd name="connsiteX8" fmla="*/ 116561 w 125472"/>
                <a:gd name="connsiteY8" fmla="*/ 19405 h 119649"/>
                <a:gd name="connsiteX9" fmla="*/ 125826 w 125472"/>
                <a:gd name="connsiteY9" fmla="*/ 9875 h 119649"/>
                <a:gd name="connsiteX10" fmla="*/ 114973 w 125472"/>
                <a:gd name="connsiteY10" fmla="*/ 81 h 119649"/>
                <a:gd name="connsiteX11" fmla="*/ 75002 w 125472"/>
                <a:gd name="connsiteY11" fmla="*/ 37935 h 119649"/>
                <a:gd name="connsiteX12" fmla="*/ 72090 w 125472"/>
                <a:gd name="connsiteY12" fmla="*/ 23375 h 119649"/>
                <a:gd name="connsiteX13" fmla="*/ 58325 w 125472"/>
                <a:gd name="connsiteY13" fmla="*/ 81 h 119649"/>
                <a:gd name="connsiteX14" fmla="*/ 27354 w 125472"/>
                <a:gd name="connsiteY14" fmla="*/ 7758 h 119649"/>
                <a:gd name="connsiteX15" fmla="*/ 24442 w 125472"/>
                <a:gd name="connsiteY15" fmla="*/ 8816 h 119649"/>
                <a:gd name="connsiteX16" fmla="*/ 25501 w 125472"/>
                <a:gd name="connsiteY16" fmla="*/ 12787 h 119649"/>
                <a:gd name="connsiteX17" fmla="*/ 40324 w 125472"/>
                <a:gd name="connsiteY17" fmla="*/ 9875 h 119649"/>
                <a:gd name="connsiteX18" fmla="*/ 52236 w 125472"/>
                <a:gd name="connsiteY18" fmla="*/ 28140 h 119649"/>
                <a:gd name="connsiteX19" fmla="*/ 59913 w 125472"/>
                <a:gd name="connsiteY19" fmla="*/ 60700 h 119649"/>
                <a:gd name="connsiteX20" fmla="*/ 38207 w 125472"/>
                <a:gd name="connsiteY20" fmla="*/ 91671 h 119649"/>
                <a:gd name="connsiteX21" fmla="*/ 24707 w 125472"/>
                <a:gd name="connsiteY21" fmla="*/ 104377 h 119649"/>
                <a:gd name="connsiteX22" fmla="*/ 17824 w 125472"/>
                <a:gd name="connsiteY22" fmla="*/ 101995 h 119649"/>
                <a:gd name="connsiteX23" fmla="*/ 9353 w 125472"/>
                <a:gd name="connsiteY23" fmla="*/ 99347 h 119649"/>
                <a:gd name="connsiteX24" fmla="*/ 353 w 125472"/>
                <a:gd name="connsiteY24" fmla="*/ 108612 h 119649"/>
                <a:gd name="connsiteX25" fmla="*/ 13589 w 125472"/>
                <a:gd name="connsiteY25" fmla="*/ 119730 h 119649"/>
                <a:gd name="connsiteX26" fmla="*/ 38207 w 125472"/>
                <a:gd name="connsiteY26" fmla="*/ 101200 h 119649"/>
                <a:gd name="connsiteX27" fmla="*/ 62031 w 125472"/>
                <a:gd name="connsiteY27" fmla="*/ 70229 h 119649"/>
                <a:gd name="connsiteX28" fmla="*/ 69972 w 125472"/>
                <a:gd name="connsiteY28" fmla="*/ 101995 h 119649"/>
                <a:gd name="connsiteX29" fmla="*/ 85325 w 125472"/>
                <a:gd name="connsiteY29" fmla="*/ 119730 h 119649"/>
                <a:gd name="connsiteX30" fmla="*/ 117620 w 125472"/>
                <a:gd name="connsiteY30" fmla="*/ 89553 h 119649"/>
                <a:gd name="connsiteX31" fmla="*/ 113914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914" y="87435"/>
                  </a:moveTo>
                  <a:cubicBezTo>
                    <a:pt x="111796" y="89818"/>
                    <a:pt x="110473" y="91406"/>
                    <a:pt x="108090" y="94583"/>
                  </a:cubicBezTo>
                  <a:cubicBezTo>
                    <a:pt x="102002" y="102524"/>
                    <a:pt x="98826" y="105171"/>
                    <a:pt x="95914" y="105171"/>
                  </a:cubicBezTo>
                  <a:cubicBezTo>
                    <a:pt x="91943" y="105171"/>
                    <a:pt x="89561" y="101730"/>
                    <a:pt x="87708" y="94318"/>
                  </a:cubicBezTo>
                  <a:cubicBezTo>
                    <a:pt x="87178" y="92200"/>
                    <a:pt x="86914" y="90612"/>
                    <a:pt x="86649" y="89818"/>
                  </a:cubicBezTo>
                  <a:cubicBezTo>
                    <a:pt x="80031" y="63082"/>
                    <a:pt x="77119" y="50905"/>
                    <a:pt x="77119" y="46935"/>
                  </a:cubicBezTo>
                  <a:cubicBezTo>
                    <a:pt x="88767" y="26552"/>
                    <a:pt x="98296" y="14905"/>
                    <a:pt x="103061" y="14905"/>
                  </a:cubicBezTo>
                  <a:cubicBezTo>
                    <a:pt x="104649" y="14905"/>
                    <a:pt x="106767" y="15699"/>
                    <a:pt x="109414" y="17022"/>
                  </a:cubicBezTo>
                  <a:cubicBezTo>
                    <a:pt x="112591" y="18875"/>
                    <a:pt x="114443" y="19405"/>
                    <a:pt x="116561" y="19405"/>
                  </a:cubicBezTo>
                  <a:cubicBezTo>
                    <a:pt x="122120" y="19405"/>
                    <a:pt x="125826" y="15434"/>
                    <a:pt x="125826" y="9875"/>
                  </a:cubicBezTo>
                  <a:cubicBezTo>
                    <a:pt x="125826" y="4316"/>
                    <a:pt x="121326" y="81"/>
                    <a:pt x="114973" y="81"/>
                  </a:cubicBezTo>
                  <a:cubicBezTo>
                    <a:pt x="103326" y="81"/>
                    <a:pt x="93267" y="9610"/>
                    <a:pt x="75002" y="37935"/>
                  </a:cubicBezTo>
                  <a:lnTo>
                    <a:pt x="72090" y="23375"/>
                  </a:lnTo>
                  <a:cubicBezTo>
                    <a:pt x="68384" y="5375"/>
                    <a:pt x="65472" y="81"/>
                    <a:pt x="58325" y="81"/>
                  </a:cubicBezTo>
                  <a:cubicBezTo>
                    <a:pt x="52501" y="81"/>
                    <a:pt x="43501" y="2463"/>
                    <a:pt x="27354" y="7758"/>
                  </a:cubicBezTo>
                  <a:lnTo>
                    <a:pt x="24442" y="8816"/>
                  </a:lnTo>
                  <a:lnTo>
                    <a:pt x="25501" y="12787"/>
                  </a:lnTo>
                  <a:cubicBezTo>
                    <a:pt x="35560" y="10405"/>
                    <a:pt x="37942" y="9875"/>
                    <a:pt x="40324" y="9875"/>
                  </a:cubicBezTo>
                  <a:cubicBezTo>
                    <a:pt x="46942" y="9875"/>
                    <a:pt x="48531" y="12258"/>
                    <a:pt x="52236" y="28140"/>
                  </a:cubicBezTo>
                  <a:lnTo>
                    <a:pt x="59913" y="60700"/>
                  </a:lnTo>
                  <a:lnTo>
                    <a:pt x="38207" y="91671"/>
                  </a:lnTo>
                  <a:cubicBezTo>
                    <a:pt x="32913" y="99612"/>
                    <a:pt x="27618" y="104377"/>
                    <a:pt x="24707" y="104377"/>
                  </a:cubicBezTo>
                  <a:cubicBezTo>
                    <a:pt x="23118" y="104377"/>
                    <a:pt x="20471" y="103583"/>
                    <a:pt x="17824" y="101995"/>
                  </a:cubicBezTo>
                  <a:cubicBezTo>
                    <a:pt x="14383" y="100142"/>
                    <a:pt x="11471" y="99347"/>
                    <a:pt x="9353" y="99347"/>
                  </a:cubicBezTo>
                  <a:cubicBezTo>
                    <a:pt x="4324" y="99347"/>
                    <a:pt x="353" y="103318"/>
                    <a:pt x="353" y="108612"/>
                  </a:cubicBezTo>
                  <a:cubicBezTo>
                    <a:pt x="353" y="115495"/>
                    <a:pt x="5647" y="119730"/>
                    <a:pt x="13589" y="119730"/>
                  </a:cubicBezTo>
                  <a:cubicBezTo>
                    <a:pt x="21795" y="119730"/>
                    <a:pt x="24971" y="117348"/>
                    <a:pt x="38207" y="101200"/>
                  </a:cubicBezTo>
                  <a:cubicBezTo>
                    <a:pt x="45354" y="92730"/>
                    <a:pt x="50913" y="85582"/>
                    <a:pt x="62031" y="70229"/>
                  </a:cubicBezTo>
                  <a:lnTo>
                    <a:pt x="69972" y="101995"/>
                  </a:lnTo>
                  <a:cubicBezTo>
                    <a:pt x="73413" y="115495"/>
                    <a:pt x="76855" y="119730"/>
                    <a:pt x="85325" y="119730"/>
                  </a:cubicBezTo>
                  <a:cubicBezTo>
                    <a:pt x="95384" y="119730"/>
                    <a:pt x="102267" y="113377"/>
                    <a:pt x="117620" y="89553"/>
                  </a:cubicBezTo>
                  <a:lnTo>
                    <a:pt x="113914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33558880-4B0C-E35F-A0EC-0D920F36BCB0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1649777" y="5384355"/>
              <a:ext cx="161738" cy="10588"/>
            </a:xfrm>
            <a:custGeom>
              <a:avLst/>
              <a:gdLst>
                <a:gd name="connsiteX0" fmla="*/ 152832 w 161738"/>
                <a:gd name="connsiteY0" fmla="*/ 10670 h 10588"/>
                <a:gd name="connsiteX1" fmla="*/ 162097 w 161738"/>
                <a:gd name="connsiteY1" fmla="*/ 5376 h 10588"/>
                <a:gd name="connsiteX2" fmla="*/ 152832 w 161738"/>
                <a:gd name="connsiteY2" fmla="*/ 81 h 10588"/>
                <a:gd name="connsiteX3" fmla="*/ 9623 w 161738"/>
                <a:gd name="connsiteY3" fmla="*/ 81 h 10588"/>
                <a:gd name="connsiteX4" fmla="*/ 358 w 161738"/>
                <a:gd name="connsiteY4" fmla="*/ 5376 h 10588"/>
                <a:gd name="connsiteX5" fmla="*/ 9623 w 161738"/>
                <a:gd name="connsiteY5" fmla="*/ 10670 h 10588"/>
                <a:gd name="connsiteX6" fmla="*/ 152832 w 161738"/>
                <a:gd name="connsiteY6" fmla="*/ 10670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832" y="10670"/>
                  </a:moveTo>
                  <a:cubicBezTo>
                    <a:pt x="157332" y="10670"/>
                    <a:pt x="162097" y="10670"/>
                    <a:pt x="162097" y="5376"/>
                  </a:cubicBezTo>
                  <a:cubicBezTo>
                    <a:pt x="162097" y="81"/>
                    <a:pt x="157332" y="81"/>
                    <a:pt x="152832" y="81"/>
                  </a:cubicBezTo>
                  <a:lnTo>
                    <a:pt x="9623" y="81"/>
                  </a:lnTo>
                  <a:cubicBezTo>
                    <a:pt x="5123" y="81"/>
                    <a:pt x="358" y="81"/>
                    <a:pt x="358" y="5376"/>
                  </a:cubicBezTo>
                  <a:cubicBezTo>
                    <a:pt x="358" y="10670"/>
                    <a:pt x="5123" y="10670"/>
                    <a:pt x="9623" y="10670"/>
                  </a:cubicBezTo>
                  <a:lnTo>
                    <a:pt x="152832" y="1067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5A6C1A92-E010-D6A0-31E1-F0BF5F1D65D9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1864010" y="5339090"/>
              <a:ext cx="125472" cy="119649"/>
            </a:xfrm>
            <a:custGeom>
              <a:avLst/>
              <a:gdLst>
                <a:gd name="connsiteX0" fmla="*/ 113929 w 125472"/>
                <a:gd name="connsiteY0" fmla="*/ 87435 h 119649"/>
                <a:gd name="connsiteX1" fmla="*/ 108105 w 125472"/>
                <a:gd name="connsiteY1" fmla="*/ 94583 h 119649"/>
                <a:gd name="connsiteX2" fmla="*/ 95929 w 125472"/>
                <a:gd name="connsiteY2" fmla="*/ 105171 h 119649"/>
                <a:gd name="connsiteX3" fmla="*/ 87723 w 125472"/>
                <a:gd name="connsiteY3" fmla="*/ 94318 h 119649"/>
                <a:gd name="connsiteX4" fmla="*/ 86664 w 125472"/>
                <a:gd name="connsiteY4" fmla="*/ 89818 h 119649"/>
                <a:gd name="connsiteX5" fmla="*/ 77134 w 125472"/>
                <a:gd name="connsiteY5" fmla="*/ 46935 h 119649"/>
                <a:gd name="connsiteX6" fmla="*/ 103076 w 125472"/>
                <a:gd name="connsiteY6" fmla="*/ 14905 h 119649"/>
                <a:gd name="connsiteX7" fmla="*/ 109429 w 125472"/>
                <a:gd name="connsiteY7" fmla="*/ 17022 h 119649"/>
                <a:gd name="connsiteX8" fmla="*/ 116576 w 125472"/>
                <a:gd name="connsiteY8" fmla="*/ 19405 h 119649"/>
                <a:gd name="connsiteX9" fmla="*/ 125841 w 125472"/>
                <a:gd name="connsiteY9" fmla="*/ 9875 h 119649"/>
                <a:gd name="connsiteX10" fmla="*/ 114988 w 125472"/>
                <a:gd name="connsiteY10" fmla="*/ 81 h 119649"/>
                <a:gd name="connsiteX11" fmla="*/ 75017 w 125472"/>
                <a:gd name="connsiteY11" fmla="*/ 37935 h 119649"/>
                <a:gd name="connsiteX12" fmla="*/ 72105 w 125472"/>
                <a:gd name="connsiteY12" fmla="*/ 23375 h 119649"/>
                <a:gd name="connsiteX13" fmla="*/ 58340 w 125472"/>
                <a:gd name="connsiteY13" fmla="*/ 81 h 119649"/>
                <a:gd name="connsiteX14" fmla="*/ 27369 w 125472"/>
                <a:gd name="connsiteY14" fmla="*/ 7758 h 119649"/>
                <a:gd name="connsiteX15" fmla="*/ 24457 w 125472"/>
                <a:gd name="connsiteY15" fmla="*/ 8816 h 119649"/>
                <a:gd name="connsiteX16" fmla="*/ 25516 w 125472"/>
                <a:gd name="connsiteY16" fmla="*/ 12787 h 119649"/>
                <a:gd name="connsiteX17" fmla="*/ 40339 w 125472"/>
                <a:gd name="connsiteY17" fmla="*/ 9875 h 119649"/>
                <a:gd name="connsiteX18" fmla="*/ 52251 w 125472"/>
                <a:gd name="connsiteY18" fmla="*/ 28140 h 119649"/>
                <a:gd name="connsiteX19" fmla="*/ 59928 w 125472"/>
                <a:gd name="connsiteY19" fmla="*/ 60700 h 119649"/>
                <a:gd name="connsiteX20" fmla="*/ 38222 w 125472"/>
                <a:gd name="connsiteY20" fmla="*/ 91671 h 119649"/>
                <a:gd name="connsiteX21" fmla="*/ 24721 w 125472"/>
                <a:gd name="connsiteY21" fmla="*/ 104377 h 119649"/>
                <a:gd name="connsiteX22" fmla="*/ 17839 w 125472"/>
                <a:gd name="connsiteY22" fmla="*/ 101995 h 119649"/>
                <a:gd name="connsiteX23" fmla="*/ 9368 w 125472"/>
                <a:gd name="connsiteY23" fmla="*/ 99347 h 119649"/>
                <a:gd name="connsiteX24" fmla="*/ 368 w 125472"/>
                <a:gd name="connsiteY24" fmla="*/ 108612 h 119649"/>
                <a:gd name="connsiteX25" fmla="*/ 13604 w 125472"/>
                <a:gd name="connsiteY25" fmla="*/ 119730 h 119649"/>
                <a:gd name="connsiteX26" fmla="*/ 38222 w 125472"/>
                <a:gd name="connsiteY26" fmla="*/ 101200 h 119649"/>
                <a:gd name="connsiteX27" fmla="*/ 62046 w 125472"/>
                <a:gd name="connsiteY27" fmla="*/ 70229 h 119649"/>
                <a:gd name="connsiteX28" fmla="*/ 69987 w 125472"/>
                <a:gd name="connsiteY28" fmla="*/ 101995 h 119649"/>
                <a:gd name="connsiteX29" fmla="*/ 85340 w 125472"/>
                <a:gd name="connsiteY29" fmla="*/ 119730 h 119649"/>
                <a:gd name="connsiteX30" fmla="*/ 117635 w 125472"/>
                <a:gd name="connsiteY30" fmla="*/ 89553 h 119649"/>
                <a:gd name="connsiteX31" fmla="*/ 113929 w 125472"/>
                <a:gd name="connsiteY31" fmla="*/ 87435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929" y="87435"/>
                  </a:moveTo>
                  <a:cubicBezTo>
                    <a:pt x="111811" y="89818"/>
                    <a:pt x="110488" y="91406"/>
                    <a:pt x="108105" y="94583"/>
                  </a:cubicBezTo>
                  <a:cubicBezTo>
                    <a:pt x="102017" y="102524"/>
                    <a:pt x="98841" y="105171"/>
                    <a:pt x="95929" y="105171"/>
                  </a:cubicBezTo>
                  <a:cubicBezTo>
                    <a:pt x="91958" y="105171"/>
                    <a:pt x="89576" y="101730"/>
                    <a:pt x="87723" y="94318"/>
                  </a:cubicBezTo>
                  <a:cubicBezTo>
                    <a:pt x="87193" y="92200"/>
                    <a:pt x="86929" y="90612"/>
                    <a:pt x="86664" y="89818"/>
                  </a:cubicBezTo>
                  <a:cubicBezTo>
                    <a:pt x="80046" y="63082"/>
                    <a:pt x="77134" y="50905"/>
                    <a:pt x="77134" y="46935"/>
                  </a:cubicBezTo>
                  <a:cubicBezTo>
                    <a:pt x="88782" y="26552"/>
                    <a:pt x="98311" y="14905"/>
                    <a:pt x="103076" y="14905"/>
                  </a:cubicBezTo>
                  <a:cubicBezTo>
                    <a:pt x="104664" y="14905"/>
                    <a:pt x="106782" y="15699"/>
                    <a:pt x="109429" y="17022"/>
                  </a:cubicBezTo>
                  <a:cubicBezTo>
                    <a:pt x="112605" y="18875"/>
                    <a:pt x="114458" y="19405"/>
                    <a:pt x="116576" y="19405"/>
                  </a:cubicBezTo>
                  <a:cubicBezTo>
                    <a:pt x="122135" y="19405"/>
                    <a:pt x="125841" y="15434"/>
                    <a:pt x="125841" y="9875"/>
                  </a:cubicBezTo>
                  <a:cubicBezTo>
                    <a:pt x="125841" y="4316"/>
                    <a:pt x="121341" y="81"/>
                    <a:pt x="114988" y="81"/>
                  </a:cubicBezTo>
                  <a:cubicBezTo>
                    <a:pt x="103341" y="81"/>
                    <a:pt x="93282" y="9610"/>
                    <a:pt x="75017" y="37935"/>
                  </a:cubicBezTo>
                  <a:lnTo>
                    <a:pt x="72105" y="23375"/>
                  </a:lnTo>
                  <a:cubicBezTo>
                    <a:pt x="68399" y="5375"/>
                    <a:pt x="65487" y="81"/>
                    <a:pt x="58340" y="81"/>
                  </a:cubicBezTo>
                  <a:cubicBezTo>
                    <a:pt x="52516" y="81"/>
                    <a:pt x="43516" y="2463"/>
                    <a:pt x="27369" y="7758"/>
                  </a:cubicBezTo>
                  <a:lnTo>
                    <a:pt x="24457" y="8816"/>
                  </a:lnTo>
                  <a:lnTo>
                    <a:pt x="25516" y="12787"/>
                  </a:lnTo>
                  <a:cubicBezTo>
                    <a:pt x="35575" y="10405"/>
                    <a:pt x="37957" y="9875"/>
                    <a:pt x="40339" y="9875"/>
                  </a:cubicBezTo>
                  <a:cubicBezTo>
                    <a:pt x="46957" y="9875"/>
                    <a:pt x="48545" y="12258"/>
                    <a:pt x="52251" y="28140"/>
                  </a:cubicBezTo>
                  <a:lnTo>
                    <a:pt x="59928" y="60700"/>
                  </a:lnTo>
                  <a:lnTo>
                    <a:pt x="38222" y="91671"/>
                  </a:lnTo>
                  <a:cubicBezTo>
                    <a:pt x="32928" y="99612"/>
                    <a:pt x="27633" y="104377"/>
                    <a:pt x="24721" y="104377"/>
                  </a:cubicBezTo>
                  <a:cubicBezTo>
                    <a:pt x="23133" y="104377"/>
                    <a:pt x="20486" y="103583"/>
                    <a:pt x="17839" y="101995"/>
                  </a:cubicBezTo>
                  <a:cubicBezTo>
                    <a:pt x="14398" y="100142"/>
                    <a:pt x="11486" y="99347"/>
                    <a:pt x="9368" y="99347"/>
                  </a:cubicBezTo>
                  <a:cubicBezTo>
                    <a:pt x="4339" y="99347"/>
                    <a:pt x="368" y="103318"/>
                    <a:pt x="368" y="108612"/>
                  </a:cubicBezTo>
                  <a:cubicBezTo>
                    <a:pt x="368" y="115495"/>
                    <a:pt x="5662" y="119730"/>
                    <a:pt x="13604" y="119730"/>
                  </a:cubicBezTo>
                  <a:cubicBezTo>
                    <a:pt x="21810" y="119730"/>
                    <a:pt x="24986" y="117348"/>
                    <a:pt x="38222" y="101200"/>
                  </a:cubicBezTo>
                  <a:cubicBezTo>
                    <a:pt x="45369" y="92730"/>
                    <a:pt x="50928" y="85582"/>
                    <a:pt x="62046" y="70229"/>
                  </a:cubicBezTo>
                  <a:lnTo>
                    <a:pt x="69987" y="101995"/>
                  </a:lnTo>
                  <a:cubicBezTo>
                    <a:pt x="73428" y="115495"/>
                    <a:pt x="76870" y="119730"/>
                    <a:pt x="85340" y="119730"/>
                  </a:cubicBezTo>
                  <a:cubicBezTo>
                    <a:pt x="95399" y="119730"/>
                    <a:pt x="102282" y="113377"/>
                    <a:pt x="117635" y="89553"/>
                  </a:cubicBezTo>
                  <a:lnTo>
                    <a:pt x="113929" y="87435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182CD0D-40DE-9AB3-36A0-32A2C9B031E9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12010871" y="5363546"/>
              <a:ext cx="55435" cy="132418"/>
            </a:xfrm>
            <a:custGeom>
              <a:avLst/>
              <a:gdLst>
                <a:gd name="connsiteX0" fmla="*/ 35631 w 55435"/>
                <a:gd name="connsiteY0" fmla="*/ 84 h 132418"/>
                <a:gd name="connsiteX1" fmla="*/ 371 w 55435"/>
                <a:gd name="connsiteY1" fmla="*/ 17909 h 132418"/>
                <a:gd name="connsiteX2" fmla="*/ 371 w 55435"/>
                <a:gd name="connsiteY2" fmla="*/ 20652 h 132418"/>
                <a:gd name="connsiteX3" fmla="*/ 5660 w 55435"/>
                <a:gd name="connsiteY3" fmla="*/ 18497 h 132418"/>
                <a:gd name="connsiteX4" fmla="*/ 14475 w 55435"/>
                <a:gd name="connsiteY4" fmla="*/ 16342 h 132418"/>
                <a:gd name="connsiteX5" fmla="*/ 20352 w 55435"/>
                <a:gd name="connsiteY5" fmla="*/ 25549 h 132418"/>
                <a:gd name="connsiteX6" fmla="*/ 20352 w 55435"/>
                <a:gd name="connsiteY6" fmla="*/ 114285 h 132418"/>
                <a:gd name="connsiteX7" fmla="*/ 15650 w 55435"/>
                <a:gd name="connsiteY7" fmla="*/ 127018 h 132418"/>
                <a:gd name="connsiteX8" fmla="*/ 1743 w 55435"/>
                <a:gd name="connsiteY8" fmla="*/ 129564 h 132418"/>
                <a:gd name="connsiteX9" fmla="*/ 1743 w 55435"/>
                <a:gd name="connsiteY9" fmla="*/ 132503 h 132418"/>
                <a:gd name="connsiteX10" fmla="*/ 55807 w 55435"/>
                <a:gd name="connsiteY10" fmla="*/ 132503 h 132418"/>
                <a:gd name="connsiteX11" fmla="*/ 55807 w 55435"/>
                <a:gd name="connsiteY11" fmla="*/ 129564 h 132418"/>
                <a:gd name="connsiteX12" fmla="*/ 37198 w 55435"/>
                <a:gd name="connsiteY12" fmla="*/ 118007 h 132418"/>
                <a:gd name="connsiteX13" fmla="*/ 37198 w 55435"/>
                <a:gd name="connsiteY13" fmla="*/ 476 h 132418"/>
                <a:gd name="connsiteX14" fmla="*/ 35631 w 55435"/>
                <a:gd name="connsiteY14" fmla="*/ 84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631" y="84"/>
                  </a:moveTo>
                  <a:lnTo>
                    <a:pt x="371" y="17909"/>
                  </a:lnTo>
                  <a:lnTo>
                    <a:pt x="371" y="20652"/>
                  </a:lnTo>
                  <a:cubicBezTo>
                    <a:pt x="2722" y="19672"/>
                    <a:pt x="4877" y="18889"/>
                    <a:pt x="5660" y="18497"/>
                  </a:cubicBezTo>
                  <a:cubicBezTo>
                    <a:pt x="9186" y="17126"/>
                    <a:pt x="12516" y="16342"/>
                    <a:pt x="14475" y="16342"/>
                  </a:cubicBezTo>
                  <a:cubicBezTo>
                    <a:pt x="18589" y="16342"/>
                    <a:pt x="20352" y="19281"/>
                    <a:pt x="20352" y="25549"/>
                  </a:cubicBezTo>
                  <a:lnTo>
                    <a:pt x="20352" y="114285"/>
                  </a:lnTo>
                  <a:cubicBezTo>
                    <a:pt x="20352" y="120749"/>
                    <a:pt x="18785" y="125255"/>
                    <a:pt x="15650" y="127018"/>
                  </a:cubicBezTo>
                  <a:cubicBezTo>
                    <a:pt x="12712" y="128781"/>
                    <a:pt x="9970" y="129368"/>
                    <a:pt x="1743" y="129564"/>
                  </a:cubicBezTo>
                  <a:lnTo>
                    <a:pt x="1743" y="132503"/>
                  </a:lnTo>
                  <a:lnTo>
                    <a:pt x="55807" y="132503"/>
                  </a:lnTo>
                  <a:lnTo>
                    <a:pt x="55807" y="129564"/>
                  </a:lnTo>
                  <a:cubicBezTo>
                    <a:pt x="40332" y="129368"/>
                    <a:pt x="37198" y="127410"/>
                    <a:pt x="37198" y="118007"/>
                  </a:cubicBezTo>
                  <a:lnTo>
                    <a:pt x="37198" y="476"/>
                  </a:lnTo>
                  <a:lnTo>
                    <a:pt x="35631" y="84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EA540E0C-271F-48A9-6904-07DF664F4341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12115812" y="5257294"/>
              <a:ext cx="61412" cy="264710"/>
            </a:xfrm>
            <a:custGeom>
              <a:avLst/>
              <a:gdLst>
                <a:gd name="connsiteX0" fmla="*/ 61790 w 61412"/>
                <a:gd name="connsiteY0" fmla="*/ 132436 h 264710"/>
                <a:gd name="connsiteX1" fmla="*/ 44319 w 61412"/>
                <a:gd name="connsiteY1" fmla="*/ 49846 h 264710"/>
                <a:gd name="connsiteX2" fmla="*/ 3024 w 61412"/>
                <a:gd name="connsiteY2" fmla="*/ 80 h 264710"/>
                <a:gd name="connsiteX3" fmla="*/ 377 w 61412"/>
                <a:gd name="connsiteY3" fmla="*/ 2728 h 264710"/>
                <a:gd name="connsiteX4" fmla="*/ 5406 w 61412"/>
                <a:gd name="connsiteY4" fmla="*/ 8816 h 264710"/>
                <a:gd name="connsiteX5" fmla="*/ 46437 w 61412"/>
                <a:gd name="connsiteY5" fmla="*/ 132436 h 264710"/>
                <a:gd name="connsiteX6" fmla="*/ 3818 w 61412"/>
                <a:gd name="connsiteY6" fmla="*/ 257644 h 264710"/>
                <a:gd name="connsiteX7" fmla="*/ 377 w 61412"/>
                <a:gd name="connsiteY7" fmla="*/ 262144 h 264710"/>
                <a:gd name="connsiteX8" fmla="*/ 3024 w 61412"/>
                <a:gd name="connsiteY8" fmla="*/ 264791 h 264710"/>
                <a:gd name="connsiteX9" fmla="*/ 45113 w 61412"/>
                <a:gd name="connsiteY9" fmla="*/ 213173 h 264710"/>
                <a:gd name="connsiteX10" fmla="*/ 61790 w 61412"/>
                <a:gd name="connsiteY10" fmla="*/ 132436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90" y="132436"/>
                  </a:moveTo>
                  <a:cubicBezTo>
                    <a:pt x="61790" y="111788"/>
                    <a:pt x="58878" y="79758"/>
                    <a:pt x="44319" y="49846"/>
                  </a:cubicBezTo>
                  <a:cubicBezTo>
                    <a:pt x="28436" y="17287"/>
                    <a:pt x="5671" y="80"/>
                    <a:pt x="3024" y="80"/>
                  </a:cubicBezTo>
                  <a:cubicBezTo>
                    <a:pt x="1436" y="80"/>
                    <a:pt x="377" y="1139"/>
                    <a:pt x="377" y="2728"/>
                  </a:cubicBezTo>
                  <a:cubicBezTo>
                    <a:pt x="377" y="3522"/>
                    <a:pt x="377" y="4051"/>
                    <a:pt x="5406" y="8816"/>
                  </a:cubicBezTo>
                  <a:cubicBezTo>
                    <a:pt x="31348" y="35022"/>
                    <a:pt x="46437" y="77111"/>
                    <a:pt x="46437" y="132436"/>
                  </a:cubicBezTo>
                  <a:cubicBezTo>
                    <a:pt x="46437" y="177702"/>
                    <a:pt x="36642" y="224291"/>
                    <a:pt x="3818" y="257644"/>
                  </a:cubicBezTo>
                  <a:cubicBezTo>
                    <a:pt x="377" y="260821"/>
                    <a:pt x="377" y="261350"/>
                    <a:pt x="377" y="262144"/>
                  </a:cubicBezTo>
                  <a:cubicBezTo>
                    <a:pt x="377" y="263733"/>
                    <a:pt x="1436" y="264791"/>
                    <a:pt x="3024" y="264791"/>
                  </a:cubicBezTo>
                  <a:cubicBezTo>
                    <a:pt x="5671" y="264791"/>
                    <a:pt x="29495" y="246791"/>
                    <a:pt x="45113" y="213173"/>
                  </a:cubicBezTo>
                  <a:cubicBezTo>
                    <a:pt x="58613" y="184055"/>
                    <a:pt x="61790" y="154672"/>
                    <a:pt x="61790" y="1324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32FEBE63-2059-CDFC-1F57-CDA986F8D78E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10423482" y="5563967"/>
              <a:ext cx="1891130" cy="10625"/>
            </a:xfrm>
            <a:custGeom>
              <a:avLst/>
              <a:gdLst>
                <a:gd name="connsiteX0" fmla="*/ 0 w 1891130"/>
                <a:gd name="connsiteY0" fmla="*/ 0 h 10625"/>
                <a:gd name="connsiteX1" fmla="*/ 1891130 w 1891130"/>
                <a:gd name="connsiteY1" fmla="*/ 0 h 10625"/>
                <a:gd name="connsiteX2" fmla="*/ 1891130 w 1891130"/>
                <a:gd name="connsiteY2" fmla="*/ 10626 h 10625"/>
                <a:gd name="connsiteX3" fmla="*/ 0 w 1891130"/>
                <a:gd name="connsiteY3" fmla="*/ 10626 h 1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91130" h="10625">
                  <a:moveTo>
                    <a:pt x="0" y="0"/>
                  </a:moveTo>
                  <a:lnTo>
                    <a:pt x="1891130" y="0"/>
                  </a:lnTo>
                  <a:lnTo>
                    <a:pt x="1891130" y="10626"/>
                  </a:lnTo>
                  <a:lnTo>
                    <a:pt x="0" y="1062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C62C4746-00E1-D159-7A5D-8AD57B2DE776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10449688" y="5619445"/>
              <a:ext cx="61412" cy="264710"/>
            </a:xfrm>
            <a:custGeom>
              <a:avLst/>
              <a:gdLst>
                <a:gd name="connsiteX0" fmla="*/ 61727 w 61412"/>
                <a:gd name="connsiteY0" fmla="*/ 262158 h 264710"/>
                <a:gd name="connsiteX1" fmla="*/ 57227 w 61412"/>
                <a:gd name="connsiteY1" fmla="*/ 256334 h 264710"/>
                <a:gd name="connsiteX2" fmla="*/ 15667 w 61412"/>
                <a:gd name="connsiteY2" fmla="*/ 132450 h 264710"/>
                <a:gd name="connsiteX3" fmla="*/ 58286 w 61412"/>
                <a:gd name="connsiteY3" fmla="*/ 7241 h 264710"/>
                <a:gd name="connsiteX4" fmla="*/ 61727 w 61412"/>
                <a:gd name="connsiteY4" fmla="*/ 2741 h 264710"/>
                <a:gd name="connsiteX5" fmla="*/ 59080 w 61412"/>
                <a:gd name="connsiteY5" fmla="*/ 94 h 264710"/>
                <a:gd name="connsiteX6" fmla="*/ 16991 w 61412"/>
                <a:gd name="connsiteY6" fmla="*/ 51713 h 264710"/>
                <a:gd name="connsiteX7" fmla="*/ 314 w 61412"/>
                <a:gd name="connsiteY7" fmla="*/ 132450 h 264710"/>
                <a:gd name="connsiteX8" fmla="*/ 17785 w 61412"/>
                <a:gd name="connsiteY8" fmla="*/ 215039 h 264710"/>
                <a:gd name="connsiteX9" fmla="*/ 59080 w 61412"/>
                <a:gd name="connsiteY9" fmla="*/ 264805 h 264710"/>
                <a:gd name="connsiteX10" fmla="*/ 61727 w 61412"/>
                <a:gd name="connsiteY10" fmla="*/ 262158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27" y="262158"/>
                  </a:moveTo>
                  <a:cubicBezTo>
                    <a:pt x="61727" y="261364"/>
                    <a:pt x="61727" y="260834"/>
                    <a:pt x="57227" y="256334"/>
                  </a:cubicBezTo>
                  <a:cubicBezTo>
                    <a:pt x="24138" y="222981"/>
                    <a:pt x="15667" y="172950"/>
                    <a:pt x="15667" y="132450"/>
                  </a:cubicBezTo>
                  <a:cubicBezTo>
                    <a:pt x="15667" y="86390"/>
                    <a:pt x="25726" y="40330"/>
                    <a:pt x="58286" y="7241"/>
                  </a:cubicBezTo>
                  <a:cubicBezTo>
                    <a:pt x="61727" y="4065"/>
                    <a:pt x="61727" y="3535"/>
                    <a:pt x="61727" y="2741"/>
                  </a:cubicBezTo>
                  <a:cubicBezTo>
                    <a:pt x="61727" y="888"/>
                    <a:pt x="60668" y="94"/>
                    <a:pt x="59080" y="94"/>
                  </a:cubicBezTo>
                  <a:cubicBezTo>
                    <a:pt x="56433" y="94"/>
                    <a:pt x="32609" y="18094"/>
                    <a:pt x="16991" y="51713"/>
                  </a:cubicBezTo>
                  <a:cubicBezTo>
                    <a:pt x="3491" y="80831"/>
                    <a:pt x="314" y="110214"/>
                    <a:pt x="314" y="132450"/>
                  </a:cubicBezTo>
                  <a:cubicBezTo>
                    <a:pt x="314" y="153097"/>
                    <a:pt x="3226" y="185127"/>
                    <a:pt x="17785" y="215039"/>
                  </a:cubicBezTo>
                  <a:cubicBezTo>
                    <a:pt x="33668" y="247599"/>
                    <a:pt x="56433" y="264805"/>
                    <a:pt x="59080" y="264805"/>
                  </a:cubicBezTo>
                  <a:cubicBezTo>
                    <a:pt x="60668" y="264805"/>
                    <a:pt x="61727" y="264011"/>
                    <a:pt x="61727" y="26215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4D50A7F-3A0F-940F-1B32-51E8A8FAEE04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10519425" y="5701241"/>
              <a:ext cx="125472" cy="119649"/>
            </a:xfrm>
            <a:custGeom>
              <a:avLst/>
              <a:gdLst>
                <a:gd name="connsiteX0" fmla="*/ 113879 w 125472"/>
                <a:gd name="connsiteY0" fmla="*/ 87449 h 119649"/>
                <a:gd name="connsiteX1" fmla="*/ 108055 w 125472"/>
                <a:gd name="connsiteY1" fmla="*/ 94596 h 119649"/>
                <a:gd name="connsiteX2" fmla="*/ 95878 w 125472"/>
                <a:gd name="connsiteY2" fmla="*/ 105185 h 119649"/>
                <a:gd name="connsiteX3" fmla="*/ 87672 w 125472"/>
                <a:gd name="connsiteY3" fmla="*/ 94332 h 119649"/>
                <a:gd name="connsiteX4" fmla="*/ 86613 w 125472"/>
                <a:gd name="connsiteY4" fmla="*/ 89831 h 119649"/>
                <a:gd name="connsiteX5" fmla="*/ 77084 w 125472"/>
                <a:gd name="connsiteY5" fmla="*/ 46948 h 119649"/>
                <a:gd name="connsiteX6" fmla="*/ 103025 w 125472"/>
                <a:gd name="connsiteY6" fmla="*/ 14918 h 119649"/>
                <a:gd name="connsiteX7" fmla="*/ 109379 w 125472"/>
                <a:gd name="connsiteY7" fmla="*/ 17036 h 119649"/>
                <a:gd name="connsiteX8" fmla="*/ 116526 w 125472"/>
                <a:gd name="connsiteY8" fmla="*/ 19418 h 119649"/>
                <a:gd name="connsiteX9" fmla="*/ 125791 w 125472"/>
                <a:gd name="connsiteY9" fmla="*/ 9889 h 119649"/>
                <a:gd name="connsiteX10" fmla="*/ 114937 w 125472"/>
                <a:gd name="connsiteY10" fmla="*/ 94 h 119649"/>
                <a:gd name="connsiteX11" fmla="*/ 74966 w 125472"/>
                <a:gd name="connsiteY11" fmla="*/ 37948 h 119649"/>
                <a:gd name="connsiteX12" fmla="*/ 72054 w 125472"/>
                <a:gd name="connsiteY12" fmla="*/ 23389 h 119649"/>
                <a:gd name="connsiteX13" fmla="*/ 58289 w 125472"/>
                <a:gd name="connsiteY13" fmla="*/ 94 h 119649"/>
                <a:gd name="connsiteX14" fmla="*/ 27318 w 125472"/>
                <a:gd name="connsiteY14" fmla="*/ 7771 h 119649"/>
                <a:gd name="connsiteX15" fmla="*/ 24406 w 125472"/>
                <a:gd name="connsiteY15" fmla="*/ 8830 h 119649"/>
                <a:gd name="connsiteX16" fmla="*/ 25465 w 125472"/>
                <a:gd name="connsiteY16" fmla="*/ 12801 h 119649"/>
                <a:gd name="connsiteX17" fmla="*/ 40289 w 125472"/>
                <a:gd name="connsiteY17" fmla="*/ 9889 h 119649"/>
                <a:gd name="connsiteX18" fmla="*/ 52201 w 125472"/>
                <a:gd name="connsiteY18" fmla="*/ 28154 h 119649"/>
                <a:gd name="connsiteX19" fmla="*/ 59878 w 125472"/>
                <a:gd name="connsiteY19" fmla="*/ 60713 h 119649"/>
                <a:gd name="connsiteX20" fmla="*/ 38171 w 125472"/>
                <a:gd name="connsiteY20" fmla="*/ 91684 h 119649"/>
                <a:gd name="connsiteX21" fmla="*/ 24671 w 125472"/>
                <a:gd name="connsiteY21" fmla="*/ 104391 h 119649"/>
                <a:gd name="connsiteX22" fmla="*/ 17789 w 125472"/>
                <a:gd name="connsiteY22" fmla="*/ 102008 h 119649"/>
                <a:gd name="connsiteX23" fmla="*/ 9318 w 125472"/>
                <a:gd name="connsiteY23" fmla="*/ 99361 h 119649"/>
                <a:gd name="connsiteX24" fmla="*/ 318 w 125472"/>
                <a:gd name="connsiteY24" fmla="*/ 108626 h 119649"/>
                <a:gd name="connsiteX25" fmla="*/ 13553 w 125472"/>
                <a:gd name="connsiteY25" fmla="*/ 119744 h 119649"/>
                <a:gd name="connsiteX26" fmla="*/ 38171 w 125472"/>
                <a:gd name="connsiteY26" fmla="*/ 101214 h 119649"/>
                <a:gd name="connsiteX27" fmla="*/ 61995 w 125472"/>
                <a:gd name="connsiteY27" fmla="*/ 70243 h 119649"/>
                <a:gd name="connsiteX28" fmla="*/ 69937 w 125472"/>
                <a:gd name="connsiteY28" fmla="*/ 102008 h 119649"/>
                <a:gd name="connsiteX29" fmla="*/ 85290 w 125472"/>
                <a:gd name="connsiteY29" fmla="*/ 119744 h 119649"/>
                <a:gd name="connsiteX30" fmla="*/ 117585 w 125472"/>
                <a:gd name="connsiteY30" fmla="*/ 89567 h 119649"/>
                <a:gd name="connsiteX31" fmla="*/ 113879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79" y="87449"/>
                  </a:moveTo>
                  <a:cubicBezTo>
                    <a:pt x="111761" y="89831"/>
                    <a:pt x="110437" y="91420"/>
                    <a:pt x="108055" y="94596"/>
                  </a:cubicBezTo>
                  <a:cubicBezTo>
                    <a:pt x="101967" y="102538"/>
                    <a:pt x="98790" y="105185"/>
                    <a:pt x="95878" y="105185"/>
                  </a:cubicBezTo>
                  <a:cubicBezTo>
                    <a:pt x="91908" y="105185"/>
                    <a:pt x="89525" y="101743"/>
                    <a:pt x="87672" y="94332"/>
                  </a:cubicBezTo>
                  <a:cubicBezTo>
                    <a:pt x="87143" y="92214"/>
                    <a:pt x="86878" y="90626"/>
                    <a:pt x="86613" y="89831"/>
                  </a:cubicBezTo>
                  <a:cubicBezTo>
                    <a:pt x="79996" y="63096"/>
                    <a:pt x="77084" y="50919"/>
                    <a:pt x="77084" y="46948"/>
                  </a:cubicBezTo>
                  <a:cubicBezTo>
                    <a:pt x="88731" y="26566"/>
                    <a:pt x="98261" y="14918"/>
                    <a:pt x="103025" y="14918"/>
                  </a:cubicBezTo>
                  <a:cubicBezTo>
                    <a:pt x="104614" y="14918"/>
                    <a:pt x="106731" y="15712"/>
                    <a:pt x="109379" y="17036"/>
                  </a:cubicBezTo>
                  <a:cubicBezTo>
                    <a:pt x="112555" y="18889"/>
                    <a:pt x="114408" y="19418"/>
                    <a:pt x="116526" y="19418"/>
                  </a:cubicBezTo>
                  <a:cubicBezTo>
                    <a:pt x="122085" y="19418"/>
                    <a:pt x="125791" y="15448"/>
                    <a:pt x="125791" y="9889"/>
                  </a:cubicBezTo>
                  <a:cubicBezTo>
                    <a:pt x="125791" y="4330"/>
                    <a:pt x="121291" y="94"/>
                    <a:pt x="114937" y="94"/>
                  </a:cubicBezTo>
                  <a:cubicBezTo>
                    <a:pt x="103290" y="94"/>
                    <a:pt x="93231" y="9624"/>
                    <a:pt x="74966" y="37948"/>
                  </a:cubicBezTo>
                  <a:lnTo>
                    <a:pt x="72054" y="23389"/>
                  </a:lnTo>
                  <a:cubicBezTo>
                    <a:pt x="68348" y="5389"/>
                    <a:pt x="65437" y="94"/>
                    <a:pt x="58289" y="94"/>
                  </a:cubicBezTo>
                  <a:cubicBezTo>
                    <a:pt x="52466" y="94"/>
                    <a:pt x="43466" y="2477"/>
                    <a:pt x="27318" y="7771"/>
                  </a:cubicBezTo>
                  <a:lnTo>
                    <a:pt x="24406" y="8830"/>
                  </a:lnTo>
                  <a:lnTo>
                    <a:pt x="25465" y="12801"/>
                  </a:lnTo>
                  <a:cubicBezTo>
                    <a:pt x="35524" y="10418"/>
                    <a:pt x="37907" y="9889"/>
                    <a:pt x="40289" y="9889"/>
                  </a:cubicBezTo>
                  <a:cubicBezTo>
                    <a:pt x="46907" y="9889"/>
                    <a:pt x="48495" y="12271"/>
                    <a:pt x="52201" y="28154"/>
                  </a:cubicBezTo>
                  <a:lnTo>
                    <a:pt x="59878" y="60713"/>
                  </a:lnTo>
                  <a:lnTo>
                    <a:pt x="38171" y="91684"/>
                  </a:lnTo>
                  <a:cubicBezTo>
                    <a:pt x="32877" y="99626"/>
                    <a:pt x="27583" y="104391"/>
                    <a:pt x="24671" y="104391"/>
                  </a:cubicBezTo>
                  <a:cubicBezTo>
                    <a:pt x="23083" y="104391"/>
                    <a:pt x="20436" y="103596"/>
                    <a:pt x="17789" y="102008"/>
                  </a:cubicBezTo>
                  <a:cubicBezTo>
                    <a:pt x="14347" y="100155"/>
                    <a:pt x="11436" y="99361"/>
                    <a:pt x="9318" y="99361"/>
                  </a:cubicBezTo>
                  <a:cubicBezTo>
                    <a:pt x="4288" y="99361"/>
                    <a:pt x="318" y="103332"/>
                    <a:pt x="318" y="108626"/>
                  </a:cubicBezTo>
                  <a:cubicBezTo>
                    <a:pt x="318" y="115508"/>
                    <a:pt x="5612" y="119744"/>
                    <a:pt x="13553" y="119744"/>
                  </a:cubicBezTo>
                  <a:cubicBezTo>
                    <a:pt x="21759" y="119744"/>
                    <a:pt x="24936" y="117361"/>
                    <a:pt x="38171" y="101214"/>
                  </a:cubicBezTo>
                  <a:cubicBezTo>
                    <a:pt x="45319" y="92743"/>
                    <a:pt x="50877" y="85596"/>
                    <a:pt x="61995" y="70243"/>
                  </a:cubicBezTo>
                  <a:lnTo>
                    <a:pt x="69937" y="102008"/>
                  </a:lnTo>
                  <a:cubicBezTo>
                    <a:pt x="73378" y="115508"/>
                    <a:pt x="76819" y="119744"/>
                    <a:pt x="85290" y="119744"/>
                  </a:cubicBezTo>
                  <a:cubicBezTo>
                    <a:pt x="95349" y="119744"/>
                    <a:pt x="102231" y="113391"/>
                    <a:pt x="117585" y="89567"/>
                  </a:cubicBezTo>
                  <a:lnTo>
                    <a:pt x="113879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482E1E7-3346-930A-E687-5DC0E15567D2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10650419" y="5725697"/>
              <a:ext cx="87169" cy="132418"/>
            </a:xfrm>
            <a:custGeom>
              <a:avLst/>
              <a:gdLst>
                <a:gd name="connsiteX0" fmla="*/ 87490 w 87169"/>
                <a:gd name="connsiteY0" fmla="*/ 105680 h 132418"/>
                <a:gd name="connsiteX1" fmla="*/ 84944 w 87169"/>
                <a:gd name="connsiteY1" fmla="*/ 104700 h 132418"/>
                <a:gd name="connsiteX2" fmla="*/ 66334 w 87169"/>
                <a:gd name="connsiteY2" fmla="*/ 117629 h 132418"/>
                <a:gd name="connsiteX3" fmla="*/ 19518 w 87169"/>
                <a:gd name="connsiteY3" fmla="*/ 117629 h 132418"/>
                <a:gd name="connsiteX4" fmla="*/ 52427 w 87169"/>
                <a:gd name="connsiteY4" fmla="*/ 83153 h 132418"/>
                <a:gd name="connsiteX5" fmla="*/ 77500 w 87169"/>
                <a:gd name="connsiteY5" fmla="*/ 34769 h 132418"/>
                <a:gd name="connsiteX6" fmla="*/ 41261 w 87169"/>
                <a:gd name="connsiteY6" fmla="*/ 97 h 132418"/>
                <a:gd name="connsiteX7" fmla="*/ 13053 w 87169"/>
                <a:gd name="connsiteY7" fmla="*/ 12242 h 132418"/>
                <a:gd name="connsiteX8" fmla="*/ 517 w 87169"/>
                <a:gd name="connsiteY8" fmla="*/ 39079 h 132418"/>
                <a:gd name="connsiteX9" fmla="*/ 4630 w 87169"/>
                <a:gd name="connsiteY9" fmla="*/ 40058 h 132418"/>
                <a:gd name="connsiteX10" fmla="*/ 33034 w 87169"/>
                <a:gd name="connsiteY10" fmla="*/ 14593 h 132418"/>
                <a:gd name="connsiteX11" fmla="*/ 60654 w 87169"/>
                <a:gd name="connsiteY11" fmla="*/ 42213 h 132418"/>
                <a:gd name="connsiteX12" fmla="*/ 35189 w 87169"/>
                <a:gd name="connsiteY12" fmla="*/ 93143 h 132418"/>
                <a:gd name="connsiteX13" fmla="*/ 321 w 87169"/>
                <a:gd name="connsiteY13" fmla="*/ 130166 h 132418"/>
                <a:gd name="connsiteX14" fmla="*/ 321 w 87169"/>
                <a:gd name="connsiteY14" fmla="*/ 132516 h 132418"/>
                <a:gd name="connsiteX15" fmla="*/ 76716 w 87169"/>
                <a:gd name="connsiteY15" fmla="*/ 132516 h 132418"/>
                <a:gd name="connsiteX16" fmla="*/ 87490 w 87169"/>
                <a:gd name="connsiteY16" fmla="*/ 105680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490" y="105680"/>
                  </a:moveTo>
                  <a:lnTo>
                    <a:pt x="84944" y="104700"/>
                  </a:lnTo>
                  <a:cubicBezTo>
                    <a:pt x="77696" y="115866"/>
                    <a:pt x="75149" y="117629"/>
                    <a:pt x="66334" y="117629"/>
                  </a:cubicBezTo>
                  <a:lnTo>
                    <a:pt x="19518" y="117629"/>
                  </a:lnTo>
                  <a:lnTo>
                    <a:pt x="52427" y="83153"/>
                  </a:lnTo>
                  <a:cubicBezTo>
                    <a:pt x="69860" y="64936"/>
                    <a:pt x="77500" y="50048"/>
                    <a:pt x="77500" y="34769"/>
                  </a:cubicBezTo>
                  <a:cubicBezTo>
                    <a:pt x="77500" y="15181"/>
                    <a:pt x="61633" y="97"/>
                    <a:pt x="41261" y="97"/>
                  </a:cubicBezTo>
                  <a:cubicBezTo>
                    <a:pt x="30487" y="97"/>
                    <a:pt x="20301" y="4407"/>
                    <a:pt x="13053" y="12242"/>
                  </a:cubicBezTo>
                  <a:cubicBezTo>
                    <a:pt x="6785" y="18902"/>
                    <a:pt x="3847" y="25171"/>
                    <a:pt x="517" y="39079"/>
                  </a:cubicBezTo>
                  <a:lnTo>
                    <a:pt x="4630" y="40058"/>
                  </a:lnTo>
                  <a:cubicBezTo>
                    <a:pt x="12466" y="20861"/>
                    <a:pt x="19518" y="14593"/>
                    <a:pt x="33034" y="14593"/>
                  </a:cubicBezTo>
                  <a:cubicBezTo>
                    <a:pt x="49488" y="14593"/>
                    <a:pt x="60654" y="25758"/>
                    <a:pt x="60654" y="42213"/>
                  </a:cubicBezTo>
                  <a:cubicBezTo>
                    <a:pt x="60654" y="57492"/>
                    <a:pt x="51643" y="75709"/>
                    <a:pt x="35189" y="93143"/>
                  </a:cubicBezTo>
                  <a:lnTo>
                    <a:pt x="321" y="130166"/>
                  </a:lnTo>
                  <a:lnTo>
                    <a:pt x="321" y="132516"/>
                  </a:lnTo>
                  <a:lnTo>
                    <a:pt x="76716" y="132516"/>
                  </a:lnTo>
                  <a:lnTo>
                    <a:pt x="87490" y="10568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0CECCE6-E880-DE09-A7D6-7498A1474624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10815012" y="5746506"/>
              <a:ext cx="161738" cy="10588"/>
            </a:xfrm>
            <a:custGeom>
              <a:avLst/>
              <a:gdLst>
                <a:gd name="connsiteX0" fmla="*/ 152801 w 161738"/>
                <a:gd name="connsiteY0" fmla="*/ 10683 h 10588"/>
                <a:gd name="connsiteX1" fmla="*/ 162065 w 161738"/>
                <a:gd name="connsiteY1" fmla="*/ 5389 h 10588"/>
                <a:gd name="connsiteX2" fmla="*/ 152801 w 161738"/>
                <a:gd name="connsiteY2" fmla="*/ 95 h 10588"/>
                <a:gd name="connsiteX3" fmla="*/ 9592 w 161738"/>
                <a:gd name="connsiteY3" fmla="*/ 95 h 10588"/>
                <a:gd name="connsiteX4" fmla="*/ 327 w 161738"/>
                <a:gd name="connsiteY4" fmla="*/ 5389 h 10588"/>
                <a:gd name="connsiteX5" fmla="*/ 9592 w 161738"/>
                <a:gd name="connsiteY5" fmla="*/ 10683 h 10588"/>
                <a:gd name="connsiteX6" fmla="*/ 152801 w 161738"/>
                <a:gd name="connsiteY6" fmla="*/ 10683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801" y="10683"/>
                  </a:moveTo>
                  <a:cubicBezTo>
                    <a:pt x="157301" y="10683"/>
                    <a:pt x="162065" y="10683"/>
                    <a:pt x="162065" y="5389"/>
                  </a:cubicBezTo>
                  <a:cubicBezTo>
                    <a:pt x="162065" y="95"/>
                    <a:pt x="157301" y="95"/>
                    <a:pt x="152801" y="95"/>
                  </a:cubicBezTo>
                  <a:lnTo>
                    <a:pt x="9592" y="95"/>
                  </a:lnTo>
                  <a:cubicBezTo>
                    <a:pt x="5092" y="95"/>
                    <a:pt x="327" y="95"/>
                    <a:pt x="327" y="5389"/>
                  </a:cubicBezTo>
                  <a:cubicBezTo>
                    <a:pt x="327" y="10683"/>
                    <a:pt x="5092" y="10683"/>
                    <a:pt x="9592" y="10683"/>
                  </a:cubicBezTo>
                  <a:lnTo>
                    <a:pt x="152801" y="1068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B70F32F8-7400-790B-A23E-4DC4687DF025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11029245" y="5701241"/>
              <a:ext cx="125472" cy="119649"/>
            </a:xfrm>
            <a:custGeom>
              <a:avLst/>
              <a:gdLst>
                <a:gd name="connsiteX0" fmla="*/ 113898 w 125472"/>
                <a:gd name="connsiteY0" fmla="*/ 87449 h 119649"/>
                <a:gd name="connsiteX1" fmla="*/ 108074 w 125472"/>
                <a:gd name="connsiteY1" fmla="*/ 94596 h 119649"/>
                <a:gd name="connsiteX2" fmla="*/ 95897 w 125472"/>
                <a:gd name="connsiteY2" fmla="*/ 105185 h 119649"/>
                <a:gd name="connsiteX3" fmla="*/ 87691 w 125472"/>
                <a:gd name="connsiteY3" fmla="*/ 94332 h 119649"/>
                <a:gd name="connsiteX4" fmla="*/ 86633 w 125472"/>
                <a:gd name="connsiteY4" fmla="*/ 89831 h 119649"/>
                <a:gd name="connsiteX5" fmla="*/ 77103 w 125472"/>
                <a:gd name="connsiteY5" fmla="*/ 46948 h 119649"/>
                <a:gd name="connsiteX6" fmla="*/ 103045 w 125472"/>
                <a:gd name="connsiteY6" fmla="*/ 14918 h 119649"/>
                <a:gd name="connsiteX7" fmla="*/ 109398 w 125472"/>
                <a:gd name="connsiteY7" fmla="*/ 17036 h 119649"/>
                <a:gd name="connsiteX8" fmla="*/ 116545 w 125472"/>
                <a:gd name="connsiteY8" fmla="*/ 19418 h 119649"/>
                <a:gd name="connsiteX9" fmla="*/ 125810 w 125472"/>
                <a:gd name="connsiteY9" fmla="*/ 9889 h 119649"/>
                <a:gd name="connsiteX10" fmla="*/ 114957 w 125472"/>
                <a:gd name="connsiteY10" fmla="*/ 94 h 119649"/>
                <a:gd name="connsiteX11" fmla="*/ 74985 w 125472"/>
                <a:gd name="connsiteY11" fmla="*/ 37948 h 119649"/>
                <a:gd name="connsiteX12" fmla="*/ 72073 w 125472"/>
                <a:gd name="connsiteY12" fmla="*/ 23389 h 119649"/>
                <a:gd name="connsiteX13" fmla="*/ 58308 w 125472"/>
                <a:gd name="connsiteY13" fmla="*/ 94 h 119649"/>
                <a:gd name="connsiteX14" fmla="*/ 27337 w 125472"/>
                <a:gd name="connsiteY14" fmla="*/ 7771 h 119649"/>
                <a:gd name="connsiteX15" fmla="*/ 24425 w 125472"/>
                <a:gd name="connsiteY15" fmla="*/ 8830 h 119649"/>
                <a:gd name="connsiteX16" fmla="*/ 25484 w 125472"/>
                <a:gd name="connsiteY16" fmla="*/ 12801 h 119649"/>
                <a:gd name="connsiteX17" fmla="*/ 40308 w 125472"/>
                <a:gd name="connsiteY17" fmla="*/ 9889 h 119649"/>
                <a:gd name="connsiteX18" fmla="*/ 52220 w 125472"/>
                <a:gd name="connsiteY18" fmla="*/ 28154 h 119649"/>
                <a:gd name="connsiteX19" fmla="*/ 59897 w 125472"/>
                <a:gd name="connsiteY19" fmla="*/ 60713 h 119649"/>
                <a:gd name="connsiteX20" fmla="*/ 38190 w 125472"/>
                <a:gd name="connsiteY20" fmla="*/ 91684 h 119649"/>
                <a:gd name="connsiteX21" fmla="*/ 24690 w 125472"/>
                <a:gd name="connsiteY21" fmla="*/ 104391 h 119649"/>
                <a:gd name="connsiteX22" fmla="*/ 17808 w 125472"/>
                <a:gd name="connsiteY22" fmla="*/ 102008 h 119649"/>
                <a:gd name="connsiteX23" fmla="*/ 9337 w 125472"/>
                <a:gd name="connsiteY23" fmla="*/ 99361 h 119649"/>
                <a:gd name="connsiteX24" fmla="*/ 337 w 125472"/>
                <a:gd name="connsiteY24" fmla="*/ 108626 h 119649"/>
                <a:gd name="connsiteX25" fmla="*/ 13572 w 125472"/>
                <a:gd name="connsiteY25" fmla="*/ 119744 h 119649"/>
                <a:gd name="connsiteX26" fmla="*/ 38190 w 125472"/>
                <a:gd name="connsiteY26" fmla="*/ 101214 h 119649"/>
                <a:gd name="connsiteX27" fmla="*/ 62014 w 125472"/>
                <a:gd name="connsiteY27" fmla="*/ 70243 h 119649"/>
                <a:gd name="connsiteX28" fmla="*/ 69956 w 125472"/>
                <a:gd name="connsiteY28" fmla="*/ 102008 h 119649"/>
                <a:gd name="connsiteX29" fmla="*/ 85309 w 125472"/>
                <a:gd name="connsiteY29" fmla="*/ 119744 h 119649"/>
                <a:gd name="connsiteX30" fmla="*/ 117604 w 125472"/>
                <a:gd name="connsiteY30" fmla="*/ 89567 h 119649"/>
                <a:gd name="connsiteX31" fmla="*/ 113898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898" y="87449"/>
                  </a:moveTo>
                  <a:cubicBezTo>
                    <a:pt x="111780" y="89831"/>
                    <a:pt x="110457" y="91420"/>
                    <a:pt x="108074" y="94596"/>
                  </a:cubicBezTo>
                  <a:cubicBezTo>
                    <a:pt x="101986" y="102538"/>
                    <a:pt x="98809" y="105185"/>
                    <a:pt x="95897" y="105185"/>
                  </a:cubicBezTo>
                  <a:cubicBezTo>
                    <a:pt x="91927" y="105185"/>
                    <a:pt x="89544" y="101743"/>
                    <a:pt x="87691" y="94332"/>
                  </a:cubicBezTo>
                  <a:cubicBezTo>
                    <a:pt x="87162" y="92214"/>
                    <a:pt x="86897" y="90626"/>
                    <a:pt x="86633" y="89831"/>
                  </a:cubicBezTo>
                  <a:cubicBezTo>
                    <a:pt x="80015" y="63096"/>
                    <a:pt x="77103" y="50919"/>
                    <a:pt x="77103" y="46948"/>
                  </a:cubicBezTo>
                  <a:cubicBezTo>
                    <a:pt x="88750" y="26566"/>
                    <a:pt x="98280" y="14918"/>
                    <a:pt x="103045" y="14918"/>
                  </a:cubicBezTo>
                  <a:cubicBezTo>
                    <a:pt x="104633" y="14918"/>
                    <a:pt x="106751" y="15712"/>
                    <a:pt x="109398" y="17036"/>
                  </a:cubicBezTo>
                  <a:cubicBezTo>
                    <a:pt x="112574" y="18889"/>
                    <a:pt x="114427" y="19418"/>
                    <a:pt x="116545" y="19418"/>
                  </a:cubicBezTo>
                  <a:cubicBezTo>
                    <a:pt x="122104" y="19418"/>
                    <a:pt x="125810" y="15448"/>
                    <a:pt x="125810" y="9889"/>
                  </a:cubicBezTo>
                  <a:cubicBezTo>
                    <a:pt x="125810" y="4330"/>
                    <a:pt x="121310" y="94"/>
                    <a:pt x="114957" y="94"/>
                  </a:cubicBezTo>
                  <a:cubicBezTo>
                    <a:pt x="103309" y="94"/>
                    <a:pt x="93250" y="9624"/>
                    <a:pt x="74985" y="37948"/>
                  </a:cubicBezTo>
                  <a:lnTo>
                    <a:pt x="72073" y="23389"/>
                  </a:lnTo>
                  <a:cubicBezTo>
                    <a:pt x="68367" y="5389"/>
                    <a:pt x="65456" y="94"/>
                    <a:pt x="58308" y="94"/>
                  </a:cubicBezTo>
                  <a:cubicBezTo>
                    <a:pt x="52485" y="94"/>
                    <a:pt x="43485" y="2477"/>
                    <a:pt x="27337" y="7771"/>
                  </a:cubicBezTo>
                  <a:lnTo>
                    <a:pt x="24425" y="8830"/>
                  </a:lnTo>
                  <a:lnTo>
                    <a:pt x="25484" y="12801"/>
                  </a:lnTo>
                  <a:cubicBezTo>
                    <a:pt x="35543" y="10418"/>
                    <a:pt x="37926" y="9889"/>
                    <a:pt x="40308" y="9889"/>
                  </a:cubicBezTo>
                  <a:cubicBezTo>
                    <a:pt x="46926" y="9889"/>
                    <a:pt x="48514" y="12271"/>
                    <a:pt x="52220" y="28154"/>
                  </a:cubicBezTo>
                  <a:lnTo>
                    <a:pt x="59897" y="60713"/>
                  </a:lnTo>
                  <a:lnTo>
                    <a:pt x="38190" y="91684"/>
                  </a:lnTo>
                  <a:cubicBezTo>
                    <a:pt x="32896" y="99626"/>
                    <a:pt x="27602" y="104391"/>
                    <a:pt x="24690" y="104391"/>
                  </a:cubicBezTo>
                  <a:cubicBezTo>
                    <a:pt x="23102" y="104391"/>
                    <a:pt x="20455" y="103596"/>
                    <a:pt x="17808" y="102008"/>
                  </a:cubicBezTo>
                  <a:cubicBezTo>
                    <a:pt x="14366" y="100155"/>
                    <a:pt x="11455" y="99361"/>
                    <a:pt x="9337" y="99361"/>
                  </a:cubicBezTo>
                  <a:cubicBezTo>
                    <a:pt x="4307" y="99361"/>
                    <a:pt x="337" y="103332"/>
                    <a:pt x="337" y="108626"/>
                  </a:cubicBezTo>
                  <a:cubicBezTo>
                    <a:pt x="337" y="115508"/>
                    <a:pt x="5631" y="119744"/>
                    <a:pt x="13572" y="119744"/>
                  </a:cubicBezTo>
                  <a:cubicBezTo>
                    <a:pt x="21778" y="119744"/>
                    <a:pt x="24955" y="117361"/>
                    <a:pt x="38190" y="101214"/>
                  </a:cubicBezTo>
                  <a:cubicBezTo>
                    <a:pt x="45338" y="92743"/>
                    <a:pt x="50897" y="85596"/>
                    <a:pt x="62014" y="70243"/>
                  </a:cubicBezTo>
                  <a:lnTo>
                    <a:pt x="69956" y="102008"/>
                  </a:lnTo>
                  <a:cubicBezTo>
                    <a:pt x="73397" y="115508"/>
                    <a:pt x="76838" y="119744"/>
                    <a:pt x="85309" y="119744"/>
                  </a:cubicBezTo>
                  <a:cubicBezTo>
                    <a:pt x="95368" y="119744"/>
                    <a:pt x="102250" y="113391"/>
                    <a:pt x="117604" y="89567"/>
                  </a:cubicBezTo>
                  <a:lnTo>
                    <a:pt x="113898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05A16CA8-3B7A-9E80-CD2D-477A001F05FF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11159064" y="5725697"/>
              <a:ext cx="88540" cy="135161"/>
            </a:xfrm>
            <a:custGeom>
              <a:avLst/>
              <a:gdLst>
                <a:gd name="connsiteX0" fmla="*/ 45394 w 88540"/>
                <a:gd name="connsiteY0" fmla="*/ 97 h 135161"/>
                <a:gd name="connsiteX1" fmla="*/ 19145 w 88540"/>
                <a:gd name="connsiteY1" fmla="*/ 10283 h 135161"/>
                <a:gd name="connsiteX2" fmla="*/ 340 w 88540"/>
                <a:gd name="connsiteY2" fmla="*/ 66699 h 135161"/>
                <a:gd name="connsiteX3" fmla="*/ 16011 w 88540"/>
                <a:gd name="connsiteY3" fmla="*/ 121938 h 135161"/>
                <a:gd name="connsiteX4" fmla="*/ 44610 w 88540"/>
                <a:gd name="connsiteY4" fmla="*/ 135259 h 135161"/>
                <a:gd name="connsiteX5" fmla="*/ 70075 w 88540"/>
                <a:gd name="connsiteY5" fmla="*/ 125073 h 135161"/>
                <a:gd name="connsiteX6" fmla="*/ 88880 w 88540"/>
                <a:gd name="connsiteY6" fmla="*/ 67874 h 135161"/>
                <a:gd name="connsiteX7" fmla="*/ 45394 w 88540"/>
                <a:gd name="connsiteY7" fmla="*/ 97 h 135161"/>
                <a:gd name="connsiteX8" fmla="*/ 44806 w 88540"/>
                <a:gd name="connsiteY8" fmla="*/ 5190 h 135161"/>
                <a:gd name="connsiteX9" fmla="*/ 70075 w 88540"/>
                <a:gd name="connsiteY9" fmla="*/ 68266 h 135161"/>
                <a:gd name="connsiteX10" fmla="*/ 44610 w 88540"/>
                <a:gd name="connsiteY10" fmla="*/ 130166 h 135161"/>
                <a:gd name="connsiteX11" fmla="*/ 19145 w 88540"/>
                <a:gd name="connsiteY11" fmla="*/ 68462 h 135161"/>
                <a:gd name="connsiteX12" fmla="*/ 44806 w 88540"/>
                <a:gd name="connsiteY12" fmla="*/ 5190 h 13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540" h="135161">
                  <a:moveTo>
                    <a:pt x="45394" y="97"/>
                  </a:moveTo>
                  <a:cubicBezTo>
                    <a:pt x="34620" y="97"/>
                    <a:pt x="26393" y="3427"/>
                    <a:pt x="19145" y="10283"/>
                  </a:cubicBezTo>
                  <a:cubicBezTo>
                    <a:pt x="7784" y="21253"/>
                    <a:pt x="340" y="43780"/>
                    <a:pt x="340" y="66699"/>
                  </a:cubicBezTo>
                  <a:cubicBezTo>
                    <a:pt x="340" y="88050"/>
                    <a:pt x="6804" y="110969"/>
                    <a:pt x="16011" y="121938"/>
                  </a:cubicBezTo>
                  <a:cubicBezTo>
                    <a:pt x="23259" y="130557"/>
                    <a:pt x="33249" y="135259"/>
                    <a:pt x="44610" y="135259"/>
                  </a:cubicBezTo>
                  <a:cubicBezTo>
                    <a:pt x="54600" y="135259"/>
                    <a:pt x="63023" y="131929"/>
                    <a:pt x="70075" y="125073"/>
                  </a:cubicBezTo>
                  <a:cubicBezTo>
                    <a:pt x="81437" y="114299"/>
                    <a:pt x="88880" y="91576"/>
                    <a:pt x="88880" y="67874"/>
                  </a:cubicBezTo>
                  <a:cubicBezTo>
                    <a:pt x="88880" y="27717"/>
                    <a:pt x="71055" y="97"/>
                    <a:pt x="45394" y="97"/>
                  </a:cubicBezTo>
                  <a:close/>
                  <a:moveTo>
                    <a:pt x="44806" y="5190"/>
                  </a:moveTo>
                  <a:cubicBezTo>
                    <a:pt x="61261" y="5190"/>
                    <a:pt x="70075" y="27326"/>
                    <a:pt x="70075" y="68266"/>
                  </a:cubicBezTo>
                  <a:cubicBezTo>
                    <a:pt x="70075" y="109206"/>
                    <a:pt x="61456" y="130166"/>
                    <a:pt x="44610" y="130166"/>
                  </a:cubicBezTo>
                  <a:cubicBezTo>
                    <a:pt x="27764" y="130166"/>
                    <a:pt x="19145" y="109206"/>
                    <a:pt x="19145" y="68462"/>
                  </a:cubicBezTo>
                  <a:cubicBezTo>
                    <a:pt x="19145" y="26934"/>
                    <a:pt x="27960" y="5190"/>
                    <a:pt x="44806" y="519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5371AC45-42C3-AF59-CE36-17E5AD6F4C06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11281047" y="5619445"/>
              <a:ext cx="61412" cy="264710"/>
            </a:xfrm>
            <a:custGeom>
              <a:avLst/>
              <a:gdLst>
                <a:gd name="connsiteX0" fmla="*/ 61759 w 61412"/>
                <a:gd name="connsiteY0" fmla="*/ 132450 h 264710"/>
                <a:gd name="connsiteX1" fmla="*/ 44288 w 61412"/>
                <a:gd name="connsiteY1" fmla="*/ 49860 h 264710"/>
                <a:gd name="connsiteX2" fmla="*/ 2993 w 61412"/>
                <a:gd name="connsiteY2" fmla="*/ 94 h 264710"/>
                <a:gd name="connsiteX3" fmla="*/ 346 w 61412"/>
                <a:gd name="connsiteY3" fmla="*/ 2741 h 264710"/>
                <a:gd name="connsiteX4" fmla="*/ 5375 w 61412"/>
                <a:gd name="connsiteY4" fmla="*/ 8829 h 264710"/>
                <a:gd name="connsiteX5" fmla="*/ 46405 w 61412"/>
                <a:gd name="connsiteY5" fmla="*/ 132450 h 264710"/>
                <a:gd name="connsiteX6" fmla="*/ 3787 w 61412"/>
                <a:gd name="connsiteY6" fmla="*/ 257658 h 264710"/>
                <a:gd name="connsiteX7" fmla="*/ 346 w 61412"/>
                <a:gd name="connsiteY7" fmla="*/ 262158 h 264710"/>
                <a:gd name="connsiteX8" fmla="*/ 2993 w 61412"/>
                <a:gd name="connsiteY8" fmla="*/ 264805 h 264710"/>
                <a:gd name="connsiteX9" fmla="*/ 45082 w 61412"/>
                <a:gd name="connsiteY9" fmla="*/ 213186 h 264710"/>
                <a:gd name="connsiteX10" fmla="*/ 61759 w 61412"/>
                <a:gd name="connsiteY10" fmla="*/ 132450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59" y="132450"/>
                  </a:moveTo>
                  <a:cubicBezTo>
                    <a:pt x="61759" y="111802"/>
                    <a:pt x="58847" y="79772"/>
                    <a:pt x="44288" y="49860"/>
                  </a:cubicBezTo>
                  <a:cubicBezTo>
                    <a:pt x="28405" y="17300"/>
                    <a:pt x="5640" y="94"/>
                    <a:pt x="2993" y="94"/>
                  </a:cubicBezTo>
                  <a:cubicBezTo>
                    <a:pt x="1404" y="94"/>
                    <a:pt x="346" y="1153"/>
                    <a:pt x="346" y="2741"/>
                  </a:cubicBezTo>
                  <a:cubicBezTo>
                    <a:pt x="346" y="3535"/>
                    <a:pt x="346" y="4065"/>
                    <a:pt x="5375" y="8829"/>
                  </a:cubicBezTo>
                  <a:cubicBezTo>
                    <a:pt x="31317" y="35036"/>
                    <a:pt x="46405" y="77125"/>
                    <a:pt x="46405" y="132450"/>
                  </a:cubicBezTo>
                  <a:cubicBezTo>
                    <a:pt x="46405" y="177715"/>
                    <a:pt x="36611" y="224304"/>
                    <a:pt x="3787" y="257658"/>
                  </a:cubicBezTo>
                  <a:cubicBezTo>
                    <a:pt x="346" y="260834"/>
                    <a:pt x="346" y="261364"/>
                    <a:pt x="346" y="262158"/>
                  </a:cubicBezTo>
                  <a:cubicBezTo>
                    <a:pt x="346" y="263746"/>
                    <a:pt x="1404" y="264805"/>
                    <a:pt x="2993" y="264805"/>
                  </a:cubicBezTo>
                  <a:cubicBezTo>
                    <a:pt x="5640" y="264805"/>
                    <a:pt x="29464" y="246805"/>
                    <a:pt x="45082" y="213186"/>
                  </a:cubicBezTo>
                  <a:cubicBezTo>
                    <a:pt x="58582" y="184068"/>
                    <a:pt x="61759" y="154685"/>
                    <a:pt x="61759" y="13245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16F2EB49-DF63-E8BD-E8C6-5350116CBE21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11395255" y="5619445"/>
              <a:ext cx="61412" cy="264710"/>
            </a:xfrm>
            <a:custGeom>
              <a:avLst/>
              <a:gdLst>
                <a:gd name="connsiteX0" fmla="*/ 61762 w 61412"/>
                <a:gd name="connsiteY0" fmla="*/ 262158 h 264710"/>
                <a:gd name="connsiteX1" fmla="*/ 57262 w 61412"/>
                <a:gd name="connsiteY1" fmla="*/ 256334 h 264710"/>
                <a:gd name="connsiteX2" fmla="*/ 15703 w 61412"/>
                <a:gd name="connsiteY2" fmla="*/ 132450 h 264710"/>
                <a:gd name="connsiteX3" fmla="*/ 58321 w 61412"/>
                <a:gd name="connsiteY3" fmla="*/ 7241 h 264710"/>
                <a:gd name="connsiteX4" fmla="*/ 61762 w 61412"/>
                <a:gd name="connsiteY4" fmla="*/ 2741 h 264710"/>
                <a:gd name="connsiteX5" fmla="*/ 59115 w 61412"/>
                <a:gd name="connsiteY5" fmla="*/ 94 h 264710"/>
                <a:gd name="connsiteX6" fmla="*/ 17026 w 61412"/>
                <a:gd name="connsiteY6" fmla="*/ 51713 h 264710"/>
                <a:gd name="connsiteX7" fmla="*/ 350 w 61412"/>
                <a:gd name="connsiteY7" fmla="*/ 132450 h 264710"/>
                <a:gd name="connsiteX8" fmla="*/ 17821 w 61412"/>
                <a:gd name="connsiteY8" fmla="*/ 215039 h 264710"/>
                <a:gd name="connsiteX9" fmla="*/ 59115 w 61412"/>
                <a:gd name="connsiteY9" fmla="*/ 264805 h 264710"/>
                <a:gd name="connsiteX10" fmla="*/ 61762 w 61412"/>
                <a:gd name="connsiteY10" fmla="*/ 262158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62" y="262158"/>
                  </a:moveTo>
                  <a:cubicBezTo>
                    <a:pt x="61762" y="261364"/>
                    <a:pt x="61762" y="260834"/>
                    <a:pt x="57262" y="256334"/>
                  </a:cubicBezTo>
                  <a:cubicBezTo>
                    <a:pt x="24174" y="222981"/>
                    <a:pt x="15703" y="172950"/>
                    <a:pt x="15703" y="132450"/>
                  </a:cubicBezTo>
                  <a:cubicBezTo>
                    <a:pt x="15703" y="86390"/>
                    <a:pt x="25762" y="40330"/>
                    <a:pt x="58321" y="7241"/>
                  </a:cubicBezTo>
                  <a:cubicBezTo>
                    <a:pt x="61762" y="4065"/>
                    <a:pt x="61762" y="3535"/>
                    <a:pt x="61762" y="2741"/>
                  </a:cubicBezTo>
                  <a:cubicBezTo>
                    <a:pt x="61762" y="888"/>
                    <a:pt x="60704" y="94"/>
                    <a:pt x="59115" y="94"/>
                  </a:cubicBezTo>
                  <a:cubicBezTo>
                    <a:pt x="56468" y="94"/>
                    <a:pt x="32644" y="18094"/>
                    <a:pt x="17026" y="51713"/>
                  </a:cubicBezTo>
                  <a:cubicBezTo>
                    <a:pt x="3526" y="80831"/>
                    <a:pt x="350" y="110214"/>
                    <a:pt x="350" y="132450"/>
                  </a:cubicBezTo>
                  <a:cubicBezTo>
                    <a:pt x="350" y="153097"/>
                    <a:pt x="3261" y="185127"/>
                    <a:pt x="17821" y="215039"/>
                  </a:cubicBezTo>
                  <a:cubicBezTo>
                    <a:pt x="33703" y="247599"/>
                    <a:pt x="56468" y="264805"/>
                    <a:pt x="59115" y="264805"/>
                  </a:cubicBezTo>
                  <a:cubicBezTo>
                    <a:pt x="60704" y="264805"/>
                    <a:pt x="61762" y="264011"/>
                    <a:pt x="61762" y="262158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1762DEB3-BC44-6BC9-F1AC-AF0743ED9C7D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11464991" y="5701241"/>
              <a:ext cx="125472" cy="119649"/>
            </a:xfrm>
            <a:custGeom>
              <a:avLst/>
              <a:gdLst>
                <a:gd name="connsiteX0" fmla="*/ 113914 w 125472"/>
                <a:gd name="connsiteY0" fmla="*/ 87449 h 119649"/>
                <a:gd name="connsiteX1" fmla="*/ 108090 w 125472"/>
                <a:gd name="connsiteY1" fmla="*/ 94596 h 119649"/>
                <a:gd name="connsiteX2" fmla="*/ 95914 w 125472"/>
                <a:gd name="connsiteY2" fmla="*/ 105185 h 119649"/>
                <a:gd name="connsiteX3" fmla="*/ 87708 w 125472"/>
                <a:gd name="connsiteY3" fmla="*/ 94332 h 119649"/>
                <a:gd name="connsiteX4" fmla="*/ 86649 w 125472"/>
                <a:gd name="connsiteY4" fmla="*/ 89831 h 119649"/>
                <a:gd name="connsiteX5" fmla="*/ 77119 w 125472"/>
                <a:gd name="connsiteY5" fmla="*/ 46948 h 119649"/>
                <a:gd name="connsiteX6" fmla="*/ 103061 w 125472"/>
                <a:gd name="connsiteY6" fmla="*/ 14918 h 119649"/>
                <a:gd name="connsiteX7" fmla="*/ 109414 w 125472"/>
                <a:gd name="connsiteY7" fmla="*/ 17036 h 119649"/>
                <a:gd name="connsiteX8" fmla="*/ 116561 w 125472"/>
                <a:gd name="connsiteY8" fmla="*/ 19418 h 119649"/>
                <a:gd name="connsiteX9" fmla="*/ 125826 w 125472"/>
                <a:gd name="connsiteY9" fmla="*/ 9889 h 119649"/>
                <a:gd name="connsiteX10" fmla="*/ 114973 w 125472"/>
                <a:gd name="connsiteY10" fmla="*/ 94 h 119649"/>
                <a:gd name="connsiteX11" fmla="*/ 75002 w 125472"/>
                <a:gd name="connsiteY11" fmla="*/ 37948 h 119649"/>
                <a:gd name="connsiteX12" fmla="*/ 72090 w 125472"/>
                <a:gd name="connsiteY12" fmla="*/ 23389 h 119649"/>
                <a:gd name="connsiteX13" fmla="*/ 58325 w 125472"/>
                <a:gd name="connsiteY13" fmla="*/ 94 h 119649"/>
                <a:gd name="connsiteX14" fmla="*/ 27354 w 125472"/>
                <a:gd name="connsiteY14" fmla="*/ 7771 h 119649"/>
                <a:gd name="connsiteX15" fmla="*/ 24442 w 125472"/>
                <a:gd name="connsiteY15" fmla="*/ 8830 h 119649"/>
                <a:gd name="connsiteX16" fmla="*/ 25501 w 125472"/>
                <a:gd name="connsiteY16" fmla="*/ 12801 h 119649"/>
                <a:gd name="connsiteX17" fmla="*/ 40324 w 125472"/>
                <a:gd name="connsiteY17" fmla="*/ 9889 h 119649"/>
                <a:gd name="connsiteX18" fmla="*/ 52236 w 125472"/>
                <a:gd name="connsiteY18" fmla="*/ 28154 h 119649"/>
                <a:gd name="connsiteX19" fmla="*/ 59913 w 125472"/>
                <a:gd name="connsiteY19" fmla="*/ 60713 h 119649"/>
                <a:gd name="connsiteX20" fmla="*/ 38207 w 125472"/>
                <a:gd name="connsiteY20" fmla="*/ 91684 h 119649"/>
                <a:gd name="connsiteX21" fmla="*/ 24707 w 125472"/>
                <a:gd name="connsiteY21" fmla="*/ 104391 h 119649"/>
                <a:gd name="connsiteX22" fmla="*/ 17824 w 125472"/>
                <a:gd name="connsiteY22" fmla="*/ 102008 h 119649"/>
                <a:gd name="connsiteX23" fmla="*/ 9353 w 125472"/>
                <a:gd name="connsiteY23" fmla="*/ 99361 h 119649"/>
                <a:gd name="connsiteX24" fmla="*/ 353 w 125472"/>
                <a:gd name="connsiteY24" fmla="*/ 108626 h 119649"/>
                <a:gd name="connsiteX25" fmla="*/ 13589 w 125472"/>
                <a:gd name="connsiteY25" fmla="*/ 119744 h 119649"/>
                <a:gd name="connsiteX26" fmla="*/ 38207 w 125472"/>
                <a:gd name="connsiteY26" fmla="*/ 101214 h 119649"/>
                <a:gd name="connsiteX27" fmla="*/ 62031 w 125472"/>
                <a:gd name="connsiteY27" fmla="*/ 70243 h 119649"/>
                <a:gd name="connsiteX28" fmla="*/ 69972 w 125472"/>
                <a:gd name="connsiteY28" fmla="*/ 102008 h 119649"/>
                <a:gd name="connsiteX29" fmla="*/ 85325 w 125472"/>
                <a:gd name="connsiteY29" fmla="*/ 119744 h 119649"/>
                <a:gd name="connsiteX30" fmla="*/ 117620 w 125472"/>
                <a:gd name="connsiteY30" fmla="*/ 89567 h 119649"/>
                <a:gd name="connsiteX31" fmla="*/ 113914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914" y="87449"/>
                  </a:moveTo>
                  <a:cubicBezTo>
                    <a:pt x="111796" y="89831"/>
                    <a:pt x="110473" y="91420"/>
                    <a:pt x="108090" y="94596"/>
                  </a:cubicBezTo>
                  <a:cubicBezTo>
                    <a:pt x="102002" y="102538"/>
                    <a:pt x="98826" y="105185"/>
                    <a:pt x="95914" y="105185"/>
                  </a:cubicBezTo>
                  <a:cubicBezTo>
                    <a:pt x="91943" y="105185"/>
                    <a:pt x="89561" y="101743"/>
                    <a:pt x="87708" y="94332"/>
                  </a:cubicBezTo>
                  <a:cubicBezTo>
                    <a:pt x="87178" y="92214"/>
                    <a:pt x="86914" y="90626"/>
                    <a:pt x="86649" y="89831"/>
                  </a:cubicBezTo>
                  <a:cubicBezTo>
                    <a:pt x="80031" y="63096"/>
                    <a:pt x="77119" y="50919"/>
                    <a:pt x="77119" y="46948"/>
                  </a:cubicBezTo>
                  <a:cubicBezTo>
                    <a:pt x="88767" y="26566"/>
                    <a:pt x="98296" y="14918"/>
                    <a:pt x="103061" y="14918"/>
                  </a:cubicBezTo>
                  <a:cubicBezTo>
                    <a:pt x="104649" y="14918"/>
                    <a:pt x="106767" y="15712"/>
                    <a:pt x="109414" y="17036"/>
                  </a:cubicBezTo>
                  <a:cubicBezTo>
                    <a:pt x="112591" y="18889"/>
                    <a:pt x="114443" y="19418"/>
                    <a:pt x="116561" y="19418"/>
                  </a:cubicBezTo>
                  <a:cubicBezTo>
                    <a:pt x="122120" y="19418"/>
                    <a:pt x="125826" y="15448"/>
                    <a:pt x="125826" y="9889"/>
                  </a:cubicBezTo>
                  <a:cubicBezTo>
                    <a:pt x="125826" y="4330"/>
                    <a:pt x="121326" y="94"/>
                    <a:pt x="114973" y="94"/>
                  </a:cubicBezTo>
                  <a:cubicBezTo>
                    <a:pt x="103326" y="94"/>
                    <a:pt x="93267" y="9624"/>
                    <a:pt x="75002" y="37948"/>
                  </a:cubicBezTo>
                  <a:lnTo>
                    <a:pt x="72090" y="23389"/>
                  </a:lnTo>
                  <a:cubicBezTo>
                    <a:pt x="68384" y="5389"/>
                    <a:pt x="65472" y="94"/>
                    <a:pt x="58325" y="94"/>
                  </a:cubicBezTo>
                  <a:cubicBezTo>
                    <a:pt x="52501" y="94"/>
                    <a:pt x="43501" y="2477"/>
                    <a:pt x="27354" y="7771"/>
                  </a:cubicBezTo>
                  <a:lnTo>
                    <a:pt x="24442" y="8830"/>
                  </a:lnTo>
                  <a:lnTo>
                    <a:pt x="25501" y="12801"/>
                  </a:lnTo>
                  <a:cubicBezTo>
                    <a:pt x="35560" y="10418"/>
                    <a:pt x="37942" y="9889"/>
                    <a:pt x="40324" y="9889"/>
                  </a:cubicBezTo>
                  <a:cubicBezTo>
                    <a:pt x="46942" y="9889"/>
                    <a:pt x="48531" y="12271"/>
                    <a:pt x="52236" y="28154"/>
                  </a:cubicBezTo>
                  <a:lnTo>
                    <a:pt x="59913" y="60713"/>
                  </a:lnTo>
                  <a:lnTo>
                    <a:pt x="38207" y="91684"/>
                  </a:lnTo>
                  <a:cubicBezTo>
                    <a:pt x="32913" y="99626"/>
                    <a:pt x="27618" y="104391"/>
                    <a:pt x="24707" y="104391"/>
                  </a:cubicBezTo>
                  <a:cubicBezTo>
                    <a:pt x="23118" y="104391"/>
                    <a:pt x="20471" y="103596"/>
                    <a:pt x="17824" y="102008"/>
                  </a:cubicBezTo>
                  <a:cubicBezTo>
                    <a:pt x="14383" y="100155"/>
                    <a:pt x="11471" y="99361"/>
                    <a:pt x="9353" y="99361"/>
                  </a:cubicBezTo>
                  <a:cubicBezTo>
                    <a:pt x="4324" y="99361"/>
                    <a:pt x="353" y="103332"/>
                    <a:pt x="353" y="108626"/>
                  </a:cubicBezTo>
                  <a:cubicBezTo>
                    <a:pt x="353" y="115508"/>
                    <a:pt x="5647" y="119744"/>
                    <a:pt x="13589" y="119744"/>
                  </a:cubicBezTo>
                  <a:cubicBezTo>
                    <a:pt x="21795" y="119744"/>
                    <a:pt x="24971" y="117361"/>
                    <a:pt x="38207" y="101214"/>
                  </a:cubicBezTo>
                  <a:cubicBezTo>
                    <a:pt x="45354" y="92743"/>
                    <a:pt x="50913" y="85596"/>
                    <a:pt x="62031" y="70243"/>
                  </a:cubicBezTo>
                  <a:lnTo>
                    <a:pt x="69972" y="102008"/>
                  </a:lnTo>
                  <a:cubicBezTo>
                    <a:pt x="73413" y="115508"/>
                    <a:pt x="76855" y="119744"/>
                    <a:pt x="85325" y="119744"/>
                  </a:cubicBezTo>
                  <a:cubicBezTo>
                    <a:pt x="95384" y="119744"/>
                    <a:pt x="102267" y="113391"/>
                    <a:pt x="117620" y="89567"/>
                  </a:cubicBezTo>
                  <a:lnTo>
                    <a:pt x="113914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663C872-92A1-D38A-610A-20BF0792150C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11595986" y="5725697"/>
              <a:ext cx="87169" cy="132418"/>
            </a:xfrm>
            <a:custGeom>
              <a:avLst/>
              <a:gdLst>
                <a:gd name="connsiteX0" fmla="*/ 87526 w 87169"/>
                <a:gd name="connsiteY0" fmla="*/ 105680 h 132418"/>
                <a:gd name="connsiteX1" fmla="*/ 84979 w 87169"/>
                <a:gd name="connsiteY1" fmla="*/ 104700 h 132418"/>
                <a:gd name="connsiteX2" fmla="*/ 66370 w 87169"/>
                <a:gd name="connsiteY2" fmla="*/ 117629 h 132418"/>
                <a:gd name="connsiteX3" fmla="*/ 19553 w 87169"/>
                <a:gd name="connsiteY3" fmla="*/ 117629 h 132418"/>
                <a:gd name="connsiteX4" fmla="*/ 52462 w 87169"/>
                <a:gd name="connsiteY4" fmla="*/ 83153 h 132418"/>
                <a:gd name="connsiteX5" fmla="*/ 77535 w 87169"/>
                <a:gd name="connsiteY5" fmla="*/ 34769 h 132418"/>
                <a:gd name="connsiteX6" fmla="*/ 41296 w 87169"/>
                <a:gd name="connsiteY6" fmla="*/ 97 h 132418"/>
                <a:gd name="connsiteX7" fmla="*/ 13089 w 87169"/>
                <a:gd name="connsiteY7" fmla="*/ 12242 h 132418"/>
                <a:gd name="connsiteX8" fmla="*/ 552 w 87169"/>
                <a:gd name="connsiteY8" fmla="*/ 39079 h 132418"/>
                <a:gd name="connsiteX9" fmla="*/ 4666 w 87169"/>
                <a:gd name="connsiteY9" fmla="*/ 40058 h 132418"/>
                <a:gd name="connsiteX10" fmla="*/ 33069 w 87169"/>
                <a:gd name="connsiteY10" fmla="*/ 14593 h 132418"/>
                <a:gd name="connsiteX11" fmla="*/ 60689 w 87169"/>
                <a:gd name="connsiteY11" fmla="*/ 42213 h 132418"/>
                <a:gd name="connsiteX12" fmla="*/ 35224 w 87169"/>
                <a:gd name="connsiteY12" fmla="*/ 93143 h 132418"/>
                <a:gd name="connsiteX13" fmla="*/ 356 w 87169"/>
                <a:gd name="connsiteY13" fmla="*/ 130166 h 132418"/>
                <a:gd name="connsiteX14" fmla="*/ 356 w 87169"/>
                <a:gd name="connsiteY14" fmla="*/ 132516 h 132418"/>
                <a:gd name="connsiteX15" fmla="*/ 76752 w 87169"/>
                <a:gd name="connsiteY15" fmla="*/ 132516 h 132418"/>
                <a:gd name="connsiteX16" fmla="*/ 87526 w 87169"/>
                <a:gd name="connsiteY16" fmla="*/ 105680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526" y="105680"/>
                  </a:moveTo>
                  <a:lnTo>
                    <a:pt x="84979" y="104700"/>
                  </a:lnTo>
                  <a:cubicBezTo>
                    <a:pt x="77731" y="115866"/>
                    <a:pt x="75185" y="117629"/>
                    <a:pt x="66370" y="117629"/>
                  </a:cubicBezTo>
                  <a:lnTo>
                    <a:pt x="19553" y="117629"/>
                  </a:lnTo>
                  <a:lnTo>
                    <a:pt x="52462" y="83153"/>
                  </a:lnTo>
                  <a:cubicBezTo>
                    <a:pt x="69896" y="64936"/>
                    <a:pt x="77535" y="50048"/>
                    <a:pt x="77535" y="34769"/>
                  </a:cubicBezTo>
                  <a:cubicBezTo>
                    <a:pt x="77535" y="15181"/>
                    <a:pt x="61669" y="97"/>
                    <a:pt x="41296" y="97"/>
                  </a:cubicBezTo>
                  <a:cubicBezTo>
                    <a:pt x="30523" y="97"/>
                    <a:pt x="20337" y="4407"/>
                    <a:pt x="13089" y="12242"/>
                  </a:cubicBezTo>
                  <a:cubicBezTo>
                    <a:pt x="6821" y="18902"/>
                    <a:pt x="3882" y="25171"/>
                    <a:pt x="552" y="39079"/>
                  </a:cubicBezTo>
                  <a:lnTo>
                    <a:pt x="4666" y="40058"/>
                  </a:lnTo>
                  <a:cubicBezTo>
                    <a:pt x="12501" y="20861"/>
                    <a:pt x="19553" y="14593"/>
                    <a:pt x="33069" y="14593"/>
                  </a:cubicBezTo>
                  <a:cubicBezTo>
                    <a:pt x="49524" y="14593"/>
                    <a:pt x="60689" y="25758"/>
                    <a:pt x="60689" y="42213"/>
                  </a:cubicBezTo>
                  <a:cubicBezTo>
                    <a:pt x="60689" y="57492"/>
                    <a:pt x="51678" y="75709"/>
                    <a:pt x="35224" y="93143"/>
                  </a:cubicBezTo>
                  <a:lnTo>
                    <a:pt x="356" y="130166"/>
                  </a:lnTo>
                  <a:lnTo>
                    <a:pt x="356" y="132516"/>
                  </a:lnTo>
                  <a:lnTo>
                    <a:pt x="76752" y="132516"/>
                  </a:lnTo>
                  <a:lnTo>
                    <a:pt x="87526" y="10568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2531585-F80E-8527-AE42-EDEA746B6181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11760578" y="5746506"/>
              <a:ext cx="161738" cy="10588"/>
            </a:xfrm>
            <a:custGeom>
              <a:avLst/>
              <a:gdLst>
                <a:gd name="connsiteX0" fmla="*/ 152836 w 161738"/>
                <a:gd name="connsiteY0" fmla="*/ 10683 h 10588"/>
                <a:gd name="connsiteX1" fmla="*/ 162101 w 161738"/>
                <a:gd name="connsiteY1" fmla="*/ 5389 h 10588"/>
                <a:gd name="connsiteX2" fmla="*/ 152836 w 161738"/>
                <a:gd name="connsiteY2" fmla="*/ 95 h 10588"/>
                <a:gd name="connsiteX3" fmla="*/ 9627 w 161738"/>
                <a:gd name="connsiteY3" fmla="*/ 95 h 10588"/>
                <a:gd name="connsiteX4" fmla="*/ 363 w 161738"/>
                <a:gd name="connsiteY4" fmla="*/ 5389 h 10588"/>
                <a:gd name="connsiteX5" fmla="*/ 9627 w 161738"/>
                <a:gd name="connsiteY5" fmla="*/ 10683 h 10588"/>
                <a:gd name="connsiteX6" fmla="*/ 152836 w 161738"/>
                <a:gd name="connsiteY6" fmla="*/ 10683 h 1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38" h="10588">
                  <a:moveTo>
                    <a:pt x="152836" y="10683"/>
                  </a:moveTo>
                  <a:cubicBezTo>
                    <a:pt x="157336" y="10683"/>
                    <a:pt x="162101" y="10683"/>
                    <a:pt x="162101" y="5389"/>
                  </a:cubicBezTo>
                  <a:cubicBezTo>
                    <a:pt x="162101" y="95"/>
                    <a:pt x="157336" y="95"/>
                    <a:pt x="152836" y="95"/>
                  </a:cubicBezTo>
                  <a:lnTo>
                    <a:pt x="9627" y="95"/>
                  </a:lnTo>
                  <a:cubicBezTo>
                    <a:pt x="5127" y="95"/>
                    <a:pt x="363" y="95"/>
                    <a:pt x="363" y="5389"/>
                  </a:cubicBezTo>
                  <a:cubicBezTo>
                    <a:pt x="363" y="10683"/>
                    <a:pt x="5127" y="10683"/>
                    <a:pt x="9627" y="10683"/>
                  </a:cubicBezTo>
                  <a:lnTo>
                    <a:pt x="152836" y="1068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EDEC87B8-4EF4-2ED6-16CB-43277C918531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11974811" y="5701241"/>
              <a:ext cx="125472" cy="119649"/>
            </a:xfrm>
            <a:custGeom>
              <a:avLst/>
              <a:gdLst>
                <a:gd name="connsiteX0" fmla="*/ 113933 w 125472"/>
                <a:gd name="connsiteY0" fmla="*/ 87449 h 119649"/>
                <a:gd name="connsiteX1" fmla="*/ 108110 w 125472"/>
                <a:gd name="connsiteY1" fmla="*/ 94596 h 119649"/>
                <a:gd name="connsiteX2" fmla="*/ 95933 w 125472"/>
                <a:gd name="connsiteY2" fmla="*/ 105185 h 119649"/>
                <a:gd name="connsiteX3" fmla="*/ 87727 w 125472"/>
                <a:gd name="connsiteY3" fmla="*/ 94332 h 119649"/>
                <a:gd name="connsiteX4" fmla="*/ 86668 w 125472"/>
                <a:gd name="connsiteY4" fmla="*/ 89831 h 119649"/>
                <a:gd name="connsiteX5" fmla="*/ 77138 w 125472"/>
                <a:gd name="connsiteY5" fmla="*/ 46948 h 119649"/>
                <a:gd name="connsiteX6" fmla="*/ 103080 w 125472"/>
                <a:gd name="connsiteY6" fmla="*/ 14918 h 119649"/>
                <a:gd name="connsiteX7" fmla="*/ 109433 w 125472"/>
                <a:gd name="connsiteY7" fmla="*/ 17036 h 119649"/>
                <a:gd name="connsiteX8" fmla="*/ 116580 w 125472"/>
                <a:gd name="connsiteY8" fmla="*/ 19418 h 119649"/>
                <a:gd name="connsiteX9" fmla="*/ 125845 w 125472"/>
                <a:gd name="connsiteY9" fmla="*/ 9889 h 119649"/>
                <a:gd name="connsiteX10" fmla="*/ 114992 w 125472"/>
                <a:gd name="connsiteY10" fmla="*/ 94 h 119649"/>
                <a:gd name="connsiteX11" fmla="*/ 75021 w 125472"/>
                <a:gd name="connsiteY11" fmla="*/ 37948 h 119649"/>
                <a:gd name="connsiteX12" fmla="*/ 72109 w 125472"/>
                <a:gd name="connsiteY12" fmla="*/ 23389 h 119649"/>
                <a:gd name="connsiteX13" fmla="*/ 58344 w 125472"/>
                <a:gd name="connsiteY13" fmla="*/ 94 h 119649"/>
                <a:gd name="connsiteX14" fmla="*/ 27373 w 125472"/>
                <a:gd name="connsiteY14" fmla="*/ 7771 h 119649"/>
                <a:gd name="connsiteX15" fmla="*/ 24461 w 125472"/>
                <a:gd name="connsiteY15" fmla="*/ 8830 h 119649"/>
                <a:gd name="connsiteX16" fmla="*/ 25520 w 125472"/>
                <a:gd name="connsiteY16" fmla="*/ 12801 h 119649"/>
                <a:gd name="connsiteX17" fmla="*/ 40344 w 125472"/>
                <a:gd name="connsiteY17" fmla="*/ 9889 h 119649"/>
                <a:gd name="connsiteX18" fmla="*/ 52256 w 125472"/>
                <a:gd name="connsiteY18" fmla="*/ 28154 h 119649"/>
                <a:gd name="connsiteX19" fmla="*/ 59932 w 125472"/>
                <a:gd name="connsiteY19" fmla="*/ 60713 h 119649"/>
                <a:gd name="connsiteX20" fmla="*/ 38226 w 125472"/>
                <a:gd name="connsiteY20" fmla="*/ 91684 h 119649"/>
                <a:gd name="connsiteX21" fmla="*/ 24726 w 125472"/>
                <a:gd name="connsiteY21" fmla="*/ 104391 h 119649"/>
                <a:gd name="connsiteX22" fmla="*/ 17843 w 125472"/>
                <a:gd name="connsiteY22" fmla="*/ 102008 h 119649"/>
                <a:gd name="connsiteX23" fmla="*/ 9372 w 125472"/>
                <a:gd name="connsiteY23" fmla="*/ 99361 h 119649"/>
                <a:gd name="connsiteX24" fmla="*/ 372 w 125472"/>
                <a:gd name="connsiteY24" fmla="*/ 108626 h 119649"/>
                <a:gd name="connsiteX25" fmla="*/ 13608 w 125472"/>
                <a:gd name="connsiteY25" fmla="*/ 119744 h 119649"/>
                <a:gd name="connsiteX26" fmla="*/ 38226 w 125472"/>
                <a:gd name="connsiteY26" fmla="*/ 101214 h 119649"/>
                <a:gd name="connsiteX27" fmla="*/ 62050 w 125472"/>
                <a:gd name="connsiteY27" fmla="*/ 70243 h 119649"/>
                <a:gd name="connsiteX28" fmla="*/ 69991 w 125472"/>
                <a:gd name="connsiteY28" fmla="*/ 102008 h 119649"/>
                <a:gd name="connsiteX29" fmla="*/ 85344 w 125472"/>
                <a:gd name="connsiteY29" fmla="*/ 119744 h 119649"/>
                <a:gd name="connsiteX30" fmla="*/ 117639 w 125472"/>
                <a:gd name="connsiteY30" fmla="*/ 89567 h 119649"/>
                <a:gd name="connsiteX31" fmla="*/ 113933 w 125472"/>
                <a:gd name="connsiteY31" fmla="*/ 87449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933" y="87449"/>
                  </a:moveTo>
                  <a:cubicBezTo>
                    <a:pt x="111816" y="89831"/>
                    <a:pt x="110492" y="91420"/>
                    <a:pt x="108110" y="94596"/>
                  </a:cubicBezTo>
                  <a:cubicBezTo>
                    <a:pt x="102021" y="102538"/>
                    <a:pt x="98845" y="105185"/>
                    <a:pt x="95933" y="105185"/>
                  </a:cubicBezTo>
                  <a:cubicBezTo>
                    <a:pt x="91962" y="105185"/>
                    <a:pt x="89580" y="101743"/>
                    <a:pt x="87727" y="94332"/>
                  </a:cubicBezTo>
                  <a:cubicBezTo>
                    <a:pt x="87197" y="92214"/>
                    <a:pt x="86933" y="90626"/>
                    <a:pt x="86668" y="89831"/>
                  </a:cubicBezTo>
                  <a:cubicBezTo>
                    <a:pt x="80050" y="63096"/>
                    <a:pt x="77138" y="50919"/>
                    <a:pt x="77138" y="46948"/>
                  </a:cubicBezTo>
                  <a:cubicBezTo>
                    <a:pt x="88786" y="26566"/>
                    <a:pt x="98315" y="14918"/>
                    <a:pt x="103080" y="14918"/>
                  </a:cubicBezTo>
                  <a:cubicBezTo>
                    <a:pt x="104668" y="14918"/>
                    <a:pt x="106786" y="15712"/>
                    <a:pt x="109433" y="17036"/>
                  </a:cubicBezTo>
                  <a:cubicBezTo>
                    <a:pt x="112610" y="18889"/>
                    <a:pt x="114463" y="19418"/>
                    <a:pt x="116580" y="19418"/>
                  </a:cubicBezTo>
                  <a:cubicBezTo>
                    <a:pt x="122139" y="19418"/>
                    <a:pt x="125845" y="15448"/>
                    <a:pt x="125845" y="9889"/>
                  </a:cubicBezTo>
                  <a:cubicBezTo>
                    <a:pt x="125845" y="4330"/>
                    <a:pt x="121345" y="94"/>
                    <a:pt x="114992" y="94"/>
                  </a:cubicBezTo>
                  <a:cubicBezTo>
                    <a:pt x="103345" y="94"/>
                    <a:pt x="93286" y="9624"/>
                    <a:pt x="75021" y="37948"/>
                  </a:cubicBezTo>
                  <a:lnTo>
                    <a:pt x="72109" y="23389"/>
                  </a:lnTo>
                  <a:cubicBezTo>
                    <a:pt x="68403" y="5389"/>
                    <a:pt x="65491" y="94"/>
                    <a:pt x="58344" y="94"/>
                  </a:cubicBezTo>
                  <a:cubicBezTo>
                    <a:pt x="52520" y="94"/>
                    <a:pt x="43520" y="2477"/>
                    <a:pt x="27373" y="7771"/>
                  </a:cubicBezTo>
                  <a:lnTo>
                    <a:pt x="24461" y="8830"/>
                  </a:lnTo>
                  <a:lnTo>
                    <a:pt x="25520" y="12801"/>
                  </a:lnTo>
                  <a:cubicBezTo>
                    <a:pt x="35579" y="10418"/>
                    <a:pt x="37961" y="9889"/>
                    <a:pt x="40344" y="9889"/>
                  </a:cubicBezTo>
                  <a:cubicBezTo>
                    <a:pt x="46961" y="9889"/>
                    <a:pt x="48550" y="12271"/>
                    <a:pt x="52256" y="28154"/>
                  </a:cubicBezTo>
                  <a:lnTo>
                    <a:pt x="59932" y="60713"/>
                  </a:lnTo>
                  <a:lnTo>
                    <a:pt x="38226" y="91684"/>
                  </a:lnTo>
                  <a:cubicBezTo>
                    <a:pt x="32932" y="99626"/>
                    <a:pt x="27637" y="104391"/>
                    <a:pt x="24726" y="104391"/>
                  </a:cubicBezTo>
                  <a:cubicBezTo>
                    <a:pt x="23137" y="104391"/>
                    <a:pt x="20490" y="103596"/>
                    <a:pt x="17843" y="102008"/>
                  </a:cubicBezTo>
                  <a:cubicBezTo>
                    <a:pt x="14402" y="100155"/>
                    <a:pt x="11490" y="99361"/>
                    <a:pt x="9372" y="99361"/>
                  </a:cubicBezTo>
                  <a:cubicBezTo>
                    <a:pt x="4343" y="99361"/>
                    <a:pt x="372" y="103332"/>
                    <a:pt x="372" y="108626"/>
                  </a:cubicBezTo>
                  <a:cubicBezTo>
                    <a:pt x="372" y="115508"/>
                    <a:pt x="5666" y="119744"/>
                    <a:pt x="13608" y="119744"/>
                  </a:cubicBezTo>
                  <a:cubicBezTo>
                    <a:pt x="21814" y="119744"/>
                    <a:pt x="24990" y="117361"/>
                    <a:pt x="38226" y="101214"/>
                  </a:cubicBezTo>
                  <a:cubicBezTo>
                    <a:pt x="45373" y="92743"/>
                    <a:pt x="50932" y="85596"/>
                    <a:pt x="62050" y="70243"/>
                  </a:cubicBezTo>
                  <a:lnTo>
                    <a:pt x="69991" y="102008"/>
                  </a:lnTo>
                  <a:cubicBezTo>
                    <a:pt x="73432" y="115508"/>
                    <a:pt x="76874" y="119744"/>
                    <a:pt x="85344" y="119744"/>
                  </a:cubicBezTo>
                  <a:cubicBezTo>
                    <a:pt x="95403" y="119744"/>
                    <a:pt x="102286" y="113391"/>
                    <a:pt x="117639" y="89567"/>
                  </a:cubicBezTo>
                  <a:lnTo>
                    <a:pt x="113933" y="8744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D79F59F3-F57F-EF11-650D-8BDC3F4399DA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12121672" y="5725697"/>
              <a:ext cx="55435" cy="132418"/>
            </a:xfrm>
            <a:custGeom>
              <a:avLst/>
              <a:gdLst>
                <a:gd name="connsiteX0" fmla="*/ 35635 w 55435"/>
                <a:gd name="connsiteY0" fmla="*/ 97 h 132418"/>
                <a:gd name="connsiteX1" fmla="*/ 375 w 55435"/>
                <a:gd name="connsiteY1" fmla="*/ 17923 h 132418"/>
                <a:gd name="connsiteX2" fmla="*/ 375 w 55435"/>
                <a:gd name="connsiteY2" fmla="*/ 20665 h 132418"/>
                <a:gd name="connsiteX3" fmla="*/ 5664 w 55435"/>
                <a:gd name="connsiteY3" fmla="*/ 18511 h 132418"/>
                <a:gd name="connsiteX4" fmla="*/ 14479 w 55435"/>
                <a:gd name="connsiteY4" fmla="*/ 16356 h 132418"/>
                <a:gd name="connsiteX5" fmla="*/ 20356 w 55435"/>
                <a:gd name="connsiteY5" fmla="*/ 25563 h 132418"/>
                <a:gd name="connsiteX6" fmla="*/ 20356 w 55435"/>
                <a:gd name="connsiteY6" fmla="*/ 114299 h 132418"/>
                <a:gd name="connsiteX7" fmla="*/ 15655 w 55435"/>
                <a:gd name="connsiteY7" fmla="*/ 127031 h 132418"/>
                <a:gd name="connsiteX8" fmla="*/ 1747 w 55435"/>
                <a:gd name="connsiteY8" fmla="*/ 129578 h 132418"/>
                <a:gd name="connsiteX9" fmla="*/ 1747 w 55435"/>
                <a:gd name="connsiteY9" fmla="*/ 132516 h 132418"/>
                <a:gd name="connsiteX10" fmla="*/ 55811 w 55435"/>
                <a:gd name="connsiteY10" fmla="*/ 132516 h 132418"/>
                <a:gd name="connsiteX11" fmla="*/ 55811 w 55435"/>
                <a:gd name="connsiteY11" fmla="*/ 129578 h 132418"/>
                <a:gd name="connsiteX12" fmla="*/ 37202 w 55435"/>
                <a:gd name="connsiteY12" fmla="*/ 118021 h 132418"/>
                <a:gd name="connsiteX13" fmla="*/ 37202 w 55435"/>
                <a:gd name="connsiteY13" fmla="*/ 489 h 132418"/>
                <a:gd name="connsiteX14" fmla="*/ 35635 w 55435"/>
                <a:gd name="connsiteY14" fmla="*/ 97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435" h="132418">
                  <a:moveTo>
                    <a:pt x="35635" y="97"/>
                  </a:moveTo>
                  <a:lnTo>
                    <a:pt x="375" y="17923"/>
                  </a:lnTo>
                  <a:lnTo>
                    <a:pt x="375" y="20665"/>
                  </a:lnTo>
                  <a:cubicBezTo>
                    <a:pt x="2726" y="19686"/>
                    <a:pt x="4881" y="18902"/>
                    <a:pt x="5664" y="18511"/>
                  </a:cubicBezTo>
                  <a:cubicBezTo>
                    <a:pt x="9190" y="17139"/>
                    <a:pt x="12520" y="16356"/>
                    <a:pt x="14479" y="16356"/>
                  </a:cubicBezTo>
                  <a:cubicBezTo>
                    <a:pt x="18593" y="16356"/>
                    <a:pt x="20356" y="19294"/>
                    <a:pt x="20356" y="25563"/>
                  </a:cubicBezTo>
                  <a:lnTo>
                    <a:pt x="20356" y="114299"/>
                  </a:lnTo>
                  <a:cubicBezTo>
                    <a:pt x="20356" y="120763"/>
                    <a:pt x="18789" y="125268"/>
                    <a:pt x="15655" y="127031"/>
                  </a:cubicBezTo>
                  <a:cubicBezTo>
                    <a:pt x="12716" y="128794"/>
                    <a:pt x="9974" y="129382"/>
                    <a:pt x="1747" y="129578"/>
                  </a:cubicBezTo>
                  <a:lnTo>
                    <a:pt x="1747" y="132516"/>
                  </a:lnTo>
                  <a:lnTo>
                    <a:pt x="55811" y="132516"/>
                  </a:lnTo>
                  <a:lnTo>
                    <a:pt x="55811" y="129578"/>
                  </a:lnTo>
                  <a:cubicBezTo>
                    <a:pt x="40336" y="129382"/>
                    <a:pt x="37202" y="127423"/>
                    <a:pt x="37202" y="118021"/>
                  </a:cubicBezTo>
                  <a:lnTo>
                    <a:pt x="37202" y="489"/>
                  </a:lnTo>
                  <a:lnTo>
                    <a:pt x="35635" y="9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FB8616A8-FF63-9838-E843-738478925F50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12226613" y="5619445"/>
              <a:ext cx="61412" cy="264710"/>
            </a:xfrm>
            <a:custGeom>
              <a:avLst/>
              <a:gdLst>
                <a:gd name="connsiteX0" fmla="*/ 61794 w 61412"/>
                <a:gd name="connsiteY0" fmla="*/ 132450 h 264710"/>
                <a:gd name="connsiteX1" fmla="*/ 44323 w 61412"/>
                <a:gd name="connsiteY1" fmla="*/ 49860 h 264710"/>
                <a:gd name="connsiteX2" fmla="*/ 3028 w 61412"/>
                <a:gd name="connsiteY2" fmla="*/ 94 h 264710"/>
                <a:gd name="connsiteX3" fmla="*/ 381 w 61412"/>
                <a:gd name="connsiteY3" fmla="*/ 2741 h 264710"/>
                <a:gd name="connsiteX4" fmla="*/ 5410 w 61412"/>
                <a:gd name="connsiteY4" fmla="*/ 8829 h 264710"/>
                <a:gd name="connsiteX5" fmla="*/ 46441 w 61412"/>
                <a:gd name="connsiteY5" fmla="*/ 132450 h 264710"/>
                <a:gd name="connsiteX6" fmla="*/ 3822 w 61412"/>
                <a:gd name="connsiteY6" fmla="*/ 257658 h 264710"/>
                <a:gd name="connsiteX7" fmla="*/ 381 w 61412"/>
                <a:gd name="connsiteY7" fmla="*/ 262158 h 264710"/>
                <a:gd name="connsiteX8" fmla="*/ 3028 w 61412"/>
                <a:gd name="connsiteY8" fmla="*/ 264805 h 264710"/>
                <a:gd name="connsiteX9" fmla="*/ 45117 w 61412"/>
                <a:gd name="connsiteY9" fmla="*/ 213186 h 264710"/>
                <a:gd name="connsiteX10" fmla="*/ 61794 w 61412"/>
                <a:gd name="connsiteY10" fmla="*/ 132450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794" y="132450"/>
                  </a:moveTo>
                  <a:cubicBezTo>
                    <a:pt x="61794" y="111802"/>
                    <a:pt x="58882" y="79772"/>
                    <a:pt x="44323" y="49860"/>
                  </a:cubicBezTo>
                  <a:cubicBezTo>
                    <a:pt x="28440" y="17300"/>
                    <a:pt x="5675" y="94"/>
                    <a:pt x="3028" y="94"/>
                  </a:cubicBezTo>
                  <a:cubicBezTo>
                    <a:pt x="1440" y="94"/>
                    <a:pt x="381" y="1153"/>
                    <a:pt x="381" y="2741"/>
                  </a:cubicBezTo>
                  <a:cubicBezTo>
                    <a:pt x="381" y="3535"/>
                    <a:pt x="381" y="4065"/>
                    <a:pt x="5410" y="8829"/>
                  </a:cubicBezTo>
                  <a:cubicBezTo>
                    <a:pt x="31352" y="35036"/>
                    <a:pt x="46441" y="77125"/>
                    <a:pt x="46441" y="132450"/>
                  </a:cubicBezTo>
                  <a:cubicBezTo>
                    <a:pt x="46441" y="177715"/>
                    <a:pt x="36646" y="224304"/>
                    <a:pt x="3822" y="257658"/>
                  </a:cubicBezTo>
                  <a:cubicBezTo>
                    <a:pt x="381" y="260834"/>
                    <a:pt x="381" y="261364"/>
                    <a:pt x="381" y="262158"/>
                  </a:cubicBezTo>
                  <a:cubicBezTo>
                    <a:pt x="381" y="263746"/>
                    <a:pt x="1440" y="264805"/>
                    <a:pt x="3028" y="264805"/>
                  </a:cubicBezTo>
                  <a:cubicBezTo>
                    <a:pt x="5675" y="264805"/>
                    <a:pt x="29499" y="246805"/>
                    <a:pt x="45117" y="213186"/>
                  </a:cubicBezTo>
                  <a:cubicBezTo>
                    <a:pt x="58617" y="184068"/>
                    <a:pt x="61794" y="154685"/>
                    <a:pt x="61794" y="132450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015985E1-43ED-F802-9F3E-70511F7ECB2D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12347440" y="5456232"/>
              <a:ext cx="151149" cy="234269"/>
            </a:xfrm>
            <a:custGeom>
              <a:avLst/>
              <a:gdLst>
                <a:gd name="connsiteX0" fmla="*/ 48565 w 151149"/>
                <a:gd name="connsiteY0" fmla="*/ 74736 h 234269"/>
                <a:gd name="connsiteX1" fmla="*/ 72389 w 151149"/>
                <a:gd name="connsiteY1" fmla="*/ 74736 h 234269"/>
                <a:gd name="connsiteX2" fmla="*/ 49094 w 151149"/>
                <a:gd name="connsiteY2" fmla="*/ 185915 h 234269"/>
                <a:gd name="connsiteX3" fmla="*/ 23417 w 151149"/>
                <a:gd name="connsiteY3" fmla="*/ 228798 h 234269"/>
                <a:gd name="connsiteX4" fmla="*/ 18123 w 151149"/>
                <a:gd name="connsiteY4" fmla="*/ 224562 h 234269"/>
                <a:gd name="connsiteX5" fmla="*/ 19182 w 151149"/>
                <a:gd name="connsiteY5" fmla="*/ 221651 h 234269"/>
                <a:gd name="connsiteX6" fmla="*/ 20505 w 151149"/>
                <a:gd name="connsiteY6" fmla="*/ 217415 h 234269"/>
                <a:gd name="connsiteX7" fmla="*/ 10181 w 151149"/>
                <a:gd name="connsiteY7" fmla="*/ 207356 h 234269"/>
                <a:gd name="connsiteX8" fmla="*/ 387 w 151149"/>
                <a:gd name="connsiteY8" fmla="*/ 218209 h 234269"/>
                <a:gd name="connsiteX9" fmla="*/ 21299 w 151149"/>
                <a:gd name="connsiteY9" fmla="*/ 234357 h 234269"/>
                <a:gd name="connsiteX10" fmla="*/ 74242 w 151149"/>
                <a:gd name="connsiteY10" fmla="*/ 159444 h 234269"/>
                <a:gd name="connsiteX11" fmla="*/ 93301 w 151149"/>
                <a:gd name="connsiteY11" fmla="*/ 74736 h 234269"/>
                <a:gd name="connsiteX12" fmla="*/ 122154 w 151149"/>
                <a:gd name="connsiteY12" fmla="*/ 74736 h 234269"/>
                <a:gd name="connsiteX13" fmla="*/ 123742 w 151149"/>
                <a:gd name="connsiteY13" fmla="*/ 66265 h 234269"/>
                <a:gd name="connsiteX14" fmla="*/ 95154 w 151149"/>
                <a:gd name="connsiteY14" fmla="*/ 66265 h 234269"/>
                <a:gd name="connsiteX15" fmla="*/ 127448 w 151149"/>
                <a:gd name="connsiteY15" fmla="*/ 5911 h 234269"/>
                <a:gd name="connsiteX16" fmla="*/ 133272 w 151149"/>
                <a:gd name="connsiteY16" fmla="*/ 9088 h 234269"/>
                <a:gd name="connsiteX17" fmla="*/ 132213 w 151149"/>
                <a:gd name="connsiteY17" fmla="*/ 11735 h 234269"/>
                <a:gd name="connsiteX18" fmla="*/ 130625 w 151149"/>
                <a:gd name="connsiteY18" fmla="*/ 17294 h 234269"/>
                <a:gd name="connsiteX19" fmla="*/ 140419 w 151149"/>
                <a:gd name="connsiteY19" fmla="*/ 27882 h 234269"/>
                <a:gd name="connsiteX20" fmla="*/ 151537 w 151149"/>
                <a:gd name="connsiteY20" fmla="*/ 17294 h 234269"/>
                <a:gd name="connsiteX21" fmla="*/ 128772 w 151149"/>
                <a:gd name="connsiteY21" fmla="*/ 88 h 234269"/>
                <a:gd name="connsiteX22" fmla="*/ 95948 w 151149"/>
                <a:gd name="connsiteY22" fmla="*/ 18353 h 234269"/>
                <a:gd name="connsiteX23" fmla="*/ 74771 w 151149"/>
                <a:gd name="connsiteY23" fmla="*/ 66265 h 234269"/>
                <a:gd name="connsiteX24" fmla="*/ 50418 w 151149"/>
                <a:gd name="connsiteY24" fmla="*/ 66265 h 234269"/>
                <a:gd name="connsiteX25" fmla="*/ 48565 w 151149"/>
                <a:gd name="connsiteY25" fmla="*/ 74736 h 23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1149" h="234269">
                  <a:moveTo>
                    <a:pt x="48565" y="74736"/>
                  </a:moveTo>
                  <a:lnTo>
                    <a:pt x="72389" y="74736"/>
                  </a:lnTo>
                  <a:lnTo>
                    <a:pt x="49094" y="185915"/>
                  </a:lnTo>
                  <a:cubicBezTo>
                    <a:pt x="43270" y="214239"/>
                    <a:pt x="34535" y="228798"/>
                    <a:pt x="23417" y="228798"/>
                  </a:cubicBezTo>
                  <a:cubicBezTo>
                    <a:pt x="20241" y="228798"/>
                    <a:pt x="18123" y="226945"/>
                    <a:pt x="18123" y="224562"/>
                  </a:cubicBezTo>
                  <a:cubicBezTo>
                    <a:pt x="18123" y="223768"/>
                    <a:pt x="18388" y="222974"/>
                    <a:pt x="19182" y="221651"/>
                  </a:cubicBezTo>
                  <a:cubicBezTo>
                    <a:pt x="20241" y="220062"/>
                    <a:pt x="20505" y="219003"/>
                    <a:pt x="20505" y="217415"/>
                  </a:cubicBezTo>
                  <a:cubicBezTo>
                    <a:pt x="20505" y="211856"/>
                    <a:pt x="15740" y="207356"/>
                    <a:pt x="10181" y="207356"/>
                  </a:cubicBezTo>
                  <a:cubicBezTo>
                    <a:pt x="4623" y="207356"/>
                    <a:pt x="387" y="212121"/>
                    <a:pt x="387" y="218209"/>
                  </a:cubicBezTo>
                  <a:cubicBezTo>
                    <a:pt x="387" y="227209"/>
                    <a:pt x="9652" y="234357"/>
                    <a:pt x="21299" y="234357"/>
                  </a:cubicBezTo>
                  <a:cubicBezTo>
                    <a:pt x="44859" y="234357"/>
                    <a:pt x="63388" y="208150"/>
                    <a:pt x="74242" y="159444"/>
                  </a:cubicBezTo>
                  <a:lnTo>
                    <a:pt x="93301" y="74736"/>
                  </a:lnTo>
                  <a:lnTo>
                    <a:pt x="122154" y="74736"/>
                  </a:lnTo>
                  <a:lnTo>
                    <a:pt x="123742" y="66265"/>
                  </a:lnTo>
                  <a:lnTo>
                    <a:pt x="95154" y="66265"/>
                  </a:lnTo>
                  <a:cubicBezTo>
                    <a:pt x="102830" y="24706"/>
                    <a:pt x="112625" y="5911"/>
                    <a:pt x="127448" y="5911"/>
                  </a:cubicBezTo>
                  <a:cubicBezTo>
                    <a:pt x="130890" y="5911"/>
                    <a:pt x="133272" y="7235"/>
                    <a:pt x="133272" y="9088"/>
                  </a:cubicBezTo>
                  <a:cubicBezTo>
                    <a:pt x="133272" y="9882"/>
                    <a:pt x="133007" y="10411"/>
                    <a:pt x="132213" y="11735"/>
                  </a:cubicBezTo>
                  <a:cubicBezTo>
                    <a:pt x="131154" y="14117"/>
                    <a:pt x="130625" y="15441"/>
                    <a:pt x="130625" y="17294"/>
                  </a:cubicBezTo>
                  <a:cubicBezTo>
                    <a:pt x="130625" y="23647"/>
                    <a:pt x="134596" y="27882"/>
                    <a:pt x="140419" y="27882"/>
                  </a:cubicBezTo>
                  <a:cubicBezTo>
                    <a:pt x="146508" y="27882"/>
                    <a:pt x="151537" y="23117"/>
                    <a:pt x="151537" y="17294"/>
                  </a:cubicBezTo>
                  <a:cubicBezTo>
                    <a:pt x="151537" y="7499"/>
                    <a:pt x="141743" y="88"/>
                    <a:pt x="128772" y="88"/>
                  </a:cubicBezTo>
                  <a:cubicBezTo>
                    <a:pt x="115801" y="88"/>
                    <a:pt x="105477" y="5911"/>
                    <a:pt x="95948" y="18353"/>
                  </a:cubicBezTo>
                  <a:cubicBezTo>
                    <a:pt x="88006" y="28676"/>
                    <a:pt x="82712" y="40853"/>
                    <a:pt x="74771" y="66265"/>
                  </a:cubicBezTo>
                  <a:lnTo>
                    <a:pt x="50418" y="66265"/>
                  </a:lnTo>
                  <a:lnTo>
                    <a:pt x="48565" y="74736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B0B35113-2FFD-2ADD-482F-CDDD63ABC399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12525213" y="5437173"/>
              <a:ext cx="61412" cy="264710"/>
            </a:xfrm>
            <a:custGeom>
              <a:avLst/>
              <a:gdLst>
                <a:gd name="connsiteX0" fmla="*/ 61805 w 61412"/>
                <a:gd name="connsiteY0" fmla="*/ 262151 h 264710"/>
                <a:gd name="connsiteX1" fmla="*/ 57305 w 61412"/>
                <a:gd name="connsiteY1" fmla="*/ 256327 h 264710"/>
                <a:gd name="connsiteX2" fmla="*/ 15745 w 61412"/>
                <a:gd name="connsiteY2" fmla="*/ 132443 h 264710"/>
                <a:gd name="connsiteX3" fmla="*/ 58364 w 61412"/>
                <a:gd name="connsiteY3" fmla="*/ 7234 h 264710"/>
                <a:gd name="connsiteX4" fmla="*/ 61805 w 61412"/>
                <a:gd name="connsiteY4" fmla="*/ 2734 h 264710"/>
                <a:gd name="connsiteX5" fmla="*/ 59158 w 61412"/>
                <a:gd name="connsiteY5" fmla="*/ 87 h 264710"/>
                <a:gd name="connsiteX6" fmla="*/ 17069 w 61412"/>
                <a:gd name="connsiteY6" fmla="*/ 51706 h 264710"/>
                <a:gd name="connsiteX7" fmla="*/ 392 w 61412"/>
                <a:gd name="connsiteY7" fmla="*/ 132443 h 264710"/>
                <a:gd name="connsiteX8" fmla="*/ 17863 w 61412"/>
                <a:gd name="connsiteY8" fmla="*/ 215033 h 264710"/>
                <a:gd name="connsiteX9" fmla="*/ 59158 w 61412"/>
                <a:gd name="connsiteY9" fmla="*/ 264798 h 264710"/>
                <a:gd name="connsiteX10" fmla="*/ 61805 w 61412"/>
                <a:gd name="connsiteY10" fmla="*/ 262151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805" y="262151"/>
                  </a:moveTo>
                  <a:cubicBezTo>
                    <a:pt x="61805" y="261357"/>
                    <a:pt x="61805" y="260828"/>
                    <a:pt x="57305" y="256327"/>
                  </a:cubicBezTo>
                  <a:cubicBezTo>
                    <a:pt x="24216" y="222974"/>
                    <a:pt x="15745" y="172943"/>
                    <a:pt x="15745" y="132443"/>
                  </a:cubicBezTo>
                  <a:cubicBezTo>
                    <a:pt x="15745" y="86383"/>
                    <a:pt x="25804" y="40323"/>
                    <a:pt x="58364" y="7234"/>
                  </a:cubicBezTo>
                  <a:cubicBezTo>
                    <a:pt x="61805" y="4058"/>
                    <a:pt x="61805" y="3528"/>
                    <a:pt x="61805" y="2734"/>
                  </a:cubicBezTo>
                  <a:cubicBezTo>
                    <a:pt x="61805" y="881"/>
                    <a:pt x="60746" y="87"/>
                    <a:pt x="59158" y="87"/>
                  </a:cubicBezTo>
                  <a:cubicBezTo>
                    <a:pt x="56511" y="87"/>
                    <a:pt x="32687" y="18088"/>
                    <a:pt x="17069" y="51706"/>
                  </a:cubicBezTo>
                  <a:cubicBezTo>
                    <a:pt x="3568" y="80824"/>
                    <a:pt x="392" y="110207"/>
                    <a:pt x="392" y="132443"/>
                  </a:cubicBezTo>
                  <a:cubicBezTo>
                    <a:pt x="392" y="153090"/>
                    <a:pt x="3304" y="185120"/>
                    <a:pt x="17863" y="215033"/>
                  </a:cubicBezTo>
                  <a:cubicBezTo>
                    <a:pt x="33746" y="247592"/>
                    <a:pt x="56511" y="264798"/>
                    <a:pt x="59158" y="264798"/>
                  </a:cubicBezTo>
                  <a:cubicBezTo>
                    <a:pt x="60746" y="264798"/>
                    <a:pt x="61805" y="264004"/>
                    <a:pt x="61805" y="262151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76A5000C-4558-C0AC-B399-AF5247A34828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12594950" y="5518968"/>
              <a:ext cx="125472" cy="119649"/>
            </a:xfrm>
            <a:custGeom>
              <a:avLst/>
              <a:gdLst>
                <a:gd name="connsiteX0" fmla="*/ 113956 w 125472"/>
                <a:gd name="connsiteY0" fmla="*/ 87442 h 119649"/>
                <a:gd name="connsiteX1" fmla="*/ 108133 w 125472"/>
                <a:gd name="connsiteY1" fmla="*/ 94589 h 119649"/>
                <a:gd name="connsiteX2" fmla="*/ 95956 w 125472"/>
                <a:gd name="connsiteY2" fmla="*/ 105178 h 119649"/>
                <a:gd name="connsiteX3" fmla="*/ 87750 w 125472"/>
                <a:gd name="connsiteY3" fmla="*/ 94325 h 119649"/>
                <a:gd name="connsiteX4" fmla="*/ 86691 w 125472"/>
                <a:gd name="connsiteY4" fmla="*/ 89825 h 119649"/>
                <a:gd name="connsiteX5" fmla="*/ 77162 w 125472"/>
                <a:gd name="connsiteY5" fmla="*/ 46941 h 119649"/>
                <a:gd name="connsiteX6" fmla="*/ 103103 w 125472"/>
                <a:gd name="connsiteY6" fmla="*/ 14911 h 119649"/>
                <a:gd name="connsiteX7" fmla="*/ 109456 w 125472"/>
                <a:gd name="connsiteY7" fmla="*/ 17029 h 119649"/>
                <a:gd name="connsiteX8" fmla="*/ 116604 w 125472"/>
                <a:gd name="connsiteY8" fmla="*/ 19412 h 119649"/>
                <a:gd name="connsiteX9" fmla="*/ 125868 w 125472"/>
                <a:gd name="connsiteY9" fmla="*/ 9882 h 119649"/>
                <a:gd name="connsiteX10" fmla="*/ 115015 w 125472"/>
                <a:gd name="connsiteY10" fmla="*/ 88 h 119649"/>
                <a:gd name="connsiteX11" fmla="*/ 75044 w 125472"/>
                <a:gd name="connsiteY11" fmla="*/ 37941 h 119649"/>
                <a:gd name="connsiteX12" fmla="*/ 72132 w 125472"/>
                <a:gd name="connsiteY12" fmla="*/ 23382 h 119649"/>
                <a:gd name="connsiteX13" fmla="*/ 58367 w 125472"/>
                <a:gd name="connsiteY13" fmla="*/ 88 h 119649"/>
                <a:gd name="connsiteX14" fmla="*/ 27396 w 125472"/>
                <a:gd name="connsiteY14" fmla="*/ 7764 h 119649"/>
                <a:gd name="connsiteX15" fmla="*/ 24484 w 125472"/>
                <a:gd name="connsiteY15" fmla="*/ 8823 h 119649"/>
                <a:gd name="connsiteX16" fmla="*/ 25543 w 125472"/>
                <a:gd name="connsiteY16" fmla="*/ 12794 h 119649"/>
                <a:gd name="connsiteX17" fmla="*/ 40367 w 125472"/>
                <a:gd name="connsiteY17" fmla="*/ 9882 h 119649"/>
                <a:gd name="connsiteX18" fmla="*/ 52279 w 125472"/>
                <a:gd name="connsiteY18" fmla="*/ 28147 h 119649"/>
                <a:gd name="connsiteX19" fmla="*/ 59955 w 125472"/>
                <a:gd name="connsiteY19" fmla="*/ 60706 h 119649"/>
                <a:gd name="connsiteX20" fmla="*/ 38249 w 125472"/>
                <a:gd name="connsiteY20" fmla="*/ 91678 h 119649"/>
                <a:gd name="connsiteX21" fmla="*/ 24749 w 125472"/>
                <a:gd name="connsiteY21" fmla="*/ 104384 h 119649"/>
                <a:gd name="connsiteX22" fmla="*/ 17866 w 125472"/>
                <a:gd name="connsiteY22" fmla="*/ 102001 h 119649"/>
                <a:gd name="connsiteX23" fmla="*/ 9396 w 125472"/>
                <a:gd name="connsiteY23" fmla="*/ 99354 h 119649"/>
                <a:gd name="connsiteX24" fmla="*/ 395 w 125472"/>
                <a:gd name="connsiteY24" fmla="*/ 108619 h 119649"/>
                <a:gd name="connsiteX25" fmla="*/ 13631 w 125472"/>
                <a:gd name="connsiteY25" fmla="*/ 119737 h 119649"/>
                <a:gd name="connsiteX26" fmla="*/ 38249 w 125472"/>
                <a:gd name="connsiteY26" fmla="*/ 101207 h 119649"/>
                <a:gd name="connsiteX27" fmla="*/ 62073 w 125472"/>
                <a:gd name="connsiteY27" fmla="*/ 70236 h 119649"/>
                <a:gd name="connsiteX28" fmla="*/ 70014 w 125472"/>
                <a:gd name="connsiteY28" fmla="*/ 102001 h 119649"/>
                <a:gd name="connsiteX29" fmla="*/ 85368 w 125472"/>
                <a:gd name="connsiteY29" fmla="*/ 119737 h 119649"/>
                <a:gd name="connsiteX30" fmla="*/ 117662 w 125472"/>
                <a:gd name="connsiteY30" fmla="*/ 89560 h 119649"/>
                <a:gd name="connsiteX31" fmla="*/ 113956 w 125472"/>
                <a:gd name="connsiteY31" fmla="*/ 87442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956" y="87442"/>
                  </a:moveTo>
                  <a:cubicBezTo>
                    <a:pt x="111839" y="89825"/>
                    <a:pt x="110515" y="91413"/>
                    <a:pt x="108133" y="94589"/>
                  </a:cubicBezTo>
                  <a:cubicBezTo>
                    <a:pt x="102044" y="102531"/>
                    <a:pt x="98868" y="105178"/>
                    <a:pt x="95956" y="105178"/>
                  </a:cubicBezTo>
                  <a:cubicBezTo>
                    <a:pt x="91985" y="105178"/>
                    <a:pt x="89603" y="101737"/>
                    <a:pt x="87750" y="94325"/>
                  </a:cubicBezTo>
                  <a:cubicBezTo>
                    <a:pt x="87221" y="92207"/>
                    <a:pt x="86956" y="90619"/>
                    <a:pt x="86691" y="89825"/>
                  </a:cubicBezTo>
                  <a:cubicBezTo>
                    <a:pt x="80073" y="63089"/>
                    <a:pt x="77162" y="50912"/>
                    <a:pt x="77162" y="46941"/>
                  </a:cubicBezTo>
                  <a:cubicBezTo>
                    <a:pt x="88809" y="26559"/>
                    <a:pt x="98339" y="14911"/>
                    <a:pt x="103103" y="14911"/>
                  </a:cubicBezTo>
                  <a:cubicBezTo>
                    <a:pt x="104692" y="14911"/>
                    <a:pt x="106809" y="15706"/>
                    <a:pt x="109456" y="17029"/>
                  </a:cubicBezTo>
                  <a:cubicBezTo>
                    <a:pt x="112633" y="18882"/>
                    <a:pt x="114486" y="19412"/>
                    <a:pt x="116604" y="19412"/>
                  </a:cubicBezTo>
                  <a:cubicBezTo>
                    <a:pt x="122162" y="19412"/>
                    <a:pt x="125868" y="15441"/>
                    <a:pt x="125868" y="9882"/>
                  </a:cubicBezTo>
                  <a:cubicBezTo>
                    <a:pt x="125868" y="4323"/>
                    <a:pt x="121368" y="88"/>
                    <a:pt x="115015" y="88"/>
                  </a:cubicBezTo>
                  <a:cubicBezTo>
                    <a:pt x="103368" y="88"/>
                    <a:pt x="93309" y="9617"/>
                    <a:pt x="75044" y="37941"/>
                  </a:cubicBezTo>
                  <a:lnTo>
                    <a:pt x="72132" y="23382"/>
                  </a:lnTo>
                  <a:cubicBezTo>
                    <a:pt x="68426" y="5382"/>
                    <a:pt x="65514" y="88"/>
                    <a:pt x="58367" y="88"/>
                  </a:cubicBezTo>
                  <a:cubicBezTo>
                    <a:pt x="52544" y="88"/>
                    <a:pt x="43543" y="2470"/>
                    <a:pt x="27396" y="7764"/>
                  </a:cubicBezTo>
                  <a:lnTo>
                    <a:pt x="24484" y="8823"/>
                  </a:lnTo>
                  <a:lnTo>
                    <a:pt x="25543" y="12794"/>
                  </a:lnTo>
                  <a:cubicBezTo>
                    <a:pt x="35602" y="10411"/>
                    <a:pt x="37984" y="9882"/>
                    <a:pt x="40367" y="9882"/>
                  </a:cubicBezTo>
                  <a:cubicBezTo>
                    <a:pt x="46985" y="9882"/>
                    <a:pt x="48573" y="12264"/>
                    <a:pt x="52279" y="28147"/>
                  </a:cubicBezTo>
                  <a:lnTo>
                    <a:pt x="59955" y="60706"/>
                  </a:lnTo>
                  <a:lnTo>
                    <a:pt x="38249" y="91678"/>
                  </a:lnTo>
                  <a:cubicBezTo>
                    <a:pt x="32955" y="99619"/>
                    <a:pt x="27661" y="104384"/>
                    <a:pt x="24749" y="104384"/>
                  </a:cubicBezTo>
                  <a:cubicBezTo>
                    <a:pt x="23161" y="104384"/>
                    <a:pt x="20513" y="103590"/>
                    <a:pt x="17866" y="102001"/>
                  </a:cubicBezTo>
                  <a:cubicBezTo>
                    <a:pt x="14425" y="100148"/>
                    <a:pt x="11513" y="99354"/>
                    <a:pt x="9396" y="99354"/>
                  </a:cubicBezTo>
                  <a:cubicBezTo>
                    <a:pt x="4366" y="99354"/>
                    <a:pt x="395" y="103325"/>
                    <a:pt x="395" y="108619"/>
                  </a:cubicBezTo>
                  <a:cubicBezTo>
                    <a:pt x="395" y="115502"/>
                    <a:pt x="5690" y="119737"/>
                    <a:pt x="13631" y="119737"/>
                  </a:cubicBezTo>
                  <a:cubicBezTo>
                    <a:pt x="21837" y="119737"/>
                    <a:pt x="25014" y="117355"/>
                    <a:pt x="38249" y="101207"/>
                  </a:cubicBezTo>
                  <a:cubicBezTo>
                    <a:pt x="45396" y="92736"/>
                    <a:pt x="50955" y="85589"/>
                    <a:pt x="62073" y="70236"/>
                  </a:cubicBezTo>
                  <a:lnTo>
                    <a:pt x="70014" y="102001"/>
                  </a:lnTo>
                  <a:cubicBezTo>
                    <a:pt x="73456" y="115502"/>
                    <a:pt x="76897" y="119737"/>
                    <a:pt x="85368" y="119737"/>
                  </a:cubicBezTo>
                  <a:cubicBezTo>
                    <a:pt x="95427" y="119737"/>
                    <a:pt x="102309" y="113384"/>
                    <a:pt x="117662" y="89560"/>
                  </a:cubicBezTo>
                  <a:lnTo>
                    <a:pt x="113956" y="8744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4C56F626-1E60-6905-AA95-E348BFA9879C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12725944" y="5543424"/>
              <a:ext cx="87169" cy="132418"/>
            </a:xfrm>
            <a:custGeom>
              <a:avLst/>
              <a:gdLst>
                <a:gd name="connsiteX0" fmla="*/ 87568 w 87169"/>
                <a:gd name="connsiteY0" fmla="*/ 105673 h 132418"/>
                <a:gd name="connsiteX1" fmla="*/ 85021 w 87169"/>
                <a:gd name="connsiteY1" fmla="*/ 104694 h 132418"/>
                <a:gd name="connsiteX2" fmla="*/ 66412 w 87169"/>
                <a:gd name="connsiteY2" fmla="*/ 117622 h 132418"/>
                <a:gd name="connsiteX3" fmla="*/ 19596 w 87169"/>
                <a:gd name="connsiteY3" fmla="*/ 117622 h 132418"/>
                <a:gd name="connsiteX4" fmla="*/ 52504 w 87169"/>
                <a:gd name="connsiteY4" fmla="*/ 83146 h 132418"/>
                <a:gd name="connsiteX5" fmla="*/ 77578 w 87169"/>
                <a:gd name="connsiteY5" fmla="*/ 34762 h 132418"/>
                <a:gd name="connsiteX6" fmla="*/ 41339 w 87169"/>
                <a:gd name="connsiteY6" fmla="*/ 91 h 132418"/>
                <a:gd name="connsiteX7" fmla="*/ 13131 w 87169"/>
                <a:gd name="connsiteY7" fmla="*/ 12235 h 132418"/>
                <a:gd name="connsiteX8" fmla="*/ 595 w 87169"/>
                <a:gd name="connsiteY8" fmla="*/ 39072 h 132418"/>
                <a:gd name="connsiteX9" fmla="*/ 4708 w 87169"/>
                <a:gd name="connsiteY9" fmla="*/ 40051 h 132418"/>
                <a:gd name="connsiteX10" fmla="*/ 33112 w 87169"/>
                <a:gd name="connsiteY10" fmla="*/ 14586 h 132418"/>
                <a:gd name="connsiteX11" fmla="*/ 60732 w 87169"/>
                <a:gd name="connsiteY11" fmla="*/ 42206 h 132418"/>
                <a:gd name="connsiteX12" fmla="*/ 35266 w 87169"/>
                <a:gd name="connsiteY12" fmla="*/ 93136 h 132418"/>
                <a:gd name="connsiteX13" fmla="*/ 399 w 87169"/>
                <a:gd name="connsiteY13" fmla="*/ 130159 h 132418"/>
                <a:gd name="connsiteX14" fmla="*/ 399 w 87169"/>
                <a:gd name="connsiteY14" fmla="*/ 132509 h 132418"/>
                <a:gd name="connsiteX15" fmla="*/ 76794 w 87169"/>
                <a:gd name="connsiteY15" fmla="*/ 132509 h 132418"/>
                <a:gd name="connsiteX16" fmla="*/ 87568 w 87169"/>
                <a:gd name="connsiteY16" fmla="*/ 105673 h 13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7169" h="132418">
                  <a:moveTo>
                    <a:pt x="87568" y="105673"/>
                  </a:moveTo>
                  <a:lnTo>
                    <a:pt x="85021" y="104694"/>
                  </a:lnTo>
                  <a:cubicBezTo>
                    <a:pt x="77774" y="115859"/>
                    <a:pt x="75227" y="117622"/>
                    <a:pt x="66412" y="117622"/>
                  </a:cubicBezTo>
                  <a:lnTo>
                    <a:pt x="19596" y="117622"/>
                  </a:lnTo>
                  <a:lnTo>
                    <a:pt x="52504" y="83146"/>
                  </a:lnTo>
                  <a:cubicBezTo>
                    <a:pt x="69938" y="64929"/>
                    <a:pt x="77578" y="50041"/>
                    <a:pt x="77578" y="34762"/>
                  </a:cubicBezTo>
                  <a:cubicBezTo>
                    <a:pt x="77578" y="15174"/>
                    <a:pt x="61711" y="91"/>
                    <a:pt x="41339" y="91"/>
                  </a:cubicBezTo>
                  <a:cubicBezTo>
                    <a:pt x="30565" y="91"/>
                    <a:pt x="20379" y="4400"/>
                    <a:pt x="13131" y="12235"/>
                  </a:cubicBezTo>
                  <a:cubicBezTo>
                    <a:pt x="6863" y="18896"/>
                    <a:pt x="3925" y="25164"/>
                    <a:pt x="595" y="39072"/>
                  </a:cubicBezTo>
                  <a:lnTo>
                    <a:pt x="4708" y="40051"/>
                  </a:lnTo>
                  <a:cubicBezTo>
                    <a:pt x="12544" y="20854"/>
                    <a:pt x="19596" y="14586"/>
                    <a:pt x="33112" y="14586"/>
                  </a:cubicBezTo>
                  <a:cubicBezTo>
                    <a:pt x="49566" y="14586"/>
                    <a:pt x="60732" y="25752"/>
                    <a:pt x="60732" y="42206"/>
                  </a:cubicBezTo>
                  <a:cubicBezTo>
                    <a:pt x="60732" y="57485"/>
                    <a:pt x="51721" y="75702"/>
                    <a:pt x="35266" y="93136"/>
                  </a:cubicBezTo>
                  <a:lnTo>
                    <a:pt x="399" y="130159"/>
                  </a:lnTo>
                  <a:lnTo>
                    <a:pt x="399" y="132509"/>
                  </a:lnTo>
                  <a:lnTo>
                    <a:pt x="76794" y="132509"/>
                  </a:lnTo>
                  <a:lnTo>
                    <a:pt x="87568" y="105673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200DCE-3363-248C-ADF6-78416BFB94B7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12846752" y="5437173"/>
              <a:ext cx="61412" cy="264710"/>
            </a:xfrm>
            <a:custGeom>
              <a:avLst/>
              <a:gdLst>
                <a:gd name="connsiteX0" fmla="*/ 61817 w 61412"/>
                <a:gd name="connsiteY0" fmla="*/ 132443 h 264710"/>
                <a:gd name="connsiteX1" fmla="*/ 44346 w 61412"/>
                <a:gd name="connsiteY1" fmla="*/ 49853 h 264710"/>
                <a:gd name="connsiteX2" fmla="*/ 3051 w 61412"/>
                <a:gd name="connsiteY2" fmla="*/ 87 h 264710"/>
                <a:gd name="connsiteX3" fmla="*/ 404 w 61412"/>
                <a:gd name="connsiteY3" fmla="*/ 2734 h 264710"/>
                <a:gd name="connsiteX4" fmla="*/ 5434 w 61412"/>
                <a:gd name="connsiteY4" fmla="*/ 8823 h 264710"/>
                <a:gd name="connsiteX5" fmla="*/ 46464 w 61412"/>
                <a:gd name="connsiteY5" fmla="*/ 132443 h 264710"/>
                <a:gd name="connsiteX6" fmla="*/ 3846 w 61412"/>
                <a:gd name="connsiteY6" fmla="*/ 257651 h 264710"/>
                <a:gd name="connsiteX7" fmla="*/ 404 w 61412"/>
                <a:gd name="connsiteY7" fmla="*/ 262151 h 264710"/>
                <a:gd name="connsiteX8" fmla="*/ 3051 w 61412"/>
                <a:gd name="connsiteY8" fmla="*/ 264798 h 264710"/>
                <a:gd name="connsiteX9" fmla="*/ 45140 w 61412"/>
                <a:gd name="connsiteY9" fmla="*/ 213180 h 264710"/>
                <a:gd name="connsiteX10" fmla="*/ 61817 w 61412"/>
                <a:gd name="connsiteY10" fmla="*/ 132443 h 26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412" h="264710">
                  <a:moveTo>
                    <a:pt x="61817" y="132443"/>
                  </a:moveTo>
                  <a:cubicBezTo>
                    <a:pt x="61817" y="111795"/>
                    <a:pt x="58905" y="79765"/>
                    <a:pt x="44346" y="49853"/>
                  </a:cubicBezTo>
                  <a:cubicBezTo>
                    <a:pt x="28464" y="17293"/>
                    <a:pt x="5698" y="87"/>
                    <a:pt x="3051" y="87"/>
                  </a:cubicBezTo>
                  <a:cubicBezTo>
                    <a:pt x="1463" y="87"/>
                    <a:pt x="404" y="1146"/>
                    <a:pt x="404" y="2734"/>
                  </a:cubicBezTo>
                  <a:cubicBezTo>
                    <a:pt x="404" y="3528"/>
                    <a:pt x="404" y="4058"/>
                    <a:pt x="5434" y="8823"/>
                  </a:cubicBezTo>
                  <a:cubicBezTo>
                    <a:pt x="31375" y="35029"/>
                    <a:pt x="46464" y="77118"/>
                    <a:pt x="46464" y="132443"/>
                  </a:cubicBezTo>
                  <a:cubicBezTo>
                    <a:pt x="46464" y="177708"/>
                    <a:pt x="36670" y="224297"/>
                    <a:pt x="3846" y="257651"/>
                  </a:cubicBezTo>
                  <a:cubicBezTo>
                    <a:pt x="404" y="260828"/>
                    <a:pt x="404" y="261357"/>
                    <a:pt x="404" y="262151"/>
                  </a:cubicBezTo>
                  <a:cubicBezTo>
                    <a:pt x="404" y="263739"/>
                    <a:pt x="1463" y="264798"/>
                    <a:pt x="3051" y="264798"/>
                  </a:cubicBezTo>
                  <a:cubicBezTo>
                    <a:pt x="5698" y="264798"/>
                    <a:pt x="29522" y="246798"/>
                    <a:pt x="45140" y="213180"/>
                  </a:cubicBezTo>
                  <a:cubicBezTo>
                    <a:pt x="58641" y="184061"/>
                    <a:pt x="61817" y="154678"/>
                    <a:pt x="61817" y="13244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C893B01A-FB41-E1FD-B374-509E6115381B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12938459" y="5250341"/>
              <a:ext cx="69618" cy="635041"/>
            </a:xfrm>
            <a:custGeom>
              <a:avLst/>
              <a:gdLst>
                <a:gd name="connsiteX0" fmla="*/ 55467 w 69618"/>
                <a:gd name="connsiteY0" fmla="*/ 620557 h 635041"/>
                <a:gd name="connsiteX1" fmla="*/ 407 w 69618"/>
                <a:gd name="connsiteY1" fmla="*/ 620557 h 635041"/>
                <a:gd name="connsiteX2" fmla="*/ 407 w 69618"/>
                <a:gd name="connsiteY2" fmla="*/ 635116 h 635041"/>
                <a:gd name="connsiteX3" fmla="*/ 70026 w 69618"/>
                <a:gd name="connsiteY3" fmla="*/ 635116 h 635041"/>
                <a:gd name="connsiteX4" fmla="*/ 70026 w 69618"/>
                <a:gd name="connsiteY4" fmla="*/ 74 h 635041"/>
                <a:gd name="connsiteX5" fmla="*/ 407 w 69618"/>
                <a:gd name="connsiteY5" fmla="*/ 74 h 635041"/>
                <a:gd name="connsiteX6" fmla="*/ 407 w 69618"/>
                <a:gd name="connsiteY6" fmla="*/ 14633 h 635041"/>
                <a:gd name="connsiteX7" fmla="*/ 55467 w 69618"/>
                <a:gd name="connsiteY7" fmla="*/ 14633 h 635041"/>
                <a:gd name="connsiteX8" fmla="*/ 55467 w 69618"/>
                <a:gd name="connsiteY8" fmla="*/ 620557 h 63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618" h="635041">
                  <a:moveTo>
                    <a:pt x="55467" y="620557"/>
                  </a:moveTo>
                  <a:lnTo>
                    <a:pt x="407" y="620557"/>
                  </a:lnTo>
                  <a:lnTo>
                    <a:pt x="407" y="635116"/>
                  </a:lnTo>
                  <a:lnTo>
                    <a:pt x="70026" y="635116"/>
                  </a:lnTo>
                  <a:lnTo>
                    <a:pt x="70026" y="74"/>
                  </a:lnTo>
                  <a:lnTo>
                    <a:pt x="407" y="74"/>
                  </a:lnTo>
                  <a:lnTo>
                    <a:pt x="407" y="14633"/>
                  </a:lnTo>
                  <a:lnTo>
                    <a:pt x="55467" y="14633"/>
                  </a:lnTo>
                  <a:lnTo>
                    <a:pt x="55467" y="62055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B7463099-AF62-9EC0-3D9D-C985CAC1CDAE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13137788" y="5454908"/>
              <a:ext cx="135531" cy="184238"/>
            </a:xfrm>
            <a:custGeom>
              <a:avLst/>
              <a:gdLst>
                <a:gd name="connsiteX0" fmla="*/ 119006 w 135531"/>
                <a:gd name="connsiteY0" fmla="*/ 151502 h 184238"/>
                <a:gd name="connsiteX1" fmla="*/ 97300 w 135531"/>
                <a:gd name="connsiteY1" fmla="*/ 170296 h 184238"/>
                <a:gd name="connsiteX2" fmla="*/ 92535 w 135531"/>
                <a:gd name="connsiteY2" fmla="*/ 165002 h 184238"/>
                <a:gd name="connsiteX3" fmla="*/ 109741 w 135531"/>
                <a:gd name="connsiteY3" fmla="*/ 99883 h 184238"/>
                <a:gd name="connsiteX4" fmla="*/ 135948 w 135531"/>
                <a:gd name="connsiteY4" fmla="*/ 1411 h 184238"/>
                <a:gd name="connsiteX5" fmla="*/ 134624 w 135531"/>
                <a:gd name="connsiteY5" fmla="*/ 87 h 184238"/>
                <a:gd name="connsiteX6" fmla="*/ 94123 w 135531"/>
                <a:gd name="connsiteY6" fmla="*/ 6176 h 184238"/>
                <a:gd name="connsiteX7" fmla="*/ 94123 w 135531"/>
                <a:gd name="connsiteY7" fmla="*/ 10676 h 184238"/>
                <a:gd name="connsiteX8" fmla="*/ 110535 w 135531"/>
                <a:gd name="connsiteY8" fmla="*/ 17558 h 184238"/>
                <a:gd name="connsiteX9" fmla="*/ 106565 w 135531"/>
                <a:gd name="connsiteY9" fmla="*/ 36088 h 184238"/>
                <a:gd name="connsiteX10" fmla="*/ 94917 w 135531"/>
                <a:gd name="connsiteY10" fmla="*/ 79501 h 184238"/>
                <a:gd name="connsiteX11" fmla="*/ 77711 w 135531"/>
                <a:gd name="connsiteY11" fmla="*/ 64147 h 184238"/>
                <a:gd name="connsiteX12" fmla="*/ 416 w 135531"/>
                <a:gd name="connsiteY12" fmla="*/ 153620 h 184238"/>
                <a:gd name="connsiteX13" fmla="*/ 28210 w 135531"/>
                <a:gd name="connsiteY13" fmla="*/ 183797 h 184238"/>
                <a:gd name="connsiteX14" fmla="*/ 75858 w 135531"/>
                <a:gd name="connsiteY14" fmla="*/ 148855 h 184238"/>
                <a:gd name="connsiteX15" fmla="*/ 72417 w 135531"/>
                <a:gd name="connsiteY15" fmla="*/ 172414 h 184238"/>
                <a:gd name="connsiteX16" fmla="*/ 83535 w 135531"/>
                <a:gd name="connsiteY16" fmla="*/ 184326 h 184238"/>
                <a:gd name="connsiteX17" fmla="*/ 122183 w 135531"/>
                <a:gd name="connsiteY17" fmla="*/ 154149 h 184238"/>
                <a:gd name="connsiteX18" fmla="*/ 119006 w 135531"/>
                <a:gd name="connsiteY18" fmla="*/ 151502 h 184238"/>
                <a:gd name="connsiteX19" fmla="*/ 78770 w 135531"/>
                <a:gd name="connsiteY19" fmla="*/ 70236 h 184238"/>
                <a:gd name="connsiteX20" fmla="*/ 90682 w 135531"/>
                <a:gd name="connsiteY20" fmla="*/ 85324 h 184238"/>
                <a:gd name="connsiteX21" fmla="*/ 38799 w 135531"/>
                <a:gd name="connsiteY21" fmla="*/ 171091 h 184238"/>
                <a:gd name="connsiteX22" fmla="*/ 23445 w 135531"/>
                <a:gd name="connsiteY22" fmla="*/ 153620 h 184238"/>
                <a:gd name="connsiteX23" fmla="*/ 54152 w 135531"/>
                <a:gd name="connsiteY23" fmla="*/ 82412 h 184238"/>
                <a:gd name="connsiteX24" fmla="*/ 78770 w 135531"/>
                <a:gd name="connsiteY24" fmla="*/ 70236 h 18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531" h="184238">
                  <a:moveTo>
                    <a:pt x="119006" y="151502"/>
                  </a:moveTo>
                  <a:cubicBezTo>
                    <a:pt x="104712" y="167914"/>
                    <a:pt x="101800" y="170296"/>
                    <a:pt x="97300" y="170296"/>
                  </a:cubicBezTo>
                  <a:cubicBezTo>
                    <a:pt x="94653" y="170296"/>
                    <a:pt x="92535" y="167914"/>
                    <a:pt x="92535" y="165002"/>
                  </a:cubicBezTo>
                  <a:cubicBezTo>
                    <a:pt x="92535" y="161296"/>
                    <a:pt x="101006" y="129001"/>
                    <a:pt x="109741" y="99883"/>
                  </a:cubicBezTo>
                  <a:cubicBezTo>
                    <a:pt x="116888" y="75530"/>
                    <a:pt x="122447" y="54353"/>
                    <a:pt x="135948" y="1411"/>
                  </a:cubicBezTo>
                  <a:lnTo>
                    <a:pt x="134624" y="87"/>
                  </a:lnTo>
                  <a:cubicBezTo>
                    <a:pt x="120594" y="2999"/>
                    <a:pt x="111065" y="4587"/>
                    <a:pt x="94123" y="6176"/>
                  </a:cubicBezTo>
                  <a:lnTo>
                    <a:pt x="94123" y="10676"/>
                  </a:lnTo>
                  <a:cubicBezTo>
                    <a:pt x="108682" y="11205"/>
                    <a:pt x="110535" y="11999"/>
                    <a:pt x="110535" y="17558"/>
                  </a:cubicBezTo>
                  <a:cubicBezTo>
                    <a:pt x="110535" y="20999"/>
                    <a:pt x="110271" y="22588"/>
                    <a:pt x="106565" y="36088"/>
                  </a:cubicBezTo>
                  <a:lnTo>
                    <a:pt x="94917" y="79501"/>
                  </a:lnTo>
                  <a:cubicBezTo>
                    <a:pt x="92800" y="68383"/>
                    <a:pt x="88035" y="64147"/>
                    <a:pt x="77711" y="64147"/>
                  </a:cubicBezTo>
                  <a:cubicBezTo>
                    <a:pt x="43299" y="64147"/>
                    <a:pt x="416" y="113913"/>
                    <a:pt x="416" y="153620"/>
                  </a:cubicBezTo>
                  <a:cubicBezTo>
                    <a:pt x="416" y="172414"/>
                    <a:pt x="11004" y="183797"/>
                    <a:pt x="28210" y="183797"/>
                  </a:cubicBezTo>
                  <a:cubicBezTo>
                    <a:pt x="46211" y="183797"/>
                    <a:pt x="57858" y="175326"/>
                    <a:pt x="75858" y="148855"/>
                  </a:cubicBezTo>
                  <a:cubicBezTo>
                    <a:pt x="72946" y="162355"/>
                    <a:pt x="72417" y="166326"/>
                    <a:pt x="72417" y="172414"/>
                  </a:cubicBezTo>
                  <a:cubicBezTo>
                    <a:pt x="72417" y="179561"/>
                    <a:pt x="76917" y="184326"/>
                    <a:pt x="83535" y="184326"/>
                  </a:cubicBezTo>
                  <a:cubicBezTo>
                    <a:pt x="94653" y="184326"/>
                    <a:pt x="108418" y="173473"/>
                    <a:pt x="122183" y="154149"/>
                  </a:cubicBezTo>
                  <a:lnTo>
                    <a:pt x="119006" y="151502"/>
                  </a:lnTo>
                  <a:close/>
                  <a:moveTo>
                    <a:pt x="78770" y="70236"/>
                  </a:moveTo>
                  <a:cubicBezTo>
                    <a:pt x="86711" y="70765"/>
                    <a:pt x="90682" y="75795"/>
                    <a:pt x="90682" y="85324"/>
                  </a:cubicBezTo>
                  <a:cubicBezTo>
                    <a:pt x="90682" y="125560"/>
                    <a:pt x="63152" y="171091"/>
                    <a:pt x="38799" y="171091"/>
                  </a:cubicBezTo>
                  <a:cubicBezTo>
                    <a:pt x="29798" y="171091"/>
                    <a:pt x="23445" y="163943"/>
                    <a:pt x="23445" y="153620"/>
                  </a:cubicBezTo>
                  <a:cubicBezTo>
                    <a:pt x="23445" y="131649"/>
                    <a:pt x="36681" y="100942"/>
                    <a:pt x="54152" y="82412"/>
                  </a:cubicBezTo>
                  <a:cubicBezTo>
                    <a:pt x="61564" y="74736"/>
                    <a:pt x="71358" y="69706"/>
                    <a:pt x="78770" y="7023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F76309F1-F83B-E0B1-A8EE-99F1F962AF29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13273335" y="5518968"/>
              <a:ext cx="125472" cy="119649"/>
            </a:xfrm>
            <a:custGeom>
              <a:avLst/>
              <a:gdLst>
                <a:gd name="connsiteX0" fmla="*/ 113982 w 125472"/>
                <a:gd name="connsiteY0" fmla="*/ 87442 h 119649"/>
                <a:gd name="connsiteX1" fmla="*/ 108158 w 125472"/>
                <a:gd name="connsiteY1" fmla="*/ 94589 h 119649"/>
                <a:gd name="connsiteX2" fmla="*/ 95982 w 125472"/>
                <a:gd name="connsiteY2" fmla="*/ 105178 h 119649"/>
                <a:gd name="connsiteX3" fmla="*/ 87776 w 125472"/>
                <a:gd name="connsiteY3" fmla="*/ 94325 h 119649"/>
                <a:gd name="connsiteX4" fmla="*/ 86717 w 125472"/>
                <a:gd name="connsiteY4" fmla="*/ 89825 h 119649"/>
                <a:gd name="connsiteX5" fmla="*/ 77187 w 125472"/>
                <a:gd name="connsiteY5" fmla="*/ 46941 h 119649"/>
                <a:gd name="connsiteX6" fmla="*/ 103129 w 125472"/>
                <a:gd name="connsiteY6" fmla="*/ 14911 h 119649"/>
                <a:gd name="connsiteX7" fmla="*/ 109482 w 125472"/>
                <a:gd name="connsiteY7" fmla="*/ 17029 h 119649"/>
                <a:gd name="connsiteX8" fmla="*/ 116629 w 125472"/>
                <a:gd name="connsiteY8" fmla="*/ 19412 h 119649"/>
                <a:gd name="connsiteX9" fmla="*/ 125894 w 125472"/>
                <a:gd name="connsiteY9" fmla="*/ 9882 h 119649"/>
                <a:gd name="connsiteX10" fmla="*/ 115041 w 125472"/>
                <a:gd name="connsiteY10" fmla="*/ 88 h 119649"/>
                <a:gd name="connsiteX11" fmla="*/ 75069 w 125472"/>
                <a:gd name="connsiteY11" fmla="*/ 37941 h 119649"/>
                <a:gd name="connsiteX12" fmla="*/ 72158 w 125472"/>
                <a:gd name="connsiteY12" fmla="*/ 23382 h 119649"/>
                <a:gd name="connsiteX13" fmla="*/ 58393 w 125472"/>
                <a:gd name="connsiteY13" fmla="*/ 88 h 119649"/>
                <a:gd name="connsiteX14" fmla="*/ 27421 w 125472"/>
                <a:gd name="connsiteY14" fmla="*/ 7764 h 119649"/>
                <a:gd name="connsiteX15" fmla="*/ 24510 w 125472"/>
                <a:gd name="connsiteY15" fmla="*/ 8823 h 119649"/>
                <a:gd name="connsiteX16" fmla="*/ 25568 w 125472"/>
                <a:gd name="connsiteY16" fmla="*/ 12794 h 119649"/>
                <a:gd name="connsiteX17" fmla="*/ 40392 w 125472"/>
                <a:gd name="connsiteY17" fmla="*/ 9882 h 119649"/>
                <a:gd name="connsiteX18" fmla="*/ 52304 w 125472"/>
                <a:gd name="connsiteY18" fmla="*/ 28147 h 119649"/>
                <a:gd name="connsiteX19" fmla="*/ 59981 w 125472"/>
                <a:gd name="connsiteY19" fmla="*/ 60706 h 119649"/>
                <a:gd name="connsiteX20" fmla="*/ 38275 w 125472"/>
                <a:gd name="connsiteY20" fmla="*/ 91678 h 119649"/>
                <a:gd name="connsiteX21" fmla="*/ 24774 w 125472"/>
                <a:gd name="connsiteY21" fmla="*/ 104384 h 119649"/>
                <a:gd name="connsiteX22" fmla="*/ 17892 w 125472"/>
                <a:gd name="connsiteY22" fmla="*/ 102001 h 119649"/>
                <a:gd name="connsiteX23" fmla="*/ 9421 w 125472"/>
                <a:gd name="connsiteY23" fmla="*/ 99354 h 119649"/>
                <a:gd name="connsiteX24" fmla="*/ 421 w 125472"/>
                <a:gd name="connsiteY24" fmla="*/ 108619 h 119649"/>
                <a:gd name="connsiteX25" fmla="*/ 13656 w 125472"/>
                <a:gd name="connsiteY25" fmla="*/ 119737 h 119649"/>
                <a:gd name="connsiteX26" fmla="*/ 38275 w 125472"/>
                <a:gd name="connsiteY26" fmla="*/ 101207 h 119649"/>
                <a:gd name="connsiteX27" fmla="*/ 62099 w 125472"/>
                <a:gd name="connsiteY27" fmla="*/ 70236 h 119649"/>
                <a:gd name="connsiteX28" fmla="*/ 70040 w 125472"/>
                <a:gd name="connsiteY28" fmla="*/ 102001 h 119649"/>
                <a:gd name="connsiteX29" fmla="*/ 85393 w 125472"/>
                <a:gd name="connsiteY29" fmla="*/ 119737 h 119649"/>
                <a:gd name="connsiteX30" fmla="*/ 117688 w 125472"/>
                <a:gd name="connsiteY30" fmla="*/ 89560 h 119649"/>
                <a:gd name="connsiteX31" fmla="*/ 113982 w 125472"/>
                <a:gd name="connsiteY31" fmla="*/ 87442 h 119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5472" h="119649">
                  <a:moveTo>
                    <a:pt x="113982" y="87442"/>
                  </a:moveTo>
                  <a:cubicBezTo>
                    <a:pt x="111864" y="89825"/>
                    <a:pt x="110541" y="91413"/>
                    <a:pt x="108158" y="94589"/>
                  </a:cubicBezTo>
                  <a:cubicBezTo>
                    <a:pt x="102070" y="102531"/>
                    <a:pt x="98893" y="105178"/>
                    <a:pt x="95982" y="105178"/>
                  </a:cubicBezTo>
                  <a:cubicBezTo>
                    <a:pt x="92011" y="105178"/>
                    <a:pt x="89628" y="101737"/>
                    <a:pt x="87776" y="94325"/>
                  </a:cubicBezTo>
                  <a:cubicBezTo>
                    <a:pt x="87246" y="92207"/>
                    <a:pt x="86981" y="90619"/>
                    <a:pt x="86717" y="89825"/>
                  </a:cubicBezTo>
                  <a:cubicBezTo>
                    <a:pt x="80099" y="63089"/>
                    <a:pt x="77187" y="50912"/>
                    <a:pt x="77187" y="46941"/>
                  </a:cubicBezTo>
                  <a:cubicBezTo>
                    <a:pt x="88834" y="26559"/>
                    <a:pt x="98364" y="14911"/>
                    <a:pt x="103129" y="14911"/>
                  </a:cubicBezTo>
                  <a:cubicBezTo>
                    <a:pt x="104717" y="14911"/>
                    <a:pt x="106835" y="15706"/>
                    <a:pt x="109482" y="17029"/>
                  </a:cubicBezTo>
                  <a:cubicBezTo>
                    <a:pt x="112658" y="18882"/>
                    <a:pt x="114511" y="19412"/>
                    <a:pt x="116629" y="19412"/>
                  </a:cubicBezTo>
                  <a:cubicBezTo>
                    <a:pt x="122188" y="19412"/>
                    <a:pt x="125894" y="15441"/>
                    <a:pt x="125894" y="9882"/>
                  </a:cubicBezTo>
                  <a:cubicBezTo>
                    <a:pt x="125894" y="4323"/>
                    <a:pt x="121394" y="88"/>
                    <a:pt x="115041" y="88"/>
                  </a:cubicBezTo>
                  <a:cubicBezTo>
                    <a:pt x="103393" y="88"/>
                    <a:pt x="93334" y="9617"/>
                    <a:pt x="75069" y="37941"/>
                  </a:cubicBezTo>
                  <a:lnTo>
                    <a:pt x="72158" y="23382"/>
                  </a:lnTo>
                  <a:cubicBezTo>
                    <a:pt x="68452" y="5382"/>
                    <a:pt x="65540" y="88"/>
                    <a:pt x="58393" y="88"/>
                  </a:cubicBezTo>
                  <a:cubicBezTo>
                    <a:pt x="52569" y="88"/>
                    <a:pt x="43569" y="2470"/>
                    <a:pt x="27421" y="7764"/>
                  </a:cubicBezTo>
                  <a:lnTo>
                    <a:pt x="24510" y="8823"/>
                  </a:lnTo>
                  <a:lnTo>
                    <a:pt x="25568" y="12794"/>
                  </a:lnTo>
                  <a:cubicBezTo>
                    <a:pt x="35627" y="10411"/>
                    <a:pt x="38010" y="9882"/>
                    <a:pt x="40392" y="9882"/>
                  </a:cubicBezTo>
                  <a:cubicBezTo>
                    <a:pt x="47010" y="9882"/>
                    <a:pt x="48598" y="12264"/>
                    <a:pt x="52304" y="28147"/>
                  </a:cubicBezTo>
                  <a:lnTo>
                    <a:pt x="59981" y="60706"/>
                  </a:lnTo>
                  <a:lnTo>
                    <a:pt x="38275" y="91678"/>
                  </a:lnTo>
                  <a:cubicBezTo>
                    <a:pt x="32980" y="99619"/>
                    <a:pt x="27686" y="104384"/>
                    <a:pt x="24774" y="104384"/>
                  </a:cubicBezTo>
                  <a:cubicBezTo>
                    <a:pt x="23186" y="104384"/>
                    <a:pt x="20539" y="103590"/>
                    <a:pt x="17892" y="102001"/>
                  </a:cubicBezTo>
                  <a:cubicBezTo>
                    <a:pt x="14451" y="100148"/>
                    <a:pt x="11539" y="99354"/>
                    <a:pt x="9421" y="99354"/>
                  </a:cubicBezTo>
                  <a:cubicBezTo>
                    <a:pt x="4392" y="99354"/>
                    <a:pt x="421" y="103325"/>
                    <a:pt x="421" y="108619"/>
                  </a:cubicBezTo>
                  <a:cubicBezTo>
                    <a:pt x="421" y="115502"/>
                    <a:pt x="5715" y="119737"/>
                    <a:pt x="13656" y="119737"/>
                  </a:cubicBezTo>
                  <a:cubicBezTo>
                    <a:pt x="21862" y="119737"/>
                    <a:pt x="25039" y="117355"/>
                    <a:pt x="38275" y="101207"/>
                  </a:cubicBezTo>
                  <a:cubicBezTo>
                    <a:pt x="45422" y="92736"/>
                    <a:pt x="50981" y="85589"/>
                    <a:pt x="62099" y="70236"/>
                  </a:cubicBezTo>
                  <a:lnTo>
                    <a:pt x="70040" y="102001"/>
                  </a:lnTo>
                  <a:cubicBezTo>
                    <a:pt x="73481" y="115502"/>
                    <a:pt x="76922" y="119737"/>
                    <a:pt x="85393" y="119737"/>
                  </a:cubicBezTo>
                  <a:cubicBezTo>
                    <a:pt x="95452" y="119737"/>
                    <a:pt x="102335" y="113384"/>
                    <a:pt x="117688" y="89560"/>
                  </a:cubicBezTo>
                  <a:lnTo>
                    <a:pt x="113982" y="87442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BE62169C-4D48-320D-9AF1-91789B5658FC}"/>
              </a:ext>
            </a:extLst>
          </p:cNvPr>
          <p:cNvGrpSpPr/>
          <p:nvPr/>
        </p:nvGrpSpPr>
        <p:grpSpPr>
          <a:xfrm>
            <a:off x="4582391" y="4831773"/>
            <a:ext cx="4405745" cy="997527"/>
            <a:chOff x="4582391" y="4831773"/>
            <a:chExt cx="4405745" cy="997527"/>
          </a:xfrm>
        </p:grpSpPr>
        <p:sp>
          <p:nvSpPr>
            <p:cNvPr id="923" name="Rectangle: Rounded Corners 922">
              <a:extLst>
                <a:ext uri="{FF2B5EF4-FFF2-40B4-BE49-F238E27FC236}">
                  <a16:creationId xmlns:a16="http://schemas.microsoft.com/office/drawing/2014/main" id="{75178660-8F42-B0D5-CCCF-3390BAED52C4}"/>
                </a:ext>
              </a:extLst>
            </p:cNvPr>
            <p:cNvSpPr/>
            <p:nvPr/>
          </p:nvSpPr>
          <p:spPr>
            <a:xfrm>
              <a:off x="4582391" y="4831773"/>
              <a:ext cx="4405745" cy="997527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I&amp;\cong2h\frac{f(x_0)+4 f(x_1)+ f(x_2)}6\end{aligned}&#10;\end{align*}&#10;}&#10;\end{document}" title="IguanaTex Shape Display">
              <a:extLst>
                <a:ext uri="{FF2B5EF4-FFF2-40B4-BE49-F238E27FC236}">
                  <a16:creationId xmlns:a16="http://schemas.microsoft.com/office/drawing/2014/main" id="{0DC6500F-EBBC-A701-B5FC-63FF0B8A96EB}"/>
                </a:ext>
              </a:extLst>
            </p:cNvPr>
            <p:cNvGrpSpPr>
              <a:grpSpLocks noChangeAspect="1"/>
            </p:cNvGrpSpPr>
            <p:nvPr>
              <p:custDataLst>
                <p:tags r:id="rId168"/>
              </p:custDataLst>
            </p:nvPr>
          </p:nvGrpSpPr>
          <p:grpSpPr>
            <a:xfrm>
              <a:off x="4961787" y="5008028"/>
              <a:ext cx="3646953" cy="645016"/>
              <a:chOff x="8491214" y="6814168"/>
              <a:chExt cx="3646953" cy="645016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FDF1F4C7-0DBE-3AEE-500B-72284778F6B9}"/>
                  </a:ext>
                </a:extLst>
              </p:cNvPr>
              <p:cNvSpPr/>
              <p:nvPr>
                <p:custDataLst>
                  <p:tags r:id="rId169"/>
                </p:custDataLst>
              </p:nvPr>
            </p:nvSpPr>
            <p:spPr>
              <a:xfrm>
                <a:off x="8491214" y="7049088"/>
                <a:ext cx="118839" cy="197549"/>
              </a:xfrm>
              <a:custGeom>
                <a:avLst/>
                <a:gdLst>
                  <a:gd name="connsiteX0" fmla="*/ 168 w 118839"/>
                  <a:gd name="connsiteY0" fmla="*/ 197638 h 197549"/>
                  <a:gd name="connsiteX1" fmla="*/ 74140 w 118839"/>
                  <a:gd name="connsiteY1" fmla="*/ 197638 h 197549"/>
                  <a:gd name="connsiteX2" fmla="*/ 74140 w 118839"/>
                  <a:gd name="connsiteY2" fmla="*/ 192798 h 197549"/>
                  <a:gd name="connsiteX3" fmla="*/ 53525 w 118839"/>
                  <a:gd name="connsiteY3" fmla="*/ 180394 h 197549"/>
                  <a:gd name="connsiteX4" fmla="*/ 56860 w 118839"/>
                  <a:gd name="connsiteY4" fmla="*/ 161335 h 197549"/>
                  <a:gd name="connsiteX5" fmla="*/ 94149 w 118839"/>
                  <a:gd name="connsiteY5" fmla="*/ 27315 h 197549"/>
                  <a:gd name="connsiteX6" fmla="*/ 119008 w 118839"/>
                  <a:gd name="connsiteY6" fmla="*/ 4928 h 197549"/>
                  <a:gd name="connsiteX7" fmla="*/ 119008 w 118839"/>
                  <a:gd name="connsiteY7" fmla="*/ 88 h 197549"/>
                  <a:gd name="connsiteX8" fmla="*/ 44127 w 118839"/>
                  <a:gd name="connsiteY8" fmla="*/ 88 h 197549"/>
                  <a:gd name="connsiteX9" fmla="*/ 44127 w 118839"/>
                  <a:gd name="connsiteY9" fmla="*/ 4928 h 197549"/>
                  <a:gd name="connsiteX10" fmla="*/ 65348 w 118839"/>
                  <a:gd name="connsiteY10" fmla="*/ 17937 h 197549"/>
                  <a:gd name="connsiteX11" fmla="*/ 62014 w 118839"/>
                  <a:gd name="connsiteY11" fmla="*/ 36694 h 197549"/>
                  <a:gd name="connsiteX12" fmla="*/ 24725 w 118839"/>
                  <a:gd name="connsiteY12" fmla="*/ 170411 h 197549"/>
                  <a:gd name="connsiteX13" fmla="*/ 168 w 118839"/>
                  <a:gd name="connsiteY13" fmla="*/ 192798 h 197549"/>
                  <a:gd name="connsiteX14" fmla="*/ 168 w 118839"/>
                  <a:gd name="connsiteY14" fmla="*/ 197638 h 197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8839" h="197549">
                    <a:moveTo>
                      <a:pt x="168" y="197638"/>
                    </a:moveTo>
                    <a:lnTo>
                      <a:pt x="74140" y="197638"/>
                    </a:lnTo>
                    <a:lnTo>
                      <a:pt x="74140" y="192798"/>
                    </a:lnTo>
                    <a:cubicBezTo>
                      <a:pt x="56860" y="190680"/>
                      <a:pt x="53525" y="188865"/>
                      <a:pt x="53525" y="180394"/>
                    </a:cubicBezTo>
                    <a:cubicBezTo>
                      <a:pt x="53525" y="174646"/>
                      <a:pt x="54131" y="171016"/>
                      <a:pt x="56860" y="161335"/>
                    </a:cubicBezTo>
                    <a:lnTo>
                      <a:pt x="94149" y="27315"/>
                    </a:lnTo>
                    <a:cubicBezTo>
                      <a:pt x="99606" y="9769"/>
                      <a:pt x="101728" y="7954"/>
                      <a:pt x="119008" y="4928"/>
                    </a:cubicBezTo>
                    <a:lnTo>
                      <a:pt x="119008" y="88"/>
                    </a:lnTo>
                    <a:lnTo>
                      <a:pt x="44127" y="88"/>
                    </a:lnTo>
                    <a:lnTo>
                      <a:pt x="44127" y="4928"/>
                    </a:lnTo>
                    <a:cubicBezTo>
                      <a:pt x="61710" y="7046"/>
                      <a:pt x="65348" y="9466"/>
                      <a:pt x="65348" y="17937"/>
                    </a:cubicBezTo>
                    <a:cubicBezTo>
                      <a:pt x="65348" y="22172"/>
                      <a:pt x="64136" y="29130"/>
                      <a:pt x="62014" y="36694"/>
                    </a:cubicBezTo>
                    <a:lnTo>
                      <a:pt x="24725" y="170411"/>
                    </a:lnTo>
                    <a:cubicBezTo>
                      <a:pt x="19268" y="187957"/>
                      <a:pt x="17145" y="189772"/>
                      <a:pt x="168" y="192798"/>
                    </a:cubicBezTo>
                    <a:lnTo>
                      <a:pt x="168" y="19763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E830330-6306-6FA1-6D91-4A096602A024}"/>
                  </a:ext>
                </a:extLst>
              </p:cNvPr>
              <p:cNvSpPr/>
              <p:nvPr>
                <p:custDataLst>
                  <p:tags r:id="rId170"/>
                </p:custDataLst>
              </p:nvPr>
            </p:nvSpPr>
            <p:spPr>
              <a:xfrm>
                <a:off x="8694780" y="7054840"/>
                <a:ext cx="202209" cy="70791"/>
              </a:xfrm>
              <a:custGeom>
                <a:avLst/>
                <a:gdLst>
                  <a:gd name="connsiteX0" fmla="*/ 202384 w 202209"/>
                  <a:gd name="connsiteY0" fmla="*/ 10069 h 70791"/>
                  <a:gd name="connsiteX1" fmla="*/ 198139 w 202209"/>
                  <a:gd name="connsiteY1" fmla="*/ 388 h 70791"/>
                  <a:gd name="connsiteX2" fmla="*/ 193895 w 202209"/>
                  <a:gd name="connsiteY2" fmla="*/ 8253 h 70791"/>
                  <a:gd name="connsiteX3" fmla="*/ 151453 w 202209"/>
                  <a:gd name="connsiteY3" fmla="*/ 53935 h 70791"/>
                  <a:gd name="connsiteX4" fmla="*/ 102946 w 202209"/>
                  <a:gd name="connsiteY4" fmla="*/ 27918 h 70791"/>
                  <a:gd name="connsiteX5" fmla="*/ 51106 w 202209"/>
                  <a:gd name="connsiteY5" fmla="*/ 85 h 70791"/>
                  <a:gd name="connsiteX6" fmla="*/ 174 w 202209"/>
                  <a:gd name="connsiteY6" fmla="*/ 60893 h 70791"/>
                  <a:gd name="connsiteX7" fmla="*/ 4419 w 202209"/>
                  <a:gd name="connsiteY7" fmla="*/ 70574 h 70791"/>
                  <a:gd name="connsiteX8" fmla="*/ 8663 w 202209"/>
                  <a:gd name="connsiteY8" fmla="*/ 63616 h 70791"/>
                  <a:gd name="connsiteX9" fmla="*/ 51106 w 202209"/>
                  <a:gd name="connsiteY9" fmla="*/ 17027 h 70791"/>
                  <a:gd name="connsiteX10" fmla="*/ 99612 w 202209"/>
                  <a:gd name="connsiteY10" fmla="*/ 43044 h 70791"/>
                  <a:gd name="connsiteX11" fmla="*/ 151453 w 202209"/>
                  <a:gd name="connsiteY11" fmla="*/ 70877 h 70791"/>
                  <a:gd name="connsiteX12" fmla="*/ 202384 w 202209"/>
                  <a:gd name="connsiteY12" fmla="*/ 10069 h 7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209" h="70791">
                    <a:moveTo>
                      <a:pt x="202384" y="10069"/>
                    </a:moveTo>
                    <a:cubicBezTo>
                      <a:pt x="202384" y="3413"/>
                      <a:pt x="200565" y="388"/>
                      <a:pt x="198139" y="388"/>
                    </a:cubicBezTo>
                    <a:cubicBezTo>
                      <a:pt x="196624" y="388"/>
                      <a:pt x="194198" y="2505"/>
                      <a:pt x="193895" y="8253"/>
                    </a:cubicBezTo>
                    <a:cubicBezTo>
                      <a:pt x="192683" y="37296"/>
                      <a:pt x="172674" y="53935"/>
                      <a:pt x="151453" y="53935"/>
                    </a:cubicBezTo>
                    <a:cubicBezTo>
                      <a:pt x="132353" y="53935"/>
                      <a:pt x="117801" y="40926"/>
                      <a:pt x="102946" y="27918"/>
                    </a:cubicBezTo>
                    <a:cubicBezTo>
                      <a:pt x="87485" y="14002"/>
                      <a:pt x="71721" y="85"/>
                      <a:pt x="51106" y="85"/>
                    </a:cubicBezTo>
                    <a:cubicBezTo>
                      <a:pt x="18061" y="85"/>
                      <a:pt x="174" y="33363"/>
                      <a:pt x="174" y="60893"/>
                    </a:cubicBezTo>
                    <a:cubicBezTo>
                      <a:pt x="174" y="70574"/>
                      <a:pt x="4116" y="70574"/>
                      <a:pt x="4419" y="70574"/>
                    </a:cubicBezTo>
                    <a:cubicBezTo>
                      <a:pt x="7754" y="70574"/>
                      <a:pt x="8663" y="64523"/>
                      <a:pt x="8663" y="63616"/>
                    </a:cubicBezTo>
                    <a:cubicBezTo>
                      <a:pt x="9876" y="30338"/>
                      <a:pt x="32613" y="17027"/>
                      <a:pt x="51106" y="17027"/>
                    </a:cubicBezTo>
                    <a:cubicBezTo>
                      <a:pt x="70205" y="17027"/>
                      <a:pt x="84757" y="30035"/>
                      <a:pt x="99612" y="43044"/>
                    </a:cubicBezTo>
                    <a:cubicBezTo>
                      <a:pt x="115073" y="56960"/>
                      <a:pt x="130837" y="70877"/>
                      <a:pt x="151453" y="70877"/>
                    </a:cubicBezTo>
                    <a:cubicBezTo>
                      <a:pt x="184497" y="70877"/>
                      <a:pt x="202384" y="37599"/>
                      <a:pt x="202384" y="100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EFCC113-86CB-1F17-289D-0874B1F0290B}"/>
                  </a:ext>
                </a:extLst>
              </p:cNvPr>
              <p:cNvSpPr/>
              <p:nvPr>
                <p:custDataLst>
                  <p:tags r:id="rId171"/>
                </p:custDataLst>
              </p:nvPr>
            </p:nvSpPr>
            <p:spPr>
              <a:xfrm>
                <a:off x="8695083" y="7150794"/>
                <a:ext cx="201602" cy="70791"/>
              </a:xfrm>
              <a:custGeom>
                <a:avLst/>
                <a:gdLst>
                  <a:gd name="connsiteX0" fmla="*/ 191471 w 201602"/>
                  <a:gd name="connsiteY0" fmla="*/ 12189 h 70791"/>
                  <a:gd name="connsiteX1" fmla="*/ 201778 w 201602"/>
                  <a:gd name="connsiteY1" fmla="*/ 6138 h 70791"/>
                  <a:gd name="connsiteX2" fmla="*/ 191774 w 201602"/>
                  <a:gd name="connsiteY2" fmla="*/ 88 h 70791"/>
                  <a:gd name="connsiteX3" fmla="*/ 10180 w 201602"/>
                  <a:gd name="connsiteY3" fmla="*/ 88 h 70791"/>
                  <a:gd name="connsiteX4" fmla="*/ 175 w 201602"/>
                  <a:gd name="connsiteY4" fmla="*/ 6138 h 70791"/>
                  <a:gd name="connsiteX5" fmla="*/ 10483 w 201602"/>
                  <a:gd name="connsiteY5" fmla="*/ 12189 h 70791"/>
                  <a:gd name="connsiteX6" fmla="*/ 191471 w 201602"/>
                  <a:gd name="connsiteY6" fmla="*/ 12189 h 70791"/>
                  <a:gd name="connsiteX7" fmla="*/ 191774 w 201602"/>
                  <a:gd name="connsiteY7" fmla="*/ 70879 h 70791"/>
                  <a:gd name="connsiteX8" fmla="*/ 201778 w 201602"/>
                  <a:gd name="connsiteY8" fmla="*/ 64829 h 70791"/>
                  <a:gd name="connsiteX9" fmla="*/ 191471 w 201602"/>
                  <a:gd name="connsiteY9" fmla="*/ 58778 h 70791"/>
                  <a:gd name="connsiteX10" fmla="*/ 10483 w 201602"/>
                  <a:gd name="connsiteY10" fmla="*/ 58778 h 70791"/>
                  <a:gd name="connsiteX11" fmla="*/ 175 w 201602"/>
                  <a:gd name="connsiteY11" fmla="*/ 64829 h 70791"/>
                  <a:gd name="connsiteX12" fmla="*/ 10180 w 201602"/>
                  <a:gd name="connsiteY12" fmla="*/ 70879 h 70791"/>
                  <a:gd name="connsiteX13" fmla="*/ 191774 w 201602"/>
                  <a:gd name="connsiteY13" fmla="*/ 70879 h 7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602" h="70791">
                    <a:moveTo>
                      <a:pt x="191471" y="12189"/>
                    </a:moveTo>
                    <a:cubicBezTo>
                      <a:pt x="196018" y="12189"/>
                      <a:pt x="201778" y="12189"/>
                      <a:pt x="201778" y="6138"/>
                    </a:cubicBezTo>
                    <a:cubicBezTo>
                      <a:pt x="201778" y="88"/>
                      <a:pt x="196018" y="88"/>
                      <a:pt x="191774" y="88"/>
                    </a:cubicBezTo>
                    <a:lnTo>
                      <a:pt x="10180" y="88"/>
                    </a:lnTo>
                    <a:cubicBezTo>
                      <a:pt x="5935" y="88"/>
                      <a:pt x="175" y="88"/>
                      <a:pt x="175" y="6138"/>
                    </a:cubicBezTo>
                    <a:cubicBezTo>
                      <a:pt x="175" y="12189"/>
                      <a:pt x="5935" y="12189"/>
                      <a:pt x="10483" y="12189"/>
                    </a:cubicBezTo>
                    <a:lnTo>
                      <a:pt x="191471" y="12189"/>
                    </a:lnTo>
                    <a:close/>
                    <a:moveTo>
                      <a:pt x="191774" y="70879"/>
                    </a:moveTo>
                    <a:cubicBezTo>
                      <a:pt x="196018" y="70879"/>
                      <a:pt x="201778" y="70879"/>
                      <a:pt x="201778" y="64829"/>
                    </a:cubicBezTo>
                    <a:cubicBezTo>
                      <a:pt x="201778" y="58778"/>
                      <a:pt x="196018" y="58778"/>
                      <a:pt x="191471" y="58778"/>
                    </a:cubicBezTo>
                    <a:lnTo>
                      <a:pt x="10483" y="58778"/>
                    </a:lnTo>
                    <a:cubicBezTo>
                      <a:pt x="5935" y="58778"/>
                      <a:pt x="175" y="58778"/>
                      <a:pt x="175" y="64829"/>
                    </a:cubicBezTo>
                    <a:cubicBezTo>
                      <a:pt x="175" y="70879"/>
                      <a:pt x="5935" y="70879"/>
                      <a:pt x="10180" y="70879"/>
                    </a:cubicBezTo>
                    <a:lnTo>
                      <a:pt x="191774" y="70879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5A4DB5C-C738-CD7D-7194-405EB0C10F28}"/>
                  </a:ext>
                </a:extLst>
              </p:cNvPr>
              <p:cNvSpPr/>
              <p:nvPr>
                <p:custDataLst>
                  <p:tags r:id="rId172"/>
                </p:custDataLst>
              </p:nvPr>
            </p:nvSpPr>
            <p:spPr>
              <a:xfrm>
                <a:off x="8991259" y="7042130"/>
                <a:ext cx="134907" cy="204508"/>
              </a:xfrm>
              <a:custGeom>
                <a:avLst/>
                <a:gdLst>
                  <a:gd name="connsiteX0" fmla="*/ 135092 w 134907"/>
                  <a:gd name="connsiteY0" fmla="*/ 163150 h 204508"/>
                  <a:gd name="connsiteX1" fmla="*/ 131151 w 134907"/>
                  <a:gd name="connsiteY1" fmla="*/ 161637 h 204508"/>
                  <a:gd name="connsiteX2" fmla="*/ 102350 w 134907"/>
                  <a:gd name="connsiteY2" fmla="*/ 181604 h 204508"/>
                  <a:gd name="connsiteX3" fmla="*/ 29894 w 134907"/>
                  <a:gd name="connsiteY3" fmla="*/ 181604 h 204508"/>
                  <a:gd name="connsiteX4" fmla="*/ 80826 w 134907"/>
                  <a:gd name="connsiteY4" fmla="*/ 128359 h 204508"/>
                  <a:gd name="connsiteX5" fmla="*/ 119630 w 134907"/>
                  <a:gd name="connsiteY5" fmla="*/ 53635 h 204508"/>
                  <a:gd name="connsiteX6" fmla="*/ 63545 w 134907"/>
                  <a:gd name="connsiteY6" fmla="*/ 88 h 204508"/>
                  <a:gd name="connsiteX7" fmla="*/ 19890 w 134907"/>
                  <a:gd name="connsiteY7" fmla="*/ 18845 h 204508"/>
                  <a:gd name="connsiteX8" fmla="*/ 488 w 134907"/>
                  <a:gd name="connsiteY8" fmla="*/ 60291 h 204508"/>
                  <a:gd name="connsiteX9" fmla="*/ 6854 w 134907"/>
                  <a:gd name="connsiteY9" fmla="*/ 61803 h 204508"/>
                  <a:gd name="connsiteX10" fmla="*/ 50813 w 134907"/>
                  <a:gd name="connsiteY10" fmla="*/ 22475 h 204508"/>
                  <a:gd name="connsiteX11" fmla="*/ 93558 w 134907"/>
                  <a:gd name="connsiteY11" fmla="*/ 65131 h 204508"/>
                  <a:gd name="connsiteX12" fmla="*/ 54147 w 134907"/>
                  <a:gd name="connsiteY12" fmla="*/ 143788 h 204508"/>
                  <a:gd name="connsiteX13" fmla="*/ 184 w 134907"/>
                  <a:gd name="connsiteY13" fmla="*/ 200966 h 204508"/>
                  <a:gd name="connsiteX14" fmla="*/ 184 w 134907"/>
                  <a:gd name="connsiteY14" fmla="*/ 204596 h 204508"/>
                  <a:gd name="connsiteX15" fmla="*/ 118418 w 134907"/>
                  <a:gd name="connsiteY15" fmla="*/ 204596 h 204508"/>
                  <a:gd name="connsiteX16" fmla="*/ 135092 w 134907"/>
                  <a:gd name="connsiteY16" fmla="*/ 163150 h 20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907" h="204508">
                    <a:moveTo>
                      <a:pt x="135092" y="163150"/>
                    </a:moveTo>
                    <a:lnTo>
                      <a:pt x="131151" y="161637"/>
                    </a:lnTo>
                    <a:cubicBezTo>
                      <a:pt x="119934" y="178881"/>
                      <a:pt x="115992" y="181604"/>
                      <a:pt x="102350" y="181604"/>
                    </a:cubicBezTo>
                    <a:lnTo>
                      <a:pt x="29894" y="181604"/>
                    </a:lnTo>
                    <a:lnTo>
                      <a:pt x="80826" y="128359"/>
                    </a:lnTo>
                    <a:cubicBezTo>
                      <a:pt x="107807" y="100224"/>
                      <a:pt x="119630" y="77232"/>
                      <a:pt x="119630" y="53635"/>
                    </a:cubicBezTo>
                    <a:cubicBezTo>
                      <a:pt x="119630" y="23383"/>
                      <a:pt x="95074" y="88"/>
                      <a:pt x="63545" y="88"/>
                    </a:cubicBezTo>
                    <a:cubicBezTo>
                      <a:pt x="46871" y="88"/>
                      <a:pt x="31107" y="6744"/>
                      <a:pt x="19890" y="18845"/>
                    </a:cubicBezTo>
                    <a:cubicBezTo>
                      <a:pt x="10189" y="29131"/>
                      <a:pt x="5641" y="38811"/>
                      <a:pt x="488" y="60291"/>
                    </a:cubicBezTo>
                    <a:lnTo>
                      <a:pt x="6854" y="61803"/>
                    </a:lnTo>
                    <a:cubicBezTo>
                      <a:pt x="18980" y="32156"/>
                      <a:pt x="29894" y="22475"/>
                      <a:pt x="50813" y="22475"/>
                    </a:cubicBezTo>
                    <a:cubicBezTo>
                      <a:pt x="76278" y="22475"/>
                      <a:pt x="93558" y="39719"/>
                      <a:pt x="93558" y="65131"/>
                    </a:cubicBezTo>
                    <a:cubicBezTo>
                      <a:pt x="93558" y="88728"/>
                      <a:pt x="79613" y="116863"/>
                      <a:pt x="54147" y="143788"/>
                    </a:cubicBezTo>
                    <a:lnTo>
                      <a:pt x="184" y="200966"/>
                    </a:lnTo>
                    <a:lnTo>
                      <a:pt x="184" y="204596"/>
                    </a:lnTo>
                    <a:lnTo>
                      <a:pt x="118418" y="204596"/>
                    </a:lnTo>
                    <a:lnTo>
                      <a:pt x="135092" y="16315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BF0A5E6-8086-02F1-0469-4AD13B63117B}"/>
                  </a:ext>
                </a:extLst>
              </p:cNvPr>
              <p:cNvSpPr/>
              <p:nvPr>
                <p:custDataLst>
                  <p:tags r:id="rId173"/>
                </p:custDataLst>
              </p:nvPr>
            </p:nvSpPr>
            <p:spPr>
              <a:xfrm>
                <a:off x="9140074" y="7040013"/>
                <a:ext cx="139151" cy="209348"/>
              </a:xfrm>
              <a:custGeom>
                <a:avLst/>
                <a:gdLst>
                  <a:gd name="connsiteX0" fmla="*/ 135400 w 139151"/>
                  <a:gd name="connsiteY0" fmla="*/ 171318 h 209348"/>
                  <a:gd name="connsiteX1" fmla="*/ 110540 w 139151"/>
                  <a:gd name="connsiteY1" fmla="*/ 195218 h 209348"/>
                  <a:gd name="connsiteX2" fmla="*/ 105690 w 139151"/>
                  <a:gd name="connsiteY2" fmla="*/ 189772 h 209348"/>
                  <a:gd name="connsiteX3" fmla="*/ 115694 w 139151"/>
                  <a:gd name="connsiteY3" fmla="*/ 151956 h 209348"/>
                  <a:gd name="connsiteX4" fmla="*/ 130246 w 139151"/>
                  <a:gd name="connsiteY4" fmla="*/ 93569 h 209348"/>
                  <a:gd name="connsiteX5" fmla="*/ 110237 w 139151"/>
                  <a:gd name="connsiteY5" fmla="*/ 73299 h 209348"/>
                  <a:gd name="connsiteX6" fmla="*/ 40813 w 139151"/>
                  <a:gd name="connsiteY6" fmla="*/ 137133 h 209348"/>
                  <a:gd name="connsiteX7" fmla="*/ 77193 w 139151"/>
                  <a:gd name="connsiteY7" fmla="*/ 1601 h 209348"/>
                  <a:gd name="connsiteX8" fmla="*/ 75677 w 139151"/>
                  <a:gd name="connsiteY8" fmla="*/ 88 h 209348"/>
                  <a:gd name="connsiteX9" fmla="*/ 28080 w 139151"/>
                  <a:gd name="connsiteY9" fmla="*/ 8256 h 209348"/>
                  <a:gd name="connsiteX10" fmla="*/ 28080 w 139151"/>
                  <a:gd name="connsiteY10" fmla="*/ 12794 h 209348"/>
                  <a:gd name="connsiteX11" fmla="*/ 35963 w 139151"/>
                  <a:gd name="connsiteY11" fmla="*/ 12794 h 209348"/>
                  <a:gd name="connsiteX12" fmla="*/ 36872 w 139151"/>
                  <a:gd name="connsiteY12" fmla="*/ 12492 h 209348"/>
                  <a:gd name="connsiteX13" fmla="*/ 48392 w 139151"/>
                  <a:gd name="connsiteY13" fmla="*/ 20055 h 209348"/>
                  <a:gd name="connsiteX14" fmla="*/ 44148 w 139151"/>
                  <a:gd name="connsiteY14" fmla="*/ 40627 h 209348"/>
                  <a:gd name="connsiteX15" fmla="*/ 41116 w 139151"/>
                  <a:gd name="connsiteY15" fmla="*/ 51820 h 209348"/>
                  <a:gd name="connsiteX16" fmla="*/ 189 w 139151"/>
                  <a:gd name="connsiteY16" fmla="*/ 206714 h 209348"/>
                  <a:gd name="connsiteX17" fmla="*/ 22927 w 139151"/>
                  <a:gd name="connsiteY17" fmla="*/ 206714 h 209348"/>
                  <a:gd name="connsiteX18" fmla="*/ 51121 w 139151"/>
                  <a:gd name="connsiteY18" fmla="*/ 131385 h 209348"/>
                  <a:gd name="connsiteX19" fmla="*/ 98111 w 139151"/>
                  <a:gd name="connsiteY19" fmla="*/ 88728 h 209348"/>
                  <a:gd name="connsiteX20" fmla="*/ 106599 w 139151"/>
                  <a:gd name="connsiteY20" fmla="*/ 96291 h 209348"/>
                  <a:gd name="connsiteX21" fmla="*/ 104477 w 139151"/>
                  <a:gd name="connsiteY21" fmla="*/ 106275 h 209348"/>
                  <a:gd name="connsiteX22" fmla="*/ 87803 w 139151"/>
                  <a:gd name="connsiteY22" fmla="*/ 168898 h 209348"/>
                  <a:gd name="connsiteX23" fmla="*/ 81740 w 139151"/>
                  <a:gd name="connsiteY23" fmla="*/ 196730 h 209348"/>
                  <a:gd name="connsiteX24" fmla="*/ 95079 w 139151"/>
                  <a:gd name="connsiteY24" fmla="*/ 209436 h 209348"/>
                  <a:gd name="connsiteX25" fmla="*/ 139341 w 139151"/>
                  <a:gd name="connsiteY25" fmla="*/ 174948 h 209348"/>
                  <a:gd name="connsiteX26" fmla="*/ 135400 w 139151"/>
                  <a:gd name="connsiteY26" fmla="*/ 171318 h 209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9151" h="209348">
                    <a:moveTo>
                      <a:pt x="135400" y="171318"/>
                    </a:moveTo>
                    <a:cubicBezTo>
                      <a:pt x="119029" y="191890"/>
                      <a:pt x="115391" y="195218"/>
                      <a:pt x="110540" y="195218"/>
                    </a:cubicBezTo>
                    <a:cubicBezTo>
                      <a:pt x="107812" y="195218"/>
                      <a:pt x="105690" y="192495"/>
                      <a:pt x="105690" y="189772"/>
                    </a:cubicBezTo>
                    <a:cubicBezTo>
                      <a:pt x="105690" y="186747"/>
                      <a:pt x="110540" y="167688"/>
                      <a:pt x="115694" y="151956"/>
                    </a:cubicBezTo>
                    <a:cubicBezTo>
                      <a:pt x="124486" y="123216"/>
                      <a:pt x="130246" y="100829"/>
                      <a:pt x="130246" y="93569"/>
                    </a:cubicBezTo>
                    <a:cubicBezTo>
                      <a:pt x="130246" y="81468"/>
                      <a:pt x="122061" y="73299"/>
                      <a:pt x="110237" y="73299"/>
                    </a:cubicBezTo>
                    <a:cubicBezTo>
                      <a:pt x="90532" y="73299"/>
                      <a:pt x="69007" y="93266"/>
                      <a:pt x="40813" y="137133"/>
                    </a:cubicBezTo>
                    <a:lnTo>
                      <a:pt x="77193" y="1601"/>
                    </a:lnTo>
                    <a:lnTo>
                      <a:pt x="75677" y="88"/>
                    </a:lnTo>
                    <a:cubicBezTo>
                      <a:pt x="58093" y="4021"/>
                      <a:pt x="46270" y="6138"/>
                      <a:pt x="28080" y="8256"/>
                    </a:cubicBezTo>
                    <a:lnTo>
                      <a:pt x="28080" y="12794"/>
                    </a:lnTo>
                    <a:lnTo>
                      <a:pt x="35963" y="12794"/>
                    </a:lnTo>
                    <a:cubicBezTo>
                      <a:pt x="36266" y="12794"/>
                      <a:pt x="36569" y="12794"/>
                      <a:pt x="36872" y="12492"/>
                    </a:cubicBezTo>
                    <a:cubicBezTo>
                      <a:pt x="41116" y="10676"/>
                      <a:pt x="48392" y="15819"/>
                      <a:pt x="48392" y="20055"/>
                    </a:cubicBezTo>
                    <a:cubicBezTo>
                      <a:pt x="48392" y="24290"/>
                      <a:pt x="46876" y="31853"/>
                      <a:pt x="44148" y="40627"/>
                    </a:cubicBezTo>
                    <a:cubicBezTo>
                      <a:pt x="43845" y="40929"/>
                      <a:pt x="42935" y="45164"/>
                      <a:pt x="41116" y="51820"/>
                    </a:cubicBezTo>
                    <a:lnTo>
                      <a:pt x="189" y="206714"/>
                    </a:lnTo>
                    <a:lnTo>
                      <a:pt x="22927" y="206714"/>
                    </a:lnTo>
                    <a:cubicBezTo>
                      <a:pt x="35053" y="160125"/>
                      <a:pt x="38994" y="149839"/>
                      <a:pt x="51121" y="131385"/>
                    </a:cubicBezTo>
                    <a:cubicBezTo>
                      <a:pt x="66885" y="107485"/>
                      <a:pt x="87500" y="88728"/>
                      <a:pt x="98111" y="88728"/>
                    </a:cubicBezTo>
                    <a:cubicBezTo>
                      <a:pt x="102658" y="88728"/>
                      <a:pt x="106599" y="92359"/>
                      <a:pt x="106599" y="96291"/>
                    </a:cubicBezTo>
                    <a:cubicBezTo>
                      <a:pt x="106599" y="97502"/>
                      <a:pt x="105690" y="101434"/>
                      <a:pt x="104477" y="106275"/>
                    </a:cubicBezTo>
                    <a:lnTo>
                      <a:pt x="87803" y="168898"/>
                    </a:lnTo>
                    <a:cubicBezTo>
                      <a:pt x="83862" y="183722"/>
                      <a:pt x="81740" y="193100"/>
                      <a:pt x="81740" y="196730"/>
                    </a:cubicBezTo>
                    <a:cubicBezTo>
                      <a:pt x="81740" y="204596"/>
                      <a:pt x="86894" y="209436"/>
                      <a:pt x="95079" y="209436"/>
                    </a:cubicBezTo>
                    <a:cubicBezTo>
                      <a:pt x="110540" y="209436"/>
                      <a:pt x="121151" y="201268"/>
                      <a:pt x="139341" y="174948"/>
                    </a:cubicBezTo>
                    <a:lnTo>
                      <a:pt x="135400" y="17131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4650845-DDBF-7C7A-FA17-84736C3C58AF}"/>
                  </a:ext>
                </a:extLst>
              </p:cNvPr>
              <p:cNvSpPr/>
              <p:nvPr>
                <p:custDataLst>
                  <p:tags r:id="rId174"/>
                </p:custDataLst>
              </p:nvPr>
            </p:nvSpPr>
            <p:spPr>
              <a:xfrm>
                <a:off x="9324059" y="6835950"/>
                <a:ext cx="173105" cy="267736"/>
              </a:xfrm>
              <a:custGeom>
                <a:avLst/>
                <a:gdLst>
                  <a:gd name="connsiteX0" fmla="*/ 55373 w 173105"/>
                  <a:gd name="connsiteY0" fmla="*/ 85394 h 267736"/>
                  <a:gd name="connsiteX1" fmla="*/ 82657 w 173105"/>
                  <a:gd name="connsiteY1" fmla="*/ 85394 h 267736"/>
                  <a:gd name="connsiteX2" fmla="*/ 55979 w 173105"/>
                  <a:gd name="connsiteY2" fmla="*/ 212455 h 267736"/>
                  <a:gd name="connsiteX3" fmla="*/ 26572 w 173105"/>
                  <a:gd name="connsiteY3" fmla="*/ 261464 h 267736"/>
                  <a:gd name="connsiteX4" fmla="*/ 20509 w 173105"/>
                  <a:gd name="connsiteY4" fmla="*/ 256624 h 267736"/>
                  <a:gd name="connsiteX5" fmla="*/ 21722 w 173105"/>
                  <a:gd name="connsiteY5" fmla="*/ 253296 h 267736"/>
                  <a:gd name="connsiteX6" fmla="*/ 23237 w 173105"/>
                  <a:gd name="connsiteY6" fmla="*/ 248456 h 267736"/>
                  <a:gd name="connsiteX7" fmla="*/ 11414 w 173105"/>
                  <a:gd name="connsiteY7" fmla="*/ 236960 h 267736"/>
                  <a:gd name="connsiteX8" fmla="*/ 197 w 173105"/>
                  <a:gd name="connsiteY8" fmla="*/ 249363 h 267736"/>
                  <a:gd name="connsiteX9" fmla="*/ 24147 w 173105"/>
                  <a:gd name="connsiteY9" fmla="*/ 267817 h 267736"/>
                  <a:gd name="connsiteX10" fmla="*/ 84779 w 173105"/>
                  <a:gd name="connsiteY10" fmla="*/ 182202 h 267736"/>
                  <a:gd name="connsiteX11" fmla="*/ 106607 w 173105"/>
                  <a:gd name="connsiteY11" fmla="*/ 85394 h 267736"/>
                  <a:gd name="connsiteX12" fmla="*/ 139652 w 173105"/>
                  <a:gd name="connsiteY12" fmla="*/ 85394 h 267736"/>
                  <a:gd name="connsiteX13" fmla="*/ 141471 w 173105"/>
                  <a:gd name="connsiteY13" fmla="*/ 75713 h 267736"/>
                  <a:gd name="connsiteX14" fmla="*/ 108729 w 173105"/>
                  <a:gd name="connsiteY14" fmla="*/ 75713 h 267736"/>
                  <a:gd name="connsiteX15" fmla="*/ 145715 w 173105"/>
                  <a:gd name="connsiteY15" fmla="*/ 6737 h 267736"/>
                  <a:gd name="connsiteX16" fmla="*/ 152385 w 173105"/>
                  <a:gd name="connsiteY16" fmla="*/ 10367 h 267736"/>
                  <a:gd name="connsiteX17" fmla="*/ 151172 w 173105"/>
                  <a:gd name="connsiteY17" fmla="*/ 13392 h 267736"/>
                  <a:gd name="connsiteX18" fmla="*/ 149353 w 173105"/>
                  <a:gd name="connsiteY18" fmla="*/ 19745 h 267736"/>
                  <a:gd name="connsiteX19" fmla="*/ 160570 w 173105"/>
                  <a:gd name="connsiteY19" fmla="*/ 31847 h 267736"/>
                  <a:gd name="connsiteX20" fmla="*/ 173303 w 173105"/>
                  <a:gd name="connsiteY20" fmla="*/ 19745 h 267736"/>
                  <a:gd name="connsiteX21" fmla="*/ 147231 w 173105"/>
                  <a:gd name="connsiteY21" fmla="*/ 81 h 267736"/>
                  <a:gd name="connsiteX22" fmla="*/ 109639 w 173105"/>
                  <a:gd name="connsiteY22" fmla="*/ 20956 h 267736"/>
                  <a:gd name="connsiteX23" fmla="*/ 85386 w 173105"/>
                  <a:gd name="connsiteY23" fmla="*/ 75713 h 267736"/>
                  <a:gd name="connsiteX24" fmla="*/ 57495 w 173105"/>
                  <a:gd name="connsiteY24" fmla="*/ 75713 h 267736"/>
                  <a:gd name="connsiteX25" fmla="*/ 55373 w 173105"/>
                  <a:gd name="connsiteY25" fmla="*/ 85394 h 26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3105" h="267736">
                    <a:moveTo>
                      <a:pt x="55373" y="85394"/>
                    </a:moveTo>
                    <a:lnTo>
                      <a:pt x="82657" y="85394"/>
                    </a:lnTo>
                    <a:lnTo>
                      <a:pt x="55979" y="212455"/>
                    </a:lnTo>
                    <a:cubicBezTo>
                      <a:pt x="49309" y="244825"/>
                      <a:pt x="39305" y="261464"/>
                      <a:pt x="26572" y="261464"/>
                    </a:cubicBezTo>
                    <a:cubicBezTo>
                      <a:pt x="22934" y="261464"/>
                      <a:pt x="20509" y="259347"/>
                      <a:pt x="20509" y="256624"/>
                    </a:cubicBezTo>
                    <a:cubicBezTo>
                      <a:pt x="20509" y="255716"/>
                      <a:pt x="20812" y="254809"/>
                      <a:pt x="21722" y="253296"/>
                    </a:cubicBezTo>
                    <a:cubicBezTo>
                      <a:pt x="22934" y="251481"/>
                      <a:pt x="23237" y="250271"/>
                      <a:pt x="23237" y="248456"/>
                    </a:cubicBezTo>
                    <a:cubicBezTo>
                      <a:pt x="23237" y="242103"/>
                      <a:pt x="17780" y="236960"/>
                      <a:pt x="11414" y="236960"/>
                    </a:cubicBezTo>
                    <a:cubicBezTo>
                      <a:pt x="5048" y="236960"/>
                      <a:pt x="197" y="242405"/>
                      <a:pt x="197" y="249363"/>
                    </a:cubicBezTo>
                    <a:cubicBezTo>
                      <a:pt x="197" y="259649"/>
                      <a:pt x="10808" y="267817"/>
                      <a:pt x="24147" y="267817"/>
                    </a:cubicBezTo>
                    <a:cubicBezTo>
                      <a:pt x="51128" y="267817"/>
                      <a:pt x="72350" y="237867"/>
                      <a:pt x="84779" y="182202"/>
                    </a:cubicBezTo>
                    <a:lnTo>
                      <a:pt x="106607" y="85394"/>
                    </a:lnTo>
                    <a:lnTo>
                      <a:pt x="139652" y="85394"/>
                    </a:lnTo>
                    <a:lnTo>
                      <a:pt x="141471" y="75713"/>
                    </a:lnTo>
                    <a:lnTo>
                      <a:pt x="108729" y="75713"/>
                    </a:lnTo>
                    <a:cubicBezTo>
                      <a:pt x="117521" y="28216"/>
                      <a:pt x="128738" y="6737"/>
                      <a:pt x="145715" y="6737"/>
                    </a:cubicBezTo>
                    <a:cubicBezTo>
                      <a:pt x="149656" y="6737"/>
                      <a:pt x="152385" y="8249"/>
                      <a:pt x="152385" y="10367"/>
                    </a:cubicBezTo>
                    <a:cubicBezTo>
                      <a:pt x="152385" y="11275"/>
                      <a:pt x="152081" y="11880"/>
                      <a:pt x="151172" y="13392"/>
                    </a:cubicBezTo>
                    <a:cubicBezTo>
                      <a:pt x="149959" y="16115"/>
                      <a:pt x="149353" y="17628"/>
                      <a:pt x="149353" y="19745"/>
                    </a:cubicBezTo>
                    <a:cubicBezTo>
                      <a:pt x="149353" y="27006"/>
                      <a:pt x="153900" y="31847"/>
                      <a:pt x="160570" y="31847"/>
                    </a:cubicBezTo>
                    <a:cubicBezTo>
                      <a:pt x="167543" y="31847"/>
                      <a:pt x="173303" y="26401"/>
                      <a:pt x="173303" y="19745"/>
                    </a:cubicBezTo>
                    <a:cubicBezTo>
                      <a:pt x="173303" y="8552"/>
                      <a:pt x="162086" y="81"/>
                      <a:pt x="147231" y="81"/>
                    </a:cubicBezTo>
                    <a:cubicBezTo>
                      <a:pt x="132376" y="81"/>
                      <a:pt x="120553" y="6737"/>
                      <a:pt x="109639" y="20956"/>
                    </a:cubicBezTo>
                    <a:cubicBezTo>
                      <a:pt x="100544" y="32754"/>
                      <a:pt x="94481" y="46670"/>
                      <a:pt x="85386" y="75713"/>
                    </a:cubicBezTo>
                    <a:lnTo>
                      <a:pt x="57495" y="75713"/>
                    </a:lnTo>
                    <a:lnTo>
                      <a:pt x="55373" y="85394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866027C-1F75-457B-67FC-2A0FB22D2FA2}"/>
                  </a:ext>
                </a:extLst>
              </p:cNvPr>
              <p:cNvSpPr/>
              <p:nvPr>
                <p:custDataLst>
                  <p:tags r:id="rId175"/>
                </p:custDataLst>
              </p:nvPr>
            </p:nvSpPr>
            <p:spPr>
              <a:xfrm>
                <a:off x="9527656" y="6814168"/>
                <a:ext cx="70333" cy="302526"/>
              </a:xfrm>
              <a:custGeom>
                <a:avLst/>
                <a:gdLst>
                  <a:gd name="connsiteX0" fmla="*/ 70535 w 70333"/>
                  <a:gd name="connsiteY0" fmla="*/ 299582 h 302526"/>
                  <a:gd name="connsiteX1" fmla="*/ 65382 w 70333"/>
                  <a:gd name="connsiteY1" fmla="*/ 292926 h 302526"/>
                  <a:gd name="connsiteX2" fmla="*/ 17785 w 70333"/>
                  <a:gd name="connsiteY2" fmla="*/ 151344 h 302526"/>
                  <a:gd name="connsiteX3" fmla="*/ 66594 w 70333"/>
                  <a:gd name="connsiteY3" fmla="*/ 8249 h 302526"/>
                  <a:gd name="connsiteX4" fmla="*/ 70535 w 70333"/>
                  <a:gd name="connsiteY4" fmla="*/ 3106 h 302526"/>
                  <a:gd name="connsiteX5" fmla="*/ 67504 w 70333"/>
                  <a:gd name="connsiteY5" fmla="*/ 81 h 302526"/>
                  <a:gd name="connsiteX6" fmla="*/ 19301 w 70333"/>
                  <a:gd name="connsiteY6" fmla="*/ 59073 h 302526"/>
                  <a:gd name="connsiteX7" fmla="*/ 202 w 70333"/>
                  <a:gd name="connsiteY7" fmla="*/ 151344 h 302526"/>
                  <a:gd name="connsiteX8" fmla="*/ 20211 w 70333"/>
                  <a:gd name="connsiteY8" fmla="*/ 245732 h 302526"/>
                  <a:gd name="connsiteX9" fmla="*/ 67504 w 70333"/>
                  <a:gd name="connsiteY9" fmla="*/ 302607 h 302526"/>
                  <a:gd name="connsiteX10" fmla="*/ 70535 w 70333"/>
                  <a:gd name="connsiteY10" fmla="*/ 299582 h 30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333" h="302526">
                    <a:moveTo>
                      <a:pt x="70535" y="299582"/>
                    </a:moveTo>
                    <a:cubicBezTo>
                      <a:pt x="70535" y="298674"/>
                      <a:pt x="70535" y="298069"/>
                      <a:pt x="65382" y="292926"/>
                    </a:cubicBezTo>
                    <a:cubicBezTo>
                      <a:pt x="27486" y="254808"/>
                      <a:pt x="17785" y="197630"/>
                      <a:pt x="17785" y="151344"/>
                    </a:cubicBezTo>
                    <a:cubicBezTo>
                      <a:pt x="17785" y="98704"/>
                      <a:pt x="29305" y="46065"/>
                      <a:pt x="66594" y="8249"/>
                    </a:cubicBezTo>
                    <a:cubicBezTo>
                      <a:pt x="70535" y="4618"/>
                      <a:pt x="70535" y="4013"/>
                      <a:pt x="70535" y="3106"/>
                    </a:cubicBezTo>
                    <a:cubicBezTo>
                      <a:pt x="70535" y="988"/>
                      <a:pt x="69323" y="81"/>
                      <a:pt x="67504" y="81"/>
                    </a:cubicBezTo>
                    <a:cubicBezTo>
                      <a:pt x="64472" y="81"/>
                      <a:pt x="37188" y="20652"/>
                      <a:pt x="19301" y="59073"/>
                    </a:cubicBezTo>
                    <a:cubicBezTo>
                      <a:pt x="3840" y="92351"/>
                      <a:pt x="202" y="125932"/>
                      <a:pt x="202" y="151344"/>
                    </a:cubicBezTo>
                    <a:cubicBezTo>
                      <a:pt x="202" y="174941"/>
                      <a:pt x="3537" y="211547"/>
                      <a:pt x="20211" y="245732"/>
                    </a:cubicBezTo>
                    <a:cubicBezTo>
                      <a:pt x="38400" y="282943"/>
                      <a:pt x="64472" y="302607"/>
                      <a:pt x="67504" y="302607"/>
                    </a:cubicBezTo>
                    <a:cubicBezTo>
                      <a:pt x="69323" y="302607"/>
                      <a:pt x="70535" y="301700"/>
                      <a:pt x="70535" y="2995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B3AA6E1A-39E3-3E86-6EFE-F121D1B2D956}"/>
                  </a:ext>
                </a:extLst>
              </p:cNvPr>
              <p:cNvSpPr/>
              <p:nvPr>
                <p:custDataLst>
                  <p:tags r:id="rId176"/>
                </p:custDataLst>
              </p:nvPr>
            </p:nvSpPr>
            <p:spPr>
              <a:xfrm>
                <a:off x="9607522" y="6907649"/>
                <a:ext cx="143699" cy="136742"/>
              </a:xfrm>
              <a:custGeom>
                <a:avLst/>
                <a:gdLst>
                  <a:gd name="connsiteX0" fmla="*/ 130262 w 143699"/>
                  <a:gd name="connsiteY0" fmla="*/ 99915 h 136742"/>
                  <a:gd name="connsiteX1" fmla="*/ 123592 w 143699"/>
                  <a:gd name="connsiteY1" fmla="*/ 108083 h 136742"/>
                  <a:gd name="connsiteX2" fmla="*/ 109647 w 143699"/>
                  <a:gd name="connsiteY2" fmla="*/ 120184 h 136742"/>
                  <a:gd name="connsiteX3" fmla="*/ 100249 w 143699"/>
                  <a:gd name="connsiteY3" fmla="*/ 107781 h 136742"/>
                  <a:gd name="connsiteX4" fmla="*/ 99036 w 143699"/>
                  <a:gd name="connsiteY4" fmla="*/ 102638 h 136742"/>
                  <a:gd name="connsiteX5" fmla="*/ 88122 w 143699"/>
                  <a:gd name="connsiteY5" fmla="*/ 53628 h 136742"/>
                  <a:gd name="connsiteX6" fmla="*/ 117832 w 143699"/>
                  <a:gd name="connsiteY6" fmla="*/ 17023 h 136742"/>
                  <a:gd name="connsiteX7" fmla="*/ 125108 w 143699"/>
                  <a:gd name="connsiteY7" fmla="*/ 19443 h 136742"/>
                  <a:gd name="connsiteX8" fmla="*/ 133293 w 143699"/>
                  <a:gd name="connsiteY8" fmla="*/ 22166 h 136742"/>
                  <a:gd name="connsiteX9" fmla="*/ 143904 w 143699"/>
                  <a:gd name="connsiteY9" fmla="*/ 11275 h 136742"/>
                  <a:gd name="connsiteX10" fmla="*/ 131474 w 143699"/>
                  <a:gd name="connsiteY10" fmla="*/ 81 h 136742"/>
                  <a:gd name="connsiteX11" fmla="*/ 85697 w 143699"/>
                  <a:gd name="connsiteY11" fmla="*/ 43343 h 136742"/>
                  <a:gd name="connsiteX12" fmla="*/ 82362 w 143699"/>
                  <a:gd name="connsiteY12" fmla="*/ 26704 h 136742"/>
                  <a:gd name="connsiteX13" fmla="*/ 66598 w 143699"/>
                  <a:gd name="connsiteY13" fmla="*/ 81 h 136742"/>
                  <a:gd name="connsiteX14" fmla="*/ 31128 w 143699"/>
                  <a:gd name="connsiteY14" fmla="*/ 8854 h 136742"/>
                  <a:gd name="connsiteX15" fmla="*/ 27793 w 143699"/>
                  <a:gd name="connsiteY15" fmla="*/ 10065 h 136742"/>
                  <a:gd name="connsiteX16" fmla="*/ 29006 w 143699"/>
                  <a:gd name="connsiteY16" fmla="*/ 14602 h 136742"/>
                  <a:gd name="connsiteX17" fmla="*/ 45983 w 143699"/>
                  <a:gd name="connsiteY17" fmla="*/ 11275 h 136742"/>
                  <a:gd name="connsiteX18" fmla="*/ 59625 w 143699"/>
                  <a:gd name="connsiteY18" fmla="*/ 32149 h 136742"/>
                  <a:gd name="connsiteX19" fmla="*/ 68417 w 143699"/>
                  <a:gd name="connsiteY19" fmla="*/ 69360 h 136742"/>
                  <a:gd name="connsiteX20" fmla="*/ 43557 w 143699"/>
                  <a:gd name="connsiteY20" fmla="*/ 104755 h 136742"/>
                  <a:gd name="connsiteX21" fmla="*/ 28096 w 143699"/>
                  <a:gd name="connsiteY21" fmla="*/ 119277 h 136742"/>
                  <a:gd name="connsiteX22" fmla="*/ 20214 w 143699"/>
                  <a:gd name="connsiteY22" fmla="*/ 116554 h 136742"/>
                  <a:gd name="connsiteX23" fmla="*/ 10513 w 143699"/>
                  <a:gd name="connsiteY23" fmla="*/ 113529 h 136742"/>
                  <a:gd name="connsiteX24" fmla="*/ 205 w 143699"/>
                  <a:gd name="connsiteY24" fmla="*/ 124117 h 136742"/>
                  <a:gd name="connsiteX25" fmla="*/ 15363 w 143699"/>
                  <a:gd name="connsiteY25" fmla="*/ 136823 h 136742"/>
                  <a:gd name="connsiteX26" fmla="*/ 43557 w 143699"/>
                  <a:gd name="connsiteY26" fmla="*/ 115646 h 136742"/>
                  <a:gd name="connsiteX27" fmla="*/ 70842 w 143699"/>
                  <a:gd name="connsiteY27" fmla="*/ 80251 h 136742"/>
                  <a:gd name="connsiteX28" fmla="*/ 79937 w 143699"/>
                  <a:gd name="connsiteY28" fmla="*/ 116554 h 136742"/>
                  <a:gd name="connsiteX29" fmla="*/ 97520 w 143699"/>
                  <a:gd name="connsiteY29" fmla="*/ 136823 h 136742"/>
                  <a:gd name="connsiteX30" fmla="*/ 134506 w 143699"/>
                  <a:gd name="connsiteY30" fmla="*/ 102335 h 136742"/>
                  <a:gd name="connsiteX31" fmla="*/ 130262 w 143699"/>
                  <a:gd name="connsiteY31" fmla="*/ 99915 h 13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699" h="136742">
                    <a:moveTo>
                      <a:pt x="130262" y="99915"/>
                    </a:moveTo>
                    <a:cubicBezTo>
                      <a:pt x="127836" y="102638"/>
                      <a:pt x="126321" y="104453"/>
                      <a:pt x="123592" y="108083"/>
                    </a:cubicBezTo>
                    <a:cubicBezTo>
                      <a:pt x="116619" y="117159"/>
                      <a:pt x="112982" y="120184"/>
                      <a:pt x="109647" y="120184"/>
                    </a:cubicBezTo>
                    <a:cubicBezTo>
                      <a:pt x="105099" y="120184"/>
                      <a:pt x="102371" y="116251"/>
                      <a:pt x="100249" y="107781"/>
                    </a:cubicBezTo>
                    <a:cubicBezTo>
                      <a:pt x="99642" y="105361"/>
                      <a:pt x="99339" y="103545"/>
                      <a:pt x="99036" y="102638"/>
                    </a:cubicBezTo>
                    <a:cubicBezTo>
                      <a:pt x="91457" y="72083"/>
                      <a:pt x="88122" y="58166"/>
                      <a:pt x="88122" y="53628"/>
                    </a:cubicBezTo>
                    <a:cubicBezTo>
                      <a:pt x="101461" y="30334"/>
                      <a:pt x="112375" y="17023"/>
                      <a:pt x="117832" y="17023"/>
                    </a:cubicBezTo>
                    <a:cubicBezTo>
                      <a:pt x="119651" y="17023"/>
                      <a:pt x="122076" y="17930"/>
                      <a:pt x="125108" y="19443"/>
                    </a:cubicBezTo>
                    <a:cubicBezTo>
                      <a:pt x="128746" y="21561"/>
                      <a:pt x="130868" y="22166"/>
                      <a:pt x="133293" y="22166"/>
                    </a:cubicBezTo>
                    <a:cubicBezTo>
                      <a:pt x="139660" y="22166"/>
                      <a:pt x="143904" y="17628"/>
                      <a:pt x="143904" y="11275"/>
                    </a:cubicBezTo>
                    <a:cubicBezTo>
                      <a:pt x="143904" y="4922"/>
                      <a:pt x="138750" y="81"/>
                      <a:pt x="131474" y="81"/>
                    </a:cubicBezTo>
                    <a:cubicBezTo>
                      <a:pt x="118135" y="81"/>
                      <a:pt x="106615" y="10972"/>
                      <a:pt x="85697" y="43343"/>
                    </a:cubicBezTo>
                    <a:lnTo>
                      <a:pt x="82362" y="26704"/>
                    </a:lnTo>
                    <a:cubicBezTo>
                      <a:pt x="78118" y="6132"/>
                      <a:pt x="74783" y="81"/>
                      <a:pt x="66598" y="81"/>
                    </a:cubicBezTo>
                    <a:cubicBezTo>
                      <a:pt x="59928" y="81"/>
                      <a:pt x="49621" y="2804"/>
                      <a:pt x="31128" y="8854"/>
                    </a:cubicBezTo>
                    <a:lnTo>
                      <a:pt x="27793" y="10065"/>
                    </a:lnTo>
                    <a:lnTo>
                      <a:pt x="29006" y="14602"/>
                    </a:lnTo>
                    <a:cubicBezTo>
                      <a:pt x="40526" y="11880"/>
                      <a:pt x="43254" y="11275"/>
                      <a:pt x="45983" y="11275"/>
                    </a:cubicBezTo>
                    <a:cubicBezTo>
                      <a:pt x="53562" y="11275"/>
                      <a:pt x="55381" y="13997"/>
                      <a:pt x="59625" y="32149"/>
                    </a:cubicBezTo>
                    <a:lnTo>
                      <a:pt x="68417" y="69360"/>
                    </a:lnTo>
                    <a:lnTo>
                      <a:pt x="43557" y="104755"/>
                    </a:lnTo>
                    <a:cubicBezTo>
                      <a:pt x="37494" y="113831"/>
                      <a:pt x="31431" y="119277"/>
                      <a:pt x="28096" y="119277"/>
                    </a:cubicBezTo>
                    <a:cubicBezTo>
                      <a:pt x="26277" y="119277"/>
                      <a:pt x="23245" y="118369"/>
                      <a:pt x="20214" y="116554"/>
                    </a:cubicBezTo>
                    <a:cubicBezTo>
                      <a:pt x="16273" y="114436"/>
                      <a:pt x="12938" y="113529"/>
                      <a:pt x="10513" y="113529"/>
                    </a:cubicBezTo>
                    <a:cubicBezTo>
                      <a:pt x="4753" y="113529"/>
                      <a:pt x="205" y="118067"/>
                      <a:pt x="205" y="124117"/>
                    </a:cubicBezTo>
                    <a:cubicBezTo>
                      <a:pt x="205" y="131983"/>
                      <a:pt x="6268" y="136823"/>
                      <a:pt x="15363" y="136823"/>
                    </a:cubicBezTo>
                    <a:cubicBezTo>
                      <a:pt x="24761" y="136823"/>
                      <a:pt x="28399" y="134101"/>
                      <a:pt x="43557" y="115646"/>
                    </a:cubicBezTo>
                    <a:cubicBezTo>
                      <a:pt x="51743" y="105966"/>
                      <a:pt x="58109" y="97797"/>
                      <a:pt x="70842" y="80251"/>
                    </a:cubicBezTo>
                    <a:lnTo>
                      <a:pt x="79937" y="116554"/>
                    </a:lnTo>
                    <a:cubicBezTo>
                      <a:pt x="83878" y="131983"/>
                      <a:pt x="87819" y="136823"/>
                      <a:pt x="97520" y="136823"/>
                    </a:cubicBezTo>
                    <a:cubicBezTo>
                      <a:pt x="109040" y="136823"/>
                      <a:pt x="116923" y="129563"/>
                      <a:pt x="134506" y="102335"/>
                    </a:cubicBezTo>
                    <a:lnTo>
                      <a:pt x="130262" y="9991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E7551FF-6FBF-C820-4EB8-59349F22959F}"/>
                  </a:ext>
                </a:extLst>
              </p:cNvPr>
              <p:cNvSpPr/>
              <p:nvPr>
                <p:custDataLst>
                  <p:tags r:id="rId177"/>
                </p:custDataLst>
              </p:nvPr>
            </p:nvSpPr>
            <p:spPr>
              <a:xfrm>
                <a:off x="9756198" y="6935598"/>
                <a:ext cx="101401" cy="154469"/>
              </a:xfrm>
              <a:custGeom>
                <a:avLst/>
                <a:gdLst>
                  <a:gd name="connsiteX0" fmla="*/ 51807 w 101401"/>
                  <a:gd name="connsiteY0" fmla="*/ 84 h 154469"/>
                  <a:gd name="connsiteX1" fmla="*/ 21746 w 101401"/>
                  <a:gd name="connsiteY1" fmla="*/ 11725 h 154469"/>
                  <a:gd name="connsiteX2" fmla="*/ 209 w 101401"/>
                  <a:gd name="connsiteY2" fmla="*/ 76199 h 154469"/>
                  <a:gd name="connsiteX3" fmla="*/ 18156 w 101401"/>
                  <a:gd name="connsiteY3" fmla="*/ 139330 h 154469"/>
                  <a:gd name="connsiteX4" fmla="*/ 50910 w 101401"/>
                  <a:gd name="connsiteY4" fmla="*/ 154554 h 154469"/>
                  <a:gd name="connsiteX5" fmla="*/ 80074 w 101401"/>
                  <a:gd name="connsiteY5" fmla="*/ 142912 h 154469"/>
                  <a:gd name="connsiteX6" fmla="*/ 101611 w 101401"/>
                  <a:gd name="connsiteY6" fmla="*/ 77542 h 154469"/>
                  <a:gd name="connsiteX7" fmla="*/ 51807 w 101401"/>
                  <a:gd name="connsiteY7" fmla="*/ 84 h 154469"/>
                  <a:gd name="connsiteX8" fmla="*/ 51134 w 101401"/>
                  <a:gd name="connsiteY8" fmla="*/ 5904 h 154469"/>
                  <a:gd name="connsiteX9" fmla="*/ 80074 w 101401"/>
                  <a:gd name="connsiteY9" fmla="*/ 77990 h 154469"/>
                  <a:gd name="connsiteX10" fmla="*/ 50910 w 101401"/>
                  <a:gd name="connsiteY10" fmla="*/ 148733 h 154469"/>
                  <a:gd name="connsiteX11" fmla="*/ 21746 w 101401"/>
                  <a:gd name="connsiteY11" fmla="*/ 78214 h 154469"/>
                  <a:gd name="connsiteX12" fmla="*/ 51134 w 101401"/>
                  <a:gd name="connsiteY12" fmla="*/ 5904 h 154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401" h="154469">
                    <a:moveTo>
                      <a:pt x="51807" y="84"/>
                    </a:moveTo>
                    <a:cubicBezTo>
                      <a:pt x="39468" y="84"/>
                      <a:pt x="30046" y="3889"/>
                      <a:pt x="21746" y="11725"/>
                    </a:cubicBezTo>
                    <a:cubicBezTo>
                      <a:pt x="8734" y="24261"/>
                      <a:pt x="209" y="50006"/>
                      <a:pt x="209" y="76199"/>
                    </a:cubicBezTo>
                    <a:cubicBezTo>
                      <a:pt x="209" y="100601"/>
                      <a:pt x="7612" y="126794"/>
                      <a:pt x="18156" y="139330"/>
                    </a:cubicBezTo>
                    <a:cubicBezTo>
                      <a:pt x="26457" y="149181"/>
                      <a:pt x="37898" y="154554"/>
                      <a:pt x="50910" y="154554"/>
                    </a:cubicBezTo>
                    <a:cubicBezTo>
                      <a:pt x="62351" y="154554"/>
                      <a:pt x="71998" y="150748"/>
                      <a:pt x="80074" y="142912"/>
                    </a:cubicBezTo>
                    <a:cubicBezTo>
                      <a:pt x="93086" y="130600"/>
                      <a:pt x="101611" y="104631"/>
                      <a:pt x="101611" y="77542"/>
                    </a:cubicBezTo>
                    <a:cubicBezTo>
                      <a:pt x="101611" y="31649"/>
                      <a:pt x="81196" y="84"/>
                      <a:pt x="51807" y="84"/>
                    </a:cubicBezTo>
                    <a:close/>
                    <a:moveTo>
                      <a:pt x="51134" y="5904"/>
                    </a:moveTo>
                    <a:cubicBezTo>
                      <a:pt x="69979" y="5904"/>
                      <a:pt x="80074" y="31201"/>
                      <a:pt x="80074" y="77990"/>
                    </a:cubicBezTo>
                    <a:cubicBezTo>
                      <a:pt x="80074" y="124779"/>
                      <a:pt x="70203" y="148733"/>
                      <a:pt x="50910" y="148733"/>
                    </a:cubicBezTo>
                    <a:cubicBezTo>
                      <a:pt x="31616" y="148733"/>
                      <a:pt x="21746" y="124779"/>
                      <a:pt x="21746" y="78214"/>
                    </a:cubicBezTo>
                    <a:cubicBezTo>
                      <a:pt x="21746" y="30754"/>
                      <a:pt x="31841" y="5904"/>
                      <a:pt x="51134" y="59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C2A94D8-A4ED-AF9F-704A-42E85FD2DFF9}"/>
                  </a:ext>
                </a:extLst>
              </p:cNvPr>
              <p:cNvSpPr/>
              <p:nvPr>
                <p:custDataLst>
                  <p:tags r:id="rId178"/>
                </p:custDataLst>
              </p:nvPr>
            </p:nvSpPr>
            <p:spPr>
              <a:xfrm>
                <a:off x="9895900" y="6814168"/>
                <a:ext cx="70333" cy="302526"/>
              </a:xfrm>
              <a:custGeom>
                <a:avLst/>
                <a:gdLst>
                  <a:gd name="connsiteX0" fmla="*/ 70548 w 70333"/>
                  <a:gd name="connsiteY0" fmla="*/ 151344 h 302526"/>
                  <a:gd name="connsiteX1" fmla="*/ 50539 w 70333"/>
                  <a:gd name="connsiteY1" fmla="*/ 56956 h 302526"/>
                  <a:gd name="connsiteX2" fmla="*/ 3246 w 70333"/>
                  <a:gd name="connsiteY2" fmla="*/ 81 h 302526"/>
                  <a:gd name="connsiteX3" fmla="*/ 214 w 70333"/>
                  <a:gd name="connsiteY3" fmla="*/ 3106 h 302526"/>
                  <a:gd name="connsiteX4" fmla="*/ 5974 w 70333"/>
                  <a:gd name="connsiteY4" fmla="*/ 10064 h 302526"/>
                  <a:gd name="connsiteX5" fmla="*/ 52964 w 70333"/>
                  <a:gd name="connsiteY5" fmla="*/ 151344 h 302526"/>
                  <a:gd name="connsiteX6" fmla="*/ 4155 w 70333"/>
                  <a:gd name="connsiteY6" fmla="*/ 294439 h 302526"/>
                  <a:gd name="connsiteX7" fmla="*/ 214 w 70333"/>
                  <a:gd name="connsiteY7" fmla="*/ 299582 h 302526"/>
                  <a:gd name="connsiteX8" fmla="*/ 3246 w 70333"/>
                  <a:gd name="connsiteY8" fmla="*/ 302607 h 302526"/>
                  <a:gd name="connsiteX9" fmla="*/ 51449 w 70333"/>
                  <a:gd name="connsiteY9" fmla="*/ 243615 h 302526"/>
                  <a:gd name="connsiteX10" fmla="*/ 70548 w 70333"/>
                  <a:gd name="connsiteY10" fmla="*/ 151344 h 30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333" h="302526">
                    <a:moveTo>
                      <a:pt x="70548" y="151344"/>
                    </a:moveTo>
                    <a:cubicBezTo>
                      <a:pt x="70548" y="127747"/>
                      <a:pt x="67213" y="91141"/>
                      <a:pt x="50539" y="56956"/>
                    </a:cubicBezTo>
                    <a:cubicBezTo>
                      <a:pt x="32349" y="19745"/>
                      <a:pt x="6277" y="81"/>
                      <a:pt x="3246" y="81"/>
                    </a:cubicBezTo>
                    <a:cubicBezTo>
                      <a:pt x="1427" y="81"/>
                      <a:pt x="214" y="1291"/>
                      <a:pt x="214" y="3106"/>
                    </a:cubicBezTo>
                    <a:cubicBezTo>
                      <a:pt x="214" y="4013"/>
                      <a:pt x="214" y="4618"/>
                      <a:pt x="5974" y="10064"/>
                    </a:cubicBezTo>
                    <a:cubicBezTo>
                      <a:pt x="35684" y="40014"/>
                      <a:pt x="52964" y="88116"/>
                      <a:pt x="52964" y="151344"/>
                    </a:cubicBezTo>
                    <a:cubicBezTo>
                      <a:pt x="52964" y="203076"/>
                      <a:pt x="41747" y="256321"/>
                      <a:pt x="4155" y="294439"/>
                    </a:cubicBezTo>
                    <a:cubicBezTo>
                      <a:pt x="214" y="298069"/>
                      <a:pt x="214" y="298674"/>
                      <a:pt x="214" y="299582"/>
                    </a:cubicBezTo>
                    <a:cubicBezTo>
                      <a:pt x="214" y="301397"/>
                      <a:pt x="1427" y="302607"/>
                      <a:pt x="3246" y="302607"/>
                    </a:cubicBezTo>
                    <a:cubicBezTo>
                      <a:pt x="6277" y="302607"/>
                      <a:pt x="33562" y="282035"/>
                      <a:pt x="51449" y="243615"/>
                    </a:cubicBezTo>
                    <a:cubicBezTo>
                      <a:pt x="66910" y="210337"/>
                      <a:pt x="70548" y="176756"/>
                      <a:pt x="70548" y="151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3DD678E-DA19-9194-7249-00B045442CEF}"/>
                  </a:ext>
                </a:extLst>
              </p:cNvPr>
              <p:cNvSpPr/>
              <p:nvPr>
                <p:custDataLst>
                  <p:tags r:id="rId179"/>
                </p:custDataLst>
              </p:nvPr>
            </p:nvSpPr>
            <p:spPr>
              <a:xfrm>
                <a:off x="10055924" y="6864690"/>
                <a:ext cx="201602" cy="201482"/>
              </a:xfrm>
              <a:custGeom>
                <a:avLst/>
                <a:gdLst>
                  <a:gd name="connsiteX0" fmla="*/ 107236 w 201602"/>
                  <a:gd name="connsiteY0" fmla="*/ 106872 h 201482"/>
                  <a:gd name="connsiteX1" fmla="*/ 191819 w 201602"/>
                  <a:gd name="connsiteY1" fmla="*/ 106872 h 201482"/>
                  <a:gd name="connsiteX2" fmla="*/ 201823 w 201602"/>
                  <a:gd name="connsiteY2" fmla="*/ 100822 h 201482"/>
                  <a:gd name="connsiteX3" fmla="*/ 191819 w 201602"/>
                  <a:gd name="connsiteY3" fmla="*/ 94771 h 201482"/>
                  <a:gd name="connsiteX4" fmla="*/ 107236 w 201602"/>
                  <a:gd name="connsiteY4" fmla="*/ 94771 h 201482"/>
                  <a:gd name="connsiteX5" fmla="*/ 107236 w 201602"/>
                  <a:gd name="connsiteY5" fmla="*/ 10064 h 201482"/>
                  <a:gd name="connsiteX6" fmla="*/ 101173 w 201602"/>
                  <a:gd name="connsiteY6" fmla="*/ 81 h 201482"/>
                  <a:gd name="connsiteX7" fmla="*/ 95110 w 201602"/>
                  <a:gd name="connsiteY7" fmla="*/ 10064 h 201482"/>
                  <a:gd name="connsiteX8" fmla="*/ 95110 w 201602"/>
                  <a:gd name="connsiteY8" fmla="*/ 94771 h 201482"/>
                  <a:gd name="connsiteX9" fmla="*/ 10224 w 201602"/>
                  <a:gd name="connsiteY9" fmla="*/ 94771 h 201482"/>
                  <a:gd name="connsiteX10" fmla="*/ 220 w 201602"/>
                  <a:gd name="connsiteY10" fmla="*/ 100822 h 201482"/>
                  <a:gd name="connsiteX11" fmla="*/ 10224 w 201602"/>
                  <a:gd name="connsiteY11" fmla="*/ 106872 h 201482"/>
                  <a:gd name="connsiteX12" fmla="*/ 95110 w 201602"/>
                  <a:gd name="connsiteY12" fmla="*/ 106872 h 201482"/>
                  <a:gd name="connsiteX13" fmla="*/ 95110 w 201602"/>
                  <a:gd name="connsiteY13" fmla="*/ 191580 h 201482"/>
                  <a:gd name="connsiteX14" fmla="*/ 101173 w 201602"/>
                  <a:gd name="connsiteY14" fmla="*/ 201563 h 201482"/>
                  <a:gd name="connsiteX15" fmla="*/ 107236 w 201602"/>
                  <a:gd name="connsiteY15" fmla="*/ 191580 h 201482"/>
                  <a:gd name="connsiteX16" fmla="*/ 107236 w 201602"/>
                  <a:gd name="connsiteY16" fmla="*/ 106872 h 20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602" h="201482">
                    <a:moveTo>
                      <a:pt x="107236" y="106872"/>
                    </a:moveTo>
                    <a:lnTo>
                      <a:pt x="191819" y="106872"/>
                    </a:lnTo>
                    <a:cubicBezTo>
                      <a:pt x="196063" y="106872"/>
                      <a:pt x="201823" y="106872"/>
                      <a:pt x="201823" y="100822"/>
                    </a:cubicBezTo>
                    <a:cubicBezTo>
                      <a:pt x="201823" y="94771"/>
                      <a:pt x="196063" y="94771"/>
                      <a:pt x="191819" y="94771"/>
                    </a:cubicBezTo>
                    <a:lnTo>
                      <a:pt x="107236" y="94771"/>
                    </a:lnTo>
                    <a:lnTo>
                      <a:pt x="107236" y="10064"/>
                    </a:lnTo>
                    <a:cubicBezTo>
                      <a:pt x="107236" y="5829"/>
                      <a:pt x="107236" y="81"/>
                      <a:pt x="101173" y="81"/>
                    </a:cubicBezTo>
                    <a:cubicBezTo>
                      <a:pt x="95110" y="81"/>
                      <a:pt x="95110" y="5829"/>
                      <a:pt x="95110" y="10064"/>
                    </a:cubicBezTo>
                    <a:lnTo>
                      <a:pt x="95110" y="94771"/>
                    </a:lnTo>
                    <a:lnTo>
                      <a:pt x="10224" y="94771"/>
                    </a:lnTo>
                    <a:cubicBezTo>
                      <a:pt x="5980" y="94771"/>
                      <a:pt x="220" y="94771"/>
                      <a:pt x="220" y="100822"/>
                    </a:cubicBezTo>
                    <a:cubicBezTo>
                      <a:pt x="220" y="106872"/>
                      <a:pt x="5980" y="106872"/>
                      <a:pt x="10224" y="106872"/>
                    </a:cubicBezTo>
                    <a:lnTo>
                      <a:pt x="95110" y="106872"/>
                    </a:lnTo>
                    <a:lnTo>
                      <a:pt x="95110" y="191580"/>
                    </a:lnTo>
                    <a:cubicBezTo>
                      <a:pt x="95110" y="195815"/>
                      <a:pt x="95110" y="201563"/>
                      <a:pt x="101173" y="201563"/>
                    </a:cubicBezTo>
                    <a:cubicBezTo>
                      <a:pt x="107236" y="201563"/>
                      <a:pt x="107236" y="195815"/>
                      <a:pt x="107236" y="191580"/>
                    </a:cubicBezTo>
                    <a:lnTo>
                      <a:pt x="107236" y="106872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25B762DF-F55F-FE8B-EDBD-406B1D7718A8}"/>
                  </a:ext>
                </a:extLst>
              </p:cNvPr>
              <p:cNvSpPr/>
              <p:nvPr>
                <p:custDataLst>
                  <p:tags r:id="rId180"/>
                </p:custDataLst>
              </p:nvPr>
            </p:nvSpPr>
            <p:spPr>
              <a:xfrm>
                <a:off x="10321285" y="6836555"/>
                <a:ext cx="139454" cy="204508"/>
              </a:xfrm>
              <a:custGeom>
                <a:avLst/>
                <a:gdLst>
                  <a:gd name="connsiteX0" fmla="*/ 139683 w 139454"/>
                  <a:gd name="connsiteY0" fmla="*/ 134706 h 204508"/>
                  <a:gd name="connsiteX1" fmla="*/ 108760 w 139454"/>
                  <a:gd name="connsiteY1" fmla="*/ 134706 h 204508"/>
                  <a:gd name="connsiteX2" fmla="*/ 108760 w 139454"/>
                  <a:gd name="connsiteY2" fmla="*/ 81 h 204508"/>
                  <a:gd name="connsiteX3" fmla="*/ 95421 w 139454"/>
                  <a:gd name="connsiteY3" fmla="*/ 81 h 204508"/>
                  <a:gd name="connsiteX4" fmla="*/ 228 w 139454"/>
                  <a:gd name="connsiteY4" fmla="*/ 134706 h 204508"/>
                  <a:gd name="connsiteX5" fmla="*/ 228 w 139454"/>
                  <a:gd name="connsiteY5" fmla="*/ 154067 h 204508"/>
                  <a:gd name="connsiteX6" fmla="*/ 85417 w 139454"/>
                  <a:gd name="connsiteY6" fmla="*/ 154067 h 204508"/>
                  <a:gd name="connsiteX7" fmla="*/ 85417 w 139454"/>
                  <a:gd name="connsiteY7" fmla="*/ 204589 h 204508"/>
                  <a:gd name="connsiteX8" fmla="*/ 108760 w 139454"/>
                  <a:gd name="connsiteY8" fmla="*/ 204589 h 204508"/>
                  <a:gd name="connsiteX9" fmla="*/ 108760 w 139454"/>
                  <a:gd name="connsiteY9" fmla="*/ 154067 h 204508"/>
                  <a:gd name="connsiteX10" fmla="*/ 139683 w 139454"/>
                  <a:gd name="connsiteY10" fmla="*/ 154067 h 204508"/>
                  <a:gd name="connsiteX11" fmla="*/ 139683 w 139454"/>
                  <a:gd name="connsiteY11" fmla="*/ 134706 h 204508"/>
                  <a:gd name="connsiteX12" fmla="*/ 85114 w 139454"/>
                  <a:gd name="connsiteY12" fmla="*/ 134706 h 204508"/>
                  <a:gd name="connsiteX13" fmla="*/ 12355 w 139454"/>
                  <a:gd name="connsiteY13" fmla="*/ 134706 h 204508"/>
                  <a:gd name="connsiteX14" fmla="*/ 85114 w 139454"/>
                  <a:gd name="connsiteY14" fmla="*/ 30939 h 204508"/>
                  <a:gd name="connsiteX15" fmla="*/ 85114 w 139454"/>
                  <a:gd name="connsiteY15" fmla="*/ 134706 h 20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454" h="204508">
                    <a:moveTo>
                      <a:pt x="139683" y="134706"/>
                    </a:moveTo>
                    <a:lnTo>
                      <a:pt x="108760" y="134706"/>
                    </a:lnTo>
                    <a:lnTo>
                      <a:pt x="108760" y="81"/>
                    </a:lnTo>
                    <a:lnTo>
                      <a:pt x="95421" y="81"/>
                    </a:lnTo>
                    <a:lnTo>
                      <a:pt x="228" y="134706"/>
                    </a:lnTo>
                    <a:lnTo>
                      <a:pt x="228" y="154067"/>
                    </a:lnTo>
                    <a:lnTo>
                      <a:pt x="85417" y="154067"/>
                    </a:lnTo>
                    <a:lnTo>
                      <a:pt x="85417" y="204589"/>
                    </a:lnTo>
                    <a:lnTo>
                      <a:pt x="108760" y="204589"/>
                    </a:lnTo>
                    <a:lnTo>
                      <a:pt x="108760" y="154067"/>
                    </a:lnTo>
                    <a:lnTo>
                      <a:pt x="139683" y="154067"/>
                    </a:lnTo>
                    <a:lnTo>
                      <a:pt x="139683" y="134706"/>
                    </a:lnTo>
                    <a:close/>
                    <a:moveTo>
                      <a:pt x="85114" y="134706"/>
                    </a:moveTo>
                    <a:lnTo>
                      <a:pt x="12355" y="134706"/>
                    </a:lnTo>
                    <a:lnTo>
                      <a:pt x="85114" y="30939"/>
                    </a:lnTo>
                    <a:lnTo>
                      <a:pt x="85114" y="134706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BF50D10-0714-096F-54BE-260ADC52E1E6}"/>
                  </a:ext>
                </a:extLst>
              </p:cNvPr>
              <p:cNvSpPr/>
              <p:nvPr>
                <p:custDataLst>
                  <p:tags r:id="rId181"/>
                </p:custDataLst>
              </p:nvPr>
            </p:nvSpPr>
            <p:spPr>
              <a:xfrm>
                <a:off x="10470877" y="6835950"/>
                <a:ext cx="173105" cy="267736"/>
              </a:xfrm>
              <a:custGeom>
                <a:avLst/>
                <a:gdLst>
                  <a:gd name="connsiteX0" fmla="*/ 55410 w 173105"/>
                  <a:gd name="connsiteY0" fmla="*/ 85394 h 267736"/>
                  <a:gd name="connsiteX1" fmla="*/ 82695 w 173105"/>
                  <a:gd name="connsiteY1" fmla="*/ 85394 h 267736"/>
                  <a:gd name="connsiteX2" fmla="*/ 56016 w 173105"/>
                  <a:gd name="connsiteY2" fmla="*/ 212455 h 267736"/>
                  <a:gd name="connsiteX3" fmla="*/ 26610 w 173105"/>
                  <a:gd name="connsiteY3" fmla="*/ 261464 h 267736"/>
                  <a:gd name="connsiteX4" fmla="*/ 20546 w 173105"/>
                  <a:gd name="connsiteY4" fmla="*/ 256624 h 267736"/>
                  <a:gd name="connsiteX5" fmla="*/ 21759 w 173105"/>
                  <a:gd name="connsiteY5" fmla="*/ 253296 h 267736"/>
                  <a:gd name="connsiteX6" fmla="*/ 23275 w 173105"/>
                  <a:gd name="connsiteY6" fmla="*/ 248456 h 267736"/>
                  <a:gd name="connsiteX7" fmla="*/ 11452 w 173105"/>
                  <a:gd name="connsiteY7" fmla="*/ 236960 h 267736"/>
                  <a:gd name="connsiteX8" fmla="*/ 235 w 173105"/>
                  <a:gd name="connsiteY8" fmla="*/ 249363 h 267736"/>
                  <a:gd name="connsiteX9" fmla="*/ 24184 w 173105"/>
                  <a:gd name="connsiteY9" fmla="*/ 267817 h 267736"/>
                  <a:gd name="connsiteX10" fmla="*/ 84817 w 173105"/>
                  <a:gd name="connsiteY10" fmla="*/ 182202 h 267736"/>
                  <a:gd name="connsiteX11" fmla="*/ 106645 w 173105"/>
                  <a:gd name="connsiteY11" fmla="*/ 85394 h 267736"/>
                  <a:gd name="connsiteX12" fmla="*/ 139689 w 173105"/>
                  <a:gd name="connsiteY12" fmla="*/ 85394 h 267736"/>
                  <a:gd name="connsiteX13" fmla="*/ 141508 w 173105"/>
                  <a:gd name="connsiteY13" fmla="*/ 75713 h 267736"/>
                  <a:gd name="connsiteX14" fmla="*/ 108767 w 173105"/>
                  <a:gd name="connsiteY14" fmla="*/ 75713 h 267736"/>
                  <a:gd name="connsiteX15" fmla="*/ 145753 w 173105"/>
                  <a:gd name="connsiteY15" fmla="*/ 6737 h 267736"/>
                  <a:gd name="connsiteX16" fmla="*/ 152422 w 173105"/>
                  <a:gd name="connsiteY16" fmla="*/ 10367 h 267736"/>
                  <a:gd name="connsiteX17" fmla="*/ 151209 w 173105"/>
                  <a:gd name="connsiteY17" fmla="*/ 13392 h 267736"/>
                  <a:gd name="connsiteX18" fmla="*/ 149391 w 173105"/>
                  <a:gd name="connsiteY18" fmla="*/ 19745 h 267736"/>
                  <a:gd name="connsiteX19" fmla="*/ 160608 w 173105"/>
                  <a:gd name="connsiteY19" fmla="*/ 31847 h 267736"/>
                  <a:gd name="connsiteX20" fmla="*/ 173340 w 173105"/>
                  <a:gd name="connsiteY20" fmla="*/ 19745 h 267736"/>
                  <a:gd name="connsiteX21" fmla="*/ 147268 w 173105"/>
                  <a:gd name="connsiteY21" fmla="*/ 81 h 267736"/>
                  <a:gd name="connsiteX22" fmla="*/ 109676 w 173105"/>
                  <a:gd name="connsiteY22" fmla="*/ 20956 h 267736"/>
                  <a:gd name="connsiteX23" fmla="*/ 85423 w 173105"/>
                  <a:gd name="connsiteY23" fmla="*/ 75713 h 267736"/>
                  <a:gd name="connsiteX24" fmla="*/ 57532 w 173105"/>
                  <a:gd name="connsiteY24" fmla="*/ 75713 h 267736"/>
                  <a:gd name="connsiteX25" fmla="*/ 55410 w 173105"/>
                  <a:gd name="connsiteY25" fmla="*/ 85394 h 26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3105" h="267736">
                    <a:moveTo>
                      <a:pt x="55410" y="85394"/>
                    </a:moveTo>
                    <a:lnTo>
                      <a:pt x="82695" y="85394"/>
                    </a:lnTo>
                    <a:lnTo>
                      <a:pt x="56016" y="212455"/>
                    </a:lnTo>
                    <a:cubicBezTo>
                      <a:pt x="49347" y="244825"/>
                      <a:pt x="39343" y="261464"/>
                      <a:pt x="26610" y="261464"/>
                    </a:cubicBezTo>
                    <a:cubicBezTo>
                      <a:pt x="22972" y="261464"/>
                      <a:pt x="20546" y="259347"/>
                      <a:pt x="20546" y="256624"/>
                    </a:cubicBezTo>
                    <a:cubicBezTo>
                      <a:pt x="20546" y="255716"/>
                      <a:pt x="20850" y="254809"/>
                      <a:pt x="21759" y="253296"/>
                    </a:cubicBezTo>
                    <a:cubicBezTo>
                      <a:pt x="22972" y="251481"/>
                      <a:pt x="23275" y="250271"/>
                      <a:pt x="23275" y="248456"/>
                    </a:cubicBezTo>
                    <a:cubicBezTo>
                      <a:pt x="23275" y="242103"/>
                      <a:pt x="17818" y="236960"/>
                      <a:pt x="11452" y="236960"/>
                    </a:cubicBezTo>
                    <a:cubicBezTo>
                      <a:pt x="5085" y="236960"/>
                      <a:pt x="235" y="242405"/>
                      <a:pt x="235" y="249363"/>
                    </a:cubicBezTo>
                    <a:cubicBezTo>
                      <a:pt x="235" y="259649"/>
                      <a:pt x="10845" y="267817"/>
                      <a:pt x="24184" y="267817"/>
                    </a:cubicBezTo>
                    <a:cubicBezTo>
                      <a:pt x="51166" y="267817"/>
                      <a:pt x="72387" y="237867"/>
                      <a:pt x="84817" y="182202"/>
                    </a:cubicBezTo>
                    <a:lnTo>
                      <a:pt x="106645" y="85394"/>
                    </a:lnTo>
                    <a:lnTo>
                      <a:pt x="139689" y="85394"/>
                    </a:lnTo>
                    <a:lnTo>
                      <a:pt x="141508" y="75713"/>
                    </a:lnTo>
                    <a:lnTo>
                      <a:pt x="108767" y="75713"/>
                    </a:lnTo>
                    <a:cubicBezTo>
                      <a:pt x="117558" y="28216"/>
                      <a:pt x="128775" y="6737"/>
                      <a:pt x="145753" y="6737"/>
                    </a:cubicBezTo>
                    <a:cubicBezTo>
                      <a:pt x="149694" y="6737"/>
                      <a:pt x="152422" y="8249"/>
                      <a:pt x="152422" y="10367"/>
                    </a:cubicBezTo>
                    <a:cubicBezTo>
                      <a:pt x="152422" y="11275"/>
                      <a:pt x="152119" y="11880"/>
                      <a:pt x="151209" y="13392"/>
                    </a:cubicBezTo>
                    <a:cubicBezTo>
                      <a:pt x="149997" y="16115"/>
                      <a:pt x="149391" y="17628"/>
                      <a:pt x="149391" y="19745"/>
                    </a:cubicBezTo>
                    <a:cubicBezTo>
                      <a:pt x="149391" y="27006"/>
                      <a:pt x="153938" y="31847"/>
                      <a:pt x="160608" y="31847"/>
                    </a:cubicBezTo>
                    <a:cubicBezTo>
                      <a:pt x="167580" y="31847"/>
                      <a:pt x="173340" y="26401"/>
                      <a:pt x="173340" y="19745"/>
                    </a:cubicBezTo>
                    <a:cubicBezTo>
                      <a:pt x="173340" y="8552"/>
                      <a:pt x="162123" y="81"/>
                      <a:pt x="147268" y="81"/>
                    </a:cubicBezTo>
                    <a:cubicBezTo>
                      <a:pt x="132413" y="81"/>
                      <a:pt x="120590" y="6737"/>
                      <a:pt x="109676" y="20956"/>
                    </a:cubicBezTo>
                    <a:cubicBezTo>
                      <a:pt x="100581" y="32754"/>
                      <a:pt x="94518" y="46670"/>
                      <a:pt x="85423" y="75713"/>
                    </a:cubicBezTo>
                    <a:lnTo>
                      <a:pt x="57532" y="75713"/>
                    </a:lnTo>
                    <a:lnTo>
                      <a:pt x="55410" y="85394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36767C3-2EBA-4C49-7E69-FF3966313583}"/>
                  </a:ext>
                </a:extLst>
              </p:cNvPr>
              <p:cNvSpPr/>
              <p:nvPr>
                <p:custDataLst>
                  <p:tags r:id="rId182"/>
                </p:custDataLst>
              </p:nvPr>
            </p:nvSpPr>
            <p:spPr>
              <a:xfrm>
                <a:off x="10674474" y="6814168"/>
                <a:ext cx="70333" cy="302526"/>
              </a:xfrm>
              <a:custGeom>
                <a:avLst/>
                <a:gdLst>
                  <a:gd name="connsiteX0" fmla="*/ 70573 w 70333"/>
                  <a:gd name="connsiteY0" fmla="*/ 299582 h 302526"/>
                  <a:gd name="connsiteX1" fmla="*/ 65419 w 70333"/>
                  <a:gd name="connsiteY1" fmla="*/ 292926 h 302526"/>
                  <a:gd name="connsiteX2" fmla="*/ 17823 w 70333"/>
                  <a:gd name="connsiteY2" fmla="*/ 151344 h 302526"/>
                  <a:gd name="connsiteX3" fmla="*/ 66632 w 70333"/>
                  <a:gd name="connsiteY3" fmla="*/ 8249 h 302526"/>
                  <a:gd name="connsiteX4" fmla="*/ 70573 w 70333"/>
                  <a:gd name="connsiteY4" fmla="*/ 3106 h 302526"/>
                  <a:gd name="connsiteX5" fmla="*/ 67541 w 70333"/>
                  <a:gd name="connsiteY5" fmla="*/ 81 h 302526"/>
                  <a:gd name="connsiteX6" fmla="*/ 19339 w 70333"/>
                  <a:gd name="connsiteY6" fmla="*/ 59073 h 302526"/>
                  <a:gd name="connsiteX7" fmla="*/ 239 w 70333"/>
                  <a:gd name="connsiteY7" fmla="*/ 151344 h 302526"/>
                  <a:gd name="connsiteX8" fmla="*/ 20248 w 70333"/>
                  <a:gd name="connsiteY8" fmla="*/ 245732 h 302526"/>
                  <a:gd name="connsiteX9" fmla="*/ 67541 w 70333"/>
                  <a:gd name="connsiteY9" fmla="*/ 302607 h 302526"/>
                  <a:gd name="connsiteX10" fmla="*/ 70573 w 70333"/>
                  <a:gd name="connsiteY10" fmla="*/ 299582 h 30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333" h="302526">
                    <a:moveTo>
                      <a:pt x="70573" y="299582"/>
                    </a:moveTo>
                    <a:cubicBezTo>
                      <a:pt x="70573" y="298674"/>
                      <a:pt x="70573" y="298069"/>
                      <a:pt x="65419" y="292926"/>
                    </a:cubicBezTo>
                    <a:cubicBezTo>
                      <a:pt x="27524" y="254808"/>
                      <a:pt x="17823" y="197630"/>
                      <a:pt x="17823" y="151344"/>
                    </a:cubicBezTo>
                    <a:cubicBezTo>
                      <a:pt x="17823" y="98704"/>
                      <a:pt x="29343" y="46065"/>
                      <a:pt x="66632" y="8249"/>
                    </a:cubicBezTo>
                    <a:cubicBezTo>
                      <a:pt x="70573" y="4618"/>
                      <a:pt x="70573" y="4013"/>
                      <a:pt x="70573" y="3106"/>
                    </a:cubicBezTo>
                    <a:cubicBezTo>
                      <a:pt x="70573" y="988"/>
                      <a:pt x="69360" y="81"/>
                      <a:pt x="67541" y="81"/>
                    </a:cubicBezTo>
                    <a:cubicBezTo>
                      <a:pt x="64510" y="81"/>
                      <a:pt x="37225" y="20652"/>
                      <a:pt x="19339" y="59073"/>
                    </a:cubicBezTo>
                    <a:cubicBezTo>
                      <a:pt x="3877" y="92351"/>
                      <a:pt x="239" y="125932"/>
                      <a:pt x="239" y="151344"/>
                    </a:cubicBezTo>
                    <a:cubicBezTo>
                      <a:pt x="239" y="174941"/>
                      <a:pt x="3574" y="211547"/>
                      <a:pt x="20248" y="245732"/>
                    </a:cubicBezTo>
                    <a:cubicBezTo>
                      <a:pt x="38438" y="282943"/>
                      <a:pt x="64510" y="302607"/>
                      <a:pt x="67541" y="302607"/>
                    </a:cubicBezTo>
                    <a:cubicBezTo>
                      <a:pt x="69360" y="302607"/>
                      <a:pt x="70573" y="301700"/>
                      <a:pt x="70573" y="2995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0E3F761A-4815-BECC-DA64-CEE77649529B}"/>
                  </a:ext>
                </a:extLst>
              </p:cNvPr>
              <p:cNvSpPr/>
              <p:nvPr>
                <p:custDataLst>
                  <p:tags r:id="rId183"/>
                </p:custDataLst>
              </p:nvPr>
            </p:nvSpPr>
            <p:spPr>
              <a:xfrm>
                <a:off x="10754340" y="6907649"/>
                <a:ext cx="143699" cy="136742"/>
              </a:xfrm>
              <a:custGeom>
                <a:avLst/>
                <a:gdLst>
                  <a:gd name="connsiteX0" fmla="*/ 130299 w 143699"/>
                  <a:gd name="connsiteY0" fmla="*/ 99915 h 136742"/>
                  <a:gd name="connsiteX1" fmla="*/ 123630 w 143699"/>
                  <a:gd name="connsiteY1" fmla="*/ 108083 h 136742"/>
                  <a:gd name="connsiteX2" fmla="*/ 109684 w 143699"/>
                  <a:gd name="connsiteY2" fmla="*/ 120184 h 136742"/>
                  <a:gd name="connsiteX3" fmla="*/ 100286 w 143699"/>
                  <a:gd name="connsiteY3" fmla="*/ 107781 h 136742"/>
                  <a:gd name="connsiteX4" fmla="*/ 99074 w 143699"/>
                  <a:gd name="connsiteY4" fmla="*/ 102638 h 136742"/>
                  <a:gd name="connsiteX5" fmla="*/ 88160 w 143699"/>
                  <a:gd name="connsiteY5" fmla="*/ 53628 h 136742"/>
                  <a:gd name="connsiteX6" fmla="*/ 117870 w 143699"/>
                  <a:gd name="connsiteY6" fmla="*/ 17023 h 136742"/>
                  <a:gd name="connsiteX7" fmla="*/ 125146 w 143699"/>
                  <a:gd name="connsiteY7" fmla="*/ 19443 h 136742"/>
                  <a:gd name="connsiteX8" fmla="*/ 133331 w 143699"/>
                  <a:gd name="connsiteY8" fmla="*/ 22166 h 136742"/>
                  <a:gd name="connsiteX9" fmla="*/ 143942 w 143699"/>
                  <a:gd name="connsiteY9" fmla="*/ 11275 h 136742"/>
                  <a:gd name="connsiteX10" fmla="*/ 131512 w 143699"/>
                  <a:gd name="connsiteY10" fmla="*/ 81 h 136742"/>
                  <a:gd name="connsiteX11" fmla="*/ 85734 w 143699"/>
                  <a:gd name="connsiteY11" fmla="*/ 43343 h 136742"/>
                  <a:gd name="connsiteX12" fmla="*/ 82400 w 143699"/>
                  <a:gd name="connsiteY12" fmla="*/ 26704 h 136742"/>
                  <a:gd name="connsiteX13" fmla="*/ 66635 w 143699"/>
                  <a:gd name="connsiteY13" fmla="*/ 81 h 136742"/>
                  <a:gd name="connsiteX14" fmla="*/ 31165 w 143699"/>
                  <a:gd name="connsiteY14" fmla="*/ 8854 h 136742"/>
                  <a:gd name="connsiteX15" fmla="*/ 27830 w 143699"/>
                  <a:gd name="connsiteY15" fmla="*/ 10065 h 136742"/>
                  <a:gd name="connsiteX16" fmla="*/ 29043 w 143699"/>
                  <a:gd name="connsiteY16" fmla="*/ 14602 h 136742"/>
                  <a:gd name="connsiteX17" fmla="*/ 46020 w 143699"/>
                  <a:gd name="connsiteY17" fmla="*/ 11275 h 136742"/>
                  <a:gd name="connsiteX18" fmla="*/ 59663 w 143699"/>
                  <a:gd name="connsiteY18" fmla="*/ 32149 h 136742"/>
                  <a:gd name="connsiteX19" fmla="*/ 68454 w 143699"/>
                  <a:gd name="connsiteY19" fmla="*/ 69360 h 136742"/>
                  <a:gd name="connsiteX20" fmla="*/ 43595 w 143699"/>
                  <a:gd name="connsiteY20" fmla="*/ 104755 h 136742"/>
                  <a:gd name="connsiteX21" fmla="*/ 28134 w 143699"/>
                  <a:gd name="connsiteY21" fmla="*/ 119277 h 136742"/>
                  <a:gd name="connsiteX22" fmla="*/ 20251 w 143699"/>
                  <a:gd name="connsiteY22" fmla="*/ 116554 h 136742"/>
                  <a:gd name="connsiteX23" fmla="*/ 10550 w 143699"/>
                  <a:gd name="connsiteY23" fmla="*/ 113529 h 136742"/>
                  <a:gd name="connsiteX24" fmla="*/ 243 w 143699"/>
                  <a:gd name="connsiteY24" fmla="*/ 124117 h 136742"/>
                  <a:gd name="connsiteX25" fmla="*/ 15401 w 143699"/>
                  <a:gd name="connsiteY25" fmla="*/ 136823 h 136742"/>
                  <a:gd name="connsiteX26" fmla="*/ 43595 w 143699"/>
                  <a:gd name="connsiteY26" fmla="*/ 115646 h 136742"/>
                  <a:gd name="connsiteX27" fmla="*/ 70879 w 143699"/>
                  <a:gd name="connsiteY27" fmla="*/ 80251 h 136742"/>
                  <a:gd name="connsiteX28" fmla="*/ 79974 w 143699"/>
                  <a:gd name="connsiteY28" fmla="*/ 116554 h 136742"/>
                  <a:gd name="connsiteX29" fmla="*/ 97558 w 143699"/>
                  <a:gd name="connsiteY29" fmla="*/ 136823 h 136742"/>
                  <a:gd name="connsiteX30" fmla="*/ 134544 w 143699"/>
                  <a:gd name="connsiteY30" fmla="*/ 102335 h 136742"/>
                  <a:gd name="connsiteX31" fmla="*/ 130299 w 143699"/>
                  <a:gd name="connsiteY31" fmla="*/ 99915 h 13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699" h="136742">
                    <a:moveTo>
                      <a:pt x="130299" y="99915"/>
                    </a:moveTo>
                    <a:cubicBezTo>
                      <a:pt x="127874" y="102638"/>
                      <a:pt x="126358" y="104453"/>
                      <a:pt x="123630" y="108083"/>
                    </a:cubicBezTo>
                    <a:cubicBezTo>
                      <a:pt x="116657" y="117159"/>
                      <a:pt x="113019" y="120184"/>
                      <a:pt x="109684" y="120184"/>
                    </a:cubicBezTo>
                    <a:cubicBezTo>
                      <a:pt x="105137" y="120184"/>
                      <a:pt x="102408" y="116251"/>
                      <a:pt x="100286" y="107781"/>
                    </a:cubicBezTo>
                    <a:cubicBezTo>
                      <a:pt x="99680" y="105361"/>
                      <a:pt x="99377" y="103545"/>
                      <a:pt x="99074" y="102638"/>
                    </a:cubicBezTo>
                    <a:cubicBezTo>
                      <a:pt x="91495" y="72083"/>
                      <a:pt x="88160" y="58166"/>
                      <a:pt x="88160" y="53628"/>
                    </a:cubicBezTo>
                    <a:cubicBezTo>
                      <a:pt x="101499" y="30334"/>
                      <a:pt x="112413" y="17023"/>
                      <a:pt x="117870" y="17023"/>
                    </a:cubicBezTo>
                    <a:cubicBezTo>
                      <a:pt x="119689" y="17023"/>
                      <a:pt x="122114" y="17930"/>
                      <a:pt x="125146" y="19443"/>
                    </a:cubicBezTo>
                    <a:cubicBezTo>
                      <a:pt x="128784" y="21561"/>
                      <a:pt x="130906" y="22166"/>
                      <a:pt x="133331" y="22166"/>
                    </a:cubicBezTo>
                    <a:cubicBezTo>
                      <a:pt x="139697" y="22166"/>
                      <a:pt x="143942" y="17628"/>
                      <a:pt x="143942" y="11275"/>
                    </a:cubicBezTo>
                    <a:cubicBezTo>
                      <a:pt x="143942" y="4922"/>
                      <a:pt x="138788" y="81"/>
                      <a:pt x="131512" y="81"/>
                    </a:cubicBezTo>
                    <a:cubicBezTo>
                      <a:pt x="118173" y="81"/>
                      <a:pt x="106653" y="10972"/>
                      <a:pt x="85734" y="43343"/>
                    </a:cubicBezTo>
                    <a:lnTo>
                      <a:pt x="82400" y="26704"/>
                    </a:lnTo>
                    <a:cubicBezTo>
                      <a:pt x="78155" y="6132"/>
                      <a:pt x="74821" y="81"/>
                      <a:pt x="66635" y="81"/>
                    </a:cubicBezTo>
                    <a:cubicBezTo>
                      <a:pt x="59966" y="81"/>
                      <a:pt x="49658" y="2804"/>
                      <a:pt x="31165" y="8854"/>
                    </a:cubicBezTo>
                    <a:lnTo>
                      <a:pt x="27830" y="10065"/>
                    </a:lnTo>
                    <a:lnTo>
                      <a:pt x="29043" y="14602"/>
                    </a:lnTo>
                    <a:cubicBezTo>
                      <a:pt x="40563" y="11880"/>
                      <a:pt x="43292" y="11275"/>
                      <a:pt x="46020" y="11275"/>
                    </a:cubicBezTo>
                    <a:cubicBezTo>
                      <a:pt x="53599" y="11275"/>
                      <a:pt x="55418" y="13997"/>
                      <a:pt x="59663" y="32149"/>
                    </a:cubicBezTo>
                    <a:lnTo>
                      <a:pt x="68454" y="69360"/>
                    </a:lnTo>
                    <a:lnTo>
                      <a:pt x="43595" y="104755"/>
                    </a:lnTo>
                    <a:cubicBezTo>
                      <a:pt x="37532" y="113831"/>
                      <a:pt x="31468" y="119277"/>
                      <a:pt x="28134" y="119277"/>
                    </a:cubicBezTo>
                    <a:cubicBezTo>
                      <a:pt x="26315" y="119277"/>
                      <a:pt x="23283" y="118369"/>
                      <a:pt x="20251" y="116554"/>
                    </a:cubicBezTo>
                    <a:cubicBezTo>
                      <a:pt x="16310" y="114436"/>
                      <a:pt x="12975" y="113529"/>
                      <a:pt x="10550" y="113529"/>
                    </a:cubicBezTo>
                    <a:cubicBezTo>
                      <a:pt x="4790" y="113529"/>
                      <a:pt x="243" y="118067"/>
                      <a:pt x="243" y="124117"/>
                    </a:cubicBezTo>
                    <a:cubicBezTo>
                      <a:pt x="243" y="131983"/>
                      <a:pt x="6306" y="136823"/>
                      <a:pt x="15401" y="136823"/>
                    </a:cubicBezTo>
                    <a:cubicBezTo>
                      <a:pt x="24799" y="136823"/>
                      <a:pt x="28437" y="134101"/>
                      <a:pt x="43595" y="115646"/>
                    </a:cubicBezTo>
                    <a:cubicBezTo>
                      <a:pt x="51780" y="105966"/>
                      <a:pt x="58147" y="97797"/>
                      <a:pt x="70879" y="80251"/>
                    </a:cubicBezTo>
                    <a:lnTo>
                      <a:pt x="79974" y="116554"/>
                    </a:lnTo>
                    <a:cubicBezTo>
                      <a:pt x="83916" y="131983"/>
                      <a:pt x="87857" y="136823"/>
                      <a:pt x="97558" y="136823"/>
                    </a:cubicBezTo>
                    <a:cubicBezTo>
                      <a:pt x="109078" y="136823"/>
                      <a:pt x="116960" y="129563"/>
                      <a:pt x="134544" y="102335"/>
                    </a:cubicBezTo>
                    <a:lnTo>
                      <a:pt x="130299" y="9991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EDAA3B2-D13C-64DE-95A2-AD2BAA783CB5}"/>
                  </a:ext>
                </a:extLst>
              </p:cNvPr>
              <p:cNvSpPr/>
              <p:nvPr>
                <p:custDataLst>
                  <p:tags r:id="rId184"/>
                </p:custDataLst>
              </p:nvPr>
            </p:nvSpPr>
            <p:spPr>
              <a:xfrm>
                <a:off x="10922534" y="6935598"/>
                <a:ext cx="63488" cy="151335"/>
              </a:xfrm>
              <a:custGeom>
                <a:avLst/>
                <a:gdLst>
                  <a:gd name="connsiteX0" fmla="*/ 40628 w 63488"/>
                  <a:gd name="connsiteY0" fmla="*/ 84 h 151335"/>
                  <a:gd name="connsiteX1" fmla="*/ 246 w 63488"/>
                  <a:gd name="connsiteY1" fmla="*/ 20456 h 151335"/>
                  <a:gd name="connsiteX2" fmla="*/ 246 w 63488"/>
                  <a:gd name="connsiteY2" fmla="*/ 23590 h 151335"/>
                  <a:gd name="connsiteX3" fmla="*/ 6304 w 63488"/>
                  <a:gd name="connsiteY3" fmla="*/ 21127 h 151335"/>
                  <a:gd name="connsiteX4" fmla="*/ 16399 w 63488"/>
                  <a:gd name="connsiteY4" fmla="*/ 18665 h 151335"/>
                  <a:gd name="connsiteX5" fmla="*/ 23129 w 63488"/>
                  <a:gd name="connsiteY5" fmla="*/ 29187 h 151335"/>
                  <a:gd name="connsiteX6" fmla="*/ 23129 w 63488"/>
                  <a:gd name="connsiteY6" fmla="*/ 130600 h 151335"/>
                  <a:gd name="connsiteX7" fmla="*/ 17745 w 63488"/>
                  <a:gd name="connsiteY7" fmla="*/ 145151 h 151335"/>
                  <a:gd name="connsiteX8" fmla="*/ 1817 w 63488"/>
                  <a:gd name="connsiteY8" fmla="*/ 148061 h 151335"/>
                  <a:gd name="connsiteX9" fmla="*/ 1817 w 63488"/>
                  <a:gd name="connsiteY9" fmla="*/ 151419 h 151335"/>
                  <a:gd name="connsiteX10" fmla="*/ 63735 w 63488"/>
                  <a:gd name="connsiteY10" fmla="*/ 151419 h 151335"/>
                  <a:gd name="connsiteX11" fmla="*/ 63735 w 63488"/>
                  <a:gd name="connsiteY11" fmla="*/ 148061 h 151335"/>
                  <a:gd name="connsiteX12" fmla="*/ 42422 w 63488"/>
                  <a:gd name="connsiteY12" fmla="*/ 134853 h 151335"/>
                  <a:gd name="connsiteX13" fmla="*/ 42422 w 63488"/>
                  <a:gd name="connsiteY13" fmla="*/ 531 h 151335"/>
                  <a:gd name="connsiteX14" fmla="*/ 40628 w 63488"/>
                  <a:gd name="connsiteY14" fmla="*/ 84 h 15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488" h="151335">
                    <a:moveTo>
                      <a:pt x="40628" y="84"/>
                    </a:moveTo>
                    <a:lnTo>
                      <a:pt x="246" y="20456"/>
                    </a:lnTo>
                    <a:lnTo>
                      <a:pt x="246" y="23590"/>
                    </a:lnTo>
                    <a:cubicBezTo>
                      <a:pt x="2939" y="22471"/>
                      <a:pt x="5406" y="21575"/>
                      <a:pt x="6304" y="21127"/>
                    </a:cubicBezTo>
                    <a:cubicBezTo>
                      <a:pt x="10342" y="19560"/>
                      <a:pt x="14156" y="18665"/>
                      <a:pt x="16399" y="18665"/>
                    </a:cubicBezTo>
                    <a:cubicBezTo>
                      <a:pt x="21110" y="18665"/>
                      <a:pt x="23129" y="22023"/>
                      <a:pt x="23129" y="29187"/>
                    </a:cubicBezTo>
                    <a:lnTo>
                      <a:pt x="23129" y="130600"/>
                    </a:lnTo>
                    <a:cubicBezTo>
                      <a:pt x="23129" y="137987"/>
                      <a:pt x="21334" y="143136"/>
                      <a:pt x="17745" y="145151"/>
                    </a:cubicBezTo>
                    <a:cubicBezTo>
                      <a:pt x="14380" y="147166"/>
                      <a:pt x="11239" y="147837"/>
                      <a:pt x="1817" y="148061"/>
                    </a:cubicBezTo>
                    <a:lnTo>
                      <a:pt x="1817" y="151419"/>
                    </a:lnTo>
                    <a:lnTo>
                      <a:pt x="63735" y="151419"/>
                    </a:lnTo>
                    <a:lnTo>
                      <a:pt x="63735" y="148061"/>
                    </a:lnTo>
                    <a:cubicBezTo>
                      <a:pt x="46012" y="147837"/>
                      <a:pt x="42422" y="145599"/>
                      <a:pt x="42422" y="134853"/>
                    </a:cubicBezTo>
                    <a:lnTo>
                      <a:pt x="42422" y="531"/>
                    </a:lnTo>
                    <a:lnTo>
                      <a:pt x="40628" y="84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C160E77-356B-1286-6E19-2B80F4BE48F3}"/>
                  </a:ext>
                </a:extLst>
              </p:cNvPr>
              <p:cNvSpPr/>
              <p:nvPr>
                <p:custDataLst>
                  <p:tags r:id="rId185"/>
                </p:custDataLst>
              </p:nvPr>
            </p:nvSpPr>
            <p:spPr>
              <a:xfrm>
                <a:off x="11042718" y="6814168"/>
                <a:ext cx="70333" cy="302526"/>
              </a:xfrm>
              <a:custGeom>
                <a:avLst/>
                <a:gdLst>
                  <a:gd name="connsiteX0" fmla="*/ 70585 w 70333"/>
                  <a:gd name="connsiteY0" fmla="*/ 151344 h 302526"/>
                  <a:gd name="connsiteX1" fmla="*/ 50577 w 70333"/>
                  <a:gd name="connsiteY1" fmla="*/ 56956 h 302526"/>
                  <a:gd name="connsiteX2" fmla="*/ 3283 w 70333"/>
                  <a:gd name="connsiteY2" fmla="*/ 81 h 302526"/>
                  <a:gd name="connsiteX3" fmla="*/ 252 w 70333"/>
                  <a:gd name="connsiteY3" fmla="*/ 3106 h 302526"/>
                  <a:gd name="connsiteX4" fmla="*/ 6012 w 70333"/>
                  <a:gd name="connsiteY4" fmla="*/ 10064 h 302526"/>
                  <a:gd name="connsiteX5" fmla="*/ 53002 w 70333"/>
                  <a:gd name="connsiteY5" fmla="*/ 151344 h 302526"/>
                  <a:gd name="connsiteX6" fmla="*/ 4193 w 70333"/>
                  <a:gd name="connsiteY6" fmla="*/ 294439 h 302526"/>
                  <a:gd name="connsiteX7" fmla="*/ 252 w 70333"/>
                  <a:gd name="connsiteY7" fmla="*/ 299582 h 302526"/>
                  <a:gd name="connsiteX8" fmla="*/ 3283 w 70333"/>
                  <a:gd name="connsiteY8" fmla="*/ 302607 h 302526"/>
                  <a:gd name="connsiteX9" fmla="*/ 51486 w 70333"/>
                  <a:gd name="connsiteY9" fmla="*/ 243615 h 302526"/>
                  <a:gd name="connsiteX10" fmla="*/ 70585 w 70333"/>
                  <a:gd name="connsiteY10" fmla="*/ 151344 h 30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333" h="302526">
                    <a:moveTo>
                      <a:pt x="70585" y="151344"/>
                    </a:moveTo>
                    <a:cubicBezTo>
                      <a:pt x="70585" y="127747"/>
                      <a:pt x="67251" y="91141"/>
                      <a:pt x="50577" y="56956"/>
                    </a:cubicBezTo>
                    <a:cubicBezTo>
                      <a:pt x="32387" y="19745"/>
                      <a:pt x="6315" y="81"/>
                      <a:pt x="3283" y="81"/>
                    </a:cubicBezTo>
                    <a:cubicBezTo>
                      <a:pt x="1464" y="81"/>
                      <a:pt x="252" y="1291"/>
                      <a:pt x="252" y="3106"/>
                    </a:cubicBezTo>
                    <a:cubicBezTo>
                      <a:pt x="252" y="4013"/>
                      <a:pt x="252" y="4618"/>
                      <a:pt x="6012" y="10064"/>
                    </a:cubicBezTo>
                    <a:cubicBezTo>
                      <a:pt x="35722" y="40014"/>
                      <a:pt x="53002" y="88116"/>
                      <a:pt x="53002" y="151344"/>
                    </a:cubicBezTo>
                    <a:cubicBezTo>
                      <a:pt x="53002" y="203076"/>
                      <a:pt x="41785" y="256321"/>
                      <a:pt x="4193" y="294439"/>
                    </a:cubicBezTo>
                    <a:cubicBezTo>
                      <a:pt x="252" y="298069"/>
                      <a:pt x="252" y="298674"/>
                      <a:pt x="252" y="299582"/>
                    </a:cubicBezTo>
                    <a:cubicBezTo>
                      <a:pt x="252" y="301397"/>
                      <a:pt x="1464" y="302607"/>
                      <a:pt x="3283" y="302607"/>
                    </a:cubicBezTo>
                    <a:cubicBezTo>
                      <a:pt x="6315" y="302607"/>
                      <a:pt x="33600" y="282035"/>
                      <a:pt x="51486" y="243615"/>
                    </a:cubicBezTo>
                    <a:cubicBezTo>
                      <a:pt x="66947" y="210337"/>
                      <a:pt x="70585" y="176756"/>
                      <a:pt x="70585" y="151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9CE5AF1-AC65-3B88-FA58-73A48E879D6C}"/>
                  </a:ext>
                </a:extLst>
              </p:cNvPr>
              <p:cNvSpPr/>
              <p:nvPr>
                <p:custDataLst>
                  <p:tags r:id="rId186"/>
                </p:custDataLst>
              </p:nvPr>
            </p:nvSpPr>
            <p:spPr>
              <a:xfrm>
                <a:off x="11202742" y="6864690"/>
                <a:ext cx="201602" cy="201482"/>
              </a:xfrm>
              <a:custGeom>
                <a:avLst/>
                <a:gdLst>
                  <a:gd name="connsiteX0" fmla="*/ 107274 w 201602"/>
                  <a:gd name="connsiteY0" fmla="*/ 106872 h 201482"/>
                  <a:gd name="connsiteX1" fmla="*/ 191856 w 201602"/>
                  <a:gd name="connsiteY1" fmla="*/ 106872 h 201482"/>
                  <a:gd name="connsiteX2" fmla="*/ 201860 w 201602"/>
                  <a:gd name="connsiteY2" fmla="*/ 100822 h 201482"/>
                  <a:gd name="connsiteX3" fmla="*/ 191856 w 201602"/>
                  <a:gd name="connsiteY3" fmla="*/ 94771 h 201482"/>
                  <a:gd name="connsiteX4" fmla="*/ 107274 w 201602"/>
                  <a:gd name="connsiteY4" fmla="*/ 94771 h 201482"/>
                  <a:gd name="connsiteX5" fmla="*/ 107274 w 201602"/>
                  <a:gd name="connsiteY5" fmla="*/ 10064 h 201482"/>
                  <a:gd name="connsiteX6" fmla="*/ 101211 w 201602"/>
                  <a:gd name="connsiteY6" fmla="*/ 81 h 201482"/>
                  <a:gd name="connsiteX7" fmla="*/ 95147 w 201602"/>
                  <a:gd name="connsiteY7" fmla="*/ 10064 h 201482"/>
                  <a:gd name="connsiteX8" fmla="*/ 95147 w 201602"/>
                  <a:gd name="connsiteY8" fmla="*/ 94771 h 201482"/>
                  <a:gd name="connsiteX9" fmla="*/ 10262 w 201602"/>
                  <a:gd name="connsiteY9" fmla="*/ 94771 h 201482"/>
                  <a:gd name="connsiteX10" fmla="*/ 258 w 201602"/>
                  <a:gd name="connsiteY10" fmla="*/ 100822 h 201482"/>
                  <a:gd name="connsiteX11" fmla="*/ 10262 w 201602"/>
                  <a:gd name="connsiteY11" fmla="*/ 106872 h 201482"/>
                  <a:gd name="connsiteX12" fmla="*/ 95147 w 201602"/>
                  <a:gd name="connsiteY12" fmla="*/ 106872 h 201482"/>
                  <a:gd name="connsiteX13" fmla="*/ 95147 w 201602"/>
                  <a:gd name="connsiteY13" fmla="*/ 191580 h 201482"/>
                  <a:gd name="connsiteX14" fmla="*/ 101211 w 201602"/>
                  <a:gd name="connsiteY14" fmla="*/ 201563 h 201482"/>
                  <a:gd name="connsiteX15" fmla="*/ 107274 w 201602"/>
                  <a:gd name="connsiteY15" fmla="*/ 191580 h 201482"/>
                  <a:gd name="connsiteX16" fmla="*/ 107274 w 201602"/>
                  <a:gd name="connsiteY16" fmla="*/ 106872 h 201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602" h="201482">
                    <a:moveTo>
                      <a:pt x="107274" y="106872"/>
                    </a:moveTo>
                    <a:lnTo>
                      <a:pt x="191856" y="106872"/>
                    </a:lnTo>
                    <a:cubicBezTo>
                      <a:pt x="196100" y="106872"/>
                      <a:pt x="201860" y="106872"/>
                      <a:pt x="201860" y="100822"/>
                    </a:cubicBezTo>
                    <a:cubicBezTo>
                      <a:pt x="201860" y="94771"/>
                      <a:pt x="196100" y="94771"/>
                      <a:pt x="191856" y="94771"/>
                    </a:cubicBezTo>
                    <a:lnTo>
                      <a:pt x="107274" y="94771"/>
                    </a:lnTo>
                    <a:lnTo>
                      <a:pt x="107274" y="10064"/>
                    </a:lnTo>
                    <a:cubicBezTo>
                      <a:pt x="107274" y="5829"/>
                      <a:pt x="107274" y="81"/>
                      <a:pt x="101211" y="81"/>
                    </a:cubicBezTo>
                    <a:cubicBezTo>
                      <a:pt x="95147" y="81"/>
                      <a:pt x="95147" y="5829"/>
                      <a:pt x="95147" y="10064"/>
                    </a:cubicBezTo>
                    <a:lnTo>
                      <a:pt x="95147" y="94771"/>
                    </a:lnTo>
                    <a:lnTo>
                      <a:pt x="10262" y="94771"/>
                    </a:lnTo>
                    <a:cubicBezTo>
                      <a:pt x="6018" y="94771"/>
                      <a:pt x="258" y="94771"/>
                      <a:pt x="258" y="100822"/>
                    </a:cubicBezTo>
                    <a:cubicBezTo>
                      <a:pt x="258" y="106872"/>
                      <a:pt x="6018" y="106872"/>
                      <a:pt x="10262" y="106872"/>
                    </a:cubicBezTo>
                    <a:lnTo>
                      <a:pt x="95147" y="106872"/>
                    </a:lnTo>
                    <a:lnTo>
                      <a:pt x="95147" y="191580"/>
                    </a:lnTo>
                    <a:cubicBezTo>
                      <a:pt x="95147" y="195815"/>
                      <a:pt x="95147" y="201563"/>
                      <a:pt x="101211" y="201563"/>
                    </a:cubicBezTo>
                    <a:cubicBezTo>
                      <a:pt x="107274" y="201563"/>
                      <a:pt x="107274" y="195815"/>
                      <a:pt x="107274" y="191580"/>
                    </a:cubicBezTo>
                    <a:lnTo>
                      <a:pt x="107274" y="106872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9CD97B9-57C6-1C93-0926-541C89DDE0BB}"/>
                  </a:ext>
                </a:extLst>
              </p:cNvPr>
              <p:cNvSpPr/>
              <p:nvPr>
                <p:custDataLst>
                  <p:tags r:id="rId187"/>
                </p:custDataLst>
              </p:nvPr>
            </p:nvSpPr>
            <p:spPr>
              <a:xfrm>
                <a:off x="11465545" y="6835950"/>
                <a:ext cx="173105" cy="267736"/>
              </a:xfrm>
              <a:custGeom>
                <a:avLst/>
                <a:gdLst>
                  <a:gd name="connsiteX0" fmla="*/ 55443 w 173105"/>
                  <a:gd name="connsiteY0" fmla="*/ 85394 h 267736"/>
                  <a:gd name="connsiteX1" fmla="*/ 82727 w 173105"/>
                  <a:gd name="connsiteY1" fmla="*/ 85394 h 267736"/>
                  <a:gd name="connsiteX2" fmla="*/ 56049 w 173105"/>
                  <a:gd name="connsiteY2" fmla="*/ 212455 h 267736"/>
                  <a:gd name="connsiteX3" fmla="*/ 26642 w 173105"/>
                  <a:gd name="connsiteY3" fmla="*/ 261464 h 267736"/>
                  <a:gd name="connsiteX4" fmla="*/ 20579 w 173105"/>
                  <a:gd name="connsiteY4" fmla="*/ 256624 h 267736"/>
                  <a:gd name="connsiteX5" fmla="*/ 21792 w 173105"/>
                  <a:gd name="connsiteY5" fmla="*/ 253296 h 267736"/>
                  <a:gd name="connsiteX6" fmla="*/ 23307 w 173105"/>
                  <a:gd name="connsiteY6" fmla="*/ 248456 h 267736"/>
                  <a:gd name="connsiteX7" fmla="*/ 11484 w 173105"/>
                  <a:gd name="connsiteY7" fmla="*/ 236960 h 267736"/>
                  <a:gd name="connsiteX8" fmla="*/ 267 w 173105"/>
                  <a:gd name="connsiteY8" fmla="*/ 249363 h 267736"/>
                  <a:gd name="connsiteX9" fmla="*/ 24217 w 173105"/>
                  <a:gd name="connsiteY9" fmla="*/ 267817 h 267736"/>
                  <a:gd name="connsiteX10" fmla="*/ 84849 w 173105"/>
                  <a:gd name="connsiteY10" fmla="*/ 182202 h 267736"/>
                  <a:gd name="connsiteX11" fmla="*/ 106677 w 173105"/>
                  <a:gd name="connsiteY11" fmla="*/ 85394 h 267736"/>
                  <a:gd name="connsiteX12" fmla="*/ 139722 w 173105"/>
                  <a:gd name="connsiteY12" fmla="*/ 85394 h 267736"/>
                  <a:gd name="connsiteX13" fmla="*/ 141541 w 173105"/>
                  <a:gd name="connsiteY13" fmla="*/ 75713 h 267736"/>
                  <a:gd name="connsiteX14" fmla="*/ 108799 w 173105"/>
                  <a:gd name="connsiteY14" fmla="*/ 75713 h 267736"/>
                  <a:gd name="connsiteX15" fmla="*/ 145785 w 173105"/>
                  <a:gd name="connsiteY15" fmla="*/ 6737 h 267736"/>
                  <a:gd name="connsiteX16" fmla="*/ 152455 w 173105"/>
                  <a:gd name="connsiteY16" fmla="*/ 10367 h 267736"/>
                  <a:gd name="connsiteX17" fmla="*/ 151242 w 173105"/>
                  <a:gd name="connsiteY17" fmla="*/ 13392 h 267736"/>
                  <a:gd name="connsiteX18" fmla="*/ 149423 w 173105"/>
                  <a:gd name="connsiteY18" fmla="*/ 19745 h 267736"/>
                  <a:gd name="connsiteX19" fmla="*/ 160640 w 173105"/>
                  <a:gd name="connsiteY19" fmla="*/ 31847 h 267736"/>
                  <a:gd name="connsiteX20" fmla="*/ 173373 w 173105"/>
                  <a:gd name="connsiteY20" fmla="*/ 19745 h 267736"/>
                  <a:gd name="connsiteX21" fmla="*/ 147301 w 173105"/>
                  <a:gd name="connsiteY21" fmla="*/ 81 h 267736"/>
                  <a:gd name="connsiteX22" fmla="*/ 109709 w 173105"/>
                  <a:gd name="connsiteY22" fmla="*/ 20956 h 267736"/>
                  <a:gd name="connsiteX23" fmla="*/ 85456 w 173105"/>
                  <a:gd name="connsiteY23" fmla="*/ 75713 h 267736"/>
                  <a:gd name="connsiteX24" fmla="*/ 57565 w 173105"/>
                  <a:gd name="connsiteY24" fmla="*/ 75713 h 267736"/>
                  <a:gd name="connsiteX25" fmla="*/ 55443 w 173105"/>
                  <a:gd name="connsiteY25" fmla="*/ 85394 h 26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3105" h="267736">
                    <a:moveTo>
                      <a:pt x="55443" y="85394"/>
                    </a:moveTo>
                    <a:lnTo>
                      <a:pt x="82727" y="85394"/>
                    </a:lnTo>
                    <a:lnTo>
                      <a:pt x="56049" y="212455"/>
                    </a:lnTo>
                    <a:cubicBezTo>
                      <a:pt x="49379" y="244825"/>
                      <a:pt x="39375" y="261464"/>
                      <a:pt x="26642" y="261464"/>
                    </a:cubicBezTo>
                    <a:cubicBezTo>
                      <a:pt x="23004" y="261464"/>
                      <a:pt x="20579" y="259347"/>
                      <a:pt x="20579" y="256624"/>
                    </a:cubicBezTo>
                    <a:cubicBezTo>
                      <a:pt x="20579" y="255716"/>
                      <a:pt x="20882" y="254809"/>
                      <a:pt x="21792" y="253296"/>
                    </a:cubicBezTo>
                    <a:cubicBezTo>
                      <a:pt x="23004" y="251481"/>
                      <a:pt x="23307" y="250271"/>
                      <a:pt x="23307" y="248456"/>
                    </a:cubicBezTo>
                    <a:cubicBezTo>
                      <a:pt x="23307" y="242103"/>
                      <a:pt x="17851" y="236960"/>
                      <a:pt x="11484" y="236960"/>
                    </a:cubicBezTo>
                    <a:cubicBezTo>
                      <a:pt x="5118" y="236960"/>
                      <a:pt x="267" y="242405"/>
                      <a:pt x="267" y="249363"/>
                    </a:cubicBezTo>
                    <a:cubicBezTo>
                      <a:pt x="267" y="259649"/>
                      <a:pt x="10878" y="267817"/>
                      <a:pt x="24217" y="267817"/>
                    </a:cubicBezTo>
                    <a:cubicBezTo>
                      <a:pt x="51198" y="267817"/>
                      <a:pt x="72420" y="237867"/>
                      <a:pt x="84849" y="182202"/>
                    </a:cubicBezTo>
                    <a:lnTo>
                      <a:pt x="106677" y="85394"/>
                    </a:lnTo>
                    <a:lnTo>
                      <a:pt x="139722" y="85394"/>
                    </a:lnTo>
                    <a:lnTo>
                      <a:pt x="141541" y="75713"/>
                    </a:lnTo>
                    <a:lnTo>
                      <a:pt x="108799" y="75713"/>
                    </a:lnTo>
                    <a:cubicBezTo>
                      <a:pt x="117591" y="28216"/>
                      <a:pt x="128808" y="6737"/>
                      <a:pt x="145785" y="6737"/>
                    </a:cubicBezTo>
                    <a:cubicBezTo>
                      <a:pt x="149726" y="6737"/>
                      <a:pt x="152455" y="8249"/>
                      <a:pt x="152455" y="10367"/>
                    </a:cubicBezTo>
                    <a:cubicBezTo>
                      <a:pt x="152455" y="11275"/>
                      <a:pt x="152152" y="11880"/>
                      <a:pt x="151242" y="13392"/>
                    </a:cubicBezTo>
                    <a:cubicBezTo>
                      <a:pt x="150029" y="16115"/>
                      <a:pt x="149423" y="17628"/>
                      <a:pt x="149423" y="19745"/>
                    </a:cubicBezTo>
                    <a:cubicBezTo>
                      <a:pt x="149423" y="27006"/>
                      <a:pt x="153971" y="31847"/>
                      <a:pt x="160640" y="31847"/>
                    </a:cubicBezTo>
                    <a:cubicBezTo>
                      <a:pt x="167613" y="31847"/>
                      <a:pt x="173373" y="26401"/>
                      <a:pt x="173373" y="19745"/>
                    </a:cubicBezTo>
                    <a:cubicBezTo>
                      <a:pt x="173373" y="8552"/>
                      <a:pt x="162156" y="81"/>
                      <a:pt x="147301" y="81"/>
                    </a:cubicBezTo>
                    <a:cubicBezTo>
                      <a:pt x="132446" y="81"/>
                      <a:pt x="120623" y="6737"/>
                      <a:pt x="109709" y="20956"/>
                    </a:cubicBezTo>
                    <a:cubicBezTo>
                      <a:pt x="100614" y="32754"/>
                      <a:pt x="94551" y="46670"/>
                      <a:pt x="85456" y="75713"/>
                    </a:cubicBezTo>
                    <a:lnTo>
                      <a:pt x="57565" y="75713"/>
                    </a:lnTo>
                    <a:lnTo>
                      <a:pt x="55443" y="85394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2A43CC3-8590-4355-8EE5-A799F37D0D15}"/>
                  </a:ext>
                </a:extLst>
              </p:cNvPr>
              <p:cNvSpPr/>
              <p:nvPr>
                <p:custDataLst>
                  <p:tags r:id="rId188"/>
                </p:custDataLst>
              </p:nvPr>
            </p:nvSpPr>
            <p:spPr>
              <a:xfrm>
                <a:off x="11669142" y="6814168"/>
                <a:ext cx="70333" cy="302526"/>
              </a:xfrm>
              <a:custGeom>
                <a:avLst/>
                <a:gdLst>
                  <a:gd name="connsiteX0" fmla="*/ 70606 w 70333"/>
                  <a:gd name="connsiteY0" fmla="*/ 299582 h 302526"/>
                  <a:gd name="connsiteX1" fmla="*/ 65452 w 70333"/>
                  <a:gd name="connsiteY1" fmla="*/ 292926 h 302526"/>
                  <a:gd name="connsiteX2" fmla="*/ 17855 w 70333"/>
                  <a:gd name="connsiteY2" fmla="*/ 151344 h 302526"/>
                  <a:gd name="connsiteX3" fmla="*/ 66664 w 70333"/>
                  <a:gd name="connsiteY3" fmla="*/ 8249 h 302526"/>
                  <a:gd name="connsiteX4" fmla="*/ 70606 w 70333"/>
                  <a:gd name="connsiteY4" fmla="*/ 3106 h 302526"/>
                  <a:gd name="connsiteX5" fmla="*/ 67574 w 70333"/>
                  <a:gd name="connsiteY5" fmla="*/ 81 h 302526"/>
                  <a:gd name="connsiteX6" fmla="*/ 19371 w 70333"/>
                  <a:gd name="connsiteY6" fmla="*/ 59073 h 302526"/>
                  <a:gd name="connsiteX7" fmla="*/ 272 w 70333"/>
                  <a:gd name="connsiteY7" fmla="*/ 151344 h 302526"/>
                  <a:gd name="connsiteX8" fmla="*/ 20281 w 70333"/>
                  <a:gd name="connsiteY8" fmla="*/ 245732 h 302526"/>
                  <a:gd name="connsiteX9" fmla="*/ 67574 w 70333"/>
                  <a:gd name="connsiteY9" fmla="*/ 302607 h 302526"/>
                  <a:gd name="connsiteX10" fmla="*/ 70606 w 70333"/>
                  <a:gd name="connsiteY10" fmla="*/ 299582 h 30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333" h="302526">
                    <a:moveTo>
                      <a:pt x="70606" y="299582"/>
                    </a:moveTo>
                    <a:cubicBezTo>
                      <a:pt x="70606" y="298674"/>
                      <a:pt x="70606" y="298069"/>
                      <a:pt x="65452" y="292926"/>
                    </a:cubicBezTo>
                    <a:cubicBezTo>
                      <a:pt x="27557" y="254808"/>
                      <a:pt x="17855" y="197630"/>
                      <a:pt x="17855" y="151344"/>
                    </a:cubicBezTo>
                    <a:cubicBezTo>
                      <a:pt x="17855" y="98704"/>
                      <a:pt x="29375" y="46065"/>
                      <a:pt x="66664" y="8249"/>
                    </a:cubicBezTo>
                    <a:cubicBezTo>
                      <a:pt x="70606" y="4618"/>
                      <a:pt x="70606" y="4013"/>
                      <a:pt x="70606" y="3106"/>
                    </a:cubicBezTo>
                    <a:cubicBezTo>
                      <a:pt x="70606" y="988"/>
                      <a:pt x="69393" y="81"/>
                      <a:pt x="67574" y="81"/>
                    </a:cubicBezTo>
                    <a:cubicBezTo>
                      <a:pt x="64542" y="81"/>
                      <a:pt x="37258" y="20652"/>
                      <a:pt x="19371" y="59073"/>
                    </a:cubicBezTo>
                    <a:cubicBezTo>
                      <a:pt x="3910" y="92351"/>
                      <a:pt x="272" y="125932"/>
                      <a:pt x="272" y="151344"/>
                    </a:cubicBezTo>
                    <a:cubicBezTo>
                      <a:pt x="272" y="174941"/>
                      <a:pt x="3607" y="211547"/>
                      <a:pt x="20281" y="245732"/>
                    </a:cubicBezTo>
                    <a:cubicBezTo>
                      <a:pt x="38470" y="282943"/>
                      <a:pt x="64542" y="302607"/>
                      <a:pt x="67574" y="302607"/>
                    </a:cubicBezTo>
                    <a:cubicBezTo>
                      <a:pt x="69393" y="302607"/>
                      <a:pt x="70606" y="301700"/>
                      <a:pt x="70606" y="2995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030C758-DFAF-7A35-F47A-7C35BEC19EC8}"/>
                  </a:ext>
                </a:extLst>
              </p:cNvPr>
              <p:cNvSpPr/>
              <p:nvPr>
                <p:custDataLst>
                  <p:tags r:id="rId189"/>
                </p:custDataLst>
              </p:nvPr>
            </p:nvSpPr>
            <p:spPr>
              <a:xfrm>
                <a:off x="11749008" y="6907649"/>
                <a:ext cx="143699" cy="136742"/>
              </a:xfrm>
              <a:custGeom>
                <a:avLst/>
                <a:gdLst>
                  <a:gd name="connsiteX0" fmla="*/ 130332 w 143699"/>
                  <a:gd name="connsiteY0" fmla="*/ 99915 h 136742"/>
                  <a:gd name="connsiteX1" fmla="*/ 123662 w 143699"/>
                  <a:gd name="connsiteY1" fmla="*/ 108083 h 136742"/>
                  <a:gd name="connsiteX2" fmla="*/ 109717 w 143699"/>
                  <a:gd name="connsiteY2" fmla="*/ 120184 h 136742"/>
                  <a:gd name="connsiteX3" fmla="*/ 100319 w 143699"/>
                  <a:gd name="connsiteY3" fmla="*/ 107781 h 136742"/>
                  <a:gd name="connsiteX4" fmla="*/ 99106 w 143699"/>
                  <a:gd name="connsiteY4" fmla="*/ 102638 h 136742"/>
                  <a:gd name="connsiteX5" fmla="*/ 88192 w 143699"/>
                  <a:gd name="connsiteY5" fmla="*/ 53628 h 136742"/>
                  <a:gd name="connsiteX6" fmla="*/ 117902 w 143699"/>
                  <a:gd name="connsiteY6" fmla="*/ 17023 h 136742"/>
                  <a:gd name="connsiteX7" fmla="*/ 125178 w 143699"/>
                  <a:gd name="connsiteY7" fmla="*/ 19443 h 136742"/>
                  <a:gd name="connsiteX8" fmla="*/ 133364 w 143699"/>
                  <a:gd name="connsiteY8" fmla="*/ 22166 h 136742"/>
                  <a:gd name="connsiteX9" fmla="*/ 143974 w 143699"/>
                  <a:gd name="connsiteY9" fmla="*/ 11275 h 136742"/>
                  <a:gd name="connsiteX10" fmla="*/ 131545 w 143699"/>
                  <a:gd name="connsiteY10" fmla="*/ 81 h 136742"/>
                  <a:gd name="connsiteX11" fmla="*/ 85767 w 143699"/>
                  <a:gd name="connsiteY11" fmla="*/ 43343 h 136742"/>
                  <a:gd name="connsiteX12" fmla="*/ 82432 w 143699"/>
                  <a:gd name="connsiteY12" fmla="*/ 26704 h 136742"/>
                  <a:gd name="connsiteX13" fmla="*/ 66668 w 143699"/>
                  <a:gd name="connsiteY13" fmla="*/ 81 h 136742"/>
                  <a:gd name="connsiteX14" fmla="*/ 31198 w 143699"/>
                  <a:gd name="connsiteY14" fmla="*/ 8854 h 136742"/>
                  <a:gd name="connsiteX15" fmla="*/ 27863 w 143699"/>
                  <a:gd name="connsiteY15" fmla="*/ 10065 h 136742"/>
                  <a:gd name="connsiteX16" fmla="*/ 29076 w 143699"/>
                  <a:gd name="connsiteY16" fmla="*/ 14602 h 136742"/>
                  <a:gd name="connsiteX17" fmla="*/ 46053 w 143699"/>
                  <a:gd name="connsiteY17" fmla="*/ 11275 h 136742"/>
                  <a:gd name="connsiteX18" fmla="*/ 59695 w 143699"/>
                  <a:gd name="connsiteY18" fmla="*/ 32149 h 136742"/>
                  <a:gd name="connsiteX19" fmla="*/ 68487 w 143699"/>
                  <a:gd name="connsiteY19" fmla="*/ 69360 h 136742"/>
                  <a:gd name="connsiteX20" fmla="*/ 43627 w 143699"/>
                  <a:gd name="connsiteY20" fmla="*/ 104755 h 136742"/>
                  <a:gd name="connsiteX21" fmla="*/ 28166 w 143699"/>
                  <a:gd name="connsiteY21" fmla="*/ 119277 h 136742"/>
                  <a:gd name="connsiteX22" fmla="*/ 20284 w 143699"/>
                  <a:gd name="connsiteY22" fmla="*/ 116554 h 136742"/>
                  <a:gd name="connsiteX23" fmla="*/ 10583 w 143699"/>
                  <a:gd name="connsiteY23" fmla="*/ 113529 h 136742"/>
                  <a:gd name="connsiteX24" fmla="*/ 275 w 143699"/>
                  <a:gd name="connsiteY24" fmla="*/ 124117 h 136742"/>
                  <a:gd name="connsiteX25" fmla="*/ 15433 w 143699"/>
                  <a:gd name="connsiteY25" fmla="*/ 136823 h 136742"/>
                  <a:gd name="connsiteX26" fmla="*/ 43627 w 143699"/>
                  <a:gd name="connsiteY26" fmla="*/ 115646 h 136742"/>
                  <a:gd name="connsiteX27" fmla="*/ 70912 w 143699"/>
                  <a:gd name="connsiteY27" fmla="*/ 80251 h 136742"/>
                  <a:gd name="connsiteX28" fmla="*/ 80007 w 143699"/>
                  <a:gd name="connsiteY28" fmla="*/ 116554 h 136742"/>
                  <a:gd name="connsiteX29" fmla="*/ 97590 w 143699"/>
                  <a:gd name="connsiteY29" fmla="*/ 136823 h 136742"/>
                  <a:gd name="connsiteX30" fmla="*/ 134576 w 143699"/>
                  <a:gd name="connsiteY30" fmla="*/ 102335 h 136742"/>
                  <a:gd name="connsiteX31" fmla="*/ 130332 w 143699"/>
                  <a:gd name="connsiteY31" fmla="*/ 99915 h 136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699" h="136742">
                    <a:moveTo>
                      <a:pt x="130332" y="99915"/>
                    </a:moveTo>
                    <a:cubicBezTo>
                      <a:pt x="127907" y="102638"/>
                      <a:pt x="126391" y="104453"/>
                      <a:pt x="123662" y="108083"/>
                    </a:cubicBezTo>
                    <a:cubicBezTo>
                      <a:pt x="116690" y="117159"/>
                      <a:pt x="113052" y="120184"/>
                      <a:pt x="109717" y="120184"/>
                    </a:cubicBezTo>
                    <a:cubicBezTo>
                      <a:pt x="105169" y="120184"/>
                      <a:pt x="102441" y="116251"/>
                      <a:pt x="100319" y="107781"/>
                    </a:cubicBezTo>
                    <a:cubicBezTo>
                      <a:pt x="99712" y="105361"/>
                      <a:pt x="99409" y="103545"/>
                      <a:pt x="99106" y="102638"/>
                    </a:cubicBezTo>
                    <a:cubicBezTo>
                      <a:pt x="91527" y="72083"/>
                      <a:pt x="88192" y="58166"/>
                      <a:pt x="88192" y="53628"/>
                    </a:cubicBezTo>
                    <a:cubicBezTo>
                      <a:pt x="101531" y="30334"/>
                      <a:pt x="112445" y="17023"/>
                      <a:pt x="117902" y="17023"/>
                    </a:cubicBezTo>
                    <a:cubicBezTo>
                      <a:pt x="119721" y="17023"/>
                      <a:pt x="122147" y="17930"/>
                      <a:pt x="125178" y="19443"/>
                    </a:cubicBezTo>
                    <a:cubicBezTo>
                      <a:pt x="128816" y="21561"/>
                      <a:pt x="130938" y="22166"/>
                      <a:pt x="133364" y="22166"/>
                    </a:cubicBezTo>
                    <a:cubicBezTo>
                      <a:pt x="139730" y="22166"/>
                      <a:pt x="143974" y="17628"/>
                      <a:pt x="143974" y="11275"/>
                    </a:cubicBezTo>
                    <a:cubicBezTo>
                      <a:pt x="143974" y="4922"/>
                      <a:pt x="138820" y="81"/>
                      <a:pt x="131545" y="81"/>
                    </a:cubicBezTo>
                    <a:cubicBezTo>
                      <a:pt x="118205" y="81"/>
                      <a:pt x="106685" y="10972"/>
                      <a:pt x="85767" y="43343"/>
                    </a:cubicBezTo>
                    <a:lnTo>
                      <a:pt x="82432" y="26704"/>
                    </a:lnTo>
                    <a:cubicBezTo>
                      <a:pt x="78188" y="6132"/>
                      <a:pt x="74853" y="81"/>
                      <a:pt x="66668" y="81"/>
                    </a:cubicBezTo>
                    <a:cubicBezTo>
                      <a:pt x="59998" y="81"/>
                      <a:pt x="49691" y="2804"/>
                      <a:pt x="31198" y="8854"/>
                    </a:cubicBezTo>
                    <a:lnTo>
                      <a:pt x="27863" y="10065"/>
                    </a:lnTo>
                    <a:lnTo>
                      <a:pt x="29076" y="14602"/>
                    </a:lnTo>
                    <a:cubicBezTo>
                      <a:pt x="40596" y="11880"/>
                      <a:pt x="43324" y="11275"/>
                      <a:pt x="46053" y="11275"/>
                    </a:cubicBezTo>
                    <a:cubicBezTo>
                      <a:pt x="53632" y="11275"/>
                      <a:pt x="55451" y="13997"/>
                      <a:pt x="59695" y="32149"/>
                    </a:cubicBezTo>
                    <a:lnTo>
                      <a:pt x="68487" y="69360"/>
                    </a:lnTo>
                    <a:lnTo>
                      <a:pt x="43627" y="104755"/>
                    </a:lnTo>
                    <a:cubicBezTo>
                      <a:pt x="37564" y="113831"/>
                      <a:pt x="31501" y="119277"/>
                      <a:pt x="28166" y="119277"/>
                    </a:cubicBezTo>
                    <a:cubicBezTo>
                      <a:pt x="26347" y="119277"/>
                      <a:pt x="23316" y="118369"/>
                      <a:pt x="20284" y="116554"/>
                    </a:cubicBezTo>
                    <a:cubicBezTo>
                      <a:pt x="16343" y="114436"/>
                      <a:pt x="13008" y="113529"/>
                      <a:pt x="10583" y="113529"/>
                    </a:cubicBezTo>
                    <a:cubicBezTo>
                      <a:pt x="4823" y="113529"/>
                      <a:pt x="275" y="118067"/>
                      <a:pt x="275" y="124117"/>
                    </a:cubicBezTo>
                    <a:cubicBezTo>
                      <a:pt x="275" y="131983"/>
                      <a:pt x="6338" y="136823"/>
                      <a:pt x="15433" y="136823"/>
                    </a:cubicBezTo>
                    <a:cubicBezTo>
                      <a:pt x="24831" y="136823"/>
                      <a:pt x="28469" y="134101"/>
                      <a:pt x="43627" y="115646"/>
                    </a:cubicBezTo>
                    <a:cubicBezTo>
                      <a:pt x="51813" y="105966"/>
                      <a:pt x="58179" y="97797"/>
                      <a:pt x="70912" y="80251"/>
                    </a:cubicBezTo>
                    <a:lnTo>
                      <a:pt x="80007" y="116554"/>
                    </a:lnTo>
                    <a:cubicBezTo>
                      <a:pt x="83948" y="131983"/>
                      <a:pt x="87889" y="136823"/>
                      <a:pt x="97590" y="136823"/>
                    </a:cubicBezTo>
                    <a:cubicBezTo>
                      <a:pt x="109111" y="136823"/>
                      <a:pt x="116993" y="129563"/>
                      <a:pt x="134576" y="102335"/>
                    </a:cubicBezTo>
                    <a:lnTo>
                      <a:pt x="130332" y="9991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42442D3-AD80-E768-6B46-A2F8D6445213}"/>
                  </a:ext>
                </a:extLst>
              </p:cNvPr>
              <p:cNvSpPr/>
              <p:nvPr>
                <p:custDataLst>
                  <p:tags r:id="rId190"/>
                </p:custDataLst>
              </p:nvPr>
            </p:nvSpPr>
            <p:spPr>
              <a:xfrm>
                <a:off x="11899031" y="6935598"/>
                <a:ext cx="99831" cy="151335"/>
              </a:xfrm>
              <a:custGeom>
                <a:avLst/>
                <a:gdLst>
                  <a:gd name="connsiteX0" fmla="*/ 100110 w 99831"/>
                  <a:gd name="connsiteY0" fmla="*/ 120749 h 151335"/>
                  <a:gd name="connsiteX1" fmla="*/ 97194 w 99831"/>
                  <a:gd name="connsiteY1" fmla="*/ 119630 h 151335"/>
                  <a:gd name="connsiteX2" fmla="*/ 75882 w 99831"/>
                  <a:gd name="connsiteY2" fmla="*/ 134405 h 151335"/>
                  <a:gd name="connsiteX3" fmla="*/ 22264 w 99831"/>
                  <a:gd name="connsiteY3" fmla="*/ 134405 h 151335"/>
                  <a:gd name="connsiteX4" fmla="*/ 59953 w 99831"/>
                  <a:gd name="connsiteY4" fmla="*/ 95004 h 151335"/>
                  <a:gd name="connsiteX5" fmla="*/ 88669 w 99831"/>
                  <a:gd name="connsiteY5" fmla="*/ 39709 h 151335"/>
                  <a:gd name="connsiteX6" fmla="*/ 47166 w 99831"/>
                  <a:gd name="connsiteY6" fmla="*/ 84 h 151335"/>
                  <a:gd name="connsiteX7" fmla="*/ 14861 w 99831"/>
                  <a:gd name="connsiteY7" fmla="*/ 13963 h 151335"/>
                  <a:gd name="connsiteX8" fmla="*/ 503 w 99831"/>
                  <a:gd name="connsiteY8" fmla="*/ 44634 h 151335"/>
                  <a:gd name="connsiteX9" fmla="*/ 5214 w 99831"/>
                  <a:gd name="connsiteY9" fmla="*/ 45753 h 151335"/>
                  <a:gd name="connsiteX10" fmla="*/ 37744 w 99831"/>
                  <a:gd name="connsiteY10" fmla="*/ 16650 h 151335"/>
                  <a:gd name="connsiteX11" fmla="*/ 69376 w 99831"/>
                  <a:gd name="connsiteY11" fmla="*/ 48216 h 151335"/>
                  <a:gd name="connsiteX12" fmla="*/ 40211 w 99831"/>
                  <a:gd name="connsiteY12" fmla="*/ 106422 h 151335"/>
                  <a:gd name="connsiteX13" fmla="*/ 279 w 99831"/>
                  <a:gd name="connsiteY13" fmla="*/ 148733 h 151335"/>
                  <a:gd name="connsiteX14" fmla="*/ 279 w 99831"/>
                  <a:gd name="connsiteY14" fmla="*/ 151419 h 151335"/>
                  <a:gd name="connsiteX15" fmla="*/ 87772 w 99831"/>
                  <a:gd name="connsiteY15" fmla="*/ 151419 h 151335"/>
                  <a:gd name="connsiteX16" fmla="*/ 100110 w 99831"/>
                  <a:gd name="connsiteY16" fmla="*/ 120749 h 15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831" h="151335">
                    <a:moveTo>
                      <a:pt x="100110" y="120749"/>
                    </a:moveTo>
                    <a:lnTo>
                      <a:pt x="97194" y="119630"/>
                    </a:lnTo>
                    <a:cubicBezTo>
                      <a:pt x="88893" y="132390"/>
                      <a:pt x="85977" y="134405"/>
                      <a:pt x="75882" y="134405"/>
                    </a:cubicBezTo>
                    <a:lnTo>
                      <a:pt x="22264" y="134405"/>
                    </a:lnTo>
                    <a:lnTo>
                      <a:pt x="59953" y="95004"/>
                    </a:lnTo>
                    <a:cubicBezTo>
                      <a:pt x="79920" y="74184"/>
                      <a:pt x="88669" y="57170"/>
                      <a:pt x="88669" y="39709"/>
                    </a:cubicBezTo>
                    <a:cubicBezTo>
                      <a:pt x="88669" y="17322"/>
                      <a:pt x="70497" y="84"/>
                      <a:pt x="47166" y="84"/>
                    </a:cubicBezTo>
                    <a:cubicBezTo>
                      <a:pt x="34827" y="84"/>
                      <a:pt x="23162" y="5009"/>
                      <a:pt x="14861" y="13963"/>
                    </a:cubicBezTo>
                    <a:cubicBezTo>
                      <a:pt x="7682" y="21575"/>
                      <a:pt x="4317" y="28739"/>
                      <a:pt x="503" y="44634"/>
                    </a:cubicBezTo>
                    <a:lnTo>
                      <a:pt x="5214" y="45753"/>
                    </a:lnTo>
                    <a:cubicBezTo>
                      <a:pt x="14188" y="23814"/>
                      <a:pt x="22264" y="16650"/>
                      <a:pt x="37744" y="16650"/>
                    </a:cubicBezTo>
                    <a:cubicBezTo>
                      <a:pt x="56588" y="16650"/>
                      <a:pt x="69376" y="29410"/>
                      <a:pt x="69376" y="48216"/>
                    </a:cubicBezTo>
                    <a:cubicBezTo>
                      <a:pt x="69376" y="65677"/>
                      <a:pt x="59056" y="86497"/>
                      <a:pt x="40211" y="106422"/>
                    </a:cubicBezTo>
                    <a:lnTo>
                      <a:pt x="279" y="148733"/>
                    </a:lnTo>
                    <a:lnTo>
                      <a:pt x="279" y="151419"/>
                    </a:lnTo>
                    <a:lnTo>
                      <a:pt x="87772" y="151419"/>
                    </a:lnTo>
                    <a:lnTo>
                      <a:pt x="100110" y="120749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46D2C95-4F99-B11F-8DBC-C8E3DF61898A}"/>
                  </a:ext>
                </a:extLst>
              </p:cNvPr>
              <p:cNvSpPr/>
              <p:nvPr>
                <p:custDataLst>
                  <p:tags r:id="rId191"/>
                </p:custDataLst>
              </p:nvPr>
            </p:nvSpPr>
            <p:spPr>
              <a:xfrm>
                <a:off x="12037386" y="6814168"/>
                <a:ext cx="70333" cy="302526"/>
              </a:xfrm>
              <a:custGeom>
                <a:avLst/>
                <a:gdLst>
                  <a:gd name="connsiteX0" fmla="*/ 70618 w 70333"/>
                  <a:gd name="connsiteY0" fmla="*/ 151344 h 302526"/>
                  <a:gd name="connsiteX1" fmla="*/ 50609 w 70333"/>
                  <a:gd name="connsiteY1" fmla="*/ 56956 h 302526"/>
                  <a:gd name="connsiteX2" fmla="*/ 3316 w 70333"/>
                  <a:gd name="connsiteY2" fmla="*/ 81 h 302526"/>
                  <a:gd name="connsiteX3" fmla="*/ 284 w 70333"/>
                  <a:gd name="connsiteY3" fmla="*/ 3106 h 302526"/>
                  <a:gd name="connsiteX4" fmla="*/ 6044 w 70333"/>
                  <a:gd name="connsiteY4" fmla="*/ 10064 h 302526"/>
                  <a:gd name="connsiteX5" fmla="*/ 53035 w 70333"/>
                  <a:gd name="connsiteY5" fmla="*/ 151344 h 302526"/>
                  <a:gd name="connsiteX6" fmla="*/ 4225 w 70333"/>
                  <a:gd name="connsiteY6" fmla="*/ 294439 h 302526"/>
                  <a:gd name="connsiteX7" fmla="*/ 284 w 70333"/>
                  <a:gd name="connsiteY7" fmla="*/ 299582 h 302526"/>
                  <a:gd name="connsiteX8" fmla="*/ 3316 w 70333"/>
                  <a:gd name="connsiteY8" fmla="*/ 302607 h 302526"/>
                  <a:gd name="connsiteX9" fmla="*/ 51519 w 70333"/>
                  <a:gd name="connsiteY9" fmla="*/ 243615 h 302526"/>
                  <a:gd name="connsiteX10" fmla="*/ 70618 w 70333"/>
                  <a:gd name="connsiteY10" fmla="*/ 151344 h 30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333" h="302526">
                    <a:moveTo>
                      <a:pt x="70618" y="151344"/>
                    </a:moveTo>
                    <a:cubicBezTo>
                      <a:pt x="70618" y="127747"/>
                      <a:pt x="67283" y="91141"/>
                      <a:pt x="50609" y="56956"/>
                    </a:cubicBezTo>
                    <a:cubicBezTo>
                      <a:pt x="32419" y="19745"/>
                      <a:pt x="6348" y="81"/>
                      <a:pt x="3316" y="81"/>
                    </a:cubicBezTo>
                    <a:cubicBezTo>
                      <a:pt x="1497" y="81"/>
                      <a:pt x="284" y="1291"/>
                      <a:pt x="284" y="3106"/>
                    </a:cubicBezTo>
                    <a:cubicBezTo>
                      <a:pt x="284" y="4013"/>
                      <a:pt x="284" y="4618"/>
                      <a:pt x="6044" y="10064"/>
                    </a:cubicBezTo>
                    <a:cubicBezTo>
                      <a:pt x="35754" y="40014"/>
                      <a:pt x="53035" y="88116"/>
                      <a:pt x="53035" y="151344"/>
                    </a:cubicBezTo>
                    <a:cubicBezTo>
                      <a:pt x="53035" y="203076"/>
                      <a:pt x="41818" y="256321"/>
                      <a:pt x="4225" y="294439"/>
                    </a:cubicBezTo>
                    <a:cubicBezTo>
                      <a:pt x="284" y="298069"/>
                      <a:pt x="284" y="298674"/>
                      <a:pt x="284" y="299582"/>
                    </a:cubicBezTo>
                    <a:cubicBezTo>
                      <a:pt x="284" y="301397"/>
                      <a:pt x="1497" y="302607"/>
                      <a:pt x="3316" y="302607"/>
                    </a:cubicBezTo>
                    <a:cubicBezTo>
                      <a:pt x="6348" y="302607"/>
                      <a:pt x="33632" y="282035"/>
                      <a:pt x="51519" y="243615"/>
                    </a:cubicBezTo>
                    <a:cubicBezTo>
                      <a:pt x="66980" y="210337"/>
                      <a:pt x="70618" y="176756"/>
                      <a:pt x="70618" y="1513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17676A1-017F-10D0-E544-0AE0CB856993}"/>
                  </a:ext>
                </a:extLst>
              </p:cNvPr>
              <p:cNvSpPr/>
              <p:nvPr>
                <p:custDataLst>
                  <p:tags r:id="rId192"/>
                </p:custDataLst>
              </p:nvPr>
            </p:nvSpPr>
            <p:spPr>
              <a:xfrm>
                <a:off x="9322979" y="7164651"/>
                <a:ext cx="2815188" cy="12143"/>
              </a:xfrm>
              <a:custGeom>
                <a:avLst/>
                <a:gdLst>
                  <a:gd name="connsiteX0" fmla="*/ 0 w 2815188"/>
                  <a:gd name="connsiteY0" fmla="*/ 0 h 12143"/>
                  <a:gd name="connsiteX1" fmla="*/ 2815189 w 2815188"/>
                  <a:gd name="connsiteY1" fmla="*/ 0 h 12143"/>
                  <a:gd name="connsiteX2" fmla="*/ 2815189 w 2815188"/>
                  <a:gd name="connsiteY2" fmla="*/ 12143 h 12143"/>
                  <a:gd name="connsiteX3" fmla="*/ 0 w 2815188"/>
                  <a:gd name="connsiteY3" fmla="*/ 12143 h 12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5188" h="12143">
                    <a:moveTo>
                      <a:pt x="0" y="0"/>
                    </a:moveTo>
                    <a:lnTo>
                      <a:pt x="2815189" y="0"/>
                    </a:lnTo>
                    <a:lnTo>
                      <a:pt x="2815189" y="12143"/>
                    </a:lnTo>
                    <a:lnTo>
                      <a:pt x="0" y="12143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664365C-79F5-E05E-3CCD-5E5BD37AC433}"/>
                  </a:ext>
                </a:extLst>
              </p:cNvPr>
              <p:cNvSpPr/>
              <p:nvPr>
                <p:custDataLst>
                  <p:tags r:id="rId193"/>
                </p:custDataLst>
              </p:nvPr>
            </p:nvSpPr>
            <p:spPr>
              <a:xfrm>
                <a:off x="10664806" y="7248021"/>
                <a:ext cx="131572" cy="211163"/>
              </a:xfrm>
              <a:custGeom>
                <a:avLst/>
                <a:gdLst>
                  <a:gd name="connsiteX0" fmla="*/ 125142 w 131572"/>
                  <a:gd name="connsiteY0" fmla="*/ 95 h 211163"/>
                  <a:gd name="connsiteX1" fmla="*/ 50867 w 131572"/>
                  <a:gd name="connsiteY1" fmla="*/ 24297 h 211163"/>
                  <a:gd name="connsiteX2" fmla="*/ 239 w 131572"/>
                  <a:gd name="connsiteY2" fmla="*/ 122618 h 211163"/>
                  <a:gd name="connsiteX3" fmla="*/ 21461 w 131572"/>
                  <a:gd name="connsiteY3" fmla="*/ 190687 h 211163"/>
                  <a:gd name="connsiteX4" fmla="*/ 68148 w 131572"/>
                  <a:gd name="connsiteY4" fmla="*/ 211258 h 211163"/>
                  <a:gd name="connsiteX5" fmla="*/ 131812 w 131572"/>
                  <a:gd name="connsiteY5" fmla="*/ 140770 h 211163"/>
                  <a:gd name="connsiteX6" fmla="*/ 74817 w 131572"/>
                  <a:gd name="connsiteY6" fmla="*/ 77542 h 211163"/>
                  <a:gd name="connsiteX7" fmla="*/ 36012 w 131572"/>
                  <a:gd name="connsiteY7" fmla="*/ 91155 h 211163"/>
                  <a:gd name="connsiteX8" fmla="*/ 125748 w 131572"/>
                  <a:gd name="connsiteY8" fmla="*/ 4935 h 211163"/>
                  <a:gd name="connsiteX9" fmla="*/ 125142 w 131572"/>
                  <a:gd name="connsiteY9" fmla="*/ 95 h 211163"/>
                  <a:gd name="connsiteX10" fmla="*/ 63297 w 131572"/>
                  <a:gd name="connsiteY10" fmla="*/ 91458 h 211163"/>
                  <a:gd name="connsiteX11" fmla="*/ 104527 w 131572"/>
                  <a:gd name="connsiteY11" fmla="*/ 151056 h 211163"/>
                  <a:gd name="connsiteX12" fmla="*/ 71482 w 131572"/>
                  <a:gd name="connsiteY12" fmla="*/ 202788 h 211163"/>
                  <a:gd name="connsiteX13" fmla="*/ 28433 w 131572"/>
                  <a:gd name="connsiteY13" fmla="*/ 127459 h 211163"/>
                  <a:gd name="connsiteX14" fmla="*/ 36922 w 131572"/>
                  <a:gd name="connsiteY14" fmla="*/ 99021 h 211163"/>
                  <a:gd name="connsiteX15" fmla="*/ 63297 w 131572"/>
                  <a:gd name="connsiteY15" fmla="*/ 91458 h 211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572" h="211163">
                    <a:moveTo>
                      <a:pt x="125142" y="95"/>
                    </a:moveTo>
                    <a:cubicBezTo>
                      <a:pt x="90582" y="3120"/>
                      <a:pt x="72998" y="8868"/>
                      <a:pt x="50867" y="24297"/>
                    </a:cubicBezTo>
                    <a:cubicBezTo>
                      <a:pt x="18126" y="47591"/>
                      <a:pt x="239" y="82080"/>
                      <a:pt x="239" y="122618"/>
                    </a:cubicBezTo>
                    <a:cubicBezTo>
                      <a:pt x="239" y="148938"/>
                      <a:pt x="8425" y="175560"/>
                      <a:pt x="21461" y="190687"/>
                    </a:cubicBezTo>
                    <a:cubicBezTo>
                      <a:pt x="32981" y="203998"/>
                      <a:pt x="49351" y="211258"/>
                      <a:pt x="68148" y="211258"/>
                    </a:cubicBezTo>
                    <a:cubicBezTo>
                      <a:pt x="105740" y="211258"/>
                      <a:pt x="131812" y="182518"/>
                      <a:pt x="131812" y="140770"/>
                    </a:cubicBezTo>
                    <a:cubicBezTo>
                      <a:pt x="131812" y="102046"/>
                      <a:pt x="109681" y="77542"/>
                      <a:pt x="74817" y="77542"/>
                    </a:cubicBezTo>
                    <a:cubicBezTo>
                      <a:pt x="61478" y="77542"/>
                      <a:pt x="55112" y="79659"/>
                      <a:pt x="36012" y="91155"/>
                    </a:cubicBezTo>
                    <a:cubicBezTo>
                      <a:pt x="44198" y="45474"/>
                      <a:pt x="78152" y="12801"/>
                      <a:pt x="125748" y="4935"/>
                    </a:cubicBezTo>
                    <a:lnTo>
                      <a:pt x="125142" y="95"/>
                    </a:lnTo>
                    <a:close/>
                    <a:moveTo>
                      <a:pt x="63297" y="91458"/>
                    </a:moveTo>
                    <a:cubicBezTo>
                      <a:pt x="89369" y="91458"/>
                      <a:pt x="104527" y="113240"/>
                      <a:pt x="104527" y="151056"/>
                    </a:cubicBezTo>
                    <a:cubicBezTo>
                      <a:pt x="104527" y="184334"/>
                      <a:pt x="92704" y="202788"/>
                      <a:pt x="71482" y="202788"/>
                    </a:cubicBezTo>
                    <a:cubicBezTo>
                      <a:pt x="44804" y="202788"/>
                      <a:pt x="28433" y="174350"/>
                      <a:pt x="28433" y="127459"/>
                    </a:cubicBezTo>
                    <a:cubicBezTo>
                      <a:pt x="28433" y="112030"/>
                      <a:pt x="30859" y="103559"/>
                      <a:pt x="36922" y="99021"/>
                    </a:cubicBezTo>
                    <a:cubicBezTo>
                      <a:pt x="43288" y="94181"/>
                      <a:pt x="52686" y="91458"/>
                      <a:pt x="63297" y="914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713" name="Group 71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Start with interval: $[x0=_0, x_1, x_2]$ and use quadratic Lagrange Polynolial $f_2(x)$:&#10;}&#10;\end{document}" title="IguanaTex Shape Display">
            <a:extLst>
              <a:ext uri="{FF2B5EF4-FFF2-40B4-BE49-F238E27FC236}">
                <a16:creationId xmlns:a16="http://schemas.microsoft.com/office/drawing/2014/main" id="{0A31C725-99D6-BC8D-9D69-CB0153795B5B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1707349" y="819134"/>
            <a:ext cx="9501741" cy="294963"/>
            <a:chOff x="4887154" y="4184015"/>
            <a:chExt cx="9501741" cy="294963"/>
          </a:xfrm>
        </p:grpSpPr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793A6FCD-A3CB-7D3C-3D82-E351D9B6BF31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4887154" y="4205843"/>
              <a:ext cx="135618" cy="203524"/>
            </a:xfrm>
            <a:custGeom>
              <a:avLst/>
              <a:gdLst>
                <a:gd name="connsiteX0" fmla="*/ 122406 w 135618"/>
                <a:gd name="connsiteY0" fmla="*/ 62 h 203524"/>
                <a:gd name="connsiteX1" fmla="*/ 116063 w 135618"/>
                <a:gd name="connsiteY1" fmla="*/ 62 h 203524"/>
                <a:gd name="connsiteX2" fmla="*/ 106397 w 135618"/>
                <a:gd name="connsiteY2" fmla="*/ 10091 h 203524"/>
                <a:gd name="connsiteX3" fmla="*/ 93107 w 135618"/>
                <a:gd name="connsiteY3" fmla="*/ 6551 h 203524"/>
                <a:gd name="connsiteX4" fmla="*/ 61090 w 135618"/>
                <a:gd name="connsiteY4" fmla="*/ 62 h 203524"/>
                <a:gd name="connsiteX5" fmla="*/ 24845 w 135618"/>
                <a:gd name="connsiteY5" fmla="*/ 13630 h 203524"/>
                <a:gd name="connsiteX6" fmla="*/ 8837 w 135618"/>
                <a:gd name="connsiteY6" fmla="*/ 50501 h 203524"/>
                <a:gd name="connsiteX7" fmla="*/ 55956 w 135618"/>
                <a:gd name="connsiteY7" fmla="*/ 108019 h 203524"/>
                <a:gd name="connsiteX8" fmla="*/ 100960 w 135618"/>
                <a:gd name="connsiteY8" fmla="*/ 142529 h 203524"/>
                <a:gd name="connsiteX9" fmla="*/ 105189 w 135618"/>
                <a:gd name="connsiteY9" fmla="*/ 159637 h 203524"/>
                <a:gd name="connsiteX10" fmla="*/ 68038 w 135618"/>
                <a:gd name="connsiteY10" fmla="*/ 192968 h 203524"/>
                <a:gd name="connsiteX11" fmla="*/ 7024 w 135618"/>
                <a:gd name="connsiteY11" fmla="*/ 140760 h 203524"/>
                <a:gd name="connsiteX12" fmla="*/ 77 w 135618"/>
                <a:gd name="connsiteY12" fmla="*/ 140760 h 203524"/>
                <a:gd name="connsiteX13" fmla="*/ 9139 w 135618"/>
                <a:gd name="connsiteY13" fmla="*/ 203292 h 203524"/>
                <a:gd name="connsiteX14" fmla="*/ 15784 w 135618"/>
                <a:gd name="connsiteY14" fmla="*/ 203292 h 203524"/>
                <a:gd name="connsiteX15" fmla="*/ 24241 w 135618"/>
                <a:gd name="connsiteY15" fmla="*/ 193558 h 203524"/>
                <a:gd name="connsiteX16" fmla="*/ 38437 w 135618"/>
                <a:gd name="connsiteY16" fmla="*/ 196803 h 203524"/>
                <a:gd name="connsiteX17" fmla="*/ 74078 w 135618"/>
                <a:gd name="connsiteY17" fmla="*/ 203587 h 203524"/>
                <a:gd name="connsiteX18" fmla="*/ 135696 w 135618"/>
                <a:gd name="connsiteY18" fmla="*/ 149903 h 203524"/>
                <a:gd name="connsiteX19" fmla="*/ 79213 w 135618"/>
                <a:gd name="connsiteY19" fmla="*/ 85601 h 203524"/>
                <a:gd name="connsiteX20" fmla="*/ 34813 w 135618"/>
                <a:gd name="connsiteY20" fmla="*/ 39587 h 203524"/>
                <a:gd name="connsiteX21" fmla="*/ 66225 w 135618"/>
                <a:gd name="connsiteY21" fmla="*/ 12155 h 203524"/>
                <a:gd name="connsiteX22" fmla="*/ 103075 w 135618"/>
                <a:gd name="connsiteY22" fmla="*/ 28378 h 203524"/>
                <a:gd name="connsiteX23" fmla="*/ 121499 w 135618"/>
                <a:gd name="connsiteY23" fmla="*/ 62889 h 203524"/>
                <a:gd name="connsiteX24" fmla="*/ 129051 w 135618"/>
                <a:gd name="connsiteY24" fmla="*/ 62889 h 203524"/>
                <a:gd name="connsiteX25" fmla="*/ 122406 w 135618"/>
                <a:gd name="connsiteY25" fmla="*/ 6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618" h="203524">
                  <a:moveTo>
                    <a:pt x="122406" y="62"/>
                  </a:moveTo>
                  <a:lnTo>
                    <a:pt x="116063" y="62"/>
                  </a:lnTo>
                  <a:cubicBezTo>
                    <a:pt x="114855" y="6846"/>
                    <a:pt x="111532" y="10091"/>
                    <a:pt x="106397" y="10091"/>
                  </a:cubicBezTo>
                  <a:cubicBezTo>
                    <a:pt x="103377" y="10091"/>
                    <a:pt x="98242" y="8911"/>
                    <a:pt x="93107" y="6551"/>
                  </a:cubicBezTo>
                  <a:cubicBezTo>
                    <a:pt x="81932" y="2422"/>
                    <a:pt x="70756" y="62"/>
                    <a:pt x="61090" y="62"/>
                  </a:cubicBezTo>
                  <a:cubicBezTo>
                    <a:pt x="48103" y="62"/>
                    <a:pt x="34813" y="5076"/>
                    <a:pt x="24845" y="13630"/>
                  </a:cubicBezTo>
                  <a:cubicBezTo>
                    <a:pt x="14274" y="22774"/>
                    <a:pt x="8837" y="35163"/>
                    <a:pt x="8837" y="50501"/>
                  </a:cubicBezTo>
                  <a:cubicBezTo>
                    <a:pt x="8837" y="74098"/>
                    <a:pt x="22127" y="90616"/>
                    <a:pt x="55956" y="108019"/>
                  </a:cubicBezTo>
                  <a:cubicBezTo>
                    <a:pt x="77703" y="119227"/>
                    <a:pt x="93409" y="131321"/>
                    <a:pt x="100960" y="142529"/>
                  </a:cubicBezTo>
                  <a:cubicBezTo>
                    <a:pt x="103679" y="146364"/>
                    <a:pt x="105189" y="152558"/>
                    <a:pt x="105189" y="159637"/>
                  </a:cubicBezTo>
                  <a:cubicBezTo>
                    <a:pt x="105189" y="179400"/>
                    <a:pt x="90087" y="192968"/>
                    <a:pt x="68038" y="192968"/>
                  </a:cubicBezTo>
                  <a:cubicBezTo>
                    <a:pt x="41155" y="192968"/>
                    <a:pt x="22127" y="176745"/>
                    <a:pt x="7024" y="140760"/>
                  </a:cubicBezTo>
                  <a:lnTo>
                    <a:pt x="77" y="140760"/>
                  </a:lnTo>
                  <a:lnTo>
                    <a:pt x="9139" y="203292"/>
                  </a:lnTo>
                  <a:lnTo>
                    <a:pt x="15784" y="203292"/>
                  </a:lnTo>
                  <a:cubicBezTo>
                    <a:pt x="16086" y="197687"/>
                    <a:pt x="19710" y="193558"/>
                    <a:pt x="24241" y="193558"/>
                  </a:cubicBezTo>
                  <a:cubicBezTo>
                    <a:pt x="27563" y="193558"/>
                    <a:pt x="32698" y="194738"/>
                    <a:pt x="38437" y="196803"/>
                  </a:cubicBezTo>
                  <a:cubicBezTo>
                    <a:pt x="49915" y="201227"/>
                    <a:pt x="61997" y="203587"/>
                    <a:pt x="74078" y="203587"/>
                  </a:cubicBezTo>
                  <a:cubicBezTo>
                    <a:pt x="108814" y="203587"/>
                    <a:pt x="135696" y="180285"/>
                    <a:pt x="135696" y="149903"/>
                  </a:cubicBezTo>
                  <a:cubicBezTo>
                    <a:pt x="135696" y="125716"/>
                    <a:pt x="119083" y="106544"/>
                    <a:pt x="79213" y="85601"/>
                  </a:cubicBezTo>
                  <a:cubicBezTo>
                    <a:pt x="47498" y="68493"/>
                    <a:pt x="34813" y="55515"/>
                    <a:pt x="34813" y="39587"/>
                  </a:cubicBezTo>
                  <a:cubicBezTo>
                    <a:pt x="34813" y="23364"/>
                    <a:pt x="47498" y="12155"/>
                    <a:pt x="66225" y="12155"/>
                  </a:cubicBezTo>
                  <a:cubicBezTo>
                    <a:pt x="79817" y="12155"/>
                    <a:pt x="92503" y="17760"/>
                    <a:pt x="103075" y="28378"/>
                  </a:cubicBezTo>
                  <a:cubicBezTo>
                    <a:pt x="112438" y="37817"/>
                    <a:pt x="116667" y="45486"/>
                    <a:pt x="121499" y="62889"/>
                  </a:cubicBezTo>
                  <a:lnTo>
                    <a:pt x="129051" y="62889"/>
                  </a:lnTo>
                  <a:lnTo>
                    <a:pt x="122406" y="6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EB6E0C7-CCF9-77C9-0B4C-EC778BDA432C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5046960" y="4234454"/>
              <a:ext cx="80343" cy="173733"/>
            </a:xfrm>
            <a:custGeom>
              <a:avLst/>
              <a:gdLst>
                <a:gd name="connsiteX0" fmla="*/ 73178 w 80343"/>
                <a:gd name="connsiteY0" fmla="*/ 38112 h 173733"/>
                <a:gd name="connsiteX1" fmla="*/ 42671 w 80343"/>
                <a:gd name="connsiteY1" fmla="*/ 38112 h 173733"/>
                <a:gd name="connsiteX2" fmla="*/ 42671 w 80343"/>
                <a:gd name="connsiteY2" fmla="*/ 3897 h 173733"/>
                <a:gd name="connsiteX3" fmla="*/ 40557 w 80343"/>
                <a:gd name="connsiteY3" fmla="*/ 62 h 173733"/>
                <a:gd name="connsiteX4" fmla="*/ 34516 w 80343"/>
                <a:gd name="connsiteY4" fmla="*/ 8321 h 173733"/>
                <a:gd name="connsiteX5" fmla="*/ 5217 w 80343"/>
                <a:gd name="connsiteY5" fmla="*/ 39882 h 173733"/>
                <a:gd name="connsiteX6" fmla="*/ 83 w 80343"/>
                <a:gd name="connsiteY6" fmla="*/ 45486 h 173733"/>
                <a:gd name="connsiteX7" fmla="*/ 1291 w 80343"/>
                <a:gd name="connsiteY7" fmla="*/ 47551 h 173733"/>
                <a:gd name="connsiteX8" fmla="*/ 17299 w 80343"/>
                <a:gd name="connsiteY8" fmla="*/ 47551 h 173733"/>
                <a:gd name="connsiteX9" fmla="*/ 17299 w 80343"/>
                <a:gd name="connsiteY9" fmla="*/ 136335 h 173733"/>
                <a:gd name="connsiteX10" fmla="*/ 44181 w 80343"/>
                <a:gd name="connsiteY10" fmla="*/ 173796 h 173733"/>
                <a:gd name="connsiteX11" fmla="*/ 80427 w 80343"/>
                <a:gd name="connsiteY11" fmla="*/ 151378 h 173733"/>
                <a:gd name="connsiteX12" fmla="*/ 76500 w 80343"/>
                <a:gd name="connsiteY12" fmla="*/ 148134 h 173733"/>
                <a:gd name="connsiteX13" fmla="*/ 58377 w 80343"/>
                <a:gd name="connsiteY13" fmla="*/ 158457 h 173733"/>
                <a:gd name="connsiteX14" fmla="*/ 42671 w 80343"/>
                <a:gd name="connsiteY14" fmla="*/ 131911 h 173733"/>
                <a:gd name="connsiteX15" fmla="*/ 42671 w 80343"/>
                <a:gd name="connsiteY15" fmla="*/ 47551 h 173733"/>
                <a:gd name="connsiteX16" fmla="*/ 73178 w 80343"/>
                <a:gd name="connsiteY16" fmla="*/ 47551 h 173733"/>
                <a:gd name="connsiteX17" fmla="*/ 73178 w 80343"/>
                <a:gd name="connsiteY17" fmla="*/ 38112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43" h="173733">
                  <a:moveTo>
                    <a:pt x="73178" y="38112"/>
                  </a:moveTo>
                  <a:lnTo>
                    <a:pt x="42671" y="38112"/>
                  </a:lnTo>
                  <a:lnTo>
                    <a:pt x="42671" y="3897"/>
                  </a:lnTo>
                  <a:cubicBezTo>
                    <a:pt x="42671" y="947"/>
                    <a:pt x="42369" y="62"/>
                    <a:pt x="40557" y="62"/>
                  </a:cubicBezTo>
                  <a:cubicBezTo>
                    <a:pt x="38442" y="2717"/>
                    <a:pt x="36630" y="5371"/>
                    <a:pt x="34516" y="8321"/>
                  </a:cubicBezTo>
                  <a:cubicBezTo>
                    <a:pt x="23038" y="24544"/>
                    <a:pt x="10050" y="38702"/>
                    <a:pt x="5217" y="39882"/>
                  </a:cubicBezTo>
                  <a:cubicBezTo>
                    <a:pt x="1895" y="41947"/>
                    <a:pt x="83" y="44012"/>
                    <a:pt x="83" y="45486"/>
                  </a:cubicBezTo>
                  <a:cubicBezTo>
                    <a:pt x="83" y="46371"/>
                    <a:pt x="385" y="46961"/>
                    <a:pt x="1291" y="47551"/>
                  </a:cubicBezTo>
                  <a:lnTo>
                    <a:pt x="17299" y="47551"/>
                  </a:lnTo>
                  <a:lnTo>
                    <a:pt x="17299" y="136335"/>
                  </a:lnTo>
                  <a:cubicBezTo>
                    <a:pt x="17299" y="161112"/>
                    <a:pt x="26361" y="173796"/>
                    <a:pt x="44181" y="173796"/>
                  </a:cubicBezTo>
                  <a:cubicBezTo>
                    <a:pt x="58981" y="173796"/>
                    <a:pt x="70459" y="166716"/>
                    <a:pt x="80427" y="151378"/>
                  </a:cubicBezTo>
                  <a:lnTo>
                    <a:pt x="76500" y="148134"/>
                  </a:lnTo>
                  <a:cubicBezTo>
                    <a:pt x="70157" y="155508"/>
                    <a:pt x="65022" y="158457"/>
                    <a:pt x="58377" y="158457"/>
                  </a:cubicBezTo>
                  <a:cubicBezTo>
                    <a:pt x="47202" y="158457"/>
                    <a:pt x="42671" y="150493"/>
                    <a:pt x="42671" y="131911"/>
                  </a:cubicBezTo>
                  <a:lnTo>
                    <a:pt x="42671" y="47551"/>
                  </a:lnTo>
                  <a:lnTo>
                    <a:pt x="73178" y="47551"/>
                  </a:lnTo>
                  <a:lnTo>
                    <a:pt x="73178" y="3811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E6F28E66-C95F-EFE3-8EA6-9958AF016D5A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5138489" y="4269555"/>
              <a:ext cx="122328" cy="138632"/>
            </a:xfrm>
            <a:custGeom>
              <a:avLst/>
              <a:gdLst>
                <a:gd name="connsiteX0" fmla="*/ 122414 w 122328"/>
                <a:gd name="connsiteY0" fmla="*/ 116278 h 138632"/>
                <a:gd name="connsiteX1" fmla="*/ 109124 w 122328"/>
                <a:gd name="connsiteY1" fmla="*/ 121882 h 138632"/>
                <a:gd name="connsiteX2" fmla="*/ 100063 w 122328"/>
                <a:gd name="connsiteY2" fmla="*/ 104774 h 138632"/>
                <a:gd name="connsiteX3" fmla="*/ 100063 w 122328"/>
                <a:gd name="connsiteY3" fmla="*/ 47256 h 138632"/>
                <a:gd name="connsiteX4" fmla="*/ 94022 w 122328"/>
                <a:gd name="connsiteY4" fmla="*/ 16285 h 138632"/>
                <a:gd name="connsiteX5" fmla="*/ 56568 w 122328"/>
                <a:gd name="connsiteY5" fmla="*/ 62 h 138632"/>
                <a:gd name="connsiteX6" fmla="*/ 5824 w 122328"/>
                <a:gd name="connsiteY6" fmla="*/ 33098 h 138632"/>
                <a:gd name="connsiteX7" fmla="*/ 18812 w 122328"/>
                <a:gd name="connsiteY7" fmla="*/ 45782 h 138632"/>
                <a:gd name="connsiteX8" fmla="*/ 32404 w 122328"/>
                <a:gd name="connsiteY8" fmla="*/ 33393 h 138632"/>
                <a:gd name="connsiteX9" fmla="*/ 31800 w 122328"/>
                <a:gd name="connsiteY9" fmla="*/ 28674 h 138632"/>
                <a:gd name="connsiteX10" fmla="*/ 30894 w 122328"/>
                <a:gd name="connsiteY10" fmla="*/ 21595 h 138632"/>
                <a:gd name="connsiteX11" fmla="*/ 52641 w 122328"/>
                <a:gd name="connsiteY11" fmla="*/ 7141 h 138632"/>
                <a:gd name="connsiteX12" fmla="*/ 75597 w 122328"/>
                <a:gd name="connsiteY12" fmla="*/ 31623 h 138632"/>
                <a:gd name="connsiteX13" fmla="*/ 75597 w 122328"/>
                <a:gd name="connsiteY13" fmla="*/ 49616 h 138632"/>
                <a:gd name="connsiteX14" fmla="*/ 10959 w 122328"/>
                <a:gd name="connsiteY14" fmla="*/ 81472 h 138632"/>
                <a:gd name="connsiteX15" fmla="*/ 86 w 122328"/>
                <a:gd name="connsiteY15" fmla="*/ 107134 h 138632"/>
                <a:gd name="connsiteX16" fmla="*/ 31800 w 122328"/>
                <a:gd name="connsiteY16" fmla="*/ 138695 h 138632"/>
                <a:gd name="connsiteX17" fmla="*/ 75899 w 122328"/>
                <a:gd name="connsiteY17" fmla="*/ 117163 h 138632"/>
                <a:gd name="connsiteX18" fmla="*/ 95230 w 122328"/>
                <a:gd name="connsiteY18" fmla="*/ 138695 h 138632"/>
                <a:gd name="connsiteX19" fmla="*/ 122414 w 122328"/>
                <a:gd name="connsiteY19" fmla="*/ 123947 h 138632"/>
                <a:gd name="connsiteX20" fmla="*/ 122414 w 122328"/>
                <a:gd name="connsiteY20" fmla="*/ 116278 h 138632"/>
                <a:gd name="connsiteX21" fmla="*/ 75597 w 122328"/>
                <a:gd name="connsiteY21" fmla="*/ 99465 h 138632"/>
                <a:gd name="connsiteX22" fmla="*/ 67744 w 122328"/>
                <a:gd name="connsiteY22" fmla="*/ 114803 h 138632"/>
                <a:gd name="connsiteX23" fmla="*/ 45694 w 122328"/>
                <a:gd name="connsiteY23" fmla="*/ 121587 h 138632"/>
                <a:gd name="connsiteX24" fmla="*/ 26666 w 122328"/>
                <a:gd name="connsiteY24" fmla="*/ 98875 h 138632"/>
                <a:gd name="connsiteX25" fmla="*/ 26666 w 122328"/>
                <a:gd name="connsiteY25" fmla="*/ 97695 h 138632"/>
                <a:gd name="connsiteX26" fmla="*/ 75597 w 122328"/>
                <a:gd name="connsiteY26" fmla="*/ 56695 h 138632"/>
                <a:gd name="connsiteX27" fmla="*/ 75597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414" y="116278"/>
                  </a:moveTo>
                  <a:cubicBezTo>
                    <a:pt x="117279" y="120407"/>
                    <a:pt x="113655" y="121882"/>
                    <a:pt x="109124" y="121882"/>
                  </a:cubicBezTo>
                  <a:cubicBezTo>
                    <a:pt x="102177" y="121882"/>
                    <a:pt x="100063" y="117753"/>
                    <a:pt x="100063" y="104774"/>
                  </a:cubicBezTo>
                  <a:lnTo>
                    <a:pt x="100063" y="47256"/>
                  </a:lnTo>
                  <a:cubicBezTo>
                    <a:pt x="100063" y="31918"/>
                    <a:pt x="98552" y="23364"/>
                    <a:pt x="94022" y="16285"/>
                  </a:cubicBezTo>
                  <a:cubicBezTo>
                    <a:pt x="87377" y="5666"/>
                    <a:pt x="74389" y="62"/>
                    <a:pt x="56568" y="62"/>
                  </a:cubicBezTo>
                  <a:cubicBezTo>
                    <a:pt x="28176" y="62"/>
                    <a:pt x="5824" y="14515"/>
                    <a:pt x="5824" y="33098"/>
                  </a:cubicBezTo>
                  <a:cubicBezTo>
                    <a:pt x="5824" y="39882"/>
                    <a:pt x="11865" y="45782"/>
                    <a:pt x="18812" y="45782"/>
                  </a:cubicBezTo>
                  <a:cubicBezTo>
                    <a:pt x="26061" y="45782"/>
                    <a:pt x="32404" y="39882"/>
                    <a:pt x="32404" y="33393"/>
                  </a:cubicBezTo>
                  <a:cubicBezTo>
                    <a:pt x="32404" y="32213"/>
                    <a:pt x="32102" y="30738"/>
                    <a:pt x="31800" y="28674"/>
                  </a:cubicBezTo>
                  <a:cubicBezTo>
                    <a:pt x="31196" y="26019"/>
                    <a:pt x="30894" y="23659"/>
                    <a:pt x="30894" y="21595"/>
                  </a:cubicBezTo>
                  <a:cubicBezTo>
                    <a:pt x="30894" y="13630"/>
                    <a:pt x="40560" y="7141"/>
                    <a:pt x="52641" y="7141"/>
                  </a:cubicBezTo>
                  <a:cubicBezTo>
                    <a:pt x="67442" y="7141"/>
                    <a:pt x="75597" y="15695"/>
                    <a:pt x="75597" y="31623"/>
                  </a:cubicBezTo>
                  <a:lnTo>
                    <a:pt x="75597" y="49616"/>
                  </a:lnTo>
                  <a:cubicBezTo>
                    <a:pt x="29082" y="67904"/>
                    <a:pt x="23947" y="70263"/>
                    <a:pt x="10959" y="81472"/>
                  </a:cubicBezTo>
                  <a:cubicBezTo>
                    <a:pt x="4314" y="87371"/>
                    <a:pt x="86" y="97400"/>
                    <a:pt x="86" y="107134"/>
                  </a:cubicBezTo>
                  <a:cubicBezTo>
                    <a:pt x="86" y="125717"/>
                    <a:pt x="13376" y="138695"/>
                    <a:pt x="31800" y="138695"/>
                  </a:cubicBezTo>
                  <a:cubicBezTo>
                    <a:pt x="45090" y="138695"/>
                    <a:pt x="57474" y="132501"/>
                    <a:pt x="75899" y="117163"/>
                  </a:cubicBezTo>
                  <a:cubicBezTo>
                    <a:pt x="77409" y="132501"/>
                    <a:pt x="82846" y="138695"/>
                    <a:pt x="95230" y="138695"/>
                  </a:cubicBezTo>
                  <a:cubicBezTo>
                    <a:pt x="105499" y="138695"/>
                    <a:pt x="111842" y="135155"/>
                    <a:pt x="122414" y="123947"/>
                  </a:cubicBezTo>
                  <a:lnTo>
                    <a:pt x="122414" y="116278"/>
                  </a:lnTo>
                  <a:close/>
                  <a:moveTo>
                    <a:pt x="75597" y="99465"/>
                  </a:moveTo>
                  <a:cubicBezTo>
                    <a:pt x="75597" y="108609"/>
                    <a:pt x="74087" y="111263"/>
                    <a:pt x="67744" y="114803"/>
                  </a:cubicBezTo>
                  <a:cubicBezTo>
                    <a:pt x="60495" y="118932"/>
                    <a:pt x="52037" y="121587"/>
                    <a:pt x="45694" y="121587"/>
                  </a:cubicBezTo>
                  <a:cubicBezTo>
                    <a:pt x="35123" y="121587"/>
                    <a:pt x="26666" y="111558"/>
                    <a:pt x="26666" y="98875"/>
                  </a:cubicBezTo>
                  <a:lnTo>
                    <a:pt x="26666" y="97695"/>
                  </a:lnTo>
                  <a:cubicBezTo>
                    <a:pt x="26666" y="80292"/>
                    <a:pt x="39049" y="69674"/>
                    <a:pt x="75597" y="56695"/>
                  </a:cubicBezTo>
                  <a:lnTo>
                    <a:pt x="75597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46AE8EF4-8460-DADD-CFE6-5B86CBED9FDA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5263433" y="4269555"/>
              <a:ext cx="99674" cy="135683"/>
            </a:xfrm>
            <a:custGeom>
              <a:avLst/>
              <a:gdLst>
                <a:gd name="connsiteX0" fmla="*/ 694 w 99674"/>
                <a:gd name="connsiteY0" fmla="*/ 20710 h 135683"/>
                <a:gd name="connsiteX1" fmla="*/ 11266 w 99674"/>
                <a:gd name="connsiteY1" fmla="*/ 19530 h 135683"/>
                <a:gd name="connsiteX2" fmla="*/ 21535 w 99674"/>
                <a:gd name="connsiteY2" fmla="*/ 37228 h 135683"/>
                <a:gd name="connsiteX3" fmla="*/ 21535 w 99674"/>
                <a:gd name="connsiteY3" fmla="*/ 110968 h 135683"/>
                <a:gd name="connsiteX4" fmla="*/ 90 w 99674"/>
                <a:gd name="connsiteY4" fmla="*/ 131321 h 135683"/>
                <a:gd name="connsiteX5" fmla="*/ 90 w 99674"/>
                <a:gd name="connsiteY5" fmla="*/ 135745 h 135683"/>
                <a:gd name="connsiteX6" fmla="*/ 72581 w 99674"/>
                <a:gd name="connsiteY6" fmla="*/ 135745 h 135683"/>
                <a:gd name="connsiteX7" fmla="*/ 72581 w 99674"/>
                <a:gd name="connsiteY7" fmla="*/ 131321 h 135683"/>
                <a:gd name="connsiteX8" fmla="*/ 46907 w 99674"/>
                <a:gd name="connsiteY8" fmla="*/ 109199 h 135683"/>
                <a:gd name="connsiteX9" fmla="*/ 46907 w 99674"/>
                <a:gd name="connsiteY9" fmla="*/ 42832 h 135683"/>
                <a:gd name="connsiteX10" fmla="*/ 68050 w 99674"/>
                <a:gd name="connsiteY10" fmla="*/ 18645 h 135683"/>
                <a:gd name="connsiteX11" fmla="*/ 75903 w 99674"/>
                <a:gd name="connsiteY11" fmla="*/ 23069 h 135683"/>
                <a:gd name="connsiteX12" fmla="*/ 87985 w 99674"/>
                <a:gd name="connsiteY12" fmla="*/ 28969 h 135683"/>
                <a:gd name="connsiteX13" fmla="*/ 99765 w 99674"/>
                <a:gd name="connsiteY13" fmla="*/ 15695 h 135683"/>
                <a:gd name="connsiteX14" fmla="*/ 83152 w 99674"/>
                <a:gd name="connsiteY14" fmla="*/ 62 h 135683"/>
                <a:gd name="connsiteX15" fmla="*/ 46907 w 99674"/>
                <a:gd name="connsiteY15" fmla="*/ 27789 h 135683"/>
                <a:gd name="connsiteX16" fmla="*/ 46907 w 99674"/>
                <a:gd name="connsiteY16" fmla="*/ 652 h 135683"/>
                <a:gd name="connsiteX17" fmla="*/ 45397 w 99674"/>
                <a:gd name="connsiteY17" fmla="*/ 62 h 135683"/>
                <a:gd name="connsiteX18" fmla="*/ 694 w 99674"/>
                <a:gd name="connsiteY18" fmla="*/ 15990 h 135683"/>
                <a:gd name="connsiteX19" fmla="*/ 694 w 99674"/>
                <a:gd name="connsiteY19" fmla="*/ 2071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74" h="135683">
                  <a:moveTo>
                    <a:pt x="694" y="20710"/>
                  </a:moveTo>
                  <a:cubicBezTo>
                    <a:pt x="4923" y="19825"/>
                    <a:pt x="7641" y="19530"/>
                    <a:pt x="11266" y="19530"/>
                  </a:cubicBezTo>
                  <a:cubicBezTo>
                    <a:pt x="18817" y="19530"/>
                    <a:pt x="21535" y="24249"/>
                    <a:pt x="21535" y="37228"/>
                  </a:cubicBezTo>
                  <a:lnTo>
                    <a:pt x="21535" y="110968"/>
                  </a:lnTo>
                  <a:cubicBezTo>
                    <a:pt x="21535" y="125717"/>
                    <a:pt x="19421" y="127781"/>
                    <a:pt x="90" y="131321"/>
                  </a:cubicBezTo>
                  <a:lnTo>
                    <a:pt x="90" y="135745"/>
                  </a:lnTo>
                  <a:lnTo>
                    <a:pt x="72581" y="135745"/>
                  </a:lnTo>
                  <a:lnTo>
                    <a:pt x="72581" y="131321"/>
                  </a:lnTo>
                  <a:cubicBezTo>
                    <a:pt x="52042" y="130436"/>
                    <a:pt x="46907" y="126012"/>
                    <a:pt x="46907" y="109199"/>
                  </a:cubicBezTo>
                  <a:lnTo>
                    <a:pt x="46907" y="42832"/>
                  </a:lnTo>
                  <a:cubicBezTo>
                    <a:pt x="46907" y="33393"/>
                    <a:pt x="59895" y="18645"/>
                    <a:pt x="68050" y="18645"/>
                  </a:cubicBezTo>
                  <a:cubicBezTo>
                    <a:pt x="69862" y="18645"/>
                    <a:pt x="72581" y="20120"/>
                    <a:pt x="75903" y="23069"/>
                  </a:cubicBezTo>
                  <a:cubicBezTo>
                    <a:pt x="80736" y="27199"/>
                    <a:pt x="84058" y="28969"/>
                    <a:pt x="87985" y="28969"/>
                  </a:cubicBezTo>
                  <a:cubicBezTo>
                    <a:pt x="95234" y="28969"/>
                    <a:pt x="99765" y="23954"/>
                    <a:pt x="99765" y="15695"/>
                  </a:cubicBezTo>
                  <a:cubicBezTo>
                    <a:pt x="99765" y="5961"/>
                    <a:pt x="93422" y="62"/>
                    <a:pt x="83152" y="62"/>
                  </a:cubicBezTo>
                  <a:cubicBezTo>
                    <a:pt x="70466" y="62"/>
                    <a:pt x="61707" y="6846"/>
                    <a:pt x="46907" y="27789"/>
                  </a:cubicBezTo>
                  <a:lnTo>
                    <a:pt x="46907" y="652"/>
                  </a:lnTo>
                  <a:lnTo>
                    <a:pt x="45397" y="62"/>
                  </a:lnTo>
                  <a:cubicBezTo>
                    <a:pt x="29388" y="6551"/>
                    <a:pt x="18515" y="10386"/>
                    <a:pt x="694" y="15990"/>
                  </a:cubicBezTo>
                  <a:lnTo>
                    <a:pt x="694" y="2071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2A715BD6-767F-CC12-57FF-C456FBD49923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5366806" y="4234454"/>
              <a:ext cx="80343" cy="173733"/>
            </a:xfrm>
            <a:custGeom>
              <a:avLst/>
              <a:gdLst>
                <a:gd name="connsiteX0" fmla="*/ 73188 w 80343"/>
                <a:gd name="connsiteY0" fmla="*/ 38112 h 173733"/>
                <a:gd name="connsiteX1" fmla="*/ 42682 w 80343"/>
                <a:gd name="connsiteY1" fmla="*/ 38112 h 173733"/>
                <a:gd name="connsiteX2" fmla="*/ 42682 w 80343"/>
                <a:gd name="connsiteY2" fmla="*/ 3897 h 173733"/>
                <a:gd name="connsiteX3" fmla="*/ 40567 w 80343"/>
                <a:gd name="connsiteY3" fmla="*/ 62 h 173733"/>
                <a:gd name="connsiteX4" fmla="*/ 34526 w 80343"/>
                <a:gd name="connsiteY4" fmla="*/ 8321 h 173733"/>
                <a:gd name="connsiteX5" fmla="*/ 5228 w 80343"/>
                <a:gd name="connsiteY5" fmla="*/ 39882 h 173733"/>
                <a:gd name="connsiteX6" fmla="*/ 93 w 80343"/>
                <a:gd name="connsiteY6" fmla="*/ 45486 h 173733"/>
                <a:gd name="connsiteX7" fmla="*/ 1301 w 80343"/>
                <a:gd name="connsiteY7" fmla="*/ 47551 h 173733"/>
                <a:gd name="connsiteX8" fmla="*/ 17310 w 80343"/>
                <a:gd name="connsiteY8" fmla="*/ 47551 h 173733"/>
                <a:gd name="connsiteX9" fmla="*/ 17310 w 80343"/>
                <a:gd name="connsiteY9" fmla="*/ 136335 h 173733"/>
                <a:gd name="connsiteX10" fmla="*/ 44192 w 80343"/>
                <a:gd name="connsiteY10" fmla="*/ 173796 h 173733"/>
                <a:gd name="connsiteX11" fmla="*/ 80437 w 80343"/>
                <a:gd name="connsiteY11" fmla="*/ 151378 h 173733"/>
                <a:gd name="connsiteX12" fmla="*/ 76511 w 80343"/>
                <a:gd name="connsiteY12" fmla="*/ 148134 h 173733"/>
                <a:gd name="connsiteX13" fmla="*/ 58388 w 80343"/>
                <a:gd name="connsiteY13" fmla="*/ 158457 h 173733"/>
                <a:gd name="connsiteX14" fmla="*/ 42682 w 80343"/>
                <a:gd name="connsiteY14" fmla="*/ 131911 h 173733"/>
                <a:gd name="connsiteX15" fmla="*/ 42682 w 80343"/>
                <a:gd name="connsiteY15" fmla="*/ 47551 h 173733"/>
                <a:gd name="connsiteX16" fmla="*/ 73188 w 80343"/>
                <a:gd name="connsiteY16" fmla="*/ 47551 h 173733"/>
                <a:gd name="connsiteX17" fmla="*/ 73188 w 80343"/>
                <a:gd name="connsiteY17" fmla="*/ 38112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43" h="173733">
                  <a:moveTo>
                    <a:pt x="73188" y="38112"/>
                  </a:moveTo>
                  <a:lnTo>
                    <a:pt x="42682" y="38112"/>
                  </a:lnTo>
                  <a:lnTo>
                    <a:pt x="42682" y="3897"/>
                  </a:lnTo>
                  <a:cubicBezTo>
                    <a:pt x="42682" y="947"/>
                    <a:pt x="42379" y="62"/>
                    <a:pt x="40567" y="62"/>
                  </a:cubicBezTo>
                  <a:cubicBezTo>
                    <a:pt x="38453" y="2717"/>
                    <a:pt x="36641" y="5371"/>
                    <a:pt x="34526" y="8321"/>
                  </a:cubicBezTo>
                  <a:cubicBezTo>
                    <a:pt x="23049" y="24544"/>
                    <a:pt x="10061" y="38702"/>
                    <a:pt x="5228" y="39882"/>
                  </a:cubicBezTo>
                  <a:cubicBezTo>
                    <a:pt x="1905" y="41947"/>
                    <a:pt x="93" y="44012"/>
                    <a:pt x="93" y="45486"/>
                  </a:cubicBezTo>
                  <a:cubicBezTo>
                    <a:pt x="93" y="46371"/>
                    <a:pt x="395" y="46961"/>
                    <a:pt x="1301" y="47551"/>
                  </a:cubicBezTo>
                  <a:lnTo>
                    <a:pt x="17310" y="47551"/>
                  </a:lnTo>
                  <a:lnTo>
                    <a:pt x="17310" y="136335"/>
                  </a:lnTo>
                  <a:cubicBezTo>
                    <a:pt x="17310" y="161112"/>
                    <a:pt x="26371" y="173796"/>
                    <a:pt x="44192" y="173796"/>
                  </a:cubicBezTo>
                  <a:cubicBezTo>
                    <a:pt x="58992" y="173796"/>
                    <a:pt x="70470" y="166716"/>
                    <a:pt x="80437" y="151378"/>
                  </a:cubicBezTo>
                  <a:lnTo>
                    <a:pt x="76511" y="148134"/>
                  </a:lnTo>
                  <a:cubicBezTo>
                    <a:pt x="70168" y="155508"/>
                    <a:pt x="65033" y="158457"/>
                    <a:pt x="58388" y="158457"/>
                  </a:cubicBezTo>
                  <a:cubicBezTo>
                    <a:pt x="47212" y="158457"/>
                    <a:pt x="42682" y="150493"/>
                    <a:pt x="42682" y="131911"/>
                  </a:cubicBezTo>
                  <a:lnTo>
                    <a:pt x="42682" y="47551"/>
                  </a:lnTo>
                  <a:lnTo>
                    <a:pt x="73188" y="47551"/>
                  </a:lnTo>
                  <a:lnTo>
                    <a:pt x="73188" y="3811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3D6F2072-E3CC-5BAB-35FC-B562BD11D55C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5529298" y="4272504"/>
              <a:ext cx="203276" cy="136863"/>
            </a:xfrm>
            <a:custGeom>
              <a:avLst/>
              <a:gdLst>
                <a:gd name="connsiteX0" fmla="*/ 166224 w 203276"/>
                <a:gd name="connsiteY0" fmla="*/ 62 h 136863"/>
                <a:gd name="connsiteX1" fmla="*/ 166224 w 203276"/>
                <a:gd name="connsiteY1" fmla="*/ 4487 h 136863"/>
                <a:gd name="connsiteX2" fmla="*/ 179514 w 203276"/>
                <a:gd name="connsiteY2" fmla="*/ 13631 h 136863"/>
                <a:gd name="connsiteX3" fmla="*/ 174379 w 203276"/>
                <a:gd name="connsiteY3" fmla="*/ 33098 h 136863"/>
                <a:gd name="connsiteX4" fmla="*/ 147195 w 203276"/>
                <a:gd name="connsiteY4" fmla="*/ 98580 h 136863"/>
                <a:gd name="connsiteX5" fmla="*/ 121823 w 203276"/>
                <a:gd name="connsiteY5" fmla="*/ 32508 h 136863"/>
                <a:gd name="connsiteX6" fmla="*/ 116688 w 203276"/>
                <a:gd name="connsiteY6" fmla="*/ 15105 h 136863"/>
                <a:gd name="connsiteX7" fmla="*/ 134207 w 203276"/>
                <a:gd name="connsiteY7" fmla="*/ 4487 h 136863"/>
                <a:gd name="connsiteX8" fmla="*/ 134207 w 203276"/>
                <a:gd name="connsiteY8" fmla="*/ 62 h 136863"/>
                <a:gd name="connsiteX9" fmla="*/ 72892 w 203276"/>
                <a:gd name="connsiteY9" fmla="*/ 62 h 136863"/>
                <a:gd name="connsiteX10" fmla="*/ 72892 w 203276"/>
                <a:gd name="connsiteY10" fmla="*/ 4487 h 136863"/>
                <a:gd name="connsiteX11" fmla="*/ 93733 w 203276"/>
                <a:gd name="connsiteY11" fmla="*/ 24839 h 136863"/>
                <a:gd name="connsiteX12" fmla="*/ 99774 w 203276"/>
                <a:gd name="connsiteY12" fmla="*/ 41357 h 136863"/>
                <a:gd name="connsiteX13" fmla="*/ 72288 w 203276"/>
                <a:gd name="connsiteY13" fmla="*/ 100055 h 136863"/>
                <a:gd name="connsiteX14" fmla="*/ 42385 w 203276"/>
                <a:gd name="connsiteY14" fmla="*/ 23069 h 136863"/>
                <a:gd name="connsiteX15" fmla="*/ 40573 w 203276"/>
                <a:gd name="connsiteY15" fmla="*/ 14220 h 136863"/>
                <a:gd name="connsiteX16" fmla="*/ 54467 w 203276"/>
                <a:gd name="connsiteY16" fmla="*/ 4487 h 136863"/>
                <a:gd name="connsiteX17" fmla="*/ 54467 w 203276"/>
                <a:gd name="connsiteY17" fmla="*/ 62 h 136863"/>
                <a:gd name="connsiteX18" fmla="*/ 99 w 203276"/>
                <a:gd name="connsiteY18" fmla="*/ 62 h 136863"/>
                <a:gd name="connsiteX19" fmla="*/ 99 w 203276"/>
                <a:gd name="connsiteY19" fmla="*/ 4487 h 136863"/>
                <a:gd name="connsiteX20" fmla="*/ 16107 w 203276"/>
                <a:gd name="connsiteY20" fmla="*/ 23069 h 136863"/>
                <a:gd name="connsiteX21" fmla="*/ 56883 w 203276"/>
                <a:gd name="connsiteY21" fmla="*/ 123947 h 136863"/>
                <a:gd name="connsiteX22" fmla="*/ 64737 w 203276"/>
                <a:gd name="connsiteY22" fmla="*/ 136925 h 136863"/>
                <a:gd name="connsiteX23" fmla="*/ 72288 w 203276"/>
                <a:gd name="connsiteY23" fmla="*/ 125422 h 136863"/>
                <a:gd name="connsiteX24" fmla="*/ 106117 w 203276"/>
                <a:gd name="connsiteY24" fmla="*/ 54630 h 136863"/>
                <a:gd name="connsiteX25" fmla="*/ 133603 w 203276"/>
                <a:gd name="connsiteY25" fmla="*/ 124242 h 136863"/>
                <a:gd name="connsiteX26" fmla="*/ 140852 w 203276"/>
                <a:gd name="connsiteY26" fmla="*/ 136925 h 136863"/>
                <a:gd name="connsiteX27" fmla="*/ 149309 w 203276"/>
                <a:gd name="connsiteY27" fmla="*/ 122472 h 136863"/>
                <a:gd name="connsiteX28" fmla="*/ 190991 w 203276"/>
                <a:gd name="connsiteY28" fmla="*/ 20415 h 136863"/>
                <a:gd name="connsiteX29" fmla="*/ 203375 w 203276"/>
                <a:gd name="connsiteY29" fmla="*/ 4487 h 136863"/>
                <a:gd name="connsiteX30" fmla="*/ 203375 w 203276"/>
                <a:gd name="connsiteY30" fmla="*/ 62 h 136863"/>
                <a:gd name="connsiteX31" fmla="*/ 166224 w 203276"/>
                <a:gd name="connsiteY31" fmla="*/ 62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276" h="136863">
                  <a:moveTo>
                    <a:pt x="166224" y="62"/>
                  </a:moveTo>
                  <a:lnTo>
                    <a:pt x="166224" y="4487"/>
                  </a:lnTo>
                  <a:cubicBezTo>
                    <a:pt x="176493" y="6551"/>
                    <a:pt x="179514" y="8616"/>
                    <a:pt x="179514" y="13631"/>
                  </a:cubicBezTo>
                  <a:cubicBezTo>
                    <a:pt x="179514" y="18055"/>
                    <a:pt x="177701" y="25134"/>
                    <a:pt x="174379" y="33098"/>
                  </a:cubicBezTo>
                  <a:lnTo>
                    <a:pt x="147195" y="98580"/>
                  </a:lnTo>
                  <a:lnTo>
                    <a:pt x="121823" y="32508"/>
                  </a:lnTo>
                  <a:cubicBezTo>
                    <a:pt x="116688" y="18940"/>
                    <a:pt x="116688" y="18940"/>
                    <a:pt x="116688" y="15105"/>
                  </a:cubicBezTo>
                  <a:cubicBezTo>
                    <a:pt x="116688" y="8616"/>
                    <a:pt x="120011" y="6551"/>
                    <a:pt x="134207" y="4487"/>
                  </a:cubicBezTo>
                  <a:lnTo>
                    <a:pt x="134207" y="62"/>
                  </a:lnTo>
                  <a:lnTo>
                    <a:pt x="72892" y="62"/>
                  </a:lnTo>
                  <a:lnTo>
                    <a:pt x="72892" y="4487"/>
                  </a:lnTo>
                  <a:cubicBezTo>
                    <a:pt x="84067" y="5666"/>
                    <a:pt x="87692" y="8911"/>
                    <a:pt x="93733" y="24839"/>
                  </a:cubicBezTo>
                  <a:cubicBezTo>
                    <a:pt x="95847" y="30443"/>
                    <a:pt x="97962" y="36048"/>
                    <a:pt x="99774" y="41357"/>
                  </a:cubicBezTo>
                  <a:lnTo>
                    <a:pt x="72288" y="100055"/>
                  </a:lnTo>
                  <a:lnTo>
                    <a:pt x="42385" y="23069"/>
                  </a:lnTo>
                  <a:cubicBezTo>
                    <a:pt x="41177" y="20120"/>
                    <a:pt x="40573" y="17170"/>
                    <a:pt x="40573" y="14220"/>
                  </a:cubicBezTo>
                  <a:cubicBezTo>
                    <a:pt x="40573" y="8026"/>
                    <a:pt x="44197" y="5666"/>
                    <a:pt x="54467" y="4487"/>
                  </a:cubicBezTo>
                  <a:lnTo>
                    <a:pt x="54467" y="62"/>
                  </a:lnTo>
                  <a:lnTo>
                    <a:pt x="99" y="62"/>
                  </a:lnTo>
                  <a:lnTo>
                    <a:pt x="99" y="4487"/>
                  </a:lnTo>
                  <a:cubicBezTo>
                    <a:pt x="7046" y="5077"/>
                    <a:pt x="9462" y="8026"/>
                    <a:pt x="16107" y="23069"/>
                  </a:cubicBezTo>
                  <a:lnTo>
                    <a:pt x="56883" y="123947"/>
                  </a:lnTo>
                  <a:cubicBezTo>
                    <a:pt x="60508" y="132796"/>
                    <a:pt x="62924" y="136925"/>
                    <a:pt x="64737" y="136925"/>
                  </a:cubicBezTo>
                  <a:cubicBezTo>
                    <a:pt x="66247" y="136925"/>
                    <a:pt x="68663" y="133091"/>
                    <a:pt x="72288" y="125422"/>
                  </a:cubicBezTo>
                  <a:lnTo>
                    <a:pt x="106117" y="54630"/>
                  </a:lnTo>
                  <a:lnTo>
                    <a:pt x="133603" y="124242"/>
                  </a:lnTo>
                  <a:cubicBezTo>
                    <a:pt x="137831" y="135155"/>
                    <a:pt x="139040" y="136925"/>
                    <a:pt x="140852" y="136925"/>
                  </a:cubicBezTo>
                  <a:cubicBezTo>
                    <a:pt x="142966" y="136925"/>
                    <a:pt x="144476" y="134271"/>
                    <a:pt x="149309" y="122472"/>
                  </a:cubicBezTo>
                  <a:lnTo>
                    <a:pt x="190991" y="20415"/>
                  </a:lnTo>
                  <a:cubicBezTo>
                    <a:pt x="196428" y="8026"/>
                    <a:pt x="197334" y="6551"/>
                    <a:pt x="203375" y="4487"/>
                  </a:cubicBezTo>
                  <a:lnTo>
                    <a:pt x="203375" y="62"/>
                  </a:lnTo>
                  <a:lnTo>
                    <a:pt x="166224" y="6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4E19F215-8BC6-F8C9-0C62-E6783B1281A5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5746681" y="4203778"/>
              <a:ext cx="71584" cy="201460"/>
            </a:xfrm>
            <a:custGeom>
              <a:avLst/>
              <a:gdLst>
                <a:gd name="connsiteX0" fmla="*/ 48131 w 71584"/>
                <a:gd name="connsiteY0" fmla="*/ 65839 h 201460"/>
                <a:gd name="connsiteX1" fmla="*/ 1314 w 71584"/>
                <a:gd name="connsiteY1" fmla="*/ 82062 h 201460"/>
                <a:gd name="connsiteX2" fmla="*/ 1314 w 71584"/>
                <a:gd name="connsiteY2" fmla="*/ 86486 h 201460"/>
                <a:gd name="connsiteX3" fmla="*/ 3730 w 71584"/>
                <a:gd name="connsiteY3" fmla="*/ 86191 h 201460"/>
                <a:gd name="connsiteX4" fmla="*/ 14000 w 71584"/>
                <a:gd name="connsiteY4" fmla="*/ 85306 h 201460"/>
                <a:gd name="connsiteX5" fmla="*/ 23967 w 71584"/>
                <a:gd name="connsiteY5" fmla="*/ 103004 h 201460"/>
                <a:gd name="connsiteX6" fmla="*/ 23967 w 71584"/>
                <a:gd name="connsiteY6" fmla="*/ 171436 h 201460"/>
                <a:gd name="connsiteX7" fmla="*/ 106 w 71584"/>
                <a:gd name="connsiteY7" fmla="*/ 197098 h 201460"/>
                <a:gd name="connsiteX8" fmla="*/ 106 w 71584"/>
                <a:gd name="connsiteY8" fmla="*/ 201522 h 201460"/>
                <a:gd name="connsiteX9" fmla="*/ 71690 w 71584"/>
                <a:gd name="connsiteY9" fmla="*/ 201522 h 201460"/>
                <a:gd name="connsiteX10" fmla="*/ 71690 w 71584"/>
                <a:gd name="connsiteY10" fmla="*/ 197098 h 201460"/>
                <a:gd name="connsiteX11" fmla="*/ 49339 w 71584"/>
                <a:gd name="connsiteY11" fmla="*/ 171436 h 201460"/>
                <a:gd name="connsiteX12" fmla="*/ 49339 w 71584"/>
                <a:gd name="connsiteY12" fmla="*/ 66724 h 201460"/>
                <a:gd name="connsiteX13" fmla="*/ 48131 w 71584"/>
                <a:gd name="connsiteY13" fmla="*/ 65839 h 201460"/>
                <a:gd name="connsiteX14" fmla="*/ 33935 w 71584"/>
                <a:gd name="connsiteY14" fmla="*/ 62 h 201460"/>
                <a:gd name="connsiteX15" fmla="*/ 18832 w 71584"/>
                <a:gd name="connsiteY15" fmla="*/ 15105 h 201460"/>
                <a:gd name="connsiteX16" fmla="*/ 33935 w 71584"/>
                <a:gd name="connsiteY16" fmla="*/ 30148 h 201460"/>
                <a:gd name="connsiteX17" fmla="*/ 49641 w 71584"/>
                <a:gd name="connsiteY17" fmla="*/ 15105 h 201460"/>
                <a:gd name="connsiteX18" fmla="*/ 33935 w 71584"/>
                <a:gd name="connsiteY18" fmla="*/ 6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84" h="201460">
                  <a:moveTo>
                    <a:pt x="48131" y="65839"/>
                  </a:moveTo>
                  <a:lnTo>
                    <a:pt x="1314" y="82062"/>
                  </a:lnTo>
                  <a:lnTo>
                    <a:pt x="1314" y="86486"/>
                  </a:lnTo>
                  <a:lnTo>
                    <a:pt x="3730" y="86191"/>
                  </a:lnTo>
                  <a:cubicBezTo>
                    <a:pt x="7355" y="85601"/>
                    <a:pt x="11281" y="85306"/>
                    <a:pt x="14000" y="85306"/>
                  </a:cubicBezTo>
                  <a:cubicBezTo>
                    <a:pt x="21249" y="85306"/>
                    <a:pt x="23967" y="90026"/>
                    <a:pt x="23967" y="103004"/>
                  </a:cubicBezTo>
                  <a:lnTo>
                    <a:pt x="23967" y="171436"/>
                  </a:lnTo>
                  <a:cubicBezTo>
                    <a:pt x="23967" y="192673"/>
                    <a:pt x="20947" y="195918"/>
                    <a:pt x="106" y="197098"/>
                  </a:cubicBezTo>
                  <a:lnTo>
                    <a:pt x="106" y="201522"/>
                  </a:lnTo>
                  <a:lnTo>
                    <a:pt x="71690" y="201522"/>
                  </a:lnTo>
                  <a:lnTo>
                    <a:pt x="71690" y="197098"/>
                  </a:lnTo>
                  <a:cubicBezTo>
                    <a:pt x="51755" y="195623"/>
                    <a:pt x="49339" y="192673"/>
                    <a:pt x="49339" y="171436"/>
                  </a:cubicBezTo>
                  <a:lnTo>
                    <a:pt x="49339" y="66724"/>
                  </a:lnTo>
                  <a:lnTo>
                    <a:pt x="48131" y="65839"/>
                  </a:lnTo>
                  <a:close/>
                  <a:moveTo>
                    <a:pt x="33935" y="62"/>
                  </a:moveTo>
                  <a:cubicBezTo>
                    <a:pt x="25779" y="62"/>
                    <a:pt x="18832" y="6846"/>
                    <a:pt x="18832" y="15105"/>
                  </a:cubicBezTo>
                  <a:cubicBezTo>
                    <a:pt x="18832" y="23364"/>
                    <a:pt x="25477" y="30148"/>
                    <a:pt x="33935" y="30148"/>
                  </a:cubicBezTo>
                  <a:cubicBezTo>
                    <a:pt x="42694" y="30148"/>
                    <a:pt x="49641" y="23659"/>
                    <a:pt x="49641" y="15105"/>
                  </a:cubicBezTo>
                  <a:cubicBezTo>
                    <a:pt x="49641" y="6846"/>
                    <a:pt x="42694" y="62"/>
                    <a:pt x="33935" y="62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5B1AD37D-F90D-7551-B765-DA64D8742AD9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5830055" y="4234454"/>
              <a:ext cx="80343" cy="173733"/>
            </a:xfrm>
            <a:custGeom>
              <a:avLst/>
              <a:gdLst>
                <a:gd name="connsiteX0" fmla="*/ 73203 w 80343"/>
                <a:gd name="connsiteY0" fmla="*/ 38112 h 173733"/>
                <a:gd name="connsiteX1" fmla="*/ 42697 w 80343"/>
                <a:gd name="connsiteY1" fmla="*/ 38112 h 173733"/>
                <a:gd name="connsiteX2" fmla="*/ 42697 w 80343"/>
                <a:gd name="connsiteY2" fmla="*/ 3897 h 173733"/>
                <a:gd name="connsiteX3" fmla="*/ 40582 w 80343"/>
                <a:gd name="connsiteY3" fmla="*/ 62 h 173733"/>
                <a:gd name="connsiteX4" fmla="*/ 34541 w 80343"/>
                <a:gd name="connsiteY4" fmla="*/ 8321 h 173733"/>
                <a:gd name="connsiteX5" fmla="*/ 5243 w 80343"/>
                <a:gd name="connsiteY5" fmla="*/ 39882 h 173733"/>
                <a:gd name="connsiteX6" fmla="*/ 108 w 80343"/>
                <a:gd name="connsiteY6" fmla="*/ 45486 h 173733"/>
                <a:gd name="connsiteX7" fmla="*/ 1317 w 80343"/>
                <a:gd name="connsiteY7" fmla="*/ 47551 h 173733"/>
                <a:gd name="connsiteX8" fmla="*/ 17325 w 80343"/>
                <a:gd name="connsiteY8" fmla="*/ 47551 h 173733"/>
                <a:gd name="connsiteX9" fmla="*/ 17325 w 80343"/>
                <a:gd name="connsiteY9" fmla="*/ 136335 h 173733"/>
                <a:gd name="connsiteX10" fmla="*/ 44207 w 80343"/>
                <a:gd name="connsiteY10" fmla="*/ 173796 h 173733"/>
                <a:gd name="connsiteX11" fmla="*/ 80452 w 80343"/>
                <a:gd name="connsiteY11" fmla="*/ 151378 h 173733"/>
                <a:gd name="connsiteX12" fmla="*/ 76526 w 80343"/>
                <a:gd name="connsiteY12" fmla="*/ 148134 h 173733"/>
                <a:gd name="connsiteX13" fmla="*/ 58403 w 80343"/>
                <a:gd name="connsiteY13" fmla="*/ 158457 h 173733"/>
                <a:gd name="connsiteX14" fmla="*/ 42697 w 80343"/>
                <a:gd name="connsiteY14" fmla="*/ 131911 h 173733"/>
                <a:gd name="connsiteX15" fmla="*/ 42697 w 80343"/>
                <a:gd name="connsiteY15" fmla="*/ 47551 h 173733"/>
                <a:gd name="connsiteX16" fmla="*/ 73203 w 80343"/>
                <a:gd name="connsiteY16" fmla="*/ 47551 h 173733"/>
                <a:gd name="connsiteX17" fmla="*/ 73203 w 80343"/>
                <a:gd name="connsiteY17" fmla="*/ 38112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43" h="173733">
                  <a:moveTo>
                    <a:pt x="73203" y="38112"/>
                  </a:moveTo>
                  <a:lnTo>
                    <a:pt x="42697" y="38112"/>
                  </a:lnTo>
                  <a:lnTo>
                    <a:pt x="42697" y="3897"/>
                  </a:lnTo>
                  <a:cubicBezTo>
                    <a:pt x="42697" y="947"/>
                    <a:pt x="42395" y="62"/>
                    <a:pt x="40582" y="62"/>
                  </a:cubicBezTo>
                  <a:cubicBezTo>
                    <a:pt x="38468" y="2717"/>
                    <a:pt x="36656" y="5371"/>
                    <a:pt x="34541" y="8321"/>
                  </a:cubicBezTo>
                  <a:cubicBezTo>
                    <a:pt x="23064" y="24544"/>
                    <a:pt x="10076" y="38702"/>
                    <a:pt x="5243" y="39882"/>
                  </a:cubicBezTo>
                  <a:cubicBezTo>
                    <a:pt x="1921" y="41947"/>
                    <a:pt x="108" y="44012"/>
                    <a:pt x="108" y="45486"/>
                  </a:cubicBezTo>
                  <a:cubicBezTo>
                    <a:pt x="108" y="46371"/>
                    <a:pt x="410" y="46961"/>
                    <a:pt x="1317" y="47551"/>
                  </a:cubicBezTo>
                  <a:lnTo>
                    <a:pt x="17325" y="47551"/>
                  </a:lnTo>
                  <a:lnTo>
                    <a:pt x="17325" y="136335"/>
                  </a:lnTo>
                  <a:cubicBezTo>
                    <a:pt x="17325" y="161112"/>
                    <a:pt x="26386" y="173796"/>
                    <a:pt x="44207" y="173796"/>
                  </a:cubicBezTo>
                  <a:cubicBezTo>
                    <a:pt x="59007" y="173796"/>
                    <a:pt x="70485" y="166716"/>
                    <a:pt x="80452" y="151378"/>
                  </a:cubicBezTo>
                  <a:lnTo>
                    <a:pt x="76526" y="148134"/>
                  </a:lnTo>
                  <a:cubicBezTo>
                    <a:pt x="70183" y="155508"/>
                    <a:pt x="65048" y="158457"/>
                    <a:pt x="58403" y="158457"/>
                  </a:cubicBezTo>
                  <a:cubicBezTo>
                    <a:pt x="47227" y="158457"/>
                    <a:pt x="42697" y="150493"/>
                    <a:pt x="42697" y="131911"/>
                  </a:cubicBezTo>
                  <a:lnTo>
                    <a:pt x="42697" y="47551"/>
                  </a:lnTo>
                  <a:lnTo>
                    <a:pt x="73203" y="47551"/>
                  </a:lnTo>
                  <a:lnTo>
                    <a:pt x="73203" y="3811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9FA4219-4BC6-D00D-F295-8521C9FCF97B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5913128" y="4203778"/>
              <a:ext cx="144377" cy="201460"/>
            </a:xfrm>
            <a:custGeom>
              <a:avLst/>
              <a:gdLst>
                <a:gd name="connsiteX0" fmla="*/ 44814 w 144377"/>
                <a:gd name="connsiteY0" fmla="*/ 100349 h 201460"/>
                <a:gd name="connsiteX1" fmla="*/ 78341 w 144377"/>
                <a:gd name="connsiteY1" fmla="*/ 81767 h 201460"/>
                <a:gd name="connsiteX2" fmla="*/ 100994 w 144377"/>
                <a:gd name="connsiteY2" fmla="*/ 113033 h 201460"/>
                <a:gd name="connsiteX3" fmla="*/ 100994 w 144377"/>
                <a:gd name="connsiteY3" fmla="*/ 171436 h 201460"/>
                <a:gd name="connsiteX4" fmla="*/ 80455 w 144377"/>
                <a:gd name="connsiteY4" fmla="*/ 197098 h 201460"/>
                <a:gd name="connsiteX5" fmla="*/ 80455 w 144377"/>
                <a:gd name="connsiteY5" fmla="*/ 201522 h 201460"/>
                <a:gd name="connsiteX6" fmla="*/ 144489 w 144377"/>
                <a:gd name="connsiteY6" fmla="*/ 201522 h 201460"/>
                <a:gd name="connsiteX7" fmla="*/ 144489 w 144377"/>
                <a:gd name="connsiteY7" fmla="*/ 197098 h 201460"/>
                <a:gd name="connsiteX8" fmla="*/ 126366 w 144377"/>
                <a:gd name="connsiteY8" fmla="*/ 171436 h 201460"/>
                <a:gd name="connsiteX9" fmla="*/ 126366 w 144377"/>
                <a:gd name="connsiteY9" fmla="*/ 112738 h 201460"/>
                <a:gd name="connsiteX10" fmla="*/ 89215 w 144377"/>
                <a:gd name="connsiteY10" fmla="*/ 65839 h 201460"/>
                <a:gd name="connsiteX11" fmla="*/ 44814 w 144377"/>
                <a:gd name="connsiteY11" fmla="*/ 90616 h 201460"/>
                <a:gd name="connsiteX12" fmla="*/ 44814 w 144377"/>
                <a:gd name="connsiteY12" fmla="*/ 947 h 201460"/>
                <a:gd name="connsiteX13" fmla="*/ 43304 w 144377"/>
                <a:gd name="connsiteY13" fmla="*/ 62 h 201460"/>
                <a:gd name="connsiteX14" fmla="*/ 8569 w 144377"/>
                <a:gd name="connsiteY14" fmla="*/ 10681 h 201460"/>
                <a:gd name="connsiteX15" fmla="*/ 413 w 144377"/>
                <a:gd name="connsiteY15" fmla="*/ 13040 h 201460"/>
                <a:gd name="connsiteX16" fmla="*/ 413 w 144377"/>
                <a:gd name="connsiteY16" fmla="*/ 17760 h 201460"/>
                <a:gd name="connsiteX17" fmla="*/ 4038 w 144377"/>
                <a:gd name="connsiteY17" fmla="*/ 17465 h 201460"/>
                <a:gd name="connsiteX18" fmla="*/ 19442 w 144377"/>
                <a:gd name="connsiteY18" fmla="*/ 32508 h 201460"/>
                <a:gd name="connsiteX19" fmla="*/ 19442 w 144377"/>
                <a:gd name="connsiteY19" fmla="*/ 171436 h 201460"/>
                <a:gd name="connsiteX20" fmla="*/ 111 w 144377"/>
                <a:gd name="connsiteY20" fmla="*/ 197098 h 201460"/>
                <a:gd name="connsiteX21" fmla="*/ 111 w 144377"/>
                <a:gd name="connsiteY21" fmla="*/ 201522 h 201460"/>
                <a:gd name="connsiteX22" fmla="*/ 65353 w 144377"/>
                <a:gd name="connsiteY22" fmla="*/ 201522 h 201460"/>
                <a:gd name="connsiteX23" fmla="*/ 65353 w 144377"/>
                <a:gd name="connsiteY23" fmla="*/ 197098 h 201460"/>
                <a:gd name="connsiteX24" fmla="*/ 44814 w 144377"/>
                <a:gd name="connsiteY24" fmla="*/ 171436 h 201460"/>
                <a:gd name="connsiteX25" fmla="*/ 44814 w 144377"/>
                <a:gd name="connsiteY25" fmla="*/ 100349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377" h="201460">
                  <a:moveTo>
                    <a:pt x="44814" y="100349"/>
                  </a:moveTo>
                  <a:cubicBezTo>
                    <a:pt x="57500" y="86781"/>
                    <a:pt x="66561" y="81767"/>
                    <a:pt x="78341" y="81767"/>
                  </a:cubicBezTo>
                  <a:cubicBezTo>
                    <a:pt x="93443" y="81767"/>
                    <a:pt x="100994" y="92385"/>
                    <a:pt x="100994" y="113033"/>
                  </a:cubicBezTo>
                  <a:lnTo>
                    <a:pt x="100994" y="171436"/>
                  </a:lnTo>
                  <a:cubicBezTo>
                    <a:pt x="100994" y="191493"/>
                    <a:pt x="97974" y="195328"/>
                    <a:pt x="80455" y="197098"/>
                  </a:cubicBezTo>
                  <a:lnTo>
                    <a:pt x="80455" y="201522"/>
                  </a:lnTo>
                  <a:lnTo>
                    <a:pt x="144489" y="201522"/>
                  </a:lnTo>
                  <a:lnTo>
                    <a:pt x="144489" y="197098"/>
                  </a:lnTo>
                  <a:cubicBezTo>
                    <a:pt x="128178" y="194148"/>
                    <a:pt x="126366" y="191788"/>
                    <a:pt x="126366" y="171436"/>
                  </a:cubicBezTo>
                  <a:lnTo>
                    <a:pt x="126366" y="112738"/>
                  </a:lnTo>
                  <a:cubicBezTo>
                    <a:pt x="126366" y="81767"/>
                    <a:pt x="113680" y="65839"/>
                    <a:pt x="89215" y="65839"/>
                  </a:cubicBezTo>
                  <a:cubicBezTo>
                    <a:pt x="71394" y="65839"/>
                    <a:pt x="58708" y="72918"/>
                    <a:pt x="44814" y="90616"/>
                  </a:cubicBezTo>
                  <a:lnTo>
                    <a:pt x="44814" y="947"/>
                  </a:lnTo>
                  <a:lnTo>
                    <a:pt x="43304" y="62"/>
                  </a:lnTo>
                  <a:cubicBezTo>
                    <a:pt x="33034" y="3601"/>
                    <a:pt x="25483" y="5961"/>
                    <a:pt x="8569" y="10681"/>
                  </a:cubicBezTo>
                  <a:lnTo>
                    <a:pt x="413" y="13040"/>
                  </a:lnTo>
                  <a:lnTo>
                    <a:pt x="413" y="17760"/>
                  </a:lnTo>
                  <a:cubicBezTo>
                    <a:pt x="1622" y="17465"/>
                    <a:pt x="2528" y="17465"/>
                    <a:pt x="4038" y="17465"/>
                  </a:cubicBezTo>
                  <a:cubicBezTo>
                    <a:pt x="17026" y="17465"/>
                    <a:pt x="19442" y="19824"/>
                    <a:pt x="19442" y="32508"/>
                  </a:cubicBezTo>
                  <a:lnTo>
                    <a:pt x="19442" y="171436"/>
                  </a:lnTo>
                  <a:cubicBezTo>
                    <a:pt x="19442" y="192083"/>
                    <a:pt x="17630" y="194738"/>
                    <a:pt x="111" y="197098"/>
                  </a:cubicBezTo>
                  <a:lnTo>
                    <a:pt x="111" y="201522"/>
                  </a:lnTo>
                  <a:lnTo>
                    <a:pt x="65353" y="201522"/>
                  </a:lnTo>
                  <a:lnTo>
                    <a:pt x="65353" y="197098"/>
                  </a:lnTo>
                  <a:cubicBezTo>
                    <a:pt x="47834" y="195328"/>
                    <a:pt x="44814" y="191788"/>
                    <a:pt x="44814" y="171436"/>
                  </a:cubicBezTo>
                  <a:lnTo>
                    <a:pt x="44814" y="100349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278B5D44-82B5-55E5-48F8-E9620EF8AAE8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6142625" y="4203778"/>
              <a:ext cx="71584" cy="201460"/>
            </a:xfrm>
            <a:custGeom>
              <a:avLst/>
              <a:gdLst>
                <a:gd name="connsiteX0" fmla="*/ 48144 w 71584"/>
                <a:gd name="connsiteY0" fmla="*/ 65839 h 201460"/>
                <a:gd name="connsiteX1" fmla="*/ 1327 w 71584"/>
                <a:gd name="connsiteY1" fmla="*/ 82062 h 201460"/>
                <a:gd name="connsiteX2" fmla="*/ 1327 w 71584"/>
                <a:gd name="connsiteY2" fmla="*/ 86486 h 201460"/>
                <a:gd name="connsiteX3" fmla="*/ 3743 w 71584"/>
                <a:gd name="connsiteY3" fmla="*/ 86191 h 201460"/>
                <a:gd name="connsiteX4" fmla="*/ 14013 w 71584"/>
                <a:gd name="connsiteY4" fmla="*/ 85306 h 201460"/>
                <a:gd name="connsiteX5" fmla="*/ 23980 w 71584"/>
                <a:gd name="connsiteY5" fmla="*/ 103004 h 201460"/>
                <a:gd name="connsiteX6" fmla="*/ 23980 w 71584"/>
                <a:gd name="connsiteY6" fmla="*/ 171436 h 201460"/>
                <a:gd name="connsiteX7" fmla="*/ 119 w 71584"/>
                <a:gd name="connsiteY7" fmla="*/ 197098 h 201460"/>
                <a:gd name="connsiteX8" fmla="*/ 119 w 71584"/>
                <a:gd name="connsiteY8" fmla="*/ 201522 h 201460"/>
                <a:gd name="connsiteX9" fmla="*/ 71703 w 71584"/>
                <a:gd name="connsiteY9" fmla="*/ 201522 h 201460"/>
                <a:gd name="connsiteX10" fmla="*/ 71703 w 71584"/>
                <a:gd name="connsiteY10" fmla="*/ 197098 h 201460"/>
                <a:gd name="connsiteX11" fmla="*/ 49352 w 71584"/>
                <a:gd name="connsiteY11" fmla="*/ 171436 h 201460"/>
                <a:gd name="connsiteX12" fmla="*/ 49352 w 71584"/>
                <a:gd name="connsiteY12" fmla="*/ 66724 h 201460"/>
                <a:gd name="connsiteX13" fmla="*/ 48144 w 71584"/>
                <a:gd name="connsiteY13" fmla="*/ 65839 h 201460"/>
                <a:gd name="connsiteX14" fmla="*/ 33948 w 71584"/>
                <a:gd name="connsiteY14" fmla="*/ 62 h 201460"/>
                <a:gd name="connsiteX15" fmla="*/ 18845 w 71584"/>
                <a:gd name="connsiteY15" fmla="*/ 15105 h 201460"/>
                <a:gd name="connsiteX16" fmla="*/ 33948 w 71584"/>
                <a:gd name="connsiteY16" fmla="*/ 30148 h 201460"/>
                <a:gd name="connsiteX17" fmla="*/ 49654 w 71584"/>
                <a:gd name="connsiteY17" fmla="*/ 15105 h 201460"/>
                <a:gd name="connsiteX18" fmla="*/ 33948 w 71584"/>
                <a:gd name="connsiteY18" fmla="*/ 6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84" h="201460">
                  <a:moveTo>
                    <a:pt x="48144" y="65839"/>
                  </a:moveTo>
                  <a:lnTo>
                    <a:pt x="1327" y="82062"/>
                  </a:lnTo>
                  <a:lnTo>
                    <a:pt x="1327" y="86486"/>
                  </a:lnTo>
                  <a:lnTo>
                    <a:pt x="3743" y="86191"/>
                  </a:lnTo>
                  <a:cubicBezTo>
                    <a:pt x="7368" y="85601"/>
                    <a:pt x="11294" y="85306"/>
                    <a:pt x="14013" y="85306"/>
                  </a:cubicBezTo>
                  <a:cubicBezTo>
                    <a:pt x="21262" y="85306"/>
                    <a:pt x="23980" y="90026"/>
                    <a:pt x="23980" y="103004"/>
                  </a:cubicBezTo>
                  <a:lnTo>
                    <a:pt x="23980" y="171436"/>
                  </a:lnTo>
                  <a:cubicBezTo>
                    <a:pt x="23980" y="192673"/>
                    <a:pt x="20960" y="195918"/>
                    <a:pt x="119" y="197098"/>
                  </a:cubicBezTo>
                  <a:lnTo>
                    <a:pt x="119" y="201522"/>
                  </a:lnTo>
                  <a:lnTo>
                    <a:pt x="71703" y="201522"/>
                  </a:lnTo>
                  <a:lnTo>
                    <a:pt x="71703" y="197098"/>
                  </a:lnTo>
                  <a:cubicBezTo>
                    <a:pt x="51768" y="195623"/>
                    <a:pt x="49352" y="192673"/>
                    <a:pt x="49352" y="171436"/>
                  </a:cubicBezTo>
                  <a:lnTo>
                    <a:pt x="49352" y="66724"/>
                  </a:lnTo>
                  <a:lnTo>
                    <a:pt x="48144" y="65839"/>
                  </a:lnTo>
                  <a:close/>
                  <a:moveTo>
                    <a:pt x="33948" y="62"/>
                  </a:moveTo>
                  <a:cubicBezTo>
                    <a:pt x="25792" y="62"/>
                    <a:pt x="18845" y="6846"/>
                    <a:pt x="18845" y="15105"/>
                  </a:cubicBezTo>
                  <a:cubicBezTo>
                    <a:pt x="18845" y="23364"/>
                    <a:pt x="25490" y="30148"/>
                    <a:pt x="33948" y="30148"/>
                  </a:cubicBezTo>
                  <a:cubicBezTo>
                    <a:pt x="42707" y="30148"/>
                    <a:pt x="49654" y="23659"/>
                    <a:pt x="49654" y="15105"/>
                  </a:cubicBezTo>
                  <a:cubicBezTo>
                    <a:pt x="49654" y="6846"/>
                    <a:pt x="42707" y="62"/>
                    <a:pt x="33948" y="62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B9F82972-C818-D99B-E561-9A47071ACCC1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6226906" y="4269555"/>
              <a:ext cx="141659" cy="135683"/>
            </a:xfrm>
            <a:custGeom>
              <a:avLst/>
              <a:gdLst>
                <a:gd name="connsiteX0" fmla="*/ 122 w 141659"/>
                <a:gd name="connsiteY0" fmla="*/ 18350 h 135683"/>
                <a:gd name="connsiteX1" fmla="*/ 8277 w 141659"/>
                <a:gd name="connsiteY1" fmla="*/ 17170 h 135683"/>
                <a:gd name="connsiteX2" fmla="*/ 19453 w 141659"/>
                <a:gd name="connsiteY2" fmla="*/ 36048 h 135683"/>
                <a:gd name="connsiteX3" fmla="*/ 19453 w 141659"/>
                <a:gd name="connsiteY3" fmla="*/ 109199 h 135683"/>
                <a:gd name="connsiteX4" fmla="*/ 726 w 141659"/>
                <a:gd name="connsiteY4" fmla="*/ 131321 h 135683"/>
                <a:gd name="connsiteX5" fmla="*/ 726 w 141659"/>
                <a:gd name="connsiteY5" fmla="*/ 135745 h 135683"/>
                <a:gd name="connsiteX6" fmla="*/ 64759 w 141659"/>
                <a:gd name="connsiteY6" fmla="*/ 135745 h 135683"/>
                <a:gd name="connsiteX7" fmla="*/ 64759 w 141659"/>
                <a:gd name="connsiteY7" fmla="*/ 131321 h 135683"/>
                <a:gd name="connsiteX8" fmla="*/ 44824 w 141659"/>
                <a:gd name="connsiteY8" fmla="*/ 115983 h 135683"/>
                <a:gd name="connsiteX9" fmla="*/ 44824 w 141659"/>
                <a:gd name="connsiteY9" fmla="*/ 33098 h 135683"/>
                <a:gd name="connsiteX10" fmla="*/ 75935 w 141659"/>
                <a:gd name="connsiteY10" fmla="*/ 16285 h 135683"/>
                <a:gd name="connsiteX11" fmla="*/ 97984 w 141659"/>
                <a:gd name="connsiteY11" fmla="*/ 44897 h 135683"/>
                <a:gd name="connsiteX12" fmla="*/ 97984 w 141659"/>
                <a:gd name="connsiteY12" fmla="*/ 106544 h 135683"/>
                <a:gd name="connsiteX13" fmla="*/ 78955 w 141659"/>
                <a:gd name="connsiteY13" fmla="*/ 131321 h 135683"/>
                <a:gd name="connsiteX14" fmla="*/ 78955 w 141659"/>
                <a:gd name="connsiteY14" fmla="*/ 135745 h 135683"/>
                <a:gd name="connsiteX15" fmla="*/ 141781 w 141659"/>
                <a:gd name="connsiteY15" fmla="*/ 135745 h 135683"/>
                <a:gd name="connsiteX16" fmla="*/ 141781 w 141659"/>
                <a:gd name="connsiteY16" fmla="*/ 131321 h 135683"/>
                <a:gd name="connsiteX17" fmla="*/ 123356 w 141659"/>
                <a:gd name="connsiteY17" fmla="*/ 111853 h 135683"/>
                <a:gd name="connsiteX18" fmla="*/ 123356 w 141659"/>
                <a:gd name="connsiteY18" fmla="*/ 44307 h 135683"/>
                <a:gd name="connsiteX19" fmla="*/ 87715 w 141659"/>
                <a:gd name="connsiteY19" fmla="*/ 62 h 135683"/>
                <a:gd name="connsiteX20" fmla="*/ 43918 w 141659"/>
                <a:gd name="connsiteY20" fmla="*/ 23954 h 135683"/>
                <a:gd name="connsiteX21" fmla="*/ 43918 w 141659"/>
                <a:gd name="connsiteY21" fmla="*/ 652 h 135683"/>
                <a:gd name="connsiteX22" fmla="*/ 41804 w 141659"/>
                <a:gd name="connsiteY22" fmla="*/ 62 h 135683"/>
                <a:gd name="connsiteX23" fmla="*/ 122 w 141659"/>
                <a:gd name="connsiteY23" fmla="*/ 13336 h 135683"/>
                <a:gd name="connsiteX24" fmla="*/ 122 w 141659"/>
                <a:gd name="connsiteY24" fmla="*/ 1835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59" h="135683">
                  <a:moveTo>
                    <a:pt x="122" y="18350"/>
                  </a:moveTo>
                  <a:cubicBezTo>
                    <a:pt x="1934" y="17465"/>
                    <a:pt x="4954" y="17170"/>
                    <a:pt x="8277" y="17170"/>
                  </a:cubicBezTo>
                  <a:cubicBezTo>
                    <a:pt x="16734" y="17170"/>
                    <a:pt x="19453" y="21595"/>
                    <a:pt x="19453" y="36048"/>
                  </a:cubicBezTo>
                  <a:lnTo>
                    <a:pt x="19453" y="109199"/>
                  </a:lnTo>
                  <a:cubicBezTo>
                    <a:pt x="19453" y="126012"/>
                    <a:pt x="16130" y="130141"/>
                    <a:pt x="726" y="131321"/>
                  </a:cubicBezTo>
                  <a:lnTo>
                    <a:pt x="726" y="135745"/>
                  </a:lnTo>
                  <a:lnTo>
                    <a:pt x="64759" y="135745"/>
                  </a:lnTo>
                  <a:lnTo>
                    <a:pt x="64759" y="131321"/>
                  </a:lnTo>
                  <a:cubicBezTo>
                    <a:pt x="49355" y="130141"/>
                    <a:pt x="44824" y="126602"/>
                    <a:pt x="44824" y="115983"/>
                  </a:cubicBezTo>
                  <a:lnTo>
                    <a:pt x="44824" y="33098"/>
                  </a:lnTo>
                  <a:cubicBezTo>
                    <a:pt x="59322" y="19825"/>
                    <a:pt x="65967" y="16285"/>
                    <a:pt x="75935" y="16285"/>
                  </a:cubicBezTo>
                  <a:cubicBezTo>
                    <a:pt x="90735" y="16285"/>
                    <a:pt x="97984" y="25429"/>
                    <a:pt x="97984" y="44897"/>
                  </a:cubicBezTo>
                  <a:lnTo>
                    <a:pt x="97984" y="106544"/>
                  </a:lnTo>
                  <a:cubicBezTo>
                    <a:pt x="97984" y="125127"/>
                    <a:pt x="94058" y="130141"/>
                    <a:pt x="78955" y="131321"/>
                  </a:cubicBezTo>
                  <a:lnTo>
                    <a:pt x="78955" y="135745"/>
                  </a:lnTo>
                  <a:lnTo>
                    <a:pt x="141781" y="135745"/>
                  </a:lnTo>
                  <a:lnTo>
                    <a:pt x="141781" y="131321"/>
                  </a:lnTo>
                  <a:cubicBezTo>
                    <a:pt x="126981" y="129846"/>
                    <a:pt x="123356" y="126307"/>
                    <a:pt x="123356" y="111853"/>
                  </a:cubicBezTo>
                  <a:lnTo>
                    <a:pt x="123356" y="44307"/>
                  </a:lnTo>
                  <a:cubicBezTo>
                    <a:pt x="123356" y="16580"/>
                    <a:pt x="110066" y="62"/>
                    <a:pt x="87715" y="62"/>
                  </a:cubicBezTo>
                  <a:cubicBezTo>
                    <a:pt x="73821" y="62"/>
                    <a:pt x="64457" y="5077"/>
                    <a:pt x="43918" y="23954"/>
                  </a:cubicBezTo>
                  <a:lnTo>
                    <a:pt x="43918" y="652"/>
                  </a:lnTo>
                  <a:lnTo>
                    <a:pt x="41804" y="62"/>
                  </a:lnTo>
                  <a:cubicBezTo>
                    <a:pt x="27004" y="5371"/>
                    <a:pt x="16734" y="8616"/>
                    <a:pt x="122" y="13336"/>
                  </a:cubicBezTo>
                  <a:lnTo>
                    <a:pt x="122" y="1835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08B60723-538E-A8CA-F105-0FF4E567343B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6377588" y="4234454"/>
              <a:ext cx="80343" cy="173733"/>
            </a:xfrm>
            <a:custGeom>
              <a:avLst/>
              <a:gdLst>
                <a:gd name="connsiteX0" fmla="*/ 73221 w 80343"/>
                <a:gd name="connsiteY0" fmla="*/ 38112 h 173733"/>
                <a:gd name="connsiteX1" fmla="*/ 42715 w 80343"/>
                <a:gd name="connsiteY1" fmla="*/ 38112 h 173733"/>
                <a:gd name="connsiteX2" fmla="*/ 42715 w 80343"/>
                <a:gd name="connsiteY2" fmla="*/ 3897 h 173733"/>
                <a:gd name="connsiteX3" fmla="*/ 40600 w 80343"/>
                <a:gd name="connsiteY3" fmla="*/ 62 h 173733"/>
                <a:gd name="connsiteX4" fmla="*/ 34559 w 80343"/>
                <a:gd name="connsiteY4" fmla="*/ 8321 h 173733"/>
                <a:gd name="connsiteX5" fmla="*/ 5261 w 80343"/>
                <a:gd name="connsiteY5" fmla="*/ 39882 h 173733"/>
                <a:gd name="connsiteX6" fmla="*/ 126 w 80343"/>
                <a:gd name="connsiteY6" fmla="*/ 45486 h 173733"/>
                <a:gd name="connsiteX7" fmla="*/ 1335 w 80343"/>
                <a:gd name="connsiteY7" fmla="*/ 47551 h 173733"/>
                <a:gd name="connsiteX8" fmla="*/ 17343 w 80343"/>
                <a:gd name="connsiteY8" fmla="*/ 47551 h 173733"/>
                <a:gd name="connsiteX9" fmla="*/ 17343 w 80343"/>
                <a:gd name="connsiteY9" fmla="*/ 136335 h 173733"/>
                <a:gd name="connsiteX10" fmla="*/ 44225 w 80343"/>
                <a:gd name="connsiteY10" fmla="*/ 173796 h 173733"/>
                <a:gd name="connsiteX11" fmla="*/ 80470 w 80343"/>
                <a:gd name="connsiteY11" fmla="*/ 151378 h 173733"/>
                <a:gd name="connsiteX12" fmla="*/ 76544 w 80343"/>
                <a:gd name="connsiteY12" fmla="*/ 148134 h 173733"/>
                <a:gd name="connsiteX13" fmla="*/ 58421 w 80343"/>
                <a:gd name="connsiteY13" fmla="*/ 158457 h 173733"/>
                <a:gd name="connsiteX14" fmla="*/ 42715 w 80343"/>
                <a:gd name="connsiteY14" fmla="*/ 131911 h 173733"/>
                <a:gd name="connsiteX15" fmla="*/ 42715 w 80343"/>
                <a:gd name="connsiteY15" fmla="*/ 47551 h 173733"/>
                <a:gd name="connsiteX16" fmla="*/ 73221 w 80343"/>
                <a:gd name="connsiteY16" fmla="*/ 47551 h 173733"/>
                <a:gd name="connsiteX17" fmla="*/ 73221 w 80343"/>
                <a:gd name="connsiteY17" fmla="*/ 38112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43" h="173733">
                  <a:moveTo>
                    <a:pt x="73221" y="38112"/>
                  </a:moveTo>
                  <a:lnTo>
                    <a:pt x="42715" y="38112"/>
                  </a:lnTo>
                  <a:lnTo>
                    <a:pt x="42715" y="3897"/>
                  </a:lnTo>
                  <a:cubicBezTo>
                    <a:pt x="42715" y="947"/>
                    <a:pt x="42413" y="62"/>
                    <a:pt x="40600" y="62"/>
                  </a:cubicBezTo>
                  <a:cubicBezTo>
                    <a:pt x="38486" y="2717"/>
                    <a:pt x="36674" y="5371"/>
                    <a:pt x="34559" y="8321"/>
                  </a:cubicBezTo>
                  <a:cubicBezTo>
                    <a:pt x="23082" y="24544"/>
                    <a:pt x="10094" y="38702"/>
                    <a:pt x="5261" y="39882"/>
                  </a:cubicBezTo>
                  <a:cubicBezTo>
                    <a:pt x="1939" y="41947"/>
                    <a:pt x="126" y="44012"/>
                    <a:pt x="126" y="45486"/>
                  </a:cubicBezTo>
                  <a:cubicBezTo>
                    <a:pt x="126" y="46371"/>
                    <a:pt x="428" y="46961"/>
                    <a:pt x="1335" y="47551"/>
                  </a:cubicBezTo>
                  <a:lnTo>
                    <a:pt x="17343" y="47551"/>
                  </a:lnTo>
                  <a:lnTo>
                    <a:pt x="17343" y="136335"/>
                  </a:lnTo>
                  <a:cubicBezTo>
                    <a:pt x="17343" y="161112"/>
                    <a:pt x="26404" y="173796"/>
                    <a:pt x="44225" y="173796"/>
                  </a:cubicBezTo>
                  <a:cubicBezTo>
                    <a:pt x="59025" y="173796"/>
                    <a:pt x="70503" y="166716"/>
                    <a:pt x="80470" y="151378"/>
                  </a:cubicBezTo>
                  <a:lnTo>
                    <a:pt x="76544" y="148134"/>
                  </a:lnTo>
                  <a:cubicBezTo>
                    <a:pt x="70201" y="155508"/>
                    <a:pt x="65066" y="158457"/>
                    <a:pt x="58421" y="158457"/>
                  </a:cubicBezTo>
                  <a:cubicBezTo>
                    <a:pt x="47245" y="158457"/>
                    <a:pt x="42715" y="150493"/>
                    <a:pt x="42715" y="131911"/>
                  </a:cubicBezTo>
                  <a:lnTo>
                    <a:pt x="42715" y="47551"/>
                  </a:lnTo>
                  <a:lnTo>
                    <a:pt x="73221" y="47551"/>
                  </a:lnTo>
                  <a:lnTo>
                    <a:pt x="73221" y="3811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8443F9B5-53E6-ACC8-853B-1E6D1763D8E7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6465493" y="4269555"/>
              <a:ext cx="120515" cy="138632"/>
            </a:xfrm>
            <a:custGeom>
              <a:avLst/>
              <a:gdLst>
                <a:gd name="connsiteX0" fmla="*/ 115813 w 120515"/>
                <a:gd name="connsiteY0" fmla="*/ 87371 h 138632"/>
                <a:gd name="connsiteX1" fmla="*/ 68996 w 120515"/>
                <a:gd name="connsiteY1" fmla="*/ 118343 h 138632"/>
                <a:gd name="connsiteX2" fmla="*/ 30032 w 120515"/>
                <a:gd name="connsiteY2" fmla="*/ 92976 h 138632"/>
                <a:gd name="connsiteX3" fmla="*/ 21877 w 120515"/>
                <a:gd name="connsiteY3" fmla="*/ 54040 h 138632"/>
                <a:gd name="connsiteX4" fmla="*/ 114906 w 120515"/>
                <a:gd name="connsiteY4" fmla="*/ 54040 h 138632"/>
                <a:gd name="connsiteX5" fmla="*/ 101918 w 120515"/>
                <a:gd name="connsiteY5" fmla="*/ 16875 h 138632"/>
                <a:gd name="connsiteX6" fmla="*/ 63257 w 120515"/>
                <a:gd name="connsiteY6" fmla="*/ 62 h 138632"/>
                <a:gd name="connsiteX7" fmla="*/ 22481 w 120515"/>
                <a:gd name="connsiteY7" fmla="*/ 15400 h 138632"/>
                <a:gd name="connsiteX8" fmla="*/ 129 w 120515"/>
                <a:gd name="connsiteY8" fmla="*/ 72623 h 138632"/>
                <a:gd name="connsiteX9" fmla="*/ 56612 w 120515"/>
                <a:gd name="connsiteY9" fmla="*/ 138695 h 138632"/>
                <a:gd name="connsiteX10" fmla="*/ 120645 w 120515"/>
                <a:gd name="connsiteY10" fmla="*/ 89436 h 138632"/>
                <a:gd name="connsiteX11" fmla="*/ 115813 w 120515"/>
                <a:gd name="connsiteY11" fmla="*/ 87371 h 138632"/>
                <a:gd name="connsiteX12" fmla="*/ 22481 w 120515"/>
                <a:gd name="connsiteY12" fmla="*/ 44602 h 138632"/>
                <a:gd name="connsiteX13" fmla="*/ 54497 w 120515"/>
                <a:gd name="connsiteY13" fmla="*/ 10681 h 138632"/>
                <a:gd name="connsiteX14" fmla="*/ 84098 w 120515"/>
                <a:gd name="connsiteY14" fmla="*/ 44602 h 138632"/>
                <a:gd name="connsiteX15" fmla="*/ 22481 w 120515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15" h="138632">
                  <a:moveTo>
                    <a:pt x="115813" y="87371"/>
                  </a:moveTo>
                  <a:cubicBezTo>
                    <a:pt x="101314" y="109789"/>
                    <a:pt x="88326" y="118343"/>
                    <a:pt x="68996" y="118343"/>
                  </a:cubicBezTo>
                  <a:cubicBezTo>
                    <a:pt x="51779" y="118343"/>
                    <a:pt x="38791" y="109789"/>
                    <a:pt x="30032" y="92976"/>
                  </a:cubicBezTo>
                  <a:cubicBezTo>
                    <a:pt x="24595" y="81767"/>
                    <a:pt x="22481" y="72033"/>
                    <a:pt x="21877" y="54040"/>
                  </a:cubicBezTo>
                  <a:lnTo>
                    <a:pt x="114906" y="54040"/>
                  </a:lnTo>
                  <a:cubicBezTo>
                    <a:pt x="112490" y="34868"/>
                    <a:pt x="109470" y="26314"/>
                    <a:pt x="101918" y="16875"/>
                  </a:cubicBezTo>
                  <a:cubicBezTo>
                    <a:pt x="92857" y="6256"/>
                    <a:pt x="78963" y="62"/>
                    <a:pt x="63257" y="62"/>
                  </a:cubicBezTo>
                  <a:cubicBezTo>
                    <a:pt x="48154" y="62"/>
                    <a:pt x="33958" y="5372"/>
                    <a:pt x="22481" y="15400"/>
                  </a:cubicBezTo>
                  <a:cubicBezTo>
                    <a:pt x="8285" y="27494"/>
                    <a:pt x="129" y="48436"/>
                    <a:pt x="129" y="72623"/>
                  </a:cubicBezTo>
                  <a:cubicBezTo>
                    <a:pt x="129" y="113328"/>
                    <a:pt x="21877" y="138695"/>
                    <a:pt x="56612" y="138695"/>
                  </a:cubicBezTo>
                  <a:cubicBezTo>
                    <a:pt x="85306" y="138695"/>
                    <a:pt x="107959" y="121292"/>
                    <a:pt x="120645" y="89436"/>
                  </a:cubicBezTo>
                  <a:lnTo>
                    <a:pt x="115813" y="87371"/>
                  </a:lnTo>
                  <a:close/>
                  <a:moveTo>
                    <a:pt x="22481" y="44602"/>
                  </a:moveTo>
                  <a:cubicBezTo>
                    <a:pt x="25803" y="21595"/>
                    <a:pt x="36073" y="10681"/>
                    <a:pt x="54497" y="10681"/>
                  </a:cubicBezTo>
                  <a:cubicBezTo>
                    <a:pt x="72922" y="10681"/>
                    <a:pt x="80171" y="18940"/>
                    <a:pt x="84098" y="44602"/>
                  </a:cubicBezTo>
                  <a:lnTo>
                    <a:pt x="22481" y="4460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CB223076-1738-BDDC-3878-70D518BB03B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6594062" y="4269555"/>
              <a:ext cx="99674" cy="135683"/>
            </a:xfrm>
            <a:custGeom>
              <a:avLst/>
              <a:gdLst>
                <a:gd name="connsiteX0" fmla="*/ 738 w 99674"/>
                <a:gd name="connsiteY0" fmla="*/ 20710 h 135683"/>
                <a:gd name="connsiteX1" fmla="*/ 11309 w 99674"/>
                <a:gd name="connsiteY1" fmla="*/ 19530 h 135683"/>
                <a:gd name="connsiteX2" fmla="*/ 21579 w 99674"/>
                <a:gd name="connsiteY2" fmla="*/ 37228 h 135683"/>
                <a:gd name="connsiteX3" fmla="*/ 21579 w 99674"/>
                <a:gd name="connsiteY3" fmla="*/ 110968 h 135683"/>
                <a:gd name="connsiteX4" fmla="*/ 134 w 99674"/>
                <a:gd name="connsiteY4" fmla="*/ 131321 h 135683"/>
                <a:gd name="connsiteX5" fmla="*/ 134 w 99674"/>
                <a:gd name="connsiteY5" fmla="*/ 135745 h 135683"/>
                <a:gd name="connsiteX6" fmla="*/ 72624 w 99674"/>
                <a:gd name="connsiteY6" fmla="*/ 135745 h 135683"/>
                <a:gd name="connsiteX7" fmla="*/ 72624 w 99674"/>
                <a:gd name="connsiteY7" fmla="*/ 131321 h 135683"/>
                <a:gd name="connsiteX8" fmla="*/ 46951 w 99674"/>
                <a:gd name="connsiteY8" fmla="*/ 109199 h 135683"/>
                <a:gd name="connsiteX9" fmla="*/ 46951 w 99674"/>
                <a:gd name="connsiteY9" fmla="*/ 42832 h 135683"/>
                <a:gd name="connsiteX10" fmla="*/ 68094 w 99674"/>
                <a:gd name="connsiteY10" fmla="*/ 18645 h 135683"/>
                <a:gd name="connsiteX11" fmla="*/ 75947 w 99674"/>
                <a:gd name="connsiteY11" fmla="*/ 23069 h 135683"/>
                <a:gd name="connsiteX12" fmla="*/ 88029 w 99674"/>
                <a:gd name="connsiteY12" fmla="*/ 28969 h 135683"/>
                <a:gd name="connsiteX13" fmla="*/ 99808 w 99674"/>
                <a:gd name="connsiteY13" fmla="*/ 15695 h 135683"/>
                <a:gd name="connsiteX14" fmla="*/ 83196 w 99674"/>
                <a:gd name="connsiteY14" fmla="*/ 62 h 135683"/>
                <a:gd name="connsiteX15" fmla="*/ 46951 w 99674"/>
                <a:gd name="connsiteY15" fmla="*/ 27789 h 135683"/>
                <a:gd name="connsiteX16" fmla="*/ 46951 w 99674"/>
                <a:gd name="connsiteY16" fmla="*/ 652 h 135683"/>
                <a:gd name="connsiteX17" fmla="*/ 45440 w 99674"/>
                <a:gd name="connsiteY17" fmla="*/ 62 h 135683"/>
                <a:gd name="connsiteX18" fmla="*/ 738 w 99674"/>
                <a:gd name="connsiteY18" fmla="*/ 15990 h 135683"/>
                <a:gd name="connsiteX19" fmla="*/ 738 w 99674"/>
                <a:gd name="connsiteY19" fmla="*/ 2071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74" h="135683">
                  <a:moveTo>
                    <a:pt x="738" y="20710"/>
                  </a:moveTo>
                  <a:cubicBezTo>
                    <a:pt x="4966" y="19825"/>
                    <a:pt x="7685" y="19530"/>
                    <a:pt x="11309" y="19530"/>
                  </a:cubicBezTo>
                  <a:cubicBezTo>
                    <a:pt x="18860" y="19530"/>
                    <a:pt x="21579" y="24249"/>
                    <a:pt x="21579" y="37228"/>
                  </a:cubicBezTo>
                  <a:lnTo>
                    <a:pt x="21579" y="110968"/>
                  </a:lnTo>
                  <a:cubicBezTo>
                    <a:pt x="21579" y="125717"/>
                    <a:pt x="19465" y="127781"/>
                    <a:pt x="134" y="131321"/>
                  </a:cubicBezTo>
                  <a:lnTo>
                    <a:pt x="134" y="135745"/>
                  </a:lnTo>
                  <a:lnTo>
                    <a:pt x="72624" y="135745"/>
                  </a:lnTo>
                  <a:lnTo>
                    <a:pt x="72624" y="131321"/>
                  </a:lnTo>
                  <a:cubicBezTo>
                    <a:pt x="52085" y="130436"/>
                    <a:pt x="46951" y="126012"/>
                    <a:pt x="46951" y="109199"/>
                  </a:cubicBezTo>
                  <a:lnTo>
                    <a:pt x="46951" y="42832"/>
                  </a:lnTo>
                  <a:cubicBezTo>
                    <a:pt x="46951" y="33393"/>
                    <a:pt x="59939" y="18645"/>
                    <a:pt x="68094" y="18645"/>
                  </a:cubicBezTo>
                  <a:cubicBezTo>
                    <a:pt x="69906" y="18645"/>
                    <a:pt x="72624" y="20120"/>
                    <a:pt x="75947" y="23069"/>
                  </a:cubicBezTo>
                  <a:cubicBezTo>
                    <a:pt x="80780" y="27199"/>
                    <a:pt x="84102" y="28969"/>
                    <a:pt x="88029" y="28969"/>
                  </a:cubicBezTo>
                  <a:cubicBezTo>
                    <a:pt x="95278" y="28969"/>
                    <a:pt x="99808" y="23954"/>
                    <a:pt x="99808" y="15695"/>
                  </a:cubicBezTo>
                  <a:cubicBezTo>
                    <a:pt x="99808" y="5961"/>
                    <a:pt x="93466" y="62"/>
                    <a:pt x="83196" y="62"/>
                  </a:cubicBezTo>
                  <a:cubicBezTo>
                    <a:pt x="70510" y="62"/>
                    <a:pt x="61751" y="6846"/>
                    <a:pt x="46951" y="27789"/>
                  </a:cubicBezTo>
                  <a:lnTo>
                    <a:pt x="46951" y="652"/>
                  </a:lnTo>
                  <a:lnTo>
                    <a:pt x="45440" y="62"/>
                  </a:lnTo>
                  <a:cubicBezTo>
                    <a:pt x="29432" y="6551"/>
                    <a:pt x="18558" y="10386"/>
                    <a:pt x="738" y="15990"/>
                  </a:cubicBezTo>
                  <a:lnTo>
                    <a:pt x="738" y="2071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8948CC34-FD35-EEA5-E231-7DAE92C6C746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6699248" y="4272504"/>
              <a:ext cx="138336" cy="136863"/>
            </a:xfrm>
            <a:custGeom>
              <a:avLst/>
              <a:gdLst>
                <a:gd name="connsiteX0" fmla="*/ 138474 w 138336"/>
                <a:gd name="connsiteY0" fmla="*/ 62 h 136863"/>
                <a:gd name="connsiteX1" fmla="*/ 96489 w 138336"/>
                <a:gd name="connsiteY1" fmla="*/ 62 h 136863"/>
                <a:gd name="connsiteX2" fmla="*/ 96489 w 138336"/>
                <a:gd name="connsiteY2" fmla="*/ 4487 h 136863"/>
                <a:gd name="connsiteX3" fmla="*/ 110686 w 138336"/>
                <a:gd name="connsiteY3" fmla="*/ 13925 h 136863"/>
                <a:gd name="connsiteX4" fmla="*/ 108873 w 138336"/>
                <a:gd name="connsiteY4" fmla="*/ 22774 h 136863"/>
                <a:gd name="connsiteX5" fmla="*/ 78971 w 138336"/>
                <a:gd name="connsiteY5" fmla="*/ 99170 h 136863"/>
                <a:gd name="connsiteX6" fmla="*/ 48162 w 138336"/>
                <a:gd name="connsiteY6" fmla="*/ 23659 h 136863"/>
                <a:gd name="connsiteX7" fmla="*/ 45444 w 138336"/>
                <a:gd name="connsiteY7" fmla="*/ 12746 h 136863"/>
                <a:gd name="connsiteX8" fmla="*/ 59338 w 138336"/>
                <a:gd name="connsiteY8" fmla="*/ 4487 h 136863"/>
                <a:gd name="connsiteX9" fmla="*/ 59338 w 138336"/>
                <a:gd name="connsiteY9" fmla="*/ 62 h 136863"/>
                <a:gd name="connsiteX10" fmla="*/ 137 w 138336"/>
                <a:gd name="connsiteY10" fmla="*/ 62 h 136863"/>
                <a:gd name="connsiteX11" fmla="*/ 137 w 138336"/>
                <a:gd name="connsiteY11" fmla="*/ 4487 h 136863"/>
                <a:gd name="connsiteX12" fmla="*/ 27623 w 138336"/>
                <a:gd name="connsiteY12" fmla="*/ 38407 h 136863"/>
                <a:gd name="connsiteX13" fmla="*/ 63869 w 138336"/>
                <a:gd name="connsiteY13" fmla="*/ 123062 h 136863"/>
                <a:gd name="connsiteX14" fmla="*/ 66285 w 138336"/>
                <a:gd name="connsiteY14" fmla="*/ 129256 h 136863"/>
                <a:gd name="connsiteX15" fmla="*/ 71722 w 138336"/>
                <a:gd name="connsiteY15" fmla="*/ 136925 h 136863"/>
                <a:gd name="connsiteX16" fmla="*/ 80179 w 138336"/>
                <a:gd name="connsiteY16" fmla="*/ 122177 h 136863"/>
                <a:gd name="connsiteX17" fmla="*/ 118841 w 138336"/>
                <a:gd name="connsiteY17" fmla="*/ 27494 h 136863"/>
                <a:gd name="connsiteX18" fmla="*/ 138474 w 138336"/>
                <a:gd name="connsiteY18" fmla="*/ 4487 h 136863"/>
                <a:gd name="connsiteX19" fmla="*/ 138474 w 138336"/>
                <a:gd name="connsiteY19" fmla="*/ 62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336" h="136863">
                  <a:moveTo>
                    <a:pt x="138474" y="62"/>
                  </a:moveTo>
                  <a:lnTo>
                    <a:pt x="96489" y="62"/>
                  </a:lnTo>
                  <a:lnTo>
                    <a:pt x="96489" y="4487"/>
                  </a:lnTo>
                  <a:cubicBezTo>
                    <a:pt x="106155" y="5372"/>
                    <a:pt x="110686" y="8321"/>
                    <a:pt x="110686" y="13925"/>
                  </a:cubicBezTo>
                  <a:cubicBezTo>
                    <a:pt x="110686" y="16875"/>
                    <a:pt x="110082" y="19825"/>
                    <a:pt x="108873" y="22774"/>
                  </a:cubicBezTo>
                  <a:lnTo>
                    <a:pt x="78971" y="99170"/>
                  </a:lnTo>
                  <a:lnTo>
                    <a:pt x="48162" y="23659"/>
                  </a:lnTo>
                  <a:cubicBezTo>
                    <a:pt x="46350" y="19530"/>
                    <a:pt x="45444" y="15400"/>
                    <a:pt x="45444" y="12746"/>
                  </a:cubicBezTo>
                  <a:cubicBezTo>
                    <a:pt x="45444" y="7436"/>
                    <a:pt x="48766" y="5372"/>
                    <a:pt x="59338" y="4487"/>
                  </a:cubicBezTo>
                  <a:lnTo>
                    <a:pt x="59338" y="62"/>
                  </a:lnTo>
                  <a:lnTo>
                    <a:pt x="137" y="62"/>
                  </a:lnTo>
                  <a:lnTo>
                    <a:pt x="137" y="4487"/>
                  </a:lnTo>
                  <a:cubicBezTo>
                    <a:pt x="11615" y="5077"/>
                    <a:pt x="13729" y="8026"/>
                    <a:pt x="27623" y="38407"/>
                  </a:cubicBezTo>
                  <a:lnTo>
                    <a:pt x="63869" y="123062"/>
                  </a:lnTo>
                  <a:cubicBezTo>
                    <a:pt x="64473" y="124832"/>
                    <a:pt x="65379" y="126897"/>
                    <a:pt x="66285" y="129256"/>
                  </a:cubicBezTo>
                  <a:cubicBezTo>
                    <a:pt x="68097" y="134566"/>
                    <a:pt x="69910" y="136925"/>
                    <a:pt x="71722" y="136925"/>
                  </a:cubicBezTo>
                  <a:cubicBezTo>
                    <a:pt x="73534" y="136925"/>
                    <a:pt x="75648" y="133091"/>
                    <a:pt x="80179" y="122177"/>
                  </a:cubicBezTo>
                  <a:lnTo>
                    <a:pt x="118841" y="27494"/>
                  </a:lnTo>
                  <a:cubicBezTo>
                    <a:pt x="127600" y="7436"/>
                    <a:pt x="129412" y="5372"/>
                    <a:pt x="138474" y="4487"/>
                  </a:cubicBezTo>
                  <a:lnTo>
                    <a:pt x="138474" y="6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B319DCF2-35CC-2DBF-4855-D071280280A4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6848694" y="4269555"/>
              <a:ext cx="122328" cy="138632"/>
            </a:xfrm>
            <a:custGeom>
              <a:avLst/>
              <a:gdLst>
                <a:gd name="connsiteX0" fmla="*/ 122470 w 122328"/>
                <a:gd name="connsiteY0" fmla="*/ 116278 h 138632"/>
                <a:gd name="connsiteX1" fmla="*/ 109180 w 122328"/>
                <a:gd name="connsiteY1" fmla="*/ 121882 h 138632"/>
                <a:gd name="connsiteX2" fmla="*/ 100119 w 122328"/>
                <a:gd name="connsiteY2" fmla="*/ 104774 h 138632"/>
                <a:gd name="connsiteX3" fmla="*/ 100119 w 122328"/>
                <a:gd name="connsiteY3" fmla="*/ 47256 h 138632"/>
                <a:gd name="connsiteX4" fmla="*/ 94078 w 122328"/>
                <a:gd name="connsiteY4" fmla="*/ 16285 h 138632"/>
                <a:gd name="connsiteX5" fmla="*/ 56624 w 122328"/>
                <a:gd name="connsiteY5" fmla="*/ 62 h 138632"/>
                <a:gd name="connsiteX6" fmla="*/ 5881 w 122328"/>
                <a:gd name="connsiteY6" fmla="*/ 33098 h 138632"/>
                <a:gd name="connsiteX7" fmla="*/ 18869 w 122328"/>
                <a:gd name="connsiteY7" fmla="*/ 45782 h 138632"/>
                <a:gd name="connsiteX8" fmla="*/ 32461 w 122328"/>
                <a:gd name="connsiteY8" fmla="*/ 33393 h 138632"/>
                <a:gd name="connsiteX9" fmla="*/ 31857 w 122328"/>
                <a:gd name="connsiteY9" fmla="*/ 28674 h 138632"/>
                <a:gd name="connsiteX10" fmla="*/ 30950 w 122328"/>
                <a:gd name="connsiteY10" fmla="*/ 21595 h 138632"/>
                <a:gd name="connsiteX11" fmla="*/ 52698 w 122328"/>
                <a:gd name="connsiteY11" fmla="*/ 7141 h 138632"/>
                <a:gd name="connsiteX12" fmla="*/ 75653 w 122328"/>
                <a:gd name="connsiteY12" fmla="*/ 31623 h 138632"/>
                <a:gd name="connsiteX13" fmla="*/ 75653 w 122328"/>
                <a:gd name="connsiteY13" fmla="*/ 49616 h 138632"/>
                <a:gd name="connsiteX14" fmla="*/ 11015 w 122328"/>
                <a:gd name="connsiteY14" fmla="*/ 81472 h 138632"/>
                <a:gd name="connsiteX15" fmla="*/ 142 w 122328"/>
                <a:gd name="connsiteY15" fmla="*/ 107134 h 138632"/>
                <a:gd name="connsiteX16" fmla="*/ 31857 w 122328"/>
                <a:gd name="connsiteY16" fmla="*/ 138695 h 138632"/>
                <a:gd name="connsiteX17" fmla="*/ 75955 w 122328"/>
                <a:gd name="connsiteY17" fmla="*/ 117163 h 138632"/>
                <a:gd name="connsiteX18" fmla="*/ 95286 w 122328"/>
                <a:gd name="connsiteY18" fmla="*/ 138695 h 138632"/>
                <a:gd name="connsiteX19" fmla="*/ 122470 w 122328"/>
                <a:gd name="connsiteY19" fmla="*/ 123947 h 138632"/>
                <a:gd name="connsiteX20" fmla="*/ 122470 w 122328"/>
                <a:gd name="connsiteY20" fmla="*/ 116278 h 138632"/>
                <a:gd name="connsiteX21" fmla="*/ 75653 w 122328"/>
                <a:gd name="connsiteY21" fmla="*/ 99465 h 138632"/>
                <a:gd name="connsiteX22" fmla="*/ 67800 w 122328"/>
                <a:gd name="connsiteY22" fmla="*/ 114803 h 138632"/>
                <a:gd name="connsiteX23" fmla="*/ 45751 w 122328"/>
                <a:gd name="connsiteY23" fmla="*/ 121587 h 138632"/>
                <a:gd name="connsiteX24" fmla="*/ 26722 w 122328"/>
                <a:gd name="connsiteY24" fmla="*/ 98875 h 138632"/>
                <a:gd name="connsiteX25" fmla="*/ 26722 w 122328"/>
                <a:gd name="connsiteY25" fmla="*/ 97695 h 138632"/>
                <a:gd name="connsiteX26" fmla="*/ 75653 w 122328"/>
                <a:gd name="connsiteY26" fmla="*/ 56695 h 138632"/>
                <a:gd name="connsiteX27" fmla="*/ 75653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470" y="116278"/>
                  </a:moveTo>
                  <a:cubicBezTo>
                    <a:pt x="117335" y="120407"/>
                    <a:pt x="113711" y="121882"/>
                    <a:pt x="109180" y="121882"/>
                  </a:cubicBezTo>
                  <a:cubicBezTo>
                    <a:pt x="102233" y="121882"/>
                    <a:pt x="100119" y="117753"/>
                    <a:pt x="100119" y="104774"/>
                  </a:cubicBezTo>
                  <a:lnTo>
                    <a:pt x="100119" y="47256"/>
                  </a:lnTo>
                  <a:cubicBezTo>
                    <a:pt x="100119" y="31918"/>
                    <a:pt x="98608" y="23364"/>
                    <a:pt x="94078" y="16285"/>
                  </a:cubicBezTo>
                  <a:cubicBezTo>
                    <a:pt x="87433" y="5666"/>
                    <a:pt x="74445" y="62"/>
                    <a:pt x="56624" y="62"/>
                  </a:cubicBezTo>
                  <a:cubicBezTo>
                    <a:pt x="28232" y="62"/>
                    <a:pt x="5881" y="14515"/>
                    <a:pt x="5881" y="33098"/>
                  </a:cubicBezTo>
                  <a:cubicBezTo>
                    <a:pt x="5881" y="39882"/>
                    <a:pt x="11922" y="45782"/>
                    <a:pt x="18869" y="45782"/>
                  </a:cubicBezTo>
                  <a:cubicBezTo>
                    <a:pt x="26118" y="45782"/>
                    <a:pt x="32461" y="39882"/>
                    <a:pt x="32461" y="33393"/>
                  </a:cubicBezTo>
                  <a:cubicBezTo>
                    <a:pt x="32461" y="32213"/>
                    <a:pt x="32159" y="30738"/>
                    <a:pt x="31857" y="28674"/>
                  </a:cubicBezTo>
                  <a:cubicBezTo>
                    <a:pt x="31252" y="26019"/>
                    <a:pt x="30950" y="23659"/>
                    <a:pt x="30950" y="21595"/>
                  </a:cubicBezTo>
                  <a:cubicBezTo>
                    <a:pt x="30950" y="13630"/>
                    <a:pt x="40616" y="7141"/>
                    <a:pt x="52698" y="7141"/>
                  </a:cubicBezTo>
                  <a:cubicBezTo>
                    <a:pt x="67498" y="7141"/>
                    <a:pt x="75653" y="15695"/>
                    <a:pt x="75653" y="31623"/>
                  </a:cubicBezTo>
                  <a:lnTo>
                    <a:pt x="75653" y="49616"/>
                  </a:lnTo>
                  <a:cubicBezTo>
                    <a:pt x="29138" y="67904"/>
                    <a:pt x="24003" y="70263"/>
                    <a:pt x="11015" y="81472"/>
                  </a:cubicBezTo>
                  <a:cubicBezTo>
                    <a:pt x="4370" y="87371"/>
                    <a:pt x="142" y="97400"/>
                    <a:pt x="142" y="107134"/>
                  </a:cubicBezTo>
                  <a:cubicBezTo>
                    <a:pt x="142" y="125717"/>
                    <a:pt x="13432" y="138695"/>
                    <a:pt x="31857" y="138695"/>
                  </a:cubicBezTo>
                  <a:cubicBezTo>
                    <a:pt x="45147" y="138695"/>
                    <a:pt x="57530" y="132501"/>
                    <a:pt x="75955" y="117163"/>
                  </a:cubicBezTo>
                  <a:cubicBezTo>
                    <a:pt x="77465" y="132501"/>
                    <a:pt x="82902" y="138695"/>
                    <a:pt x="95286" y="138695"/>
                  </a:cubicBezTo>
                  <a:cubicBezTo>
                    <a:pt x="105556" y="138695"/>
                    <a:pt x="111898" y="135155"/>
                    <a:pt x="122470" y="123947"/>
                  </a:cubicBezTo>
                  <a:lnTo>
                    <a:pt x="122470" y="116278"/>
                  </a:lnTo>
                  <a:close/>
                  <a:moveTo>
                    <a:pt x="75653" y="99465"/>
                  </a:moveTo>
                  <a:cubicBezTo>
                    <a:pt x="75653" y="108609"/>
                    <a:pt x="74143" y="111263"/>
                    <a:pt x="67800" y="114803"/>
                  </a:cubicBezTo>
                  <a:cubicBezTo>
                    <a:pt x="60551" y="118932"/>
                    <a:pt x="52094" y="121587"/>
                    <a:pt x="45751" y="121587"/>
                  </a:cubicBezTo>
                  <a:cubicBezTo>
                    <a:pt x="35179" y="121587"/>
                    <a:pt x="26722" y="111558"/>
                    <a:pt x="26722" y="98875"/>
                  </a:cubicBezTo>
                  <a:lnTo>
                    <a:pt x="26722" y="97695"/>
                  </a:lnTo>
                  <a:cubicBezTo>
                    <a:pt x="26722" y="80292"/>
                    <a:pt x="39106" y="69674"/>
                    <a:pt x="75653" y="56695"/>
                  </a:cubicBezTo>
                  <a:lnTo>
                    <a:pt x="75653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269F9183-7356-7F6B-3B30-6BBF82FF94C6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6977866" y="4203778"/>
              <a:ext cx="71886" cy="201460"/>
            </a:xfrm>
            <a:custGeom>
              <a:avLst/>
              <a:gdLst>
                <a:gd name="connsiteX0" fmla="*/ 146 w 71886"/>
                <a:gd name="connsiteY0" fmla="*/ 17760 h 201460"/>
                <a:gd name="connsiteX1" fmla="*/ 1958 w 71886"/>
                <a:gd name="connsiteY1" fmla="*/ 17760 h 201460"/>
                <a:gd name="connsiteX2" fmla="*/ 11322 w 71886"/>
                <a:gd name="connsiteY2" fmla="*/ 17170 h 201460"/>
                <a:gd name="connsiteX3" fmla="*/ 24008 w 71886"/>
                <a:gd name="connsiteY3" fmla="*/ 35163 h 201460"/>
                <a:gd name="connsiteX4" fmla="*/ 24008 w 71886"/>
                <a:gd name="connsiteY4" fmla="*/ 175860 h 201460"/>
                <a:gd name="connsiteX5" fmla="*/ 750 w 71886"/>
                <a:gd name="connsiteY5" fmla="*/ 197098 h 201460"/>
                <a:gd name="connsiteX6" fmla="*/ 750 w 71886"/>
                <a:gd name="connsiteY6" fmla="*/ 201522 h 201460"/>
                <a:gd name="connsiteX7" fmla="*/ 72033 w 71886"/>
                <a:gd name="connsiteY7" fmla="*/ 201522 h 201460"/>
                <a:gd name="connsiteX8" fmla="*/ 72033 w 71886"/>
                <a:gd name="connsiteY8" fmla="*/ 197098 h 201460"/>
                <a:gd name="connsiteX9" fmla="*/ 49379 w 71886"/>
                <a:gd name="connsiteY9" fmla="*/ 176745 h 201460"/>
                <a:gd name="connsiteX10" fmla="*/ 49379 w 71886"/>
                <a:gd name="connsiteY10" fmla="*/ 652 h 201460"/>
                <a:gd name="connsiteX11" fmla="*/ 48171 w 71886"/>
                <a:gd name="connsiteY11" fmla="*/ 62 h 201460"/>
                <a:gd name="connsiteX12" fmla="*/ 146 w 71886"/>
                <a:gd name="connsiteY12" fmla="*/ 13040 h 201460"/>
                <a:gd name="connsiteX13" fmla="*/ 146 w 71886"/>
                <a:gd name="connsiteY13" fmla="*/ 1776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86" h="201460">
                  <a:moveTo>
                    <a:pt x="146" y="17760"/>
                  </a:moveTo>
                  <a:lnTo>
                    <a:pt x="1958" y="17760"/>
                  </a:lnTo>
                  <a:cubicBezTo>
                    <a:pt x="5281" y="17465"/>
                    <a:pt x="8905" y="17170"/>
                    <a:pt x="11322" y="17170"/>
                  </a:cubicBezTo>
                  <a:cubicBezTo>
                    <a:pt x="20987" y="17170"/>
                    <a:pt x="24008" y="21299"/>
                    <a:pt x="24008" y="35163"/>
                  </a:cubicBezTo>
                  <a:lnTo>
                    <a:pt x="24008" y="175860"/>
                  </a:lnTo>
                  <a:cubicBezTo>
                    <a:pt x="24008" y="191788"/>
                    <a:pt x="19779" y="195623"/>
                    <a:pt x="750" y="197098"/>
                  </a:cubicBezTo>
                  <a:lnTo>
                    <a:pt x="750" y="201522"/>
                  </a:lnTo>
                  <a:lnTo>
                    <a:pt x="72033" y="201522"/>
                  </a:lnTo>
                  <a:lnTo>
                    <a:pt x="72033" y="197098"/>
                  </a:lnTo>
                  <a:cubicBezTo>
                    <a:pt x="53004" y="195918"/>
                    <a:pt x="49379" y="192968"/>
                    <a:pt x="49379" y="176745"/>
                  </a:cubicBezTo>
                  <a:lnTo>
                    <a:pt x="49379" y="652"/>
                  </a:lnTo>
                  <a:lnTo>
                    <a:pt x="48171" y="62"/>
                  </a:lnTo>
                  <a:cubicBezTo>
                    <a:pt x="32465" y="5076"/>
                    <a:pt x="20987" y="8026"/>
                    <a:pt x="146" y="13040"/>
                  </a:cubicBezTo>
                  <a:lnTo>
                    <a:pt x="146" y="1776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24E1FD36-968E-E868-7067-E066B19A7FA6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7080873" y="4269850"/>
              <a:ext cx="33526" cy="138632"/>
            </a:xfrm>
            <a:custGeom>
              <a:avLst/>
              <a:gdLst>
                <a:gd name="connsiteX0" fmla="*/ 16761 w 33526"/>
                <a:gd name="connsiteY0" fmla="*/ 62 h 138632"/>
                <a:gd name="connsiteX1" fmla="*/ 149 w 33526"/>
                <a:gd name="connsiteY1" fmla="*/ 16875 h 138632"/>
                <a:gd name="connsiteX2" fmla="*/ 16459 w 33526"/>
                <a:gd name="connsiteY2" fmla="*/ 32803 h 138632"/>
                <a:gd name="connsiteX3" fmla="*/ 33676 w 33526"/>
                <a:gd name="connsiteY3" fmla="*/ 16875 h 138632"/>
                <a:gd name="connsiteX4" fmla="*/ 16761 w 33526"/>
                <a:gd name="connsiteY4" fmla="*/ 62 h 138632"/>
                <a:gd name="connsiteX5" fmla="*/ 16761 w 33526"/>
                <a:gd name="connsiteY5" fmla="*/ 105954 h 138632"/>
                <a:gd name="connsiteX6" fmla="*/ 149 w 33526"/>
                <a:gd name="connsiteY6" fmla="*/ 122767 h 138632"/>
                <a:gd name="connsiteX7" fmla="*/ 16459 w 33526"/>
                <a:gd name="connsiteY7" fmla="*/ 138695 h 138632"/>
                <a:gd name="connsiteX8" fmla="*/ 33676 w 33526"/>
                <a:gd name="connsiteY8" fmla="*/ 122767 h 138632"/>
                <a:gd name="connsiteX9" fmla="*/ 16761 w 33526"/>
                <a:gd name="connsiteY9" fmla="*/ 10595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26" h="138632">
                  <a:moveTo>
                    <a:pt x="16761" y="62"/>
                  </a:moveTo>
                  <a:cubicBezTo>
                    <a:pt x="7700" y="62"/>
                    <a:pt x="149" y="7731"/>
                    <a:pt x="149" y="16875"/>
                  </a:cubicBezTo>
                  <a:cubicBezTo>
                    <a:pt x="149" y="25429"/>
                    <a:pt x="7700" y="32803"/>
                    <a:pt x="16459" y="32803"/>
                  </a:cubicBezTo>
                  <a:cubicBezTo>
                    <a:pt x="25823" y="32803"/>
                    <a:pt x="33676" y="25429"/>
                    <a:pt x="33676" y="16875"/>
                  </a:cubicBezTo>
                  <a:cubicBezTo>
                    <a:pt x="33676" y="7731"/>
                    <a:pt x="25823" y="62"/>
                    <a:pt x="16761" y="62"/>
                  </a:cubicBezTo>
                  <a:close/>
                  <a:moveTo>
                    <a:pt x="16761" y="105954"/>
                  </a:moveTo>
                  <a:cubicBezTo>
                    <a:pt x="7700" y="105954"/>
                    <a:pt x="149" y="113623"/>
                    <a:pt x="149" y="122767"/>
                  </a:cubicBezTo>
                  <a:cubicBezTo>
                    <a:pt x="149" y="131321"/>
                    <a:pt x="7700" y="138695"/>
                    <a:pt x="16459" y="138695"/>
                  </a:cubicBezTo>
                  <a:cubicBezTo>
                    <a:pt x="25823" y="138695"/>
                    <a:pt x="33676" y="131321"/>
                    <a:pt x="33676" y="122767"/>
                  </a:cubicBezTo>
                  <a:cubicBezTo>
                    <a:pt x="33676" y="113623"/>
                    <a:pt x="25823" y="105954"/>
                    <a:pt x="16761" y="105954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61D3ABB0-A5C1-E11C-609B-96D3D3EB4C1E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7270314" y="4184015"/>
              <a:ext cx="41380" cy="294963"/>
            </a:xfrm>
            <a:custGeom>
              <a:avLst/>
              <a:gdLst>
                <a:gd name="connsiteX0" fmla="*/ 41535 w 41380"/>
                <a:gd name="connsiteY0" fmla="*/ 295026 h 294963"/>
                <a:gd name="connsiteX1" fmla="*/ 41535 w 41380"/>
                <a:gd name="connsiteY1" fmla="*/ 283227 h 294963"/>
                <a:gd name="connsiteX2" fmla="*/ 12237 w 41380"/>
                <a:gd name="connsiteY2" fmla="*/ 283227 h 294963"/>
                <a:gd name="connsiteX3" fmla="*/ 12237 w 41380"/>
                <a:gd name="connsiteY3" fmla="*/ 11861 h 294963"/>
                <a:gd name="connsiteX4" fmla="*/ 41535 w 41380"/>
                <a:gd name="connsiteY4" fmla="*/ 11861 h 294963"/>
                <a:gd name="connsiteX5" fmla="*/ 41535 w 41380"/>
                <a:gd name="connsiteY5" fmla="*/ 62 h 294963"/>
                <a:gd name="connsiteX6" fmla="*/ 155 w 41380"/>
                <a:gd name="connsiteY6" fmla="*/ 62 h 294963"/>
                <a:gd name="connsiteX7" fmla="*/ 155 w 41380"/>
                <a:gd name="connsiteY7" fmla="*/ 295026 h 294963"/>
                <a:gd name="connsiteX8" fmla="*/ 41535 w 41380"/>
                <a:gd name="connsiteY8" fmla="*/ 295026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0" h="294963">
                  <a:moveTo>
                    <a:pt x="41535" y="295026"/>
                  </a:moveTo>
                  <a:lnTo>
                    <a:pt x="41535" y="283227"/>
                  </a:lnTo>
                  <a:lnTo>
                    <a:pt x="12237" y="283227"/>
                  </a:lnTo>
                  <a:lnTo>
                    <a:pt x="12237" y="11861"/>
                  </a:lnTo>
                  <a:lnTo>
                    <a:pt x="41535" y="11861"/>
                  </a:lnTo>
                  <a:lnTo>
                    <a:pt x="41535" y="62"/>
                  </a:lnTo>
                  <a:lnTo>
                    <a:pt x="155" y="62"/>
                  </a:lnTo>
                  <a:lnTo>
                    <a:pt x="155" y="295026"/>
                  </a:lnTo>
                  <a:lnTo>
                    <a:pt x="41535" y="295026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5111D235-7AF6-EBA7-CE3A-6B84C4D4F340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7310495" y="4275159"/>
              <a:ext cx="143169" cy="133323"/>
            </a:xfrm>
            <a:custGeom>
              <a:avLst/>
              <a:gdLst>
                <a:gd name="connsiteX0" fmla="*/ 129734 w 143169"/>
                <a:gd name="connsiteY0" fmla="*/ 97401 h 133323"/>
                <a:gd name="connsiteX1" fmla="*/ 123089 w 143169"/>
                <a:gd name="connsiteY1" fmla="*/ 105365 h 133323"/>
                <a:gd name="connsiteX2" fmla="*/ 109195 w 143169"/>
                <a:gd name="connsiteY2" fmla="*/ 117163 h 133323"/>
                <a:gd name="connsiteX3" fmla="*/ 99832 w 143169"/>
                <a:gd name="connsiteY3" fmla="*/ 105070 h 133323"/>
                <a:gd name="connsiteX4" fmla="*/ 98624 w 143169"/>
                <a:gd name="connsiteY4" fmla="*/ 100055 h 133323"/>
                <a:gd name="connsiteX5" fmla="*/ 87750 w 143169"/>
                <a:gd name="connsiteY5" fmla="*/ 52271 h 133323"/>
                <a:gd name="connsiteX6" fmla="*/ 117351 w 143169"/>
                <a:gd name="connsiteY6" fmla="*/ 16581 h 133323"/>
                <a:gd name="connsiteX7" fmla="*/ 124600 w 143169"/>
                <a:gd name="connsiteY7" fmla="*/ 18940 h 133323"/>
                <a:gd name="connsiteX8" fmla="*/ 132755 w 143169"/>
                <a:gd name="connsiteY8" fmla="*/ 21595 h 133323"/>
                <a:gd name="connsiteX9" fmla="*/ 143326 w 143169"/>
                <a:gd name="connsiteY9" fmla="*/ 10976 h 133323"/>
                <a:gd name="connsiteX10" fmla="*/ 130943 w 143169"/>
                <a:gd name="connsiteY10" fmla="*/ 63 h 133323"/>
                <a:gd name="connsiteX11" fmla="*/ 85334 w 143169"/>
                <a:gd name="connsiteY11" fmla="*/ 42243 h 133323"/>
                <a:gd name="connsiteX12" fmla="*/ 82011 w 143169"/>
                <a:gd name="connsiteY12" fmla="*/ 26020 h 133323"/>
                <a:gd name="connsiteX13" fmla="*/ 66305 w 143169"/>
                <a:gd name="connsiteY13" fmla="*/ 63 h 133323"/>
                <a:gd name="connsiteX14" fmla="*/ 30966 w 143169"/>
                <a:gd name="connsiteY14" fmla="*/ 8617 h 133323"/>
                <a:gd name="connsiteX15" fmla="*/ 27643 w 143169"/>
                <a:gd name="connsiteY15" fmla="*/ 9797 h 133323"/>
                <a:gd name="connsiteX16" fmla="*/ 28851 w 143169"/>
                <a:gd name="connsiteY16" fmla="*/ 14221 h 133323"/>
                <a:gd name="connsiteX17" fmla="*/ 45766 w 143169"/>
                <a:gd name="connsiteY17" fmla="*/ 10976 h 133323"/>
                <a:gd name="connsiteX18" fmla="*/ 59358 w 143169"/>
                <a:gd name="connsiteY18" fmla="*/ 31329 h 133323"/>
                <a:gd name="connsiteX19" fmla="*/ 68117 w 143169"/>
                <a:gd name="connsiteY19" fmla="*/ 67609 h 133323"/>
                <a:gd name="connsiteX20" fmla="*/ 43349 w 143169"/>
                <a:gd name="connsiteY20" fmla="*/ 102120 h 133323"/>
                <a:gd name="connsiteX21" fmla="*/ 27945 w 143169"/>
                <a:gd name="connsiteY21" fmla="*/ 116278 h 133323"/>
                <a:gd name="connsiteX22" fmla="*/ 20092 w 143169"/>
                <a:gd name="connsiteY22" fmla="*/ 113624 h 133323"/>
                <a:gd name="connsiteX23" fmla="*/ 10427 w 143169"/>
                <a:gd name="connsiteY23" fmla="*/ 110674 h 133323"/>
                <a:gd name="connsiteX24" fmla="*/ 157 w 143169"/>
                <a:gd name="connsiteY24" fmla="*/ 120998 h 133323"/>
                <a:gd name="connsiteX25" fmla="*/ 15259 w 143169"/>
                <a:gd name="connsiteY25" fmla="*/ 133386 h 133323"/>
                <a:gd name="connsiteX26" fmla="*/ 43349 w 143169"/>
                <a:gd name="connsiteY26" fmla="*/ 112739 h 133323"/>
                <a:gd name="connsiteX27" fmla="*/ 70534 w 143169"/>
                <a:gd name="connsiteY27" fmla="*/ 78228 h 133323"/>
                <a:gd name="connsiteX28" fmla="*/ 79595 w 143169"/>
                <a:gd name="connsiteY28" fmla="*/ 113624 h 133323"/>
                <a:gd name="connsiteX29" fmla="*/ 97113 w 143169"/>
                <a:gd name="connsiteY29" fmla="*/ 133386 h 133323"/>
                <a:gd name="connsiteX30" fmla="*/ 133963 w 143169"/>
                <a:gd name="connsiteY30" fmla="*/ 99760 h 133323"/>
                <a:gd name="connsiteX31" fmla="*/ 129734 w 143169"/>
                <a:gd name="connsiteY31" fmla="*/ 97401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169" h="133323">
                  <a:moveTo>
                    <a:pt x="129734" y="97401"/>
                  </a:moveTo>
                  <a:cubicBezTo>
                    <a:pt x="127318" y="100055"/>
                    <a:pt x="125808" y="101825"/>
                    <a:pt x="123089" y="105365"/>
                  </a:cubicBezTo>
                  <a:cubicBezTo>
                    <a:pt x="116142" y="114214"/>
                    <a:pt x="112518" y="117163"/>
                    <a:pt x="109195" y="117163"/>
                  </a:cubicBezTo>
                  <a:cubicBezTo>
                    <a:pt x="104665" y="117163"/>
                    <a:pt x="101946" y="113329"/>
                    <a:pt x="99832" y="105070"/>
                  </a:cubicBezTo>
                  <a:cubicBezTo>
                    <a:pt x="99228" y="102710"/>
                    <a:pt x="98926" y="100940"/>
                    <a:pt x="98624" y="100055"/>
                  </a:cubicBezTo>
                  <a:cubicBezTo>
                    <a:pt x="91073" y="70264"/>
                    <a:pt x="87750" y="56696"/>
                    <a:pt x="87750" y="52271"/>
                  </a:cubicBezTo>
                  <a:cubicBezTo>
                    <a:pt x="101040" y="29559"/>
                    <a:pt x="111914" y="16581"/>
                    <a:pt x="117351" y="16581"/>
                  </a:cubicBezTo>
                  <a:cubicBezTo>
                    <a:pt x="119163" y="16581"/>
                    <a:pt x="121579" y="17466"/>
                    <a:pt x="124600" y="18940"/>
                  </a:cubicBezTo>
                  <a:cubicBezTo>
                    <a:pt x="128224" y="21005"/>
                    <a:pt x="130338" y="21595"/>
                    <a:pt x="132755" y="21595"/>
                  </a:cubicBezTo>
                  <a:cubicBezTo>
                    <a:pt x="139098" y="21595"/>
                    <a:pt x="143326" y="17171"/>
                    <a:pt x="143326" y="10976"/>
                  </a:cubicBezTo>
                  <a:cubicBezTo>
                    <a:pt x="143326" y="4782"/>
                    <a:pt x="138192" y="63"/>
                    <a:pt x="130943" y="63"/>
                  </a:cubicBezTo>
                  <a:cubicBezTo>
                    <a:pt x="117653" y="63"/>
                    <a:pt x="106175" y="10681"/>
                    <a:pt x="85334" y="42243"/>
                  </a:cubicBezTo>
                  <a:lnTo>
                    <a:pt x="82011" y="26020"/>
                  </a:lnTo>
                  <a:cubicBezTo>
                    <a:pt x="77783" y="5962"/>
                    <a:pt x="74460" y="63"/>
                    <a:pt x="66305" y="63"/>
                  </a:cubicBezTo>
                  <a:cubicBezTo>
                    <a:pt x="59660" y="63"/>
                    <a:pt x="49390" y="2717"/>
                    <a:pt x="30966" y="8617"/>
                  </a:cubicBezTo>
                  <a:lnTo>
                    <a:pt x="27643" y="9797"/>
                  </a:lnTo>
                  <a:lnTo>
                    <a:pt x="28851" y="14221"/>
                  </a:lnTo>
                  <a:cubicBezTo>
                    <a:pt x="40329" y="11566"/>
                    <a:pt x="43047" y="10976"/>
                    <a:pt x="45766" y="10976"/>
                  </a:cubicBezTo>
                  <a:cubicBezTo>
                    <a:pt x="53317" y="10976"/>
                    <a:pt x="55129" y="13631"/>
                    <a:pt x="59358" y="31329"/>
                  </a:cubicBezTo>
                  <a:lnTo>
                    <a:pt x="68117" y="67609"/>
                  </a:lnTo>
                  <a:lnTo>
                    <a:pt x="43349" y="102120"/>
                  </a:lnTo>
                  <a:cubicBezTo>
                    <a:pt x="37309" y="110969"/>
                    <a:pt x="31268" y="116278"/>
                    <a:pt x="27945" y="116278"/>
                  </a:cubicBezTo>
                  <a:cubicBezTo>
                    <a:pt x="26133" y="116278"/>
                    <a:pt x="23112" y="115394"/>
                    <a:pt x="20092" y="113624"/>
                  </a:cubicBezTo>
                  <a:cubicBezTo>
                    <a:pt x="16165" y="111559"/>
                    <a:pt x="12843" y="110674"/>
                    <a:pt x="10427" y="110674"/>
                  </a:cubicBezTo>
                  <a:cubicBezTo>
                    <a:pt x="4688" y="110674"/>
                    <a:pt x="157" y="115099"/>
                    <a:pt x="157" y="120998"/>
                  </a:cubicBezTo>
                  <a:cubicBezTo>
                    <a:pt x="157" y="128667"/>
                    <a:pt x="6198" y="133386"/>
                    <a:pt x="15259" y="133386"/>
                  </a:cubicBezTo>
                  <a:cubicBezTo>
                    <a:pt x="24623" y="133386"/>
                    <a:pt x="28247" y="130732"/>
                    <a:pt x="43349" y="112739"/>
                  </a:cubicBezTo>
                  <a:cubicBezTo>
                    <a:pt x="51505" y="103300"/>
                    <a:pt x="57848" y="95336"/>
                    <a:pt x="70534" y="78228"/>
                  </a:cubicBezTo>
                  <a:lnTo>
                    <a:pt x="79595" y="113624"/>
                  </a:lnTo>
                  <a:cubicBezTo>
                    <a:pt x="83521" y="128667"/>
                    <a:pt x="87448" y="133386"/>
                    <a:pt x="97113" y="133386"/>
                  </a:cubicBezTo>
                  <a:cubicBezTo>
                    <a:pt x="108591" y="133386"/>
                    <a:pt x="116444" y="126307"/>
                    <a:pt x="133963" y="99760"/>
                  </a:cubicBezTo>
                  <a:lnTo>
                    <a:pt x="129734" y="97401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45384C40-2DE9-5A2A-DECA-9FD17ED1BDD9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7461414" y="4205843"/>
              <a:ext cx="136524" cy="203524"/>
            </a:xfrm>
            <a:custGeom>
              <a:avLst/>
              <a:gdLst>
                <a:gd name="connsiteX0" fmla="*/ 69632 w 136524"/>
                <a:gd name="connsiteY0" fmla="*/ 62 h 203524"/>
                <a:gd name="connsiteX1" fmla="*/ 29158 w 136524"/>
                <a:gd name="connsiteY1" fmla="*/ 15400 h 203524"/>
                <a:gd name="connsiteX2" fmla="*/ 162 w 136524"/>
                <a:gd name="connsiteY2" fmla="*/ 100350 h 203524"/>
                <a:gd name="connsiteX3" fmla="*/ 24326 w 136524"/>
                <a:gd name="connsiteY3" fmla="*/ 183529 h 203524"/>
                <a:gd name="connsiteX4" fmla="*/ 68424 w 136524"/>
                <a:gd name="connsiteY4" fmla="*/ 203587 h 203524"/>
                <a:gd name="connsiteX5" fmla="*/ 107690 w 136524"/>
                <a:gd name="connsiteY5" fmla="*/ 188249 h 203524"/>
                <a:gd name="connsiteX6" fmla="*/ 136686 w 136524"/>
                <a:gd name="connsiteY6" fmla="*/ 102119 h 203524"/>
                <a:gd name="connsiteX7" fmla="*/ 69632 w 136524"/>
                <a:gd name="connsiteY7" fmla="*/ 62 h 203524"/>
                <a:gd name="connsiteX8" fmla="*/ 68726 w 136524"/>
                <a:gd name="connsiteY8" fmla="*/ 7731 h 203524"/>
                <a:gd name="connsiteX9" fmla="*/ 107690 w 136524"/>
                <a:gd name="connsiteY9" fmla="*/ 102709 h 203524"/>
                <a:gd name="connsiteX10" fmla="*/ 68424 w 136524"/>
                <a:gd name="connsiteY10" fmla="*/ 195918 h 203524"/>
                <a:gd name="connsiteX11" fmla="*/ 29158 w 136524"/>
                <a:gd name="connsiteY11" fmla="*/ 103004 h 203524"/>
                <a:gd name="connsiteX12" fmla="*/ 68726 w 136524"/>
                <a:gd name="connsiteY12" fmla="*/ 7731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24" h="203524">
                  <a:moveTo>
                    <a:pt x="69632" y="62"/>
                  </a:moveTo>
                  <a:cubicBezTo>
                    <a:pt x="53020" y="62"/>
                    <a:pt x="40334" y="5076"/>
                    <a:pt x="29158" y="15400"/>
                  </a:cubicBezTo>
                  <a:cubicBezTo>
                    <a:pt x="11640" y="31918"/>
                    <a:pt x="162" y="65839"/>
                    <a:pt x="162" y="100350"/>
                  </a:cubicBezTo>
                  <a:cubicBezTo>
                    <a:pt x="162" y="132501"/>
                    <a:pt x="10130" y="167011"/>
                    <a:pt x="24326" y="183529"/>
                  </a:cubicBezTo>
                  <a:cubicBezTo>
                    <a:pt x="35501" y="196508"/>
                    <a:pt x="50906" y="203587"/>
                    <a:pt x="68424" y="203587"/>
                  </a:cubicBezTo>
                  <a:cubicBezTo>
                    <a:pt x="83829" y="203587"/>
                    <a:pt x="96817" y="198572"/>
                    <a:pt x="107690" y="188249"/>
                  </a:cubicBezTo>
                  <a:cubicBezTo>
                    <a:pt x="125209" y="172026"/>
                    <a:pt x="136686" y="137810"/>
                    <a:pt x="136686" y="102119"/>
                  </a:cubicBezTo>
                  <a:cubicBezTo>
                    <a:pt x="136686" y="41652"/>
                    <a:pt x="109200" y="62"/>
                    <a:pt x="69632" y="62"/>
                  </a:cubicBezTo>
                  <a:close/>
                  <a:moveTo>
                    <a:pt x="68726" y="7731"/>
                  </a:moveTo>
                  <a:cubicBezTo>
                    <a:pt x="94098" y="7731"/>
                    <a:pt x="107690" y="41062"/>
                    <a:pt x="107690" y="102709"/>
                  </a:cubicBezTo>
                  <a:cubicBezTo>
                    <a:pt x="107690" y="164357"/>
                    <a:pt x="94400" y="195918"/>
                    <a:pt x="68424" y="195918"/>
                  </a:cubicBezTo>
                  <a:cubicBezTo>
                    <a:pt x="42448" y="195918"/>
                    <a:pt x="29158" y="164357"/>
                    <a:pt x="29158" y="103004"/>
                  </a:cubicBezTo>
                  <a:cubicBezTo>
                    <a:pt x="29158" y="40472"/>
                    <a:pt x="42750" y="7731"/>
                    <a:pt x="68726" y="7731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0A219F64-54B3-A0BA-2A27-16E484E3F4A5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7690040" y="4296986"/>
              <a:ext cx="200859" cy="69021"/>
            </a:xfrm>
            <a:custGeom>
              <a:avLst/>
              <a:gdLst>
                <a:gd name="connsiteX0" fmla="*/ 190760 w 200859"/>
                <a:gd name="connsiteY0" fmla="*/ 11861 h 69021"/>
                <a:gd name="connsiteX1" fmla="*/ 201030 w 200859"/>
                <a:gd name="connsiteY1" fmla="*/ 5961 h 69021"/>
                <a:gd name="connsiteX2" fmla="*/ 191062 w 200859"/>
                <a:gd name="connsiteY2" fmla="*/ 62 h 69021"/>
                <a:gd name="connsiteX3" fmla="*/ 10137 w 200859"/>
                <a:gd name="connsiteY3" fmla="*/ 62 h 69021"/>
                <a:gd name="connsiteX4" fmla="*/ 170 w 200859"/>
                <a:gd name="connsiteY4" fmla="*/ 5961 h 69021"/>
                <a:gd name="connsiteX5" fmla="*/ 10439 w 200859"/>
                <a:gd name="connsiteY5" fmla="*/ 11861 h 69021"/>
                <a:gd name="connsiteX6" fmla="*/ 190760 w 200859"/>
                <a:gd name="connsiteY6" fmla="*/ 11861 h 69021"/>
                <a:gd name="connsiteX7" fmla="*/ 191062 w 200859"/>
                <a:gd name="connsiteY7" fmla="*/ 69084 h 69021"/>
                <a:gd name="connsiteX8" fmla="*/ 201030 w 200859"/>
                <a:gd name="connsiteY8" fmla="*/ 63184 h 69021"/>
                <a:gd name="connsiteX9" fmla="*/ 190760 w 200859"/>
                <a:gd name="connsiteY9" fmla="*/ 57285 h 69021"/>
                <a:gd name="connsiteX10" fmla="*/ 10439 w 200859"/>
                <a:gd name="connsiteY10" fmla="*/ 57285 h 69021"/>
                <a:gd name="connsiteX11" fmla="*/ 170 w 200859"/>
                <a:gd name="connsiteY11" fmla="*/ 63184 h 69021"/>
                <a:gd name="connsiteX12" fmla="*/ 10137 w 200859"/>
                <a:gd name="connsiteY12" fmla="*/ 69084 h 69021"/>
                <a:gd name="connsiteX13" fmla="*/ 191062 w 200859"/>
                <a:gd name="connsiteY13" fmla="*/ 69084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859" h="69021">
                  <a:moveTo>
                    <a:pt x="190760" y="11861"/>
                  </a:moveTo>
                  <a:cubicBezTo>
                    <a:pt x="195291" y="11861"/>
                    <a:pt x="201030" y="11861"/>
                    <a:pt x="201030" y="5961"/>
                  </a:cubicBezTo>
                  <a:cubicBezTo>
                    <a:pt x="201030" y="62"/>
                    <a:pt x="195291" y="62"/>
                    <a:pt x="191062" y="62"/>
                  </a:cubicBezTo>
                  <a:lnTo>
                    <a:pt x="10137" y="62"/>
                  </a:lnTo>
                  <a:cubicBezTo>
                    <a:pt x="5909" y="62"/>
                    <a:pt x="170" y="62"/>
                    <a:pt x="170" y="5961"/>
                  </a:cubicBezTo>
                  <a:cubicBezTo>
                    <a:pt x="170" y="11861"/>
                    <a:pt x="5909" y="11861"/>
                    <a:pt x="10439" y="11861"/>
                  </a:cubicBezTo>
                  <a:lnTo>
                    <a:pt x="190760" y="11861"/>
                  </a:lnTo>
                  <a:close/>
                  <a:moveTo>
                    <a:pt x="191062" y="69084"/>
                  </a:moveTo>
                  <a:cubicBezTo>
                    <a:pt x="195291" y="69084"/>
                    <a:pt x="201030" y="69084"/>
                    <a:pt x="201030" y="63184"/>
                  </a:cubicBezTo>
                  <a:cubicBezTo>
                    <a:pt x="201030" y="57285"/>
                    <a:pt x="195291" y="57285"/>
                    <a:pt x="190760" y="57285"/>
                  </a:cubicBezTo>
                  <a:lnTo>
                    <a:pt x="10439" y="57285"/>
                  </a:lnTo>
                  <a:cubicBezTo>
                    <a:pt x="5909" y="57285"/>
                    <a:pt x="170" y="57285"/>
                    <a:pt x="170" y="63184"/>
                  </a:cubicBezTo>
                  <a:cubicBezTo>
                    <a:pt x="170" y="69084"/>
                    <a:pt x="5909" y="69084"/>
                    <a:pt x="10137" y="69084"/>
                  </a:cubicBezTo>
                  <a:lnTo>
                    <a:pt x="191062" y="69084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17855196-8F77-1DEE-929C-E18672D6FF0C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7914056" y="4302410"/>
              <a:ext cx="101027" cy="150608"/>
            </a:xfrm>
            <a:custGeom>
              <a:avLst/>
              <a:gdLst>
                <a:gd name="connsiteX0" fmla="*/ 51584 w 101027"/>
                <a:gd name="connsiteY0" fmla="*/ 64 h 150608"/>
                <a:gd name="connsiteX1" fmla="*/ 21634 w 101027"/>
                <a:gd name="connsiteY1" fmla="*/ 11414 h 150608"/>
                <a:gd name="connsiteX2" fmla="*/ 176 w 101027"/>
                <a:gd name="connsiteY2" fmla="*/ 74277 h 150608"/>
                <a:gd name="connsiteX3" fmla="*/ 18057 w 101027"/>
                <a:gd name="connsiteY3" fmla="*/ 135830 h 150608"/>
                <a:gd name="connsiteX4" fmla="*/ 50690 w 101027"/>
                <a:gd name="connsiteY4" fmla="*/ 150673 h 150608"/>
                <a:gd name="connsiteX5" fmla="*/ 79747 w 101027"/>
                <a:gd name="connsiteY5" fmla="*/ 139322 h 150608"/>
                <a:gd name="connsiteX6" fmla="*/ 101204 w 101027"/>
                <a:gd name="connsiteY6" fmla="*/ 75587 h 150608"/>
                <a:gd name="connsiteX7" fmla="*/ 51584 w 101027"/>
                <a:gd name="connsiteY7" fmla="*/ 64 h 150608"/>
                <a:gd name="connsiteX8" fmla="*/ 50914 w 101027"/>
                <a:gd name="connsiteY8" fmla="*/ 5739 h 150608"/>
                <a:gd name="connsiteX9" fmla="*/ 79747 w 101027"/>
                <a:gd name="connsiteY9" fmla="*/ 76023 h 150608"/>
                <a:gd name="connsiteX10" fmla="*/ 50690 w 101027"/>
                <a:gd name="connsiteY10" fmla="*/ 144997 h 150608"/>
                <a:gd name="connsiteX11" fmla="*/ 21634 w 101027"/>
                <a:gd name="connsiteY11" fmla="*/ 76242 h 150608"/>
                <a:gd name="connsiteX12" fmla="*/ 50914 w 101027"/>
                <a:gd name="connsiteY12" fmla="*/ 5739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027" h="150608">
                  <a:moveTo>
                    <a:pt x="51584" y="64"/>
                  </a:moveTo>
                  <a:cubicBezTo>
                    <a:pt x="39291" y="64"/>
                    <a:pt x="29904" y="3775"/>
                    <a:pt x="21634" y="11414"/>
                  </a:cubicBezTo>
                  <a:cubicBezTo>
                    <a:pt x="8670" y="23638"/>
                    <a:pt x="176" y="48739"/>
                    <a:pt x="176" y="74277"/>
                  </a:cubicBezTo>
                  <a:cubicBezTo>
                    <a:pt x="176" y="98069"/>
                    <a:pt x="7552" y="123607"/>
                    <a:pt x="18057" y="135830"/>
                  </a:cubicBezTo>
                  <a:cubicBezTo>
                    <a:pt x="26327" y="145434"/>
                    <a:pt x="37727" y="150673"/>
                    <a:pt x="50690" y="150673"/>
                  </a:cubicBezTo>
                  <a:cubicBezTo>
                    <a:pt x="62090" y="150673"/>
                    <a:pt x="71701" y="146962"/>
                    <a:pt x="79747" y="139322"/>
                  </a:cubicBezTo>
                  <a:cubicBezTo>
                    <a:pt x="92711" y="127317"/>
                    <a:pt x="101204" y="101998"/>
                    <a:pt x="101204" y="75587"/>
                  </a:cubicBezTo>
                  <a:cubicBezTo>
                    <a:pt x="101204" y="30841"/>
                    <a:pt x="80865" y="64"/>
                    <a:pt x="51584" y="64"/>
                  </a:cubicBezTo>
                  <a:close/>
                  <a:moveTo>
                    <a:pt x="50914" y="5739"/>
                  </a:moveTo>
                  <a:cubicBezTo>
                    <a:pt x="69689" y="5739"/>
                    <a:pt x="79747" y="30404"/>
                    <a:pt x="79747" y="76023"/>
                  </a:cubicBezTo>
                  <a:cubicBezTo>
                    <a:pt x="79747" y="121642"/>
                    <a:pt x="69913" y="144997"/>
                    <a:pt x="50690" y="144997"/>
                  </a:cubicBezTo>
                  <a:cubicBezTo>
                    <a:pt x="31468" y="144997"/>
                    <a:pt x="21634" y="121642"/>
                    <a:pt x="21634" y="76242"/>
                  </a:cubicBezTo>
                  <a:cubicBezTo>
                    <a:pt x="21634" y="29968"/>
                    <a:pt x="31692" y="5739"/>
                    <a:pt x="50914" y="5739"/>
                  </a:cubicBez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16F7D71-796A-2D25-AD75-731B138AF067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8062002" y="4373972"/>
              <a:ext cx="35339" cy="88194"/>
            </a:xfrm>
            <a:custGeom>
              <a:avLst/>
              <a:gdLst>
                <a:gd name="connsiteX0" fmla="*/ 35520 w 35339"/>
                <a:gd name="connsiteY0" fmla="*/ 31034 h 88194"/>
                <a:gd name="connsiteX1" fmla="*/ 16189 w 35339"/>
                <a:gd name="connsiteY1" fmla="*/ 63 h 88194"/>
                <a:gd name="connsiteX2" fmla="*/ 181 w 35339"/>
                <a:gd name="connsiteY2" fmla="*/ 15696 h 88194"/>
                <a:gd name="connsiteX3" fmla="*/ 16189 w 35339"/>
                <a:gd name="connsiteY3" fmla="*/ 31329 h 88194"/>
                <a:gd name="connsiteX4" fmla="*/ 26761 w 35339"/>
                <a:gd name="connsiteY4" fmla="*/ 27494 h 88194"/>
                <a:gd name="connsiteX5" fmla="*/ 28271 w 35339"/>
                <a:gd name="connsiteY5" fmla="*/ 26609 h 88194"/>
                <a:gd name="connsiteX6" fmla="*/ 28875 w 35339"/>
                <a:gd name="connsiteY6" fmla="*/ 31034 h 88194"/>
                <a:gd name="connsiteX7" fmla="*/ 8336 w 35339"/>
                <a:gd name="connsiteY7" fmla="*/ 80293 h 88194"/>
                <a:gd name="connsiteX8" fmla="*/ 5013 w 35339"/>
                <a:gd name="connsiteY8" fmla="*/ 85012 h 88194"/>
                <a:gd name="connsiteX9" fmla="*/ 8034 w 35339"/>
                <a:gd name="connsiteY9" fmla="*/ 88257 h 88194"/>
                <a:gd name="connsiteX10" fmla="*/ 35520 w 35339"/>
                <a:gd name="connsiteY10" fmla="*/ 31034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39" h="88194">
                  <a:moveTo>
                    <a:pt x="35520" y="31034"/>
                  </a:moveTo>
                  <a:cubicBezTo>
                    <a:pt x="35520" y="11566"/>
                    <a:pt x="27969" y="63"/>
                    <a:pt x="16189" y="63"/>
                  </a:cubicBezTo>
                  <a:cubicBezTo>
                    <a:pt x="6221" y="63"/>
                    <a:pt x="181" y="7437"/>
                    <a:pt x="181" y="15696"/>
                  </a:cubicBezTo>
                  <a:cubicBezTo>
                    <a:pt x="181" y="23660"/>
                    <a:pt x="6221" y="31329"/>
                    <a:pt x="16189" y="31329"/>
                  </a:cubicBezTo>
                  <a:cubicBezTo>
                    <a:pt x="19814" y="31329"/>
                    <a:pt x="23740" y="30149"/>
                    <a:pt x="26761" y="27494"/>
                  </a:cubicBezTo>
                  <a:cubicBezTo>
                    <a:pt x="27667" y="26904"/>
                    <a:pt x="27969" y="26609"/>
                    <a:pt x="28271" y="26609"/>
                  </a:cubicBezTo>
                  <a:cubicBezTo>
                    <a:pt x="28573" y="26609"/>
                    <a:pt x="28875" y="26904"/>
                    <a:pt x="28875" y="31034"/>
                  </a:cubicBezTo>
                  <a:cubicBezTo>
                    <a:pt x="28875" y="52861"/>
                    <a:pt x="18303" y="70559"/>
                    <a:pt x="8336" y="80293"/>
                  </a:cubicBezTo>
                  <a:cubicBezTo>
                    <a:pt x="5013" y="83537"/>
                    <a:pt x="5013" y="84127"/>
                    <a:pt x="5013" y="85012"/>
                  </a:cubicBezTo>
                  <a:cubicBezTo>
                    <a:pt x="5013" y="87077"/>
                    <a:pt x="6524" y="88257"/>
                    <a:pt x="8034" y="88257"/>
                  </a:cubicBezTo>
                  <a:cubicBezTo>
                    <a:pt x="11356" y="88257"/>
                    <a:pt x="35520" y="65545"/>
                    <a:pt x="35520" y="31034"/>
                  </a:cubicBez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AEA4F436-7110-E1DF-811E-5D09E02E30D7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8145534" y="4275159"/>
              <a:ext cx="143169" cy="133323"/>
            </a:xfrm>
            <a:custGeom>
              <a:avLst/>
              <a:gdLst>
                <a:gd name="connsiteX0" fmla="*/ 129762 w 143169"/>
                <a:gd name="connsiteY0" fmla="*/ 97401 h 133323"/>
                <a:gd name="connsiteX1" fmla="*/ 123117 w 143169"/>
                <a:gd name="connsiteY1" fmla="*/ 105365 h 133323"/>
                <a:gd name="connsiteX2" fmla="*/ 109223 w 143169"/>
                <a:gd name="connsiteY2" fmla="*/ 117163 h 133323"/>
                <a:gd name="connsiteX3" fmla="*/ 99859 w 143169"/>
                <a:gd name="connsiteY3" fmla="*/ 105070 h 133323"/>
                <a:gd name="connsiteX4" fmla="*/ 98651 w 143169"/>
                <a:gd name="connsiteY4" fmla="*/ 100055 h 133323"/>
                <a:gd name="connsiteX5" fmla="*/ 87778 w 143169"/>
                <a:gd name="connsiteY5" fmla="*/ 52271 h 133323"/>
                <a:gd name="connsiteX6" fmla="*/ 117378 w 143169"/>
                <a:gd name="connsiteY6" fmla="*/ 16581 h 133323"/>
                <a:gd name="connsiteX7" fmla="*/ 124627 w 143169"/>
                <a:gd name="connsiteY7" fmla="*/ 18940 h 133323"/>
                <a:gd name="connsiteX8" fmla="*/ 132782 w 143169"/>
                <a:gd name="connsiteY8" fmla="*/ 21595 h 133323"/>
                <a:gd name="connsiteX9" fmla="*/ 143354 w 143169"/>
                <a:gd name="connsiteY9" fmla="*/ 10976 h 133323"/>
                <a:gd name="connsiteX10" fmla="*/ 130970 w 143169"/>
                <a:gd name="connsiteY10" fmla="*/ 63 h 133323"/>
                <a:gd name="connsiteX11" fmla="*/ 85361 w 143169"/>
                <a:gd name="connsiteY11" fmla="*/ 42243 h 133323"/>
                <a:gd name="connsiteX12" fmla="*/ 82039 w 143169"/>
                <a:gd name="connsiteY12" fmla="*/ 26020 h 133323"/>
                <a:gd name="connsiteX13" fmla="*/ 66332 w 143169"/>
                <a:gd name="connsiteY13" fmla="*/ 63 h 133323"/>
                <a:gd name="connsiteX14" fmla="*/ 30993 w 143169"/>
                <a:gd name="connsiteY14" fmla="*/ 8617 h 133323"/>
                <a:gd name="connsiteX15" fmla="*/ 27671 w 143169"/>
                <a:gd name="connsiteY15" fmla="*/ 9797 h 133323"/>
                <a:gd name="connsiteX16" fmla="*/ 28879 w 143169"/>
                <a:gd name="connsiteY16" fmla="*/ 14221 h 133323"/>
                <a:gd name="connsiteX17" fmla="*/ 45793 w 143169"/>
                <a:gd name="connsiteY17" fmla="*/ 10976 h 133323"/>
                <a:gd name="connsiteX18" fmla="*/ 59385 w 143169"/>
                <a:gd name="connsiteY18" fmla="*/ 31329 h 133323"/>
                <a:gd name="connsiteX19" fmla="*/ 68145 w 143169"/>
                <a:gd name="connsiteY19" fmla="*/ 67609 h 133323"/>
                <a:gd name="connsiteX20" fmla="*/ 43377 w 143169"/>
                <a:gd name="connsiteY20" fmla="*/ 102120 h 133323"/>
                <a:gd name="connsiteX21" fmla="*/ 27973 w 143169"/>
                <a:gd name="connsiteY21" fmla="*/ 116278 h 133323"/>
                <a:gd name="connsiteX22" fmla="*/ 20119 w 143169"/>
                <a:gd name="connsiteY22" fmla="*/ 113624 h 133323"/>
                <a:gd name="connsiteX23" fmla="*/ 10454 w 143169"/>
                <a:gd name="connsiteY23" fmla="*/ 110674 h 133323"/>
                <a:gd name="connsiteX24" fmla="*/ 184 w 143169"/>
                <a:gd name="connsiteY24" fmla="*/ 120998 h 133323"/>
                <a:gd name="connsiteX25" fmla="*/ 15287 w 143169"/>
                <a:gd name="connsiteY25" fmla="*/ 133386 h 133323"/>
                <a:gd name="connsiteX26" fmla="*/ 43377 w 143169"/>
                <a:gd name="connsiteY26" fmla="*/ 112739 h 133323"/>
                <a:gd name="connsiteX27" fmla="*/ 70561 w 143169"/>
                <a:gd name="connsiteY27" fmla="*/ 78228 h 133323"/>
                <a:gd name="connsiteX28" fmla="*/ 79622 w 143169"/>
                <a:gd name="connsiteY28" fmla="*/ 113624 h 133323"/>
                <a:gd name="connsiteX29" fmla="*/ 97141 w 143169"/>
                <a:gd name="connsiteY29" fmla="*/ 133386 h 133323"/>
                <a:gd name="connsiteX30" fmla="*/ 133990 w 143169"/>
                <a:gd name="connsiteY30" fmla="*/ 99760 h 133323"/>
                <a:gd name="connsiteX31" fmla="*/ 129762 w 143169"/>
                <a:gd name="connsiteY31" fmla="*/ 97401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169" h="133323">
                  <a:moveTo>
                    <a:pt x="129762" y="97401"/>
                  </a:moveTo>
                  <a:cubicBezTo>
                    <a:pt x="127345" y="100055"/>
                    <a:pt x="125835" y="101825"/>
                    <a:pt x="123117" y="105365"/>
                  </a:cubicBezTo>
                  <a:cubicBezTo>
                    <a:pt x="116170" y="114214"/>
                    <a:pt x="112545" y="117163"/>
                    <a:pt x="109223" y="117163"/>
                  </a:cubicBezTo>
                  <a:cubicBezTo>
                    <a:pt x="104692" y="117163"/>
                    <a:pt x="101974" y="113329"/>
                    <a:pt x="99859" y="105070"/>
                  </a:cubicBezTo>
                  <a:cubicBezTo>
                    <a:pt x="99255" y="102710"/>
                    <a:pt x="98953" y="100940"/>
                    <a:pt x="98651" y="100055"/>
                  </a:cubicBezTo>
                  <a:cubicBezTo>
                    <a:pt x="91100" y="70264"/>
                    <a:pt x="87778" y="56696"/>
                    <a:pt x="87778" y="52271"/>
                  </a:cubicBezTo>
                  <a:cubicBezTo>
                    <a:pt x="101068" y="29559"/>
                    <a:pt x="111941" y="16581"/>
                    <a:pt x="117378" y="16581"/>
                  </a:cubicBezTo>
                  <a:cubicBezTo>
                    <a:pt x="119190" y="16581"/>
                    <a:pt x="121607" y="17466"/>
                    <a:pt x="124627" y="18940"/>
                  </a:cubicBezTo>
                  <a:cubicBezTo>
                    <a:pt x="128252" y="21005"/>
                    <a:pt x="130366" y="21595"/>
                    <a:pt x="132782" y="21595"/>
                  </a:cubicBezTo>
                  <a:cubicBezTo>
                    <a:pt x="139125" y="21595"/>
                    <a:pt x="143354" y="17171"/>
                    <a:pt x="143354" y="10976"/>
                  </a:cubicBezTo>
                  <a:cubicBezTo>
                    <a:pt x="143354" y="4782"/>
                    <a:pt x="138219" y="63"/>
                    <a:pt x="130970" y="63"/>
                  </a:cubicBezTo>
                  <a:cubicBezTo>
                    <a:pt x="117680" y="63"/>
                    <a:pt x="106202" y="10681"/>
                    <a:pt x="85361" y="42243"/>
                  </a:cubicBezTo>
                  <a:lnTo>
                    <a:pt x="82039" y="26020"/>
                  </a:lnTo>
                  <a:cubicBezTo>
                    <a:pt x="77810" y="5962"/>
                    <a:pt x="74488" y="63"/>
                    <a:pt x="66332" y="63"/>
                  </a:cubicBezTo>
                  <a:cubicBezTo>
                    <a:pt x="59687" y="63"/>
                    <a:pt x="49418" y="2717"/>
                    <a:pt x="30993" y="8617"/>
                  </a:cubicBezTo>
                  <a:lnTo>
                    <a:pt x="27671" y="9797"/>
                  </a:lnTo>
                  <a:lnTo>
                    <a:pt x="28879" y="14221"/>
                  </a:lnTo>
                  <a:cubicBezTo>
                    <a:pt x="40356" y="11566"/>
                    <a:pt x="43075" y="10976"/>
                    <a:pt x="45793" y="10976"/>
                  </a:cubicBezTo>
                  <a:cubicBezTo>
                    <a:pt x="53344" y="10976"/>
                    <a:pt x="55157" y="13631"/>
                    <a:pt x="59385" y="31329"/>
                  </a:cubicBezTo>
                  <a:lnTo>
                    <a:pt x="68145" y="67609"/>
                  </a:lnTo>
                  <a:lnTo>
                    <a:pt x="43377" y="102120"/>
                  </a:lnTo>
                  <a:cubicBezTo>
                    <a:pt x="37336" y="110969"/>
                    <a:pt x="31295" y="116278"/>
                    <a:pt x="27973" y="116278"/>
                  </a:cubicBezTo>
                  <a:cubicBezTo>
                    <a:pt x="26160" y="116278"/>
                    <a:pt x="23140" y="115394"/>
                    <a:pt x="20119" y="113624"/>
                  </a:cubicBezTo>
                  <a:cubicBezTo>
                    <a:pt x="16193" y="111559"/>
                    <a:pt x="12870" y="110674"/>
                    <a:pt x="10454" y="110674"/>
                  </a:cubicBezTo>
                  <a:cubicBezTo>
                    <a:pt x="4715" y="110674"/>
                    <a:pt x="184" y="115099"/>
                    <a:pt x="184" y="120998"/>
                  </a:cubicBezTo>
                  <a:cubicBezTo>
                    <a:pt x="184" y="128667"/>
                    <a:pt x="6225" y="133386"/>
                    <a:pt x="15287" y="133386"/>
                  </a:cubicBezTo>
                  <a:cubicBezTo>
                    <a:pt x="24650" y="133386"/>
                    <a:pt x="28275" y="130732"/>
                    <a:pt x="43377" y="112739"/>
                  </a:cubicBezTo>
                  <a:cubicBezTo>
                    <a:pt x="51532" y="103300"/>
                    <a:pt x="57875" y="95336"/>
                    <a:pt x="70561" y="78228"/>
                  </a:cubicBezTo>
                  <a:lnTo>
                    <a:pt x="79622" y="113624"/>
                  </a:lnTo>
                  <a:cubicBezTo>
                    <a:pt x="83549" y="128667"/>
                    <a:pt x="87475" y="133386"/>
                    <a:pt x="97141" y="133386"/>
                  </a:cubicBezTo>
                  <a:cubicBezTo>
                    <a:pt x="108619" y="133386"/>
                    <a:pt x="116472" y="126307"/>
                    <a:pt x="133990" y="99760"/>
                  </a:cubicBezTo>
                  <a:lnTo>
                    <a:pt x="129762" y="97401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FDF78328-2086-4110-6460-385151396986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8313108" y="4302410"/>
              <a:ext cx="63254" cy="147552"/>
            </a:xfrm>
            <a:custGeom>
              <a:avLst/>
              <a:gdLst>
                <a:gd name="connsiteX0" fmla="*/ 40421 w 63254"/>
                <a:gd name="connsiteY0" fmla="*/ 64 h 147552"/>
                <a:gd name="connsiteX1" fmla="*/ 189 w 63254"/>
                <a:gd name="connsiteY1" fmla="*/ 19927 h 147552"/>
                <a:gd name="connsiteX2" fmla="*/ 189 w 63254"/>
                <a:gd name="connsiteY2" fmla="*/ 22983 h 147552"/>
                <a:gd name="connsiteX3" fmla="*/ 6224 w 63254"/>
                <a:gd name="connsiteY3" fmla="*/ 20582 h 147552"/>
                <a:gd name="connsiteX4" fmla="*/ 16282 w 63254"/>
                <a:gd name="connsiteY4" fmla="*/ 18181 h 147552"/>
                <a:gd name="connsiteX5" fmla="*/ 22987 w 63254"/>
                <a:gd name="connsiteY5" fmla="*/ 28440 h 147552"/>
                <a:gd name="connsiteX6" fmla="*/ 22987 w 63254"/>
                <a:gd name="connsiteY6" fmla="*/ 127317 h 147552"/>
                <a:gd name="connsiteX7" fmla="*/ 17623 w 63254"/>
                <a:gd name="connsiteY7" fmla="*/ 141505 h 147552"/>
                <a:gd name="connsiteX8" fmla="*/ 1753 w 63254"/>
                <a:gd name="connsiteY8" fmla="*/ 144343 h 147552"/>
                <a:gd name="connsiteX9" fmla="*/ 1753 w 63254"/>
                <a:gd name="connsiteY9" fmla="*/ 147617 h 147552"/>
                <a:gd name="connsiteX10" fmla="*/ 63443 w 63254"/>
                <a:gd name="connsiteY10" fmla="*/ 147617 h 147552"/>
                <a:gd name="connsiteX11" fmla="*/ 63443 w 63254"/>
                <a:gd name="connsiteY11" fmla="*/ 144343 h 147552"/>
                <a:gd name="connsiteX12" fmla="*/ 42209 w 63254"/>
                <a:gd name="connsiteY12" fmla="*/ 131465 h 147552"/>
                <a:gd name="connsiteX13" fmla="*/ 42209 w 63254"/>
                <a:gd name="connsiteY13" fmla="*/ 501 h 147552"/>
                <a:gd name="connsiteX14" fmla="*/ 40421 w 63254"/>
                <a:gd name="connsiteY14" fmla="*/ 64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54" h="147552">
                  <a:moveTo>
                    <a:pt x="40421" y="64"/>
                  </a:moveTo>
                  <a:lnTo>
                    <a:pt x="189" y="19927"/>
                  </a:lnTo>
                  <a:lnTo>
                    <a:pt x="189" y="22983"/>
                  </a:lnTo>
                  <a:cubicBezTo>
                    <a:pt x="2871" y="21892"/>
                    <a:pt x="5330" y="21018"/>
                    <a:pt x="6224" y="20582"/>
                  </a:cubicBezTo>
                  <a:cubicBezTo>
                    <a:pt x="10247" y="19054"/>
                    <a:pt x="14047" y="18181"/>
                    <a:pt x="16282" y="18181"/>
                  </a:cubicBezTo>
                  <a:cubicBezTo>
                    <a:pt x="20976" y="18181"/>
                    <a:pt x="22987" y="21455"/>
                    <a:pt x="22987" y="28440"/>
                  </a:cubicBezTo>
                  <a:lnTo>
                    <a:pt x="22987" y="127317"/>
                  </a:lnTo>
                  <a:cubicBezTo>
                    <a:pt x="22987" y="134520"/>
                    <a:pt x="21199" y="139541"/>
                    <a:pt x="17623" y="141505"/>
                  </a:cubicBezTo>
                  <a:cubicBezTo>
                    <a:pt x="14270" y="143470"/>
                    <a:pt x="11141" y="144124"/>
                    <a:pt x="1753" y="144343"/>
                  </a:cubicBezTo>
                  <a:lnTo>
                    <a:pt x="1753" y="147617"/>
                  </a:lnTo>
                  <a:lnTo>
                    <a:pt x="63443" y="147617"/>
                  </a:lnTo>
                  <a:lnTo>
                    <a:pt x="63443" y="144343"/>
                  </a:lnTo>
                  <a:cubicBezTo>
                    <a:pt x="45786" y="144124"/>
                    <a:pt x="42209" y="141942"/>
                    <a:pt x="42209" y="131465"/>
                  </a:cubicBezTo>
                  <a:lnTo>
                    <a:pt x="42209" y="501"/>
                  </a:lnTo>
                  <a:lnTo>
                    <a:pt x="40421" y="64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1E38195F-8D67-FC7D-7A0F-0601049BC59F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8441608" y="4373972"/>
              <a:ext cx="35339" cy="88194"/>
            </a:xfrm>
            <a:custGeom>
              <a:avLst/>
              <a:gdLst>
                <a:gd name="connsiteX0" fmla="*/ 35532 w 35339"/>
                <a:gd name="connsiteY0" fmla="*/ 31034 h 88194"/>
                <a:gd name="connsiteX1" fmla="*/ 16201 w 35339"/>
                <a:gd name="connsiteY1" fmla="*/ 63 h 88194"/>
                <a:gd name="connsiteX2" fmla="*/ 193 w 35339"/>
                <a:gd name="connsiteY2" fmla="*/ 15696 h 88194"/>
                <a:gd name="connsiteX3" fmla="*/ 16201 w 35339"/>
                <a:gd name="connsiteY3" fmla="*/ 31329 h 88194"/>
                <a:gd name="connsiteX4" fmla="*/ 26773 w 35339"/>
                <a:gd name="connsiteY4" fmla="*/ 27494 h 88194"/>
                <a:gd name="connsiteX5" fmla="*/ 28283 w 35339"/>
                <a:gd name="connsiteY5" fmla="*/ 26609 h 88194"/>
                <a:gd name="connsiteX6" fmla="*/ 28887 w 35339"/>
                <a:gd name="connsiteY6" fmla="*/ 31034 h 88194"/>
                <a:gd name="connsiteX7" fmla="*/ 8348 w 35339"/>
                <a:gd name="connsiteY7" fmla="*/ 80293 h 88194"/>
                <a:gd name="connsiteX8" fmla="*/ 5026 w 35339"/>
                <a:gd name="connsiteY8" fmla="*/ 85012 h 88194"/>
                <a:gd name="connsiteX9" fmla="*/ 8046 w 35339"/>
                <a:gd name="connsiteY9" fmla="*/ 88257 h 88194"/>
                <a:gd name="connsiteX10" fmla="*/ 35532 w 35339"/>
                <a:gd name="connsiteY10" fmla="*/ 31034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39" h="88194">
                  <a:moveTo>
                    <a:pt x="35532" y="31034"/>
                  </a:moveTo>
                  <a:cubicBezTo>
                    <a:pt x="35532" y="11566"/>
                    <a:pt x="27981" y="63"/>
                    <a:pt x="16201" y="63"/>
                  </a:cubicBezTo>
                  <a:cubicBezTo>
                    <a:pt x="6234" y="63"/>
                    <a:pt x="193" y="7437"/>
                    <a:pt x="193" y="15696"/>
                  </a:cubicBezTo>
                  <a:cubicBezTo>
                    <a:pt x="193" y="23660"/>
                    <a:pt x="6234" y="31329"/>
                    <a:pt x="16201" y="31329"/>
                  </a:cubicBezTo>
                  <a:cubicBezTo>
                    <a:pt x="19826" y="31329"/>
                    <a:pt x="23753" y="30149"/>
                    <a:pt x="26773" y="27494"/>
                  </a:cubicBezTo>
                  <a:cubicBezTo>
                    <a:pt x="27679" y="26904"/>
                    <a:pt x="27981" y="26609"/>
                    <a:pt x="28283" y="26609"/>
                  </a:cubicBezTo>
                  <a:cubicBezTo>
                    <a:pt x="28585" y="26609"/>
                    <a:pt x="28887" y="26904"/>
                    <a:pt x="28887" y="31034"/>
                  </a:cubicBezTo>
                  <a:cubicBezTo>
                    <a:pt x="28887" y="52861"/>
                    <a:pt x="18316" y="70559"/>
                    <a:pt x="8348" y="80293"/>
                  </a:cubicBezTo>
                  <a:cubicBezTo>
                    <a:pt x="5026" y="83537"/>
                    <a:pt x="5026" y="84127"/>
                    <a:pt x="5026" y="85012"/>
                  </a:cubicBezTo>
                  <a:cubicBezTo>
                    <a:pt x="5026" y="87077"/>
                    <a:pt x="6536" y="88257"/>
                    <a:pt x="8046" y="88257"/>
                  </a:cubicBezTo>
                  <a:cubicBezTo>
                    <a:pt x="11369" y="88257"/>
                    <a:pt x="35532" y="65545"/>
                    <a:pt x="35532" y="31034"/>
                  </a:cubicBez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0A460AEC-2E1E-4CF4-5EF2-462B2E3CCB7B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8525140" y="4275159"/>
              <a:ext cx="143169" cy="133323"/>
            </a:xfrm>
            <a:custGeom>
              <a:avLst/>
              <a:gdLst>
                <a:gd name="connsiteX0" fmla="*/ 129774 w 143169"/>
                <a:gd name="connsiteY0" fmla="*/ 97401 h 133323"/>
                <a:gd name="connsiteX1" fmla="*/ 123129 w 143169"/>
                <a:gd name="connsiteY1" fmla="*/ 105365 h 133323"/>
                <a:gd name="connsiteX2" fmla="*/ 109235 w 143169"/>
                <a:gd name="connsiteY2" fmla="*/ 117163 h 133323"/>
                <a:gd name="connsiteX3" fmla="*/ 99872 w 143169"/>
                <a:gd name="connsiteY3" fmla="*/ 105070 h 133323"/>
                <a:gd name="connsiteX4" fmla="*/ 98664 w 143169"/>
                <a:gd name="connsiteY4" fmla="*/ 100055 h 133323"/>
                <a:gd name="connsiteX5" fmla="*/ 87790 w 143169"/>
                <a:gd name="connsiteY5" fmla="*/ 52271 h 133323"/>
                <a:gd name="connsiteX6" fmla="*/ 117390 w 143169"/>
                <a:gd name="connsiteY6" fmla="*/ 16581 h 133323"/>
                <a:gd name="connsiteX7" fmla="*/ 124640 w 143169"/>
                <a:gd name="connsiteY7" fmla="*/ 18940 h 133323"/>
                <a:gd name="connsiteX8" fmla="*/ 132795 w 143169"/>
                <a:gd name="connsiteY8" fmla="*/ 21595 h 133323"/>
                <a:gd name="connsiteX9" fmla="*/ 143366 w 143169"/>
                <a:gd name="connsiteY9" fmla="*/ 10976 h 133323"/>
                <a:gd name="connsiteX10" fmla="*/ 130982 w 143169"/>
                <a:gd name="connsiteY10" fmla="*/ 63 h 133323"/>
                <a:gd name="connsiteX11" fmla="*/ 85374 w 143169"/>
                <a:gd name="connsiteY11" fmla="*/ 42243 h 133323"/>
                <a:gd name="connsiteX12" fmla="*/ 82051 w 143169"/>
                <a:gd name="connsiteY12" fmla="*/ 26020 h 133323"/>
                <a:gd name="connsiteX13" fmla="*/ 66345 w 143169"/>
                <a:gd name="connsiteY13" fmla="*/ 63 h 133323"/>
                <a:gd name="connsiteX14" fmla="*/ 31006 w 143169"/>
                <a:gd name="connsiteY14" fmla="*/ 8617 h 133323"/>
                <a:gd name="connsiteX15" fmla="*/ 27683 w 143169"/>
                <a:gd name="connsiteY15" fmla="*/ 9797 h 133323"/>
                <a:gd name="connsiteX16" fmla="*/ 28891 w 143169"/>
                <a:gd name="connsiteY16" fmla="*/ 14221 h 133323"/>
                <a:gd name="connsiteX17" fmla="*/ 45806 w 143169"/>
                <a:gd name="connsiteY17" fmla="*/ 10976 h 133323"/>
                <a:gd name="connsiteX18" fmla="*/ 59398 w 143169"/>
                <a:gd name="connsiteY18" fmla="*/ 31329 h 133323"/>
                <a:gd name="connsiteX19" fmla="*/ 68157 w 143169"/>
                <a:gd name="connsiteY19" fmla="*/ 67609 h 133323"/>
                <a:gd name="connsiteX20" fmla="*/ 43389 w 143169"/>
                <a:gd name="connsiteY20" fmla="*/ 102120 h 133323"/>
                <a:gd name="connsiteX21" fmla="*/ 27985 w 143169"/>
                <a:gd name="connsiteY21" fmla="*/ 116278 h 133323"/>
                <a:gd name="connsiteX22" fmla="*/ 20132 w 143169"/>
                <a:gd name="connsiteY22" fmla="*/ 113624 h 133323"/>
                <a:gd name="connsiteX23" fmla="*/ 10466 w 143169"/>
                <a:gd name="connsiteY23" fmla="*/ 110674 h 133323"/>
                <a:gd name="connsiteX24" fmla="*/ 197 w 143169"/>
                <a:gd name="connsiteY24" fmla="*/ 120998 h 133323"/>
                <a:gd name="connsiteX25" fmla="*/ 15299 w 143169"/>
                <a:gd name="connsiteY25" fmla="*/ 133386 h 133323"/>
                <a:gd name="connsiteX26" fmla="*/ 43389 w 143169"/>
                <a:gd name="connsiteY26" fmla="*/ 112739 h 133323"/>
                <a:gd name="connsiteX27" fmla="*/ 70573 w 143169"/>
                <a:gd name="connsiteY27" fmla="*/ 78228 h 133323"/>
                <a:gd name="connsiteX28" fmla="*/ 79635 w 143169"/>
                <a:gd name="connsiteY28" fmla="*/ 113624 h 133323"/>
                <a:gd name="connsiteX29" fmla="*/ 97153 w 143169"/>
                <a:gd name="connsiteY29" fmla="*/ 133386 h 133323"/>
                <a:gd name="connsiteX30" fmla="*/ 134003 w 143169"/>
                <a:gd name="connsiteY30" fmla="*/ 99760 h 133323"/>
                <a:gd name="connsiteX31" fmla="*/ 129774 w 143169"/>
                <a:gd name="connsiteY31" fmla="*/ 97401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169" h="133323">
                  <a:moveTo>
                    <a:pt x="129774" y="97401"/>
                  </a:moveTo>
                  <a:cubicBezTo>
                    <a:pt x="127358" y="100055"/>
                    <a:pt x="125848" y="101825"/>
                    <a:pt x="123129" y="105365"/>
                  </a:cubicBezTo>
                  <a:cubicBezTo>
                    <a:pt x="116182" y="114214"/>
                    <a:pt x="112558" y="117163"/>
                    <a:pt x="109235" y="117163"/>
                  </a:cubicBezTo>
                  <a:cubicBezTo>
                    <a:pt x="104705" y="117163"/>
                    <a:pt x="101986" y="113329"/>
                    <a:pt x="99872" y="105070"/>
                  </a:cubicBezTo>
                  <a:cubicBezTo>
                    <a:pt x="99268" y="102710"/>
                    <a:pt x="98966" y="100940"/>
                    <a:pt x="98664" y="100055"/>
                  </a:cubicBezTo>
                  <a:cubicBezTo>
                    <a:pt x="91112" y="70264"/>
                    <a:pt x="87790" y="56696"/>
                    <a:pt x="87790" y="52271"/>
                  </a:cubicBezTo>
                  <a:cubicBezTo>
                    <a:pt x="101080" y="29559"/>
                    <a:pt x="111954" y="16581"/>
                    <a:pt x="117390" y="16581"/>
                  </a:cubicBezTo>
                  <a:cubicBezTo>
                    <a:pt x="119203" y="16581"/>
                    <a:pt x="121619" y="17466"/>
                    <a:pt x="124640" y="18940"/>
                  </a:cubicBezTo>
                  <a:cubicBezTo>
                    <a:pt x="128264" y="21005"/>
                    <a:pt x="130378" y="21595"/>
                    <a:pt x="132795" y="21595"/>
                  </a:cubicBezTo>
                  <a:cubicBezTo>
                    <a:pt x="139138" y="21595"/>
                    <a:pt x="143366" y="17171"/>
                    <a:pt x="143366" y="10976"/>
                  </a:cubicBezTo>
                  <a:cubicBezTo>
                    <a:pt x="143366" y="4782"/>
                    <a:pt x="138232" y="63"/>
                    <a:pt x="130982" y="63"/>
                  </a:cubicBezTo>
                  <a:cubicBezTo>
                    <a:pt x="117692" y="63"/>
                    <a:pt x="106215" y="10681"/>
                    <a:pt x="85374" y="42243"/>
                  </a:cubicBezTo>
                  <a:lnTo>
                    <a:pt x="82051" y="26020"/>
                  </a:lnTo>
                  <a:cubicBezTo>
                    <a:pt x="77823" y="5962"/>
                    <a:pt x="74500" y="63"/>
                    <a:pt x="66345" y="63"/>
                  </a:cubicBezTo>
                  <a:cubicBezTo>
                    <a:pt x="59700" y="63"/>
                    <a:pt x="49430" y="2717"/>
                    <a:pt x="31006" y="8617"/>
                  </a:cubicBezTo>
                  <a:lnTo>
                    <a:pt x="27683" y="9797"/>
                  </a:lnTo>
                  <a:lnTo>
                    <a:pt x="28891" y="14221"/>
                  </a:lnTo>
                  <a:cubicBezTo>
                    <a:pt x="40369" y="11566"/>
                    <a:pt x="43087" y="10976"/>
                    <a:pt x="45806" y="10976"/>
                  </a:cubicBezTo>
                  <a:cubicBezTo>
                    <a:pt x="53357" y="10976"/>
                    <a:pt x="55169" y="13631"/>
                    <a:pt x="59398" y="31329"/>
                  </a:cubicBezTo>
                  <a:lnTo>
                    <a:pt x="68157" y="67609"/>
                  </a:lnTo>
                  <a:lnTo>
                    <a:pt x="43389" y="102120"/>
                  </a:lnTo>
                  <a:cubicBezTo>
                    <a:pt x="37348" y="110969"/>
                    <a:pt x="31308" y="116278"/>
                    <a:pt x="27985" y="116278"/>
                  </a:cubicBezTo>
                  <a:cubicBezTo>
                    <a:pt x="26173" y="116278"/>
                    <a:pt x="23152" y="115394"/>
                    <a:pt x="20132" y="113624"/>
                  </a:cubicBezTo>
                  <a:cubicBezTo>
                    <a:pt x="16205" y="111559"/>
                    <a:pt x="12883" y="110674"/>
                    <a:pt x="10466" y="110674"/>
                  </a:cubicBezTo>
                  <a:cubicBezTo>
                    <a:pt x="4728" y="110674"/>
                    <a:pt x="197" y="115099"/>
                    <a:pt x="197" y="120998"/>
                  </a:cubicBezTo>
                  <a:cubicBezTo>
                    <a:pt x="197" y="128667"/>
                    <a:pt x="6238" y="133386"/>
                    <a:pt x="15299" y="133386"/>
                  </a:cubicBezTo>
                  <a:cubicBezTo>
                    <a:pt x="24663" y="133386"/>
                    <a:pt x="28287" y="130732"/>
                    <a:pt x="43389" y="112739"/>
                  </a:cubicBezTo>
                  <a:cubicBezTo>
                    <a:pt x="51545" y="103300"/>
                    <a:pt x="57888" y="95336"/>
                    <a:pt x="70573" y="78228"/>
                  </a:cubicBezTo>
                  <a:lnTo>
                    <a:pt x="79635" y="113624"/>
                  </a:lnTo>
                  <a:cubicBezTo>
                    <a:pt x="83561" y="128667"/>
                    <a:pt x="87488" y="133386"/>
                    <a:pt x="97153" y="133386"/>
                  </a:cubicBezTo>
                  <a:cubicBezTo>
                    <a:pt x="108631" y="133386"/>
                    <a:pt x="116484" y="126307"/>
                    <a:pt x="134003" y="99760"/>
                  </a:cubicBezTo>
                  <a:lnTo>
                    <a:pt x="129774" y="97401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534F55A4-3D93-D716-975E-8A3B95C9F2FA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8674610" y="4302410"/>
              <a:ext cx="99463" cy="147552"/>
            </a:xfrm>
            <a:custGeom>
              <a:avLst/>
              <a:gdLst>
                <a:gd name="connsiteX0" fmla="*/ 99665 w 99463"/>
                <a:gd name="connsiteY0" fmla="*/ 117713 h 147552"/>
                <a:gd name="connsiteX1" fmla="*/ 96759 w 99463"/>
                <a:gd name="connsiteY1" fmla="*/ 116622 h 147552"/>
                <a:gd name="connsiteX2" fmla="*/ 75525 w 99463"/>
                <a:gd name="connsiteY2" fmla="*/ 131028 h 147552"/>
                <a:gd name="connsiteX3" fmla="*/ 22106 w 99463"/>
                <a:gd name="connsiteY3" fmla="*/ 131028 h 147552"/>
                <a:gd name="connsiteX4" fmla="*/ 59656 w 99463"/>
                <a:gd name="connsiteY4" fmla="*/ 92612 h 147552"/>
                <a:gd name="connsiteX5" fmla="*/ 88266 w 99463"/>
                <a:gd name="connsiteY5" fmla="*/ 38699 h 147552"/>
                <a:gd name="connsiteX6" fmla="*/ 46916 w 99463"/>
                <a:gd name="connsiteY6" fmla="*/ 64 h 147552"/>
                <a:gd name="connsiteX7" fmla="*/ 14730 w 99463"/>
                <a:gd name="connsiteY7" fmla="*/ 13597 h 147552"/>
                <a:gd name="connsiteX8" fmla="*/ 425 w 99463"/>
                <a:gd name="connsiteY8" fmla="*/ 43501 h 147552"/>
                <a:gd name="connsiteX9" fmla="*/ 5119 w 99463"/>
                <a:gd name="connsiteY9" fmla="*/ 44592 h 147552"/>
                <a:gd name="connsiteX10" fmla="*/ 37528 w 99463"/>
                <a:gd name="connsiteY10" fmla="*/ 16216 h 147552"/>
                <a:gd name="connsiteX11" fmla="*/ 69043 w 99463"/>
                <a:gd name="connsiteY11" fmla="*/ 46993 h 147552"/>
                <a:gd name="connsiteX12" fmla="*/ 39987 w 99463"/>
                <a:gd name="connsiteY12" fmla="*/ 103744 h 147552"/>
                <a:gd name="connsiteX13" fmla="*/ 201 w 99463"/>
                <a:gd name="connsiteY13" fmla="*/ 144997 h 147552"/>
                <a:gd name="connsiteX14" fmla="*/ 201 w 99463"/>
                <a:gd name="connsiteY14" fmla="*/ 147617 h 147552"/>
                <a:gd name="connsiteX15" fmla="*/ 87372 w 99463"/>
                <a:gd name="connsiteY15" fmla="*/ 147617 h 147552"/>
                <a:gd name="connsiteX16" fmla="*/ 99665 w 99463"/>
                <a:gd name="connsiteY16" fmla="*/ 117713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63" h="147552">
                  <a:moveTo>
                    <a:pt x="99665" y="117713"/>
                  </a:moveTo>
                  <a:lnTo>
                    <a:pt x="96759" y="116622"/>
                  </a:lnTo>
                  <a:cubicBezTo>
                    <a:pt x="88489" y="129064"/>
                    <a:pt x="85583" y="131028"/>
                    <a:pt x="75525" y="131028"/>
                  </a:cubicBezTo>
                  <a:lnTo>
                    <a:pt x="22106" y="131028"/>
                  </a:lnTo>
                  <a:lnTo>
                    <a:pt x="59656" y="92612"/>
                  </a:lnTo>
                  <a:cubicBezTo>
                    <a:pt x="79549" y="72313"/>
                    <a:pt x="88266" y="55724"/>
                    <a:pt x="88266" y="38699"/>
                  </a:cubicBezTo>
                  <a:cubicBezTo>
                    <a:pt x="88266" y="16871"/>
                    <a:pt x="70161" y="64"/>
                    <a:pt x="46916" y="64"/>
                  </a:cubicBezTo>
                  <a:cubicBezTo>
                    <a:pt x="34622" y="64"/>
                    <a:pt x="23000" y="4866"/>
                    <a:pt x="14730" y="13597"/>
                  </a:cubicBezTo>
                  <a:cubicBezTo>
                    <a:pt x="7577" y="21018"/>
                    <a:pt x="4225" y="28003"/>
                    <a:pt x="425" y="43501"/>
                  </a:cubicBezTo>
                  <a:lnTo>
                    <a:pt x="5119" y="44592"/>
                  </a:lnTo>
                  <a:cubicBezTo>
                    <a:pt x="14059" y="23201"/>
                    <a:pt x="22106" y="16216"/>
                    <a:pt x="37528" y="16216"/>
                  </a:cubicBezTo>
                  <a:cubicBezTo>
                    <a:pt x="56303" y="16216"/>
                    <a:pt x="69043" y="28658"/>
                    <a:pt x="69043" y="46993"/>
                  </a:cubicBezTo>
                  <a:cubicBezTo>
                    <a:pt x="69043" y="64018"/>
                    <a:pt x="58762" y="84318"/>
                    <a:pt x="39987" y="103744"/>
                  </a:cubicBezTo>
                  <a:lnTo>
                    <a:pt x="201" y="144997"/>
                  </a:lnTo>
                  <a:lnTo>
                    <a:pt x="201" y="147617"/>
                  </a:lnTo>
                  <a:lnTo>
                    <a:pt x="87372" y="147617"/>
                  </a:lnTo>
                  <a:lnTo>
                    <a:pt x="99665" y="117713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388B461E-E535-BAB4-7A9E-39B59C424A6E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8801884" y="4184015"/>
              <a:ext cx="41380" cy="294963"/>
            </a:xfrm>
            <a:custGeom>
              <a:avLst/>
              <a:gdLst>
                <a:gd name="connsiteX0" fmla="*/ 41586 w 41380"/>
                <a:gd name="connsiteY0" fmla="*/ 62 h 294963"/>
                <a:gd name="connsiteX1" fmla="*/ 206 w 41380"/>
                <a:gd name="connsiteY1" fmla="*/ 62 h 294963"/>
                <a:gd name="connsiteX2" fmla="*/ 206 w 41380"/>
                <a:gd name="connsiteY2" fmla="*/ 11861 h 294963"/>
                <a:gd name="connsiteX3" fmla="*/ 29504 w 41380"/>
                <a:gd name="connsiteY3" fmla="*/ 11861 h 294963"/>
                <a:gd name="connsiteX4" fmla="*/ 29504 w 41380"/>
                <a:gd name="connsiteY4" fmla="*/ 283227 h 294963"/>
                <a:gd name="connsiteX5" fmla="*/ 206 w 41380"/>
                <a:gd name="connsiteY5" fmla="*/ 283227 h 294963"/>
                <a:gd name="connsiteX6" fmla="*/ 206 w 41380"/>
                <a:gd name="connsiteY6" fmla="*/ 295026 h 294963"/>
                <a:gd name="connsiteX7" fmla="*/ 41586 w 41380"/>
                <a:gd name="connsiteY7" fmla="*/ 295026 h 294963"/>
                <a:gd name="connsiteX8" fmla="*/ 41586 w 41380"/>
                <a:gd name="connsiteY8" fmla="*/ 62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80" h="294963">
                  <a:moveTo>
                    <a:pt x="41586" y="62"/>
                  </a:moveTo>
                  <a:lnTo>
                    <a:pt x="206" y="62"/>
                  </a:lnTo>
                  <a:lnTo>
                    <a:pt x="206" y="11861"/>
                  </a:lnTo>
                  <a:lnTo>
                    <a:pt x="29504" y="11861"/>
                  </a:lnTo>
                  <a:lnTo>
                    <a:pt x="29504" y="283227"/>
                  </a:lnTo>
                  <a:lnTo>
                    <a:pt x="206" y="283227"/>
                  </a:lnTo>
                  <a:lnTo>
                    <a:pt x="206" y="295026"/>
                  </a:lnTo>
                  <a:lnTo>
                    <a:pt x="41586" y="295026"/>
                  </a:lnTo>
                  <a:lnTo>
                    <a:pt x="41586" y="6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6D50599-6888-EFF2-A050-2BB9638CC5A0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8966187" y="4269555"/>
              <a:ext cx="122328" cy="138632"/>
            </a:xfrm>
            <a:custGeom>
              <a:avLst/>
              <a:gdLst>
                <a:gd name="connsiteX0" fmla="*/ 122540 w 122328"/>
                <a:gd name="connsiteY0" fmla="*/ 116278 h 138632"/>
                <a:gd name="connsiteX1" fmla="*/ 109250 w 122328"/>
                <a:gd name="connsiteY1" fmla="*/ 121882 h 138632"/>
                <a:gd name="connsiteX2" fmla="*/ 100188 w 122328"/>
                <a:gd name="connsiteY2" fmla="*/ 104774 h 138632"/>
                <a:gd name="connsiteX3" fmla="*/ 100188 w 122328"/>
                <a:gd name="connsiteY3" fmla="*/ 47256 h 138632"/>
                <a:gd name="connsiteX4" fmla="*/ 94147 w 122328"/>
                <a:gd name="connsiteY4" fmla="*/ 16285 h 138632"/>
                <a:gd name="connsiteX5" fmla="*/ 56694 w 122328"/>
                <a:gd name="connsiteY5" fmla="*/ 62 h 138632"/>
                <a:gd name="connsiteX6" fmla="*/ 5950 w 122328"/>
                <a:gd name="connsiteY6" fmla="*/ 33098 h 138632"/>
                <a:gd name="connsiteX7" fmla="*/ 18938 w 122328"/>
                <a:gd name="connsiteY7" fmla="*/ 45782 h 138632"/>
                <a:gd name="connsiteX8" fmla="*/ 32530 w 122328"/>
                <a:gd name="connsiteY8" fmla="*/ 33393 h 138632"/>
                <a:gd name="connsiteX9" fmla="*/ 31926 w 122328"/>
                <a:gd name="connsiteY9" fmla="*/ 28674 h 138632"/>
                <a:gd name="connsiteX10" fmla="*/ 31020 w 122328"/>
                <a:gd name="connsiteY10" fmla="*/ 21595 h 138632"/>
                <a:gd name="connsiteX11" fmla="*/ 52767 w 122328"/>
                <a:gd name="connsiteY11" fmla="*/ 7141 h 138632"/>
                <a:gd name="connsiteX12" fmla="*/ 75723 w 122328"/>
                <a:gd name="connsiteY12" fmla="*/ 31623 h 138632"/>
                <a:gd name="connsiteX13" fmla="*/ 75723 w 122328"/>
                <a:gd name="connsiteY13" fmla="*/ 49616 h 138632"/>
                <a:gd name="connsiteX14" fmla="*/ 11085 w 122328"/>
                <a:gd name="connsiteY14" fmla="*/ 81472 h 138632"/>
                <a:gd name="connsiteX15" fmla="*/ 211 w 122328"/>
                <a:gd name="connsiteY15" fmla="*/ 107134 h 138632"/>
                <a:gd name="connsiteX16" fmla="*/ 31926 w 122328"/>
                <a:gd name="connsiteY16" fmla="*/ 138695 h 138632"/>
                <a:gd name="connsiteX17" fmla="*/ 76025 w 122328"/>
                <a:gd name="connsiteY17" fmla="*/ 117163 h 138632"/>
                <a:gd name="connsiteX18" fmla="*/ 95356 w 122328"/>
                <a:gd name="connsiteY18" fmla="*/ 138695 h 138632"/>
                <a:gd name="connsiteX19" fmla="*/ 122540 w 122328"/>
                <a:gd name="connsiteY19" fmla="*/ 123947 h 138632"/>
                <a:gd name="connsiteX20" fmla="*/ 122540 w 122328"/>
                <a:gd name="connsiteY20" fmla="*/ 116278 h 138632"/>
                <a:gd name="connsiteX21" fmla="*/ 75723 w 122328"/>
                <a:gd name="connsiteY21" fmla="*/ 99465 h 138632"/>
                <a:gd name="connsiteX22" fmla="*/ 67869 w 122328"/>
                <a:gd name="connsiteY22" fmla="*/ 114803 h 138632"/>
                <a:gd name="connsiteX23" fmla="*/ 45820 w 122328"/>
                <a:gd name="connsiteY23" fmla="*/ 121587 h 138632"/>
                <a:gd name="connsiteX24" fmla="*/ 26791 w 122328"/>
                <a:gd name="connsiteY24" fmla="*/ 98875 h 138632"/>
                <a:gd name="connsiteX25" fmla="*/ 26791 w 122328"/>
                <a:gd name="connsiteY25" fmla="*/ 97695 h 138632"/>
                <a:gd name="connsiteX26" fmla="*/ 75723 w 122328"/>
                <a:gd name="connsiteY26" fmla="*/ 56695 h 138632"/>
                <a:gd name="connsiteX27" fmla="*/ 75723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540" y="116278"/>
                  </a:moveTo>
                  <a:cubicBezTo>
                    <a:pt x="117405" y="120407"/>
                    <a:pt x="113780" y="121882"/>
                    <a:pt x="109250" y="121882"/>
                  </a:cubicBezTo>
                  <a:cubicBezTo>
                    <a:pt x="102303" y="121882"/>
                    <a:pt x="100188" y="117753"/>
                    <a:pt x="100188" y="104774"/>
                  </a:cubicBezTo>
                  <a:lnTo>
                    <a:pt x="100188" y="47256"/>
                  </a:lnTo>
                  <a:cubicBezTo>
                    <a:pt x="100188" y="31918"/>
                    <a:pt x="98678" y="23364"/>
                    <a:pt x="94147" y="16285"/>
                  </a:cubicBezTo>
                  <a:cubicBezTo>
                    <a:pt x="87502" y="5666"/>
                    <a:pt x="74514" y="62"/>
                    <a:pt x="56694" y="62"/>
                  </a:cubicBezTo>
                  <a:cubicBezTo>
                    <a:pt x="28302" y="62"/>
                    <a:pt x="5950" y="14515"/>
                    <a:pt x="5950" y="33098"/>
                  </a:cubicBezTo>
                  <a:cubicBezTo>
                    <a:pt x="5950" y="39882"/>
                    <a:pt x="11991" y="45782"/>
                    <a:pt x="18938" y="45782"/>
                  </a:cubicBezTo>
                  <a:cubicBezTo>
                    <a:pt x="26187" y="45782"/>
                    <a:pt x="32530" y="39882"/>
                    <a:pt x="32530" y="33393"/>
                  </a:cubicBezTo>
                  <a:cubicBezTo>
                    <a:pt x="32530" y="32213"/>
                    <a:pt x="32228" y="30738"/>
                    <a:pt x="31926" y="28674"/>
                  </a:cubicBezTo>
                  <a:cubicBezTo>
                    <a:pt x="31322" y="26019"/>
                    <a:pt x="31020" y="23659"/>
                    <a:pt x="31020" y="21595"/>
                  </a:cubicBezTo>
                  <a:cubicBezTo>
                    <a:pt x="31020" y="13630"/>
                    <a:pt x="40685" y="7141"/>
                    <a:pt x="52767" y="7141"/>
                  </a:cubicBezTo>
                  <a:cubicBezTo>
                    <a:pt x="67567" y="7141"/>
                    <a:pt x="75723" y="15695"/>
                    <a:pt x="75723" y="31623"/>
                  </a:cubicBezTo>
                  <a:lnTo>
                    <a:pt x="75723" y="49616"/>
                  </a:lnTo>
                  <a:cubicBezTo>
                    <a:pt x="29208" y="67904"/>
                    <a:pt x="24073" y="70263"/>
                    <a:pt x="11085" y="81472"/>
                  </a:cubicBezTo>
                  <a:cubicBezTo>
                    <a:pt x="4440" y="87371"/>
                    <a:pt x="211" y="97400"/>
                    <a:pt x="211" y="107134"/>
                  </a:cubicBezTo>
                  <a:cubicBezTo>
                    <a:pt x="211" y="125717"/>
                    <a:pt x="13501" y="138695"/>
                    <a:pt x="31926" y="138695"/>
                  </a:cubicBezTo>
                  <a:cubicBezTo>
                    <a:pt x="45216" y="138695"/>
                    <a:pt x="57600" y="132501"/>
                    <a:pt x="76025" y="117163"/>
                  </a:cubicBezTo>
                  <a:cubicBezTo>
                    <a:pt x="77535" y="132501"/>
                    <a:pt x="82972" y="138695"/>
                    <a:pt x="95356" y="138695"/>
                  </a:cubicBezTo>
                  <a:cubicBezTo>
                    <a:pt x="105625" y="138695"/>
                    <a:pt x="111968" y="135155"/>
                    <a:pt x="122540" y="123947"/>
                  </a:cubicBezTo>
                  <a:lnTo>
                    <a:pt x="122540" y="116278"/>
                  </a:lnTo>
                  <a:close/>
                  <a:moveTo>
                    <a:pt x="75723" y="99465"/>
                  </a:moveTo>
                  <a:cubicBezTo>
                    <a:pt x="75723" y="108609"/>
                    <a:pt x="74212" y="111263"/>
                    <a:pt x="67869" y="114803"/>
                  </a:cubicBezTo>
                  <a:cubicBezTo>
                    <a:pt x="60620" y="118932"/>
                    <a:pt x="52163" y="121587"/>
                    <a:pt x="45820" y="121587"/>
                  </a:cubicBezTo>
                  <a:cubicBezTo>
                    <a:pt x="35249" y="121587"/>
                    <a:pt x="26791" y="111558"/>
                    <a:pt x="26791" y="98875"/>
                  </a:cubicBezTo>
                  <a:lnTo>
                    <a:pt x="26791" y="97695"/>
                  </a:lnTo>
                  <a:cubicBezTo>
                    <a:pt x="26791" y="80292"/>
                    <a:pt x="39175" y="69674"/>
                    <a:pt x="75723" y="56695"/>
                  </a:cubicBezTo>
                  <a:lnTo>
                    <a:pt x="75723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5B073E26-0769-0BE1-037F-5C1B3245B50E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9094453" y="4269555"/>
              <a:ext cx="141659" cy="135683"/>
            </a:xfrm>
            <a:custGeom>
              <a:avLst/>
              <a:gdLst>
                <a:gd name="connsiteX0" fmla="*/ 216 w 141659"/>
                <a:gd name="connsiteY0" fmla="*/ 18350 h 135683"/>
                <a:gd name="connsiteX1" fmla="*/ 8371 w 141659"/>
                <a:gd name="connsiteY1" fmla="*/ 17170 h 135683"/>
                <a:gd name="connsiteX2" fmla="*/ 19547 w 141659"/>
                <a:gd name="connsiteY2" fmla="*/ 36048 h 135683"/>
                <a:gd name="connsiteX3" fmla="*/ 19547 w 141659"/>
                <a:gd name="connsiteY3" fmla="*/ 109199 h 135683"/>
                <a:gd name="connsiteX4" fmla="*/ 820 w 141659"/>
                <a:gd name="connsiteY4" fmla="*/ 131321 h 135683"/>
                <a:gd name="connsiteX5" fmla="*/ 820 w 141659"/>
                <a:gd name="connsiteY5" fmla="*/ 135745 h 135683"/>
                <a:gd name="connsiteX6" fmla="*/ 64853 w 141659"/>
                <a:gd name="connsiteY6" fmla="*/ 135745 h 135683"/>
                <a:gd name="connsiteX7" fmla="*/ 64853 w 141659"/>
                <a:gd name="connsiteY7" fmla="*/ 131321 h 135683"/>
                <a:gd name="connsiteX8" fmla="*/ 44919 w 141659"/>
                <a:gd name="connsiteY8" fmla="*/ 115983 h 135683"/>
                <a:gd name="connsiteX9" fmla="*/ 44919 w 141659"/>
                <a:gd name="connsiteY9" fmla="*/ 33098 h 135683"/>
                <a:gd name="connsiteX10" fmla="*/ 76029 w 141659"/>
                <a:gd name="connsiteY10" fmla="*/ 16285 h 135683"/>
                <a:gd name="connsiteX11" fmla="*/ 98078 w 141659"/>
                <a:gd name="connsiteY11" fmla="*/ 44897 h 135683"/>
                <a:gd name="connsiteX12" fmla="*/ 98078 w 141659"/>
                <a:gd name="connsiteY12" fmla="*/ 106544 h 135683"/>
                <a:gd name="connsiteX13" fmla="*/ 79050 w 141659"/>
                <a:gd name="connsiteY13" fmla="*/ 131321 h 135683"/>
                <a:gd name="connsiteX14" fmla="*/ 79050 w 141659"/>
                <a:gd name="connsiteY14" fmla="*/ 135745 h 135683"/>
                <a:gd name="connsiteX15" fmla="*/ 141875 w 141659"/>
                <a:gd name="connsiteY15" fmla="*/ 135745 h 135683"/>
                <a:gd name="connsiteX16" fmla="*/ 141875 w 141659"/>
                <a:gd name="connsiteY16" fmla="*/ 131321 h 135683"/>
                <a:gd name="connsiteX17" fmla="*/ 123450 w 141659"/>
                <a:gd name="connsiteY17" fmla="*/ 111853 h 135683"/>
                <a:gd name="connsiteX18" fmla="*/ 123450 w 141659"/>
                <a:gd name="connsiteY18" fmla="*/ 44307 h 135683"/>
                <a:gd name="connsiteX19" fmla="*/ 87809 w 141659"/>
                <a:gd name="connsiteY19" fmla="*/ 62 h 135683"/>
                <a:gd name="connsiteX20" fmla="*/ 44012 w 141659"/>
                <a:gd name="connsiteY20" fmla="*/ 23954 h 135683"/>
                <a:gd name="connsiteX21" fmla="*/ 44012 w 141659"/>
                <a:gd name="connsiteY21" fmla="*/ 652 h 135683"/>
                <a:gd name="connsiteX22" fmla="*/ 41898 w 141659"/>
                <a:gd name="connsiteY22" fmla="*/ 62 h 135683"/>
                <a:gd name="connsiteX23" fmla="*/ 216 w 141659"/>
                <a:gd name="connsiteY23" fmla="*/ 13336 h 135683"/>
                <a:gd name="connsiteX24" fmla="*/ 216 w 141659"/>
                <a:gd name="connsiteY24" fmla="*/ 1835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59" h="135683">
                  <a:moveTo>
                    <a:pt x="216" y="18350"/>
                  </a:moveTo>
                  <a:cubicBezTo>
                    <a:pt x="2028" y="17465"/>
                    <a:pt x="5049" y="17170"/>
                    <a:pt x="8371" y="17170"/>
                  </a:cubicBezTo>
                  <a:cubicBezTo>
                    <a:pt x="16828" y="17170"/>
                    <a:pt x="19547" y="21595"/>
                    <a:pt x="19547" y="36048"/>
                  </a:cubicBezTo>
                  <a:lnTo>
                    <a:pt x="19547" y="109199"/>
                  </a:lnTo>
                  <a:cubicBezTo>
                    <a:pt x="19547" y="126012"/>
                    <a:pt x="16224" y="130141"/>
                    <a:pt x="820" y="131321"/>
                  </a:cubicBezTo>
                  <a:lnTo>
                    <a:pt x="820" y="135745"/>
                  </a:lnTo>
                  <a:lnTo>
                    <a:pt x="64853" y="135745"/>
                  </a:lnTo>
                  <a:lnTo>
                    <a:pt x="64853" y="131321"/>
                  </a:lnTo>
                  <a:cubicBezTo>
                    <a:pt x="49449" y="130141"/>
                    <a:pt x="44919" y="126602"/>
                    <a:pt x="44919" y="115983"/>
                  </a:cubicBezTo>
                  <a:lnTo>
                    <a:pt x="44919" y="33098"/>
                  </a:lnTo>
                  <a:cubicBezTo>
                    <a:pt x="59417" y="19825"/>
                    <a:pt x="66062" y="16285"/>
                    <a:pt x="76029" y="16285"/>
                  </a:cubicBezTo>
                  <a:cubicBezTo>
                    <a:pt x="90829" y="16285"/>
                    <a:pt x="98078" y="25429"/>
                    <a:pt x="98078" y="44897"/>
                  </a:cubicBezTo>
                  <a:lnTo>
                    <a:pt x="98078" y="106544"/>
                  </a:lnTo>
                  <a:cubicBezTo>
                    <a:pt x="98078" y="125127"/>
                    <a:pt x="94152" y="130141"/>
                    <a:pt x="79050" y="131321"/>
                  </a:cubicBezTo>
                  <a:lnTo>
                    <a:pt x="79050" y="135745"/>
                  </a:lnTo>
                  <a:lnTo>
                    <a:pt x="141875" y="135745"/>
                  </a:lnTo>
                  <a:lnTo>
                    <a:pt x="141875" y="131321"/>
                  </a:lnTo>
                  <a:cubicBezTo>
                    <a:pt x="127075" y="129846"/>
                    <a:pt x="123450" y="126307"/>
                    <a:pt x="123450" y="111853"/>
                  </a:cubicBezTo>
                  <a:lnTo>
                    <a:pt x="123450" y="44307"/>
                  </a:lnTo>
                  <a:cubicBezTo>
                    <a:pt x="123450" y="16580"/>
                    <a:pt x="110160" y="62"/>
                    <a:pt x="87809" y="62"/>
                  </a:cubicBezTo>
                  <a:cubicBezTo>
                    <a:pt x="73915" y="62"/>
                    <a:pt x="64551" y="5077"/>
                    <a:pt x="44012" y="23954"/>
                  </a:cubicBezTo>
                  <a:lnTo>
                    <a:pt x="44012" y="652"/>
                  </a:lnTo>
                  <a:lnTo>
                    <a:pt x="41898" y="62"/>
                  </a:lnTo>
                  <a:cubicBezTo>
                    <a:pt x="27098" y="5371"/>
                    <a:pt x="16828" y="8616"/>
                    <a:pt x="216" y="13336"/>
                  </a:cubicBezTo>
                  <a:lnTo>
                    <a:pt x="216" y="1835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6CAD71E5-EB67-E31C-0812-318CF4279097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9249364" y="4203778"/>
              <a:ext cx="140148" cy="204409"/>
            </a:xfrm>
            <a:custGeom>
              <a:avLst/>
              <a:gdLst>
                <a:gd name="connsiteX0" fmla="*/ 95969 w 140148"/>
                <a:gd name="connsiteY0" fmla="*/ 204472 h 204409"/>
                <a:gd name="connsiteX1" fmla="*/ 140370 w 140148"/>
                <a:gd name="connsiteY1" fmla="*/ 189134 h 204409"/>
                <a:gd name="connsiteX2" fmla="*/ 140370 w 140148"/>
                <a:gd name="connsiteY2" fmla="*/ 184414 h 204409"/>
                <a:gd name="connsiteX3" fmla="*/ 133423 w 140148"/>
                <a:gd name="connsiteY3" fmla="*/ 184709 h 204409"/>
                <a:gd name="connsiteX4" fmla="*/ 120133 w 140148"/>
                <a:gd name="connsiteY4" fmla="*/ 167896 h 204409"/>
                <a:gd name="connsiteX5" fmla="*/ 120133 w 140148"/>
                <a:gd name="connsiteY5" fmla="*/ 652 h 204409"/>
                <a:gd name="connsiteX6" fmla="*/ 118622 w 140148"/>
                <a:gd name="connsiteY6" fmla="*/ 62 h 204409"/>
                <a:gd name="connsiteX7" fmla="*/ 74222 w 140148"/>
                <a:gd name="connsiteY7" fmla="*/ 13040 h 204409"/>
                <a:gd name="connsiteX8" fmla="*/ 74222 w 140148"/>
                <a:gd name="connsiteY8" fmla="*/ 17760 h 204409"/>
                <a:gd name="connsiteX9" fmla="*/ 80867 w 140148"/>
                <a:gd name="connsiteY9" fmla="*/ 17465 h 204409"/>
                <a:gd name="connsiteX10" fmla="*/ 94761 w 140148"/>
                <a:gd name="connsiteY10" fmla="*/ 32508 h 204409"/>
                <a:gd name="connsiteX11" fmla="*/ 94761 w 140148"/>
                <a:gd name="connsiteY11" fmla="*/ 78522 h 204409"/>
                <a:gd name="connsiteX12" fmla="*/ 63046 w 140148"/>
                <a:gd name="connsiteY12" fmla="*/ 65839 h 204409"/>
                <a:gd name="connsiteX13" fmla="*/ 221 w 140148"/>
                <a:gd name="connsiteY13" fmla="*/ 141054 h 204409"/>
                <a:gd name="connsiteX14" fmla="*/ 56099 w 140148"/>
                <a:gd name="connsiteY14" fmla="*/ 204472 h 204409"/>
                <a:gd name="connsiteX15" fmla="*/ 94761 w 140148"/>
                <a:gd name="connsiteY15" fmla="*/ 184709 h 204409"/>
                <a:gd name="connsiteX16" fmla="*/ 94761 w 140148"/>
                <a:gd name="connsiteY16" fmla="*/ 203587 h 204409"/>
                <a:gd name="connsiteX17" fmla="*/ 95969 w 140148"/>
                <a:gd name="connsiteY17" fmla="*/ 204472 h 204409"/>
                <a:gd name="connsiteX18" fmla="*/ 94761 w 140148"/>
                <a:gd name="connsiteY18" fmla="*/ 171436 h 204409"/>
                <a:gd name="connsiteX19" fmla="*/ 89626 w 140148"/>
                <a:gd name="connsiteY19" fmla="*/ 180285 h 204409"/>
                <a:gd name="connsiteX20" fmla="*/ 67879 w 140148"/>
                <a:gd name="connsiteY20" fmla="*/ 189134 h 204409"/>
                <a:gd name="connsiteX21" fmla="*/ 26197 w 140148"/>
                <a:gd name="connsiteY21" fmla="*/ 129256 h 204409"/>
                <a:gd name="connsiteX22" fmla="*/ 63952 w 140148"/>
                <a:gd name="connsiteY22" fmla="*/ 74098 h 204409"/>
                <a:gd name="connsiteX23" fmla="*/ 94761 w 140148"/>
                <a:gd name="connsiteY23" fmla="*/ 103594 h 204409"/>
                <a:gd name="connsiteX24" fmla="*/ 94761 w 140148"/>
                <a:gd name="connsiteY24" fmla="*/ 171436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148" h="204409">
                  <a:moveTo>
                    <a:pt x="95969" y="204472"/>
                  </a:moveTo>
                  <a:lnTo>
                    <a:pt x="140370" y="189134"/>
                  </a:lnTo>
                  <a:lnTo>
                    <a:pt x="140370" y="184414"/>
                  </a:lnTo>
                  <a:cubicBezTo>
                    <a:pt x="134933" y="184709"/>
                    <a:pt x="134329" y="184709"/>
                    <a:pt x="133423" y="184709"/>
                  </a:cubicBezTo>
                  <a:cubicBezTo>
                    <a:pt x="122549" y="184709"/>
                    <a:pt x="120133" y="181464"/>
                    <a:pt x="120133" y="167896"/>
                  </a:cubicBezTo>
                  <a:lnTo>
                    <a:pt x="120133" y="652"/>
                  </a:lnTo>
                  <a:lnTo>
                    <a:pt x="118622" y="62"/>
                  </a:lnTo>
                  <a:cubicBezTo>
                    <a:pt x="104124" y="5076"/>
                    <a:pt x="93553" y="8026"/>
                    <a:pt x="74222" y="13040"/>
                  </a:cubicBezTo>
                  <a:lnTo>
                    <a:pt x="74222" y="17760"/>
                  </a:lnTo>
                  <a:cubicBezTo>
                    <a:pt x="76638" y="17465"/>
                    <a:pt x="78451" y="17465"/>
                    <a:pt x="80867" y="17465"/>
                  </a:cubicBezTo>
                  <a:cubicBezTo>
                    <a:pt x="92043" y="17465"/>
                    <a:pt x="94761" y="20414"/>
                    <a:pt x="94761" y="32508"/>
                  </a:cubicBezTo>
                  <a:lnTo>
                    <a:pt x="94761" y="78522"/>
                  </a:lnTo>
                  <a:cubicBezTo>
                    <a:pt x="83283" y="69083"/>
                    <a:pt x="75128" y="65839"/>
                    <a:pt x="63046" y="65839"/>
                  </a:cubicBezTo>
                  <a:cubicBezTo>
                    <a:pt x="28311" y="65839"/>
                    <a:pt x="221" y="99170"/>
                    <a:pt x="221" y="141054"/>
                  </a:cubicBezTo>
                  <a:cubicBezTo>
                    <a:pt x="221" y="178810"/>
                    <a:pt x="22874" y="204472"/>
                    <a:pt x="56099" y="204472"/>
                  </a:cubicBezTo>
                  <a:cubicBezTo>
                    <a:pt x="73014" y="204472"/>
                    <a:pt x="84491" y="198572"/>
                    <a:pt x="94761" y="184709"/>
                  </a:cubicBezTo>
                  <a:lnTo>
                    <a:pt x="94761" y="203587"/>
                  </a:lnTo>
                  <a:lnTo>
                    <a:pt x="95969" y="204472"/>
                  </a:lnTo>
                  <a:close/>
                  <a:moveTo>
                    <a:pt x="94761" y="171436"/>
                  </a:moveTo>
                  <a:cubicBezTo>
                    <a:pt x="94761" y="173500"/>
                    <a:pt x="92647" y="177040"/>
                    <a:pt x="89626" y="180285"/>
                  </a:cubicBezTo>
                  <a:cubicBezTo>
                    <a:pt x="84189" y="186184"/>
                    <a:pt x="76638" y="189134"/>
                    <a:pt x="67879" y="189134"/>
                  </a:cubicBezTo>
                  <a:cubicBezTo>
                    <a:pt x="42809" y="189134"/>
                    <a:pt x="26197" y="165536"/>
                    <a:pt x="26197" y="129256"/>
                  </a:cubicBezTo>
                  <a:cubicBezTo>
                    <a:pt x="26197" y="95925"/>
                    <a:pt x="40997" y="74098"/>
                    <a:pt x="63952" y="74098"/>
                  </a:cubicBezTo>
                  <a:cubicBezTo>
                    <a:pt x="79961" y="74098"/>
                    <a:pt x="94761" y="87961"/>
                    <a:pt x="94761" y="103594"/>
                  </a:cubicBezTo>
                  <a:lnTo>
                    <a:pt x="94761" y="171436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B8EA0C88-B1BE-2729-564F-5434CF041A07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9471311" y="4272504"/>
              <a:ext cx="141961" cy="135683"/>
            </a:xfrm>
            <a:custGeom>
              <a:avLst/>
              <a:gdLst>
                <a:gd name="connsiteX0" fmla="*/ 142189 w 141961"/>
                <a:gd name="connsiteY0" fmla="*/ 118048 h 135683"/>
                <a:gd name="connsiteX1" fmla="*/ 140679 w 141961"/>
                <a:gd name="connsiteY1" fmla="*/ 118048 h 135683"/>
                <a:gd name="connsiteX2" fmla="*/ 123463 w 141961"/>
                <a:gd name="connsiteY2" fmla="*/ 101235 h 135683"/>
                <a:gd name="connsiteX3" fmla="*/ 123463 w 141961"/>
                <a:gd name="connsiteY3" fmla="*/ 62 h 135683"/>
                <a:gd name="connsiteX4" fmla="*/ 75740 w 141961"/>
                <a:gd name="connsiteY4" fmla="*/ 62 h 135683"/>
                <a:gd name="connsiteX5" fmla="*/ 75740 w 141961"/>
                <a:gd name="connsiteY5" fmla="*/ 5077 h 135683"/>
                <a:gd name="connsiteX6" fmla="*/ 98091 w 141961"/>
                <a:gd name="connsiteY6" fmla="*/ 23659 h 135683"/>
                <a:gd name="connsiteX7" fmla="*/ 98091 w 141961"/>
                <a:gd name="connsiteY7" fmla="*/ 92976 h 135683"/>
                <a:gd name="connsiteX8" fmla="*/ 92352 w 141961"/>
                <a:gd name="connsiteY8" fmla="*/ 108609 h 135683"/>
                <a:gd name="connsiteX9" fmla="*/ 65772 w 141961"/>
                <a:gd name="connsiteY9" fmla="*/ 118638 h 135683"/>
                <a:gd name="connsiteX10" fmla="*/ 44327 w 141961"/>
                <a:gd name="connsiteY10" fmla="*/ 96220 h 135683"/>
                <a:gd name="connsiteX11" fmla="*/ 44327 w 141961"/>
                <a:gd name="connsiteY11" fmla="*/ 62 h 135683"/>
                <a:gd name="connsiteX12" fmla="*/ 228 w 141961"/>
                <a:gd name="connsiteY12" fmla="*/ 62 h 135683"/>
                <a:gd name="connsiteX13" fmla="*/ 228 w 141961"/>
                <a:gd name="connsiteY13" fmla="*/ 4192 h 135683"/>
                <a:gd name="connsiteX14" fmla="*/ 18955 w 141961"/>
                <a:gd name="connsiteY14" fmla="*/ 23069 h 135683"/>
                <a:gd name="connsiteX15" fmla="*/ 18955 w 141961"/>
                <a:gd name="connsiteY15" fmla="*/ 97400 h 135683"/>
                <a:gd name="connsiteX16" fmla="*/ 55503 w 141961"/>
                <a:gd name="connsiteY16" fmla="*/ 135745 h 135683"/>
                <a:gd name="connsiteX17" fmla="*/ 86613 w 141961"/>
                <a:gd name="connsiteY17" fmla="*/ 123062 h 135683"/>
                <a:gd name="connsiteX18" fmla="*/ 99601 w 141961"/>
                <a:gd name="connsiteY18" fmla="*/ 110379 h 135683"/>
                <a:gd name="connsiteX19" fmla="*/ 99601 w 141961"/>
                <a:gd name="connsiteY19" fmla="*/ 134861 h 135683"/>
                <a:gd name="connsiteX20" fmla="*/ 100809 w 141961"/>
                <a:gd name="connsiteY20" fmla="*/ 135450 h 135683"/>
                <a:gd name="connsiteX21" fmla="*/ 142189 w 141961"/>
                <a:gd name="connsiteY21" fmla="*/ 122177 h 135683"/>
                <a:gd name="connsiteX22" fmla="*/ 142189 w 141961"/>
                <a:gd name="connsiteY22" fmla="*/ 118048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961" h="135683">
                  <a:moveTo>
                    <a:pt x="142189" y="118048"/>
                  </a:moveTo>
                  <a:lnTo>
                    <a:pt x="140679" y="118048"/>
                  </a:lnTo>
                  <a:cubicBezTo>
                    <a:pt x="126785" y="118048"/>
                    <a:pt x="123463" y="114803"/>
                    <a:pt x="123463" y="101235"/>
                  </a:cubicBezTo>
                  <a:lnTo>
                    <a:pt x="123463" y="62"/>
                  </a:lnTo>
                  <a:lnTo>
                    <a:pt x="75740" y="62"/>
                  </a:lnTo>
                  <a:lnTo>
                    <a:pt x="75740" y="5077"/>
                  </a:lnTo>
                  <a:cubicBezTo>
                    <a:pt x="94466" y="5961"/>
                    <a:pt x="98091" y="8911"/>
                    <a:pt x="98091" y="23659"/>
                  </a:cubicBezTo>
                  <a:lnTo>
                    <a:pt x="98091" y="92976"/>
                  </a:lnTo>
                  <a:cubicBezTo>
                    <a:pt x="98091" y="101235"/>
                    <a:pt x="96581" y="105364"/>
                    <a:pt x="92352" y="108609"/>
                  </a:cubicBezTo>
                  <a:cubicBezTo>
                    <a:pt x="84197" y="115098"/>
                    <a:pt x="74833" y="118638"/>
                    <a:pt x="65772" y="118638"/>
                  </a:cubicBezTo>
                  <a:cubicBezTo>
                    <a:pt x="53992" y="118638"/>
                    <a:pt x="44327" y="108609"/>
                    <a:pt x="44327" y="96220"/>
                  </a:cubicBezTo>
                  <a:lnTo>
                    <a:pt x="44327" y="62"/>
                  </a:lnTo>
                  <a:lnTo>
                    <a:pt x="228" y="62"/>
                  </a:lnTo>
                  <a:lnTo>
                    <a:pt x="228" y="4192"/>
                  </a:lnTo>
                  <a:cubicBezTo>
                    <a:pt x="14726" y="5077"/>
                    <a:pt x="18955" y="9501"/>
                    <a:pt x="18955" y="23069"/>
                  </a:cubicBezTo>
                  <a:lnTo>
                    <a:pt x="18955" y="97400"/>
                  </a:lnTo>
                  <a:cubicBezTo>
                    <a:pt x="18955" y="120702"/>
                    <a:pt x="33453" y="135745"/>
                    <a:pt x="55503" y="135745"/>
                  </a:cubicBezTo>
                  <a:cubicBezTo>
                    <a:pt x="66678" y="135745"/>
                    <a:pt x="78458" y="131026"/>
                    <a:pt x="86613" y="123062"/>
                  </a:cubicBezTo>
                  <a:lnTo>
                    <a:pt x="99601" y="110379"/>
                  </a:lnTo>
                  <a:lnTo>
                    <a:pt x="99601" y="134861"/>
                  </a:lnTo>
                  <a:lnTo>
                    <a:pt x="100809" y="135450"/>
                  </a:lnTo>
                  <a:cubicBezTo>
                    <a:pt x="115912" y="129551"/>
                    <a:pt x="126785" y="126307"/>
                    <a:pt x="142189" y="122177"/>
                  </a:cubicBezTo>
                  <a:lnTo>
                    <a:pt x="142189" y="118048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217265EB-894D-B317-47C9-8CE467D21292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9635585" y="4269850"/>
              <a:ext cx="89707" cy="138337"/>
            </a:xfrm>
            <a:custGeom>
              <a:avLst/>
              <a:gdLst>
                <a:gd name="connsiteX0" fmla="*/ 79973 w 89707"/>
                <a:gd name="connsiteY0" fmla="*/ 42832 h 138337"/>
                <a:gd name="connsiteX1" fmla="*/ 78765 w 89707"/>
                <a:gd name="connsiteY1" fmla="*/ 2717 h 138337"/>
                <a:gd name="connsiteX2" fmla="*/ 75442 w 89707"/>
                <a:gd name="connsiteY2" fmla="*/ 2717 h 138337"/>
                <a:gd name="connsiteX3" fmla="*/ 74838 w 89707"/>
                <a:gd name="connsiteY3" fmla="*/ 3307 h 138337"/>
                <a:gd name="connsiteX4" fmla="*/ 70610 w 89707"/>
                <a:gd name="connsiteY4" fmla="*/ 5666 h 138337"/>
                <a:gd name="connsiteX5" fmla="*/ 62454 w 89707"/>
                <a:gd name="connsiteY5" fmla="*/ 3602 h 138337"/>
                <a:gd name="connsiteX6" fmla="*/ 41311 w 89707"/>
                <a:gd name="connsiteY6" fmla="*/ 62 h 138337"/>
                <a:gd name="connsiteX7" fmla="*/ 233 w 89707"/>
                <a:gd name="connsiteY7" fmla="*/ 36343 h 138337"/>
                <a:gd name="connsiteX8" fmla="*/ 35572 w 89707"/>
                <a:gd name="connsiteY8" fmla="*/ 78817 h 138337"/>
                <a:gd name="connsiteX9" fmla="*/ 53091 w 89707"/>
                <a:gd name="connsiteY9" fmla="*/ 88551 h 138337"/>
                <a:gd name="connsiteX10" fmla="*/ 68797 w 89707"/>
                <a:gd name="connsiteY10" fmla="*/ 110673 h 138337"/>
                <a:gd name="connsiteX11" fmla="*/ 43728 w 89707"/>
                <a:gd name="connsiteY11" fmla="*/ 131911 h 138337"/>
                <a:gd name="connsiteX12" fmla="*/ 18356 w 89707"/>
                <a:gd name="connsiteY12" fmla="*/ 121587 h 138337"/>
                <a:gd name="connsiteX13" fmla="*/ 5368 w 89707"/>
                <a:gd name="connsiteY13" fmla="*/ 90616 h 138337"/>
                <a:gd name="connsiteX14" fmla="*/ 535 w 89707"/>
                <a:gd name="connsiteY14" fmla="*/ 90616 h 138337"/>
                <a:gd name="connsiteX15" fmla="*/ 535 w 89707"/>
                <a:gd name="connsiteY15" fmla="*/ 136630 h 138337"/>
                <a:gd name="connsiteX16" fmla="*/ 4462 w 89707"/>
                <a:gd name="connsiteY16" fmla="*/ 136630 h 138337"/>
                <a:gd name="connsiteX17" fmla="*/ 11409 w 89707"/>
                <a:gd name="connsiteY17" fmla="*/ 133091 h 138337"/>
                <a:gd name="connsiteX18" fmla="*/ 25303 w 89707"/>
                <a:gd name="connsiteY18" fmla="*/ 135450 h 138337"/>
                <a:gd name="connsiteX19" fmla="*/ 47352 w 89707"/>
                <a:gd name="connsiteY19" fmla="*/ 138400 h 138337"/>
                <a:gd name="connsiteX20" fmla="*/ 89941 w 89707"/>
                <a:gd name="connsiteY20" fmla="*/ 100645 h 138337"/>
                <a:gd name="connsiteX21" fmla="*/ 64569 w 89707"/>
                <a:gd name="connsiteY21" fmla="*/ 65544 h 138337"/>
                <a:gd name="connsiteX22" fmla="*/ 31948 w 89707"/>
                <a:gd name="connsiteY22" fmla="*/ 46666 h 138337"/>
                <a:gd name="connsiteX23" fmla="*/ 18960 w 89707"/>
                <a:gd name="connsiteY23" fmla="*/ 26609 h 138337"/>
                <a:gd name="connsiteX24" fmla="*/ 42217 w 89707"/>
                <a:gd name="connsiteY24" fmla="*/ 6551 h 138337"/>
                <a:gd name="connsiteX25" fmla="*/ 75442 w 89707"/>
                <a:gd name="connsiteY25" fmla="*/ 42832 h 138337"/>
                <a:gd name="connsiteX26" fmla="*/ 79973 w 89707"/>
                <a:gd name="connsiteY26" fmla="*/ 42832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07" h="138337">
                  <a:moveTo>
                    <a:pt x="79973" y="42832"/>
                  </a:moveTo>
                  <a:lnTo>
                    <a:pt x="78765" y="2717"/>
                  </a:lnTo>
                  <a:lnTo>
                    <a:pt x="75442" y="2717"/>
                  </a:lnTo>
                  <a:lnTo>
                    <a:pt x="74838" y="3307"/>
                  </a:lnTo>
                  <a:cubicBezTo>
                    <a:pt x="72120" y="5372"/>
                    <a:pt x="71818" y="5666"/>
                    <a:pt x="70610" y="5666"/>
                  </a:cubicBezTo>
                  <a:cubicBezTo>
                    <a:pt x="68797" y="5666"/>
                    <a:pt x="65777" y="5077"/>
                    <a:pt x="62454" y="3602"/>
                  </a:cubicBezTo>
                  <a:cubicBezTo>
                    <a:pt x="55809" y="1242"/>
                    <a:pt x="49164" y="62"/>
                    <a:pt x="41311" y="62"/>
                  </a:cubicBezTo>
                  <a:cubicBezTo>
                    <a:pt x="17450" y="62"/>
                    <a:pt x="233" y="15105"/>
                    <a:pt x="233" y="36343"/>
                  </a:cubicBezTo>
                  <a:cubicBezTo>
                    <a:pt x="233" y="52861"/>
                    <a:pt x="9899" y="64659"/>
                    <a:pt x="35572" y="78817"/>
                  </a:cubicBezTo>
                  <a:lnTo>
                    <a:pt x="53091" y="88551"/>
                  </a:lnTo>
                  <a:cubicBezTo>
                    <a:pt x="63663" y="94450"/>
                    <a:pt x="68797" y="101530"/>
                    <a:pt x="68797" y="110673"/>
                  </a:cubicBezTo>
                  <a:cubicBezTo>
                    <a:pt x="68797" y="123652"/>
                    <a:pt x="59132" y="131911"/>
                    <a:pt x="43728" y="131911"/>
                  </a:cubicBezTo>
                  <a:cubicBezTo>
                    <a:pt x="33458" y="131911"/>
                    <a:pt x="24095" y="128076"/>
                    <a:pt x="18356" y="121587"/>
                  </a:cubicBezTo>
                  <a:cubicBezTo>
                    <a:pt x="12013" y="114213"/>
                    <a:pt x="9295" y="107429"/>
                    <a:pt x="5368" y="90616"/>
                  </a:cubicBezTo>
                  <a:lnTo>
                    <a:pt x="535" y="90616"/>
                  </a:lnTo>
                  <a:lnTo>
                    <a:pt x="535" y="136630"/>
                  </a:lnTo>
                  <a:lnTo>
                    <a:pt x="4462" y="136630"/>
                  </a:lnTo>
                  <a:cubicBezTo>
                    <a:pt x="6576" y="133681"/>
                    <a:pt x="7784" y="133091"/>
                    <a:pt x="11409" y="133091"/>
                  </a:cubicBezTo>
                  <a:cubicBezTo>
                    <a:pt x="14127" y="133091"/>
                    <a:pt x="18356" y="133681"/>
                    <a:pt x="25303" y="135450"/>
                  </a:cubicBezTo>
                  <a:cubicBezTo>
                    <a:pt x="33760" y="137220"/>
                    <a:pt x="41915" y="138400"/>
                    <a:pt x="47352" y="138400"/>
                  </a:cubicBezTo>
                  <a:cubicBezTo>
                    <a:pt x="70610" y="138400"/>
                    <a:pt x="89941" y="121292"/>
                    <a:pt x="89941" y="100645"/>
                  </a:cubicBezTo>
                  <a:cubicBezTo>
                    <a:pt x="89941" y="85897"/>
                    <a:pt x="82691" y="76163"/>
                    <a:pt x="64569" y="65544"/>
                  </a:cubicBezTo>
                  <a:lnTo>
                    <a:pt x="31948" y="46666"/>
                  </a:lnTo>
                  <a:cubicBezTo>
                    <a:pt x="23491" y="41947"/>
                    <a:pt x="18960" y="34573"/>
                    <a:pt x="18960" y="26609"/>
                  </a:cubicBezTo>
                  <a:cubicBezTo>
                    <a:pt x="18960" y="14810"/>
                    <a:pt x="28323" y="6551"/>
                    <a:pt x="42217" y="6551"/>
                  </a:cubicBezTo>
                  <a:cubicBezTo>
                    <a:pt x="59434" y="6551"/>
                    <a:pt x="68495" y="16580"/>
                    <a:pt x="75442" y="42832"/>
                  </a:cubicBezTo>
                  <a:lnTo>
                    <a:pt x="79973" y="4283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C7FBC115-C575-7BC9-05E3-3136BD6C7837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9745665" y="4269555"/>
              <a:ext cx="120515" cy="138632"/>
            </a:xfrm>
            <a:custGeom>
              <a:avLst/>
              <a:gdLst>
                <a:gd name="connsiteX0" fmla="*/ 115920 w 120515"/>
                <a:gd name="connsiteY0" fmla="*/ 87371 h 138632"/>
                <a:gd name="connsiteX1" fmla="*/ 69103 w 120515"/>
                <a:gd name="connsiteY1" fmla="*/ 118343 h 138632"/>
                <a:gd name="connsiteX2" fmla="*/ 30140 w 120515"/>
                <a:gd name="connsiteY2" fmla="*/ 92976 h 138632"/>
                <a:gd name="connsiteX3" fmla="*/ 21984 w 120515"/>
                <a:gd name="connsiteY3" fmla="*/ 54040 h 138632"/>
                <a:gd name="connsiteX4" fmla="*/ 115014 w 120515"/>
                <a:gd name="connsiteY4" fmla="*/ 54040 h 138632"/>
                <a:gd name="connsiteX5" fmla="*/ 102026 w 120515"/>
                <a:gd name="connsiteY5" fmla="*/ 16875 h 138632"/>
                <a:gd name="connsiteX6" fmla="*/ 63365 w 120515"/>
                <a:gd name="connsiteY6" fmla="*/ 62 h 138632"/>
                <a:gd name="connsiteX7" fmla="*/ 22588 w 120515"/>
                <a:gd name="connsiteY7" fmla="*/ 15400 h 138632"/>
                <a:gd name="connsiteX8" fmla="*/ 237 w 120515"/>
                <a:gd name="connsiteY8" fmla="*/ 72623 h 138632"/>
                <a:gd name="connsiteX9" fmla="*/ 56720 w 120515"/>
                <a:gd name="connsiteY9" fmla="*/ 138695 h 138632"/>
                <a:gd name="connsiteX10" fmla="*/ 120753 w 120515"/>
                <a:gd name="connsiteY10" fmla="*/ 89436 h 138632"/>
                <a:gd name="connsiteX11" fmla="*/ 115920 w 120515"/>
                <a:gd name="connsiteY11" fmla="*/ 87371 h 138632"/>
                <a:gd name="connsiteX12" fmla="*/ 22588 w 120515"/>
                <a:gd name="connsiteY12" fmla="*/ 44602 h 138632"/>
                <a:gd name="connsiteX13" fmla="*/ 54605 w 120515"/>
                <a:gd name="connsiteY13" fmla="*/ 10681 h 138632"/>
                <a:gd name="connsiteX14" fmla="*/ 84206 w 120515"/>
                <a:gd name="connsiteY14" fmla="*/ 44602 h 138632"/>
                <a:gd name="connsiteX15" fmla="*/ 22588 w 120515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15" h="138632">
                  <a:moveTo>
                    <a:pt x="115920" y="87371"/>
                  </a:moveTo>
                  <a:cubicBezTo>
                    <a:pt x="101422" y="109789"/>
                    <a:pt x="88434" y="118343"/>
                    <a:pt x="69103" y="118343"/>
                  </a:cubicBezTo>
                  <a:cubicBezTo>
                    <a:pt x="51887" y="118343"/>
                    <a:pt x="38899" y="109789"/>
                    <a:pt x="30140" y="92976"/>
                  </a:cubicBezTo>
                  <a:cubicBezTo>
                    <a:pt x="24703" y="81767"/>
                    <a:pt x="22588" y="72033"/>
                    <a:pt x="21984" y="54040"/>
                  </a:cubicBezTo>
                  <a:lnTo>
                    <a:pt x="115014" y="54040"/>
                  </a:lnTo>
                  <a:cubicBezTo>
                    <a:pt x="112598" y="34868"/>
                    <a:pt x="109577" y="26314"/>
                    <a:pt x="102026" y="16875"/>
                  </a:cubicBezTo>
                  <a:cubicBezTo>
                    <a:pt x="92965" y="6256"/>
                    <a:pt x="79071" y="62"/>
                    <a:pt x="63365" y="62"/>
                  </a:cubicBezTo>
                  <a:cubicBezTo>
                    <a:pt x="48262" y="62"/>
                    <a:pt x="34066" y="5372"/>
                    <a:pt x="22588" y="15400"/>
                  </a:cubicBezTo>
                  <a:cubicBezTo>
                    <a:pt x="8392" y="27494"/>
                    <a:pt x="237" y="48436"/>
                    <a:pt x="237" y="72623"/>
                  </a:cubicBezTo>
                  <a:cubicBezTo>
                    <a:pt x="237" y="113328"/>
                    <a:pt x="21984" y="138695"/>
                    <a:pt x="56720" y="138695"/>
                  </a:cubicBezTo>
                  <a:cubicBezTo>
                    <a:pt x="85414" y="138695"/>
                    <a:pt x="108067" y="121292"/>
                    <a:pt x="120753" y="89436"/>
                  </a:cubicBezTo>
                  <a:lnTo>
                    <a:pt x="115920" y="87371"/>
                  </a:lnTo>
                  <a:close/>
                  <a:moveTo>
                    <a:pt x="22588" y="44602"/>
                  </a:moveTo>
                  <a:cubicBezTo>
                    <a:pt x="25911" y="21595"/>
                    <a:pt x="36180" y="10681"/>
                    <a:pt x="54605" y="10681"/>
                  </a:cubicBezTo>
                  <a:cubicBezTo>
                    <a:pt x="73030" y="10681"/>
                    <a:pt x="80279" y="18940"/>
                    <a:pt x="84206" y="44602"/>
                  </a:cubicBezTo>
                  <a:lnTo>
                    <a:pt x="22588" y="4460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7B36C73C-1331-E78B-FCCC-AEE9077D3055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9955767" y="4269260"/>
              <a:ext cx="140148" cy="199985"/>
            </a:xfrm>
            <a:custGeom>
              <a:avLst/>
              <a:gdLst>
                <a:gd name="connsiteX0" fmla="*/ 101731 w 140148"/>
                <a:gd name="connsiteY0" fmla="*/ 10681 h 199985"/>
                <a:gd name="connsiteX1" fmla="*/ 66996 w 140148"/>
                <a:gd name="connsiteY1" fmla="*/ 62 h 199985"/>
                <a:gd name="connsiteX2" fmla="*/ 244 w 140148"/>
                <a:gd name="connsiteY2" fmla="*/ 75573 h 199985"/>
                <a:gd name="connsiteX3" fmla="*/ 48571 w 140148"/>
                <a:gd name="connsiteY3" fmla="*/ 138990 h 199985"/>
                <a:gd name="connsiteX4" fmla="*/ 95992 w 140148"/>
                <a:gd name="connsiteY4" fmla="*/ 117163 h 199985"/>
                <a:gd name="connsiteX5" fmla="*/ 95992 w 140148"/>
                <a:gd name="connsiteY5" fmla="*/ 172616 h 199985"/>
                <a:gd name="connsiteX6" fmla="*/ 69110 w 140148"/>
                <a:gd name="connsiteY6" fmla="*/ 195033 h 199985"/>
                <a:gd name="connsiteX7" fmla="*/ 69110 w 140148"/>
                <a:gd name="connsiteY7" fmla="*/ 200048 h 199985"/>
                <a:gd name="connsiteX8" fmla="*/ 140393 w 140148"/>
                <a:gd name="connsiteY8" fmla="*/ 200048 h 199985"/>
                <a:gd name="connsiteX9" fmla="*/ 140393 w 140148"/>
                <a:gd name="connsiteY9" fmla="*/ 195918 h 199985"/>
                <a:gd name="connsiteX10" fmla="*/ 121364 w 140148"/>
                <a:gd name="connsiteY10" fmla="*/ 177630 h 199985"/>
                <a:gd name="connsiteX11" fmla="*/ 121364 w 140148"/>
                <a:gd name="connsiteY11" fmla="*/ 1242 h 199985"/>
                <a:gd name="connsiteX12" fmla="*/ 118042 w 140148"/>
                <a:gd name="connsiteY12" fmla="*/ 1242 h 199985"/>
                <a:gd name="connsiteX13" fmla="*/ 101731 w 140148"/>
                <a:gd name="connsiteY13" fmla="*/ 10681 h 199985"/>
                <a:gd name="connsiteX14" fmla="*/ 95992 w 140148"/>
                <a:gd name="connsiteY14" fmla="*/ 98580 h 199985"/>
                <a:gd name="connsiteX15" fmla="*/ 91764 w 140148"/>
                <a:gd name="connsiteY15" fmla="*/ 111854 h 199985"/>
                <a:gd name="connsiteX16" fmla="*/ 65788 w 140148"/>
                <a:gd name="connsiteY16" fmla="*/ 120998 h 199985"/>
                <a:gd name="connsiteX17" fmla="*/ 42228 w 140148"/>
                <a:gd name="connsiteY17" fmla="*/ 112149 h 199985"/>
                <a:gd name="connsiteX18" fmla="*/ 26220 w 140148"/>
                <a:gd name="connsiteY18" fmla="*/ 64954 h 199985"/>
                <a:gd name="connsiteX19" fmla="*/ 67902 w 140148"/>
                <a:gd name="connsiteY19" fmla="*/ 8321 h 199985"/>
                <a:gd name="connsiteX20" fmla="*/ 95992 w 140148"/>
                <a:gd name="connsiteY20" fmla="*/ 37818 h 199985"/>
                <a:gd name="connsiteX21" fmla="*/ 95992 w 140148"/>
                <a:gd name="connsiteY21" fmla="*/ 98580 h 19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0148" h="199985">
                  <a:moveTo>
                    <a:pt x="101731" y="10681"/>
                  </a:moveTo>
                  <a:cubicBezTo>
                    <a:pt x="87837" y="2717"/>
                    <a:pt x="78776" y="62"/>
                    <a:pt x="66996" y="62"/>
                  </a:cubicBezTo>
                  <a:cubicBezTo>
                    <a:pt x="29240" y="62"/>
                    <a:pt x="244" y="33098"/>
                    <a:pt x="244" y="75573"/>
                  </a:cubicBezTo>
                  <a:cubicBezTo>
                    <a:pt x="244" y="112739"/>
                    <a:pt x="20179" y="138990"/>
                    <a:pt x="48571" y="138990"/>
                  </a:cubicBezTo>
                  <a:cubicBezTo>
                    <a:pt x="66090" y="138990"/>
                    <a:pt x="82702" y="131321"/>
                    <a:pt x="95992" y="117163"/>
                  </a:cubicBezTo>
                  <a:lnTo>
                    <a:pt x="95992" y="172616"/>
                  </a:lnTo>
                  <a:cubicBezTo>
                    <a:pt x="95992" y="189134"/>
                    <a:pt x="90556" y="193559"/>
                    <a:pt x="69110" y="195033"/>
                  </a:cubicBezTo>
                  <a:lnTo>
                    <a:pt x="69110" y="200048"/>
                  </a:lnTo>
                  <a:lnTo>
                    <a:pt x="140393" y="200048"/>
                  </a:lnTo>
                  <a:lnTo>
                    <a:pt x="140393" y="195918"/>
                  </a:lnTo>
                  <a:cubicBezTo>
                    <a:pt x="123780" y="192379"/>
                    <a:pt x="121364" y="190019"/>
                    <a:pt x="121364" y="177630"/>
                  </a:cubicBezTo>
                  <a:lnTo>
                    <a:pt x="121364" y="1242"/>
                  </a:lnTo>
                  <a:lnTo>
                    <a:pt x="118042" y="1242"/>
                  </a:lnTo>
                  <a:lnTo>
                    <a:pt x="101731" y="10681"/>
                  </a:lnTo>
                  <a:close/>
                  <a:moveTo>
                    <a:pt x="95992" y="98580"/>
                  </a:moveTo>
                  <a:cubicBezTo>
                    <a:pt x="95992" y="105659"/>
                    <a:pt x="94784" y="109494"/>
                    <a:pt x="91764" y="111854"/>
                  </a:cubicBezTo>
                  <a:cubicBezTo>
                    <a:pt x="85119" y="117458"/>
                    <a:pt x="75151" y="120998"/>
                    <a:pt x="65788" y="120998"/>
                  </a:cubicBezTo>
                  <a:cubicBezTo>
                    <a:pt x="56424" y="120998"/>
                    <a:pt x="48269" y="118048"/>
                    <a:pt x="42228" y="112149"/>
                  </a:cubicBezTo>
                  <a:cubicBezTo>
                    <a:pt x="32563" y="103595"/>
                    <a:pt x="26220" y="84422"/>
                    <a:pt x="26220" y="64954"/>
                  </a:cubicBezTo>
                  <a:cubicBezTo>
                    <a:pt x="26220" y="30149"/>
                    <a:pt x="42228" y="8321"/>
                    <a:pt x="67902" y="8321"/>
                  </a:cubicBezTo>
                  <a:cubicBezTo>
                    <a:pt x="86629" y="8321"/>
                    <a:pt x="95992" y="18055"/>
                    <a:pt x="95992" y="37818"/>
                  </a:cubicBezTo>
                  <a:lnTo>
                    <a:pt x="95992" y="9858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3E529FD2-01C5-B218-63F6-EB1B35EFC30C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10102825" y="4272504"/>
              <a:ext cx="141961" cy="135683"/>
            </a:xfrm>
            <a:custGeom>
              <a:avLst/>
              <a:gdLst>
                <a:gd name="connsiteX0" fmla="*/ 142210 w 141961"/>
                <a:gd name="connsiteY0" fmla="*/ 118048 h 135683"/>
                <a:gd name="connsiteX1" fmla="*/ 140700 w 141961"/>
                <a:gd name="connsiteY1" fmla="*/ 118048 h 135683"/>
                <a:gd name="connsiteX2" fmla="*/ 123483 w 141961"/>
                <a:gd name="connsiteY2" fmla="*/ 101235 h 135683"/>
                <a:gd name="connsiteX3" fmla="*/ 123483 w 141961"/>
                <a:gd name="connsiteY3" fmla="*/ 62 h 135683"/>
                <a:gd name="connsiteX4" fmla="*/ 75760 w 141961"/>
                <a:gd name="connsiteY4" fmla="*/ 62 h 135683"/>
                <a:gd name="connsiteX5" fmla="*/ 75760 w 141961"/>
                <a:gd name="connsiteY5" fmla="*/ 5077 h 135683"/>
                <a:gd name="connsiteX6" fmla="*/ 98112 w 141961"/>
                <a:gd name="connsiteY6" fmla="*/ 23659 h 135683"/>
                <a:gd name="connsiteX7" fmla="*/ 98112 w 141961"/>
                <a:gd name="connsiteY7" fmla="*/ 92976 h 135683"/>
                <a:gd name="connsiteX8" fmla="*/ 92373 w 141961"/>
                <a:gd name="connsiteY8" fmla="*/ 108609 h 135683"/>
                <a:gd name="connsiteX9" fmla="*/ 65793 w 141961"/>
                <a:gd name="connsiteY9" fmla="*/ 118638 h 135683"/>
                <a:gd name="connsiteX10" fmla="*/ 44348 w 141961"/>
                <a:gd name="connsiteY10" fmla="*/ 96220 h 135683"/>
                <a:gd name="connsiteX11" fmla="*/ 44348 w 141961"/>
                <a:gd name="connsiteY11" fmla="*/ 62 h 135683"/>
                <a:gd name="connsiteX12" fmla="*/ 249 w 141961"/>
                <a:gd name="connsiteY12" fmla="*/ 62 h 135683"/>
                <a:gd name="connsiteX13" fmla="*/ 249 w 141961"/>
                <a:gd name="connsiteY13" fmla="*/ 4192 h 135683"/>
                <a:gd name="connsiteX14" fmla="*/ 18976 w 141961"/>
                <a:gd name="connsiteY14" fmla="*/ 23069 h 135683"/>
                <a:gd name="connsiteX15" fmla="*/ 18976 w 141961"/>
                <a:gd name="connsiteY15" fmla="*/ 97400 h 135683"/>
                <a:gd name="connsiteX16" fmla="*/ 55523 w 141961"/>
                <a:gd name="connsiteY16" fmla="*/ 135745 h 135683"/>
                <a:gd name="connsiteX17" fmla="*/ 86634 w 141961"/>
                <a:gd name="connsiteY17" fmla="*/ 123062 h 135683"/>
                <a:gd name="connsiteX18" fmla="*/ 99622 w 141961"/>
                <a:gd name="connsiteY18" fmla="*/ 110379 h 135683"/>
                <a:gd name="connsiteX19" fmla="*/ 99622 w 141961"/>
                <a:gd name="connsiteY19" fmla="*/ 134861 h 135683"/>
                <a:gd name="connsiteX20" fmla="*/ 100830 w 141961"/>
                <a:gd name="connsiteY20" fmla="*/ 135450 h 135683"/>
                <a:gd name="connsiteX21" fmla="*/ 142210 w 141961"/>
                <a:gd name="connsiteY21" fmla="*/ 122177 h 135683"/>
                <a:gd name="connsiteX22" fmla="*/ 142210 w 141961"/>
                <a:gd name="connsiteY22" fmla="*/ 118048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961" h="135683">
                  <a:moveTo>
                    <a:pt x="142210" y="118048"/>
                  </a:moveTo>
                  <a:lnTo>
                    <a:pt x="140700" y="118048"/>
                  </a:lnTo>
                  <a:cubicBezTo>
                    <a:pt x="126806" y="118048"/>
                    <a:pt x="123483" y="114803"/>
                    <a:pt x="123483" y="101235"/>
                  </a:cubicBezTo>
                  <a:lnTo>
                    <a:pt x="123483" y="62"/>
                  </a:lnTo>
                  <a:lnTo>
                    <a:pt x="75760" y="62"/>
                  </a:lnTo>
                  <a:lnTo>
                    <a:pt x="75760" y="5077"/>
                  </a:lnTo>
                  <a:cubicBezTo>
                    <a:pt x="94487" y="5961"/>
                    <a:pt x="98112" y="8911"/>
                    <a:pt x="98112" y="23659"/>
                  </a:cubicBezTo>
                  <a:lnTo>
                    <a:pt x="98112" y="92976"/>
                  </a:lnTo>
                  <a:cubicBezTo>
                    <a:pt x="98112" y="101235"/>
                    <a:pt x="96601" y="105364"/>
                    <a:pt x="92373" y="108609"/>
                  </a:cubicBezTo>
                  <a:cubicBezTo>
                    <a:pt x="84218" y="115098"/>
                    <a:pt x="74854" y="118638"/>
                    <a:pt x="65793" y="118638"/>
                  </a:cubicBezTo>
                  <a:cubicBezTo>
                    <a:pt x="54013" y="118638"/>
                    <a:pt x="44348" y="108609"/>
                    <a:pt x="44348" y="96220"/>
                  </a:cubicBezTo>
                  <a:lnTo>
                    <a:pt x="44348" y="62"/>
                  </a:lnTo>
                  <a:lnTo>
                    <a:pt x="249" y="62"/>
                  </a:lnTo>
                  <a:lnTo>
                    <a:pt x="249" y="4192"/>
                  </a:lnTo>
                  <a:cubicBezTo>
                    <a:pt x="14747" y="5077"/>
                    <a:pt x="18976" y="9501"/>
                    <a:pt x="18976" y="23069"/>
                  </a:cubicBezTo>
                  <a:lnTo>
                    <a:pt x="18976" y="97400"/>
                  </a:lnTo>
                  <a:cubicBezTo>
                    <a:pt x="18976" y="120702"/>
                    <a:pt x="33474" y="135745"/>
                    <a:pt x="55523" y="135745"/>
                  </a:cubicBezTo>
                  <a:cubicBezTo>
                    <a:pt x="66699" y="135745"/>
                    <a:pt x="78479" y="131026"/>
                    <a:pt x="86634" y="123062"/>
                  </a:cubicBezTo>
                  <a:lnTo>
                    <a:pt x="99622" y="110379"/>
                  </a:lnTo>
                  <a:lnTo>
                    <a:pt x="99622" y="134861"/>
                  </a:lnTo>
                  <a:lnTo>
                    <a:pt x="100830" y="135450"/>
                  </a:lnTo>
                  <a:cubicBezTo>
                    <a:pt x="115932" y="129551"/>
                    <a:pt x="126806" y="126307"/>
                    <a:pt x="142210" y="122177"/>
                  </a:cubicBezTo>
                  <a:lnTo>
                    <a:pt x="142210" y="118048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862D16D8-CB24-68C3-AE8D-DB16553F75B1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10262871" y="4269555"/>
              <a:ext cx="122328" cy="138632"/>
            </a:xfrm>
            <a:custGeom>
              <a:avLst/>
              <a:gdLst>
                <a:gd name="connsiteX0" fmla="*/ 122582 w 122328"/>
                <a:gd name="connsiteY0" fmla="*/ 116278 h 138632"/>
                <a:gd name="connsiteX1" fmla="*/ 109292 w 122328"/>
                <a:gd name="connsiteY1" fmla="*/ 121882 h 138632"/>
                <a:gd name="connsiteX2" fmla="*/ 100231 w 122328"/>
                <a:gd name="connsiteY2" fmla="*/ 104774 h 138632"/>
                <a:gd name="connsiteX3" fmla="*/ 100231 w 122328"/>
                <a:gd name="connsiteY3" fmla="*/ 47256 h 138632"/>
                <a:gd name="connsiteX4" fmla="*/ 94190 w 122328"/>
                <a:gd name="connsiteY4" fmla="*/ 16285 h 138632"/>
                <a:gd name="connsiteX5" fmla="*/ 56736 w 122328"/>
                <a:gd name="connsiteY5" fmla="*/ 62 h 138632"/>
                <a:gd name="connsiteX6" fmla="*/ 5993 w 122328"/>
                <a:gd name="connsiteY6" fmla="*/ 33098 h 138632"/>
                <a:gd name="connsiteX7" fmla="*/ 18981 w 122328"/>
                <a:gd name="connsiteY7" fmla="*/ 45782 h 138632"/>
                <a:gd name="connsiteX8" fmla="*/ 32573 w 122328"/>
                <a:gd name="connsiteY8" fmla="*/ 33393 h 138632"/>
                <a:gd name="connsiteX9" fmla="*/ 31969 w 122328"/>
                <a:gd name="connsiteY9" fmla="*/ 28674 h 138632"/>
                <a:gd name="connsiteX10" fmla="*/ 31063 w 122328"/>
                <a:gd name="connsiteY10" fmla="*/ 21595 h 138632"/>
                <a:gd name="connsiteX11" fmla="*/ 52810 w 122328"/>
                <a:gd name="connsiteY11" fmla="*/ 7141 h 138632"/>
                <a:gd name="connsiteX12" fmla="*/ 75765 w 122328"/>
                <a:gd name="connsiteY12" fmla="*/ 31623 h 138632"/>
                <a:gd name="connsiteX13" fmla="*/ 75765 w 122328"/>
                <a:gd name="connsiteY13" fmla="*/ 49616 h 138632"/>
                <a:gd name="connsiteX14" fmla="*/ 11128 w 122328"/>
                <a:gd name="connsiteY14" fmla="*/ 81472 h 138632"/>
                <a:gd name="connsiteX15" fmla="*/ 254 w 122328"/>
                <a:gd name="connsiteY15" fmla="*/ 107134 h 138632"/>
                <a:gd name="connsiteX16" fmla="*/ 31969 w 122328"/>
                <a:gd name="connsiteY16" fmla="*/ 138695 h 138632"/>
                <a:gd name="connsiteX17" fmla="*/ 76067 w 122328"/>
                <a:gd name="connsiteY17" fmla="*/ 117163 h 138632"/>
                <a:gd name="connsiteX18" fmla="*/ 95398 w 122328"/>
                <a:gd name="connsiteY18" fmla="*/ 138695 h 138632"/>
                <a:gd name="connsiteX19" fmla="*/ 122582 w 122328"/>
                <a:gd name="connsiteY19" fmla="*/ 123947 h 138632"/>
                <a:gd name="connsiteX20" fmla="*/ 122582 w 122328"/>
                <a:gd name="connsiteY20" fmla="*/ 116278 h 138632"/>
                <a:gd name="connsiteX21" fmla="*/ 75765 w 122328"/>
                <a:gd name="connsiteY21" fmla="*/ 99465 h 138632"/>
                <a:gd name="connsiteX22" fmla="*/ 67912 w 122328"/>
                <a:gd name="connsiteY22" fmla="*/ 114803 h 138632"/>
                <a:gd name="connsiteX23" fmla="*/ 45863 w 122328"/>
                <a:gd name="connsiteY23" fmla="*/ 121587 h 138632"/>
                <a:gd name="connsiteX24" fmla="*/ 26834 w 122328"/>
                <a:gd name="connsiteY24" fmla="*/ 98875 h 138632"/>
                <a:gd name="connsiteX25" fmla="*/ 26834 w 122328"/>
                <a:gd name="connsiteY25" fmla="*/ 97695 h 138632"/>
                <a:gd name="connsiteX26" fmla="*/ 75765 w 122328"/>
                <a:gd name="connsiteY26" fmla="*/ 56695 h 138632"/>
                <a:gd name="connsiteX27" fmla="*/ 75765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582" y="116278"/>
                  </a:moveTo>
                  <a:cubicBezTo>
                    <a:pt x="117447" y="120407"/>
                    <a:pt x="113823" y="121882"/>
                    <a:pt x="109292" y="121882"/>
                  </a:cubicBezTo>
                  <a:cubicBezTo>
                    <a:pt x="102345" y="121882"/>
                    <a:pt x="100231" y="117753"/>
                    <a:pt x="100231" y="104774"/>
                  </a:cubicBezTo>
                  <a:lnTo>
                    <a:pt x="100231" y="47256"/>
                  </a:lnTo>
                  <a:cubicBezTo>
                    <a:pt x="100231" y="31918"/>
                    <a:pt x="98721" y="23364"/>
                    <a:pt x="94190" y="16285"/>
                  </a:cubicBezTo>
                  <a:cubicBezTo>
                    <a:pt x="87545" y="5666"/>
                    <a:pt x="74557" y="62"/>
                    <a:pt x="56736" y="62"/>
                  </a:cubicBezTo>
                  <a:cubicBezTo>
                    <a:pt x="28344" y="62"/>
                    <a:pt x="5993" y="14515"/>
                    <a:pt x="5993" y="33098"/>
                  </a:cubicBezTo>
                  <a:cubicBezTo>
                    <a:pt x="5993" y="39882"/>
                    <a:pt x="12034" y="45782"/>
                    <a:pt x="18981" y="45782"/>
                  </a:cubicBezTo>
                  <a:cubicBezTo>
                    <a:pt x="26230" y="45782"/>
                    <a:pt x="32573" y="39882"/>
                    <a:pt x="32573" y="33393"/>
                  </a:cubicBezTo>
                  <a:cubicBezTo>
                    <a:pt x="32573" y="32213"/>
                    <a:pt x="32271" y="30738"/>
                    <a:pt x="31969" y="28674"/>
                  </a:cubicBezTo>
                  <a:cubicBezTo>
                    <a:pt x="31365" y="26019"/>
                    <a:pt x="31063" y="23659"/>
                    <a:pt x="31063" y="21595"/>
                  </a:cubicBezTo>
                  <a:cubicBezTo>
                    <a:pt x="31063" y="13630"/>
                    <a:pt x="40728" y="7141"/>
                    <a:pt x="52810" y="7141"/>
                  </a:cubicBezTo>
                  <a:cubicBezTo>
                    <a:pt x="67610" y="7141"/>
                    <a:pt x="75765" y="15695"/>
                    <a:pt x="75765" y="31623"/>
                  </a:cubicBezTo>
                  <a:lnTo>
                    <a:pt x="75765" y="49616"/>
                  </a:lnTo>
                  <a:cubicBezTo>
                    <a:pt x="29250" y="67904"/>
                    <a:pt x="24116" y="70263"/>
                    <a:pt x="11128" y="81472"/>
                  </a:cubicBezTo>
                  <a:cubicBezTo>
                    <a:pt x="4483" y="87371"/>
                    <a:pt x="254" y="97400"/>
                    <a:pt x="254" y="107134"/>
                  </a:cubicBezTo>
                  <a:cubicBezTo>
                    <a:pt x="254" y="125717"/>
                    <a:pt x="13544" y="138695"/>
                    <a:pt x="31969" y="138695"/>
                  </a:cubicBezTo>
                  <a:cubicBezTo>
                    <a:pt x="45259" y="138695"/>
                    <a:pt x="57643" y="132501"/>
                    <a:pt x="76067" y="117163"/>
                  </a:cubicBezTo>
                  <a:cubicBezTo>
                    <a:pt x="77578" y="132501"/>
                    <a:pt x="83014" y="138695"/>
                    <a:pt x="95398" y="138695"/>
                  </a:cubicBezTo>
                  <a:cubicBezTo>
                    <a:pt x="105668" y="138695"/>
                    <a:pt x="112011" y="135155"/>
                    <a:pt x="122582" y="123947"/>
                  </a:cubicBezTo>
                  <a:lnTo>
                    <a:pt x="122582" y="116278"/>
                  </a:lnTo>
                  <a:close/>
                  <a:moveTo>
                    <a:pt x="75765" y="99465"/>
                  </a:moveTo>
                  <a:cubicBezTo>
                    <a:pt x="75765" y="108609"/>
                    <a:pt x="74255" y="111263"/>
                    <a:pt x="67912" y="114803"/>
                  </a:cubicBezTo>
                  <a:cubicBezTo>
                    <a:pt x="60663" y="118932"/>
                    <a:pt x="52206" y="121587"/>
                    <a:pt x="45863" y="121587"/>
                  </a:cubicBezTo>
                  <a:cubicBezTo>
                    <a:pt x="35291" y="121587"/>
                    <a:pt x="26834" y="111558"/>
                    <a:pt x="26834" y="98875"/>
                  </a:cubicBezTo>
                  <a:lnTo>
                    <a:pt x="26834" y="97695"/>
                  </a:lnTo>
                  <a:cubicBezTo>
                    <a:pt x="26834" y="80292"/>
                    <a:pt x="39218" y="69674"/>
                    <a:pt x="75765" y="56695"/>
                  </a:cubicBezTo>
                  <a:lnTo>
                    <a:pt x="75765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4F56003F-69A9-D5D3-50BF-F0F91B952E04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10394460" y="4203778"/>
              <a:ext cx="140148" cy="204409"/>
            </a:xfrm>
            <a:custGeom>
              <a:avLst/>
              <a:gdLst>
                <a:gd name="connsiteX0" fmla="*/ 96007 w 140148"/>
                <a:gd name="connsiteY0" fmla="*/ 204472 h 204409"/>
                <a:gd name="connsiteX1" fmla="*/ 140407 w 140148"/>
                <a:gd name="connsiteY1" fmla="*/ 189134 h 204409"/>
                <a:gd name="connsiteX2" fmla="*/ 140407 w 140148"/>
                <a:gd name="connsiteY2" fmla="*/ 184414 h 204409"/>
                <a:gd name="connsiteX3" fmla="*/ 133460 w 140148"/>
                <a:gd name="connsiteY3" fmla="*/ 184709 h 204409"/>
                <a:gd name="connsiteX4" fmla="*/ 120170 w 140148"/>
                <a:gd name="connsiteY4" fmla="*/ 167896 h 204409"/>
                <a:gd name="connsiteX5" fmla="*/ 120170 w 140148"/>
                <a:gd name="connsiteY5" fmla="*/ 652 h 204409"/>
                <a:gd name="connsiteX6" fmla="*/ 118660 w 140148"/>
                <a:gd name="connsiteY6" fmla="*/ 62 h 204409"/>
                <a:gd name="connsiteX7" fmla="*/ 74260 w 140148"/>
                <a:gd name="connsiteY7" fmla="*/ 13040 h 204409"/>
                <a:gd name="connsiteX8" fmla="*/ 74260 w 140148"/>
                <a:gd name="connsiteY8" fmla="*/ 17760 h 204409"/>
                <a:gd name="connsiteX9" fmla="*/ 80905 w 140148"/>
                <a:gd name="connsiteY9" fmla="*/ 17465 h 204409"/>
                <a:gd name="connsiteX10" fmla="*/ 94799 w 140148"/>
                <a:gd name="connsiteY10" fmla="*/ 32508 h 204409"/>
                <a:gd name="connsiteX11" fmla="*/ 94799 w 140148"/>
                <a:gd name="connsiteY11" fmla="*/ 78522 h 204409"/>
                <a:gd name="connsiteX12" fmla="*/ 63084 w 140148"/>
                <a:gd name="connsiteY12" fmla="*/ 65839 h 204409"/>
                <a:gd name="connsiteX13" fmla="*/ 259 w 140148"/>
                <a:gd name="connsiteY13" fmla="*/ 141054 h 204409"/>
                <a:gd name="connsiteX14" fmla="*/ 56137 w 140148"/>
                <a:gd name="connsiteY14" fmla="*/ 204472 h 204409"/>
                <a:gd name="connsiteX15" fmla="*/ 94799 w 140148"/>
                <a:gd name="connsiteY15" fmla="*/ 184709 h 204409"/>
                <a:gd name="connsiteX16" fmla="*/ 94799 w 140148"/>
                <a:gd name="connsiteY16" fmla="*/ 203587 h 204409"/>
                <a:gd name="connsiteX17" fmla="*/ 96007 w 140148"/>
                <a:gd name="connsiteY17" fmla="*/ 204472 h 204409"/>
                <a:gd name="connsiteX18" fmla="*/ 94799 w 140148"/>
                <a:gd name="connsiteY18" fmla="*/ 171436 h 204409"/>
                <a:gd name="connsiteX19" fmla="*/ 89664 w 140148"/>
                <a:gd name="connsiteY19" fmla="*/ 180285 h 204409"/>
                <a:gd name="connsiteX20" fmla="*/ 67917 w 140148"/>
                <a:gd name="connsiteY20" fmla="*/ 189134 h 204409"/>
                <a:gd name="connsiteX21" fmla="*/ 26234 w 140148"/>
                <a:gd name="connsiteY21" fmla="*/ 129256 h 204409"/>
                <a:gd name="connsiteX22" fmla="*/ 63990 w 140148"/>
                <a:gd name="connsiteY22" fmla="*/ 74098 h 204409"/>
                <a:gd name="connsiteX23" fmla="*/ 94799 w 140148"/>
                <a:gd name="connsiteY23" fmla="*/ 103594 h 204409"/>
                <a:gd name="connsiteX24" fmla="*/ 94799 w 140148"/>
                <a:gd name="connsiteY24" fmla="*/ 171436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148" h="204409">
                  <a:moveTo>
                    <a:pt x="96007" y="204472"/>
                  </a:moveTo>
                  <a:lnTo>
                    <a:pt x="140407" y="189134"/>
                  </a:lnTo>
                  <a:lnTo>
                    <a:pt x="140407" y="184414"/>
                  </a:lnTo>
                  <a:cubicBezTo>
                    <a:pt x="134971" y="184709"/>
                    <a:pt x="134366" y="184709"/>
                    <a:pt x="133460" y="184709"/>
                  </a:cubicBezTo>
                  <a:cubicBezTo>
                    <a:pt x="122587" y="184709"/>
                    <a:pt x="120170" y="181464"/>
                    <a:pt x="120170" y="167896"/>
                  </a:cubicBezTo>
                  <a:lnTo>
                    <a:pt x="120170" y="652"/>
                  </a:lnTo>
                  <a:lnTo>
                    <a:pt x="118660" y="62"/>
                  </a:lnTo>
                  <a:cubicBezTo>
                    <a:pt x="104162" y="5076"/>
                    <a:pt x="93590" y="8026"/>
                    <a:pt x="74260" y="13040"/>
                  </a:cubicBezTo>
                  <a:lnTo>
                    <a:pt x="74260" y="17760"/>
                  </a:lnTo>
                  <a:cubicBezTo>
                    <a:pt x="76676" y="17465"/>
                    <a:pt x="78488" y="17465"/>
                    <a:pt x="80905" y="17465"/>
                  </a:cubicBezTo>
                  <a:cubicBezTo>
                    <a:pt x="92080" y="17465"/>
                    <a:pt x="94799" y="20414"/>
                    <a:pt x="94799" y="32508"/>
                  </a:cubicBezTo>
                  <a:lnTo>
                    <a:pt x="94799" y="78522"/>
                  </a:lnTo>
                  <a:cubicBezTo>
                    <a:pt x="83321" y="69083"/>
                    <a:pt x="75166" y="65839"/>
                    <a:pt x="63084" y="65839"/>
                  </a:cubicBezTo>
                  <a:cubicBezTo>
                    <a:pt x="28349" y="65839"/>
                    <a:pt x="259" y="99170"/>
                    <a:pt x="259" y="141054"/>
                  </a:cubicBezTo>
                  <a:cubicBezTo>
                    <a:pt x="259" y="178810"/>
                    <a:pt x="22912" y="204472"/>
                    <a:pt x="56137" y="204472"/>
                  </a:cubicBezTo>
                  <a:cubicBezTo>
                    <a:pt x="73051" y="204472"/>
                    <a:pt x="84529" y="198572"/>
                    <a:pt x="94799" y="184709"/>
                  </a:cubicBezTo>
                  <a:lnTo>
                    <a:pt x="94799" y="203587"/>
                  </a:lnTo>
                  <a:lnTo>
                    <a:pt x="96007" y="204472"/>
                  </a:lnTo>
                  <a:close/>
                  <a:moveTo>
                    <a:pt x="94799" y="171436"/>
                  </a:moveTo>
                  <a:cubicBezTo>
                    <a:pt x="94799" y="173500"/>
                    <a:pt x="92684" y="177040"/>
                    <a:pt x="89664" y="180285"/>
                  </a:cubicBezTo>
                  <a:cubicBezTo>
                    <a:pt x="84227" y="186184"/>
                    <a:pt x="76676" y="189134"/>
                    <a:pt x="67917" y="189134"/>
                  </a:cubicBezTo>
                  <a:cubicBezTo>
                    <a:pt x="42847" y="189134"/>
                    <a:pt x="26234" y="165536"/>
                    <a:pt x="26234" y="129256"/>
                  </a:cubicBezTo>
                  <a:cubicBezTo>
                    <a:pt x="26234" y="95925"/>
                    <a:pt x="41035" y="74098"/>
                    <a:pt x="63990" y="74098"/>
                  </a:cubicBezTo>
                  <a:cubicBezTo>
                    <a:pt x="79998" y="74098"/>
                    <a:pt x="94799" y="87961"/>
                    <a:pt x="94799" y="103594"/>
                  </a:cubicBezTo>
                  <a:lnTo>
                    <a:pt x="94799" y="171436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BA72C1FA-3A58-6F34-34EC-D97E42C6D75A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10539404" y="4269555"/>
              <a:ext cx="99674" cy="135683"/>
            </a:xfrm>
            <a:custGeom>
              <a:avLst/>
              <a:gdLst>
                <a:gd name="connsiteX0" fmla="*/ 867 w 99674"/>
                <a:gd name="connsiteY0" fmla="*/ 20710 h 135683"/>
                <a:gd name="connsiteX1" fmla="*/ 11439 w 99674"/>
                <a:gd name="connsiteY1" fmla="*/ 19530 h 135683"/>
                <a:gd name="connsiteX2" fmla="*/ 21708 w 99674"/>
                <a:gd name="connsiteY2" fmla="*/ 37228 h 135683"/>
                <a:gd name="connsiteX3" fmla="*/ 21708 w 99674"/>
                <a:gd name="connsiteY3" fmla="*/ 110968 h 135683"/>
                <a:gd name="connsiteX4" fmla="*/ 263 w 99674"/>
                <a:gd name="connsiteY4" fmla="*/ 131321 h 135683"/>
                <a:gd name="connsiteX5" fmla="*/ 263 w 99674"/>
                <a:gd name="connsiteY5" fmla="*/ 135745 h 135683"/>
                <a:gd name="connsiteX6" fmla="*/ 72754 w 99674"/>
                <a:gd name="connsiteY6" fmla="*/ 135745 h 135683"/>
                <a:gd name="connsiteX7" fmla="*/ 72754 w 99674"/>
                <a:gd name="connsiteY7" fmla="*/ 131321 h 135683"/>
                <a:gd name="connsiteX8" fmla="*/ 47080 w 99674"/>
                <a:gd name="connsiteY8" fmla="*/ 109199 h 135683"/>
                <a:gd name="connsiteX9" fmla="*/ 47080 w 99674"/>
                <a:gd name="connsiteY9" fmla="*/ 42832 h 135683"/>
                <a:gd name="connsiteX10" fmla="*/ 68223 w 99674"/>
                <a:gd name="connsiteY10" fmla="*/ 18645 h 135683"/>
                <a:gd name="connsiteX11" fmla="*/ 76077 w 99674"/>
                <a:gd name="connsiteY11" fmla="*/ 23069 h 135683"/>
                <a:gd name="connsiteX12" fmla="*/ 88158 w 99674"/>
                <a:gd name="connsiteY12" fmla="*/ 28969 h 135683"/>
                <a:gd name="connsiteX13" fmla="*/ 99938 w 99674"/>
                <a:gd name="connsiteY13" fmla="*/ 15695 h 135683"/>
                <a:gd name="connsiteX14" fmla="*/ 83326 w 99674"/>
                <a:gd name="connsiteY14" fmla="*/ 62 h 135683"/>
                <a:gd name="connsiteX15" fmla="*/ 47080 w 99674"/>
                <a:gd name="connsiteY15" fmla="*/ 27789 h 135683"/>
                <a:gd name="connsiteX16" fmla="*/ 47080 w 99674"/>
                <a:gd name="connsiteY16" fmla="*/ 652 h 135683"/>
                <a:gd name="connsiteX17" fmla="*/ 45570 w 99674"/>
                <a:gd name="connsiteY17" fmla="*/ 62 h 135683"/>
                <a:gd name="connsiteX18" fmla="*/ 867 w 99674"/>
                <a:gd name="connsiteY18" fmla="*/ 15990 h 135683"/>
                <a:gd name="connsiteX19" fmla="*/ 867 w 99674"/>
                <a:gd name="connsiteY19" fmla="*/ 2071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74" h="135683">
                  <a:moveTo>
                    <a:pt x="867" y="20710"/>
                  </a:moveTo>
                  <a:cubicBezTo>
                    <a:pt x="5096" y="19825"/>
                    <a:pt x="7814" y="19530"/>
                    <a:pt x="11439" y="19530"/>
                  </a:cubicBezTo>
                  <a:cubicBezTo>
                    <a:pt x="18990" y="19530"/>
                    <a:pt x="21708" y="24249"/>
                    <a:pt x="21708" y="37228"/>
                  </a:cubicBezTo>
                  <a:lnTo>
                    <a:pt x="21708" y="110968"/>
                  </a:lnTo>
                  <a:cubicBezTo>
                    <a:pt x="21708" y="125717"/>
                    <a:pt x="19594" y="127781"/>
                    <a:pt x="263" y="131321"/>
                  </a:cubicBezTo>
                  <a:lnTo>
                    <a:pt x="263" y="135745"/>
                  </a:lnTo>
                  <a:lnTo>
                    <a:pt x="72754" y="135745"/>
                  </a:lnTo>
                  <a:lnTo>
                    <a:pt x="72754" y="131321"/>
                  </a:lnTo>
                  <a:cubicBezTo>
                    <a:pt x="52215" y="130436"/>
                    <a:pt x="47080" y="126012"/>
                    <a:pt x="47080" y="109199"/>
                  </a:cubicBezTo>
                  <a:lnTo>
                    <a:pt x="47080" y="42832"/>
                  </a:lnTo>
                  <a:cubicBezTo>
                    <a:pt x="47080" y="33393"/>
                    <a:pt x="60068" y="18645"/>
                    <a:pt x="68223" y="18645"/>
                  </a:cubicBezTo>
                  <a:cubicBezTo>
                    <a:pt x="70036" y="18645"/>
                    <a:pt x="72754" y="20120"/>
                    <a:pt x="76077" y="23069"/>
                  </a:cubicBezTo>
                  <a:cubicBezTo>
                    <a:pt x="80909" y="27199"/>
                    <a:pt x="84232" y="28969"/>
                    <a:pt x="88158" y="28969"/>
                  </a:cubicBezTo>
                  <a:cubicBezTo>
                    <a:pt x="95407" y="28969"/>
                    <a:pt x="99938" y="23954"/>
                    <a:pt x="99938" y="15695"/>
                  </a:cubicBezTo>
                  <a:cubicBezTo>
                    <a:pt x="99938" y="5961"/>
                    <a:pt x="93595" y="62"/>
                    <a:pt x="83326" y="62"/>
                  </a:cubicBezTo>
                  <a:cubicBezTo>
                    <a:pt x="70640" y="62"/>
                    <a:pt x="61880" y="6846"/>
                    <a:pt x="47080" y="27789"/>
                  </a:cubicBezTo>
                  <a:lnTo>
                    <a:pt x="47080" y="652"/>
                  </a:lnTo>
                  <a:lnTo>
                    <a:pt x="45570" y="62"/>
                  </a:lnTo>
                  <a:cubicBezTo>
                    <a:pt x="29562" y="6551"/>
                    <a:pt x="18688" y="10386"/>
                    <a:pt x="867" y="15990"/>
                  </a:cubicBezTo>
                  <a:lnTo>
                    <a:pt x="867" y="2071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171E2272-97C9-904B-A015-937ECC31B36C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10650027" y="4269555"/>
              <a:ext cx="122328" cy="138632"/>
            </a:xfrm>
            <a:custGeom>
              <a:avLst/>
              <a:gdLst>
                <a:gd name="connsiteX0" fmla="*/ 122595 w 122328"/>
                <a:gd name="connsiteY0" fmla="*/ 116278 h 138632"/>
                <a:gd name="connsiteX1" fmla="*/ 109305 w 122328"/>
                <a:gd name="connsiteY1" fmla="*/ 121882 h 138632"/>
                <a:gd name="connsiteX2" fmla="*/ 100244 w 122328"/>
                <a:gd name="connsiteY2" fmla="*/ 104774 h 138632"/>
                <a:gd name="connsiteX3" fmla="*/ 100244 w 122328"/>
                <a:gd name="connsiteY3" fmla="*/ 47256 h 138632"/>
                <a:gd name="connsiteX4" fmla="*/ 94203 w 122328"/>
                <a:gd name="connsiteY4" fmla="*/ 16285 h 138632"/>
                <a:gd name="connsiteX5" fmla="*/ 56749 w 122328"/>
                <a:gd name="connsiteY5" fmla="*/ 62 h 138632"/>
                <a:gd name="connsiteX6" fmla="*/ 6006 w 122328"/>
                <a:gd name="connsiteY6" fmla="*/ 33098 h 138632"/>
                <a:gd name="connsiteX7" fmla="*/ 18994 w 122328"/>
                <a:gd name="connsiteY7" fmla="*/ 45782 h 138632"/>
                <a:gd name="connsiteX8" fmla="*/ 32586 w 122328"/>
                <a:gd name="connsiteY8" fmla="*/ 33393 h 138632"/>
                <a:gd name="connsiteX9" fmla="*/ 31981 w 122328"/>
                <a:gd name="connsiteY9" fmla="*/ 28674 h 138632"/>
                <a:gd name="connsiteX10" fmla="*/ 31075 w 122328"/>
                <a:gd name="connsiteY10" fmla="*/ 21595 h 138632"/>
                <a:gd name="connsiteX11" fmla="*/ 52823 w 122328"/>
                <a:gd name="connsiteY11" fmla="*/ 7141 h 138632"/>
                <a:gd name="connsiteX12" fmla="*/ 75778 w 122328"/>
                <a:gd name="connsiteY12" fmla="*/ 31623 h 138632"/>
                <a:gd name="connsiteX13" fmla="*/ 75778 w 122328"/>
                <a:gd name="connsiteY13" fmla="*/ 49616 h 138632"/>
                <a:gd name="connsiteX14" fmla="*/ 11140 w 122328"/>
                <a:gd name="connsiteY14" fmla="*/ 81472 h 138632"/>
                <a:gd name="connsiteX15" fmla="*/ 267 w 122328"/>
                <a:gd name="connsiteY15" fmla="*/ 107134 h 138632"/>
                <a:gd name="connsiteX16" fmla="*/ 31981 w 122328"/>
                <a:gd name="connsiteY16" fmla="*/ 138695 h 138632"/>
                <a:gd name="connsiteX17" fmla="*/ 76080 w 122328"/>
                <a:gd name="connsiteY17" fmla="*/ 117163 h 138632"/>
                <a:gd name="connsiteX18" fmla="*/ 95411 w 122328"/>
                <a:gd name="connsiteY18" fmla="*/ 138695 h 138632"/>
                <a:gd name="connsiteX19" fmla="*/ 122595 w 122328"/>
                <a:gd name="connsiteY19" fmla="*/ 123947 h 138632"/>
                <a:gd name="connsiteX20" fmla="*/ 122595 w 122328"/>
                <a:gd name="connsiteY20" fmla="*/ 116278 h 138632"/>
                <a:gd name="connsiteX21" fmla="*/ 75778 w 122328"/>
                <a:gd name="connsiteY21" fmla="*/ 99465 h 138632"/>
                <a:gd name="connsiteX22" fmla="*/ 67925 w 122328"/>
                <a:gd name="connsiteY22" fmla="*/ 114803 h 138632"/>
                <a:gd name="connsiteX23" fmla="*/ 45876 w 122328"/>
                <a:gd name="connsiteY23" fmla="*/ 121587 h 138632"/>
                <a:gd name="connsiteX24" fmla="*/ 26847 w 122328"/>
                <a:gd name="connsiteY24" fmla="*/ 98875 h 138632"/>
                <a:gd name="connsiteX25" fmla="*/ 26847 w 122328"/>
                <a:gd name="connsiteY25" fmla="*/ 97695 h 138632"/>
                <a:gd name="connsiteX26" fmla="*/ 75778 w 122328"/>
                <a:gd name="connsiteY26" fmla="*/ 56695 h 138632"/>
                <a:gd name="connsiteX27" fmla="*/ 75778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595" y="116278"/>
                  </a:moveTo>
                  <a:cubicBezTo>
                    <a:pt x="117460" y="120407"/>
                    <a:pt x="113836" y="121882"/>
                    <a:pt x="109305" y="121882"/>
                  </a:cubicBezTo>
                  <a:cubicBezTo>
                    <a:pt x="102358" y="121882"/>
                    <a:pt x="100244" y="117753"/>
                    <a:pt x="100244" y="104774"/>
                  </a:cubicBezTo>
                  <a:lnTo>
                    <a:pt x="100244" y="47256"/>
                  </a:lnTo>
                  <a:cubicBezTo>
                    <a:pt x="100244" y="31918"/>
                    <a:pt x="98733" y="23364"/>
                    <a:pt x="94203" y="16285"/>
                  </a:cubicBezTo>
                  <a:cubicBezTo>
                    <a:pt x="87558" y="5666"/>
                    <a:pt x="74570" y="62"/>
                    <a:pt x="56749" y="62"/>
                  </a:cubicBezTo>
                  <a:cubicBezTo>
                    <a:pt x="28357" y="62"/>
                    <a:pt x="6006" y="14515"/>
                    <a:pt x="6006" y="33098"/>
                  </a:cubicBezTo>
                  <a:cubicBezTo>
                    <a:pt x="6006" y="39882"/>
                    <a:pt x="12046" y="45782"/>
                    <a:pt x="18994" y="45782"/>
                  </a:cubicBezTo>
                  <a:cubicBezTo>
                    <a:pt x="26243" y="45782"/>
                    <a:pt x="32586" y="39882"/>
                    <a:pt x="32586" y="33393"/>
                  </a:cubicBezTo>
                  <a:cubicBezTo>
                    <a:pt x="32586" y="32213"/>
                    <a:pt x="32284" y="30738"/>
                    <a:pt x="31981" y="28674"/>
                  </a:cubicBezTo>
                  <a:cubicBezTo>
                    <a:pt x="31377" y="26019"/>
                    <a:pt x="31075" y="23659"/>
                    <a:pt x="31075" y="21595"/>
                  </a:cubicBezTo>
                  <a:cubicBezTo>
                    <a:pt x="31075" y="13630"/>
                    <a:pt x="40741" y="7141"/>
                    <a:pt x="52823" y="7141"/>
                  </a:cubicBezTo>
                  <a:cubicBezTo>
                    <a:pt x="67623" y="7141"/>
                    <a:pt x="75778" y="15695"/>
                    <a:pt x="75778" y="31623"/>
                  </a:cubicBezTo>
                  <a:lnTo>
                    <a:pt x="75778" y="49616"/>
                  </a:lnTo>
                  <a:cubicBezTo>
                    <a:pt x="29263" y="67904"/>
                    <a:pt x="24128" y="70263"/>
                    <a:pt x="11140" y="81472"/>
                  </a:cubicBezTo>
                  <a:cubicBezTo>
                    <a:pt x="4495" y="87371"/>
                    <a:pt x="267" y="97400"/>
                    <a:pt x="267" y="107134"/>
                  </a:cubicBezTo>
                  <a:cubicBezTo>
                    <a:pt x="267" y="125717"/>
                    <a:pt x="13557" y="138695"/>
                    <a:pt x="31981" y="138695"/>
                  </a:cubicBezTo>
                  <a:cubicBezTo>
                    <a:pt x="45271" y="138695"/>
                    <a:pt x="57655" y="132501"/>
                    <a:pt x="76080" y="117163"/>
                  </a:cubicBezTo>
                  <a:cubicBezTo>
                    <a:pt x="77590" y="132501"/>
                    <a:pt x="83027" y="138695"/>
                    <a:pt x="95411" y="138695"/>
                  </a:cubicBezTo>
                  <a:cubicBezTo>
                    <a:pt x="105680" y="138695"/>
                    <a:pt x="112023" y="135155"/>
                    <a:pt x="122595" y="123947"/>
                  </a:cubicBezTo>
                  <a:lnTo>
                    <a:pt x="122595" y="116278"/>
                  </a:lnTo>
                  <a:close/>
                  <a:moveTo>
                    <a:pt x="75778" y="99465"/>
                  </a:moveTo>
                  <a:cubicBezTo>
                    <a:pt x="75778" y="108609"/>
                    <a:pt x="74268" y="111263"/>
                    <a:pt x="67925" y="114803"/>
                  </a:cubicBezTo>
                  <a:cubicBezTo>
                    <a:pt x="60676" y="118932"/>
                    <a:pt x="52218" y="121587"/>
                    <a:pt x="45876" y="121587"/>
                  </a:cubicBezTo>
                  <a:cubicBezTo>
                    <a:pt x="35304" y="121587"/>
                    <a:pt x="26847" y="111558"/>
                    <a:pt x="26847" y="98875"/>
                  </a:cubicBezTo>
                  <a:lnTo>
                    <a:pt x="26847" y="97695"/>
                  </a:lnTo>
                  <a:cubicBezTo>
                    <a:pt x="26847" y="80292"/>
                    <a:pt x="39231" y="69674"/>
                    <a:pt x="75778" y="56695"/>
                  </a:cubicBezTo>
                  <a:lnTo>
                    <a:pt x="75778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0BEAB999-2CDE-50FD-1AE6-DB9B7049DD17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10777387" y="4234454"/>
              <a:ext cx="80343" cy="173733"/>
            </a:xfrm>
            <a:custGeom>
              <a:avLst/>
              <a:gdLst>
                <a:gd name="connsiteX0" fmla="*/ 73366 w 80343"/>
                <a:gd name="connsiteY0" fmla="*/ 38112 h 173733"/>
                <a:gd name="connsiteX1" fmla="*/ 42859 w 80343"/>
                <a:gd name="connsiteY1" fmla="*/ 38112 h 173733"/>
                <a:gd name="connsiteX2" fmla="*/ 42859 w 80343"/>
                <a:gd name="connsiteY2" fmla="*/ 3897 h 173733"/>
                <a:gd name="connsiteX3" fmla="*/ 40745 w 80343"/>
                <a:gd name="connsiteY3" fmla="*/ 62 h 173733"/>
                <a:gd name="connsiteX4" fmla="*/ 34704 w 80343"/>
                <a:gd name="connsiteY4" fmla="*/ 8321 h 173733"/>
                <a:gd name="connsiteX5" fmla="*/ 5406 w 80343"/>
                <a:gd name="connsiteY5" fmla="*/ 39882 h 173733"/>
                <a:gd name="connsiteX6" fmla="*/ 271 w 80343"/>
                <a:gd name="connsiteY6" fmla="*/ 45486 h 173733"/>
                <a:gd name="connsiteX7" fmla="*/ 1479 w 80343"/>
                <a:gd name="connsiteY7" fmla="*/ 47551 h 173733"/>
                <a:gd name="connsiteX8" fmla="*/ 17488 w 80343"/>
                <a:gd name="connsiteY8" fmla="*/ 47551 h 173733"/>
                <a:gd name="connsiteX9" fmla="*/ 17488 w 80343"/>
                <a:gd name="connsiteY9" fmla="*/ 136335 h 173733"/>
                <a:gd name="connsiteX10" fmla="*/ 44370 w 80343"/>
                <a:gd name="connsiteY10" fmla="*/ 173796 h 173733"/>
                <a:gd name="connsiteX11" fmla="*/ 80615 w 80343"/>
                <a:gd name="connsiteY11" fmla="*/ 151378 h 173733"/>
                <a:gd name="connsiteX12" fmla="*/ 76688 w 80343"/>
                <a:gd name="connsiteY12" fmla="*/ 148134 h 173733"/>
                <a:gd name="connsiteX13" fmla="*/ 58566 w 80343"/>
                <a:gd name="connsiteY13" fmla="*/ 158457 h 173733"/>
                <a:gd name="connsiteX14" fmla="*/ 42859 w 80343"/>
                <a:gd name="connsiteY14" fmla="*/ 131911 h 173733"/>
                <a:gd name="connsiteX15" fmla="*/ 42859 w 80343"/>
                <a:gd name="connsiteY15" fmla="*/ 47551 h 173733"/>
                <a:gd name="connsiteX16" fmla="*/ 73366 w 80343"/>
                <a:gd name="connsiteY16" fmla="*/ 47551 h 173733"/>
                <a:gd name="connsiteX17" fmla="*/ 73366 w 80343"/>
                <a:gd name="connsiteY17" fmla="*/ 38112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43" h="173733">
                  <a:moveTo>
                    <a:pt x="73366" y="38112"/>
                  </a:moveTo>
                  <a:lnTo>
                    <a:pt x="42859" y="38112"/>
                  </a:lnTo>
                  <a:lnTo>
                    <a:pt x="42859" y="3897"/>
                  </a:lnTo>
                  <a:cubicBezTo>
                    <a:pt x="42859" y="947"/>
                    <a:pt x="42557" y="62"/>
                    <a:pt x="40745" y="62"/>
                  </a:cubicBezTo>
                  <a:cubicBezTo>
                    <a:pt x="38631" y="2717"/>
                    <a:pt x="36818" y="5371"/>
                    <a:pt x="34704" y="8321"/>
                  </a:cubicBezTo>
                  <a:cubicBezTo>
                    <a:pt x="23226" y="24544"/>
                    <a:pt x="10238" y="38702"/>
                    <a:pt x="5406" y="39882"/>
                  </a:cubicBezTo>
                  <a:cubicBezTo>
                    <a:pt x="2083" y="41947"/>
                    <a:pt x="271" y="44012"/>
                    <a:pt x="271" y="45486"/>
                  </a:cubicBezTo>
                  <a:cubicBezTo>
                    <a:pt x="271" y="46371"/>
                    <a:pt x="573" y="46961"/>
                    <a:pt x="1479" y="47551"/>
                  </a:cubicBezTo>
                  <a:lnTo>
                    <a:pt x="17488" y="47551"/>
                  </a:lnTo>
                  <a:lnTo>
                    <a:pt x="17488" y="136335"/>
                  </a:lnTo>
                  <a:cubicBezTo>
                    <a:pt x="17488" y="161112"/>
                    <a:pt x="26549" y="173796"/>
                    <a:pt x="44370" y="173796"/>
                  </a:cubicBezTo>
                  <a:cubicBezTo>
                    <a:pt x="59170" y="173796"/>
                    <a:pt x="70647" y="166716"/>
                    <a:pt x="80615" y="151378"/>
                  </a:cubicBezTo>
                  <a:lnTo>
                    <a:pt x="76688" y="148134"/>
                  </a:lnTo>
                  <a:cubicBezTo>
                    <a:pt x="70345" y="155508"/>
                    <a:pt x="65211" y="158457"/>
                    <a:pt x="58566" y="158457"/>
                  </a:cubicBezTo>
                  <a:cubicBezTo>
                    <a:pt x="47390" y="158457"/>
                    <a:pt x="42859" y="150493"/>
                    <a:pt x="42859" y="131911"/>
                  </a:cubicBezTo>
                  <a:lnTo>
                    <a:pt x="42859" y="47551"/>
                  </a:lnTo>
                  <a:lnTo>
                    <a:pt x="73366" y="47551"/>
                  </a:lnTo>
                  <a:lnTo>
                    <a:pt x="73366" y="3811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398F34E7-895B-A00F-A4F0-EA6C8EDBB76E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0862573" y="4203778"/>
              <a:ext cx="71584" cy="201460"/>
            </a:xfrm>
            <a:custGeom>
              <a:avLst/>
              <a:gdLst>
                <a:gd name="connsiteX0" fmla="*/ 48299 w 71584"/>
                <a:gd name="connsiteY0" fmla="*/ 65839 h 201460"/>
                <a:gd name="connsiteX1" fmla="*/ 1482 w 71584"/>
                <a:gd name="connsiteY1" fmla="*/ 82062 h 201460"/>
                <a:gd name="connsiteX2" fmla="*/ 1482 w 71584"/>
                <a:gd name="connsiteY2" fmla="*/ 86486 h 201460"/>
                <a:gd name="connsiteX3" fmla="*/ 3898 w 71584"/>
                <a:gd name="connsiteY3" fmla="*/ 86191 h 201460"/>
                <a:gd name="connsiteX4" fmla="*/ 14168 w 71584"/>
                <a:gd name="connsiteY4" fmla="*/ 85306 h 201460"/>
                <a:gd name="connsiteX5" fmla="*/ 24135 w 71584"/>
                <a:gd name="connsiteY5" fmla="*/ 103004 h 201460"/>
                <a:gd name="connsiteX6" fmla="*/ 24135 w 71584"/>
                <a:gd name="connsiteY6" fmla="*/ 171436 h 201460"/>
                <a:gd name="connsiteX7" fmla="*/ 274 w 71584"/>
                <a:gd name="connsiteY7" fmla="*/ 197098 h 201460"/>
                <a:gd name="connsiteX8" fmla="*/ 274 w 71584"/>
                <a:gd name="connsiteY8" fmla="*/ 201522 h 201460"/>
                <a:gd name="connsiteX9" fmla="*/ 71858 w 71584"/>
                <a:gd name="connsiteY9" fmla="*/ 201522 h 201460"/>
                <a:gd name="connsiteX10" fmla="*/ 71858 w 71584"/>
                <a:gd name="connsiteY10" fmla="*/ 197098 h 201460"/>
                <a:gd name="connsiteX11" fmla="*/ 49507 w 71584"/>
                <a:gd name="connsiteY11" fmla="*/ 171436 h 201460"/>
                <a:gd name="connsiteX12" fmla="*/ 49507 w 71584"/>
                <a:gd name="connsiteY12" fmla="*/ 66724 h 201460"/>
                <a:gd name="connsiteX13" fmla="*/ 48299 w 71584"/>
                <a:gd name="connsiteY13" fmla="*/ 65839 h 201460"/>
                <a:gd name="connsiteX14" fmla="*/ 34103 w 71584"/>
                <a:gd name="connsiteY14" fmla="*/ 62 h 201460"/>
                <a:gd name="connsiteX15" fmla="*/ 19000 w 71584"/>
                <a:gd name="connsiteY15" fmla="*/ 15105 h 201460"/>
                <a:gd name="connsiteX16" fmla="*/ 34103 w 71584"/>
                <a:gd name="connsiteY16" fmla="*/ 30148 h 201460"/>
                <a:gd name="connsiteX17" fmla="*/ 49809 w 71584"/>
                <a:gd name="connsiteY17" fmla="*/ 15105 h 201460"/>
                <a:gd name="connsiteX18" fmla="*/ 34103 w 71584"/>
                <a:gd name="connsiteY18" fmla="*/ 6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84" h="201460">
                  <a:moveTo>
                    <a:pt x="48299" y="65839"/>
                  </a:moveTo>
                  <a:lnTo>
                    <a:pt x="1482" y="82062"/>
                  </a:lnTo>
                  <a:lnTo>
                    <a:pt x="1482" y="86486"/>
                  </a:lnTo>
                  <a:lnTo>
                    <a:pt x="3898" y="86191"/>
                  </a:lnTo>
                  <a:cubicBezTo>
                    <a:pt x="7523" y="85601"/>
                    <a:pt x="11449" y="85306"/>
                    <a:pt x="14168" y="85306"/>
                  </a:cubicBezTo>
                  <a:cubicBezTo>
                    <a:pt x="21417" y="85306"/>
                    <a:pt x="24135" y="90026"/>
                    <a:pt x="24135" y="103004"/>
                  </a:cubicBezTo>
                  <a:lnTo>
                    <a:pt x="24135" y="171436"/>
                  </a:lnTo>
                  <a:cubicBezTo>
                    <a:pt x="24135" y="192673"/>
                    <a:pt x="21115" y="195918"/>
                    <a:pt x="274" y="197098"/>
                  </a:cubicBezTo>
                  <a:lnTo>
                    <a:pt x="274" y="201522"/>
                  </a:lnTo>
                  <a:lnTo>
                    <a:pt x="71858" y="201522"/>
                  </a:lnTo>
                  <a:lnTo>
                    <a:pt x="71858" y="197098"/>
                  </a:lnTo>
                  <a:cubicBezTo>
                    <a:pt x="51923" y="195623"/>
                    <a:pt x="49507" y="192673"/>
                    <a:pt x="49507" y="171436"/>
                  </a:cubicBezTo>
                  <a:lnTo>
                    <a:pt x="49507" y="66724"/>
                  </a:lnTo>
                  <a:lnTo>
                    <a:pt x="48299" y="65839"/>
                  </a:lnTo>
                  <a:close/>
                  <a:moveTo>
                    <a:pt x="34103" y="62"/>
                  </a:moveTo>
                  <a:cubicBezTo>
                    <a:pt x="25947" y="62"/>
                    <a:pt x="19000" y="6846"/>
                    <a:pt x="19000" y="15105"/>
                  </a:cubicBezTo>
                  <a:cubicBezTo>
                    <a:pt x="19000" y="23364"/>
                    <a:pt x="25645" y="30148"/>
                    <a:pt x="34103" y="30148"/>
                  </a:cubicBezTo>
                  <a:cubicBezTo>
                    <a:pt x="42862" y="30148"/>
                    <a:pt x="49809" y="23659"/>
                    <a:pt x="49809" y="15105"/>
                  </a:cubicBezTo>
                  <a:cubicBezTo>
                    <a:pt x="49809" y="6846"/>
                    <a:pt x="42862" y="62"/>
                    <a:pt x="34103" y="62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F710958B-421D-EBD3-9A1B-52831F9E4085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0949572" y="4269555"/>
              <a:ext cx="116891" cy="138632"/>
            </a:xfrm>
            <a:custGeom>
              <a:avLst/>
              <a:gdLst>
                <a:gd name="connsiteX0" fmla="*/ 112939 w 116891"/>
                <a:gd name="connsiteY0" fmla="*/ 89731 h 138632"/>
                <a:gd name="connsiteX1" fmla="*/ 70351 w 116891"/>
                <a:gd name="connsiteY1" fmla="*/ 117458 h 138632"/>
                <a:gd name="connsiteX2" fmla="*/ 23534 w 116891"/>
                <a:gd name="connsiteY2" fmla="*/ 59940 h 138632"/>
                <a:gd name="connsiteX3" fmla="*/ 64612 w 116891"/>
                <a:gd name="connsiteY3" fmla="*/ 8616 h 138632"/>
                <a:gd name="connsiteX4" fmla="*/ 82433 w 116891"/>
                <a:gd name="connsiteY4" fmla="*/ 22774 h 138632"/>
                <a:gd name="connsiteX5" fmla="*/ 84245 w 116891"/>
                <a:gd name="connsiteY5" fmla="*/ 29264 h 138632"/>
                <a:gd name="connsiteX6" fmla="*/ 98441 w 116891"/>
                <a:gd name="connsiteY6" fmla="*/ 42832 h 138632"/>
                <a:gd name="connsiteX7" fmla="*/ 112939 w 116891"/>
                <a:gd name="connsiteY7" fmla="*/ 30443 h 138632"/>
                <a:gd name="connsiteX8" fmla="*/ 66425 w 116891"/>
                <a:gd name="connsiteY8" fmla="*/ 62 h 138632"/>
                <a:gd name="connsiteX9" fmla="*/ 23836 w 116891"/>
                <a:gd name="connsiteY9" fmla="*/ 16580 h 138632"/>
                <a:gd name="connsiteX10" fmla="*/ 277 w 116891"/>
                <a:gd name="connsiteY10" fmla="*/ 72918 h 138632"/>
                <a:gd name="connsiteX11" fmla="*/ 57665 w 116891"/>
                <a:gd name="connsiteY11" fmla="*/ 138695 h 138632"/>
                <a:gd name="connsiteX12" fmla="*/ 94213 w 116891"/>
                <a:gd name="connsiteY12" fmla="*/ 124832 h 138632"/>
                <a:gd name="connsiteX13" fmla="*/ 117168 w 116891"/>
                <a:gd name="connsiteY13" fmla="*/ 92386 h 138632"/>
                <a:gd name="connsiteX14" fmla="*/ 112939 w 116891"/>
                <a:gd name="connsiteY14" fmla="*/ 89731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891" h="138632">
                  <a:moveTo>
                    <a:pt x="112939" y="89731"/>
                  </a:moveTo>
                  <a:cubicBezTo>
                    <a:pt x="98441" y="110379"/>
                    <a:pt x="87568" y="117458"/>
                    <a:pt x="70351" y="117458"/>
                  </a:cubicBezTo>
                  <a:cubicBezTo>
                    <a:pt x="42865" y="117458"/>
                    <a:pt x="23534" y="93861"/>
                    <a:pt x="23534" y="59940"/>
                  </a:cubicBezTo>
                  <a:cubicBezTo>
                    <a:pt x="23534" y="29559"/>
                    <a:pt x="40147" y="8616"/>
                    <a:pt x="64612" y="8616"/>
                  </a:cubicBezTo>
                  <a:cubicBezTo>
                    <a:pt x="75486" y="8616"/>
                    <a:pt x="79412" y="11861"/>
                    <a:pt x="82433" y="22774"/>
                  </a:cubicBezTo>
                  <a:lnTo>
                    <a:pt x="84245" y="29264"/>
                  </a:lnTo>
                  <a:cubicBezTo>
                    <a:pt x="86662" y="37523"/>
                    <a:pt x="92098" y="42832"/>
                    <a:pt x="98441" y="42832"/>
                  </a:cubicBezTo>
                  <a:cubicBezTo>
                    <a:pt x="106294" y="42832"/>
                    <a:pt x="112939" y="37228"/>
                    <a:pt x="112939" y="30443"/>
                  </a:cubicBezTo>
                  <a:cubicBezTo>
                    <a:pt x="112939" y="13925"/>
                    <a:pt x="91796" y="62"/>
                    <a:pt x="66425" y="62"/>
                  </a:cubicBezTo>
                  <a:cubicBezTo>
                    <a:pt x="51624" y="62"/>
                    <a:pt x="36220" y="5961"/>
                    <a:pt x="23836" y="16580"/>
                  </a:cubicBezTo>
                  <a:cubicBezTo>
                    <a:pt x="8734" y="29559"/>
                    <a:pt x="277" y="49616"/>
                    <a:pt x="277" y="72918"/>
                  </a:cubicBezTo>
                  <a:cubicBezTo>
                    <a:pt x="277" y="111263"/>
                    <a:pt x="24138" y="138695"/>
                    <a:pt x="57665" y="138695"/>
                  </a:cubicBezTo>
                  <a:cubicBezTo>
                    <a:pt x="71257" y="138695"/>
                    <a:pt x="83339" y="133976"/>
                    <a:pt x="94213" y="124832"/>
                  </a:cubicBezTo>
                  <a:cubicBezTo>
                    <a:pt x="102368" y="117753"/>
                    <a:pt x="108107" y="109789"/>
                    <a:pt x="117168" y="92386"/>
                  </a:cubicBezTo>
                  <a:lnTo>
                    <a:pt x="112939" y="89731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A84CD21C-0A4A-237A-34EA-87186BB8D540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1156049" y="4209972"/>
              <a:ext cx="176998" cy="195265"/>
            </a:xfrm>
            <a:custGeom>
              <a:avLst/>
              <a:gdLst>
                <a:gd name="connsiteX0" fmla="*/ 169731 w 176998"/>
                <a:gd name="connsiteY0" fmla="*/ 144004 h 195265"/>
                <a:gd name="connsiteX1" fmla="*/ 155837 w 176998"/>
                <a:gd name="connsiteY1" fmla="*/ 167011 h 195265"/>
                <a:gd name="connsiteX2" fmla="*/ 103583 w 176998"/>
                <a:gd name="connsiteY2" fmla="*/ 183824 h 195265"/>
                <a:gd name="connsiteX3" fmla="*/ 83346 w 176998"/>
                <a:gd name="connsiteY3" fmla="*/ 183824 h 195265"/>
                <a:gd name="connsiteX4" fmla="*/ 57370 w 176998"/>
                <a:gd name="connsiteY4" fmla="*/ 171731 h 195265"/>
                <a:gd name="connsiteX5" fmla="*/ 57370 w 176998"/>
                <a:gd name="connsiteY5" fmla="*/ 32213 h 195265"/>
                <a:gd name="connsiteX6" fmla="*/ 85460 w 176998"/>
                <a:gd name="connsiteY6" fmla="*/ 5666 h 195265"/>
                <a:gd name="connsiteX7" fmla="*/ 85460 w 176998"/>
                <a:gd name="connsiteY7" fmla="*/ 62 h 195265"/>
                <a:gd name="connsiteX8" fmla="*/ 284 w 176998"/>
                <a:gd name="connsiteY8" fmla="*/ 62 h 195265"/>
                <a:gd name="connsiteX9" fmla="*/ 284 w 176998"/>
                <a:gd name="connsiteY9" fmla="*/ 5666 h 195265"/>
                <a:gd name="connsiteX10" fmla="*/ 26562 w 176998"/>
                <a:gd name="connsiteY10" fmla="*/ 32213 h 195265"/>
                <a:gd name="connsiteX11" fmla="*/ 26562 w 176998"/>
                <a:gd name="connsiteY11" fmla="*/ 163177 h 195265"/>
                <a:gd name="connsiteX12" fmla="*/ 284 w 176998"/>
                <a:gd name="connsiteY12" fmla="*/ 189723 h 195265"/>
                <a:gd name="connsiteX13" fmla="*/ 284 w 176998"/>
                <a:gd name="connsiteY13" fmla="*/ 195328 h 195265"/>
                <a:gd name="connsiteX14" fmla="*/ 162784 w 176998"/>
                <a:gd name="connsiteY14" fmla="*/ 195328 h 195265"/>
                <a:gd name="connsiteX15" fmla="*/ 177282 w 176998"/>
                <a:gd name="connsiteY15" fmla="*/ 144004 h 195265"/>
                <a:gd name="connsiteX16" fmla="*/ 169731 w 176998"/>
                <a:gd name="connsiteY16" fmla="*/ 144004 h 19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998" h="195265">
                  <a:moveTo>
                    <a:pt x="169731" y="144004"/>
                  </a:moveTo>
                  <a:cubicBezTo>
                    <a:pt x="164596" y="155213"/>
                    <a:pt x="160368" y="161997"/>
                    <a:pt x="155837" y="167011"/>
                  </a:cubicBezTo>
                  <a:cubicBezTo>
                    <a:pt x="145265" y="178515"/>
                    <a:pt x="128653" y="183824"/>
                    <a:pt x="103583" y="183824"/>
                  </a:cubicBezTo>
                  <a:lnTo>
                    <a:pt x="83346" y="183824"/>
                  </a:lnTo>
                  <a:cubicBezTo>
                    <a:pt x="61297" y="183824"/>
                    <a:pt x="57370" y="182054"/>
                    <a:pt x="57370" y="171731"/>
                  </a:cubicBezTo>
                  <a:lnTo>
                    <a:pt x="57370" y="32213"/>
                  </a:lnTo>
                  <a:cubicBezTo>
                    <a:pt x="57370" y="11271"/>
                    <a:pt x="61599" y="7141"/>
                    <a:pt x="85460" y="5666"/>
                  </a:cubicBezTo>
                  <a:lnTo>
                    <a:pt x="85460" y="62"/>
                  </a:lnTo>
                  <a:lnTo>
                    <a:pt x="284" y="62"/>
                  </a:lnTo>
                  <a:lnTo>
                    <a:pt x="284" y="5666"/>
                  </a:lnTo>
                  <a:cubicBezTo>
                    <a:pt x="22635" y="7436"/>
                    <a:pt x="26562" y="11566"/>
                    <a:pt x="26562" y="32213"/>
                  </a:cubicBezTo>
                  <a:lnTo>
                    <a:pt x="26562" y="163177"/>
                  </a:lnTo>
                  <a:cubicBezTo>
                    <a:pt x="26562" y="183824"/>
                    <a:pt x="22333" y="188249"/>
                    <a:pt x="284" y="189723"/>
                  </a:cubicBezTo>
                  <a:lnTo>
                    <a:pt x="284" y="195328"/>
                  </a:lnTo>
                  <a:lnTo>
                    <a:pt x="162784" y="195328"/>
                  </a:lnTo>
                  <a:lnTo>
                    <a:pt x="177282" y="144004"/>
                  </a:lnTo>
                  <a:lnTo>
                    <a:pt x="169731" y="144004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F5DE43D2-1821-C4E9-178F-AA02169BAA85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1348842" y="4269555"/>
              <a:ext cx="122328" cy="138632"/>
            </a:xfrm>
            <a:custGeom>
              <a:avLst/>
              <a:gdLst>
                <a:gd name="connsiteX0" fmla="*/ 122618 w 122328"/>
                <a:gd name="connsiteY0" fmla="*/ 116278 h 138632"/>
                <a:gd name="connsiteX1" fmla="*/ 109328 w 122328"/>
                <a:gd name="connsiteY1" fmla="*/ 121882 h 138632"/>
                <a:gd name="connsiteX2" fmla="*/ 100267 w 122328"/>
                <a:gd name="connsiteY2" fmla="*/ 104774 h 138632"/>
                <a:gd name="connsiteX3" fmla="*/ 100267 w 122328"/>
                <a:gd name="connsiteY3" fmla="*/ 47256 h 138632"/>
                <a:gd name="connsiteX4" fmla="*/ 94226 w 122328"/>
                <a:gd name="connsiteY4" fmla="*/ 16285 h 138632"/>
                <a:gd name="connsiteX5" fmla="*/ 56772 w 122328"/>
                <a:gd name="connsiteY5" fmla="*/ 62 h 138632"/>
                <a:gd name="connsiteX6" fmla="*/ 6029 w 122328"/>
                <a:gd name="connsiteY6" fmla="*/ 33098 h 138632"/>
                <a:gd name="connsiteX7" fmla="*/ 19017 w 122328"/>
                <a:gd name="connsiteY7" fmla="*/ 45782 h 138632"/>
                <a:gd name="connsiteX8" fmla="*/ 32609 w 122328"/>
                <a:gd name="connsiteY8" fmla="*/ 33393 h 138632"/>
                <a:gd name="connsiteX9" fmla="*/ 32004 w 122328"/>
                <a:gd name="connsiteY9" fmla="*/ 28674 h 138632"/>
                <a:gd name="connsiteX10" fmla="*/ 31098 w 122328"/>
                <a:gd name="connsiteY10" fmla="*/ 21595 h 138632"/>
                <a:gd name="connsiteX11" fmla="*/ 52846 w 122328"/>
                <a:gd name="connsiteY11" fmla="*/ 7141 h 138632"/>
                <a:gd name="connsiteX12" fmla="*/ 75801 w 122328"/>
                <a:gd name="connsiteY12" fmla="*/ 31623 h 138632"/>
                <a:gd name="connsiteX13" fmla="*/ 75801 w 122328"/>
                <a:gd name="connsiteY13" fmla="*/ 49616 h 138632"/>
                <a:gd name="connsiteX14" fmla="*/ 11163 w 122328"/>
                <a:gd name="connsiteY14" fmla="*/ 81472 h 138632"/>
                <a:gd name="connsiteX15" fmla="*/ 290 w 122328"/>
                <a:gd name="connsiteY15" fmla="*/ 107134 h 138632"/>
                <a:gd name="connsiteX16" fmla="*/ 32004 w 122328"/>
                <a:gd name="connsiteY16" fmla="*/ 138695 h 138632"/>
                <a:gd name="connsiteX17" fmla="*/ 76103 w 122328"/>
                <a:gd name="connsiteY17" fmla="*/ 117163 h 138632"/>
                <a:gd name="connsiteX18" fmla="*/ 95434 w 122328"/>
                <a:gd name="connsiteY18" fmla="*/ 138695 h 138632"/>
                <a:gd name="connsiteX19" fmla="*/ 122618 w 122328"/>
                <a:gd name="connsiteY19" fmla="*/ 123947 h 138632"/>
                <a:gd name="connsiteX20" fmla="*/ 122618 w 122328"/>
                <a:gd name="connsiteY20" fmla="*/ 116278 h 138632"/>
                <a:gd name="connsiteX21" fmla="*/ 75801 w 122328"/>
                <a:gd name="connsiteY21" fmla="*/ 99465 h 138632"/>
                <a:gd name="connsiteX22" fmla="*/ 67948 w 122328"/>
                <a:gd name="connsiteY22" fmla="*/ 114803 h 138632"/>
                <a:gd name="connsiteX23" fmla="*/ 45898 w 122328"/>
                <a:gd name="connsiteY23" fmla="*/ 121587 h 138632"/>
                <a:gd name="connsiteX24" fmla="*/ 26870 w 122328"/>
                <a:gd name="connsiteY24" fmla="*/ 98875 h 138632"/>
                <a:gd name="connsiteX25" fmla="*/ 26870 w 122328"/>
                <a:gd name="connsiteY25" fmla="*/ 97695 h 138632"/>
                <a:gd name="connsiteX26" fmla="*/ 75801 w 122328"/>
                <a:gd name="connsiteY26" fmla="*/ 56695 h 138632"/>
                <a:gd name="connsiteX27" fmla="*/ 75801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618" y="116278"/>
                  </a:moveTo>
                  <a:cubicBezTo>
                    <a:pt x="117483" y="120407"/>
                    <a:pt x="113859" y="121882"/>
                    <a:pt x="109328" y="121882"/>
                  </a:cubicBezTo>
                  <a:cubicBezTo>
                    <a:pt x="102381" y="121882"/>
                    <a:pt x="100267" y="117753"/>
                    <a:pt x="100267" y="104774"/>
                  </a:cubicBezTo>
                  <a:lnTo>
                    <a:pt x="100267" y="47256"/>
                  </a:lnTo>
                  <a:cubicBezTo>
                    <a:pt x="100267" y="31918"/>
                    <a:pt x="98756" y="23364"/>
                    <a:pt x="94226" y="16285"/>
                  </a:cubicBezTo>
                  <a:cubicBezTo>
                    <a:pt x="87581" y="5666"/>
                    <a:pt x="74593" y="62"/>
                    <a:pt x="56772" y="62"/>
                  </a:cubicBezTo>
                  <a:cubicBezTo>
                    <a:pt x="28380" y="62"/>
                    <a:pt x="6029" y="14515"/>
                    <a:pt x="6029" y="33098"/>
                  </a:cubicBezTo>
                  <a:cubicBezTo>
                    <a:pt x="6029" y="39882"/>
                    <a:pt x="12069" y="45782"/>
                    <a:pt x="19017" y="45782"/>
                  </a:cubicBezTo>
                  <a:cubicBezTo>
                    <a:pt x="26266" y="45782"/>
                    <a:pt x="32609" y="39882"/>
                    <a:pt x="32609" y="33393"/>
                  </a:cubicBezTo>
                  <a:cubicBezTo>
                    <a:pt x="32609" y="32213"/>
                    <a:pt x="32306" y="30738"/>
                    <a:pt x="32004" y="28674"/>
                  </a:cubicBezTo>
                  <a:cubicBezTo>
                    <a:pt x="31400" y="26019"/>
                    <a:pt x="31098" y="23659"/>
                    <a:pt x="31098" y="21595"/>
                  </a:cubicBezTo>
                  <a:cubicBezTo>
                    <a:pt x="31098" y="13630"/>
                    <a:pt x="40764" y="7141"/>
                    <a:pt x="52846" y="7141"/>
                  </a:cubicBezTo>
                  <a:cubicBezTo>
                    <a:pt x="67646" y="7141"/>
                    <a:pt x="75801" y="15695"/>
                    <a:pt x="75801" y="31623"/>
                  </a:cubicBezTo>
                  <a:lnTo>
                    <a:pt x="75801" y="49616"/>
                  </a:lnTo>
                  <a:cubicBezTo>
                    <a:pt x="29286" y="67904"/>
                    <a:pt x="24151" y="70263"/>
                    <a:pt x="11163" y="81472"/>
                  </a:cubicBezTo>
                  <a:cubicBezTo>
                    <a:pt x="4518" y="87371"/>
                    <a:pt x="290" y="97400"/>
                    <a:pt x="290" y="107134"/>
                  </a:cubicBezTo>
                  <a:cubicBezTo>
                    <a:pt x="290" y="125717"/>
                    <a:pt x="13580" y="138695"/>
                    <a:pt x="32004" y="138695"/>
                  </a:cubicBezTo>
                  <a:cubicBezTo>
                    <a:pt x="45294" y="138695"/>
                    <a:pt x="57678" y="132501"/>
                    <a:pt x="76103" y="117163"/>
                  </a:cubicBezTo>
                  <a:cubicBezTo>
                    <a:pt x="77613" y="132501"/>
                    <a:pt x="83050" y="138695"/>
                    <a:pt x="95434" y="138695"/>
                  </a:cubicBezTo>
                  <a:cubicBezTo>
                    <a:pt x="105703" y="138695"/>
                    <a:pt x="112046" y="135155"/>
                    <a:pt x="122618" y="123947"/>
                  </a:cubicBezTo>
                  <a:lnTo>
                    <a:pt x="122618" y="116278"/>
                  </a:lnTo>
                  <a:close/>
                  <a:moveTo>
                    <a:pt x="75801" y="99465"/>
                  </a:moveTo>
                  <a:cubicBezTo>
                    <a:pt x="75801" y="108609"/>
                    <a:pt x="74291" y="111263"/>
                    <a:pt x="67948" y="114803"/>
                  </a:cubicBezTo>
                  <a:cubicBezTo>
                    <a:pt x="60699" y="118932"/>
                    <a:pt x="52241" y="121587"/>
                    <a:pt x="45898" y="121587"/>
                  </a:cubicBezTo>
                  <a:cubicBezTo>
                    <a:pt x="35327" y="121587"/>
                    <a:pt x="26870" y="111558"/>
                    <a:pt x="26870" y="98875"/>
                  </a:cubicBezTo>
                  <a:lnTo>
                    <a:pt x="26870" y="97695"/>
                  </a:lnTo>
                  <a:cubicBezTo>
                    <a:pt x="26870" y="80292"/>
                    <a:pt x="39254" y="69674"/>
                    <a:pt x="75801" y="56695"/>
                  </a:cubicBezTo>
                  <a:lnTo>
                    <a:pt x="75801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4A8F660-A303-4F7B-7B5D-D87650E623FF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1480733" y="4269555"/>
              <a:ext cx="133503" cy="199985"/>
            </a:xfrm>
            <a:custGeom>
              <a:avLst/>
              <a:gdLst>
                <a:gd name="connsiteX0" fmla="*/ 133798 w 133503"/>
                <a:gd name="connsiteY0" fmla="*/ 21300 h 199985"/>
                <a:gd name="connsiteX1" fmla="*/ 133798 w 133503"/>
                <a:gd name="connsiteY1" fmla="*/ 9796 h 199985"/>
                <a:gd name="connsiteX2" fmla="*/ 110541 w 133503"/>
                <a:gd name="connsiteY2" fmla="*/ 9796 h 199985"/>
                <a:gd name="connsiteX3" fmla="*/ 93928 w 133503"/>
                <a:gd name="connsiteY3" fmla="*/ 6847 h 199985"/>
                <a:gd name="connsiteX4" fmla="*/ 87283 w 133503"/>
                <a:gd name="connsiteY4" fmla="*/ 4487 h 199985"/>
                <a:gd name="connsiteX5" fmla="*/ 63120 w 133503"/>
                <a:gd name="connsiteY5" fmla="*/ 62 h 199985"/>
                <a:gd name="connsiteX6" fmla="*/ 12678 w 133503"/>
                <a:gd name="connsiteY6" fmla="*/ 48141 h 199985"/>
                <a:gd name="connsiteX7" fmla="*/ 40768 w 133503"/>
                <a:gd name="connsiteY7" fmla="*/ 87667 h 199985"/>
                <a:gd name="connsiteX8" fmla="*/ 27780 w 133503"/>
                <a:gd name="connsiteY8" fmla="*/ 99465 h 199985"/>
                <a:gd name="connsiteX9" fmla="*/ 13886 w 133503"/>
                <a:gd name="connsiteY9" fmla="*/ 119818 h 199985"/>
                <a:gd name="connsiteX10" fmla="*/ 29895 w 133503"/>
                <a:gd name="connsiteY10" fmla="*/ 135451 h 199985"/>
                <a:gd name="connsiteX11" fmla="*/ 294 w 133503"/>
                <a:gd name="connsiteY11" fmla="*/ 171436 h 199985"/>
                <a:gd name="connsiteX12" fmla="*/ 52548 w 133503"/>
                <a:gd name="connsiteY12" fmla="*/ 200048 h 199985"/>
                <a:gd name="connsiteX13" fmla="*/ 114467 w 133503"/>
                <a:gd name="connsiteY13" fmla="*/ 179990 h 199985"/>
                <a:gd name="connsiteX14" fmla="*/ 131080 w 133503"/>
                <a:gd name="connsiteY14" fmla="*/ 150199 h 199985"/>
                <a:gd name="connsiteX15" fmla="*/ 94532 w 133503"/>
                <a:gd name="connsiteY15" fmla="*/ 118638 h 199985"/>
                <a:gd name="connsiteX16" fmla="*/ 55568 w 133503"/>
                <a:gd name="connsiteY16" fmla="*/ 116868 h 199985"/>
                <a:gd name="connsiteX17" fmla="*/ 32009 w 133503"/>
                <a:gd name="connsiteY17" fmla="*/ 108904 h 199985"/>
                <a:gd name="connsiteX18" fmla="*/ 50132 w 133503"/>
                <a:gd name="connsiteY18" fmla="*/ 90321 h 199985"/>
                <a:gd name="connsiteX19" fmla="*/ 55870 w 133503"/>
                <a:gd name="connsiteY19" fmla="*/ 90911 h 199985"/>
                <a:gd name="connsiteX20" fmla="*/ 67348 w 133503"/>
                <a:gd name="connsiteY20" fmla="*/ 91796 h 199985"/>
                <a:gd name="connsiteX21" fmla="*/ 99969 w 133503"/>
                <a:gd name="connsiteY21" fmla="*/ 79408 h 199985"/>
                <a:gd name="connsiteX22" fmla="*/ 114467 w 133503"/>
                <a:gd name="connsiteY22" fmla="*/ 46077 h 199985"/>
                <a:gd name="connsiteX23" fmla="*/ 108728 w 133503"/>
                <a:gd name="connsiteY23" fmla="*/ 21300 h 199985"/>
                <a:gd name="connsiteX24" fmla="*/ 133798 w 133503"/>
                <a:gd name="connsiteY24" fmla="*/ 21300 h 199985"/>
                <a:gd name="connsiteX25" fmla="*/ 36237 w 133503"/>
                <a:gd name="connsiteY25" fmla="*/ 136336 h 199985"/>
                <a:gd name="connsiteX26" fmla="*/ 85169 w 133503"/>
                <a:gd name="connsiteY26" fmla="*/ 140170 h 199985"/>
                <a:gd name="connsiteX27" fmla="*/ 122622 w 133503"/>
                <a:gd name="connsiteY27" fmla="*/ 154623 h 199985"/>
                <a:gd name="connsiteX28" fmla="*/ 65536 w 133503"/>
                <a:gd name="connsiteY28" fmla="*/ 183235 h 199985"/>
                <a:gd name="connsiteX29" fmla="*/ 21437 w 133503"/>
                <a:gd name="connsiteY29" fmla="*/ 161702 h 199985"/>
                <a:gd name="connsiteX30" fmla="*/ 36237 w 133503"/>
                <a:gd name="connsiteY30" fmla="*/ 136336 h 199985"/>
                <a:gd name="connsiteX31" fmla="*/ 37748 w 133503"/>
                <a:gd name="connsiteY31" fmla="*/ 36048 h 199985"/>
                <a:gd name="connsiteX32" fmla="*/ 60099 w 133503"/>
                <a:gd name="connsiteY32" fmla="*/ 8321 h 199985"/>
                <a:gd name="connsiteX33" fmla="*/ 82148 w 133503"/>
                <a:gd name="connsiteY33" fmla="*/ 22185 h 199985"/>
                <a:gd name="connsiteX34" fmla="*/ 91210 w 133503"/>
                <a:gd name="connsiteY34" fmla="*/ 57580 h 199985"/>
                <a:gd name="connsiteX35" fmla="*/ 68556 w 133503"/>
                <a:gd name="connsiteY35" fmla="*/ 84422 h 199985"/>
                <a:gd name="connsiteX36" fmla="*/ 37748 w 133503"/>
                <a:gd name="connsiteY36" fmla="*/ 36933 h 199985"/>
                <a:gd name="connsiteX37" fmla="*/ 37748 w 133503"/>
                <a:gd name="connsiteY37" fmla="*/ 36048 h 19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503" h="199985">
                  <a:moveTo>
                    <a:pt x="133798" y="21300"/>
                  </a:moveTo>
                  <a:lnTo>
                    <a:pt x="133798" y="9796"/>
                  </a:lnTo>
                  <a:lnTo>
                    <a:pt x="110541" y="9796"/>
                  </a:lnTo>
                  <a:cubicBezTo>
                    <a:pt x="104500" y="9796"/>
                    <a:pt x="99969" y="8911"/>
                    <a:pt x="93928" y="6847"/>
                  </a:cubicBezTo>
                  <a:lnTo>
                    <a:pt x="87283" y="4487"/>
                  </a:lnTo>
                  <a:cubicBezTo>
                    <a:pt x="79128" y="1537"/>
                    <a:pt x="70973" y="62"/>
                    <a:pt x="63120" y="62"/>
                  </a:cubicBezTo>
                  <a:cubicBezTo>
                    <a:pt x="35029" y="62"/>
                    <a:pt x="12678" y="21300"/>
                    <a:pt x="12678" y="48141"/>
                  </a:cubicBezTo>
                  <a:cubicBezTo>
                    <a:pt x="12678" y="66724"/>
                    <a:pt x="20833" y="77933"/>
                    <a:pt x="40768" y="87667"/>
                  </a:cubicBezTo>
                  <a:cubicBezTo>
                    <a:pt x="35029" y="92976"/>
                    <a:pt x="29593" y="97990"/>
                    <a:pt x="27780" y="99465"/>
                  </a:cubicBezTo>
                  <a:cubicBezTo>
                    <a:pt x="17813" y="108019"/>
                    <a:pt x="13886" y="113918"/>
                    <a:pt x="13886" y="119818"/>
                  </a:cubicBezTo>
                  <a:cubicBezTo>
                    <a:pt x="13886" y="126012"/>
                    <a:pt x="17511" y="129551"/>
                    <a:pt x="29895" y="135451"/>
                  </a:cubicBezTo>
                  <a:cubicBezTo>
                    <a:pt x="8449" y="150789"/>
                    <a:pt x="294" y="160523"/>
                    <a:pt x="294" y="171436"/>
                  </a:cubicBezTo>
                  <a:cubicBezTo>
                    <a:pt x="294" y="187069"/>
                    <a:pt x="23854" y="200048"/>
                    <a:pt x="52548" y="200048"/>
                  </a:cubicBezTo>
                  <a:cubicBezTo>
                    <a:pt x="75201" y="200048"/>
                    <a:pt x="98761" y="192379"/>
                    <a:pt x="114467" y="179990"/>
                  </a:cubicBezTo>
                  <a:cubicBezTo>
                    <a:pt x="125945" y="170846"/>
                    <a:pt x="131080" y="161407"/>
                    <a:pt x="131080" y="150199"/>
                  </a:cubicBezTo>
                  <a:cubicBezTo>
                    <a:pt x="131080" y="131911"/>
                    <a:pt x="116884" y="119523"/>
                    <a:pt x="94532" y="118638"/>
                  </a:cubicBezTo>
                  <a:lnTo>
                    <a:pt x="55568" y="116868"/>
                  </a:lnTo>
                  <a:cubicBezTo>
                    <a:pt x="39560" y="116278"/>
                    <a:pt x="32009" y="113623"/>
                    <a:pt x="32009" y="108904"/>
                  </a:cubicBezTo>
                  <a:cubicBezTo>
                    <a:pt x="32009" y="103005"/>
                    <a:pt x="41976" y="92681"/>
                    <a:pt x="50132" y="90321"/>
                  </a:cubicBezTo>
                  <a:cubicBezTo>
                    <a:pt x="52850" y="90616"/>
                    <a:pt x="54964" y="90911"/>
                    <a:pt x="55870" y="90911"/>
                  </a:cubicBezTo>
                  <a:cubicBezTo>
                    <a:pt x="61609" y="91501"/>
                    <a:pt x="65536" y="91796"/>
                    <a:pt x="67348" y="91796"/>
                  </a:cubicBezTo>
                  <a:cubicBezTo>
                    <a:pt x="78524" y="91796"/>
                    <a:pt x="90606" y="87372"/>
                    <a:pt x="99969" y="79408"/>
                  </a:cubicBezTo>
                  <a:cubicBezTo>
                    <a:pt x="109936" y="71149"/>
                    <a:pt x="114467" y="60825"/>
                    <a:pt x="114467" y="46077"/>
                  </a:cubicBezTo>
                  <a:cubicBezTo>
                    <a:pt x="114467" y="37523"/>
                    <a:pt x="112957" y="30739"/>
                    <a:pt x="108728" y="21300"/>
                  </a:cubicBezTo>
                  <a:lnTo>
                    <a:pt x="133798" y="21300"/>
                  </a:lnTo>
                  <a:close/>
                  <a:moveTo>
                    <a:pt x="36237" y="136336"/>
                  </a:moveTo>
                  <a:cubicBezTo>
                    <a:pt x="46205" y="138400"/>
                    <a:pt x="70369" y="140170"/>
                    <a:pt x="85169" y="140170"/>
                  </a:cubicBezTo>
                  <a:cubicBezTo>
                    <a:pt x="112655" y="140170"/>
                    <a:pt x="122622" y="144005"/>
                    <a:pt x="122622" y="154623"/>
                  </a:cubicBezTo>
                  <a:cubicBezTo>
                    <a:pt x="122622" y="171731"/>
                    <a:pt x="99667" y="183235"/>
                    <a:pt x="65536" y="183235"/>
                  </a:cubicBezTo>
                  <a:cubicBezTo>
                    <a:pt x="38956" y="183235"/>
                    <a:pt x="21437" y="174681"/>
                    <a:pt x="21437" y="161702"/>
                  </a:cubicBezTo>
                  <a:cubicBezTo>
                    <a:pt x="21437" y="154918"/>
                    <a:pt x="23552" y="151084"/>
                    <a:pt x="36237" y="136336"/>
                  </a:cubicBezTo>
                  <a:close/>
                  <a:moveTo>
                    <a:pt x="37748" y="36048"/>
                  </a:moveTo>
                  <a:cubicBezTo>
                    <a:pt x="37748" y="18645"/>
                    <a:pt x="46205" y="8321"/>
                    <a:pt x="60099" y="8321"/>
                  </a:cubicBezTo>
                  <a:cubicBezTo>
                    <a:pt x="69462" y="8321"/>
                    <a:pt x="77316" y="13336"/>
                    <a:pt x="82148" y="22185"/>
                  </a:cubicBezTo>
                  <a:cubicBezTo>
                    <a:pt x="87585" y="32508"/>
                    <a:pt x="91210" y="46077"/>
                    <a:pt x="91210" y="57580"/>
                  </a:cubicBezTo>
                  <a:cubicBezTo>
                    <a:pt x="91210" y="74098"/>
                    <a:pt x="82450" y="84422"/>
                    <a:pt x="68556" y="84422"/>
                  </a:cubicBezTo>
                  <a:cubicBezTo>
                    <a:pt x="50434" y="84422"/>
                    <a:pt x="37748" y="65249"/>
                    <a:pt x="37748" y="36933"/>
                  </a:cubicBezTo>
                  <a:lnTo>
                    <a:pt x="37748" y="36048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66568F32-6D4E-0D34-A8D9-10659428DEA1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1625375" y="4269555"/>
              <a:ext cx="99674" cy="135683"/>
            </a:xfrm>
            <a:custGeom>
              <a:avLst/>
              <a:gdLst>
                <a:gd name="connsiteX0" fmla="*/ 903 w 99674"/>
                <a:gd name="connsiteY0" fmla="*/ 20710 h 135683"/>
                <a:gd name="connsiteX1" fmla="*/ 11475 w 99674"/>
                <a:gd name="connsiteY1" fmla="*/ 19530 h 135683"/>
                <a:gd name="connsiteX2" fmla="*/ 21744 w 99674"/>
                <a:gd name="connsiteY2" fmla="*/ 37228 h 135683"/>
                <a:gd name="connsiteX3" fmla="*/ 21744 w 99674"/>
                <a:gd name="connsiteY3" fmla="*/ 110968 h 135683"/>
                <a:gd name="connsiteX4" fmla="*/ 299 w 99674"/>
                <a:gd name="connsiteY4" fmla="*/ 131321 h 135683"/>
                <a:gd name="connsiteX5" fmla="*/ 299 w 99674"/>
                <a:gd name="connsiteY5" fmla="*/ 135745 h 135683"/>
                <a:gd name="connsiteX6" fmla="*/ 72790 w 99674"/>
                <a:gd name="connsiteY6" fmla="*/ 135745 h 135683"/>
                <a:gd name="connsiteX7" fmla="*/ 72790 w 99674"/>
                <a:gd name="connsiteY7" fmla="*/ 131321 h 135683"/>
                <a:gd name="connsiteX8" fmla="*/ 47116 w 99674"/>
                <a:gd name="connsiteY8" fmla="*/ 109199 h 135683"/>
                <a:gd name="connsiteX9" fmla="*/ 47116 w 99674"/>
                <a:gd name="connsiteY9" fmla="*/ 42832 h 135683"/>
                <a:gd name="connsiteX10" fmla="*/ 68259 w 99674"/>
                <a:gd name="connsiteY10" fmla="*/ 18645 h 135683"/>
                <a:gd name="connsiteX11" fmla="*/ 76112 w 99674"/>
                <a:gd name="connsiteY11" fmla="*/ 23069 h 135683"/>
                <a:gd name="connsiteX12" fmla="*/ 88194 w 99674"/>
                <a:gd name="connsiteY12" fmla="*/ 28969 h 135683"/>
                <a:gd name="connsiteX13" fmla="*/ 99974 w 99674"/>
                <a:gd name="connsiteY13" fmla="*/ 15695 h 135683"/>
                <a:gd name="connsiteX14" fmla="*/ 83361 w 99674"/>
                <a:gd name="connsiteY14" fmla="*/ 62 h 135683"/>
                <a:gd name="connsiteX15" fmla="*/ 47116 w 99674"/>
                <a:gd name="connsiteY15" fmla="*/ 27789 h 135683"/>
                <a:gd name="connsiteX16" fmla="*/ 47116 w 99674"/>
                <a:gd name="connsiteY16" fmla="*/ 652 h 135683"/>
                <a:gd name="connsiteX17" fmla="*/ 45606 w 99674"/>
                <a:gd name="connsiteY17" fmla="*/ 62 h 135683"/>
                <a:gd name="connsiteX18" fmla="*/ 903 w 99674"/>
                <a:gd name="connsiteY18" fmla="*/ 15990 h 135683"/>
                <a:gd name="connsiteX19" fmla="*/ 903 w 99674"/>
                <a:gd name="connsiteY19" fmla="*/ 2071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74" h="135683">
                  <a:moveTo>
                    <a:pt x="903" y="20710"/>
                  </a:moveTo>
                  <a:cubicBezTo>
                    <a:pt x="5132" y="19825"/>
                    <a:pt x="7850" y="19530"/>
                    <a:pt x="11475" y="19530"/>
                  </a:cubicBezTo>
                  <a:cubicBezTo>
                    <a:pt x="19026" y="19530"/>
                    <a:pt x="21744" y="24249"/>
                    <a:pt x="21744" y="37228"/>
                  </a:cubicBezTo>
                  <a:lnTo>
                    <a:pt x="21744" y="110968"/>
                  </a:lnTo>
                  <a:cubicBezTo>
                    <a:pt x="21744" y="125717"/>
                    <a:pt x="19630" y="127781"/>
                    <a:pt x="299" y="131321"/>
                  </a:cubicBezTo>
                  <a:lnTo>
                    <a:pt x="299" y="135745"/>
                  </a:lnTo>
                  <a:lnTo>
                    <a:pt x="72790" y="135745"/>
                  </a:lnTo>
                  <a:lnTo>
                    <a:pt x="72790" y="131321"/>
                  </a:lnTo>
                  <a:cubicBezTo>
                    <a:pt x="52251" y="130436"/>
                    <a:pt x="47116" y="126012"/>
                    <a:pt x="47116" y="109199"/>
                  </a:cubicBezTo>
                  <a:lnTo>
                    <a:pt x="47116" y="42832"/>
                  </a:lnTo>
                  <a:cubicBezTo>
                    <a:pt x="47116" y="33393"/>
                    <a:pt x="60104" y="18645"/>
                    <a:pt x="68259" y="18645"/>
                  </a:cubicBezTo>
                  <a:cubicBezTo>
                    <a:pt x="70071" y="18645"/>
                    <a:pt x="72790" y="20120"/>
                    <a:pt x="76112" y="23069"/>
                  </a:cubicBezTo>
                  <a:cubicBezTo>
                    <a:pt x="80945" y="27199"/>
                    <a:pt x="84267" y="28969"/>
                    <a:pt x="88194" y="28969"/>
                  </a:cubicBezTo>
                  <a:cubicBezTo>
                    <a:pt x="95443" y="28969"/>
                    <a:pt x="99974" y="23954"/>
                    <a:pt x="99974" y="15695"/>
                  </a:cubicBezTo>
                  <a:cubicBezTo>
                    <a:pt x="99974" y="5961"/>
                    <a:pt x="93631" y="62"/>
                    <a:pt x="83361" y="62"/>
                  </a:cubicBezTo>
                  <a:cubicBezTo>
                    <a:pt x="70675" y="62"/>
                    <a:pt x="61916" y="6846"/>
                    <a:pt x="47116" y="27789"/>
                  </a:cubicBezTo>
                  <a:lnTo>
                    <a:pt x="47116" y="652"/>
                  </a:lnTo>
                  <a:lnTo>
                    <a:pt x="45606" y="62"/>
                  </a:lnTo>
                  <a:cubicBezTo>
                    <a:pt x="29597" y="6551"/>
                    <a:pt x="18724" y="10386"/>
                    <a:pt x="903" y="15990"/>
                  </a:cubicBezTo>
                  <a:lnTo>
                    <a:pt x="903" y="2071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28E4B24F-2B85-1A4F-CAAF-4F3821D25282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1735997" y="4269555"/>
              <a:ext cx="122328" cy="138632"/>
            </a:xfrm>
            <a:custGeom>
              <a:avLst/>
              <a:gdLst>
                <a:gd name="connsiteX0" fmla="*/ 122631 w 122328"/>
                <a:gd name="connsiteY0" fmla="*/ 116278 h 138632"/>
                <a:gd name="connsiteX1" fmla="*/ 109341 w 122328"/>
                <a:gd name="connsiteY1" fmla="*/ 121882 h 138632"/>
                <a:gd name="connsiteX2" fmla="*/ 100279 w 122328"/>
                <a:gd name="connsiteY2" fmla="*/ 104774 h 138632"/>
                <a:gd name="connsiteX3" fmla="*/ 100279 w 122328"/>
                <a:gd name="connsiteY3" fmla="*/ 47256 h 138632"/>
                <a:gd name="connsiteX4" fmla="*/ 94238 w 122328"/>
                <a:gd name="connsiteY4" fmla="*/ 16285 h 138632"/>
                <a:gd name="connsiteX5" fmla="*/ 56785 w 122328"/>
                <a:gd name="connsiteY5" fmla="*/ 62 h 138632"/>
                <a:gd name="connsiteX6" fmla="*/ 6041 w 122328"/>
                <a:gd name="connsiteY6" fmla="*/ 33098 h 138632"/>
                <a:gd name="connsiteX7" fmla="*/ 19029 w 122328"/>
                <a:gd name="connsiteY7" fmla="*/ 45782 h 138632"/>
                <a:gd name="connsiteX8" fmla="*/ 32621 w 122328"/>
                <a:gd name="connsiteY8" fmla="*/ 33393 h 138632"/>
                <a:gd name="connsiteX9" fmla="*/ 32017 w 122328"/>
                <a:gd name="connsiteY9" fmla="*/ 28674 h 138632"/>
                <a:gd name="connsiteX10" fmla="*/ 31111 w 122328"/>
                <a:gd name="connsiteY10" fmla="*/ 21595 h 138632"/>
                <a:gd name="connsiteX11" fmla="*/ 52858 w 122328"/>
                <a:gd name="connsiteY11" fmla="*/ 7141 h 138632"/>
                <a:gd name="connsiteX12" fmla="*/ 75814 w 122328"/>
                <a:gd name="connsiteY12" fmla="*/ 31623 h 138632"/>
                <a:gd name="connsiteX13" fmla="*/ 75814 w 122328"/>
                <a:gd name="connsiteY13" fmla="*/ 49616 h 138632"/>
                <a:gd name="connsiteX14" fmla="*/ 11176 w 122328"/>
                <a:gd name="connsiteY14" fmla="*/ 81472 h 138632"/>
                <a:gd name="connsiteX15" fmla="*/ 302 w 122328"/>
                <a:gd name="connsiteY15" fmla="*/ 107134 h 138632"/>
                <a:gd name="connsiteX16" fmla="*/ 32017 w 122328"/>
                <a:gd name="connsiteY16" fmla="*/ 138695 h 138632"/>
                <a:gd name="connsiteX17" fmla="*/ 76116 w 122328"/>
                <a:gd name="connsiteY17" fmla="*/ 117163 h 138632"/>
                <a:gd name="connsiteX18" fmla="*/ 95447 w 122328"/>
                <a:gd name="connsiteY18" fmla="*/ 138695 h 138632"/>
                <a:gd name="connsiteX19" fmla="*/ 122631 w 122328"/>
                <a:gd name="connsiteY19" fmla="*/ 123947 h 138632"/>
                <a:gd name="connsiteX20" fmla="*/ 122631 w 122328"/>
                <a:gd name="connsiteY20" fmla="*/ 116278 h 138632"/>
                <a:gd name="connsiteX21" fmla="*/ 75814 w 122328"/>
                <a:gd name="connsiteY21" fmla="*/ 99465 h 138632"/>
                <a:gd name="connsiteX22" fmla="*/ 67961 w 122328"/>
                <a:gd name="connsiteY22" fmla="*/ 114803 h 138632"/>
                <a:gd name="connsiteX23" fmla="*/ 45911 w 122328"/>
                <a:gd name="connsiteY23" fmla="*/ 121587 h 138632"/>
                <a:gd name="connsiteX24" fmla="*/ 26882 w 122328"/>
                <a:gd name="connsiteY24" fmla="*/ 98875 h 138632"/>
                <a:gd name="connsiteX25" fmla="*/ 26882 w 122328"/>
                <a:gd name="connsiteY25" fmla="*/ 97695 h 138632"/>
                <a:gd name="connsiteX26" fmla="*/ 75814 w 122328"/>
                <a:gd name="connsiteY26" fmla="*/ 56695 h 138632"/>
                <a:gd name="connsiteX27" fmla="*/ 75814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631" y="116278"/>
                  </a:moveTo>
                  <a:cubicBezTo>
                    <a:pt x="117496" y="120407"/>
                    <a:pt x="113871" y="121882"/>
                    <a:pt x="109341" y="121882"/>
                  </a:cubicBezTo>
                  <a:cubicBezTo>
                    <a:pt x="102394" y="121882"/>
                    <a:pt x="100279" y="117753"/>
                    <a:pt x="100279" y="104774"/>
                  </a:cubicBezTo>
                  <a:lnTo>
                    <a:pt x="100279" y="47256"/>
                  </a:lnTo>
                  <a:cubicBezTo>
                    <a:pt x="100279" y="31918"/>
                    <a:pt x="98769" y="23364"/>
                    <a:pt x="94238" y="16285"/>
                  </a:cubicBezTo>
                  <a:cubicBezTo>
                    <a:pt x="87593" y="5666"/>
                    <a:pt x="74606" y="62"/>
                    <a:pt x="56785" y="62"/>
                  </a:cubicBezTo>
                  <a:cubicBezTo>
                    <a:pt x="28393" y="62"/>
                    <a:pt x="6041" y="14515"/>
                    <a:pt x="6041" y="33098"/>
                  </a:cubicBezTo>
                  <a:cubicBezTo>
                    <a:pt x="6041" y="39882"/>
                    <a:pt x="12082" y="45782"/>
                    <a:pt x="19029" y="45782"/>
                  </a:cubicBezTo>
                  <a:cubicBezTo>
                    <a:pt x="26278" y="45782"/>
                    <a:pt x="32621" y="39882"/>
                    <a:pt x="32621" y="33393"/>
                  </a:cubicBezTo>
                  <a:cubicBezTo>
                    <a:pt x="32621" y="32213"/>
                    <a:pt x="32319" y="30738"/>
                    <a:pt x="32017" y="28674"/>
                  </a:cubicBezTo>
                  <a:cubicBezTo>
                    <a:pt x="31413" y="26019"/>
                    <a:pt x="31111" y="23659"/>
                    <a:pt x="31111" y="21595"/>
                  </a:cubicBezTo>
                  <a:cubicBezTo>
                    <a:pt x="31111" y="13630"/>
                    <a:pt x="40776" y="7141"/>
                    <a:pt x="52858" y="7141"/>
                  </a:cubicBezTo>
                  <a:cubicBezTo>
                    <a:pt x="67658" y="7141"/>
                    <a:pt x="75814" y="15695"/>
                    <a:pt x="75814" y="31623"/>
                  </a:cubicBezTo>
                  <a:lnTo>
                    <a:pt x="75814" y="49616"/>
                  </a:lnTo>
                  <a:cubicBezTo>
                    <a:pt x="29299" y="67904"/>
                    <a:pt x="24164" y="70263"/>
                    <a:pt x="11176" y="81472"/>
                  </a:cubicBezTo>
                  <a:cubicBezTo>
                    <a:pt x="4531" y="87371"/>
                    <a:pt x="302" y="97400"/>
                    <a:pt x="302" y="107134"/>
                  </a:cubicBezTo>
                  <a:cubicBezTo>
                    <a:pt x="302" y="125717"/>
                    <a:pt x="13592" y="138695"/>
                    <a:pt x="32017" y="138695"/>
                  </a:cubicBezTo>
                  <a:cubicBezTo>
                    <a:pt x="45307" y="138695"/>
                    <a:pt x="57691" y="132501"/>
                    <a:pt x="76116" y="117163"/>
                  </a:cubicBezTo>
                  <a:cubicBezTo>
                    <a:pt x="77626" y="132501"/>
                    <a:pt x="83063" y="138695"/>
                    <a:pt x="95447" y="138695"/>
                  </a:cubicBezTo>
                  <a:cubicBezTo>
                    <a:pt x="105716" y="138695"/>
                    <a:pt x="112059" y="135155"/>
                    <a:pt x="122631" y="123947"/>
                  </a:cubicBezTo>
                  <a:lnTo>
                    <a:pt x="122631" y="116278"/>
                  </a:lnTo>
                  <a:close/>
                  <a:moveTo>
                    <a:pt x="75814" y="99465"/>
                  </a:moveTo>
                  <a:cubicBezTo>
                    <a:pt x="75814" y="108609"/>
                    <a:pt x="74303" y="111263"/>
                    <a:pt x="67961" y="114803"/>
                  </a:cubicBezTo>
                  <a:cubicBezTo>
                    <a:pt x="60711" y="118932"/>
                    <a:pt x="52254" y="121587"/>
                    <a:pt x="45911" y="121587"/>
                  </a:cubicBezTo>
                  <a:cubicBezTo>
                    <a:pt x="35340" y="121587"/>
                    <a:pt x="26882" y="111558"/>
                    <a:pt x="26882" y="98875"/>
                  </a:cubicBezTo>
                  <a:lnTo>
                    <a:pt x="26882" y="97695"/>
                  </a:lnTo>
                  <a:cubicBezTo>
                    <a:pt x="26882" y="80292"/>
                    <a:pt x="39266" y="69674"/>
                    <a:pt x="75814" y="56695"/>
                  </a:cubicBezTo>
                  <a:lnTo>
                    <a:pt x="75814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ADE0F6BB-2D0E-DCE3-2E14-8A3D440C7B7F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1864263" y="4269555"/>
              <a:ext cx="141659" cy="135683"/>
            </a:xfrm>
            <a:custGeom>
              <a:avLst/>
              <a:gdLst>
                <a:gd name="connsiteX0" fmla="*/ 307 w 141659"/>
                <a:gd name="connsiteY0" fmla="*/ 18350 h 135683"/>
                <a:gd name="connsiteX1" fmla="*/ 8462 w 141659"/>
                <a:gd name="connsiteY1" fmla="*/ 17170 h 135683"/>
                <a:gd name="connsiteX2" fmla="*/ 19638 w 141659"/>
                <a:gd name="connsiteY2" fmla="*/ 36048 h 135683"/>
                <a:gd name="connsiteX3" fmla="*/ 19638 w 141659"/>
                <a:gd name="connsiteY3" fmla="*/ 109199 h 135683"/>
                <a:gd name="connsiteX4" fmla="*/ 911 w 141659"/>
                <a:gd name="connsiteY4" fmla="*/ 131321 h 135683"/>
                <a:gd name="connsiteX5" fmla="*/ 911 w 141659"/>
                <a:gd name="connsiteY5" fmla="*/ 135745 h 135683"/>
                <a:gd name="connsiteX6" fmla="*/ 64945 w 141659"/>
                <a:gd name="connsiteY6" fmla="*/ 135745 h 135683"/>
                <a:gd name="connsiteX7" fmla="*/ 64945 w 141659"/>
                <a:gd name="connsiteY7" fmla="*/ 131321 h 135683"/>
                <a:gd name="connsiteX8" fmla="*/ 45010 w 141659"/>
                <a:gd name="connsiteY8" fmla="*/ 115983 h 135683"/>
                <a:gd name="connsiteX9" fmla="*/ 45010 w 141659"/>
                <a:gd name="connsiteY9" fmla="*/ 33098 h 135683"/>
                <a:gd name="connsiteX10" fmla="*/ 76120 w 141659"/>
                <a:gd name="connsiteY10" fmla="*/ 16285 h 135683"/>
                <a:gd name="connsiteX11" fmla="*/ 98169 w 141659"/>
                <a:gd name="connsiteY11" fmla="*/ 44897 h 135683"/>
                <a:gd name="connsiteX12" fmla="*/ 98169 w 141659"/>
                <a:gd name="connsiteY12" fmla="*/ 106544 h 135683"/>
                <a:gd name="connsiteX13" fmla="*/ 79141 w 141659"/>
                <a:gd name="connsiteY13" fmla="*/ 131321 h 135683"/>
                <a:gd name="connsiteX14" fmla="*/ 79141 w 141659"/>
                <a:gd name="connsiteY14" fmla="*/ 135745 h 135683"/>
                <a:gd name="connsiteX15" fmla="*/ 141966 w 141659"/>
                <a:gd name="connsiteY15" fmla="*/ 135745 h 135683"/>
                <a:gd name="connsiteX16" fmla="*/ 141966 w 141659"/>
                <a:gd name="connsiteY16" fmla="*/ 131321 h 135683"/>
                <a:gd name="connsiteX17" fmla="*/ 123541 w 141659"/>
                <a:gd name="connsiteY17" fmla="*/ 111853 h 135683"/>
                <a:gd name="connsiteX18" fmla="*/ 123541 w 141659"/>
                <a:gd name="connsiteY18" fmla="*/ 44307 h 135683"/>
                <a:gd name="connsiteX19" fmla="*/ 87900 w 141659"/>
                <a:gd name="connsiteY19" fmla="*/ 62 h 135683"/>
                <a:gd name="connsiteX20" fmla="*/ 44103 w 141659"/>
                <a:gd name="connsiteY20" fmla="*/ 23954 h 135683"/>
                <a:gd name="connsiteX21" fmla="*/ 44103 w 141659"/>
                <a:gd name="connsiteY21" fmla="*/ 652 h 135683"/>
                <a:gd name="connsiteX22" fmla="*/ 41989 w 141659"/>
                <a:gd name="connsiteY22" fmla="*/ 62 h 135683"/>
                <a:gd name="connsiteX23" fmla="*/ 307 w 141659"/>
                <a:gd name="connsiteY23" fmla="*/ 13336 h 135683"/>
                <a:gd name="connsiteX24" fmla="*/ 307 w 141659"/>
                <a:gd name="connsiteY24" fmla="*/ 1835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59" h="135683">
                  <a:moveTo>
                    <a:pt x="307" y="18350"/>
                  </a:moveTo>
                  <a:cubicBezTo>
                    <a:pt x="2119" y="17465"/>
                    <a:pt x="5140" y="17170"/>
                    <a:pt x="8462" y="17170"/>
                  </a:cubicBezTo>
                  <a:cubicBezTo>
                    <a:pt x="16919" y="17170"/>
                    <a:pt x="19638" y="21595"/>
                    <a:pt x="19638" y="36048"/>
                  </a:cubicBezTo>
                  <a:lnTo>
                    <a:pt x="19638" y="109199"/>
                  </a:lnTo>
                  <a:cubicBezTo>
                    <a:pt x="19638" y="126012"/>
                    <a:pt x="16315" y="130141"/>
                    <a:pt x="911" y="131321"/>
                  </a:cubicBezTo>
                  <a:lnTo>
                    <a:pt x="911" y="135745"/>
                  </a:lnTo>
                  <a:lnTo>
                    <a:pt x="64945" y="135745"/>
                  </a:lnTo>
                  <a:lnTo>
                    <a:pt x="64945" y="131321"/>
                  </a:lnTo>
                  <a:cubicBezTo>
                    <a:pt x="49540" y="130141"/>
                    <a:pt x="45010" y="126602"/>
                    <a:pt x="45010" y="115983"/>
                  </a:cubicBezTo>
                  <a:lnTo>
                    <a:pt x="45010" y="33098"/>
                  </a:lnTo>
                  <a:cubicBezTo>
                    <a:pt x="59508" y="19825"/>
                    <a:pt x="66153" y="16285"/>
                    <a:pt x="76120" y="16285"/>
                  </a:cubicBezTo>
                  <a:cubicBezTo>
                    <a:pt x="90920" y="16285"/>
                    <a:pt x="98169" y="25429"/>
                    <a:pt x="98169" y="44897"/>
                  </a:cubicBezTo>
                  <a:lnTo>
                    <a:pt x="98169" y="106544"/>
                  </a:lnTo>
                  <a:cubicBezTo>
                    <a:pt x="98169" y="125127"/>
                    <a:pt x="94243" y="130141"/>
                    <a:pt x="79141" y="131321"/>
                  </a:cubicBezTo>
                  <a:lnTo>
                    <a:pt x="79141" y="135745"/>
                  </a:lnTo>
                  <a:lnTo>
                    <a:pt x="141966" y="135745"/>
                  </a:lnTo>
                  <a:lnTo>
                    <a:pt x="141966" y="131321"/>
                  </a:lnTo>
                  <a:cubicBezTo>
                    <a:pt x="127166" y="129846"/>
                    <a:pt x="123541" y="126307"/>
                    <a:pt x="123541" y="111853"/>
                  </a:cubicBezTo>
                  <a:lnTo>
                    <a:pt x="123541" y="44307"/>
                  </a:lnTo>
                  <a:cubicBezTo>
                    <a:pt x="123541" y="16580"/>
                    <a:pt x="110251" y="62"/>
                    <a:pt x="87900" y="62"/>
                  </a:cubicBezTo>
                  <a:cubicBezTo>
                    <a:pt x="74006" y="62"/>
                    <a:pt x="64642" y="5077"/>
                    <a:pt x="44103" y="23954"/>
                  </a:cubicBezTo>
                  <a:lnTo>
                    <a:pt x="44103" y="652"/>
                  </a:lnTo>
                  <a:lnTo>
                    <a:pt x="41989" y="62"/>
                  </a:lnTo>
                  <a:cubicBezTo>
                    <a:pt x="27189" y="5371"/>
                    <a:pt x="16919" y="8616"/>
                    <a:pt x="307" y="13336"/>
                  </a:cubicBezTo>
                  <a:lnTo>
                    <a:pt x="307" y="1835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24E61CDD-FBE0-CE5E-DA71-090EC5E3676E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2019477" y="4269555"/>
              <a:ext cx="133503" cy="199985"/>
            </a:xfrm>
            <a:custGeom>
              <a:avLst/>
              <a:gdLst>
                <a:gd name="connsiteX0" fmla="*/ 133816 w 133503"/>
                <a:gd name="connsiteY0" fmla="*/ 21300 h 199985"/>
                <a:gd name="connsiteX1" fmla="*/ 133816 w 133503"/>
                <a:gd name="connsiteY1" fmla="*/ 9796 h 199985"/>
                <a:gd name="connsiteX2" fmla="*/ 110558 w 133503"/>
                <a:gd name="connsiteY2" fmla="*/ 9796 h 199985"/>
                <a:gd name="connsiteX3" fmla="*/ 93946 w 133503"/>
                <a:gd name="connsiteY3" fmla="*/ 6847 h 199985"/>
                <a:gd name="connsiteX4" fmla="*/ 87301 w 133503"/>
                <a:gd name="connsiteY4" fmla="*/ 4487 h 199985"/>
                <a:gd name="connsiteX5" fmla="*/ 63137 w 133503"/>
                <a:gd name="connsiteY5" fmla="*/ 62 h 199985"/>
                <a:gd name="connsiteX6" fmla="*/ 12696 w 133503"/>
                <a:gd name="connsiteY6" fmla="*/ 48141 h 199985"/>
                <a:gd name="connsiteX7" fmla="*/ 40786 w 133503"/>
                <a:gd name="connsiteY7" fmla="*/ 87667 h 199985"/>
                <a:gd name="connsiteX8" fmla="*/ 27798 w 133503"/>
                <a:gd name="connsiteY8" fmla="*/ 99465 h 199985"/>
                <a:gd name="connsiteX9" fmla="*/ 13904 w 133503"/>
                <a:gd name="connsiteY9" fmla="*/ 119818 h 199985"/>
                <a:gd name="connsiteX10" fmla="*/ 29912 w 133503"/>
                <a:gd name="connsiteY10" fmla="*/ 135451 h 199985"/>
                <a:gd name="connsiteX11" fmla="*/ 312 w 133503"/>
                <a:gd name="connsiteY11" fmla="*/ 171436 h 199985"/>
                <a:gd name="connsiteX12" fmla="*/ 52566 w 133503"/>
                <a:gd name="connsiteY12" fmla="*/ 200048 h 199985"/>
                <a:gd name="connsiteX13" fmla="*/ 114485 w 133503"/>
                <a:gd name="connsiteY13" fmla="*/ 179990 h 199985"/>
                <a:gd name="connsiteX14" fmla="*/ 131097 w 133503"/>
                <a:gd name="connsiteY14" fmla="*/ 150199 h 199985"/>
                <a:gd name="connsiteX15" fmla="*/ 94550 w 133503"/>
                <a:gd name="connsiteY15" fmla="*/ 118638 h 199985"/>
                <a:gd name="connsiteX16" fmla="*/ 55586 w 133503"/>
                <a:gd name="connsiteY16" fmla="*/ 116868 h 199985"/>
                <a:gd name="connsiteX17" fmla="*/ 32027 w 133503"/>
                <a:gd name="connsiteY17" fmla="*/ 108904 h 199985"/>
                <a:gd name="connsiteX18" fmla="*/ 50149 w 133503"/>
                <a:gd name="connsiteY18" fmla="*/ 90321 h 199985"/>
                <a:gd name="connsiteX19" fmla="*/ 55888 w 133503"/>
                <a:gd name="connsiteY19" fmla="*/ 90911 h 199985"/>
                <a:gd name="connsiteX20" fmla="*/ 67366 w 133503"/>
                <a:gd name="connsiteY20" fmla="*/ 91796 h 199985"/>
                <a:gd name="connsiteX21" fmla="*/ 99987 w 133503"/>
                <a:gd name="connsiteY21" fmla="*/ 79408 h 199985"/>
                <a:gd name="connsiteX22" fmla="*/ 114485 w 133503"/>
                <a:gd name="connsiteY22" fmla="*/ 46077 h 199985"/>
                <a:gd name="connsiteX23" fmla="*/ 108746 w 133503"/>
                <a:gd name="connsiteY23" fmla="*/ 21300 h 199985"/>
                <a:gd name="connsiteX24" fmla="*/ 133816 w 133503"/>
                <a:gd name="connsiteY24" fmla="*/ 21300 h 199985"/>
                <a:gd name="connsiteX25" fmla="*/ 36255 w 133503"/>
                <a:gd name="connsiteY25" fmla="*/ 136336 h 199985"/>
                <a:gd name="connsiteX26" fmla="*/ 85187 w 133503"/>
                <a:gd name="connsiteY26" fmla="*/ 140170 h 199985"/>
                <a:gd name="connsiteX27" fmla="*/ 122640 w 133503"/>
                <a:gd name="connsiteY27" fmla="*/ 154623 h 199985"/>
                <a:gd name="connsiteX28" fmla="*/ 65554 w 133503"/>
                <a:gd name="connsiteY28" fmla="*/ 183235 h 199985"/>
                <a:gd name="connsiteX29" fmla="*/ 21455 w 133503"/>
                <a:gd name="connsiteY29" fmla="*/ 161702 h 199985"/>
                <a:gd name="connsiteX30" fmla="*/ 36255 w 133503"/>
                <a:gd name="connsiteY30" fmla="*/ 136336 h 199985"/>
                <a:gd name="connsiteX31" fmla="*/ 37765 w 133503"/>
                <a:gd name="connsiteY31" fmla="*/ 36048 h 199985"/>
                <a:gd name="connsiteX32" fmla="*/ 60117 w 133503"/>
                <a:gd name="connsiteY32" fmla="*/ 8321 h 199985"/>
                <a:gd name="connsiteX33" fmla="*/ 82166 w 133503"/>
                <a:gd name="connsiteY33" fmla="*/ 22185 h 199985"/>
                <a:gd name="connsiteX34" fmla="*/ 91227 w 133503"/>
                <a:gd name="connsiteY34" fmla="*/ 57580 h 199985"/>
                <a:gd name="connsiteX35" fmla="*/ 68574 w 133503"/>
                <a:gd name="connsiteY35" fmla="*/ 84422 h 199985"/>
                <a:gd name="connsiteX36" fmla="*/ 37765 w 133503"/>
                <a:gd name="connsiteY36" fmla="*/ 36933 h 199985"/>
                <a:gd name="connsiteX37" fmla="*/ 37765 w 133503"/>
                <a:gd name="connsiteY37" fmla="*/ 36048 h 19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503" h="199985">
                  <a:moveTo>
                    <a:pt x="133816" y="21300"/>
                  </a:moveTo>
                  <a:lnTo>
                    <a:pt x="133816" y="9796"/>
                  </a:lnTo>
                  <a:lnTo>
                    <a:pt x="110558" y="9796"/>
                  </a:lnTo>
                  <a:cubicBezTo>
                    <a:pt x="104517" y="9796"/>
                    <a:pt x="99987" y="8911"/>
                    <a:pt x="93946" y="6847"/>
                  </a:cubicBezTo>
                  <a:lnTo>
                    <a:pt x="87301" y="4487"/>
                  </a:lnTo>
                  <a:cubicBezTo>
                    <a:pt x="79146" y="1537"/>
                    <a:pt x="70990" y="62"/>
                    <a:pt x="63137" y="62"/>
                  </a:cubicBezTo>
                  <a:cubicBezTo>
                    <a:pt x="35047" y="62"/>
                    <a:pt x="12696" y="21300"/>
                    <a:pt x="12696" y="48141"/>
                  </a:cubicBezTo>
                  <a:cubicBezTo>
                    <a:pt x="12696" y="66724"/>
                    <a:pt x="20851" y="77933"/>
                    <a:pt x="40786" y="87667"/>
                  </a:cubicBezTo>
                  <a:cubicBezTo>
                    <a:pt x="35047" y="92976"/>
                    <a:pt x="29610" y="97990"/>
                    <a:pt x="27798" y="99465"/>
                  </a:cubicBezTo>
                  <a:cubicBezTo>
                    <a:pt x="17830" y="108019"/>
                    <a:pt x="13904" y="113918"/>
                    <a:pt x="13904" y="119818"/>
                  </a:cubicBezTo>
                  <a:cubicBezTo>
                    <a:pt x="13904" y="126012"/>
                    <a:pt x="17528" y="129551"/>
                    <a:pt x="29912" y="135451"/>
                  </a:cubicBezTo>
                  <a:cubicBezTo>
                    <a:pt x="8467" y="150789"/>
                    <a:pt x="312" y="160523"/>
                    <a:pt x="312" y="171436"/>
                  </a:cubicBezTo>
                  <a:cubicBezTo>
                    <a:pt x="312" y="187069"/>
                    <a:pt x="23871" y="200048"/>
                    <a:pt x="52566" y="200048"/>
                  </a:cubicBezTo>
                  <a:cubicBezTo>
                    <a:pt x="75219" y="200048"/>
                    <a:pt x="98779" y="192379"/>
                    <a:pt x="114485" y="179990"/>
                  </a:cubicBezTo>
                  <a:cubicBezTo>
                    <a:pt x="125963" y="170846"/>
                    <a:pt x="131097" y="161407"/>
                    <a:pt x="131097" y="150199"/>
                  </a:cubicBezTo>
                  <a:cubicBezTo>
                    <a:pt x="131097" y="131911"/>
                    <a:pt x="116901" y="119523"/>
                    <a:pt x="94550" y="118638"/>
                  </a:cubicBezTo>
                  <a:lnTo>
                    <a:pt x="55586" y="116868"/>
                  </a:lnTo>
                  <a:cubicBezTo>
                    <a:pt x="39578" y="116278"/>
                    <a:pt x="32027" y="113623"/>
                    <a:pt x="32027" y="108904"/>
                  </a:cubicBezTo>
                  <a:cubicBezTo>
                    <a:pt x="32027" y="103005"/>
                    <a:pt x="41994" y="92681"/>
                    <a:pt x="50149" y="90321"/>
                  </a:cubicBezTo>
                  <a:cubicBezTo>
                    <a:pt x="52868" y="90616"/>
                    <a:pt x="54982" y="90911"/>
                    <a:pt x="55888" y="90911"/>
                  </a:cubicBezTo>
                  <a:cubicBezTo>
                    <a:pt x="61627" y="91501"/>
                    <a:pt x="65554" y="91796"/>
                    <a:pt x="67366" y="91796"/>
                  </a:cubicBezTo>
                  <a:cubicBezTo>
                    <a:pt x="78542" y="91796"/>
                    <a:pt x="90623" y="87372"/>
                    <a:pt x="99987" y="79408"/>
                  </a:cubicBezTo>
                  <a:cubicBezTo>
                    <a:pt x="109954" y="71149"/>
                    <a:pt x="114485" y="60825"/>
                    <a:pt x="114485" y="46077"/>
                  </a:cubicBezTo>
                  <a:cubicBezTo>
                    <a:pt x="114485" y="37523"/>
                    <a:pt x="112975" y="30739"/>
                    <a:pt x="108746" y="21300"/>
                  </a:cubicBezTo>
                  <a:lnTo>
                    <a:pt x="133816" y="21300"/>
                  </a:lnTo>
                  <a:close/>
                  <a:moveTo>
                    <a:pt x="36255" y="136336"/>
                  </a:moveTo>
                  <a:cubicBezTo>
                    <a:pt x="46223" y="138400"/>
                    <a:pt x="70386" y="140170"/>
                    <a:pt x="85187" y="140170"/>
                  </a:cubicBezTo>
                  <a:cubicBezTo>
                    <a:pt x="112673" y="140170"/>
                    <a:pt x="122640" y="144005"/>
                    <a:pt x="122640" y="154623"/>
                  </a:cubicBezTo>
                  <a:cubicBezTo>
                    <a:pt x="122640" y="171731"/>
                    <a:pt x="99685" y="183235"/>
                    <a:pt x="65554" y="183235"/>
                  </a:cubicBezTo>
                  <a:cubicBezTo>
                    <a:pt x="38974" y="183235"/>
                    <a:pt x="21455" y="174681"/>
                    <a:pt x="21455" y="161702"/>
                  </a:cubicBezTo>
                  <a:cubicBezTo>
                    <a:pt x="21455" y="154918"/>
                    <a:pt x="23569" y="151084"/>
                    <a:pt x="36255" y="136336"/>
                  </a:cubicBezTo>
                  <a:close/>
                  <a:moveTo>
                    <a:pt x="37765" y="36048"/>
                  </a:moveTo>
                  <a:cubicBezTo>
                    <a:pt x="37765" y="18645"/>
                    <a:pt x="46223" y="8321"/>
                    <a:pt x="60117" y="8321"/>
                  </a:cubicBezTo>
                  <a:cubicBezTo>
                    <a:pt x="69480" y="8321"/>
                    <a:pt x="77333" y="13336"/>
                    <a:pt x="82166" y="22185"/>
                  </a:cubicBezTo>
                  <a:cubicBezTo>
                    <a:pt x="87603" y="32508"/>
                    <a:pt x="91227" y="46077"/>
                    <a:pt x="91227" y="57580"/>
                  </a:cubicBezTo>
                  <a:cubicBezTo>
                    <a:pt x="91227" y="74098"/>
                    <a:pt x="82468" y="84422"/>
                    <a:pt x="68574" y="84422"/>
                  </a:cubicBezTo>
                  <a:cubicBezTo>
                    <a:pt x="50451" y="84422"/>
                    <a:pt x="37765" y="65249"/>
                    <a:pt x="37765" y="36933"/>
                  </a:cubicBezTo>
                  <a:lnTo>
                    <a:pt x="37765" y="36048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69C13077-8E5B-ED9E-DAA6-817BEBBB0BD5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2170160" y="4269555"/>
              <a:ext cx="120515" cy="138632"/>
            </a:xfrm>
            <a:custGeom>
              <a:avLst/>
              <a:gdLst>
                <a:gd name="connsiteX0" fmla="*/ 116000 w 120515"/>
                <a:gd name="connsiteY0" fmla="*/ 87371 h 138632"/>
                <a:gd name="connsiteX1" fmla="*/ 69183 w 120515"/>
                <a:gd name="connsiteY1" fmla="*/ 118343 h 138632"/>
                <a:gd name="connsiteX2" fmla="*/ 30219 w 120515"/>
                <a:gd name="connsiteY2" fmla="*/ 92976 h 138632"/>
                <a:gd name="connsiteX3" fmla="*/ 22064 w 120515"/>
                <a:gd name="connsiteY3" fmla="*/ 54040 h 138632"/>
                <a:gd name="connsiteX4" fmla="*/ 115094 w 120515"/>
                <a:gd name="connsiteY4" fmla="*/ 54040 h 138632"/>
                <a:gd name="connsiteX5" fmla="*/ 102106 w 120515"/>
                <a:gd name="connsiteY5" fmla="*/ 16875 h 138632"/>
                <a:gd name="connsiteX6" fmla="*/ 63444 w 120515"/>
                <a:gd name="connsiteY6" fmla="*/ 62 h 138632"/>
                <a:gd name="connsiteX7" fmla="*/ 22668 w 120515"/>
                <a:gd name="connsiteY7" fmla="*/ 15400 h 138632"/>
                <a:gd name="connsiteX8" fmla="*/ 317 w 120515"/>
                <a:gd name="connsiteY8" fmla="*/ 72623 h 138632"/>
                <a:gd name="connsiteX9" fmla="*/ 56799 w 120515"/>
                <a:gd name="connsiteY9" fmla="*/ 138695 h 138632"/>
                <a:gd name="connsiteX10" fmla="*/ 120833 w 120515"/>
                <a:gd name="connsiteY10" fmla="*/ 89436 h 138632"/>
                <a:gd name="connsiteX11" fmla="*/ 116000 w 120515"/>
                <a:gd name="connsiteY11" fmla="*/ 87371 h 138632"/>
                <a:gd name="connsiteX12" fmla="*/ 22668 w 120515"/>
                <a:gd name="connsiteY12" fmla="*/ 44602 h 138632"/>
                <a:gd name="connsiteX13" fmla="*/ 54685 w 120515"/>
                <a:gd name="connsiteY13" fmla="*/ 10681 h 138632"/>
                <a:gd name="connsiteX14" fmla="*/ 84285 w 120515"/>
                <a:gd name="connsiteY14" fmla="*/ 44602 h 138632"/>
                <a:gd name="connsiteX15" fmla="*/ 22668 w 120515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15" h="138632">
                  <a:moveTo>
                    <a:pt x="116000" y="87371"/>
                  </a:moveTo>
                  <a:cubicBezTo>
                    <a:pt x="101502" y="109789"/>
                    <a:pt x="88514" y="118343"/>
                    <a:pt x="69183" y="118343"/>
                  </a:cubicBezTo>
                  <a:cubicBezTo>
                    <a:pt x="51966" y="118343"/>
                    <a:pt x="38979" y="109789"/>
                    <a:pt x="30219" y="92976"/>
                  </a:cubicBezTo>
                  <a:cubicBezTo>
                    <a:pt x="24782" y="81767"/>
                    <a:pt x="22668" y="72033"/>
                    <a:pt x="22064" y="54040"/>
                  </a:cubicBezTo>
                  <a:lnTo>
                    <a:pt x="115094" y="54040"/>
                  </a:lnTo>
                  <a:cubicBezTo>
                    <a:pt x="112678" y="34868"/>
                    <a:pt x="109657" y="26314"/>
                    <a:pt x="102106" y="16875"/>
                  </a:cubicBezTo>
                  <a:cubicBezTo>
                    <a:pt x="93045" y="6256"/>
                    <a:pt x="79151" y="62"/>
                    <a:pt x="63444" y="62"/>
                  </a:cubicBezTo>
                  <a:cubicBezTo>
                    <a:pt x="48342" y="62"/>
                    <a:pt x="34146" y="5372"/>
                    <a:pt x="22668" y="15400"/>
                  </a:cubicBezTo>
                  <a:cubicBezTo>
                    <a:pt x="8472" y="27494"/>
                    <a:pt x="317" y="48436"/>
                    <a:pt x="317" y="72623"/>
                  </a:cubicBezTo>
                  <a:cubicBezTo>
                    <a:pt x="317" y="113328"/>
                    <a:pt x="22064" y="138695"/>
                    <a:pt x="56799" y="138695"/>
                  </a:cubicBezTo>
                  <a:cubicBezTo>
                    <a:pt x="85493" y="138695"/>
                    <a:pt x="108147" y="121292"/>
                    <a:pt x="120833" y="89436"/>
                  </a:cubicBezTo>
                  <a:lnTo>
                    <a:pt x="116000" y="87371"/>
                  </a:lnTo>
                  <a:close/>
                  <a:moveTo>
                    <a:pt x="22668" y="44602"/>
                  </a:moveTo>
                  <a:cubicBezTo>
                    <a:pt x="25991" y="21595"/>
                    <a:pt x="36260" y="10681"/>
                    <a:pt x="54685" y="10681"/>
                  </a:cubicBezTo>
                  <a:cubicBezTo>
                    <a:pt x="73110" y="10681"/>
                    <a:pt x="80359" y="18940"/>
                    <a:pt x="84285" y="44602"/>
                  </a:cubicBezTo>
                  <a:lnTo>
                    <a:pt x="22668" y="4460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739D7ECF-EAE5-39D8-8CF7-36F2C2493080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2377845" y="4209972"/>
              <a:ext cx="158875" cy="195265"/>
            </a:xfrm>
            <a:custGeom>
              <a:avLst/>
              <a:gdLst>
                <a:gd name="connsiteX0" fmla="*/ 56504 w 158875"/>
                <a:gd name="connsiteY0" fmla="*/ 109493 h 195265"/>
                <a:gd name="connsiteX1" fmla="*/ 77345 w 158875"/>
                <a:gd name="connsiteY1" fmla="*/ 110378 h 195265"/>
                <a:gd name="connsiteX2" fmla="*/ 130203 w 158875"/>
                <a:gd name="connsiteY2" fmla="*/ 100350 h 195265"/>
                <a:gd name="connsiteX3" fmla="*/ 159199 w 158875"/>
                <a:gd name="connsiteY3" fmla="*/ 53450 h 195265"/>
                <a:gd name="connsiteX4" fmla="*/ 146816 w 158875"/>
                <a:gd name="connsiteY4" fmla="*/ 21299 h 195265"/>
                <a:gd name="connsiteX5" fmla="*/ 80064 w 158875"/>
                <a:gd name="connsiteY5" fmla="*/ 62 h 195265"/>
                <a:gd name="connsiteX6" fmla="*/ 324 w 158875"/>
                <a:gd name="connsiteY6" fmla="*/ 62 h 195265"/>
                <a:gd name="connsiteX7" fmla="*/ 324 w 158875"/>
                <a:gd name="connsiteY7" fmla="*/ 5666 h 195265"/>
                <a:gd name="connsiteX8" fmla="*/ 25696 w 158875"/>
                <a:gd name="connsiteY8" fmla="*/ 32213 h 195265"/>
                <a:gd name="connsiteX9" fmla="*/ 25696 w 158875"/>
                <a:gd name="connsiteY9" fmla="*/ 159932 h 195265"/>
                <a:gd name="connsiteX10" fmla="*/ 324 w 158875"/>
                <a:gd name="connsiteY10" fmla="*/ 189723 h 195265"/>
                <a:gd name="connsiteX11" fmla="*/ 324 w 158875"/>
                <a:gd name="connsiteY11" fmla="*/ 195328 h 195265"/>
                <a:gd name="connsiteX12" fmla="*/ 84896 w 158875"/>
                <a:gd name="connsiteY12" fmla="*/ 195328 h 195265"/>
                <a:gd name="connsiteX13" fmla="*/ 84896 w 158875"/>
                <a:gd name="connsiteY13" fmla="*/ 189723 h 195265"/>
                <a:gd name="connsiteX14" fmla="*/ 56504 w 158875"/>
                <a:gd name="connsiteY14" fmla="*/ 163177 h 195265"/>
                <a:gd name="connsiteX15" fmla="*/ 56504 w 158875"/>
                <a:gd name="connsiteY15" fmla="*/ 109493 h 195265"/>
                <a:gd name="connsiteX16" fmla="*/ 56504 w 158875"/>
                <a:gd name="connsiteY16" fmla="*/ 21004 h 195265"/>
                <a:gd name="connsiteX17" fmla="*/ 66774 w 158875"/>
                <a:gd name="connsiteY17" fmla="*/ 10976 h 195265"/>
                <a:gd name="connsiteX18" fmla="*/ 126277 w 158875"/>
                <a:gd name="connsiteY18" fmla="*/ 55220 h 195265"/>
                <a:gd name="connsiteX19" fmla="*/ 73721 w 158875"/>
                <a:gd name="connsiteY19" fmla="*/ 98580 h 195265"/>
                <a:gd name="connsiteX20" fmla="*/ 56504 w 158875"/>
                <a:gd name="connsiteY20" fmla="*/ 97695 h 195265"/>
                <a:gd name="connsiteX21" fmla="*/ 56504 w 158875"/>
                <a:gd name="connsiteY21" fmla="*/ 21004 h 19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8875" h="195265">
                  <a:moveTo>
                    <a:pt x="56504" y="109493"/>
                  </a:moveTo>
                  <a:cubicBezTo>
                    <a:pt x="64357" y="110083"/>
                    <a:pt x="69492" y="110378"/>
                    <a:pt x="77345" y="110378"/>
                  </a:cubicBezTo>
                  <a:cubicBezTo>
                    <a:pt x="100905" y="110378"/>
                    <a:pt x="117215" y="107429"/>
                    <a:pt x="130203" y="100350"/>
                  </a:cubicBezTo>
                  <a:cubicBezTo>
                    <a:pt x="148326" y="90911"/>
                    <a:pt x="159199" y="72918"/>
                    <a:pt x="159199" y="53450"/>
                  </a:cubicBezTo>
                  <a:cubicBezTo>
                    <a:pt x="159199" y="41062"/>
                    <a:pt x="154971" y="29853"/>
                    <a:pt x="146816" y="21299"/>
                  </a:cubicBezTo>
                  <a:cubicBezTo>
                    <a:pt x="134734" y="8321"/>
                    <a:pt x="108456" y="62"/>
                    <a:pt x="80064" y="62"/>
                  </a:cubicBezTo>
                  <a:lnTo>
                    <a:pt x="324" y="62"/>
                  </a:lnTo>
                  <a:lnTo>
                    <a:pt x="324" y="5666"/>
                  </a:lnTo>
                  <a:cubicBezTo>
                    <a:pt x="22675" y="8026"/>
                    <a:pt x="25696" y="10976"/>
                    <a:pt x="25696" y="32213"/>
                  </a:cubicBezTo>
                  <a:lnTo>
                    <a:pt x="25696" y="159932"/>
                  </a:lnTo>
                  <a:cubicBezTo>
                    <a:pt x="25696" y="184709"/>
                    <a:pt x="23279" y="187659"/>
                    <a:pt x="324" y="189723"/>
                  </a:cubicBezTo>
                  <a:lnTo>
                    <a:pt x="324" y="195328"/>
                  </a:lnTo>
                  <a:lnTo>
                    <a:pt x="84896" y="195328"/>
                  </a:lnTo>
                  <a:lnTo>
                    <a:pt x="84896" y="189723"/>
                  </a:lnTo>
                  <a:cubicBezTo>
                    <a:pt x="61035" y="188839"/>
                    <a:pt x="56504" y="184709"/>
                    <a:pt x="56504" y="163177"/>
                  </a:cubicBezTo>
                  <a:lnTo>
                    <a:pt x="56504" y="109493"/>
                  </a:lnTo>
                  <a:close/>
                  <a:moveTo>
                    <a:pt x="56504" y="21004"/>
                  </a:moveTo>
                  <a:cubicBezTo>
                    <a:pt x="56504" y="13040"/>
                    <a:pt x="58619" y="10976"/>
                    <a:pt x="66774" y="10976"/>
                  </a:cubicBezTo>
                  <a:cubicBezTo>
                    <a:pt x="107550" y="10976"/>
                    <a:pt x="126277" y="24839"/>
                    <a:pt x="126277" y="55220"/>
                  </a:cubicBezTo>
                  <a:cubicBezTo>
                    <a:pt x="126277" y="83832"/>
                    <a:pt x="108456" y="98580"/>
                    <a:pt x="73721" y="98580"/>
                  </a:cubicBezTo>
                  <a:cubicBezTo>
                    <a:pt x="67680" y="98580"/>
                    <a:pt x="63451" y="98285"/>
                    <a:pt x="56504" y="97695"/>
                  </a:cubicBezTo>
                  <a:lnTo>
                    <a:pt x="56504" y="21004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5C7DFC00-153E-91F6-E7A4-D784015B2917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2550336" y="4269555"/>
              <a:ext cx="133201" cy="138632"/>
            </a:xfrm>
            <a:custGeom>
              <a:avLst/>
              <a:gdLst>
                <a:gd name="connsiteX0" fmla="*/ 67081 w 133201"/>
                <a:gd name="connsiteY0" fmla="*/ 62 h 138632"/>
                <a:gd name="connsiteX1" fmla="*/ 329 w 133201"/>
                <a:gd name="connsiteY1" fmla="*/ 69084 h 138632"/>
                <a:gd name="connsiteX2" fmla="*/ 66477 w 133201"/>
                <a:gd name="connsiteY2" fmla="*/ 138695 h 138632"/>
                <a:gd name="connsiteX3" fmla="*/ 133531 w 133201"/>
                <a:gd name="connsiteY3" fmla="*/ 66724 h 138632"/>
                <a:gd name="connsiteX4" fmla="*/ 67081 w 133201"/>
                <a:gd name="connsiteY4" fmla="*/ 62 h 138632"/>
                <a:gd name="connsiteX5" fmla="*/ 63155 w 133201"/>
                <a:gd name="connsiteY5" fmla="*/ 8321 h 138632"/>
                <a:gd name="connsiteX6" fmla="*/ 106347 w 133201"/>
                <a:gd name="connsiteY6" fmla="*/ 77048 h 138632"/>
                <a:gd name="connsiteX7" fmla="*/ 70102 w 133201"/>
                <a:gd name="connsiteY7" fmla="*/ 130436 h 138632"/>
                <a:gd name="connsiteX8" fmla="*/ 40803 w 133201"/>
                <a:gd name="connsiteY8" fmla="*/ 111558 h 138632"/>
                <a:gd name="connsiteX9" fmla="*/ 27513 w 133201"/>
                <a:gd name="connsiteY9" fmla="*/ 54630 h 138632"/>
                <a:gd name="connsiteX10" fmla="*/ 63155 w 133201"/>
                <a:gd name="connsiteY10" fmla="*/ 8321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01" h="138632">
                  <a:moveTo>
                    <a:pt x="67081" y="62"/>
                  </a:moveTo>
                  <a:cubicBezTo>
                    <a:pt x="27815" y="62"/>
                    <a:pt x="329" y="28379"/>
                    <a:pt x="329" y="69084"/>
                  </a:cubicBezTo>
                  <a:cubicBezTo>
                    <a:pt x="329" y="108904"/>
                    <a:pt x="28419" y="138695"/>
                    <a:pt x="66477" y="138695"/>
                  </a:cubicBezTo>
                  <a:cubicBezTo>
                    <a:pt x="104535" y="138695"/>
                    <a:pt x="133531" y="107429"/>
                    <a:pt x="133531" y="66724"/>
                  </a:cubicBezTo>
                  <a:cubicBezTo>
                    <a:pt x="133531" y="28084"/>
                    <a:pt x="105743" y="62"/>
                    <a:pt x="67081" y="62"/>
                  </a:cubicBezTo>
                  <a:close/>
                  <a:moveTo>
                    <a:pt x="63155" y="8321"/>
                  </a:moveTo>
                  <a:cubicBezTo>
                    <a:pt x="88526" y="8321"/>
                    <a:pt x="106347" y="36638"/>
                    <a:pt x="106347" y="77048"/>
                  </a:cubicBezTo>
                  <a:cubicBezTo>
                    <a:pt x="106347" y="110379"/>
                    <a:pt x="92755" y="130436"/>
                    <a:pt x="70102" y="130436"/>
                  </a:cubicBezTo>
                  <a:cubicBezTo>
                    <a:pt x="58322" y="130436"/>
                    <a:pt x="47146" y="123357"/>
                    <a:pt x="40803" y="111558"/>
                  </a:cubicBezTo>
                  <a:cubicBezTo>
                    <a:pt x="32346" y="96220"/>
                    <a:pt x="27513" y="75573"/>
                    <a:pt x="27513" y="54630"/>
                  </a:cubicBezTo>
                  <a:cubicBezTo>
                    <a:pt x="27513" y="26609"/>
                    <a:pt x="41709" y="8321"/>
                    <a:pt x="63155" y="8321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1DDE92FE-B411-4856-0B2D-C386B327CC43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2698905" y="4203778"/>
              <a:ext cx="71886" cy="201460"/>
            </a:xfrm>
            <a:custGeom>
              <a:avLst/>
              <a:gdLst>
                <a:gd name="connsiteX0" fmla="*/ 334 w 71886"/>
                <a:gd name="connsiteY0" fmla="*/ 17760 h 201460"/>
                <a:gd name="connsiteX1" fmla="*/ 2146 w 71886"/>
                <a:gd name="connsiteY1" fmla="*/ 17760 h 201460"/>
                <a:gd name="connsiteX2" fmla="*/ 11510 w 71886"/>
                <a:gd name="connsiteY2" fmla="*/ 17170 h 201460"/>
                <a:gd name="connsiteX3" fmla="*/ 24196 w 71886"/>
                <a:gd name="connsiteY3" fmla="*/ 35163 h 201460"/>
                <a:gd name="connsiteX4" fmla="*/ 24196 w 71886"/>
                <a:gd name="connsiteY4" fmla="*/ 175860 h 201460"/>
                <a:gd name="connsiteX5" fmla="*/ 938 w 71886"/>
                <a:gd name="connsiteY5" fmla="*/ 197098 h 201460"/>
                <a:gd name="connsiteX6" fmla="*/ 938 w 71886"/>
                <a:gd name="connsiteY6" fmla="*/ 201522 h 201460"/>
                <a:gd name="connsiteX7" fmla="*/ 72221 w 71886"/>
                <a:gd name="connsiteY7" fmla="*/ 201522 h 201460"/>
                <a:gd name="connsiteX8" fmla="*/ 72221 w 71886"/>
                <a:gd name="connsiteY8" fmla="*/ 197098 h 201460"/>
                <a:gd name="connsiteX9" fmla="*/ 49567 w 71886"/>
                <a:gd name="connsiteY9" fmla="*/ 176745 h 201460"/>
                <a:gd name="connsiteX10" fmla="*/ 49567 w 71886"/>
                <a:gd name="connsiteY10" fmla="*/ 652 h 201460"/>
                <a:gd name="connsiteX11" fmla="*/ 48359 w 71886"/>
                <a:gd name="connsiteY11" fmla="*/ 62 h 201460"/>
                <a:gd name="connsiteX12" fmla="*/ 334 w 71886"/>
                <a:gd name="connsiteY12" fmla="*/ 13040 h 201460"/>
                <a:gd name="connsiteX13" fmla="*/ 334 w 71886"/>
                <a:gd name="connsiteY13" fmla="*/ 1776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86" h="201460">
                  <a:moveTo>
                    <a:pt x="334" y="17760"/>
                  </a:moveTo>
                  <a:lnTo>
                    <a:pt x="2146" y="17760"/>
                  </a:lnTo>
                  <a:cubicBezTo>
                    <a:pt x="5469" y="17465"/>
                    <a:pt x="9093" y="17170"/>
                    <a:pt x="11510" y="17170"/>
                  </a:cubicBezTo>
                  <a:cubicBezTo>
                    <a:pt x="21175" y="17170"/>
                    <a:pt x="24196" y="21299"/>
                    <a:pt x="24196" y="35163"/>
                  </a:cubicBezTo>
                  <a:lnTo>
                    <a:pt x="24196" y="175860"/>
                  </a:lnTo>
                  <a:cubicBezTo>
                    <a:pt x="24196" y="191788"/>
                    <a:pt x="19967" y="195623"/>
                    <a:pt x="938" y="197098"/>
                  </a:cubicBezTo>
                  <a:lnTo>
                    <a:pt x="938" y="201522"/>
                  </a:lnTo>
                  <a:lnTo>
                    <a:pt x="72221" y="201522"/>
                  </a:lnTo>
                  <a:lnTo>
                    <a:pt x="72221" y="197098"/>
                  </a:lnTo>
                  <a:cubicBezTo>
                    <a:pt x="53192" y="195918"/>
                    <a:pt x="49567" y="192968"/>
                    <a:pt x="49567" y="176745"/>
                  </a:cubicBezTo>
                  <a:lnTo>
                    <a:pt x="49567" y="652"/>
                  </a:lnTo>
                  <a:lnTo>
                    <a:pt x="48359" y="62"/>
                  </a:lnTo>
                  <a:cubicBezTo>
                    <a:pt x="32653" y="5076"/>
                    <a:pt x="21175" y="8026"/>
                    <a:pt x="334" y="13040"/>
                  </a:cubicBezTo>
                  <a:lnTo>
                    <a:pt x="334" y="1776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38EE92C0-1C94-6994-FA69-1AF2F161FB64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2781675" y="4272504"/>
              <a:ext cx="139242" cy="197035"/>
            </a:xfrm>
            <a:custGeom>
              <a:avLst/>
              <a:gdLst>
                <a:gd name="connsiteX0" fmla="*/ 139580 w 139242"/>
                <a:gd name="connsiteY0" fmla="*/ 62 h 197035"/>
                <a:gd name="connsiteX1" fmla="*/ 98804 w 139242"/>
                <a:gd name="connsiteY1" fmla="*/ 62 h 197035"/>
                <a:gd name="connsiteX2" fmla="*/ 98804 w 139242"/>
                <a:gd name="connsiteY2" fmla="*/ 4487 h 197035"/>
                <a:gd name="connsiteX3" fmla="*/ 113302 w 139242"/>
                <a:gd name="connsiteY3" fmla="*/ 11861 h 197035"/>
                <a:gd name="connsiteX4" fmla="*/ 112094 w 139242"/>
                <a:gd name="connsiteY4" fmla="*/ 16875 h 197035"/>
                <a:gd name="connsiteX5" fmla="*/ 82795 w 139242"/>
                <a:gd name="connsiteY5" fmla="*/ 98285 h 197035"/>
                <a:gd name="connsiteX6" fmla="*/ 48060 w 139242"/>
                <a:gd name="connsiteY6" fmla="*/ 23660 h 197035"/>
                <a:gd name="connsiteX7" fmla="*/ 45040 w 139242"/>
                <a:gd name="connsiteY7" fmla="*/ 12451 h 197035"/>
                <a:gd name="connsiteX8" fmla="*/ 62558 w 139242"/>
                <a:gd name="connsiteY8" fmla="*/ 4487 h 197035"/>
                <a:gd name="connsiteX9" fmla="*/ 62558 w 139242"/>
                <a:gd name="connsiteY9" fmla="*/ 62 h 197035"/>
                <a:gd name="connsiteX10" fmla="*/ 337 w 139242"/>
                <a:gd name="connsiteY10" fmla="*/ 62 h 197035"/>
                <a:gd name="connsiteX11" fmla="*/ 337 w 139242"/>
                <a:gd name="connsiteY11" fmla="*/ 4192 h 197035"/>
                <a:gd name="connsiteX12" fmla="*/ 15741 w 139242"/>
                <a:gd name="connsiteY12" fmla="*/ 13631 h 197035"/>
                <a:gd name="connsiteX13" fmla="*/ 50174 w 139242"/>
                <a:gd name="connsiteY13" fmla="*/ 86192 h 197035"/>
                <a:gd name="connsiteX14" fmla="*/ 51081 w 139242"/>
                <a:gd name="connsiteY14" fmla="*/ 88552 h 197035"/>
                <a:gd name="connsiteX15" fmla="*/ 55611 w 139242"/>
                <a:gd name="connsiteY15" fmla="*/ 97400 h 197035"/>
                <a:gd name="connsiteX16" fmla="*/ 68901 w 139242"/>
                <a:gd name="connsiteY16" fmla="*/ 127192 h 197035"/>
                <a:gd name="connsiteX17" fmla="*/ 56819 w 139242"/>
                <a:gd name="connsiteY17" fmla="*/ 159048 h 197035"/>
                <a:gd name="connsiteX18" fmla="*/ 41717 w 139242"/>
                <a:gd name="connsiteY18" fmla="*/ 172321 h 197035"/>
                <a:gd name="connsiteX19" fmla="*/ 34166 w 139242"/>
                <a:gd name="connsiteY19" fmla="*/ 170256 h 197035"/>
                <a:gd name="connsiteX20" fmla="*/ 18158 w 139242"/>
                <a:gd name="connsiteY20" fmla="*/ 167012 h 197035"/>
                <a:gd name="connsiteX21" fmla="*/ 5170 w 139242"/>
                <a:gd name="connsiteY21" fmla="*/ 179990 h 197035"/>
                <a:gd name="connsiteX22" fmla="*/ 27521 w 139242"/>
                <a:gd name="connsiteY22" fmla="*/ 197098 h 197035"/>
                <a:gd name="connsiteX23" fmla="*/ 78567 w 139242"/>
                <a:gd name="connsiteY23" fmla="*/ 138105 h 197035"/>
                <a:gd name="connsiteX24" fmla="*/ 125082 w 139242"/>
                <a:gd name="connsiteY24" fmla="*/ 17760 h 197035"/>
                <a:gd name="connsiteX25" fmla="*/ 139580 w 139242"/>
                <a:gd name="connsiteY25" fmla="*/ 4487 h 197035"/>
                <a:gd name="connsiteX26" fmla="*/ 139580 w 139242"/>
                <a:gd name="connsiteY26" fmla="*/ 62 h 1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242" h="197035">
                  <a:moveTo>
                    <a:pt x="139580" y="62"/>
                  </a:moveTo>
                  <a:lnTo>
                    <a:pt x="98804" y="62"/>
                  </a:lnTo>
                  <a:lnTo>
                    <a:pt x="98804" y="4487"/>
                  </a:lnTo>
                  <a:cubicBezTo>
                    <a:pt x="108469" y="4487"/>
                    <a:pt x="113302" y="7142"/>
                    <a:pt x="113302" y="11861"/>
                  </a:cubicBezTo>
                  <a:cubicBezTo>
                    <a:pt x="113302" y="13041"/>
                    <a:pt x="113000" y="14811"/>
                    <a:pt x="112094" y="16875"/>
                  </a:cubicBezTo>
                  <a:lnTo>
                    <a:pt x="82795" y="98285"/>
                  </a:lnTo>
                  <a:lnTo>
                    <a:pt x="48060" y="23660"/>
                  </a:lnTo>
                  <a:cubicBezTo>
                    <a:pt x="46248" y="19530"/>
                    <a:pt x="45040" y="15696"/>
                    <a:pt x="45040" y="12451"/>
                  </a:cubicBezTo>
                  <a:cubicBezTo>
                    <a:pt x="45040" y="7142"/>
                    <a:pt x="49570" y="5077"/>
                    <a:pt x="62558" y="4487"/>
                  </a:cubicBezTo>
                  <a:lnTo>
                    <a:pt x="62558" y="62"/>
                  </a:lnTo>
                  <a:lnTo>
                    <a:pt x="337" y="62"/>
                  </a:lnTo>
                  <a:lnTo>
                    <a:pt x="337" y="4192"/>
                  </a:lnTo>
                  <a:cubicBezTo>
                    <a:pt x="8190" y="5372"/>
                    <a:pt x="13325" y="8616"/>
                    <a:pt x="15741" y="13631"/>
                  </a:cubicBezTo>
                  <a:lnTo>
                    <a:pt x="50174" y="86192"/>
                  </a:lnTo>
                  <a:lnTo>
                    <a:pt x="51081" y="88552"/>
                  </a:lnTo>
                  <a:lnTo>
                    <a:pt x="55611" y="97400"/>
                  </a:lnTo>
                  <a:cubicBezTo>
                    <a:pt x="64069" y="112149"/>
                    <a:pt x="68901" y="122767"/>
                    <a:pt x="68901" y="127192"/>
                  </a:cubicBezTo>
                  <a:cubicBezTo>
                    <a:pt x="68901" y="131616"/>
                    <a:pt x="61954" y="150199"/>
                    <a:pt x="56819" y="159048"/>
                  </a:cubicBezTo>
                  <a:cubicBezTo>
                    <a:pt x="52591" y="166717"/>
                    <a:pt x="45946" y="172321"/>
                    <a:pt x="41717" y="172321"/>
                  </a:cubicBezTo>
                  <a:cubicBezTo>
                    <a:pt x="39905" y="172321"/>
                    <a:pt x="37187" y="171731"/>
                    <a:pt x="34166" y="170256"/>
                  </a:cubicBezTo>
                  <a:cubicBezTo>
                    <a:pt x="28427" y="168192"/>
                    <a:pt x="23292" y="167012"/>
                    <a:pt x="18158" y="167012"/>
                  </a:cubicBezTo>
                  <a:cubicBezTo>
                    <a:pt x="11211" y="167012"/>
                    <a:pt x="5170" y="172911"/>
                    <a:pt x="5170" y="179990"/>
                  </a:cubicBezTo>
                  <a:cubicBezTo>
                    <a:pt x="5170" y="189724"/>
                    <a:pt x="14835" y="197098"/>
                    <a:pt x="27521" y="197098"/>
                  </a:cubicBezTo>
                  <a:cubicBezTo>
                    <a:pt x="47758" y="197098"/>
                    <a:pt x="62256" y="180580"/>
                    <a:pt x="78567" y="138105"/>
                  </a:cubicBezTo>
                  <a:lnTo>
                    <a:pt x="125082" y="17760"/>
                  </a:lnTo>
                  <a:cubicBezTo>
                    <a:pt x="129008" y="8321"/>
                    <a:pt x="132331" y="5372"/>
                    <a:pt x="139580" y="4487"/>
                  </a:cubicBezTo>
                  <a:lnTo>
                    <a:pt x="139580" y="62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AC91BF6D-2813-F00A-0007-1B6F1A574652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2933868" y="4269555"/>
              <a:ext cx="141659" cy="135683"/>
            </a:xfrm>
            <a:custGeom>
              <a:avLst/>
              <a:gdLst>
                <a:gd name="connsiteX0" fmla="*/ 342 w 141659"/>
                <a:gd name="connsiteY0" fmla="*/ 18350 h 135683"/>
                <a:gd name="connsiteX1" fmla="*/ 8497 w 141659"/>
                <a:gd name="connsiteY1" fmla="*/ 17170 h 135683"/>
                <a:gd name="connsiteX2" fmla="*/ 19673 w 141659"/>
                <a:gd name="connsiteY2" fmla="*/ 36048 h 135683"/>
                <a:gd name="connsiteX3" fmla="*/ 19673 w 141659"/>
                <a:gd name="connsiteY3" fmla="*/ 109199 h 135683"/>
                <a:gd name="connsiteX4" fmla="*/ 946 w 141659"/>
                <a:gd name="connsiteY4" fmla="*/ 131321 h 135683"/>
                <a:gd name="connsiteX5" fmla="*/ 946 w 141659"/>
                <a:gd name="connsiteY5" fmla="*/ 135745 h 135683"/>
                <a:gd name="connsiteX6" fmla="*/ 64980 w 141659"/>
                <a:gd name="connsiteY6" fmla="*/ 135745 h 135683"/>
                <a:gd name="connsiteX7" fmla="*/ 64980 w 141659"/>
                <a:gd name="connsiteY7" fmla="*/ 131321 h 135683"/>
                <a:gd name="connsiteX8" fmla="*/ 45045 w 141659"/>
                <a:gd name="connsiteY8" fmla="*/ 115983 h 135683"/>
                <a:gd name="connsiteX9" fmla="*/ 45045 w 141659"/>
                <a:gd name="connsiteY9" fmla="*/ 33098 h 135683"/>
                <a:gd name="connsiteX10" fmla="*/ 76155 w 141659"/>
                <a:gd name="connsiteY10" fmla="*/ 16285 h 135683"/>
                <a:gd name="connsiteX11" fmla="*/ 98205 w 141659"/>
                <a:gd name="connsiteY11" fmla="*/ 44897 h 135683"/>
                <a:gd name="connsiteX12" fmla="*/ 98205 w 141659"/>
                <a:gd name="connsiteY12" fmla="*/ 106544 h 135683"/>
                <a:gd name="connsiteX13" fmla="*/ 79176 w 141659"/>
                <a:gd name="connsiteY13" fmla="*/ 131321 h 135683"/>
                <a:gd name="connsiteX14" fmla="*/ 79176 w 141659"/>
                <a:gd name="connsiteY14" fmla="*/ 135745 h 135683"/>
                <a:gd name="connsiteX15" fmla="*/ 142001 w 141659"/>
                <a:gd name="connsiteY15" fmla="*/ 135745 h 135683"/>
                <a:gd name="connsiteX16" fmla="*/ 142001 w 141659"/>
                <a:gd name="connsiteY16" fmla="*/ 131321 h 135683"/>
                <a:gd name="connsiteX17" fmla="*/ 123576 w 141659"/>
                <a:gd name="connsiteY17" fmla="*/ 111853 h 135683"/>
                <a:gd name="connsiteX18" fmla="*/ 123576 w 141659"/>
                <a:gd name="connsiteY18" fmla="*/ 44307 h 135683"/>
                <a:gd name="connsiteX19" fmla="*/ 87935 w 141659"/>
                <a:gd name="connsiteY19" fmla="*/ 62 h 135683"/>
                <a:gd name="connsiteX20" fmla="*/ 44139 w 141659"/>
                <a:gd name="connsiteY20" fmla="*/ 23954 h 135683"/>
                <a:gd name="connsiteX21" fmla="*/ 44139 w 141659"/>
                <a:gd name="connsiteY21" fmla="*/ 652 h 135683"/>
                <a:gd name="connsiteX22" fmla="*/ 42024 w 141659"/>
                <a:gd name="connsiteY22" fmla="*/ 62 h 135683"/>
                <a:gd name="connsiteX23" fmla="*/ 342 w 141659"/>
                <a:gd name="connsiteY23" fmla="*/ 13336 h 135683"/>
                <a:gd name="connsiteX24" fmla="*/ 342 w 141659"/>
                <a:gd name="connsiteY24" fmla="*/ 1835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659" h="135683">
                  <a:moveTo>
                    <a:pt x="342" y="18350"/>
                  </a:moveTo>
                  <a:cubicBezTo>
                    <a:pt x="2154" y="17465"/>
                    <a:pt x="5175" y="17170"/>
                    <a:pt x="8497" y="17170"/>
                  </a:cubicBezTo>
                  <a:cubicBezTo>
                    <a:pt x="16955" y="17170"/>
                    <a:pt x="19673" y="21595"/>
                    <a:pt x="19673" y="36048"/>
                  </a:cubicBezTo>
                  <a:lnTo>
                    <a:pt x="19673" y="109199"/>
                  </a:lnTo>
                  <a:cubicBezTo>
                    <a:pt x="19673" y="126012"/>
                    <a:pt x="16350" y="130141"/>
                    <a:pt x="946" y="131321"/>
                  </a:cubicBezTo>
                  <a:lnTo>
                    <a:pt x="946" y="135745"/>
                  </a:lnTo>
                  <a:lnTo>
                    <a:pt x="64980" y="135745"/>
                  </a:lnTo>
                  <a:lnTo>
                    <a:pt x="64980" y="131321"/>
                  </a:lnTo>
                  <a:cubicBezTo>
                    <a:pt x="49575" y="130141"/>
                    <a:pt x="45045" y="126602"/>
                    <a:pt x="45045" y="115983"/>
                  </a:cubicBezTo>
                  <a:lnTo>
                    <a:pt x="45045" y="33098"/>
                  </a:lnTo>
                  <a:cubicBezTo>
                    <a:pt x="59543" y="19825"/>
                    <a:pt x="66188" y="16285"/>
                    <a:pt x="76155" y="16285"/>
                  </a:cubicBezTo>
                  <a:cubicBezTo>
                    <a:pt x="90956" y="16285"/>
                    <a:pt x="98205" y="25429"/>
                    <a:pt x="98205" y="44897"/>
                  </a:cubicBezTo>
                  <a:lnTo>
                    <a:pt x="98205" y="106544"/>
                  </a:lnTo>
                  <a:cubicBezTo>
                    <a:pt x="98205" y="125127"/>
                    <a:pt x="94278" y="130141"/>
                    <a:pt x="79176" y="131321"/>
                  </a:cubicBezTo>
                  <a:lnTo>
                    <a:pt x="79176" y="135745"/>
                  </a:lnTo>
                  <a:lnTo>
                    <a:pt x="142001" y="135745"/>
                  </a:lnTo>
                  <a:lnTo>
                    <a:pt x="142001" y="131321"/>
                  </a:lnTo>
                  <a:cubicBezTo>
                    <a:pt x="127201" y="129846"/>
                    <a:pt x="123576" y="126307"/>
                    <a:pt x="123576" y="111853"/>
                  </a:cubicBezTo>
                  <a:lnTo>
                    <a:pt x="123576" y="44307"/>
                  </a:lnTo>
                  <a:cubicBezTo>
                    <a:pt x="123576" y="16580"/>
                    <a:pt x="110286" y="62"/>
                    <a:pt x="87935" y="62"/>
                  </a:cubicBezTo>
                  <a:cubicBezTo>
                    <a:pt x="74041" y="62"/>
                    <a:pt x="64678" y="5077"/>
                    <a:pt x="44139" y="23954"/>
                  </a:cubicBezTo>
                  <a:lnTo>
                    <a:pt x="44139" y="652"/>
                  </a:lnTo>
                  <a:lnTo>
                    <a:pt x="42024" y="62"/>
                  </a:lnTo>
                  <a:cubicBezTo>
                    <a:pt x="27224" y="5371"/>
                    <a:pt x="16955" y="8616"/>
                    <a:pt x="342" y="13336"/>
                  </a:cubicBezTo>
                  <a:lnTo>
                    <a:pt x="342" y="1835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A406CC2A-D28A-EA7D-A243-BABA8688A790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3089383" y="4269555"/>
              <a:ext cx="133201" cy="138632"/>
            </a:xfrm>
            <a:custGeom>
              <a:avLst/>
              <a:gdLst>
                <a:gd name="connsiteX0" fmla="*/ 67099 w 133201"/>
                <a:gd name="connsiteY0" fmla="*/ 62 h 138632"/>
                <a:gd name="connsiteX1" fmla="*/ 347 w 133201"/>
                <a:gd name="connsiteY1" fmla="*/ 69084 h 138632"/>
                <a:gd name="connsiteX2" fmla="*/ 66495 w 133201"/>
                <a:gd name="connsiteY2" fmla="*/ 138695 h 138632"/>
                <a:gd name="connsiteX3" fmla="*/ 133549 w 133201"/>
                <a:gd name="connsiteY3" fmla="*/ 66724 h 138632"/>
                <a:gd name="connsiteX4" fmla="*/ 67099 w 133201"/>
                <a:gd name="connsiteY4" fmla="*/ 62 h 138632"/>
                <a:gd name="connsiteX5" fmla="*/ 63172 w 133201"/>
                <a:gd name="connsiteY5" fmla="*/ 8321 h 138632"/>
                <a:gd name="connsiteX6" fmla="*/ 106365 w 133201"/>
                <a:gd name="connsiteY6" fmla="*/ 77048 h 138632"/>
                <a:gd name="connsiteX7" fmla="*/ 70119 w 133201"/>
                <a:gd name="connsiteY7" fmla="*/ 130436 h 138632"/>
                <a:gd name="connsiteX8" fmla="*/ 40821 w 133201"/>
                <a:gd name="connsiteY8" fmla="*/ 111558 h 138632"/>
                <a:gd name="connsiteX9" fmla="*/ 27531 w 133201"/>
                <a:gd name="connsiteY9" fmla="*/ 54630 h 138632"/>
                <a:gd name="connsiteX10" fmla="*/ 63172 w 133201"/>
                <a:gd name="connsiteY10" fmla="*/ 8321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01" h="138632">
                  <a:moveTo>
                    <a:pt x="67099" y="62"/>
                  </a:moveTo>
                  <a:cubicBezTo>
                    <a:pt x="27833" y="62"/>
                    <a:pt x="347" y="28379"/>
                    <a:pt x="347" y="69084"/>
                  </a:cubicBezTo>
                  <a:cubicBezTo>
                    <a:pt x="347" y="108904"/>
                    <a:pt x="28437" y="138695"/>
                    <a:pt x="66495" y="138695"/>
                  </a:cubicBezTo>
                  <a:cubicBezTo>
                    <a:pt x="104553" y="138695"/>
                    <a:pt x="133549" y="107429"/>
                    <a:pt x="133549" y="66724"/>
                  </a:cubicBezTo>
                  <a:cubicBezTo>
                    <a:pt x="133549" y="28084"/>
                    <a:pt x="105761" y="62"/>
                    <a:pt x="67099" y="62"/>
                  </a:cubicBezTo>
                  <a:close/>
                  <a:moveTo>
                    <a:pt x="63172" y="8321"/>
                  </a:moveTo>
                  <a:cubicBezTo>
                    <a:pt x="88544" y="8321"/>
                    <a:pt x="106365" y="36638"/>
                    <a:pt x="106365" y="77048"/>
                  </a:cubicBezTo>
                  <a:cubicBezTo>
                    <a:pt x="106365" y="110379"/>
                    <a:pt x="92773" y="130436"/>
                    <a:pt x="70119" y="130436"/>
                  </a:cubicBezTo>
                  <a:cubicBezTo>
                    <a:pt x="58340" y="130436"/>
                    <a:pt x="47164" y="123357"/>
                    <a:pt x="40821" y="111558"/>
                  </a:cubicBezTo>
                  <a:cubicBezTo>
                    <a:pt x="32364" y="96220"/>
                    <a:pt x="27531" y="75573"/>
                    <a:pt x="27531" y="54630"/>
                  </a:cubicBezTo>
                  <a:cubicBezTo>
                    <a:pt x="27531" y="26609"/>
                    <a:pt x="41727" y="8321"/>
                    <a:pt x="63172" y="8321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2BF71E11-8E96-B3D1-2C4B-7BD52AA52471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13237952" y="4203778"/>
              <a:ext cx="71886" cy="201460"/>
            </a:xfrm>
            <a:custGeom>
              <a:avLst/>
              <a:gdLst>
                <a:gd name="connsiteX0" fmla="*/ 352 w 71886"/>
                <a:gd name="connsiteY0" fmla="*/ 17760 h 201460"/>
                <a:gd name="connsiteX1" fmla="*/ 2164 w 71886"/>
                <a:gd name="connsiteY1" fmla="*/ 17760 h 201460"/>
                <a:gd name="connsiteX2" fmla="*/ 11527 w 71886"/>
                <a:gd name="connsiteY2" fmla="*/ 17170 h 201460"/>
                <a:gd name="connsiteX3" fmla="*/ 24213 w 71886"/>
                <a:gd name="connsiteY3" fmla="*/ 35163 h 201460"/>
                <a:gd name="connsiteX4" fmla="*/ 24213 w 71886"/>
                <a:gd name="connsiteY4" fmla="*/ 175860 h 201460"/>
                <a:gd name="connsiteX5" fmla="*/ 956 w 71886"/>
                <a:gd name="connsiteY5" fmla="*/ 197098 h 201460"/>
                <a:gd name="connsiteX6" fmla="*/ 956 w 71886"/>
                <a:gd name="connsiteY6" fmla="*/ 201522 h 201460"/>
                <a:gd name="connsiteX7" fmla="*/ 72238 w 71886"/>
                <a:gd name="connsiteY7" fmla="*/ 201522 h 201460"/>
                <a:gd name="connsiteX8" fmla="*/ 72238 w 71886"/>
                <a:gd name="connsiteY8" fmla="*/ 197098 h 201460"/>
                <a:gd name="connsiteX9" fmla="*/ 49585 w 71886"/>
                <a:gd name="connsiteY9" fmla="*/ 176745 h 201460"/>
                <a:gd name="connsiteX10" fmla="*/ 49585 w 71886"/>
                <a:gd name="connsiteY10" fmla="*/ 652 h 201460"/>
                <a:gd name="connsiteX11" fmla="*/ 48377 w 71886"/>
                <a:gd name="connsiteY11" fmla="*/ 62 h 201460"/>
                <a:gd name="connsiteX12" fmla="*/ 352 w 71886"/>
                <a:gd name="connsiteY12" fmla="*/ 13040 h 201460"/>
                <a:gd name="connsiteX13" fmla="*/ 352 w 71886"/>
                <a:gd name="connsiteY13" fmla="*/ 1776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86" h="201460">
                  <a:moveTo>
                    <a:pt x="352" y="17760"/>
                  </a:moveTo>
                  <a:lnTo>
                    <a:pt x="2164" y="17760"/>
                  </a:lnTo>
                  <a:cubicBezTo>
                    <a:pt x="5486" y="17465"/>
                    <a:pt x="9111" y="17170"/>
                    <a:pt x="11527" y="17170"/>
                  </a:cubicBezTo>
                  <a:cubicBezTo>
                    <a:pt x="21193" y="17170"/>
                    <a:pt x="24213" y="21299"/>
                    <a:pt x="24213" y="35163"/>
                  </a:cubicBezTo>
                  <a:lnTo>
                    <a:pt x="24213" y="175860"/>
                  </a:lnTo>
                  <a:cubicBezTo>
                    <a:pt x="24213" y="191788"/>
                    <a:pt x="19985" y="195623"/>
                    <a:pt x="956" y="197098"/>
                  </a:cubicBezTo>
                  <a:lnTo>
                    <a:pt x="956" y="201522"/>
                  </a:lnTo>
                  <a:lnTo>
                    <a:pt x="72238" y="201522"/>
                  </a:lnTo>
                  <a:lnTo>
                    <a:pt x="72238" y="197098"/>
                  </a:lnTo>
                  <a:cubicBezTo>
                    <a:pt x="53210" y="195918"/>
                    <a:pt x="49585" y="192968"/>
                    <a:pt x="49585" y="176745"/>
                  </a:cubicBezTo>
                  <a:lnTo>
                    <a:pt x="49585" y="652"/>
                  </a:lnTo>
                  <a:lnTo>
                    <a:pt x="48377" y="62"/>
                  </a:lnTo>
                  <a:cubicBezTo>
                    <a:pt x="32671" y="5076"/>
                    <a:pt x="21193" y="8026"/>
                    <a:pt x="352" y="13040"/>
                  </a:cubicBezTo>
                  <a:lnTo>
                    <a:pt x="352" y="1776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A022AFB-F4CA-585A-D554-DFB7404EB8EF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3321326" y="4203778"/>
              <a:ext cx="71584" cy="201460"/>
            </a:xfrm>
            <a:custGeom>
              <a:avLst/>
              <a:gdLst>
                <a:gd name="connsiteX0" fmla="*/ 48380 w 71584"/>
                <a:gd name="connsiteY0" fmla="*/ 65839 h 201460"/>
                <a:gd name="connsiteX1" fmla="*/ 1563 w 71584"/>
                <a:gd name="connsiteY1" fmla="*/ 82062 h 201460"/>
                <a:gd name="connsiteX2" fmla="*/ 1563 w 71584"/>
                <a:gd name="connsiteY2" fmla="*/ 86486 h 201460"/>
                <a:gd name="connsiteX3" fmla="*/ 3979 w 71584"/>
                <a:gd name="connsiteY3" fmla="*/ 86191 h 201460"/>
                <a:gd name="connsiteX4" fmla="*/ 14249 w 71584"/>
                <a:gd name="connsiteY4" fmla="*/ 85306 h 201460"/>
                <a:gd name="connsiteX5" fmla="*/ 24216 w 71584"/>
                <a:gd name="connsiteY5" fmla="*/ 103004 h 201460"/>
                <a:gd name="connsiteX6" fmla="*/ 24216 w 71584"/>
                <a:gd name="connsiteY6" fmla="*/ 171436 h 201460"/>
                <a:gd name="connsiteX7" fmla="*/ 354 w 71584"/>
                <a:gd name="connsiteY7" fmla="*/ 197098 h 201460"/>
                <a:gd name="connsiteX8" fmla="*/ 354 w 71584"/>
                <a:gd name="connsiteY8" fmla="*/ 201522 h 201460"/>
                <a:gd name="connsiteX9" fmla="*/ 71939 w 71584"/>
                <a:gd name="connsiteY9" fmla="*/ 201522 h 201460"/>
                <a:gd name="connsiteX10" fmla="*/ 71939 w 71584"/>
                <a:gd name="connsiteY10" fmla="*/ 197098 h 201460"/>
                <a:gd name="connsiteX11" fmla="*/ 49588 w 71584"/>
                <a:gd name="connsiteY11" fmla="*/ 171436 h 201460"/>
                <a:gd name="connsiteX12" fmla="*/ 49588 w 71584"/>
                <a:gd name="connsiteY12" fmla="*/ 66724 h 201460"/>
                <a:gd name="connsiteX13" fmla="*/ 48380 w 71584"/>
                <a:gd name="connsiteY13" fmla="*/ 65839 h 201460"/>
                <a:gd name="connsiteX14" fmla="*/ 34184 w 71584"/>
                <a:gd name="connsiteY14" fmla="*/ 62 h 201460"/>
                <a:gd name="connsiteX15" fmla="*/ 19081 w 71584"/>
                <a:gd name="connsiteY15" fmla="*/ 15105 h 201460"/>
                <a:gd name="connsiteX16" fmla="*/ 34184 w 71584"/>
                <a:gd name="connsiteY16" fmla="*/ 30148 h 201460"/>
                <a:gd name="connsiteX17" fmla="*/ 49890 w 71584"/>
                <a:gd name="connsiteY17" fmla="*/ 15105 h 201460"/>
                <a:gd name="connsiteX18" fmla="*/ 34184 w 71584"/>
                <a:gd name="connsiteY18" fmla="*/ 6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84" h="201460">
                  <a:moveTo>
                    <a:pt x="48380" y="65839"/>
                  </a:moveTo>
                  <a:lnTo>
                    <a:pt x="1563" y="82062"/>
                  </a:lnTo>
                  <a:lnTo>
                    <a:pt x="1563" y="86486"/>
                  </a:lnTo>
                  <a:lnTo>
                    <a:pt x="3979" y="86191"/>
                  </a:lnTo>
                  <a:cubicBezTo>
                    <a:pt x="7604" y="85601"/>
                    <a:pt x="11530" y="85306"/>
                    <a:pt x="14249" y="85306"/>
                  </a:cubicBezTo>
                  <a:cubicBezTo>
                    <a:pt x="21498" y="85306"/>
                    <a:pt x="24216" y="90026"/>
                    <a:pt x="24216" y="103004"/>
                  </a:cubicBezTo>
                  <a:lnTo>
                    <a:pt x="24216" y="171436"/>
                  </a:lnTo>
                  <a:cubicBezTo>
                    <a:pt x="24216" y="192673"/>
                    <a:pt x="21196" y="195918"/>
                    <a:pt x="354" y="197098"/>
                  </a:cubicBezTo>
                  <a:lnTo>
                    <a:pt x="354" y="201522"/>
                  </a:lnTo>
                  <a:lnTo>
                    <a:pt x="71939" y="201522"/>
                  </a:lnTo>
                  <a:lnTo>
                    <a:pt x="71939" y="197098"/>
                  </a:lnTo>
                  <a:cubicBezTo>
                    <a:pt x="52004" y="195623"/>
                    <a:pt x="49588" y="192673"/>
                    <a:pt x="49588" y="171436"/>
                  </a:cubicBezTo>
                  <a:lnTo>
                    <a:pt x="49588" y="66724"/>
                  </a:lnTo>
                  <a:lnTo>
                    <a:pt x="48380" y="65839"/>
                  </a:lnTo>
                  <a:close/>
                  <a:moveTo>
                    <a:pt x="34184" y="62"/>
                  </a:moveTo>
                  <a:cubicBezTo>
                    <a:pt x="26028" y="62"/>
                    <a:pt x="19081" y="6846"/>
                    <a:pt x="19081" y="15105"/>
                  </a:cubicBezTo>
                  <a:cubicBezTo>
                    <a:pt x="19081" y="23364"/>
                    <a:pt x="25726" y="30148"/>
                    <a:pt x="34184" y="30148"/>
                  </a:cubicBezTo>
                  <a:cubicBezTo>
                    <a:pt x="42943" y="30148"/>
                    <a:pt x="49890" y="23659"/>
                    <a:pt x="49890" y="15105"/>
                  </a:cubicBezTo>
                  <a:cubicBezTo>
                    <a:pt x="49890" y="6846"/>
                    <a:pt x="42943" y="62"/>
                    <a:pt x="34184" y="62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8D4722BF-9C76-9F68-9FF4-7DC5E0F3D9DB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3411950" y="4269555"/>
              <a:ext cx="122328" cy="138632"/>
            </a:xfrm>
            <a:custGeom>
              <a:avLst/>
              <a:gdLst>
                <a:gd name="connsiteX0" fmla="*/ 122686 w 122328"/>
                <a:gd name="connsiteY0" fmla="*/ 116278 h 138632"/>
                <a:gd name="connsiteX1" fmla="*/ 109396 w 122328"/>
                <a:gd name="connsiteY1" fmla="*/ 121882 h 138632"/>
                <a:gd name="connsiteX2" fmla="*/ 100334 w 122328"/>
                <a:gd name="connsiteY2" fmla="*/ 104774 h 138632"/>
                <a:gd name="connsiteX3" fmla="*/ 100334 w 122328"/>
                <a:gd name="connsiteY3" fmla="*/ 47256 h 138632"/>
                <a:gd name="connsiteX4" fmla="*/ 94293 w 122328"/>
                <a:gd name="connsiteY4" fmla="*/ 16285 h 138632"/>
                <a:gd name="connsiteX5" fmla="*/ 56840 w 122328"/>
                <a:gd name="connsiteY5" fmla="*/ 62 h 138632"/>
                <a:gd name="connsiteX6" fmla="*/ 6096 w 122328"/>
                <a:gd name="connsiteY6" fmla="*/ 33098 h 138632"/>
                <a:gd name="connsiteX7" fmla="*/ 19084 w 122328"/>
                <a:gd name="connsiteY7" fmla="*/ 45782 h 138632"/>
                <a:gd name="connsiteX8" fmla="*/ 32676 w 122328"/>
                <a:gd name="connsiteY8" fmla="*/ 33393 h 138632"/>
                <a:gd name="connsiteX9" fmla="*/ 32072 w 122328"/>
                <a:gd name="connsiteY9" fmla="*/ 28674 h 138632"/>
                <a:gd name="connsiteX10" fmla="*/ 31166 w 122328"/>
                <a:gd name="connsiteY10" fmla="*/ 21595 h 138632"/>
                <a:gd name="connsiteX11" fmla="*/ 52913 w 122328"/>
                <a:gd name="connsiteY11" fmla="*/ 7141 h 138632"/>
                <a:gd name="connsiteX12" fmla="*/ 75869 w 122328"/>
                <a:gd name="connsiteY12" fmla="*/ 31623 h 138632"/>
                <a:gd name="connsiteX13" fmla="*/ 75869 w 122328"/>
                <a:gd name="connsiteY13" fmla="*/ 49616 h 138632"/>
                <a:gd name="connsiteX14" fmla="*/ 11231 w 122328"/>
                <a:gd name="connsiteY14" fmla="*/ 81472 h 138632"/>
                <a:gd name="connsiteX15" fmla="*/ 358 w 122328"/>
                <a:gd name="connsiteY15" fmla="*/ 107134 h 138632"/>
                <a:gd name="connsiteX16" fmla="*/ 32072 w 122328"/>
                <a:gd name="connsiteY16" fmla="*/ 138695 h 138632"/>
                <a:gd name="connsiteX17" fmla="*/ 76171 w 122328"/>
                <a:gd name="connsiteY17" fmla="*/ 117163 h 138632"/>
                <a:gd name="connsiteX18" fmla="*/ 95502 w 122328"/>
                <a:gd name="connsiteY18" fmla="*/ 138695 h 138632"/>
                <a:gd name="connsiteX19" fmla="*/ 122686 w 122328"/>
                <a:gd name="connsiteY19" fmla="*/ 123947 h 138632"/>
                <a:gd name="connsiteX20" fmla="*/ 122686 w 122328"/>
                <a:gd name="connsiteY20" fmla="*/ 116278 h 138632"/>
                <a:gd name="connsiteX21" fmla="*/ 75869 w 122328"/>
                <a:gd name="connsiteY21" fmla="*/ 99465 h 138632"/>
                <a:gd name="connsiteX22" fmla="*/ 68016 w 122328"/>
                <a:gd name="connsiteY22" fmla="*/ 114803 h 138632"/>
                <a:gd name="connsiteX23" fmla="*/ 45966 w 122328"/>
                <a:gd name="connsiteY23" fmla="*/ 121587 h 138632"/>
                <a:gd name="connsiteX24" fmla="*/ 26937 w 122328"/>
                <a:gd name="connsiteY24" fmla="*/ 98875 h 138632"/>
                <a:gd name="connsiteX25" fmla="*/ 26937 w 122328"/>
                <a:gd name="connsiteY25" fmla="*/ 97695 h 138632"/>
                <a:gd name="connsiteX26" fmla="*/ 75869 w 122328"/>
                <a:gd name="connsiteY26" fmla="*/ 56695 h 138632"/>
                <a:gd name="connsiteX27" fmla="*/ 75869 w 122328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328" h="138632">
                  <a:moveTo>
                    <a:pt x="122686" y="116278"/>
                  </a:moveTo>
                  <a:cubicBezTo>
                    <a:pt x="117551" y="120407"/>
                    <a:pt x="113926" y="121882"/>
                    <a:pt x="109396" y="121882"/>
                  </a:cubicBezTo>
                  <a:cubicBezTo>
                    <a:pt x="102449" y="121882"/>
                    <a:pt x="100334" y="117753"/>
                    <a:pt x="100334" y="104774"/>
                  </a:cubicBezTo>
                  <a:lnTo>
                    <a:pt x="100334" y="47256"/>
                  </a:lnTo>
                  <a:cubicBezTo>
                    <a:pt x="100334" y="31918"/>
                    <a:pt x="98824" y="23364"/>
                    <a:pt x="94293" y="16285"/>
                  </a:cubicBezTo>
                  <a:cubicBezTo>
                    <a:pt x="87648" y="5666"/>
                    <a:pt x="74661" y="62"/>
                    <a:pt x="56840" y="62"/>
                  </a:cubicBezTo>
                  <a:cubicBezTo>
                    <a:pt x="28448" y="62"/>
                    <a:pt x="6096" y="14515"/>
                    <a:pt x="6096" y="33098"/>
                  </a:cubicBezTo>
                  <a:cubicBezTo>
                    <a:pt x="6096" y="39882"/>
                    <a:pt x="12137" y="45782"/>
                    <a:pt x="19084" y="45782"/>
                  </a:cubicBezTo>
                  <a:cubicBezTo>
                    <a:pt x="26333" y="45782"/>
                    <a:pt x="32676" y="39882"/>
                    <a:pt x="32676" y="33393"/>
                  </a:cubicBezTo>
                  <a:cubicBezTo>
                    <a:pt x="32676" y="32213"/>
                    <a:pt x="32374" y="30738"/>
                    <a:pt x="32072" y="28674"/>
                  </a:cubicBezTo>
                  <a:cubicBezTo>
                    <a:pt x="31468" y="26019"/>
                    <a:pt x="31166" y="23659"/>
                    <a:pt x="31166" y="21595"/>
                  </a:cubicBezTo>
                  <a:cubicBezTo>
                    <a:pt x="31166" y="13630"/>
                    <a:pt x="40832" y="7141"/>
                    <a:pt x="52913" y="7141"/>
                  </a:cubicBezTo>
                  <a:cubicBezTo>
                    <a:pt x="67714" y="7141"/>
                    <a:pt x="75869" y="15695"/>
                    <a:pt x="75869" y="31623"/>
                  </a:cubicBezTo>
                  <a:lnTo>
                    <a:pt x="75869" y="49616"/>
                  </a:lnTo>
                  <a:cubicBezTo>
                    <a:pt x="29354" y="67904"/>
                    <a:pt x="24219" y="70263"/>
                    <a:pt x="11231" y="81472"/>
                  </a:cubicBezTo>
                  <a:cubicBezTo>
                    <a:pt x="4586" y="87371"/>
                    <a:pt x="358" y="97400"/>
                    <a:pt x="358" y="107134"/>
                  </a:cubicBezTo>
                  <a:cubicBezTo>
                    <a:pt x="358" y="125717"/>
                    <a:pt x="13647" y="138695"/>
                    <a:pt x="32072" y="138695"/>
                  </a:cubicBezTo>
                  <a:cubicBezTo>
                    <a:pt x="45362" y="138695"/>
                    <a:pt x="57746" y="132501"/>
                    <a:pt x="76171" y="117163"/>
                  </a:cubicBezTo>
                  <a:cubicBezTo>
                    <a:pt x="77681" y="132501"/>
                    <a:pt x="83118" y="138695"/>
                    <a:pt x="95502" y="138695"/>
                  </a:cubicBezTo>
                  <a:cubicBezTo>
                    <a:pt x="105771" y="138695"/>
                    <a:pt x="112114" y="135155"/>
                    <a:pt x="122686" y="123947"/>
                  </a:cubicBezTo>
                  <a:lnTo>
                    <a:pt x="122686" y="116278"/>
                  </a:lnTo>
                  <a:close/>
                  <a:moveTo>
                    <a:pt x="75869" y="99465"/>
                  </a:moveTo>
                  <a:cubicBezTo>
                    <a:pt x="75869" y="108609"/>
                    <a:pt x="74359" y="111263"/>
                    <a:pt x="68016" y="114803"/>
                  </a:cubicBezTo>
                  <a:cubicBezTo>
                    <a:pt x="60767" y="118932"/>
                    <a:pt x="52309" y="121587"/>
                    <a:pt x="45966" y="121587"/>
                  </a:cubicBezTo>
                  <a:cubicBezTo>
                    <a:pt x="35395" y="121587"/>
                    <a:pt x="26937" y="111558"/>
                    <a:pt x="26937" y="98875"/>
                  </a:cubicBezTo>
                  <a:lnTo>
                    <a:pt x="26937" y="97695"/>
                  </a:lnTo>
                  <a:cubicBezTo>
                    <a:pt x="26937" y="80292"/>
                    <a:pt x="39321" y="69674"/>
                    <a:pt x="75869" y="56695"/>
                  </a:cubicBezTo>
                  <a:lnTo>
                    <a:pt x="75869" y="99465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E571C09-D70F-BBAF-ADE1-67EB60F758F2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3541122" y="4203778"/>
              <a:ext cx="71886" cy="201460"/>
            </a:xfrm>
            <a:custGeom>
              <a:avLst/>
              <a:gdLst>
                <a:gd name="connsiteX0" fmla="*/ 362 w 71886"/>
                <a:gd name="connsiteY0" fmla="*/ 17760 h 201460"/>
                <a:gd name="connsiteX1" fmla="*/ 2174 w 71886"/>
                <a:gd name="connsiteY1" fmla="*/ 17760 h 201460"/>
                <a:gd name="connsiteX2" fmla="*/ 11537 w 71886"/>
                <a:gd name="connsiteY2" fmla="*/ 17170 h 201460"/>
                <a:gd name="connsiteX3" fmla="*/ 24223 w 71886"/>
                <a:gd name="connsiteY3" fmla="*/ 35163 h 201460"/>
                <a:gd name="connsiteX4" fmla="*/ 24223 w 71886"/>
                <a:gd name="connsiteY4" fmla="*/ 175860 h 201460"/>
                <a:gd name="connsiteX5" fmla="*/ 966 w 71886"/>
                <a:gd name="connsiteY5" fmla="*/ 197098 h 201460"/>
                <a:gd name="connsiteX6" fmla="*/ 966 w 71886"/>
                <a:gd name="connsiteY6" fmla="*/ 201522 h 201460"/>
                <a:gd name="connsiteX7" fmla="*/ 72248 w 71886"/>
                <a:gd name="connsiteY7" fmla="*/ 201522 h 201460"/>
                <a:gd name="connsiteX8" fmla="*/ 72248 w 71886"/>
                <a:gd name="connsiteY8" fmla="*/ 197098 h 201460"/>
                <a:gd name="connsiteX9" fmla="*/ 49595 w 71886"/>
                <a:gd name="connsiteY9" fmla="*/ 176745 h 201460"/>
                <a:gd name="connsiteX10" fmla="*/ 49595 w 71886"/>
                <a:gd name="connsiteY10" fmla="*/ 652 h 201460"/>
                <a:gd name="connsiteX11" fmla="*/ 48387 w 71886"/>
                <a:gd name="connsiteY11" fmla="*/ 62 h 201460"/>
                <a:gd name="connsiteX12" fmla="*/ 362 w 71886"/>
                <a:gd name="connsiteY12" fmla="*/ 13040 h 201460"/>
                <a:gd name="connsiteX13" fmla="*/ 362 w 71886"/>
                <a:gd name="connsiteY13" fmla="*/ 1776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86" h="201460">
                  <a:moveTo>
                    <a:pt x="362" y="17760"/>
                  </a:moveTo>
                  <a:lnTo>
                    <a:pt x="2174" y="17760"/>
                  </a:lnTo>
                  <a:cubicBezTo>
                    <a:pt x="5496" y="17465"/>
                    <a:pt x="9121" y="17170"/>
                    <a:pt x="11537" y="17170"/>
                  </a:cubicBezTo>
                  <a:cubicBezTo>
                    <a:pt x="21203" y="17170"/>
                    <a:pt x="24223" y="21299"/>
                    <a:pt x="24223" y="35163"/>
                  </a:cubicBezTo>
                  <a:lnTo>
                    <a:pt x="24223" y="175860"/>
                  </a:lnTo>
                  <a:cubicBezTo>
                    <a:pt x="24223" y="191788"/>
                    <a:pt x="19995" y="195623"/>
                    <a:pt x="966" y="197098"/>
                  </a:cubicBezTo>
                  <a:lnTo>
                    <a:pt x="966" y="201522"/>
                  </a:lnTo>
                  <a:lnTo>
                    <a:pt x="72248" y="201522"/>
                  </a:lnTo>
                  <a:lnTo>
                    <a:pt x="72248" y="197098"/>
                  </a:lnTo>
                  <a:cubicBezTo>
                    <a:pt x="53220" y="195918"/>
                    <a:pt x="49595" y="192968"/>
                    <a:pt x="49595" y="176745"/>
                  </a:cubicBezTo>
                  <a:lnTo>
                    <a:pt x="49595" y="652"/>
                  </a:lnTo>
                  <a:lnTo>
                    <a:pt x="48387" y="62"/>
                  </a:lnTo>
                  <a:cubicBezTo>
                    <a:pt x="32680" y="5076"/>
                    <a:pt x="21203" y="8026"/>
                    <a:pt x="362" y="13040"/>
                  </a:cubicBezTo>
                  <a:lnTo>
                    <a:pt x="362" y="17760"/>
                  </a:ln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56DBB90-DDBA-FDA3-4DC3-E200FAA5E745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3696534" y="4205253"/>
              <a:ext cx="172467" cy="261042"/>
            </a:xfrm>
            <a:custGeom>
              <a:avLst/>
              <a:gdLst>
                <a:gd name="connsiteX0" fmla="*/ 55340 w 172467"/>
                <a:gd name="connsiteY0" fmla="*/ 83243 h 261042"/>
                <a:gd name="connsiteX1" fmla="*/ 82524 w 172467"/>
                <a:gd name="connsiteY1" fmla="*/ 83243 h 261042"/>
                <a:gd name="connsiteX2" fmla="*/ 55944 w 172467"/>
                <a:gd name="connsiteY2" fmla="*/ 207127 h 261042"/>
                <a:gd name="connsiteX3" fmla="*/ 26646 w 172467"/>
                <a:gd name="connsiteY3" fmla="*/ 254911 h 261042"/>
                <a:gd name="connsiteX4" fmla="*/ 20605 w 172467"/>
                <a:gd name="connsiteY4" fmla="*/ 250192 h 261042"/>
                <a:gd name="connsiteX5" fmla="*/ 21813 w 172467"/>
                <a:gd name="connsiteY5" fmla="*/ 246947 h 261042"/>
                <a:gd name="connsiteX6" fmla="*/ 23323 w 172467"/>
                <a:gd name="connsiteY6" fmla="*/ 242228 h 261042"/>
                <a:gd name="connsiteX7" fmla="*/ 11544 w 172467"/>
                <a:gd name="connsiteY7" fmla="*/ 231019 h 261042"/>
                <a:gd name="connsiteX8" fmla="*/ 368 w 172467"/>
                <a:gd name="connsiteY8" fmla="*/ 243113 h 261042"/>
                <a:gd name="connsiteX9" fmla="*/ 24230 w 172467"/>
                <a:gd name="connsiteY9" fmla="*/ 261106 h 261042"/>
                <a:gd name="connsiteX10" fmla="*/ 84639 w 172467"/>
                <a:gd name="connsiteY10" fmla="*/ 177631 h 261042"/>
                <a:gd name="connsiteX11" fmla="*/ 106386 w 172467"/>
                <a:gd name="connsiteY11" fmla="*/ 83243 h 261042"/>
                <a:gd name="connsiteX12" fmla="*/ 139309 w 172467"/>
                <a:gd name="connsiteY12" fmla="*/ 83243 h 261042"/>
                <a:gd name="connsiteX13" fmla="*/ 141121 w 172467"/>
                <a:gd name="connsiteY13" fmla="*/ 73804 h 261042"/>
                <a:gd name="connsiteX14" fmla="*/ 108500 w 172467"/>
                <a:gd name="connsiteY14" fmla="*/ 73804 h 261042"/>
                <a:gd name="connsiteX15" fmla="*/ 145350 w 172467"/>
                <a:gd name="connsiteY15" fmla="*/ 6552 h 261042"/>
                <a:gd name="connsiteX16" fmla="*/ 151995 w 172467"/>
                <a:gd name="connsiteY16" fmla="*/ 10092 h 261042"/>
                <a:gd name="connsiteX17" fmla="*/ 150787 w 172467"/>
                <a:gd name="connsiteY17" fmla="*/ 13041 h 261042"/>
                <a:gd name="connsiteX18" fmla="*/ 148974 w 172467"/>
                <a:gd name="connsiteY18" fmla="*/ 19235 h 261042"/>
                <a:gd name="connsiteX19" fmla="*/ 160150 w 172467"/>
                <a:gd name="connsiteY19" fmla="*/ 31034 h 261042"/>
                <a:gd name="connsiteX20" fmla="*/ 172836 w 172467"/>
                <a:gd name="connsiteY20" fmla="*/ 19235 h 261042"/>
                <a:gd name="connsiteX21" fmla="*/ 146860 w 172467"/>
                <a:gd name="connsiteY21" fmla="*/ 63 h 261042"/>
                <a:gd name="connsiteX22" fmla="*/ 109406 w 172467"/>
                <a:gd name="connsiteY22" fmla="*/ 20415 h 261042"/>
                <a:gd name="connsiteX23" fmla="*/ 85243 w 172467"/>
                <a:gd name="connsiteY23" fmla="*/ 73804 h 261042"/>
                <a:gd name="connsiteX24" fmla="*/ 57455 w 172467"/>
                <a:gd name="connsiteY24" fmla="*/ 73804 h 261042"/>
                <a:gd name="connsiteX25" fmla="*/ 55340 w 172467"/>
                <a:gd name="connsiteY25" fmla="*/ 83243 h 26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467" h="261042">
                  <a:moveTo>
                    <a:pt x="55340" y="83243"/>
                  </a:moveTo>
                  <a:lnTo>
                    <a:pt x="82524" y="83243"/>
                  </a:lnTo>
                  <a:lnTo>
                    <a:pt x="55944" y="207127"/>
                  </a:lnTo>
                  <a:cubicBezTo>
                    <a:pt x="49299" y="238688"/>
                    <a:pt x="39332" y="254911"/>
                    <a:pt x="26646" y="254911"/>
                  </a:cubicBezTo>
                  <a:cubicBezTo>
                    <a:pt x="23021" y="254911"/>
                    <a:pt x="20605" y="252847"/>
                    <a:pt x="20605" y="250192"/>
                  </a:cubicBezTo>
                  <a:cubicBezTo>
                    <a:pt x="20605" y="249307"/>
                    <a:pt x="20907" y="248422"/>
                    <a:pt x="21813" y="246947"/>
                  </a:cubicBezTo>
                  <a:cubicBezTo>
                    <a:pt x="23021" y="245178"/>
                    <a:pt x="23323" y="243998"/>
                    <a:pt x="23323" y="242228"/>
                  </a:cubicBezTo>
                  <a:cubicBezTo>
                    <a:pt x="23323" y="236034"/>
                    <a:pt x="17887" y="231019"/>
                    <a:pt x="11544" y="231019"/>
                  </a:cubicBezTo>
                  <a:cubicBezTo>
                    <a:pt x="5201" y="231019"/>
                    <a:pt x="368" y="236329"/>
                    <a:pt x="368" y="243113"/>
                  </a:cubicBezTo>
                  <a:cubicBezTo>
                    <a:pt x="368" y="253142"/>
                    <a:pt x="10940" y="261106"/>
                    <a:pt x="24230" y="261106"/>
                  </a:cubicBezTo>
                  <a:cubicBezTo>
                    <a:pt x="51112" y="261106"/>
                    <a:pt x="72255" y="231904"/>
                    <a:pt x="84639" y="177631"/>
                  </a:cubicBezTo>
                  <a:lnTo>
                    <a:pt x="106386" y="83243"/>
                  </a:lnTo>
                  <a:lnTo>
                    <a:pt x="139309" y="83243"/>
                  </a:lnTo>
                  <a:lnTo>
                    <a:pt x="141121" y="73804"/>
                  </a:lnTo>
                  <a:lnTo>
                    <a:pt x="108500" y="73804"/>
                  </a:lnTo>
                  <a:cubicBezTo>
                    <a:pt x="117260" y="27494"/>
                    <a:pt x="128435" y="6552"/>
                    <a:pt x="145350" y="6552"/>
                  </a:cubicBezTo>
                  <a:cubicBezTo>
                    <a:pt x="149276" y="6552"/>
                    <a:pt x="151995" y="8027"/>
                    <a:pt x="151995" y="10092"/>
                  </a:cubicBezTo>
                  <a:cubicBezTo>
                    <a:pt x="151995" y="10976"/>
                    <a:pt x="151693" y="11566"/>
                    <a:pt x="150787" y="13041"/>
                  </a:cubicBezTo>
                  <a:cubicBezTo>
                    <a:pt x="149578" y="15696"/>
                    <a:pt x="148974" y="17171"/>
                    <a:pt x="148974" y="19235"/>
                  </a:cubicBezTo>
                  <a:cubicBezTo>
                    <a:pt x="148974" y="26315"/>
                    <a:pt x="153505" y="31034"/>
                    <a:pt x="160150" y="31034"/>
                  </a:cubicBezTo>
                  <a:cubicBezTo>
                    <a:pt x="167097" y="31034"/>
                    <a:pt x="172836" y="25725"/>
                    <a:pt x="172836" y="19235"/>
                  </a:cubicBezTo>
                  <a:cubicBezTo>
                    <a:pt x="172836" y="8322"/>
                    <a:pt x="161660" y="63"/>
                    <a:pt x="146860" y="63"/>
                  </a:cubicBezTo>
                  <a:cubicBezTo>
                    <a:pt x="132060" y="63"/>
                    <a:pt x="120280" y="6552"/>
                    <a:pt x="109406" y="20415"/>
                  </a:cubicBezTo>
                  <a:cubicBezTo>
                    <a:pt x="100345" y="31919"/>
                    <a:pt x="94304" y="45487"/>
                    <a:pt x="85243" y="73804"/>
                  </a:cubicBezTo>
                  <a:lnTo>
                    <a:pt x="57455" y="73804"/>
                  </a:lnTo>
                  <a:lnTo>
                    <a:pt x="55340" y="83243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80B21337-5E8B-CFC2-A81F-FFE69AE94A73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3839500" y="4302410"/>
              <a:ext cx="99463" cy="147552"/>
            </a:xfrm>
            <a:custGeom>
              <a:avLst/>
              <a:gdLst>
                <a:gd name="connsiteX0" fmla="*/ 99834 w 99463"/>
                <a:gd name="connsiteY0" fmla="*/ 117713 h 147552"/>
                <a:gd name="connsiteX1" fmla="*/ 96929 w 99463"/>
                <a:gd name="connsiteY1" fmla="*/ 116622 h 147552"/>
                <a:gd name="connsiteX2" fmla="*/ 75695 w 99463"/>
                <a:gd name="connsiteY2" fmla="*/ 131028 h 147552"/>
                <a:gd name="connsiteX3" fmla="*/ 22275 w 99463"/>
                <a:gd name="connsiteY3" fmla="*/ 131028 h 147552"/>
                <a:gd name="connsiteX4" fmla="*/ 59826 w 99463"/>
                <a:gd name="connsiteY4" fmla="*/ 92612 h 147552"/>
                <a:gd name="connsiteX5" fmla="*/ 88435 w 99463"/>
                <a:gd name="connsiteY5" fmla="*/ 38699 h 147552"/>
                <a:gd name="connsiteX6" fmla="*/ 47085 w 99463"/>
                <a:gd name="connsiteY6" fmla="*/ 64 h 147552"/>
                <a:gd name="connsiteX7" fmla="*/ 14899 w 99463"/>
                <a:gd name="connsiteY7" fmla="*/ 13597 h 147552"/>
                <a:gd name="connsiteX8" fmla="*/ 595 w 99463"/>
                <a:gd name="connsiteY8" fmla="*/ 43501 h 147552"/>
                <a:gd name="connsiteX9" fmla="*/ 5288 w 99463"/>
                <a:gd name="connsiteY9" fmla="*/ 44592 h 147552"/>
                <a:gd name="connsiteX10" fmla="*/ 37698 w 99463"/>
                <a:gd name="connsiteY10" fmla="*/ 16216 h 147552"/>
                <a:gd name="connsiteX11" fmla="*/ 69213 w 99463"/>
                <a:gd name="connsiteY11" fmla="*/ 46993 h 147552"/>
                <a:gd name="connsiteX12" fmla="*/ 40156 w 99463"/>
                <a:gd name="connsiteY12" fmla="*/ 103744 h 147552"/>
                <a:gd name="connsiteX13" fmla="*/ 371 w 99463"/>
                <a:gd name="connsiteY13" fmla="*/ 144997 h 147552"/>
                <a:gd name="connsiteX14" fmla="*/ 371 w 99463"/>
                <a:gd name="connsiteY14" fmla="*/ 147617 h 147552"/>
                <a:gd name="connsiteX15" fmla="*/ 87541 w 99463"/>
                <a:gd name="connsiteY15" fmla="*/ 147617 h 147552"/>
                <a:gd name="connsiteX16" fmla="*/ 99834 w 99463"/>
                <a:gd name="connsiteY16" fmla="*/ 117713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63" h="147552">
                  <a:moveTo>
                    <a:pt x="99834" y="117713"/>
                  </a:moveTo>
                  <a:lnTo>
                    <a:pt x="96929" y="116622"/>
                  </a:lnTo>
                  <a:cubicBezTo>
                    <a:pt x="88659" y="129064"/>
                    <a:pt x="85753" y="131028"/>
                    <a:pt x="75695" y="131028"/>
                  </a:cubicBezTo>
                  <a:lnTo>
                    <a:pt x="22275" y="131028"/>
                  </a:lnTo>
                  <a:lnTo>
                    <a:pt x="59826" y="92612"/>
                  </a:lnTo>
                  <a:cubicBezTo>
                    <a:pt x="79718" y="72313"/>
                    <a:pt x="88435" y="55724"/>
                    <a:pt x="88435" y="38699"/>
                  </a:cubicBezTo>
                  <a:cubicBezTo>
                    <a:pt x="88435" y="16871"/>
                    <a:pt x="70331" y="64"/>
                    <a:pt x="47085" y="64"/>
                  </a:cubicBezTo>
                  <a:cubicBezTo>
                    <a:pt x="34792" y="64"/>
                    <a:pt x="23169" y="4866"/>
                    <a:pt x="14899" y="13597"/>
                  </a:cubicBezTo>
                  <a:cubicBezTo>
                    <a:pt x="7747" y="21018"/>
                    <a:pt x="4394" y="28003"/>
                    <a:pt x="595" y="43501"/>
                  </a:cubicBezTo>
                  <a:lnTo>
                    <a:pt x="5288" y="44592"/>
                  </a:lnTo>
                  <a:cubicBezTo>
                    <a:pt x="14229" y="23201"/>
                    <a:pt x="22275" y="16216"/>
                    <a:pt x="37698" y="16216"/>
                  </a:cubicBezTo>
                  <a:cubicBezTo>
                    <a:pt x="56473" y="16216"/>
                    <a:pt x="69213" y="28658"/>
                    <a:pt x="69213" y="46993"/>
                  </a:cubicBezTo>
                  <a:cubicBezTo>
                    <a:pt x="69213" y="64018"/>
                    <a:pt x="58932" y="84318"/>
                    <a:pt x="40156" y="103744"/>
                  </a:cubicBezTo>
                  <a:lnTo>
                    <a:pt x="371" y="144997"/>
                  </a:lnTo>
                  <a:lnTo>
                    <a:pt x="371" y="147617"/>
                  </a:lnTo>
                  <a:lnTo>
                    <a:pt x="87541" y="147617"/>
                  </a:lnTo>
                  <a:lnTo>
                    <a:pt x="99834" y="117713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BD7B39AB-760C-1D44-8D02-CC522E74E1FE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3990032" y="4184015"/>
              <a:ext cx="70074" cy="294963"/>
            </a:xfrm>
            <a:custGeom>
              <a:avLst/>
              <a:gdLst>
                <a:gd name="connsiteX0" fmla="*/ 70450 w 70074"/>
                <a:gd name="connsiteY0" fmla="*/ 292076 h 294963"/>
                <a:gd name="connsiteX1" fmla="*/ 65315 w 70074"/>
                <a:gd name="connsiteY1" fmla="*/ 285587 h 294963"/>
                <a:gd name="connsiteX2" fmla="*/ 17894 w 70074"/>
                <a:gd name="connsiteY2" fmla="*/ 147544 h 294963"/>
                <a:gd name="connsiteX3" fmla="*/ 66524 w 70074"/>
                <a:gd name="connsiteY3" fmla="*/ 8026 h 294963"/>
                <a:gd name="connsiteX4" fmla="*/ 70450 w 70074"/>
                <a:gd name="connsiteY4" fmla="*/ 3012 h 294963"/>
                <a:gd name="connsiteX5" fmla="*/ 67430 w 70074"/>
                <a:gd name="connsiteY5" fmla="*/ 62 h 294963"/>
                <a:gd name="connsiteX6" fmla="*/ 19405 w 70074"/>
                <a:gd name="connsiteY6" fmla="*/ 57580 h 294963"/>
                <a:gd name="connsiteX7" fmla="*/ 376 w 70074"/>
                <a:gd name="connsiteY7" fmla="*/ 147544 h 294963"/>
                <a:gd name="connsiteX8" fmla="*/ 20311 w 70074"/>
                <a:gd name="connsiteY8" fmla="*/ 239572 h 294963"/>
                <a:gd name="connsiteX9" fmla="*/ 67430 w 70074"/>
                <a:gd name="connsiteY9" fmla="*/ 295026 h 294963"/>
                <a:gd name="connsiteX10" fmla="*/ 70450 w 70074"/>
                <a:gd name="connsiteY10" fmla="*/ 292076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74" h="294963">
                  <a:moveTo>
                    <a:pt x="70450" y="292076"/>
                  </a:moveTo>
                  <a:cubicBezTo>
                    <a:pt x="70450" y="291191"/>
                    <a:pt x="70450" y="290601"/>
                    <a:pt x="65315" y="285587"/>
                  </a:cubicBezTo>
                  <a:cubicBezTo>
                    <a:pt x="27560" y="248421"/>
                    <a:pt x="17894" y="192673"/>
                    <a:pt x="17894" y="147544"/>
                  </a:cubicBezTo>
                  <a:cubicBezTo>
                    <a:pt x="17894" y="96220"/>
                    <a:pt x="29372" y="44897"/>
                    <a:pt x="66524" y="8026"/>
                  </a:cubicBezTo>
                  <a:cubicBezTo>
                    <a:pt x="70450" y="4487"/>
                    <a:pt x="70450" y="3897"/>
                    <a:pt x="70450" y="3012"/>
                  </a:cubicBezTo>
                  <a:cubicBezTo>
                    <a:pt x="70450" y="947"/>
                    <a:pt x="69242" y="62"/>
                    <a:pt x="67430" y="62"/>
                  </a:cubicBezTo>
                  <a:cubicBezTo>
                    <a:pt x="64409" y="62"/>
                    <a:pt x="37225" y="20120"/>
                    <a:pt x="19405" y="57580"/>
                  </a:cubicBezTo>
                  <a:cubicBezTo>
                    <a:pt x="4000" y="90026"/>
                    <a:pt x="376" y="122767"/>
                    <a:pt x="376" y="147544"/>
                  </a:cubicBezTo>
                  <a:cubicBezTo>
                    <a:pt x="376" y="170551"/>
                    <a:pt x="3698" y="206242"/>
                    <a:pt x="20311" y="239572"/>
                  </a:cubicBezTo>
                  <a:cubicBezTo>
                    <a:pt x="38433" y="275853"/>
                    <a:pt x="64409" y="295026"/>
                    <a:pt x="67430" y="295026"/>
                  </a:cubicBezTo>
                  <a:cubicBezTo>
                    <a:pt x="69242" y="295026"/>
                    <a:pt x="70450" y="294141"/>
                    <a:pt x="70450" y="292076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02C0BC8A-6231-744B-3CF6-4D6BB9870A05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4069603" y="4275159"/>
              <a:ext cx="143169" cy="133323"/>
            </a:xfrm>
            <a:custGeom>
              <a:avLst/>
              <a:gdLst>
                <a:gd name="connsiteX0" fmla="*/ 129956 w 143169"/>
                <a:gd name="connsiteY0" fmla="*/ 97401 h 133323"/>
                <a:gd name="connsiteX1" fmla="*/ 123311 w 143169"/>
                <a:gd name="connsiteY1" fmla="*/ 105365 h 133323"/>
                <a:gd name="connsiteX2" fmla="*/ 109417 w 143169"/>
                <a:gd name="connsiteY2" fmla="*/ 117163 h 133323"/>
                <a:gd name="connsiteX3" fmla="*/ 100054 w 143169"/>
                <a:gd name="connsiteY3" fmla="*/ 105070 h 133323"/>
                <a:gd name="connsiteX4" fmla="*/ 98846 w 143169"/>
                <a:gd name="connsiteY4" fmla="*/ 100055 h 133323"/>
                <a:gd name="connsiteX5" fmla="*/ 87972 w 143169"/>
                <a:gd name="connsiteY5" fmla="*/ 52271 h 133323"/>
                <a:gd name="connsiteX6" fmla="*/ 117573 w 143169"/>
                <a:gd name="connsiteY6" fmla="*/ 16581 h 133323"/>
                <a:gd name="connsiteX7" fmla="*/ 124822 w 143169"/>
                <a:gd name="connsiteY7" fmla="*/ 18940 h 133323"/>
                <a:gd name="connsiteX8" fmla="*/ 132977 w 143169"/>
                <a:gd name="connsiteY8" fmla="*/ 21595 h 133323"/>
                <a:gd name="connsiteX9" fmla="*/ 143549 w 143169"/>
                <a:gd name="connsiteY9" fmla="*/ 10976 h 133323"/>
                <a:gd name="connsiteX10" fmla="*/ 131165 w 143169"/>
                <a:gd name="connsiteY10" fmla="*/ 63 h 133323"/>
                <a:gd name="connsiteX11" fmla="*/ 85556 w 143169"/>
                <a:gd name="connsiteY11" fmla="*/ 42243 h 133323"/>
                <a:gd name="connsiteX12" fmla="*/ 82233 w 143169"/>
                <a:gd name="connsiteY12" fmla="*/ 26020 h 133323"/>
                <a:gd name="connsiteX13" fmla="*/ 66527 w 143169"/>
                <a:gd name="connsiteY13" fmla="*/ 63 h 133323"/>
                <a:gd name="connsiteX14" fmla="*/ 31188 w 143169"/>
                <a:gd name="connsiteY14" fmla="*/ 8617 h 133323"/>
                <a:gd name="connsiteX15" fmla="*/ 27865 w 143169"/>
                <a:gd name="connsiteY15" fmla="*/ 9797 h 133323"/>
                <a:gd name="connsiteX16" fmla="*/ 29073 w 143169"/>
                <a:gd name="connsiteY16" fmla="*/ 14221 h 133323"/>
                <a:gd name="connsiteX17" fmla="*/ 45988 w 143169"/>
                <a:gd name="connsiteY17" fmla="*/ 10976 h 133323"/>
                <a:gd name="connsiteX18" fmla="*/ 59580 w 143169"/>
                <a:gd name="connsiteY18" fmla="*/ 31329 h 133323"/>
                <a:gd name="connsiteX19" fmla="*/ 68339 w 143169"/>
                <a:gd name="connsiteY19" fmla="*/ 67609 h 133323"/>
                <a:gd name="connsiteX20" fmla="*/ 43572 w 143169"/>
                <a:gd name="connsiteY20" fmla="*/ 102120 h 133323"/>
                <a:gd name="connsiteX21" fmla="*/ 28167 w 143169"/>
                <a:gd name="connsiteY21" fmla="*/ 116278 h 133323"/>
                <a:gd name="connsiteX22" fmla="*/ 20314 w 143169"/>
                <a:gd name="connsiteY22" fmla="*/ 113624 h 133323"/>
                <a:gd name="connsiteX23" fmla="*/ 10649 w 143169"/>
                <a:gd name="connsiteY23" fmla="*/ 110674 h 133323"/>
                <a:gd name="connsiteX24" fmla="*/ 379 w 143169"/>
                <a:gd name="connsiteY24" fmla="*/ 120998 h 133323"/>
                <a:gd name="connsiteX25" fmla="*/ 15481 w 143169"/>
                <a:gd name="connsiteY25" fmla="*/ 133386 h 133323"/>
                <a:gd name="connsiteX26" fmla="*/ 43572 w 143169"/>
                <a:gd name="connsiteY26" fmla="*/ 112739 h 133323"/>
                <a:gd name="connsiteX27" fmla="*/ 70756 w 143169"/>
                <a:gd name="connsiteY27" fmla="*/ 78228 h 133323"/>
                <a:gd name="connsiteX28" fmla="*/ 79817 w 143169"/>
                <a:gd name="connsiteY28" fmla="*/ 113624 h 133323"/>
                <a:gd name="connsiteX29" fmla="*/ 97336 w 143169"/>
                <a:gd name="connsiteY29" fmla="*/ 133386 h 133323"/>
                <a:gd name="connsiteX30" fmla="*/ 134185 w 143169"/>
                <a:gd name="connsiteY30" fmla="*/ 99760 h 133323"/>
                <a:gd name="connsiteX31" fmla="*/ 129956 w 143169"/>
                <a:gd name="connsiteY31" fmla="*/ 97401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169" h="133323">
                  <a:moveTo>
                    <a:pt x="129956" y="97401"/>
                  </a:moveTo>
                  <a:cubicBezTo>
                    <a:pt x="127540" y="100055"/>
                    <a:pt x="126030" y="101825"/>
                    <a:pt x="123311" y="105365"/>
                  </a:cubicBezTo>
                  <a:cubicBezTo>
                    <a:pt x="116364" y="114214"/>
                    <a:pt x="112740" y="117163"/>
                    <a:pt x="109417" y="117163"/>
                  </a:cubicBezTo>
                  <a:cubicBezTo>
                    <a:pt x="104887" y="117163"/>
                    <a:pt x="102168" y="113329"/>
                    <a:pt x="100054" y="105070"/>
                  </a:cubicBezTo>
                  <a:cubicBezTo>
                    <a:pt x="99450" y="102710"/>
                    <a:pt x="99148" y="100940"/>
                    <a:pt x="98846" y="100055"/>
                  </a:cubicBezTo>
                  <a:cubicBezTo>
                    <a:pt x="91295" y="70264"/>
                    <a:pt x="87972" y="56696"/>
                    <a:pt x="87972" y="52271"/>
                  </a:cubicBezTo>
                  <a:cubicBezTo>
                    <a:pt x="101262" y="29559"/>
                    <a:pt x="112136" y="16581"/>
                    <a:pt x="117573" y="16581"/>
                  </a:cubicBezTo>
                  <a:cubicBezTo>
                    <a:pt x="119385" y="16581"/>
                    <a:pt x="121801" y="17466"/>
                    <a:pt x="124822" y="18940"/>
                  </a:cubicBezTo>
                  <a:cubicBezTo>
                    <a:pt x="128446" y="21005"/>
                    <a:pt x="130561" y="21595"/>
                    <a:pt x="132977" y="21595"/>
                  </a:cubicBezTo>
                  <a:cubicBezTo>
                    <a:pt x="139320" y="21595"/>
                    <a:pt x="143549" y="17171"/>
                    <a:pt x="143549" y="10976"/>
                  </a:cubicBezTo>
                  <a:cubicBezTo>
                    <a:pt x="143549" y="4782"/>
                    <a:pt x="138414" y="63"/>
                    <a:pt x="131165" y="63"/>
                  </a:cubicBezTo>
                  <a:cubicBezTo>
                    <a:pt x="117875" y="63"/>
                    <a:pt x="106397" y="10681"/>
                    <a:pt x="85556" y="42243"/>
                  </a:cubicBezTo>
                  <a:lnTo>
                    <a:pt x="82233" y="26020"/>
                  </a:lnTo>
                  <a:cubicBezTo>
                    <a:pt x="78005" y="5962"/>
                    <a:pt x="74682" y="63"/>
                    <a:pt x="66527" y="63"/>
                  </a:cubicBezTo>
                  <a:cubicBezTo>
                    <a:pt x="59882" y="63"/>
                    <a:pt x="49612" y="2717"/>
                    <a:pt x="31188" y="8617"/>
                  </a:cubicBezTo>
                  <a:lnTo>
                    <a:pt x="27865" y="9797"/>
                  </a:lnTo>
                  <a:lnTo>
                    <a:pt x="29073" y="14221"/>
                  </a:lnTo>
                  <a:cubicBezTo>
                    <a:pt x="40551" y="11566"/>
                    <a:pt x="43270" y="10976"/>
                    <a:pt x="45988" y="10976"/>
                  </a:cubicBezTo>
                  <a:cubicBezTo>
                    <a:pt x="53539" y="10976"/>
                    <a:pt x="55351" y="13631"/>
                    <a:pt x="59580" y="31329"/>
                  </a:cubicBezTo>
                  <a:lnTo>
                    <a:pt x="68339" y="67609"/>
                  </a:lnTo>
                  <a:lnTo>
                    <a:pt x="43572" y="102120"/>
                  </a:lnTo>
                  <a:cubicBezTo>
                    <a:pt x="37531" y="110969"/>
                    <a:pt x="31490" y="116278"/>
                    <a:pt x="28167" y="116278"/>
                  </a:cubicBezTo>
                  <a:cubicBezTo>
                    <a:pt x="26355" y="116278"/>
                    <a:pt x="23335" y="115394"/>
                    <a:pt x="20314" y="113624"/>
                  </a:cubicBezTo>
                  <a:cubicBezTo>
                    <a:pt x="16388" y="111559"/>
                    <a:pt x="13065" y="110674"/>
                    <a:pt x="10649" y="110674"/>
                  </a:cubicBezTo>
                  <a:cubicBezTo>
                    <a:pt x="4910" y="110674"/>
                    <a:pt x="379" y="115099"/>
                    <a:pt x="379" y="120998"/>
                  </a:cubicBezTo>
                  <a:cubicBezTo>
                    <a:pt x="379" y="128667"/>
                    <a:pt x="6420" y="133386"/>
                    <a:pt x="15481" y="133386"/>
                  </a:cubicBezTo>
                  <a:cubicBezTo>
                    <a:pt x="24845" y="133386"/>
                    <a:pt x="28469" y="130732"/>
                    <a:pt x="43572" y="112739"/>
                  </a:cubicBezTo>
                  <a:cubicBezTo>
                    <a:pt x="51727" y="103300"/>
                    <a:pt x="58070" y="95336"/>
                    <a:pt x="70756" y="78228"/>
                  </a:cubicBezTo>
                  <a:lnTo>
                    <a:pt x="79817" y="113624"/>
                  </a:lnTo>
                  <a:cubicBezTo>
                    <a:pt x="83744" y="128667"/>
                    <a:pt x="87670" y="133386"/>
                    <a:pt x="97336" y="133386"/>
                  </a:cubicBezTo>
                  <a:cubicBezTo>
                    <a:pt x="108813" y="133386"/>
                    <a:pt x="116666" y="126307"/>
                    <a:pt x="134185" y="99760"/>
                  </a:cubicBezTo>
                  <a:lnTo>
                    <a:pt x="129956" y="97401"/>
                  </a:lnTo>
                  <a:close/>
                </a:path>
              </a:pathLst>
            </a:custGeom>
            <a:solidFill>
              <a:srgbClr val="FFFFFF"/>
            </a:solidFill>
            <a:ln w="304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24475855-573E-7492-0AD4-8BAB9B698BF2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4230490" y="4184015"/>
              <a:ext cx="70074" cy="294963"/>
            </a:xfrm>
            <a:custGeom>
              <a:avLst/>
              <a:gdLst>
                <a:gd name="connsiteX0" fmla="*/ 70458 w 70074"/>
                <a:gd name="connsiteY0" fmla="*/ 147544 h 294963"/>
                <a:gd name="connsiteX1" fmla="*/ 50523 w 70074"/>
                <a:gd name="connsiteY1" fmla="*/ 55515 h 294963"/>
                <a:gd name="connsiteX2" fmla="*/ 3404 w 70074"/>
                <a:gd name="connsiteY2" fmla="*/ 62 h 294963"/>
                <a:gd name="connsiteX3" fmla="*/ 384 w 70074"/>
                <a:gd name="connsiteY3" fmla="*/ 3012 h 294963"/>
                <a:gd name="connsiteX4" fmla="*/ 6123 w 70074"/>
                <a:gd name="connsiteY4" fmla="*/ 9796 h 294963"/>
                <a:gd name="connsiteX5" fmla="*/ 52940 w 70074"/>
                <a:gd name="connsiteY5" fmla="*/ 147544 h 294963"/>
                <a:gd name="connsiteX6" fmla="*/ 4311 w 70074"/>
                <a:gd name="connsiteY6" fmla="*/ 287062 h 294963"/>
                <a:gd name="connsiteX7" fmla="*/ 384 w 70074"/>
                <a:gd name="connsiteY7" fmla="*/ 292076 h 294963"/>
                <a:gd name="connsiteX8" fmla="*/ 3404 w 70074"/>
                <a:gd name="connsiteY8" fmla="*/ 295026 h 294963"/>
                <a:gd name="connsiteX9" fmla="*/ 51430 w 70074"/>
                <a:gd name="connsiteY9" fmla="*/ 237508 h 294963"/>
                <a:gd name="connsiteX10" fmla="*/ 70458 w 70074"/>
                <a:gd name="connsiteY10" fmla="*/ 14754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74" h="294963">
                  <a:moveTo>
                    <a:pt x="70458" y="147544"/>
                  </a:moveTo>
                  <a:cubicBezTo>
                    <a:pt x="70458" y="124537"/>
                    <a:pt x="67136" y="88846"/>
                    <a:pt x="50523" y="55515"/>
                  </a:cubicBezTo>
                  <a:cubicBezTo>
                    <a:pt x="32401" y="19235"/>
                    <a:pt x="6425" y="62"/>
                    <a:pt x="3404" y="62"/>
                  </a:cubicBezTo>
                  <a:cubicBezTo>
                    <a:pt x="1592" y="62"/>
                    <a:pt x="384" y="1242"/>
                    <a:pt x="384" y="3012"/>
                  </a:cubicBezTo>
                  <a:cubicBezTo>
                    <a:pt x="384" y="3897"/>
                    <a:pt x="384" y="4487"/>
                    <a:pt x="6123" y="9796"/>
                  </a:cubicBezTo>
                  <a:cubicBezTo>
                    <a:pt x="35723" y="38997"/>
                    <a:pt x="52940" y="85897"/>
                    <a:pt x="52940" y="147544"/>
                  </a:cubicBezTo>
                  <a:cubicBezTo>
                    <a:pt x="52940" y="197983"/>
                    <a:pt x="41764" y="249896"/>
                    <a:pt x="4311" y="287062"/>
                  </a:cubicBezTo>
                  <a:cubicBezTo>
                    <a:pt x="384" y="290601"/>
                    <a:pt x="384" y="291191"/>
                    <a:pt x="384" y="292076"/>
                  </a:cubicBezTo>
                  <a:cubicBezTo>
                    <a:pt x="384" y="293846"/>
                    <a:pt x="1592" y="295026"/>
                    <a:pt x="3404" y="295026"/>
                  </a:cubicBezTo>
                  <a:cubicBezTo>
                    <a:pt x="6425" y="295026"/>
                    <a:pt x="33609" y="274968"/>
                    <a:pt x="51430" y="237508"/>
                  </a:cubicBezTo>
                  <a:cubicBezTo>
                    <a:pt x="66834" y="205062"/>
                    <a:pt x="70458" y="172321"/>
                    <a:pt x="70458" y="147544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4820B891-5755-93BB-39FD-F027779BCC3B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4355369" y="4269850"/>
              <a:ext cx="33526" cy="138632"/>
            </a:xfrm>
            <a:custGeom>
              <a:avLst/>
              <a:gdLst>
                <a:gd name="connsiteX0" fmla="*/ 17000 w 33526"/>
                <a:gd name="connsiteY0" fmla="*/ 62 h 138632"/>
                <a:gd name="connsiteX1" fmla="*/ 388 w 33526"/>
                <a:gd name="connsiteY1" fmla="*/ 16875 h 138632"/>
                <a:gd name="connsiteX2" fmla="*/ 16698 w 33526"/>
                <a:gd name="connsiteY2" fmla="*/ 32803 h 138632"/>
                <a:gd name="connsiteX3" fmla="*/ 33915 w 33526"/>
                <a:gd name="connsiteY3" fmla="*/ 16875 h 138632"/>
                <a:gd name="connsiteX4" fmla="*/ 17000 w 33526"/>
                <a:gd name="connsiteY4" fmla="*/ 62 h 138632"/>
                <a:gd name="connsiteX5" fmla="*/ 17000 w 33526"/>
                <a:gd name="connsiteY5" fmla="*/ 105954 h 138632"/>
                <a:gd name="connsiteX6" fmla="*/ 388 w 33526"/>
                <a:gd name="connsiteY6" fmla="*/ 122767 h 138632"/>
                <a:gd name="connsiteX7" fmla="*/ 16698 w 33526"/>
                <a:gd name="connsiteY7" fmla="*/ 138695 h 138632"/>
                <a:gd name="connsiteX8" fmla="*/ 33915 w 33526"/>
                <a:gd name="connsiteY8" fmla="*/ 122767 h 138632"/>
                <a:gd name="connsiteX9" fmla="*/ 17000 w 33526"/>
                <a:gd name="connsiteY9" fmla="*/ 10595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26" h="138632">
                  <a:moveTo>
                    <a:pt x="17000" y="62"/>
                  </a:moveTo>
                  <a:cubicBezTo>
                    <a:pt x="7939" y="62"/>
                    <a:pt x="388" y="7731"/>
                    <a:pt x="388" y="16875"/>
                  </a:cubicBezTo>
                  <a:cubicBezTo>
                    <a:pt x="388" y="25429"/>
                    <a:pt x="7939" y="32803"/>
                    <a:pt x="16698" y="32803"/>
                  </a:cubicBezTo>
                  <a:cubicBezTo>
                    <a:pt x="26062" y="32803"/>
                    <a:pt x="33915" y="25429"/>
                    <a:pt x="33915" y="16875"/>
                  </a:cubicBezTo>
                  <a:cubicBezTo>
                    <a:pt x="33915" y="7731"/>
                    <a:pt x="26062" y="62"/>
                    <a:pt x="17000" y="62"/>
                  </a:cubicBezTo>
                  <a:close/>
                  <a:moveTo>
                    <a:pt x="17000" y="105954"/>
                  </a:moveTo>
                  <a:cubicBezTo>
                    <a:pt x="7939" y="105954"/>
                    <a:pt x="388" y="113623"/>
                    <a:pt x="388" y="122767"/>
                  </a:cubicBezTo>
                  <a:cubicBezTo>
                    <a:pt x="388" y="131321"/>
                    <a:pt x="7939" y="138695"/>
                    <a:pt x="16698" y="138695"/>
                  </a:cubicBezTo>
                  <a:cubicBezTo>
                    <a:pt x="26062" y="138695"/>
                    <a:pt x="33915" y="131321"/>
                    <a:pt x="33915" y="122767"/>
                  </a:cubicBezTo>
                  <a:cubicBezTo>
                    <a:pt x="33915" y="113623"/>
                    <a:pt x="26062" y="105954"/>
                    <a:pt x="17000" y="105954"/>
                  </a:cubicBezTo>
                  <a:close/>
                </a:path>
              </a:pathLst>
            </a:custGeom>
            <a:solidFill>
              <a:srgbClr val="FFFFFF"/>
            </a:solidFill>
            <a:ln w="411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40" name="Group 83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then, the integral:}&#10;\end{align*}&#10;}&#10;\end{document}" title="IguanaTex Shape Display">
            <a:extLst>
              <a:ext uri="{FF2B5EF4-FFF2-40B4-BE49-F238E27FC236}">
                <a16:creationId xmlns:a16="http://schemas.microsoft.com/office/drawing/2014/main" id="{35C97EAD-CB07-3CEC-6178-6A917A9D7313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1802245" y="2623127"/>
            <a:ext cx="2091491" cy="272577"/>
            <a:chOff x="8578521" y="4914494"/>
            <a:chExt cx="2091491" cy="272577"/>
          </a:xfrm>
        </p:grpSpPr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7BDE7742-9E67-3527-198E-EF0C73D4667E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8578521" y="4945957"/>
              <a:ext cx="80184" cy="178188"/>
            </a:xfrm>
            <a:custGeom>
              <a:avLst/>
              <a:gdLst>
                <a:gd name="connsiteX0" fmla="*/ 73149 w 80184"/>
                <a:gd name="connsiteY0" fmla="*/ 39111 h 178188"/>
                <a:gd name="connsiteX1" fmla="*/ 42703 w 80184"/>
                <a:gd name="connsiteY1" fmla="*/ 39111 h 178188"/>
                <a:gd name="connsiteX2" fmla="*/ 42703 w 80184"/>
                <a:gd name="connsiteY2" fmla="*/ 4018 h 178188"/>
                <a:gd name="connsiteX3" fmla="*/ 40593 w 80184"/>
                <a:gd name="connsiteY3" fmla="*/ 85 h 178188"/>
                <a:gd name="connsiteX4" fmla="*/ 34564 w 80184"/>
                <a:gd name="connsiteY4" fmla="*/ 8555 h 178188"/>
                <a:gd name="connsiteX5" fmla="*/ 5323 w 80184"/>
                <a:gd name="connsiteY5" fmla="*/ 40926 h 178188"/>
                <a:gd name="connsiteX6" fmla="*/ 199 w 80184"/>
                <a:gd name="connsiteY6" fmla="*/ 46674 h 178188"/>
                <a:gd name="connsiteX7" fmla="*/ 1404 w 80184"/>
                <a:gd name="connsiteY7" fmla="*/ 48792 h 178188"/>
                <a:gd name="connsiteX8" fmla="*/ 17381 w 80184"/>
                <a:gd name="connsiteY8" fmla="*/ 48792 h 178188"/>
                <a:gd name="connsiteX9" fmla="*/ 17381 w 80184"/>
                <a:gd name="connsiteY9" fmla="*/ 139852 h 178188"/>
                <a:gd name="connsiteX10" fmla="*/ 44210 w 80184"/>
                <a:gd name="connsiteY10" fmla="*/ 178273 h 178188"/>
                <a:gd name="connsiteX11" fmla="*/ 80383 w 80184"/>
                <a:gd name="connsiteY11" fmla="*/ 155281 h 178188"/>
                <a:gd name="connsiteX12" fmla="*/ 76465 w 80184"/>
                <a:gd name="connsiteY12" fmla="*/ 151953 h 178188"/>
                <a:gd name="connsiteX13" fmla="*/ 58378 w 80184"/>
                <a:gd name="connsiteY13" fmla="*/ 162542 h 178188"/>
                <a:gd name="connsiteX14" fmla="*/ 42703 w 80184"/>
                <a:gd name="connsiteY14" fmla="*/ 135314 h 178188"/>
                <a:gd name="connsiteX15" fmla="*/ 42703 w 80184"/>
                <a:gd name="connsiteY15" fmla="*/ 48792 h 178188"/>
                <a:gd name="connsiteX16" fmla="*/ 73149 w 80184"/>
                <a:gd name="connsiteY16" fmla="*/ 48792 h 178188"/>
                <a:gd name="connsiteX17" fmla="*/ 73149 w 80184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184" h="178188">
                  <a:moveTo>
                    <a:pt x="73149" y="39111"/>
                  </a:moveTo>
                  <a:lnTo>
                    <a:pt x="42703" y="39111"/>
                  </a:lnTo>
                  <a:lnTo>
                    <a:pt x="42703" y="4018"/>
                  </a:lnTo>
                  <a:cubicBezTo>
                    <a:pt x="42703" y="992"/>
                    <a:pt x="42401" y="85"/>
                    <a:pt x="40593" y="85"/>
                  </a:cubicBezTo>
                  <a:cubicBezTo>
                    <a:pt x="38482" y="2807"/>
                    <a:pt x="36674" y="5530"/>
                    <a:pt x="34564" y="8555"/>
                  </a:cubicBezTo>
                  <a:cubicBezTo>
                    <a:pt x="23109" y="25194"/>
                    <a:pt x="10146" y="39716"/>
                    <a:pt x="5323" y="40926"/>
                  </a:cubicBezTo>
                  <a:cubicBezTo>
                    <a:pt x="2007" y="43044"/>
                    <a:pt x="199" y="45161"/>
                    <a:pt x="199" y="46674"/>
                  </a:cubicBezTo>
                  <a:cubicBezTo>
                    <a:pt x="199" y="47581"/>
                    <a:pt x="500" y="48186"/>
                    <a:pt x="1404" y="48792"/>
                  </a:cubicBezTo>
                  <a:lnTo>
                    <a:pt x="17381" y="48792"/>
                  </a:lnTo>
                  <a:lnTo>
                    <a:pt x="17381" y="139852"/>
                  </a:lnTo>
                  <a:cubicBezTo>
                    <a:pt x="17381" y="165264"/>
                    <a:pt x="26425" y="178273"/>
                    <a:pt x="44210" y="178273"/>
                  </a:cubicBezTo>
                  <a:cubicBezTo>
                    <a:pt x="58981" y="178273"/>
                    <a:pt x="70436" y="171012"/>
                    <a:pt x="80383" y="155281"/>
                  </a:cubicBezTo>
                  <a:lnTo>
                    <a:pt x="76465" y="151953"/>
                  </a:lnTo>
                  <a:cubicBezTo>
                    <a:pt x="70134" y="159516"/>
                    <a:pt x="65010" y="162542"/>
                    <a:pt x="58378" y="162542"/>
                  </a:cubicBezTo>
                  <a:cubicBezTo>
                    <a:pt x="47224" y="162542"/>
                    <a:pt x="42703" y="154373"/>
                    <a:pt x="42703" y="135314"/>
                  </a:cubicBezTo>
                  <a:lnTo>
                    <a:pt x="42703" y="48792"/>
                  </a:lnTo>
                  <a:lnTo>
                    <a:pt x="73149" y="48792"/>
                  </a:lnTo>
                  <a:lnTo>
                    <a:pt x="73149" y="3911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9DE489D7-0C6E-8460-8E15-2285E1CA82E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8661429" y="4914494"/>
              <a:ext cx="144091" cy="206625"/>
            </a:xfrm>
            <a:custGeom>
              <a:avLst/>
              <a:gdLst>
                <a:gd name="connsiteX0" fmla="*/ 44816 w 144091"/>
                <a:gd name="connsiteY0" fmla="*/ 102944 h 206625"/>
                <a:gd name="connsiteX1" fmla="*/ 78276 w 144091"/>
                <a:gd name="connsiteY1" fmla="*/ 83885 h 206625"/>
                <a:gd name="connsiteX2" fmla="*/ 100885 w 144091"/>
                <a:gd name="connsiteY2" fmla="*/ 115952 h 206625"/>
                <a:gd name="connsiteX3" fmla="*/ 100885 w 144091"/>
                <a:gd name="connsiteY3" fmla="*/ 175853 h 206625"/>
                <a:gd name="connsiteX4" fmla="*/ 80386 w 144091"/>
                <a:gd name="connsiteY4" fmla="*/ 202173 h 206625"/>
                <a:gd name="connsiteX5" fmla="*/ 80386 w 144091"/>
                <a:gd name="connsiteY5" fmla="*/ 206710 h 206625"/>
                <a:gd name="connsiteX6" fmla="*/ 144293 w 144091"/>
                <a:gd name="connsiteY6" fmla="*/ 206710 h 206625"/>
                <a:gd name="connsiteX7" fmla="*/ 144293 w 144091"/>
                <a:gd name="connsiteY7" fmla="*/ 202173 h 206625"/>
                <a:gd name="connsiteX8" fmla="*/ 126206 w 144091"/>
                <a:gd name="connsiteY8" fmla="*/ 175853 h 206625"/>
                <a:gd name="connsiteX9" fmla="*/ 126206 w 144091"/>
                <a:gd name="connsiteY9" fmla="*/ 115650 h 206625"/>
                <a:gd name="connsiteX10" fmla="*/ 89128 w 144091"/>
                <a:gd name="connsiteY10" fmla="*/ 67548 h 206625"/>
                <a:gd name="connsiteX11" fmla="*/ 44816 w 144091"/>
                <a:gd name="connsiteY11" fmla="*/ 92960 h 206625"/>
                <a:gd name="connsiteX12" fmla="*/ 44816 w 144091"/>
                <a:gd name="connsiteY12" fmla="*/ 992 h 206625"/>
                <a:gd name="connsiteX13" fmla="*/ 43308 w 144091"/>
                <a:gd name="connsiteY13" fmla="*/ 85 h 206625"/>
                <a:gd name="connsiteX14" fmla="*/ 8642 w 144091"/>
                <a:gd name="connsiteY14" fmla="*/ 10976 h 206625"/>
                <a:gd name="connsiteX15" fmla="*/ 503 w 144091"/>
                <a:gd name="connsiteY15" fmla="*/ 13396 h 206625"/>
                <a:gd name="connsiteX16" fmla="*/ 503 w 144091"/>
                <a:gd name="connsiteY16" fmla="*/ 18236 h 206625"/>
                <a:gd name="connsiteX17" fmla="*/ 4120 w 144091"/>
                <a:gd name="connsiteY17" fmla="*/ 17934 h 206625"/>
                <a:gd name="connsiteX18" fmla="*/ 19494 w 144091"/>
                <a:gd name="connsiteY18" fmla="*/ 33363 h 206625"/>
                <a:gd name="connsiteX19" fmla="*/ 19494 w 144091"/>
                <a:gd name="connsiteY19" fmla="*/ 175853 h 206625"/>
                <a:gd name="connsiteX20" fmla="*/ 201 w 144091"/>
                <a:gd name="connsiteY20" fmla="*/ 202173 h 206625"/>
                <a:gd name="connsiteX21" fmla="*/ 201 w 144091"/>
                <a:gd name="connsiteY21" fmla="*/ 206710 h 206625"/>
                <a:gd name="connsiteX22" fmla="*/ 65314 w 144091"/>
                <a:gd name="connsiteY22" fmla="*/ 206710 h 206625"/>
                <a:gd name="connsiteX23" fmla="*/ 65314 w 144091"/>
                <a:gd name="connsiteY23" fmla="*/ 202173 h 206625"/>
                <a:gd name="connsiteX24" fmla="*/ 44816 w 144091"/>
                <a:gd name="connsiteY24" fmla="*/ 175853 h 206625"/>
                <a:gd name="connsiteX25" fmla="*/ 44816 w 144091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091" h="206625">
                  <a:moveTo>
                    <a:pt x="44816" y="102944"/>
                  </a:moveTo>
                  <a:cubicBezTo>
                    <a:pt x="57476" y="89028"/>
                    <a:pt x="66520" y="83885"/>
                    <a:pt x="78276" y="83885"/>
                  </a:cubicBezTo>
                  <a:cubicBezTo>
                    <a:pt x="93348" y="83885"/>
                    <a:pt x="100885" y="94776"/>
                    <a:pt x="100885" y="115952"/>
                  </a:cubicBezTo>
                  <a:lnTo>
                    <a:pt x="100885" y="175853"/>
                  </a:lnTo>
                  <a:cubicBezTo>
                    <a:pt x="100885" y="196425"/>
                    <a:pt x="97870" y="200357"/>
                    <a:pt x="80386" y="202173"/>
                  </a:cubicBezTo>
                  <a:lnTo>
                    <a:pt x="80386" y="206710"/>
                  </a:lnTo>
                  <a:lnTo>
                    <a:pt x="144293" y="206710"/>
                  </a:lnTo>
                  <a:lnTo>
                    <a:pt x="144293" y="202173"/>
                  </a:lnTo>
                  <a:cubicBezTo>
                    <a:pt x="128015" y="199147"/>
                    <a:pt x="126206" y="196727"/>
                    <a:pt x="126206" y="175853"/>
                  </a:cubicBezTo>
                  <a:lnTo>
                    <a:pt x="126206" y="115650"/>
                  </a:lnTo>
                  <a:cubicBezTo>
                    <a:pt x="126206" y="83885"/>
                    <a:pt x="113545" y="67548"/>
                    <a:pt x="89128" y="67548"/>
                  </a:cubicBezTo>
                  <a:cubicBezTo>
                    <a:pt x="71343" y="67548"/>
                    <a:pt x="58682" y="74809"/>
                    <a:pt x="44816" y="92960"/>
                  </a:cubicBezTo>
                  <a:lnTo>
                    <a:pt x="44816" y="992"/>
                  </a:lnTo>
                  <a:lnTo>
                    <a:pt x="43308" y="85"/>
                  </a:lnTo>
                  <a:cubicBezTo>
                    <a:pt x="33059" y="3715"/>
                    <a:pt x="25523" y="6135"/>
                    <a:pt x="8642" y="10976"/>
                  </a:cubicBezTo>
                  <a:lnTo>
                    <a:pt x="503" y="13396"/>
                  </a:lnTo>
                  <a:lnTo>
                    <a:pt x="503" y="18236"/>
                  </a:lnTo>
                  <a:cubicBezTo>
                    <a:pt x="1709" y="17934"/>
                    <a:pt x="2613" y="17934"/>
                    <a:pt x="4120" y="17934"/>
                  </a:cubicBezTo>
                  <a:cubicBezTo>
                    <a:pt x="17082" y="17934"/>
                    <a:pt x="19494" y="20354"/>
                    <a:pt x="19494" y="33363"/>
                  </a:cubicBezTo>
                  <a:lnTo>
                    <a:pt x="19494" y="175853"/>
                  </a:lnTo>
                  <a:cubicBezTo>
                    <a:pt x="19494" y="197030"/>
                    <a:pt x="17685" y="199752"/>
                    <a:pt x="201" y="202173"/>
                  </a:cubicBezTo>
                  <a:lnTo>
                    <a:pt x="201" y="206710"/>
                  </a:lnTo>
                  <a:lnTo>
                    <a:pt x="65314" y="206710"/>
                  </a:lnTo>
                  <a:lnTo>
                    <a:pt x="65314" y="202173"/>
                  </a:lnTo>
                  <a:cubicBezTo>
                    <a:pt x="47830" y="200357"/>
                    <a:pt x="44816" y="196727"/>
                    <a:pt x="44816" y="175853"/>
                  </a:cubicBezTo>
                  <a:lnTo>
                    <a:pt x="44816" y="102944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83EB56C0-1D8B-5E21-26D3-E90416458B74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8817540" y="4981958"/>
              <a:ext cx="120277" cy="142187"/>
            </a:xfrm>
            <a:custGeom>
              <a:avLst/>
              <a:gdLst>
                <a:gd name="connsiteX0" fmla="*/ 115660 w 120277"/>
                <a:gd name="connsiteY0" fmla="*/ 89633 h 142187"/>
                <a:gd name="connsiteX1" fmla="*/ 68936 w 120277"/>
                <a:gd name="connsiteY1" fmla="*/ 121398 h 142187"/>
                <a:gd name="connsiteX2" fmla="*/ 30050 w 120277"/>
                <a:gd name="connsiteY2" fmla="*/ 95381 h 142187"/>
                <a:gd name="connsiteX3" fmla="*/ 21911 w 120277"/>
                <a:gd name="connsiteY3" fmla="*/ 55447 h 142187"/>
                <a:gd name="connsiteX4" fmla="*/ 114756 w 120277"/>
                <a:gd name="connsiteY4" fmla="*/ 55447 h 142187"/>
                <a:gd name="connsiteX5" fmla="*/ 101794 w 120277"/>
                <a:gd name="connsiteY5" fmla="*/ 17329 h 142187"/>
                <a:gd name="connsiteX6" fmla="*/ 63209 w 120277"/>
                <a:gd name="connsiteY6" fmla="*/ 85 h 142187"/>
                <a:gd name="connsiteX7" fmla="*/ 22514 w 120277"/>
                <a:gd name="connsiteY7" fmla="*/ 15816 h 142187"/>
                <a:gd name="connsiteX8" fmla="*/ 206 w 120277"/>
                <a:gd name="connsiteY8" fmla="*/ 74506 h 142187"/>
                <a:gd name="connsiteX9" fmla="*/ 56577 w 120277"/>
                <a:gd name="connsiteY9" fmla="*/ 142272 h 142187"/>
                <a:gd name="connsiteX10" fmla="*/ 120484 w 120277"/>
                <a:gd name="connsiteY10" fmla="*/ 91750 h 142187"/>
                <a:gd name="connsiteX11" fmla="*/ 115660 w 120277"/>
                <a:gd name="connsiteY11" fmla="*/ 89633 h 142187"/>
                <a:gd name="connsiteX12" fmla="*/ 22514 w 120277"/>
                <a:gd name="connsiteY12" fmla="*/ 45766 h 142187"/>
                <a:gd name="connsiteX13" fmla="*/ 54467 w 120277"/>
                <a:gd name="connsiteY13" fmla="*/ 10976 h 142187"/>
                <a:gd name="connsiteX14" fmla="*/ 84009 w 120277"/>
                <a:gd name="connsiteY14" fmla="*/ 45766 h 142187"/>
                <a:gd name="connsiteX15" fmla="*/ 22514 w 120277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277" h="142187">
                  <a:moveTo>
                    <a:pt x="115660" y="89633"/>
                  </a:moveTo>
                  <a:cubicBezTo>
                    <a:pt x="101191" y="112625"/>
                    <a:pt x="88229" y="121398"/>
                    <a:pt x="68936" y="121398"/>
                  </a:cubicBezTo>
                  <a:cubicBezTo>
                    <a:pt x="51754" y="121398"/>
                    <a:pt x="38792" y="112625"/>
                    <a:pt x="30050" y="95381"/>
                  </a:cubicBezTo>
                  <a:cubicBezTo>
                    <a:pt x="24624" y="83885"/>
                    <a:pt x="22514" y="73901"/>
                    <a:pt x="21911" y="55447"/>
                  </a:cubicBezTo>
                  <a:lnTo>
                    <a:pt x="114756" y="55447"/>
                  </a:lnTo>
                  <a:cubicBezTo>
                    <a:pt x="112345" y="35783"/>
                    <a:pt x="109330" y="27010"/>
                    <a:pt x="101794" y="17329"/>
                  </a:cubicBezTo>
                  <a:cubicBezTo>
                    <a:pt x="92750" y="6438"/>
                    <a:pt x="78884" y="85"/>
                    <a:pt x="63209" y="85"/>
                  </a:cubicBezTo>
                  <a:cubicBezTo>
                    <a:pt x="48136" y="85"/>
                    <a:pt x="33968" y="5530"/>
                    <a:pt x="22514" y="15816"/>
                  </a:cubicBezTo>
                  <a:cubicBezTo>
                    <a:pt x="8346" y="28220"/>
                    <a:pt x="206" y="49699"/>
                    <a:pt x="206" y="74506"/>
                  </a:cubicBezTo>
                  <a:cubicBezTo>
                    <a:pt x="206" y="116255"/>
                    <a:pt x="21911" y="142272"/>
                    <a:pt x="56577" y="142272"/>
                  </a:cubicBezTo>
                  <a:cubicBezTo>
                    <a:pt x="85214" y="142272"/>
                    <a:pt x="107823" y="124423"/>
                    <a:pt x="120484" y="91750"/>
                  </a:cubicBezTo>
                  <a:lnTo>
                    <a:pt x="115660" y="89633"/>
                  </a:lnTo>
                  <a:close/>
                  <a:moveTo>
                    <a:pt x="22514" y="45766"/>
                  </a:moveTo>
                  <a:cubicBezTo>
                    <a:pt x="25829" y="22169"/>
                    <a:pt x="36079" y="10976"/>
                    <a:pt x="54467" y="10976"/>
                  </a:cubicBezTo>
                  <a:cubicBezTo>
                    <a:pt x="72855" y="10976"/>
                    <a:pt x="80090" y="19446"/>
                    <a:pt x="84009" y="45766"/>
                  </a:cubicBezTo>
                  <a:lnTo>
                    <a:pt x="22514" y="4576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705F81EA-8DD5-A8BD-802A-010A1F7216AC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949169" y="4981958"/>
              <a:ext cx="141378" cy="139162"/>
            </a:xfrm>
            <a:custGeom>
              <a:avLst/>
              <a:gdLst>
                <a:gd name="connsiteX0" fmla="*/ 211 w 141378"/>
                <a:gd name="connsiteY0" fmla="*/ 18841 h 139162"/>
                <a:gd name="connsiteX1" fmla="*/ 8350 w 141378"/>
                <a:gd name="connsiteY1" fmla="*/ 17631 h 139162"/>
                <a:gd name="connsiteX2" fmla="*/ 19503 w 141378"/>
                <a:gd name="connsiteY2" fmla="*/ 36993 h 139162"/>
                <a:gd name="connsiteX3" fmla="*/ 19503 w 141378"/>
                <a:gd name="connsiteY3" fmla="*/ 112020 h 139162"/>
                <a:gd name="connsiteX4" fmla="*/ 814 w 141378"/>
                <a:gd name="connsiteY4" fmla="*/ 134709 h 139162"/>
                <a:gd name="connsiteX5" fmla="*/ 814 w 141378"/>
                <a:gd name="connsiteY5" fmla="*/ 139247 h 139162"/>
                <a:gd name="connsiteX6" fmla="*/ 64720 w 141378"/>
                <a:gd name="connsiteY6" fmla="*/ 139247 h 139162"/>
                <a:gd name="connsiteX7" fmla="*/ 64720 w 141378"/>
                <a:gd name="connsiteY7" fmla="*/ 134709 h 139162"/>
                <a:gd name="connsiteX8" fmla="*/ 44825 w 141378"/>
                <a:gd name="connsiteY8" fmla="*/ 118978 h 139162"/>
                <a:gd name="connsiteX9" fmla="*/ 44825 w 141378"/>
                <a:gd name="connsiteY9" fmla="*/ 33968 h 139162"/>
                <a:gd name="connsiteX10" fmla="*/ 75874 w 141378"/>
                <a:gd name="connsiteY10" fmla="*/ 16724 h 139162"/>
                <a:gd name="connsiteX11" fmla="*/ 97879 w 141378"/>
                <a:gd name="connsiteY11" fmla="*/ 46069 h 139162"/>
                <a:gd name="connsiteX12" fmla="*/ 97879 w 141378"/>
                <a:gd name="connsiteY12" fmla="*/ 109297 h 139162"/>
                <a:gd name="connsiteX13" fmla="*/ 78888 w 141378"/>
                <a:gd name="connsiteY13" fmla="*/ 134709 h 139162"/>
                <a:gd name="connsiteX14" fmla="*/ 78888 w 141378"/>
                <a:gd name="connsiteY14" fmla="*/ 139247 h 139162"/>
                <a:gd name="connsiteX15" fmla="*/ 141589 w 141378"/>
                <a:gd name="connsiteY15" fmla="*/ 139247 h 139162"/>
                <a:gd name="connsiteX16" fmla="*/ 141589 w 141378"/>
                <a:gd name="connsiteY16" fmla="*/ 134709 h 139162"/>
                <a:gd name="connsiteX17" fmla="*/ 123201 w 141378"/>
                <a:gd name="connsiteY17" fmla="*/ 114742 h 139162"/>
                <a:gd name="connsiteX18" fmla="*/ 123201 w 141378"/>
                <a:gd name="connsiteY18" fmla="*/ 45464 h 139162"/>
                <a:gd name="connsiteX19" fmla="*/ 87630 w 141378"/>
                <a:gd name="connsiteY19" fmla="*/ 85 h 139162"/>
                <a:gd name="connsiteX20" fmla="*/ 43921 w 141378"/>
                <a:gd name="connsiteY20" fmla="*/ 24589 h 139162"/>
                <a:gd name="connsiteX21" fmla="*/ 43921 w 141378"/>
                <a:gd name="connsiteY21" fmla="*/ 690 h 139162"/>
                <a:gd name="connsiteX22" fmla="*/ 41810 w 141378"/>
                <a:gd name="connsiteY22" fmla="*/ 85 h 139162"/>
                <a:gd name="connsiteX23" fmla="*/ 211 w 141378"/>
                <a:gd name="connsiteY23" fmla="*/ 13698 h 139162"/>
                <a:gd name="connsiteX24" fmla="*/ 211 w 141378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378" h="139162">
                  <a:moveTo>
                    <a:pt x="211" y="18841"/>
                  </a:moveTo>
                  <a:cubicBezTo>
                    <a:pt x="2020" y="17934"/>
                    <a:pt x="5034" y="17631"/>
                    <a:pt x="8350" y="17631"/>
                  </a:cubicBezTo>
                  <a:cubicBezTo>
                    <a:pt x="16790" y="17631"/>
                    <a:pt x="19503" y="22169"/>
                    <a:pt x="19503" y="36993"/>
                  </a:cubicBezTo>
                  <a:lnTo>
                    <a:pt x="19503" y="112020"/>
                  </a:lnTo>
                  <a:cubicBezTo>
                    <a:pt x="19503" y="129264"/>
                    <a:pt x="16188" y="133499"/>
                    <a:pt x="814" y="134709"/>
                  </a:cubicBezTo>
                  <a:lnTo>
                    <a:pt x="814" y="139247"/>
                  </a:lnTo>
                  <a:lnTo>
                    <a:pt x="64720" y="139247"/>
                  </a:lnTo>
                  <a:lnTo>
                    <a:pt x="64720" y="134709"/>
                  </a:lnTo>
                  <a:cubicBezTo>
                    <a:pt x="49347" y="133499"/>
                    <a:pt x="44825" y="129869"/>
                    <a:pt x="44825" y="118978"/>
                  </a:cubicBezTo>
                  <a:lnTo>
                    <a:pt x="44825" y="33968"/>
                  </a:lnTo>
                  <a:cubicBezTo>
                    <a:pt x="59294" y="20354"/>
                    <a:pt x="65926" y="16724"/>
                    <a:pt x="75874" y="16724"/>
                  </a:cubicBezTo>
                  <a:cubicBezTo>
                    <a:pt x="90645" y="16724"/>
                    <a:pt x="97879" y="26102"/>
                    <a:pt x="97879" y="46069"/>
                  </a:cubicBezTo>
                  <a:lnTo>
                    <a:pt x="97879" y="109297"/>
                  </a:lnTo>
                  <a:cubicBezTo>
                    <a:pt x="97879" y="128356"/>
                    <a:pt x="93961" y="133499"/>
                    <a:pt x="78888" y="134709"/>
                  </a:cubicBezTo>
                  <a:lnTo>
                    <a:pt x="78888" y="139247"/>
                  </a:lnTo>
                  <a:lnTo>
                    <a:pt x="141589" y="139247"/>
                  </a:lnTo>
                  <a:lnTo>
                    <a:pt x="141589" y="134709"/>
                  </a:lnTo>
                  <a:cubicBezTo>
                    <a:pt x="126818" y="133196"/>
                    <a:pt x="123201" y="129566"/>
                    <a:pt x="123201" y="114742"/>
                  </a:cubicBezTo>
                  <a:lnTo>
                    <a:pt x="123201" y="45464"/>
                  </a:lnTo>
                  <a:cubicBezTo>
                    <a:pt x="123201" y="17026"/>
                    <a:pt x="109937" y="85"/>
                    <a:pt x="87630" y="85"/>
                  </a:cubicBezTo>
                  <a:cubicBezTo>
                    <a:pt x="73764" y="85"/>
                    <a:pt x="64419" y="5228"/>
                    <a:pt x="43921" y="24589"/>
                  </a:cubicBezTo>
                  <a:lnTo>
                    <a:pt x="43921" y="690"/>
                  </a:lnTo>
                  <a:lnTo>
                    <a:pt x="41810" y="85"/>
                  </a:lnTo>
                  <a:cubicBezTo>
                    <a:pt x="27040" y="5530"/>
                    <a:pt x="16790" y="8858"/>
                    <a:pt x="211" y="13698"/>
                  </a:cubicBezTo>
                  <a:lnTo>
                    <a:pt x="211" y="1884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A372C1A4-8FBC-FCD9-CC62-C5DFD64D25F7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9112516" y="5090263"/>
              <a:ext cx="41901" cy="73514"/>
            </a:xfrm>
            <a:custGeom>
              <a:avLst/>
              <a:gdLst>
                <a:gd name="connsiteX0" fmla="*/ 8355 w 41901"/>
                <a:gd name="connsiteY0" fmla="*/ 73599 h 73514"/>
                <a:gd name="connsiteX1" fmla="*/ 42117 w 41901"/>
                <a:gd name="connsiteY1" fmla="*/ 27010 h 73514"/>
                <a:gd name="connsiteX2" fmla="*/ 18001 w 41901"/>
                <a:gd name="connsiteY2" fmla="*/ 85 h 73514"/>
                <a:gd name="connsiteX3" fmla="*/ 216 w 41901"/>
                <a:gd name="connsiteY3" fmla="*/ 17329 h 73514"/>
                <a:gd name="connsiteX4" fmla="*/ 18001 w 41901"/>
                <a:gd name="connsiteY4" fmla="*/ 32758 h 73514"/>
                <a:gd name="connsiteX5" fmla="*/ 23729 w 41901"/>
                <a:gd name="connsiteY5" fmla="*/ 32153 h 73514"/>
                <a:gd name="connsiteX6" fmla="*/ 26140 w 41901"/>
                <a:gd name="connsiteY6" fmla="*/ 31547 h 73514"/>
                <a:gd name="connsiteX7" fmla="*/ 30360 w 41901"/>
                <a:gd name="connsiteY7" fmla="*/ 35783 h 73514"/>
                <a:gd name="connsiteX8" fmla="*/ 5642 w 41901"/>
                <a:gd name="connsiteY8" fmla="*/ 67851 h 73514"/>
                <a:gd name="connsiteX9" fmla="*/ 8355 w 41901"/>
                <a:gd name="connsiteY9" fmla="*/ 73599 h 7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01" h="73514">
                  <a:moveTo>
                    <a:pt x="8355" y="73599"/>
                  </a:moveTo>
                  <a:cubicBezTo>
                    <a:pt x="28552" y="63615"/>
                    <a:pt x="42117" y="45161"/>
                    <a:pt x="42117" y="27010"/>
                  </a:cubicBezTo>
                  <a:cubicBezTo>
                    <a:pt x="42117" y="11883"/>
                    <a:pt x="31566" y="85"/>
                    <a:pt x="18001" y="85"/>
                  </a:cubicBezTo>
                  <a:cubicBezTo>
                    <a:pt x="7451" y="85"/>
                    <a:pt x="216" y="7043"/>
                    <a:pt x="216" y="17329"/>
                  </a:cubicBezTo>
                  <a:cubicBezTo>
                    <a:pt x="216" y="27010"/>
                    <a:pt x="7149" y="32758"/>
                    <a:pt x="18001" y="32758"/>
                  </a:cubicBezTo>
                  <a:cubicBezTo>
                    <a:pt x="19810" y="32758"/>
                    <a:pt x="21920" y="32455"/>
                    <a:pt x="23729" y="32153"/>
                  </a:cubicBezTo>
                  <a:cubicBezTo>
                    <a:pt x="25839" y="31547"/>
                    <a:pt x="25839" y="31547"/>
                    <a:pt x="26140" y="31547"/>
                  </a:cubicBezTo>
                  <a:cubicBezTo>
                    <a:pt x="28552" y="31547"/>
                    <a:pt x="30360" y="33363"/>
                    <a:pt x="30360" y="35783"/>
                  </a:cubicBezTo>
                  <a:cubicBezTo>
                    <a:pt x="30360" y="45464"/>
                    <a:pt x="21920" y="56657"/>
                    <a:pt x="5642" y="67851"/>
                  </a:cubicBezTo>
                  <a:lnTo>
                    <a:pt x="8355" y="73599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CC64516A-7AE0-B94B-6621-6A02A1BA6ABF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9250842" y="4945957"/>
              <a:ext cx="80184" cy="178188"/>
            </a:xfrm>
            <a:custGeom>
              <a:avLst/>
              <a:gdLst>
                <a:gd name="connsiteX0" fmla="*/ 73171 w 80184"/>
                <a:gd name="connsiteY0" fmla="*/ 39111 h 178188"/>
                <a:gd name="connsiteX1" fmla="*/ 42725 w 80184"/>
                <a:gd name="connsiteY1" fmla="*/ 39111 h 178188"/>
                <a:gd name="connsiteX2" fmla="*/ 42725 w 80184"/>
                <a:gd name="connsiteY2" fmla="*/ 4018 h 178188"/>
                <a:gd name="connsiteX3" fmla="*/ 40615 w 80184"/>
                <a:gd name="connsiteY3" fmla="*/ 85 h 178188"/>
                <a:gd name="connsiteX4" fmla="*/ 34586 w 80184"/>
                <a:gd name="connsiteY4" fmla="*/ 8555 h 178188"/>
                <a:gd name="connsiteX5" fmla="*/ 5345 w 80184"/>
                <a:gd name="connsiteY5" fmla="*/ 40926 h 178188"/>
                <a:gd name="connsiteX6" fmla="*/ 221 w 80184"/>
                <a:gd name="connsiteY6" fmla="*/ 46674 h 178188"/>
                <a:gd name="connsiteX7" fmla="*/ 1427 w 80184"/>
                <a:gd name="connsiteY7" fmla="*/ 48792 h 178188"/>
                <a:gd name="connsiteX8" fmla="*/ 17403 w 80184"/>
                <a:gd name="connsiteY8" fmla="*/ 48792 h 178188"/>
                <a:gd name="connsiteX9" fmla="*/ 17403 w 80184"/>
                <a:gd name="connsiteY9" fmla="*/ 139852 h 178188"/>
                <a:gd name="connsiteX10" fmla="*/ 44232 w 80184"/>
                <a:gd name="connsiteY10" fmla="*/ 178273 h 178188"/>
                <a:gd name="connsiteX11" fmla="*/ 80406 w 80184"/>
                <a:gd name="connsiteY11" fmla="*/ 155281 h 178188"/>
                <a:gd name="connsiteX12" fmla="*/ 76487 w 80184"/>
                <a:gd name="connsiteY12" fmla="*/ 151953 h 178188"/>
                <a:gd name="connsiteX13" fmla="*/ 58400 w 80184"/>
                <a:gd name="connsiteY13" fmla="*/ 162542 h 178188"/>
                <a:gd name="connsiteX14" fmla="*/ 42725 w 80184"/>
                <a:gd name="connsiteY14" fmla="*/ 135314 h 178188"/>
                <a:gd name="connsiteX15" fmla="*/ 42725 w 80184"/>
                <a:gd name="connsiteY15" fmla="*/ 48792 h 178188"/>
                <a:gd name="connsiteX16" fmla="*/ 73171 w 80184"/>
                <a:gd name="connsiteY16" fmla="*/ 48792 h 178188"/>
                <a:gd name="connsiteX17" fmla="*/ 73171 w 80184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184" h="178188">
                  <a:moveTo>
                    <a:pt x="73171" y="39111"/>
                  </a:moveTo>
                  <a:lnTo>
                    <a:pt x="42725" y="39111"/>
                  </a:lnTo>
                  <a:lnTo>
                    <a:pt x="42725" y="4018"/>
                  </a:lnTo>
                  <a:cubicBezTo>
                    <a:pt x="42725" y="992"/>
                    <a:pt x="42423" y="85"/>
                    <a:pt x="40615" y="85"/>
                  </a:cubicBezTo>
                  <a:cubicBezTo>
                    <a:pt x="38505" y="2807"/>
                    <a:pt x="36696" y="5530"/>
                    <a:pt x="34586" y="8555"/>
                  </a:cubicBezTo>
                  <a:cubicBezTo>
                    <a:pt x="23131" y="25194"/>
                    <a:pt x="10169" y="39716"/>
                    <a:pt x="5345" y="40926"/>
                  </a:cubicBezTo>
                  <a:cubicBezTo>
                    <a:pt x="2030" y="43044"/>
                    <a:pt x="221" y="45161"/>
                    <a:pt x="221" y="46674"/>
                  </a:cubicBezTo>
                  <a:cubicBezTo>
                    <a:pt x="221" y="47581"/>
                    <a:pt x="522" y="48186"/>
                    <a:pt x="1427" y="48792"/>
                  </a:cubicBezTo>
                  <a:lnTo>
                    <a:pt x="17403" y="48792"/>
                  </a:lnTo>
                  <a:lnTo>
                    <a:pt x="17403" y="139852"/>
                  </a:lnTo>
                  <a:cubicBezTo>
                    <a:pt x="17403" y="165264"/>
                    <a:pt x="26447" y="178273"/>
                    <a:pt x="44232" y="178273"/>
                  </a:cubicBezTo>
                  <a:cubicBezTo>
                    <a:pt x="59003" y="178273"/>
                    <a:pt x="70458" y="171012"/>
                    <a:pt x="80406" y="155281"/>
                  </a:cubicBezTo>
                  <a:lnTo>
                    <a:pt x="76487" y="151953"/>
                  </a:lnTo>
                  <a:cubicBezTo>
                    <a:pt x="70156" y="159516"/>
                    <a:pt x="65032" y="162542"/>
                    <a:pt x="58400" y="162542"/>
                  </a:cubicBezTo>
                  <a:cubicBezTo>
                    <a:pt x="47246" y="162542"/>
                    <a:pt x="42725" y="154373"/>
                    <a:pt x="42725" y="135314"/>
                  </a:cubicBezTo>
                  <a:lnTo>
                    <a:pt x="42725" y="48792"/>
                  </a:lnTo>
                  <a:lnTo>
                    <a:pt x="73171" y="48792"/>
                  </a:lnTo>
                  <a:lnTo>
                    <a:pt x="73171" y="3911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0B0CB3C5-9F2D-229C-8EA9-BF1D0E231BF2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9333749" y="4914494"/>
              <a:ext cx="144091" cy="206625"/>
            </a:xfrm>
            <a:custGeom>
              <a:avLst/>
              <a:gdLst>
                <a:gd name="connsiteX0" fmla="*/ 44838 w 144091"/>
                <a:gd name="connsiteY0" fmla="*/ 102944 h 206625"/>
                <a:gd name="connsiteX1" fmla="*/ 78298 w 144091"/>
                <a:gd name="connsiteY1" fmla="*/ 83885 h 206625"/>
                <a:gd name="connsiteX2" fmla="*/ 100907 w 144091"/>
                <a:gd name="connsiteY2" fmla="*/ 115952 h 206625"/>
                <a:gd name="connsiteX3" fmla="*/ 100907 w 144091"/>
                <a:gd name="connsiteY3" fmla="*/ 175853 h 206625"/>
                <a:gd name="connsiteX4" fmla="*/ 80408 w 144091"/>
                <a:gd name="connsiteY4" fmla="*/ 202173 h 206625"/>
                <a:gd name="connsiteX5" fmla="*/ 80408 w 144091"/>
                <a:gd name="connsiteY5" fmla="*/ 206710 h 206625"/>
                <a:gd name="connsiteX6" fmla="*/ 144315 w 144091"/>
                <a:gd name="connsiteY6" fmla="*/ 206710 h 206625"/>
                <a:gd name="connsiteX7" fmla="*/ 144315 w 144091"/>
                <a:gd name="connsiteY7" fmla="*/ 202173 h 206625"/>
                <a:gd name="connsiteX8" fmla="*/ 126228 w 144091"/>
                <a:gd name="connsiteY8" fmla="*/ 175853 h 206625"/>
                <a:gd name="connsiteX9" fmla="*/ 126228 w 144091"/>
                <a:gd name="connsiteY9" fmla="*/ 115650 h 206625"/>
                <a:gd name="connsiteX10" fmla="*/ 89150 w 144091"/>
                <a:gd name="connsiteY10" fmla="*/ 67548 h 206625"/>
                <a:gd name="connsiteX11" fmla="*/ 44838 w 144091"/>
                <a:gd name="connsiteY11" fmla="*/ 92960 h 206625"/>
                <a:gd name="connsiteX12" fmla="*/ 44838 w 144091"/>
                <a:gd name="connsiteY12" fmla="*/ 992 h 206625"/>
                <a:gd name="connsiteX13" fmla="*/ 43330 w 144091"/>
                <a:gd name="connsiteY13" fmla="*/ 85 h 206625"/>
                <a:gd name="connsiteX14" fmla="*/ 8664 w 144091"/>
                <a:gd name="connsiteY14" fmla="*/ 10976 h 206625"/>
                <a:gd name="connsiteX15" fmla="*/ 525 w 144091"/>
                <a:gd name="connsiteY15" fmla="*/ 13396 h 206625"/>
                <a:gd name="connsiteX16" fmla="*/ 525 w 144091"/>
                <a:gd name="connsiteY16" fmla="*/ 18236 h 206625"/>
                <a:gd name="connsiteX17" fmla="*/ 4142 w 144091"/>
                <a:gd name="connsiteY17" fmla="*/ 17934 h 206625"/>
                <a:gd name="connsiteX18" fmla="*/ 19516 w 144091"/>
                <a:gd name="connsiteY18" fmla="*/ 33363 h 206625"/>
                <a:gd name="connsiteX19" fmla="*/ 19516 w 144091"/>
                <a:gd name="connsiteY19" fmla="*/ 175853 h 206625"/>
                <a:gd name="connsiteX20" fmla="*/ 224 w 144091"/>
                <a:gd name="connsiteY20" fmla="*/ 202173 h 206625"/>
                <a:gd name="connsiteX21" fmla="*/ 224 w 144091"/>
                <a:gd name="connsiteY21" fmla="*/ 206710 h 206625"/>
                <a:gd name="connsiteX22" fmla="*/ 65336 w 144091"/>
                <a:gd name="connsiteY22" fmla="*/ 206710 h 206625"/>
                <a:gd name="connsiteX23" fmla="*/ 65336 w 144091"/>
                <a:gd name="connsiteY23" fmla="*/ 202173 h 206625"/>
                <a:gd name="connsiteX24" fmla="*/ 44838 w 144091"/>
                <a:gd name="connsiteY24" fmla="*/ 175853 h 206625"/>
                <a:gd name="connsiteX25" fmla="*/ 44838 w 144091"/>
                <a:gd name="connsiteY25" fmla="*/ 102944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091" h="206625">
                  <a:moveTo>
                    <a:pt x="44838" y="102944"/>
                  </a:moveTo>
                  <a:cubicBezTo>
                    <a:pt x="57498" y="89028"/>
                    <a:pt x="66542" y="83885"/>
                    <a:pt x="78298" y="83885"/>
                  </a:cubicBezTo>
                  <a:cubicBezTo>
                    <a:pt x="93371" y="83885"/>
                    <a:pt x="100907" y="94776"/>
                    <a:pt x="100907" y="115952"/>
                  </a:cubicBezTo>
                  <a:lnTo>
                    <a:pt x="100907" y="175853"/>
                  </a:lnTo>
                  <a:cubicBezTo>
                    <a:pt x="100907" y="196425"/>
                    <a:pt x="97892" y="200357"/>
                    <a:pt x="80408" y="202173"/>
                  </a:cubicBezTo>
                  <a:lnTo>
                    <a:pt x="80408" y="206710"/>
                  </a:lnTo>
                  <a:lnTo>
                    <a:pt x="144315" y="206710"/>
                  </a:lnTo>
                  <a:lnTo>
                    <a:pt x="144315" y="202173"/>
                  </a:lnTo>
                  <a:cubicBezTo>
                    <a:pt x="128037" y="199147"/>
                    <a:pt x="126228" y="196727"/>
                    <a:pt x="126228" y="175853"/>
                  </a:cubicBezTo>
                  <a:lnTo>
                    <a:pt x="126228" y="115650"/>
                  </a:lnTo>
                  <a:cubicBezTo>
                    <a:pt x="126228" y="83885"/>
                    <a:pt x="113567" y="67548"/>
                    <a:pt x="89150" y="67548"/>
                  </a:cubicBezTo>
                  <a:cubicBezTo>
                    <a:pt x="71365" y="67548"/>
                    <a:pt x="58704" y="74809"/>
                    <a:pt x="44838" y="92960"/>
                  </a:cubicBezTo>
                  <a:lnTo>
                    <a:pt x="44838" y="992"/>
                  </a:lnTo>
                  <a:lnTo>
                    <a:pt x="43330" y="85"/>
                  </a:lnTo>
                  <a:cubicBezTo>
                    <a:pt x="33081" y="3715"/>
                    <a:pt x="25545" y="6135"/>
                    <a:pt x="8664" y="10976"/>
                  </a:cubicBezTo>
                  <a:lnTo>
                    <a:pt x="525" y="13396"/>
                  </a:lnTo>
                  <a:lnTo>
                    <a:pt x="525" y="18236"/>
                  </a:lnTo>
                  <a:cubicBezTo>
                    <a:pt x="1731" y="17934"/>
                    <a:pt x="2635" y="17934"/>
                    <a:pt x="4142" y="17934"/>
                  </a:cubicBezTo>
                  <a:cubicBezTo>
                    <a:pt x="17105" y="17934"/>
                    <a:pt x="19516" y="20354"/>
                    <a:pt x="19516" y="33363"/>
                  </a:cubicBezTo>
                  <a:lnTo>
                    <a:pt x="19516" y="175853"/>
                  </a:lnTo>
                  <a:cubicBezTo>
                    <a:pt x="19516" y="197030"/>
                    <a:pt x="17707" y="199752"/>
                    <a:pt x="224" y="202173"/>
                  </a:cubicBezTo>
                  <a:lnTo>
                    <a:pt x="224" y="206710"/>
                  </a:lnTo>
                  <a:lnTo>
                    <a:pt x="65336" y="206710"/>
                  </a:lnTo>
                  <a:lnTo>
                    <a:pt x="65336" y="202173"/>
                  </a:lnTo>
                  <a:cubicBezTo>
                    <a:pt x="47852" y="200357"/>
                    <a:pt x="44838" y="196727"/>
                    <a:pt x="44838" y="175853"/>
                  </a:cubicBezTo>
                  <a:lnTo>
                    <a:pt x="44838" y="102944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89E87B8B-C397-8852-D3CC-869C9D4074E5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9489861" y="4981958"/>
              <a:ext cx="120277" cy="142187"/>
            </a:xfrm>
            <a:custGeom>
              <a:avLst/>
              <a:gdLst>
                <a:gd name="connsiteX0" fmla="*/ 115683 w 120277"/>
                <a:gd name="connsiteY0" fmla="*/ 89633 h 142187"/>
                <a:gd name="connsiteX1" fmla="*/ 68958 w 120277"/>
                <a:gd name="connsiteY1" fmla="*/ 121398 h 142187"/>
                <a:gd name="connsiteX2" fmla="*/ 30072 w 120277"/>
                <a:gd name="connsiteY2" fmla="*/ 95381 h 142187"/>
                <a:gd name="connsiteX3" fmla="*/ 21933 w 120277"/>
                <a:gd name="connsiteY3" fmla="*/ 55447 h 142187"/>
                <a:gd name="connsiteX4" fmla="*/ 114778 w 120277"/>
                <a:gd name="connsiteY4" fmla="*/ 55447 h 142187"/>
                <a:gd name="connsiteX5" fmla="*/ 101816 w 120277"/>
                <a:gd name="connsiteY5" fmla="*/ 17329 h 142187"/>
                <a:gd name="connsiteX6" fmla="*/ 63231 w 120277"/>
                <a:gd name="connsiteY6" fmla="*/ 85 h 142187"/>
                <a:gd name="connsiteX7" fmla="*/ 22536 w 120277"/>
                <a:gd name="connsiteY7" fmla="*/ 15816 h 142187"/>
                <a:gd name="connsiteX8" fmla="*/ 229 w 120277"/>
                <a:gd name="connsiteY8" fmla="*/ 74506 h 142187"/>
                <a:gd name="connsiteX9" fmla="*/ 56599 w 120277"/>
                <a:gd name="connsiteY9" fmla="*/ 142272 h 142187"/>
                <a:gd name="connsiteX10" fmla="*/ 120506 w 120277"/>
                <a:gd name="connsiteY10" fmla="*/ 91750 h 142187"/>
                <a:gd name="connsiteX11" fmla="*/ 115683 w 120277"/>
                <a:gd name="connsiteY11" fmla="*/ 89633 h 142187"/>
                <a:gd name="connsiteX12" fmla="*/ 22536 w 120277"/>
                <a:gd name="connsiteY12" fmla="*/ 45766 h 142187"/>
                <a:gd name="connsiteX13" fmla="*/ 54489 w 120277"/>
                <a:gd name="connsiteY13" fmla="*/ 10976 h 142187"/>
                <a:gd name="connsiteX14" fmla="*/ 84031 w 120277"/>
                <a:gd name="connsiteY14" fmla="*/ 45766 h 142187"/>
                <a:gd name="connsiteX15" fmla="*/ 22536 w 120277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277" h="142187">
                  <a:moveTo>
                    <a:pt x="115683" y="89633"/>
                  </a:moveTo>
                  <a:cubicBezTo>
                    <a:pt x="101213" y="112625"/>
                    <a:pt x="88251" y="121398"/>
                    <a:pt x="68958" y="121398"/>
                  </a:cubicBezTo>
                  <a:cubicBezTo>
                    <a:pt x="51776" y="121398"/>
                    <a:pt x="38814" y="112625"/>
                    <a:pt x="30072" y="95381"/>
                  </a:cubicBezTo>
                  <a:cubicBezTo>
                    <a:pt x="24646" y="83885"/>
                    <a:pt x="22536" y="73901"/>
                    <a:pt x="21933" y="55447"/>
                  </a:cubicBezTo>
                  <a:lnTo>
                    <a:pt x="114778" y="55447"/>
                  </a:lnTo>
                  <a:cubicBezTo>
                    <a:pt x="112367" y="35783"/>
                    <a:pt x="109352" y="27010"/>
                    <a:pt x="101816" y="17329"/>
                  </a:cubicBezTo>
                  <a:cubicBezTo>
                    <a:pt x="92773" y="6438"/>
                    <a:pt x="78906" y="85"/>
                    <a:pt x="63231" y="85"/>
                  </a:cubicBezTo>
                  <a:cubicBezTo>
                    <a:pt x="48159" y="85"/>
                    <a:pt x="33991" y="5530"/>
                    <a:pt x="22536" y="15816"/>
                  </a:cubicBezTo>
                  <a:cubicBezTo>
                    <a:pt x="8368" y="28220"/>
                    <a:pt x="229" y="49699"/>
                    <a:pt x="229" y="74506"/>
                  </a:cubicBezTo>
                  <a:cubicBezTo>
                    <a:pt x="229" y="116255"/>
                    <a:pt x="21933" y="142272"/>
                    <a:pt x="56599" y="142272"/>
                  </a:cubicBezTo>
                  <a:cubicBezTo>
                    <a:pt x="85236" y="142272"/>
                    <a:pt x="107845" y="124423"/>
                    <a:pt x="120506" y="91750"/>
                  </a:cubicBezTo>
                  <a:lnTo>
                    <a:pt x="115683" y="89633"/>
                  </a:lnTo>
                  <a:close/>
                  <a:moveTo>
                    <a:pt x="22536" y="45766"/>
                  </a:moveTo>
                  <a:cubicBezTo>
                    <a:pt x="25852" y="22169"/>
                    <a:pt x="36101" y="10976"/>
                    <a:pt x="54489" y="10976"/>
                  </a:cubicBezTo>
                  <a:cubicBezTo>
                    <a:pt x="72877" y="10976"/>
                    <a:pt x="80112" y="19446"/>
                    <a:pt x="84031" y="45766"/>
                  </a:cubicBezTo>
                  <a:lnTo>
                    <a:pt x="22536" y="4576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AD78A8A0-666C-523D-5FE3-456ABFB3EBF9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9697135" y="4914494"/>
              <a:ext cx="71442" cy="206625"/>
            </a:xfrm>
            <a:custGeom>
              <a:avLst/>
              <a:gdLst>
                <a:gd name="connsiteX0" fmla="*/ 48165 w 71442"/>
                <a:gd name="connsiteY0" fmla="*/ 67548 h 206625"/>
                <a:gd name="connsiteX1" fmla="*/ 1441 w 71442"/>
                <a:gd name="connsiteY1" fmla="*/ 84187 h 206625"/>
                <a:gd name="connsiteX2" fmla="*/ 1441 w 71442"/>
                <a:gd name="connsiteY2" fmla="*/ 88725 h 206625"/>
                <a:gd name="connsiteX3" fmla="*/ 3853 w 71442"/>
                <a:gd name="connsiteY3" fmla="*/ 88423 h 206625"/>
                <a:gd name="connsiteX4" fmla="*/ 14102 w 71442"/>
                <a:gd name="connsiteY4" fmla="*/ 87515 h 206625"/>
                <a:gd name="connsiteX5" fmla="*/ 24050 w 71442"/>
                <a:gd name="connsiteY5" fmla="*/ 105667 h 206625"/>
                <a:gd name="connsiteX6" fmla="*/ 24050 w 71442"/>
                <a:gd name="connsiteY6" fmla="*/ 175853 h 206625"/>
                <a:gd name="connsiteX7" fmla="*/ 235 w 71442"/>
                <a:gd name="connsiteY7" fmla="*/ 202173 h 206625"/>
                <a:gd name="connsiteX8" fmla="*/ 235 w 71442"/>
                <a:gd name="connsiteY8" fmla="*/ 206710 h 206625"/>
                <a:gd name="connsiteX9" fmla="*/ 71678 w 71442"/>
                <a:gd name="connsiteY9" fmla="*/ 206710 h 206625"/>
                <a:gd name="connsiteX10" fmla="*/ 71678 w 71442"/>
                <a:gd name="connsiteY10" fmla="*/ 202173 h 206625"/>
                <a:gd name="connsiteX11" fmla="*/ 49371 w 71442"/>
                <a:gd name="connsiteY11" fmla="*/ 175853 h 206625"/>
                <a:gd name="connsiteX12" fmla="*/ 49371 w 71442"/>
                <a:gd name="connsiteY12" fmla="*/ 68456 h 206625"/>
                <a:gd name="connsiteX13" fmla="*/ 48165 w 71442"/>
                <a:gd name="connsiteY13" fmla="*/ 67548 h 206625"/>
                <a:gd name="connsiteX14" fmla="*/ 33997 w 71442"/>
                <a:gd name="connsiteY14" fmla="*/ 85 h 206625"/>
                <a:gd name="connsiteX15" fmla="*/ 18925 w 71442"/>
                <a:gd name="connsiteY15" fmla="*/ 15514 h 206625"/>
                <a:gd name="connsiteX16" fmla="*/ 33997 w 71442"/>
                <a:gd name="connsiteY16" fmla="*/ 30942 h 206625"/>
                <a:gd name="connsiteX17" fmla="*/ 49673 w 71442"/>
                <a:gd name="connsiteY17" fmla="*/ 15514 h 206625"/>
                <a:gd name="connsiteX18" fmla="*/ 33997 w 71442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442" h="206625">
                  <a:moveTo>
                    <a:pt x="48165" y="67548"/>
                  </a:moveTo>
                  <a:lnTo>
                    <a:pt x="1441" y="84187"/>
                  </a:lnTo>
                  <a:lnTo>
                    <a:pt x="1441" y="88725"/>
                  </a:lnTo>
                  <a:lnTo>
                    <a:pt x="3853" y="88423"/>
                  </a:lnTo>
                  <a:cubicBezTo>
                    <a:pt x="7470" y="87817"/>
                    <a:pt x="11389" y="87515"/>
                    <a:pt x="14102" y="87515"/>
                  </a:cubicBezTo>
                  <a:cubicBezTo>
                    <a:pt x="21337" y="87515"/>
                    <a:pt x="24050" y="92355"/>
                    <a:pt x="24050" y="105667"/>
                  </a:cubicBezTo>
                  <a:lnTo>
                    <a:pt x="24050" y="175853"/>
                  </a:lnTo>
                  <a:cubicBezTo>
                    <a:pt x="24050" y="197635"/>
                    <a:pt x="21035" y="200962"/>
                    <a:pt x="235" y="202173"/>
                  </a:cubicBezTo>
                  <a:lnTo>
                    <a:pt x="235" y="206710"/>
                  </a:lnTo>
                  <a:lnTo>
                    <a:pt x="71678" y="206710"/>
                  </a:lnTo>
                  <a:lnTo>
                    <a:pt x="71678" y="202173"/>
                  </a:lnTo>
                  <a:cubicBezTo>
                    <a:pt x="51783" y="200660"/>
                    <a:pt x="49371" y="197635"/>
                    <a:pt x="49371" y="175853"/>
                  </a:cubicBezTo>
                  <a:lnTo>
                    <a:pt x="49371" y="68456"/>
                  </a:lnTo>
                  <a:lnTo>
                    <a:pt x="48165" y="67548"/>
                  </a:lnTo>
                  <a:close/>
                  <a:moveTo>
                    <a:pt x="33997" y="85"/>
                  </a:moveTo>
                  <a:cubicBezTo>
                    <a:pt x="25858" y="85"/>
                    <a:pt x="18925" y="7043"/>
                    <a:pt x="18925" y="15514"/>
                  </a:cubicBezTo>
                  <a:cubicBezTo>
                    <a:pt x="18925" y="23984"/>
                    <a:pt x="25557" y="30942"/>
                    <a:pt x="33997" y="30942"/>
                  </a:cubicBezTo>
                  <a:cubicBezTo>
                    <a:pt x="42739" y="30942"/>
                    <a:pt x="49673" y="24287"/>
                    <a:pt x="49673" y="15514"/>
                  </a:cubicBezTo>
                  <a:cubicBezTo>
                    <a:pt x="49673" y="7043"/>
                    <a:pt x="42739" y="85"/>
                    <a:pt x="33997" y="85"/>
                  </a:cubicBez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B368E39D-1DEF-F879-B6E7-59BA4E97B242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9781248" y="4981958"/>
              <a:ext cx="141378" cy="139162"/>
            </a:xfrm>
            <a:custGeom>
              <a:avLst/>
              <a:gdLst>
                <a:gd name="connsiteX0" fmla="*/ 238 w 141378"/>
                <a:gd name="connsiteY0" fmla="*/ 18841 h 139162"/>
                <a:gd name="connsiteX1" fmla="*/ 8377 w 141378"/>
                <a:gd name="connsiteY1" fmla="*/ 17631 h 139162"/>
                <a:gd name="connsiteX2" fmla="*/ 19531 w 141378"/>
                <a:gd name="connsiteY2" fmla="*/ 36993 h 139162"/>
                <a:gd name="connsiteX3" fmla="*/ 19531 w 141378"/>
                <a:gd name="connsiteY3" fmla="*/ 112020 h 139162"/>
                <a:gd name="connsiteX4" fmla="*/ 841 w 141378"/>
                <a:gd name="connsiteY4" fmla="*/ 134709 h 139162"/>
                <a:gd name="connsiteX5" fmla="*/ 841 w 141378"/>
                <a:gd name="connsiteY5" fmla="*/ 139247 h 139162"/>
                <a:gd name="connsiteX6" fmla="*/ 64748 w 141378"/>
                <a:gd name="connsiteY6" fmla="*/ 139247 h 139162"/>
                <a:gd name="connsiteX7" fmla="*/ 64748 w 141378"/>
                <a:gd name="connsiteY7" fmla="*/ 134709 h 139162"/>
                <a:gd name="connsiteX8" fmla="*/ 44852 w 141378"/>
                <a:gd name="connsiteY8" fmla="*/ 118978 h 139162"/>
                <a:gd name="connsiteX9" fmla="*/ 44852 w 141378"/>
                <a:gd name="connsiteY9" fmla="*/ 33968 h 139162"/>
                <a:gd name="connsiteX10" fmla="*/ 75901 w 141378"/>
                <a:gd name="connsiteY10" fmla="*/ 16724 h 139162"/>
                <a:gd name="connsiteX11" fmla="*/ 97907 w 141378"/>
                <a:gd name="connsiteY11" fmla="*/ 46069 h 139162"/>
                <a:gd name="connsiteX12" fmla="*/ 97907 w 141378"/>
                <a:gd name="connsiteY12" fmla="*/ 109297 h 139162"/>
                <a:gd name="connsiteX13" fmla="*/ 78916 w 141378"/>
                <a:gd name="connsiteY13" fmla="*/ 134709 h 139162"/>
                <a:gd name="connsiteX14" fmla="*/ 78916 w 141378"/>
                <a:gd name="connsiteY14" fmla="*/ 139247 h 139162"/>
                <a:gd name="connsiteX15" fmla="*/ 141617 w 141378"/>
                <a:gd name="connsiteY15" fmla="*/ 139247 h 139162"/>
                <a:gd name="connsiteX16" fmla="*/ 141617 w 141378"/>
                <a:gd name="connsiteY16" fmla="*/ 134709 h 139162"/>
                <a:gd name="connsiteX17" fmla="*/ 123228 w 141378"/>
                <a:gd name="connsiteY17" fmla="*/ 114742 h 139162"/>
                <a:gd name="connsiteX18" fmla="*/ 123228 w 141378"/>
                <a:gd name="connsiteY18" fmla="*/ 45464 h 139162"/>
                <a:gd name="connsiteX19" fmla="*/ 87658 w 141378"/>
                <a:gd name="connsiteY19" fmla="*/ 85 h 139162"/>
                <a:gd name="connsiteX20" fmla="*/ 43948 w 141378"/>
                <a:gd name="connsiteY20" fmla="*/ 24589 h 139162"/>
                <a:gd name="connsiteX21" fmla="*/ 43948 w 141378"/>
                <a:gd name="connsiteY21" fmla="*/ 690 h 139162"/>
                <a:gd name="connsiteX22" fmla="*/ 41838 w 141378"/>
                <a:gd name="connsiteY22" fmla="*/ 85 h 139162"/>
                <a:gd name="connsiteX23" fmla="*/ 238 w 141378"/>
                <a:gd name="connsiteY23" fmla="*/ 13698 h 139162"/>
                <a:gd name="connsiteX24" fmla="*/ 238 w 141378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378" h="139162">
                  <a:moveTo>
                    <a:pt x="238" y="18841"/>
                  </a:moveTo>
                  <a:cubicBezTo>
                    <a:pt x="2047" y="17934"/>
                    <a:pt x="5061" y="17631"/>
                    <a:pt x="8377" y="17631"/>
                  </a:cubicBezTo>
                  <a:cubicBezTo>
                    <a:pt x="16818" y="17631"/>
                    <a:pt x="19531" y="22169"/>
                    <a:pt x="19531" y="36993"/>
                  </a:cubicBezTo>
                  <a:lnTo>
                    <a:pt x="19531" y="112020"/>
                  </a:lnTo>
                  <a:cubicBezTo>
                    <a:pt x="19531" y="129264"/>
                    <a:pt x="16215" y="133499"/>
                    <a:pt x="841" y="134709"/>
                  </a:cubicBezTo>
                  <a:lnTo>
                    <a:pt x="841" y="139247"/>
                  </a:lnTo>
                  <a:lnTo>
                    <a:pt x="64748" y="139247"/>
                  </a:lnTo>
                  <a:lnTo>
                    <a:pt x="64748" y="134709"/>
                  </a:lnTo>
                  <a:cubicBezTo>
                    <a:pt x="49374" y="133499"/>
                    <a:pt x="44852" y="129869"/>
                    <a:pt x="44852" y="118978"/>
                  </a:cubicBezTo>
                  <a:lnTo>
                    <a:pt x="44852" y="33968"/>
                  </a:lnTo>
                  <a:cubicBezTo>
                    <a:pt x="59322" y="20354"/>
                    <a:pt x="65954" y="16724"/>
                    <a:pt x="75901" y="16724"/>
                  </a:cubicBezTo>
                  <a:cubicBezTo>
                    <a:pt x="90672" y="16724"/>
                    <a:pt x="97907" y="26102"/>
                    <a:pt x="97907" y="46069"/>
                  </a:cubicBezTo>
                  <a:lnTo>
                    <a:pt x="97907" y="109297"/>
                  </a:lnTo>
                  <a:cubicBezTo>
                    <a:pt x="97907" y="128356"/>
                    <a:pt x="93988" y="133499"/>
                    <a:pt x="78916" y="134709"/>
                  </a:cubicBezTo>
                  <a:lnTo>
                    <a:pt x="78916" y="139247"/>
                  </a:lnTo>
                  <a:lnTo>
                    <a:pt x="141617" y="139247"/>
                  </a:lnTo>
                  <a:lnTo>
                    <a:pt x="141617" y="134709"/>
                  </a:lnTo>
                  <a:cubicBezTo>
                    <a:pt x="126846" y="133196"/>
                    <a:pt x="123228" y="129566"/>
                    <a:pt x="123228" y="114742"/>
                  </a:cubicBezTo>
                  <a:lnTo>
                    <a:pt x="123228" y="45464"/>
                  </a:lnTo>
                  <a:cubicBezTo>
                    <a:pt x="123228" y="17026"/>
                    <a:pt x="109965" y="85"/>
                    <a:pt x="87658" y="85"/>
                  </a:cubicBezTo>
                  <a:cubicBezTo>
                    <a:pt x="73791" y="85"/>
                    <a:pt x="64446" y="5228"/>
                    <a:pt x="43948" y="24589"/>
                  </a:cubicBezTo>
                  <a:lnTo>
                    <a:pt x="43948" y="690"/>
                  </a:lnTo>
                  <a:lnTo>
                    <a:pt x="41838" y="85"/>
                  </a:lnTo>
                  <a:cubicBezTo>
                    <a:pt x="27067" y="5530"/>
                    <a:pt x="16818" y="8858"/>
                    <a:pt x="238" y="13698"/>
                  </a:cubicBezTo>
                  <a:lnTo>
                    <a:pt x="238" y="1884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55859569-9424-2080-6F07-C76BA6675294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9931632" y="4945957"/>
              <a:ext cx="80184" cy="178188"/>
            </a:xfrm>
            <a:custGeom>
              <a:avLst/>
              <a:gdLst>
                <a:gd name="connsiteX0" fmla="*/ 73193 w 80184"/>
                <a:gd name="connsiteY0" fmla="*/ 39111 h 178188"/>
                <a:gd name="connsiteX1" fmla="*/ 42747 w 80184"/>
                <a:gd name="connsiteY1" fmla="*/ 39111 h 178188"/>
                <a:gd name="connsiteX2" fmla="*/ 42747 w 80184"/>
                <a:gd name="connsiteY2" fmla="*/ 4018 h 178188"/>
                <a:gd name="connsiteX3" fmla="*/ 40637 w 80184"/>
                <a:gd name="connsiteY3" fmla="*/ 85 h 178188"/>
                <a:gd name="connsiteX4" fmla="*/ 34608 w 80184"/>
                <a:gd name="connsiteY4" fmla="*/ 8555 h 178188"/>
                <a:gd name="connsiteX5" fmla="*/ 5368 w 80184"/>
                <a:gd name="connsiteY5" fmla="*/ 40926 h 178188"/>
                <a:gd name="connsiteX6" fmla="*/ 243 w 80184"/>
                <a:gd name="connsiteY6" fmla="*/ 46674 h 178188"/>
                <a:gd name="connsiteX7" fmla="*/ 1449 w 80184"/>
                <a:gd name="connsiteY7" fmla="*/ 48792 h 178188"/>
                <a:gd name="connsiteX8" fmla="*/ 17426 w 80184"/>
                <a:gd name="connsiteY8" fmla="*/ 48792 h 178188"/>
                <a:gd name="connsiteX9" fmla="*/ 17426 w 80184"/>
                <a:gd name="connsiteY9" fmla="*/ 139852 h 178188"/>
                <a:gd name="connsiteX10" fmla="*/ 44254 w 80184"/>
                <a:gd name="connsiteY10" fmla="*/ 178273 h 178188"/>
                <a:gd name="connsiteX11" fmla="*/ 80428 w 80184"/>
                <a:gd name="connsiteY11" fmla="*/ 155281 h 178188"/>
                <a:gd name="connsiteX12" fmla="*/ 76509 w 80184"/>
                <a:gd name="connsiteY12" fmla="*/ 151953 h 178188"/>
                <a:gd name="connsiteX13" fmla="*/ 58422 w 80184"/>
                <a:gd name="connsiteY13" fmla="*/ 162542 h 178188"/>
                <a:gd name="connsiteX14" fmla="*/ 42747 w 80184"/>
                <a:gd name="connsiteY14" fmla="*/ 135314 h 178188"/>
                <a:gd name="connsiteX15" fmla="*/ 42747 w 80184"/>
                <a:gd name="connsiteY15" fmla="*/ 48792 h 178188"/>
                <a:gd name="connsiteX16" fmla="*/ 73193 w 80184"/>
                <a:gd name="connsiteY16" fmla="*/ 48792 h 178188"/>
                <a:gd name="connsiteX17" fmla="*/ 73193 w 80184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184" h="178188">
                  <a:moveTo>
                    <a:pt x="73193" y="39111"/>
                  </a:moveTo>
                  <a:lnTo>
                    <a:pt x="42747" y="39111"/>
                  </a:lnTo>
                  <a:lnTo>
                    <a:pt x="42747" y="4018"/>
                  </a:lnTo>
                  <a:cubicBezTo>
                    <a:pt x="42747" y="992"/>
                    <a:pt x="42446" y="85"/>
                    <a:pt x="40637" y="85"/>
                  </a:cubicBezTo>
                  <a:cubicBezTo>
                    <a:pt x="38527" y="2807"/>
                    <a:pt x="36718" y="5530"/>
                    <a:pt x="34608" y="8555"/>
                  </a:cubicBezTo>
                  <a:cubicBezTo>
                    <a:pt x="23153" y="25194"/>
                    <a:pt x="10191" y="39716"/>
                    <a:pt x="5368" y="40926"/>
                  </a:cubicBezTo>
                  <a:cubicBezTo>
                    <a:pt x="2052" y="43044"/>
                    <a:pt x="243" y="45161"/>
                    <a:pt x="243" y="46674"/>
                  </a:cubicBezTo>
                  <a:cubicBezTo>
                    <a:pt x="243" y="47581"/>
                    <a:pt x="545" y="48186"/>
                    <a:pt x="1449" y="48792"/>
                  </a:cubicBezTo>
                  <a:lnTo>
                    <a:pt x="17426" y="48792"/>
                  </a:lnTo>
                  <a:lnTo>
                    <a:pt x="17426" y="139852"/>
                  </a:lnTo>
                  <a:cubicBezTo>
                    <a:pt x="17426" y="165264"/>
                    <a:pt x="26469" y="178273"/>
                    <a:pt x="44254" y="178273"/>
                  </a:cubicBezTo>
                  <a:cubicBezTo>
                    <a:pt x="59025" y="178273"/>
                    <a:pt x="70480" y="171012"/>
                    <a:pt x="80428" y="155281"/>
                  </a:cubicBezTo>
                  <a:lnTo>
                    <a:pt x="76509" y="151953"/>
                  </a:lnTo>
                  <a:cubicBezTo>
                    <a:pt x="70179" y="159516"/>
                    <a:pt x="65054" y="162542"/>
                    <a:pt x="58422" y="162542"/>
                  </a:cubicBezTo>
                  <a:cubicBezTo>
                    <a:pt x="47269" y="162542"/>
                    <a:pt x="42747" y="154373"/>
                    <a:pt x="42747" y="135314"/>
                  </a:cubicBezTo>
                  <a:lnTo>
                    <a:pt x="42747" y="48792"/>
                  </a:lnTo>
                  <a:lnTo>
                    <a:pt x="73193" y="48792"/>
                  </a:lnTo>
                  <a:lnTo>
                    <a:pt x="73193" y="3911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CC4CDDF8-6588-1EBC-CAE7-90BD866B67D4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0019363" y="4981958"/>
              <a:ext cx="120277" cy="142187"/>
            </a:xfrm>
            <a:custGeom>
              <a:avLst/>
              <a:gdLst>
                <a:gd name="connsiteX0" fmla="*/ 115700 w 120277"/>
                <a:gd name="connsiteY0" fmla="*/ 89633 h 142187"/>
                <a:gd name="connsiteX1" fmla="*/ 68976 w 120277"/>
                <a:gd name="connsiteY1" fmla="*/ 121398 h 142187"/>
                <a:gd name="connsiteX2" fmla="*/ 30089 w 120277"/>
                <a:gd name="connsiteY2" fmla="*/ 95381 h 142187"/>
                <a:gd name="connsiteX3" fmla="*/ 21950 w 120277"/>
                <a:gd name="connsiteY3" fmla="*/ 55447 h 142187"/>
                <a:gd name="connsiteX4" fmla="*/ 114796 w 120277"/>
                <a:gd name="connsiteY4" fmla="*/ 55447 h 142187"/>
                <a:gd name="connsiteX5" fmla="*/ 101833 w 120277"/>
                <a:gd name="connsiteY5" fmla="*/ 17329 h 142187"/>
                <a:gd name="connsiteX6" fmla="*/ 63248 w 120277"/>
                <a:gd name="connsiteY6" fmla="*/ 85 h 142187"/>
                <a:gd name="connsiteX7" fmla="*/ 22553 w 120277"/>
                <a:gd name="connsiteY7" fmla="*/ 15816 h 142187"/>
                <a:gd name="connsiteX8" fmla="*/ 246 w 120277"/>
                <a:gd name="connsiteY8" fmla="*/ 74506 h 142187"/>
                <a:gd name="connsiteX9" fmla="*/ 56616 w 120277"/>
                <a:gd name="connsiteY9" fmla="*/ 142272 h 142187"/>
                <a:gd name="connsiteX10" fmla="*/ 120523 w 120277"/>
                <a:gd name="connsiteY10" fmla="*/ 91750 h 142187"/>
                <a:gd name="connsiteX11" fmla="*/ 115700 w 120277"/>
                <a:gd name="connsiteY11" fmla="*/ 89633 h 142187"/>
                <a:gd name="connsiteX12" fmla="*/ 22553 w 120277"/>
                <a:gd name="connsiteY12" fmla="*/ 45766 h 142187"/>
                <a:gd name="connsiteX13" fmla="*/ 54506 w 120277"/>
                <a:gd name="connsiteY13" fmla="*/ 10976 h 142187"/>
                <a:gd name="connsiteX14" fmla="*/ 84048 w 120277"/>
                <a:gd name="connsiteY14" fmla="*/ 45766 h 142187"/>
                <a:gd name="connsiteX15" fmla="*/ 22553 w 120277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277" h="142187">
                  <a:moveTo>
                    <a:pt x="115700" y="89633"/>
                  </a:moveTo>
                  <a:cubicBezTo>
                    <a:pt x="101231" y="112625"/>
                    <a:pt x="88268" y="121398"/>
                    <a:pt x="68976" y="121398"/>
                  </a:cubicBezTo>
                  <a:cubicBezTo>
                    <a:pt x="51793" y="121398"/>
                    <a:pt x="38831" y="112625"/>
                    <a:pt x="30089" y="95381"/>
                  </a:cubicBezTo>
                  <a:cubicBezTo>
                    <a:pt x="24663" y="83885"/>
                    <a:pt x="22553" y="73901"/>
                    <a:pt x="21950" y="55447"/>
                  </a:cubicBezTo>
                  <a:lnTo>
                    <a:pt x="114796" y="55447"/>
                  </a:lnTo>
                  <a:cubicBezTo>
                    <a:pt x="112384" y="35783"/>
                    <a:pt x="109370" y="27010"/>
                    <a:pt x="101833" y="17329"/>
                  </a:cubicBezTo>
                  <a:cubicBezTo>
                    <a:pt x="92790" y="6438"/>
                    <a:pt x="78924" y="85"/>
                    <a:pt x="63248" y="85"/>
                  </a:cubicBezTo>
                  <a:cubicBezTo>
                    <a:pt x="48176" y="85"/>
                    <a:pt x="34008" y="5530"/>
                    <a:pt x="22553" y="15816"/>
                  </a:cubicBezTo>
                  <a:cubicBezTo>
                    <a:pt x="8385" y="28220"/>
                    <a:pt x="246" y="49699"/>
                    <a:pt x="246" y="74506"/>
                  </a:cubicBezTo>
                  <a:cubicBezTo>
                    <a:pt x="246" y="116255"/>
                    <a:pt x="21950" y="142272"/>
                    <a:pt x="56616" y="142272"/>
                  </a:cubicBezTo>
                  <a:cubicBezTo>
                    <a:pt x="85254" y="142272"/>
                    <a:pt x="107862" y="124423"/>
                    <a:pt x="120523" y="91750"/>
                  </a:cubicBezTo>
                  <a:lnTo>
                    <a:pt x="115700" y="89633"/>
                  </a:lnTo>
                  <a:close/>
                  <a:moveTo>
                    <a:pt x="22553" y="45766"/>
                  </a:moveTo>
                  <a:cubicBezTo>
                    <a:pt x="25869" y="22169"/>
                    <a:pt x="36118" y="10976"/>
                    <a:pt x="54506" y="10976"/>
                  </a:cubicBezTo>
                  <a:cubicBezTo>
                    <a:pt x="72895" y="10976"/>
                    <a:pt x="80129" y="19446"/>
                    <a:pt x="84048" y="45766"/>
                  </a:cubicBezTo>
                  <a:lnTo>
                    <a:pt x="22553" y="4576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FDF257F-A2FB-D982-9D1B-49618AFE48D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150074" y="4981958"/>
              <a:ext cx="133239" cy="205113"/>
            </a:xfrm>
            <a:custGeom>
              <a:avLst/>
              <a:gdLst>
                <a:gd name="connsiteX0" fmla="*/ 133490 w 133239"/>
                <a:gd name="connsiteY0" fmla="*/ 21867 h 205113"/>
                <a:gd name="connsiteX1" fmla="*/ 133490 w 133239"/>
                <a:gd name="connsiteY1" fmla="*/ 10068 h 205113"/>
                <a:gd name="connsiteX2" fmla="*/ 110278 w 133239"/>
                <a:gd name="connsiteY2" fmla="*/ 10068 h 205113"/>
                <a:gd name="connsiteX3" fmla="*/ 93699 w 133239"/>
                <a:gd name="connsiteY3" fmla="*/ 7043 h 205113"/>
                <a:gd name="connsiteX4" fmla="*/ 87067 w 133239"/>
                <a:gd name="connsiteY4" fmla="*/ 4623 h 205113"/>
                <a:gd name="connsiteX5" fmla="*/ 62951 w 133239"/>
                <a:gd name="connsiteY5" fmla="*/ 85 h 205113"/>
                <a:gd name="connsiteX6" fmla="*/ 12610 w 133239"/>
                <a:gd name="connsiteY6" fmla="*/ 49397 h 205113"/>
                <a:gd name="connsiteX7" fmla="*/ 40644 w 133239"/>
                <a:gd name="connsiteY7" fmla="*/ 89935 h 205113"/>
                <a:gd name="connsiteX8" fmla="*/ 27682 w 133239"/>
                <a:gd name="connsiteY8" fmla="*/ 102036 h 205113"/>
                <a:gd name="connsiteX9" fmla="*/ 13815 w 133239"/>
                <a:gd name="connsiteY9" fmla="*/ 122911 h 205113"/>
                <a:gd name="connsiteX10" fmla="*/ 29792 w 133239"/>
                <a:gd name="connsiteY10" fmla="*/ 138944 h 205113"/>
                <a:gd name="connsiteX11" fmla="*/ 250 w 133239"/>
                <a:gd name="connsiteY11" fmla="*/ 175853 h 205113"/>
                <a:gd name="connsiteX12" fmla="*/ 52400 w 133239"/>
                <a:gd name="connsiteY12" fmla="*/ 205198 h 205113"/>
                <a:gd name="connsiteX13" fmla="*/ 114197 w 133239"/>
                <a:gd name="connsiteY13" fmla="*/ 184626 h 205113"/>
                <a:gd name="connsiteX14" fmla="*/ 130777 w 133239"/>
                <a:gd name="connsiteY14" fmla="*/ 154071 h 205113"/>
                <a:gd name="connsiteX15" fmla="*/ 94302 w 133239"/>
                <a:gd name="connsiteY15" fmla="*/ 121700 h 205113"/>
                <a:gd name="connsiteX16" fmla="*/ 55415 w 133239"/>
                <a:gd name="connsiteY16" fmla="*/ 119885 h 205113"/>
                <a:gd name="connsiteX17" fmla="*/ 31902 w 133239"/>
                <a:gd name="connsiteY17" fmla="*/ 111717 h 205113"/>
                <a:gd name="connsiteX18" fmla="*/ 49989 w 133239"/>
                <a:gd name="connsiteY18" fmla="*/ 92658 h 205113"/>
                <a:gd name="connsiteX19" fmla="*/ 55716 w 133239"/>
                <a:gd name="connsiteY19" fmla="*/ 93263 h 205113"/>
                <a:gd name="connsiteX20" fmla="*/ 67171 w 133239"/>
                <a:gd name="connsiteY20" fmla="*/ 94170 h 205113"/>
                <a:gd name="connsiteX21" fmla="*/ 99728 w 133239"/>
                <a:gd name="connsiteY21" fmla="*/ 81464 h 205113"/>
                <a:gd name="connsiteX22" fmla="*/ 114197 w 133239"/>
                <a:gd name="connsiteY22" fmla="*/ 47279 h 205113"/>
                <a:gd name="connsiteX23" fmla="*/ 108470 w 133239"/>
                <a:gd name="connsiteY23" fmla="*/ 21867 h 205113"/>
                <a:gd name="connsiteX24" fmla="*/ 133490 w 133239"/>
                <a:gd name="connsiteY24" fmla="*/ 21867 h 205113"/>
                <a:gd name="connsiteX25" fmla="*/ 36122 w 133239"/>
                <a:gd name="connsiteY25" fmla="*/ 139852 h 205113"/>
                <a:gd name="connsiteX26" fmla="*/ 84957 w 133239"/>
                <a:gd name="connsiteY26" fmla="*/ 143785 h 205113"/>
                <a:gd name="connsiteX27" fmla="*/ 122336 w 133239"/>
                <a:gd name="connsiteY27" fmla="*/ 158609 h 205113"/>
                <a:gd name="connsiteX28" fmla="*/ 65363 w 133239"/>
                <a:gd name="connsiteY28" fmla="*/ 187954 h 205113"/>
                <a:gd name="connsiteX29" fmla="*/ 21352 w 133239"/>
                <a:gd name="connsiteY29" fmla="*/ 165869 h 205113"/>
                <a:gd name="connsiteX30" fmla="*/ 36122 w 133239"/>
                <a:gd name="connsiteY30" fmla="*/ 139852 h 205113"/>
                <a:gd name="connsiteX31" fmla="*/ 37630 w 133239"/>
                <a:gd name="connsiteY31" fmla="*/ 36993 h 205113"/>
                <a:gd name="connsiteX32" fmla="*/ 59937 w 133239"/>
                <a:gd name="connsiteY32" fmla="*/ 8555 h 205113"/>
                <a:gd name="connsiteX33" fmla="*/ 81942 w 133239"/>
                <a:gd name="connsiteY33" fmla="*/ 22774 h 205113"/>
                <a:gd name="connsiteX34" fmla="*/ 90986 w 133239"/>
                <a:gd name="connsiteY34" fmla="*/ 59077 h 205113"/>
                <a:gd name="connsiteX35" fmla="*/ 68377 w 133239"/>
                <a:gd name="connsiteY35" fmla="*/ 86607 h 205113"/>
                <a:gd name="connsiteX36" fmla="*/ 37630 w 133239"/>
                <a:gd name="connsiteY36" fmla="*/ 37901 h 205113"/>
                <a:gd name="connsiteX37" fmla="*/ 37630 w 133239"/>
                <a:gd name="connsiteY37" fmla="*/ 36993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239" h="205113">
                  <a:moveTo>
                    <a:pt x="133490" y="21867"/>
                  </a:moveTo>
                  <a:lnTo>
                    <a:pt x="133490" y="10068"/>
                  </a:lnTo>
                  <a:lnTo>
                    <a:pt x="110278" y="10068"/>
                  </a:lnTo>
                  <a:cubicBezTo>
                    <a:pt x="104249" y="10068"/>
                    <a:pt x="99728" y="9160"/>
                    <a:pt x="93699" y="7043"/>
                  </a:cubicBezTo>
                  <a:lnTo>
                    <a:pt x="87067" y="4623"/>
                  </a:lnTo>
                  <a:cubicBezTo>
                    <a:pt x="78928" y="1597"/>
                    <a:pt x="70789" y="85"/>
                    <a:pt x="62951" y="85"/>
                  </a:cubicBezTo>
                  <a:cubicBezTo>
                    <a:pt x="34917" y="85"/>
                    <a:pt x="12610" y="21867"/>
                    <a:pt x="12610" y="49397"/>
                  </a:cubicBezTo>
                  <a:cubicBezTo>
                    <a:pt x="12610" y="68456"/>
                    <a:pt x="20749" y="79952"/>
                    <a:pt x="40644" y="89935"/>
                  </a:cubicBezTo>
                  <a:cubicBezTo>
                    <a:pt x="34917" y="95381"/>
                    <a:pt x="29491" y="100524"/>
                    <a:pt x="27682" y="102036"/>
                  </a:cubicBezTo>
                  <a:cubicBezTo>
                    <a:pt x="17734" y="110810"/>
                    <a:pt x="13815" y="116860"/>
                    <a:pt x="13815" y="122911"/>
                  </a:cubicBezTo>
                  <a:cubicBezTo>
                    <a:pt x="13815" y="129264"/>
                    <a:pt x="17433" y="132894"/>
                    <a:pt x="29792" y="138944"/>
                  </a:cubicBezTo>
                  <a:cubicBezTo>
                    <a:pt x="8389" y="154676"/>
                    <a:pt x="250" y="164659"/>
                    <a:pt x="250" y="175853"/>
                  </a:cubicBezTo>
                  <a:cubicBezTo>
                    <a:pt x="250" y="191887"/>
                    <a:pt x="23763" y="205198"/>
                    <a:pt x="52400" y="205198"/>
                  </a:cubicBezTo>
                  <a:cubicBezTo>
                    <a:pt x="75009" y="205198"/>
                    <a:pt x="98522" y="197332"/>
                    <a:pt x="114197" y="184626"/>
                  </a:cubicBezTo>
                  <a:cubicBezTo>
                    <a:pt x="125652" y="175248"/>
                    <a:pt x="130777" y="165567"/>
                    <a:pt x="130777" y="154071"/>
                  </a:cubicBezTo>
                  <a:cubicBezTo>
                    <a:pt x="130777" y="135314"/>
                    <a:pt x="116609" y="122608"/>
                    <a:pt x="94302" y="121700"/>
                  </a:cubicBezTo>
                  <a:lnTo>
                    <a:pt x="55415" y="119885"/>
                  </a:lnTo>
                  <a:cubicBezTo>
                    <a:pt x="39438" y="119280"/>
                    <a:pt x="31902" y="116558"/>
                    <a:pt x="31902" y="111717"/>
                  </a:cubicBezTo>
                  <a:cubicBezTo>
                    <a:pt x="31902" y="105667"/>
                    <a:pt x="41850" y="95078"/>
                    <a:pt x="49989" y="92658"/>
                  </a:cubicBezTo>
                  <a:cubicBezTo>
                    <a:pt x="52702" y="92960"/>
                    <a:pt x="54812" y="93263"/>
                    <a:pt x="55716" y="93263"/>
                  </a:cubicBezTo>
                  <a:cubicBezTo>
                    <a:pt x="61444" y="93868"/>
                    <a:pt x="65363" y="94170"/>
                    <a:pt x="67171" y="94170"/>
                  </a:cubicBezTo>
                  <a:cubicBezTo>
                    <a:pt x="78325" y="94170"/>
                    <a:pt x="90383" y="89633"/>
                    <a:pt x="99728" y="81464"/>
                  </a:cubicBezTo>
                  <a:cubicBezTo>
                    <a:pt x="109675" y="72994"/>
                    <a:pt x="114197" y="62405"/>
                    <a:pt x="114197" y="47279"/>
                  </a:cubicBezTo>
                  <a:cubicBezTo>
                    <a:pt x="114197" y="38506"/>
                    <a:pt x="112690" y="31547"/>
                    <a:pt x="108470" y="21867"/>
                  </a:cubicBezTo>
                  <a:lnTo>
                    <a:pt x="133490" y="21867"/>
                  </a:lnTo>
                  <a:close/>
                  <a:moveTo>
                    <a:pt x="36122" y="139852"/>
                  </a:moveTo>
                  <a:cubicBezTo>
                    <a:pt x="46070" y="141970"/>
                    <a:pt x="70186" y="143785"/>
                    <a:pt x="84957" y="143785"/>
                  </a:cubicBezTo>
                  <a:cubicBezTo>
                    <a:pt x="112388" y="143785"/>
                    <a:pt x="122336" y="147718"/>
                    <a:pt x="122336" y="158609"/>
                  </a:cubicBezTo>
                  <a:cubicBezTo>
                    <a:pt x="122336" y="176155"/>
                    <a:pt x="99426" y="187954"/>
                    <a:pt x="65363" y="187954"/>
                  </a:cubicBezTo>
                  <a:cubicBezTo>
                    <a:pt x="38835" y="187954"/>
                    <a:pt x="21352" y="179181"/>
                    <a:pt x="21352" y="165869"/>
                  </a:cubicBezTo>
                  <a:cubicBezTo>
                    <a:pt x="21352" y="158911"/>
                    <a:pt x="23462" y="154978"/>
                    <a:pt x="36122" y="139852"/>
                  </a:cubicBezTo>
                  <a:close/>
                  <a:moveTo>
                    <a:pt x="37630" y="36993"/>
                  </a:moveTo>
                  <a:cubicBezTo>
                    <a:pt x="37630" y="19144"/>
                    <a:pt x="46070" y="8555"/>
                    <a:pt x="59937" y="8555"/>
                  </a:cubicBezTo>
                  <a:cubicBezTo>
                    <a:pt x="69282" y="8555"/>
                    <a:pt x="77119" y="13698"/>
                    <a:pt x="81942" y="22774"/>
                  </a:cubicBezTo>
                  <a:cubicBezTo>
                    <a:pt x="87368" y="33363"/>
                    <a:pt x="90986" y="47279"/>
                    <a:pt x="90986" y="59077"/>
                  </a:cubicBezTo>
                  <a:cubicBezTo>
                    <a:pt x="90986" y="76019"/>
                    <a:pt x="82244" y="86607"/>
                    <a:pt x="68377" y="86607"/>
                  </a:cubicBezTo>
                  <a:cubicBezTo>
                    <a:pt x="50290" y="86607"/>
                    <a:pt x="37630" y="66943"/>
                    <a:pt x="37630" y="37901"/>
                  </a:cubicBezTo>
                  <a:lnTo>
                    <a:pt x="37630" y="36993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FC6B1E04-EB85-7612-D12F-DDF5CD9EA3A2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294429" y="4981958"/>
              <a:ext cx="99477" cy="139162"/>
            </a:xfrm>
            <a:custGeom>
              <a:avLst/>
              <a:gdLst>
                <a:gd name="connsiteX0" fmla="*/ 858 w 99477"/>
                <a:gd name="connsiteY0" fmla="*/ 21262 h 139162"/>
                <a:gd name="connsiteX1" fmla="*/ 11409 w 99477"/>
                <a:gd name="connsiteY1" fmla="*/ 20051 h 139162"/>
                <a:gd name="connsiteX2" fmla="*/ 21658 w 99477"/>
                <a:gd name="connsiteY2" fmla="*/ 38203 h 139162"/>
                <a:gd name="connsiteX3" fmla="*/ 21658 w 99477"/>
                <a:gd name="connsiteY3" fmla="*/ 113835 h 139162"/>
                <a:gd name="connsiteX4" fmla="*/ 255 w 99477"/>
                <a:gd name="connsiteY4" fmla="*/ 134709 h 139162"/>
                <a:gd name="connsiteX5" fmla="*/ 255 w 99477"/>
                <a:gd name="connsiteY5" fmla="*/ 139247 h 139162"/>
                <a:gd name="connsiteX6" fmla="*/ 72602 w 99477"/>
                <a:gd name="connsiteY6" fmla="*/ 139247 h 139162"/>
                <a:gd name="connsiteX7" fmla="*/ 72602 w 99477"/>
                <a:gd name="connsiteY7" fmla="*/ 134709 h 139162"/>
                <a:gd name="connsiteX8" fmla="*/ 46979 w 99477"/>
                <a:gd name="connsiteY8" fmla="*/ 112020 h 139162"/>
                <a:gd name="connsiteX9" fmla="*/ 46979 w 99477"/>
                <a:gd name="connsiteY9" fmla="*/ 43951 h 139162"/>
                <a:gd name="connsiteX10" fmla="*/ 68081 w 99477"/>
                <a:gd name="connsiteY10" fmla="*/ 19144 h 139162"/>
                <a:gd name="connsiteX11" fmla="*/ 75918 w 99477"/>
                <a:gd name="connsiteY11" fmla="*/ 23682 h 139162"/>
                <a:gd name="connsiteX12" fmla="*/ 87976 w 99477"/>
                <a:gd name="connsiteY12" fmla="*/ 29732 h 139162"/>
                <a:gd name="connsiteX13" fmla="*/ 99733 w 99477"/>
                <a:gd name="connsiteY13" fmla="*/ 16119 h 139162"/>
                <a:gd name="connsiteX14" fmla="*/ 83153 w 99477"/>
                <a:gd name="connsiteY14" fmla="*/ 85 h 139162"/>
                <a:gd name="connsiteX15" fmla="*/ 46979 w 99477"/>
                <a:gd name="connsiteY15" fmla="*/ 28522 h 139162"/>
                <a:gd name="connsiteX16" fmla="*/ 46979 w 99477"/>
                <a:gd name="connsiteY16" fmla="*/ 690 h 139162"/>
                <a:gd name="connsiteX17" fmla="*/ 45472 w 99477"/>
                <a:gd name="connsiteY17" fmla="*/ 85 h 139162"/>
                <a:gd name="connsiteX18" fmla="*/ 858 w 99477"/>
                <a:gd name="connsiteY18" fmla="*/ 16421 h 139162"/>
                <a:gd name="connsiteX19" fmla="*/ 858 w 99477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477" h="139162">
                  <a:moveTo>
                    <a:pt x="858" y="21262"/>
                  </a:moveTo>
                  <a:cubicBezTo>
                    <a:pt x="5078" y="20354"/>
                    <a:pt x="7791" y="20051"/>
                    <a:pt x="11409" y="20051"/>
                  </a:cubicBezTo>
                  <a:cubicBezTo>
                    <a:pt x="18945" y="20051"/>
                    <a:pt x="21658" y="24892"/>
                    <a:pt x="21658" y="38203"/>
                  </a:cubicBezTo>
                  <a:lnTo>
                    <a:pt x="21658" y="113835"/>
                  </a:lnTo>
                  <a:cubicBezTo>
                    <a:pt x="21658" y="128961"/>
                    <a:pt x="19548" y="131079"/>
                    <a:pt x="255" y="134709"/>
                  </a:cubicBezTo>
                  <a:lnTo>
                    <a:pt x="255" y="139247"/>
                  </a:lnTo>
                  <a:lnTo>
                    <a:pt x="72602" y="139247"/>
                  </a:lnTo>
                  <a:lnTo>
                    <a:pt x="72602" y="134709"/>
                  </a:lnTo>
                  <a:cubicBezTo>
                    <a:pt x="52104" y="133802"/>
                    <a:pt x="46979" y="129264"/>
                    <a:pt x="46979" y="112020"/>
                  </a:cubicBezTo>
                  <a:lnTo>
                    <a:pt x="46979" y="43951"/>
                  </a:lnTo>
                  <a:cubicBezTo>
                    <a:pt x="46979" y="34270"/>
                    <a:pt x="59942" y="19144"/>
                    <a:pt x="68081" y="19144"/>
                  </a:cubicBezTo>
                  <a:cubicBezTo>
                    <a:pt x="69889" y="19144"/>
                    <a:pt x="72602" y="20656"/>
                    <a:pt x="75918" y="23682"/>
                  </a:cubicBezTo>
                  <a:cubicBezTo>
                    <a:pt x="80741" y="27917"/>
                    <a:pt x="84057" y="29732"/>
                    <a:pt x="87976" y="29732"/>
                  </a:cubicBezTo>
                  <a:cubicBezTo>
                    <a:pt x="95211" y="29732"/>
                    <a:pt x="99733" y="24589"/>
                    <a:pt x="99733" y="16119"/>
                  </a:cubicBezTo>
                  <a:cubicBezTo>
                    <a:pt x="99733" y="6135"/>
                    <a:pt x="93402" y="85"/>
                    <a:pt x="83153" y="85"/>
                  </a:cubicBezTo>
                  <a:cubicBezTo>
                    <a:pt x="70492" y="85"/>
                    <a:pt x="61750" y="7043"/>
                    <a:pt x="46979" y="28522"/>
                  </a:cubicBezTo>
                  <a:lnTo>
                    <a:pt x="46979" y="690"/>
                  </a:lnTo>
                  <a:lnTo>
                    <a:pt x="45472" y="85"/>
                  </a:lnTo>
                  <a:cubicBezTo>
                    <a:pt x="29496" y="6740"/>
                    <a:pt x="18644" y="10673"/>
                    <a:pt x="858" y="16421"/>
                  </a:cubicBezTo>
                  <a:lnTo>
                    <a:pt x="858" y="21262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E7211B1E-FED2-A13A-49B5-88CBA3D7321C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0404832" y="4981958"/>
              <a:ext cx="122085" cy="142187"/>
            </a:xfrm>
            <a:custGeom>
              <a:avLst/>
              <a:gdLst>
                <a:gd name="connsiteX0" fmla="*/ 122344 w 122085"/>
                <a:gd name="connsiteY0" fmla="*/ 119280 h 142187"/>
                <a:gd name="connsiteX1" fmla="*/ 109081 w 122085"/>
                <a:gd name="connsiteY1" fmla="*/ 125028 h 142187"/>
                <a:gd name="connsiteX2" fmla="*/ 100037 w 122085"/>
                <a:gd name="connsiteY2" fmla="*/ 107482 h 142187"/>
                <a:gd name="connsiteX3" fmla="*/ 100037 w 122085"/>
                <a:gd name="connsiteY3" fmla="*/ 48489 h 142187"/>
                <a:gd name="connsiteX4" fmla="*/ 94008 w 122085"/>
                <a:gd name="connsiteY4" fmla="*/ 16724 h 142187"/>
                <a:gd name="connsiteX5" fmla="*/ 56629 w 122085"/>
                <a:gd name="connsiteY5" fmla="*/ 85 h 142187"/>
                <a:gd name="connsiteX6" fmla="*/ 5986 w 122085"/>
                <a:gd name="connsiteY6" fmla="*/ 33968 h 142187"/>
                <a:gd name="connsiteX7" fmla="*/ 18948 w 122085"/>
                <a:gd name="connsiteY7" fmla="*/ 46976 h 142187"/>
                <a:gd name="connsiteX8" fmla="*/ 32513 w 122085"/>
                <a:gd name="connsiteY8" fmla="*/ 34270 h 142187"/>
                <a:gd name="connsiteX9" fmla="*/ 31910 w 122085"/>
                <a:gd name="connsiteY9" fmla="*/ 29430 h 142187"/>
                <a:gd name="connsiteX10" fmla="*/ 31006 w 122085"/>
                <a:gd name="connsiteY10" fmla="*/ 22169 h 142187"/>
                <a:gd name="connsiteX11" fmla="*/ 52710 w 122085"/>
                <a:gd name="connsiteY11" fmla="*/ 7345 h 142187"/>
                <a:gd name="connsiteX12" fmla="*/ 75620 w 122085"/>
                <a:gd name="connsiteY12" fmla="*/ 32455 h 142187"/>
                <a:gd name="connsiteX13" fmla="*/ 75620 w 122085"/>
                <a:gd name="connsiteY13" fmla="*/ 50909 h 142187"/>
                <a:gd name="connsiteX14" fmla="*/ 11111 w 122085"/>
                <a:gd name="connsiteY14" fmla="*/ 83582 h 142187"/>
                <a:gd name="connsiteX15" fmla="*/ 259 w 122085"/>
                <a:gd name="connsiteY15" fmla="*/ 109902 h 142187"/>
                <a:gd name="connsiteX16" fmla="*/ 31910 w 122085"/>
                <a:gd name="connsiteY16" fmla="*/ 142272 h 142187"/>
                <a:gd name="connsiteX17" fmla="*/ 75922 w 122085"/>
                <a:gd name="connsiteY17" fmla="*/ 120188 h 142187"/>
                <a:gd name="connsiteX18" fmla="*/ 95214 w 122085"/>
                <a:gd name="connsiteY18" fmla="*/ 142272 h 142187"/>
                <a:gd name="connsiteX19" fmla="*/ 122344 w 122085"/>
                <a:gd name="connsiteY19" fmla="*/ 127146 h 142187"/>
                <a:gd name="connsiteX20" fmla="*/ 122344 w 122085"/>
                <a:gd name="connsiteY20" fmla="*/ 119280 h 142187"/>
                <a:gd name="connsiteX21" fmla="*/ 75620 w 122085"/>
                <a:gd name="connsiteY21" fmla="*/ 102036 h 142187"/>
                <a:gd name="connsiteX22" fmla="*/ 67783 w 122085"/>
                <a:gd name="connsiteY22" fmla="*/ 117768 h 142187"/>
                <a:gd name="connsiteX23" fmla="*/ 45777 w 122085"/>
                <a:gd name="connsiteY23" fmla="*/ 124726 h 142187"/>
                <a:gd name="connsiteX24" fmla="*/ 26786 w 122085"/>
                <a:gd name="connsiteY24" fmla="*/ 101431 h 142187"/>
                <a:gd name="connsiteX25" fmla="*/ 26786 w 122085"/>
                <a:gd name="connsiteY25" fmla="*/ 100221 h 142187"/>
                <a:gd name="connsiteX26" fmla="*/ 75620 w 122085"/>
                <a:gd name="connsiteY26" fmla="*/ 58170 h 142187"/>
                <a:gd name="connsiteX27" fmla="*/ 75620 w 122085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085" h="142187">
                  <a:moveTo>
                    <a:pt x="122344" y="119280"/>
                  </a:moveTo>
                  <a:cubicBezTo>
                    <a:pt x="117220" y="123516"/>
                    <a:pt x="113602" y="125028"/>
                    <a:pt x="109081" y="125028"/>
                  </a:cubicBezTo>
                  <a:cubicBezTo>
                    <a:pt x="102147" y="125028"/>
                    <a:pt x="100037" y="120793"/>
                    <a:pt x="100037" y="107482"/>
                  </a:cubicBezTo>
                  <a:lnTo>
                    <a:pt x="100037" y="48489"/>
                  </a:lnTo>
                  <a:cubicBezTo>
                    <a:pt x="100037" y="32758"/>
                    <a:pt x="98530" y="23984"/>
                    <a:pt x="94008" y="16724"/>
                  </a:cubicBezTo>
                  <a:cubicBezTo>
                    <a:pt x="87377" y="5833"/>
                    <a:pt x="74414" y="85"/>
                    <a:pt x="56629" y="85"/>
                  </a:cubicBezTo>
                  <a:cubicBezTo>
                    <a:pt x="28293" y="85"/>
                    <a:pt x="5986" y="14908"/>
                    <a:pt x="5986" y="33968"/>
                  </a:cubicBezTo>
                  <a:cubicBezTo>
                    <a:pt x="5986" y="40926"/>
                    <a:pt x="12015" y="46976"/>
                    <a:pt x="18948" y="46976"/>
                  </a:cubicBezTo>
                  <a:cubicBezTo>
                    <a:pt x="26183" y="46976"/>
                    <a:pt x="32513" y="40926"/>
                    <a:pt x="32513" y="34270"/>
                  </a:cubicBezTo>
                  <a:cubicBezTo>
                    <a:pt x="32513" y="33060"/>
                    <a:pt x="32212" y="31547"/>
                    <a:pt x="31910" y="29430"/>
                  </a:cubicBezTo>
                  <a:cubicBezTo>
                    <a:pt x="31308" y="26707"/>
                    <a:pt x="31006" y="24287"/>
                    <a:pt x="31006" y="22169"/>
                  </a:cubicBezTo>
                  <a:cubicBezTo>
                    <a:pt x="31006" y="14001"/>
                    <a:pt x="40652" y="7345"/>
                    <a:pt x="52710" y="7345"/>
                  </a:cubicBezTo>
                  <a:cubicBezTo>
                    <a:pt x="67481" y="7345"/>
                    <a:pt x="75620" y="16119"/>
                    <a:pt x="75620" y="32455"/>
                  </a:cubicBezTo>
                  <a:lnTo>
                    <a:pt x="75620" y="50909"/>
                  </a:lnTo>
                  <a:cubicBezTo>
                    <a:pt x="29197" y="69666"/>
                    <a:pt x="24073" y="72086"/>
                    <a:pt x="11111" y="83582"/>
                  </a:cubicBezTo>
                  <a:cubicBezTo>
                    <a:pt x="4479" y="89633"/>
                    <a:pt x="259" y="99919"/>
                    <a:pt x="259" y="109902"/>
                  </a:cubicBezTo>
                  <a:cubicBezTo>
                    <a:pt x="259" y="128961"/>
                    <a:pt x="13522" y="142272"/>
                    <a:pt x="31910" y="142272"/>
                  </a:cubicBezTo>
                  <a:cubicBezTo>
                    <a:pt x="45174" y="142272"/>
                    <a:pt x="57533" y="135919"/>
                    <a:pt x="75922" y="120188"/>
                  </a:cubicBezTo>
                  <a:cubicBezTo>
                    <a:pt x="77429" y="135919"/>
                    <a:pt x="82855" y="142272"/>
                    <a:pt x="95214" y="142272"/>
                  </a:cubicBezTo>
                  <a:cubicBezTo>
                    <a:pt x="105463" y="142272"/>
                    <a:pt x="111794" y="138642"/>
                    <a:pt x="122344" y="127146"/>
                  </a:cubicBezTo>
                  <a:lnTo>
                    <a:pt x="122344" y="119280"/>
                  </a:lnTo>
                  <a:close/>
                  <a:moveTo>
                    <a:pt x="75620" y="102036"/>
                  </a:moveTo>
                  <a:cubicBezTo>
                    <a:pt x="75620" y="111415"/>
                    <a:pt x="74113" y="114137"/>
                    <a:pt x="67783" y="117768"/>
                  </a:cubicBezTo>
                  <a:cubicBezTo>
                    <a:pt x="60548" y="122003"/>
                    <a:pt x="52107" y="124726"/>
                    <a:pt x="45777" y="124726"/>
                  </a:cubicBezTo>
                  <a:cubicBezTo>
                    <a:pt x="35226" y="124726"/>
                    <a:pt x="26786" y="114440"/>
                    <a:pt x="26786" y="101431"/>
                  </a:cubicBezTo>
                  <a:lnTo>
                    <a:pt x="26786" y="100221"/>
                  </a:lnTo>
                  <a:cubicBezTo>
                    <a:pt x="26786" y="82372"/>
                    <a:pt x="39145" y="71481"/>
                    <a:pt x="75620" y="58170"/>
                  </a:cubicBezTo>
                  <a:lnTo>
                    <a:pt x="75620" y="10203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58C59AD6-DC70-AF64-FBF1-E08BEBCE290A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0533749" y="4914494"/>
              <a:ext cx="71744" cy="206625"/>
            </a:xfrm>
            <a:custGeom>
              <a:avLst/>
              <a:gdLst>
                <a:gd name="connsiteX0" fmla="*/ 263 w 71744"/>
                <a:gd name="connsiteY0" fmla="*/ 18236 h 206625"/>
                <a:gd name="connsiteX1" fmla="*/ 2072 w 71744"/>
                <a:gd name="connsiteY1" fmla="*/ 18236 h 206625"/>
                <a:gd name="connsiteX2" fmla="*/ 11417 w 71744"/>
                <a:gd name="connsiteY2" fmla="*/ 17631 h 206625"/>
                <a:gd name="connsiteX3" fmla="*/ 24077 w 71744"/>
                <a:gd name="connsiteY3" fmla="*/ 36085 h 206625"/>
                <a:gd name="connsiteX4" fmla="*/ 24077 w 71744"/>
                <a:gd name="connsiteY4" fmla="*/ 180391 h 206625"/>
                <a:gd name="connsiteX5" fmla="*/ 866 w 71744"/>
                <a:gd name="connsiteY5" fmla="*/ 202173 h 206625"/>
                <a:gd name="connsiteX6" fmla="*/ 866 w 71744"/>
                <a:gd name="connsiteY6" fmla="*/ 206710 h 206625"/>
                <a:gd name="connsiteX7" fmla="*/ 72007 w 71744"/>
                <a:gd name="connsiteY7" fmla="*/ 206710 h 206625"/>
                <a:gd name="connsiteX8" fmla="*/ 72007 w 71744"/>
                <a:gd name="connsiteY8" fmla="*/ 202173 h 206625"/>
                <a:gd name="connsiteX9" fmla="*/ 49399 w 71744"/>
                <a:gd name="connsiteY9" fmla="*/ 181298 h 206625"/>
                <a:gd name="connsiteX10" fmla="*/ 49399 w 71744"/>
                <a:gd name="connsiteY10" fmla="*/ 690 h 206625"/>
                <a:gd name="connsiteX11" fmla="*/ 48193 w 71744"/>
                <a:gd name="connsiteY11" fmla="*/ 85 h 206625"/>
                <a:gd name="connsiteX12" fmla="*/ 263 w 71744"/>
                <a:gd name="connsiteY12" fmla="*/ 13396 h 206625"/>
                <a:gd name="connsiteX13" fmla="*/ 263 w 71744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44" h="206625">
                  <a:moveTo>
                    <a:pt x="263" y="18236"/>
                  </a:moveTo>
                  <a:lnTo>
                    <a:pt x="2072" y="18236"/>
                  </a:lnTo>
                  <a:cubicBezTo>
                    <a:pt x="5388" y="17934"/>
                    <a:pt x="9005" y="17631"/>
                    <a:pt x="11417" y="17631"/>
                  </a:cubicBezTo>
                  <a:cubicBezTo>
                    <a:pt x="21063" y="17631"/>
                    <a:pt x="24077" y="21867"/>
                    <a:pt x="24077" y="36085"/>
                  </a:cubicBezTo>
                  <a:lnTo>
                    <a:pt x="24077" y="180391"/>
                  </a:lnTo>
                  <a:cubicBezTo>
                    <a:pt x="24077" y="196727"/>
                    <a:pt x="19857" y="200660"/>
                    <a:pt x="866" y="202173"/>
                  </a:cubicBezTo>
                  <a:lnTo>
                    <a:pt x="866" y="206710"/>
                  </a:lnTo>
                  <a:lnTo>
                    <a:pt x="72007" y="206710"/>
                  </a:lnTo>
                  <a:lnTo>
                    <a:pt x="72007" y="202173"/>
                  </a:lnTo>
                  <a:cubicBezTo>
                    <a:pt x="53016" y="200962"/>
                    <a:pt x="49399" y="197937"/>
                    <a:pt x="49399" y="181298"/>
                  </a:cubicBezTo>
                  <a:lnTo>
                    <a:pt x="49399" y="690"/>
                  </a:lnTo>
                  <a:lnTo>
                    <a:pt x="48193" y="85"/>
                  </a:lnTo>
                  <a:cubicBezTo>
                    <a:pt x="32518" y="5228"/>
                    <a:pt x="21063" y="8253"/>
                    <a:pt x="263" y="13396"/>
                  </a:cubicBezTo>
                  <a:lnTo>
                    <a:pt x="263" y="1823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2B5F28C1-DC38-D907-FA44-EBD2AC14D4F9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0636552" y="4982260"/>
              <a:ext cx="33460" cy="142187"/>
            </a:xfrm>
            <a:custGeom>
              <a:avLst/>
              <a:gdLst>
                <a:gd name="connsiteX0" fmla="*/ 16845 w 33460"/>
                <a:gd name="connsiteY0" fmla="*/ 85 h 142187"/>
                <a:gd name="connsiteX1" fmla="*/ 266 w 33460"/>
                <a:gd name="connsiteY1" fmla="*/ 17329 h 142187"/>
                <a:gd name="connsiteX2" fmla="*/ 16544 w 33460"/>
                <a:gd name="connsiteY2" fmla="*/ 33665 h 142187"/>
                <a:gd name="connsiteX3" fmla="*/ 33726 w 33460"/>
                <a:gd name="connsiteY3" fmla="*/ 17329 h 142187"/>
                <a:gd name="connsiteX4" fmla="*/ 16845 w 33460"/>
                <a:gd name="connsiteY4" fmla="*/ 85 h 142187"/>
                <a:gd name="connsiteX5" fmla="*/ 16845 w 33460"/>
                <a:gd name="connsiteY5" fmla="*/ 108692 h 142187"/>
                <a:gd name="connsiteX6" fmla="*/ 266 w 33460"/>
                <a:gd name="connsiteY6" fmla="*/ 125936 h 142187"/>
                <a:gd name="connsiteX7" fmla="*/ 16544 w 33460"/>
                <a:gd name="connsiteY7" fmla="*/ 142272 h 142187"/>
                <a:gd name="connsiteX8" fmla="*/ 33726 w 33460"/>
                <a:gd name="connsiteY8" fmla="*/ 125936 h 142187"/>
                <a:gd name="connsiteX9" fmla="*/ 16845 w 33460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60" h="142187">
                  <a:moveTo>
                    <a:pt x="16845" y="85"/>
                  </a:moveTo>
                  <a:cubicBezTo>
                    <a:pt x="7802" y="85"/>
                    <a:pt x="266" y="7950"/>
                    <a:pt x="266" y="17329"/>
                  </a:cubicBezTo>
                  <a:cubicBezTo>
                    <a:pt x="266" y="26102"/>
                    <a:pt x="7802" y="33665"/>
                    <a:pt x="16544" y="33665"/>
                  </a:cubicBezTo>
                  <a:cubicBezTo>
                    <a:pt x="25889" y="33665"/>
                    <a:pt x="33726" y="26102"/>
                    <a:pt x="33726" y="17329"/>
                  </a:cubicBezTo>
                  <a:cubicBezTo>
                    <a:pt x="33726" y="7950"/>
                    <a:pt x="25889" y="85"/>
                    <a:pt x="16845" y="85"/>
                  </a:cubicBezTo>
                  <a:close/>
                  <a:moveTo>
                    <a:pt x="16845" y="108692"/>
                  </a:moveTo>
                  <a:cubicBezTo>
                    <a:pt x="7802" y="108692"/>
                    <a:pt x="266" y="116558"/>
                    <a:pt x="266" y="125936"/>
                  </a:cubicBezTo>
                  <a:cubicBezTo>
                    <a:pt x="266" y="134709"/>
                    <a:pt x="7802" y="142272"/>
                    <a:pt x="16544" y="142272"/>
                  </a:cubicBezTo>
                  <a:cubicBezTo>
                    <a:pt x="25889" y="142272"/>
                    <a:pt x="33726" y="134709"/>
                    <a:pt x="33726" y="125936"/>
                  </a:cubicBezTo>
                  <a:cubicBezTo>
                    <a:pt x="33726" y="116558"/>
                    <a:pt x="25889" y="108692"/>
                    <a:pt x="16845" y="108692"/>
                  </a:cubicBez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56" name="Group 85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lifies to:}&#10;\end{align*}&#10;}&#10;\end{document}" title="IguanaTex Shape Display">
            <a:extLst>
              <a:ext uri="{FF2B5EF4-FFF2-40B4-BE49-F238E27FC236}">
                <a16:creationId xmlns:a16="http://schemas.microsoft.com/office/drawing/2014/main" id="{5DF00DAA-D957-3590-598F-F7A621CDF6EE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1906155" y="4877953"/>
            <a:ext cx="1528653" cy="272274"/>
            <a:chOff x="8856871" y="4914494"/>
            <a:chExt cx="1528653" cy="272274"/>
          </a:xfrm>
        </p:grpSpPr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5524893A-E832-0CE8-23AC-FD87C1E3ACB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8856871" y="4982260"/>
              <a:ext cx="89418" cy="141885"/>
            </a:xfrm>
            <a:custGeom>
              <a:avLst/>
              <a:gdLst>
                <a:gd name="connsiteX0" fmla="*/ 79691 w 89418"/>
                <a:gd name="connsiteY0" fmla="*/ 43951 h 141885"/>
                <a:gd name="connsiteX1" fmla="*/ 78487 w 89418"/>
                <a:gd name="connsiteY1" fmla="*/ 2807 h 141885"/>
                <a:gd name="connsiteX2" fmla="*/ 75175 w 89418"/>
                <a:gd name="connsiteY2" fmla="*/ 2807 h 141885"/>
                <a:gd name="connsiteX3" fmla="*/ 74573 w 89418"/>
                <a:gd name="connsiteY3" fmla="*/ 3412 h 141885"/>
                <a:gd name="connsiteX4" fmla="*/ 70358 w 89418"/>
                <a:gd name="connsiteY4" fmla="*/ 5833 h 141885"/>
                <a:gd name="connsiteX5" fmla="*/ 62229 w 89418"/>
                <a:gd name="connsiteY5" fmla="*/ 3715 h 141885"/>
                <a:gd name="connsiteX6" fmla="*/ 41154 w 89418"/>
                <a:gd name="connsiteY6" fmla="*/ 85 h 141885"/>
                <a:gd name="connsiteX7" fmla="*/ 208 w 89418"/>
                <a:gd name="connsiteY7" fmla="*/ 37295 h 141885"/>
                <a:gd name="connsiteX8" fmla="*/ 35433 w 89418"/>
                <a:gd name="connsiteY8" fmla="*/ 80859 h 141885"/>
                <a:gd name="connsiteX9" fmla="*/ 52895 w 89418"/>
                <a:gd name="connsiteY9" fmla="*/ 90843 h 141885"/>
                <a:gd name="connsiteX10" fmla="*/ 68551 w 89418"/>
                <a:gd name="connsiteY10" fmla="*/ 113532 h 141885"/>
                <a:gd name="connsiteX11" fmla="*/ 43562 w 89418"/>
                <a:gd name="connsiteY11" fmla="*/ 135314 h 141885"/>
                <a:gd name="connsiteX12" fmla="*/ 18272 w 89418"/>
                <a:gd name="connsiteY12" fmla="*/ 124726 h 141885"/>
                <a:gd name="connsiteX13" fmla="*/ 5326 w 89418"/>
                <a:gd name="connsiteY13" fmla="*/ 92960 h 141885"/>
                <a:gd name="connsiteX14" fmla="*/ 509 w 89418"/>
                <a:gd name="connsiteY14" fmla="*/ 92960 h 141885"/>
                <a:gd name="connsiteX15" fmla="*/ 509 w 89418"/>
                <a:gd name="connsiteY15" fmla="*/ 140155 h 141885"/>
                <a:gd name="connsiteX16" fmla="*/ 4423 w 89418"/>
                <a:gd name="connsiteY16" fmla="*/ 140155 h 141885"/>
                <a:gd name="connsiteX17" fmla="*/ 11347 w 89418"/>
                <a:gd name="connsiteY17" fmla="*/ 136524 h 141885"/>
                <a:gd name="connsiteX18" fmla="*/ 25197 w 89418"/>
                <a:gd name="connsiteY18" fmla="*/ 138944 h 141885"/>
                <a:gd name="connsiteX19" fmla="*/ 47175 w 89418"/>
                <a:gd name="connsiteY19" fmla="*/ 141970 h 141885"/>
                <a:gd name="connsiteX20" fmla="*/ 89626 w 89418"/>
                <a:gd name="connsiteY20" fmla="*/ 103246 h 141885"/>
                <a:gd name="connsiteX21" fmla="*/ 64336 w 89418"/>
                <a:gd name="connsiteY21" fmla="*/ 67246 h 141885"/>
                <a:gd name="connsiteX22" fmla="*/ 31820 w 89418"/>
                <a:gd name="connsiteY22" fmla="*/ 47884 h 141885"/>
                <a:gd name="connsiteX23" fmla="*/ 18874 w 89418"/>
                <a:gd name="connsiteY23" fmla="*/ 27312 h 141885"/>
                <a:gd name="connsiteX24" fmla="*/ 42057 w 89418"/>
                <a:gd name="connsiteY24" fmla="*/ 6740 h 141885"/>
                <a:gd name="connsiteX25" fmla="*/ 75175 w 89418"/>
                <a:gd name="connsiteY25" fmla="*/ 43951 h 141885"/>
                <a:gd name="connsiteX26" fmla="*/ 79691 w 89418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418" h="141885">
                  <a:moveTo>
                    <a:pt x="79691" y="43951"/>
                  </a:moveTo>
                  <a:lnTo>
                    <a:pt x="78487" y="2807"/>
                  </a:lnTo>
                  <a:lnTo>
                    <a:pt x="75175" y="2807"/>
                  </a:lnTo>
                  <a:lnTo>
                    <a:pt x="74573" y="3412"/>
                  </a:lnTo>
                  <a:cubicBezTo>
                    <a:pt x="71863" y="5530"/>
                    <a:pt x="71562" y="5833"/>
                    <a:pt x="70358" y="5833"/>
                  </a:cubicBezTo>
                  <a:cubicBezTo>
                    <a:pt x="68551" y="5833"/>
                    <a:pt x="65540" y="5228"/>
                    <a:pt x="62229" y="3715"/>
                  </a:cubicBezTo>
                  <a:cubicBezTo>
                    <a:pt x="55605" y="1295"/>
                    <a:pt x="48981" y="85"/>
                    <a:pt x="41154" y="85"/>
                  </a:cubicBezTo>
                  <a:cubicBezTo>
                    <a:pt x="17369" y="85"/>
                    <a:pt x="208" y="15514"/>
                    <a:pt x="208" y="37295"/>
                  </a:cubicBezTo>
                  <a:cubicBezTo>
                    <a:pt x="208" y="54237"/>
                    <a:pt x="9842" y="66338"/>
                    <a:pt x="35433" y="80859"/>
                  </a:cubicBezTo>
                  <a:lnTo>
                    <a:pt x="52895" y="90843"/>
                  </a:lnTo>
                  <a:cubicBezTo>
                    <a:pt x="63433" y="96893"/>
                    <a:pt x="68551" y="104154"/>
                    <a:pt x="68551" y="113532"/>
                  </a:cubicBezTo>
                  <a:cubicBezTo>
                    <a:pt x="68551" y="126843"/>
                    <a:pt x="58917" y="135314"/>
                    <a:pt x="43562" y="135314"/>
                  </a:cubicBezTo>
                  <a:cubicBezTo>
                    <a:pt x="33326" y="135314"/>
                    <a:pt x="23992" y="131381"/>
                    <a:pt x="18272" y="124726"/>
                  </a:cubicBezTo>
                  <a:cubicBezTo>
                    <a:pt x="11950" y="117163"/>
                    <a:pt x="9240" y="110204"/>
                    <a:pt x="5326" y="92960"/>
                  </a:cubicBezTo>
                  <a:lnTo>
                    <a:pt x="509" y="92960"/>
                  </a:lnTo>
                  <a:lnTo>
                    <a:pt x="509" y="140155"/>
                  </a:lnTo>
                  <a:lnTo>
                    <a:pt x="4423" y="140155"/>
                  </a:lnTo>
                  <a:cubicBezTo>
                    <a:pt x="6530" y="137129"/>
                    <a:pt x="7735" y="136524"/>
                    <a:pt x="11347" y="136524"/>
                  </a:cubicBezTo>
                  <a:cubicBezTo>
                    <a:pt x="14057" y="136524"/>
                    <a:pt x="18272" y="137129"/>
                    <a:pt x="25197" y="138944"/>
                  </a:cubicBezTo>
                  <a:cubicBezTo>
                    <a:pt x="33627" y="140760"/>
                    <a:pt x="41756" y="141970"/>
                    <a:pt x="47175" y="141970"/>
                  </a:cubicBezTo>
                  <a:cubicBezTo>
                    <a:pt x="70358" y="141970"/>
                    <a:pt x="89626" y="124423"/>
                    <a:pt x="89626" y="103246"/>
                  </a:cubicBezTo>
                  <a:cubicBezTo>
                    <a:pt x="89626" y="88120"/>
                    <a:pt x="82401" y="78137"/>
                    <a:pt x="64336" y="67246"/>
                  </a:cubicBezTo>
                  <a:lnTo>
                    <a:pt x="31820" y="47884"/>
                  </a:lnTo>
                  <a:cubicBezTo>
                    <a:pt x="23390" y="43044"/>
                    <a:pt x="18874" y="35480"/>
                    <a:pt x="18874" y="27312"/>
                  </a:cubicBezTo>
                  <a:cubicBezTo>
                    <a:pt x="18874" y="15211"/>
                    <a:pt x="28207" y="6740"/>
                    <a:pt x="42057" y="6740"/>
                  </a:cubicBezTo>
                  <a:cubicBezTo>
                    <a:pt x="59218" y="6740"/>
                    <a:pt x="68250" y="17026"/>
                    <a:pt x="75175" y="43951"/>
                  </a:cubicBezTo>
                  <a:lnTo>
                    <a:pt x="79691" y="43951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E5EDBCDF-9C6A-4022-B836-BB5E93E86030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8963887" y="4914494"/>
              <a:ext cx="71354" cy="206625"/>
            </a:xfrm>
            <a:custGeom>
              <a:avLst/>
              <a:gdLst>
                <a:gd name="connsiteX0" fmla="*/ 48082 w 71354"/>
                <a:gd name="connsiteY0" fmla="*/ 67548 h 206625"/>
                <a:gd name="connsiteX1" fmla="*/ 1416 w 71354"/>
                <a:gd name="connsiteY1" fmla="*/ 84187 h 206625"/>
                <a:gd name="connsiteX2" fmla="*/ 1416 w 71354"/>
                <a:gd name="connsiteY2" fmla="*/ 88725 h 206625"/>
                <a:gd name="connsiteX3" fmla="*/ 3824 w 71354"/>
                <a:gd name="connsiteY3" fmla="*/ 88423 h 206625"/>
                <a:gd name="connsiteX4" fmla="*/ 14061 w 71354"/>
                <a:gd name="connsiteY4" fmla="*/ 87515 h 206625"/>
                <a:gd name="connsiteX5" fmla="*/ 23996 w 71354"/>
                <a:gd name="connsiteY5" fmla="*/ 105667 h 206625"/>
                <a:gd name="connsiteX6" fmla="*/ 23996 w 71354"/>
                <a:gd name="connsiteY6" fmla="*/ 175853 h 206625"/>
                <a:gd name="connsiteX7" fmla="*/ 212 w 71354"/>
                <a:gd name="connsiteY7" fmla="*/ 202173 h 206625"/>
                <a:gd name="connsiteX8" fmla="*/ 212 w 71354"/>
                <a:gd name="connsiteY8" fmla="*/ 206710 h 206625"/>
                <a:gd name="connsiteX9" fmla="*/ 71566 w 71354"/>
                <a:gd name="connsiteY9" fmla="*/ 206710 h 206625"/>
                <a:gd name="connsiteX10" fmla="*/ 71566 w 71354"/>
                <a:gd name="connsiteY10" fmla="*/ 202173 h 206625"/>
                <a:gd name="connsiteX11" fmla="*/ 49286 w 71354"/>
                <a:gd name="connsiteY11" fmla="*/ 175853 h 206625"/>
                <a:gd name="connsiteX12" fmla="*/ 49286 w 71354"/>
                <a:gd name="connsiteY12" fmla="*/ 68456 h 206625"/>
                <a:gd name="connsiteX13" fmla="*/ 48082 w 71354"/>
                <a:gd name="connsiteY13" fmla="*/ 67548 h 206625"/>
                <a:gd name="connsiteX14" fmla="*/ 33932 w 71354"/>
                <a:gd name="connsiteY14" fmla="*/ 85 h 206625"/>
                <a:gd name="connsiteX15" fmla="*/ 18878 w 71354"/>
                <a:gd name="connsiteY15" fmla="*/ 15514 h 206625"/>
                <a:gd name="connsiteX16" fmla="*/ 33932 w 71354"/>
                <a:gd name="connsiteY16" fmla="*/ 30942 h 206625"/>
                <a:gd name="connsiteX17" fmla="*/ 49587 w 71354"/>
                <a:gd name="connsiteY17" fmla="*/ 15514 h 206625"/>
                <a:gd name="connsiteX18" fmla="*/ 33932 w 7135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354" h="206625">
                  <a:moveTo>
                    <a:pt x="48082" y="67548"/>
                  </a:moveTo>
                  <a:lnTo>
                    <a:pt x="1416" y="84187"/>
                  </a:lnTo>
                  <a:lnTo>
                    <a:pt x="1416" y="88725"/>
                  </a:lnTo>
                  <a:lnTo>
                    <a:pt x="3824" y="88423"/>
                  </a:lnTo>
                  <a:cubicBezTo>
                    <a:pt x="7437" y="87817"/>
                    <a:pt x="11351" y="87515"/>
                    <a:pt x="14061" y="87515"/>
                  </a:cubicBezTo>
                  <a:cubicBezTo>
                    <a:pt x="21287" y="87515"/>
                    <a:pt x="23996" y="92355"/>
                    <a:pt x="23996" y="105667"/>
                  </a:cubicBezTo>
                  <a:lnTo>
                    <a:pt x="23996" y="175853"/>
                  </a:lnTo>
                  <a:cubicBezTo>
                    <a:pt x="23996" y="197635"/>
                    <a:pt x="20986" y="200962"/>
                    <a:pt x="212" y="202173"/>
                  </a:cubicBezTo>
                  <a:lnTo>
                    <a:pt x="212" y="206710"/>
                  </a:lnTo>
                  <a:lnTo>
                    <a:pt x="71566" y="206710"/>
                  </a:lnTo>
                  <a:lnTo>
                    <a:pt x="71566" y="202173"/>
                  </a:lnTo>
                  <a:cubicBezTo>
                    <a:pt x="51695" y="200660"/>
                    <a:pt x="49286" y="197635"/>
                    <a:pt x="49286" y="175853"/>
                  </a:cubicBezTo>
                  <a:lnTo>
                    <a:pt x="49286" y="68456"/>
                  </a:lnTo>
                  <a:lnTo>
                    <a:pt x="48082" y="67548"/>
                  </a:lnTo>
                  <a:close/>
                  <a:moveTo>
                    <a:pt x="33932" y="85"/>
                  </a:moveTo>
                  <a:cubicBezTo>
                    <a:pt x="25803" y="85"/>
                    <a:pt x="18878" y="7043"/>
                    <a:pt x="18878" y="15514"/>
                  </a:cubicBezTo>
                  <a:cubicBezTo>
                    <a:pt x="18878" y="23984"/>
                    <a:pt x="25502" y="30942"/>
                    <a:pt x="33932" y="30942"/>
                  </a:cubicBezTo>
                  <a:cubicBezTo>
                    <a:pt x="42663" y="30942"/>
                    <a:pt x="49587" y="24287"/>
                    <a:pt x="49587" y="15514"/>
                  </a:cubicBezTo>
                  <a:cubicBezTo>
                    <a:pt x="49587" y="7043"/>
                    <a:pt x="42663" y="85"/>
                    <a:pt x="33932" y="85"/>
                  </a:cubicBez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1ED1673F-FC74-2C90-F5D5-1DCCE9742C8D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047896" y="4981958"/>
              <a:ext cx="228513" cy="139162"/>
            </a:xfrm>
            <a:custGeom>
              <a:avLst/>
              <a:gdLst>
                <a:gd name="connsiteX0" fmla="*/ 1118 w 228513"/>
                <a:gd name="connsiteY0" fmla="*/ 18841 h 139162"/>
                <a:gd name="connsiteX1" fmla="*/ 10752 w 228513"/>
                <a:gd name="connsiteY1" fmla="*/ 17631 h 139162"/>
                <a:gd name="connsiteX2" fmla="*/ 21289 w 228513"/>
                <a:gd name="connsiteY2" fmla="*/ 36993 h 139162"/>
                <a:gd name="connsiteX3" fmla="*/ 21289 w 228513"/>
                <a:gd name="connsiteY3" fmla="*/ 113532 h 139162"/>
                <a:gd name="connsiteX4" fmla="*/ 214 w 228513"/>
                <a:gd name="connsiteY4" fmla="*/ 134709 h 139162"/>
                <a:gd name="connsiteX5" fmla="*/ 214 w 228513"/>
                <a:gd name="connsiteY5" fmla="*/ 139247 h 139162"/>
                <a:gd name="connsiteX6" fmla="*/ 67052 w 228513"/>
                <a:gd name="connsiteY6" fmla="*/ 139247 h 139162"/>
                <a:gd name="connsiteX7" fmla="*/ 67052 w 228513"/>
                <a:gd name="connsiteY7" fmla="*/ 134709 h 139162"/>
                <a:gd name="connsiteX8" fmla="*/ 46580 w 228513"/>
                <a:gd name="connsiteY8" fmla="*/ 118978 h 139162"/>
                <a:gd name="connsiteX9" fmla="*/ 46580 w 228513"/>
                <a:gd name="connsiteY9" fmla="*/ 33665 h 139162"/>
                <a:gd name="connsiteX10" fmla="*/ 51096 w 228513"/>
                <a:gd name="connsiteY10" fmla="*/ 27917 h 139162"/>
                <a:gd name="connsiteX11" fmla="*/ 82106 w 228513"/>
                <a:gd name="connsiteY11" fmla="*/ 15816 h 139162"/>
                <a:gd name="connsiteX12" fmla="*/ 101977 w 228513"/>
                <a:gd name="connsiteY12" fmla="*/ 47581 h 139162"/>
                <a:gd name="connsiteX13" fmla="*/ 101977 w 228513"/>
                <a:gd name="connsiteY13" fmla="*/ 113230 h 139162"/>
                <a:gd name="connsiteX14" fmla="*/ 81504 w 228513"/>
                <a:gd name="connsiteY14" fmla="*/ 134709 h 139162"/>
                <a:gd name="connsiteX15" fmla="*/ 81504 w 228513"/>
                <a:gd name="connsiteY15" fmla="*/ 139247 h 139162"/>
                <a:gd name="connsiteX16" fmla="*/ 148944 w 228513"/>
                <a:gd name="connsiteY16" fmla="*/ 139247 h 139162"/>
                <a:gd name="connsiteX17" fmla="*/ 148944 w 228513"/>
                <a:gd name="connsiteY17" fmla="*/ 134709 h 139162"/>
                <a:gd name="connsiteX18" fmla="*/ 127267 w 228513"/>
                <a:gd name="connsiteY18" fmla="*/ 110507 h 139162"/>
                <a:gd name="connsiteX19" fmla="*/ 127267 w 228513"/>
                <a:gd name="connsiteY19" fmla="*/ 34270 h 139162"/>
                <a:gd name="connsiteX20" fmla="*/ 160084 w 228513"/>
                <a:gd name="connsiteY20" fmla="*/ 15816 h 139162"/>
                <a:gd name="connsiteX21" fmla="*/ 182664 w 228513"/>
                <a:gd name="connsiteY21" fmla="*/ 49094 h 139162"/>
                <a:gd name="connsiteX22" fmla="*/ 182664 w 228513"/>
                <a:gd name="connsiteY22" fmla="*/ 112927 h 139162"/>
                <a:gd name="connsiteX23" fmla="*/ 162793 w 228513"/>
                <a:gd name="connsiteY23" fmla="*/ 134709 h 139162"/>
                <a:gd name="connsiteX24" fmla="*/ 162793 w 228513"/>
                <a:gd name="connsiteY24" fmla="*/ 139247 h 139162"/>
                <a:gd name="connsiteX25" fmla="*/ 228728 w 228513"/>
                <a:gd name="connsiteY25" fmla="*/ 139247 h 139162"/>
                <a:gd name="connsiteX26" fmla="*/ 228728 w 228513"/>
                <a:gd name="connsiteY26" fmla="*/ 134709 h 139162"/>
                <a:gd name="connsiteX27" fmla="*/ 220900 w 228513"/>
                <a:gd name="connsiteY27" fmla="*/ 134104 h 139162"/>
                <a:gd name="connsiteX28" fmla="*/ 207954 w 228513"/>
                <a:gd name="connsiteY28" fmla="*/ 116255 h 139162"/>
                <a:gd name="connsiteX29" fmla="*/ 207954 w 228513"/>
                <a:gd name="connsiteY29" fmla="*/ 53934 h 139162"/>
                <a:gd name="connsiteX30" fmla="*/ 173030 w 228513"/>
                <a:gd name="connsiteY30" fmla="*/ 85 h 139162"/>
                <a:gd name="connsiteX31" fmla="*/ 123955 w 228513"/>
                <a:gd name="connsiteY31" fmla="*/ 25497 h 139162"/>
                <a:gd name="connsiteX32" fmla="*/ 92041 w 228513"/>
                <a:gd name="connsiteY32" fmla="*/ 85 h 139162"/>
                <a:gd name="connsiteX33" fmla="*/ 45375 w 228513"/>
                <a:gd name="connsiteY33" fmla="*/ 23379 h 139162"/>
                <a:gd name="connsiteX34" fmla="*/ 45375 w 228513"/>
                <a:gd name="connsiteY34" fmla="*/ 690 h 139162"/>
                <a:gd name="connsiteX35" fmla="*/ 43268 w 228513"/>
                <a:gd name="connsiteY35" fmla="*/ 85 h 139162"/>
                <a:gd name="connsiteX36" fmla="*/ 1118 w 228513"/>
                <a:gd name="connsiteY36" fmla="*/ 13698 h 139162"/>
                <a:gd name="connsiteX37" fmla="*/ 1118 w 228513"/>
                <a:gd name="connsiteY37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8513" h="139162">
                  <a:moveTo>
                    <a:pt x="1118" y="18841"/>
                  </a:moveTo>
                  <a:cubicBezTo>
                    <a:pt x="5032" y="17934"/>
                    <a:pt x="7440" y="17631"/>
                    <a:pt x="10752" y="17631"/>
                  </a:cubicBezTo>
                  <a:cubicBezTo>
                    <a:pt x="18580" y="17631"/>
                    <a:pt x="21289" y="22472"/>
                    <a:pt x="21289" y="36993"/>
                  </a:cubicBezTo>
                  <a:lnTo>
                    <a:pt x="21289" y="113532"/>
                  </a:lnTo>
                  <a:cubicBezTo>
                    <a:pt x="21289" y="129869"/>
                    <a:pt x="17074" y="134407"/>
                    <a:pt x="214" y="134709"/>
                  </a:cubicBezTo>
                  <a:lnTo>
                    <a:pt x="214" y="139247"/>
                  </a:lnTo>
                  <a:lnTo>
                    <a:pt x="67052" y="139247"/>
                  </a:lnTo>
                  <a:lnTo>
                    <a:pt x="67052" y="134709"/>
                  </a:lnTo>
                  <a:cubicBezTo>
                    <a:pt x="51096" y="134104"/>
                    <a:pt x="46580" y="130776"/>
                    <a:pt x="46580" y="118978"/>
                  </a:cubicBezTo>
                  <a:lnTo>
                    <a:pt x="46580" y="33665"/>
                  </a:lnTo>
                  <a:cubicBezTo>
                    <a:pt x="46580" y="33060"/>
                    <a:pt x="48988" y="30035"/>
                    <a:pt x="51096" y="27917"/>
                  </a:cubicBezTo>
                  <a:cubicBezTo>
                    <a:pt x="58622" y="20959"/>
                    <a:pt x="71569" y="15816"/>
                    <a:pt x="82106" y="15816"/>
                  </a:cubicBezTo>
                  <a:cubicBezTo>
                    <a:pt x="95353" y="15816"/>
                    <a:pt x="101977" y="26404"/>
                    <a:pt x="101977" y="47581"/>
                  </a:cubicBezTo>
                  <a:lnTo>
                    <a:pt x="101977" y="113230"/>
                  </a:lnTo>
                  <a:cubicBezTo>
                    <a:pt x="101977" y="130171"/>
                    <a:pt x="98665" y="133499"/>
                    <a:pt x="81504" y="134709"/>
                  </a:cubicBezTo>
                  <a:lnTo>
                    <a:pt x="81504" y="139247"/>
                  </a:lnTo>
                  <a:lnTo>
                    <a:pt x="148944" y="139247"/>
                  </a:lnTo>
                  <a:lnTo>
                    <a:pt x="148944" y="134709"/>
                  </a:lnTo>
                  <a:cubicBezTo>
                    <a:pt x="131783" y="134407"/>
                    <a:pt x="127267" y="129264"/>
                    <a:pt x="127267" y="110507"/>
                  </a:cubicBezTo>
                  <a:lnTo>
                    <a:pt x="127267" y="34270"/>
                  </a:lnTo>
                  <a:cubicBezTo>
                    <a:pt x="136299" y="21262"/>
                    <a:pt x="146234" y="15816"/>
                    <a:pt x="160084" y="15816"/>
                  </a:cubicBezTo>
                  <a:cubicBezTo>
                    <a:pt x="177245" y="15816"/>
                    <a:pt x="182664" y="23984"/>
                    <a:pt x="182664" y="49094"/>
                  </a:cubicBezTo>
                  <a:lnTo>
                    <a:pt x="182664" y="112927"/>
                  </a:lnTo>
                  <a:cubicBezTo>
                    <a:pt x="182664" y="130171"/>
                    <a:pt x="180256" y="132591"/>
                    <a:pt x="162793" y="134709"/>
                  </a:cubicBezTo>
                  <a:lnTo>
                    <a:pt x="162793" y="139247"/>
                  </a:lnTo>
                  <a:lnTo>
                    <a:pt x="228728" y="139247"/>
                  </a:lnTo>
                  <a:lnTo>
                    <a:pt x="228728" y="134709"/>
                  </a:lnTo>
                  <a:lnTo>
                    <a:pt x="220900" y="134104"/>
                  </a:lnTo>
                  <a:cubicBezTo>
                    <a:pt x="211868" y="133499"/>
                    <a:pt x="207954" y="128054"/>
                    <a:pt x="207954" y="116255"/>
                  </a:cubicBezTo>
                  <a:lnTo>
                    <a:pt x="207954" y="53934"/>
                  </a:lnTo>
                  <a:cubicBezTo>
                    <a:pt x="207954" y="18236"/>
                    <a:pt x="196212" y="85"/>
                    <a:pt x="173030" y="85"/>
                  </a:cubicBezTo>
                  <a:cubicBezTo>
                    <a:pt x="155568" y="85"/>
                    <a:pt x="140213" y="7950"/>
                    <a:pt x="123955" y="25497"/>
                  </a:cubicBezTo>
                  <a:cubicBezTo>
                    <a:pt x="118536" y="8253"/>
                    <a:pt x="108299" y="85"/>
                    <a:pt x="92041" y="85"/>
                  </a:cubicBezTo>
                  <a:cubicBezTo>
                    <a:pt x="78794" y="85"/>
                    <a:pt x="70364" y="4320"/>
                    <a:pt x="45375" y="23379"/>
                  </a:cubicBezTo>
                  <a:lnTo>
                    <a:pt x="45375" y="690"/>
                  </a:lnTo>
                  <a:lnTo>
                    <a:pt x="43268" y="85"/>
                  </a:lnTo>
                  <a:cubicBezTo>
                    <a:pt x="27913" y="5833"/>
                    <a:pt x="17677" y="9160"/>
                    <a:pt x="1118" y="13698"/>
                  </a:cubicBezTo>
                  <a:lnTo>
                    <a:pt x="1118" y="18841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5D7F5C24-1223-B42F-8211-A04D4EB4FE9F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279694" y="4981958"/>
              <a:ext cx="139998" cy="204810"/>
            </a:xfrm>
            <a:custGeom>
              <a:avLst/>
              <a:gdLst>
                <a:gd name="connsiteX0" fmla="*/ 1426 w 139998"/>
                <a:gd name="connsiteY0" fmla="*/ 20354 h 204810"/>
                <a:gd name="connsiteX1" fmla="*/ 8953 w 139998"/>
                <a:gd name="connsiteY1" fmla="*/ 20051 h 204810"/>
                <a:gd name="connsiteX2" fmla="*/ 21297 w 139998"/>
                <a:gd name="connsiteY2" fmla="*/ 37295 h 204810"/>
                <a:gd name="connsiteX3" fmla="*/ 21297 w 139998"/>
                <a:gd name="connsiteY3" fmla="*/ 178878 h 204810"/>
                <a:gd name="connsiteX4" fmla="*/ 222 w 139998"/>
                <a:gd name="connsiteY4" fmla="*/ 199752 h 204810"/>
                <a:gd name="connsiteX5" fmla="*/ 222 w 139998"/>
                <a:gd name="connsiteY5" fmla="*/ 204895 h 204810"/>
                <a:gd name="connsiteX6" fmla="*/ 73082 w 139998"/>
                <a:gd name="connsiteY6" fmla="*/ 204895 h 204810"/>
                <a:gd name="connsiteX7" fmla="*/ 73082 w 139998"/>
                <a:gd name="connsiteY7" fmla="*/ 199450 h 204810"/>
                <a:gd name="connsiteX8" fmla="*/ 46587 w 139998"/>
                <a:gd name="connsiteY8" fmla="*/ 176760 h 204810"/>
                <a:gd name="connsiteX9" fmla="*/ 46587 w 139998"/>
                <a:gd name="connsiteY9" fmla="*/ 129264 h 204810"/>
                <a:gd name="connsiteX10" fmla="*/ 76996 w 139998"/>
                <a:gd name="connsiteY10" fmla="*/ 142272 h 204810"/>
                <a:gd name="connsiteX11" fmla="*/ 140221 w 139998"/>
                <a:gd name="connsiteY11" fmla="*/ 64523 h 204810"/>
                <a:gd name="connsiteX12" fmla="*/ 89942 w 139998"/>
                <a:gd name="connsiteY12" fmla="*/ 85 h 204810"/>
                <a:gd name="connsiteX13" fmla="*/ 46587 w 139998"/>
                <a:gd name="connsiteY13" fmla="*/ 23984 h 204810"/>
                <a:gd name="connsiteX14" fmla="*/ 46587 w 139998"/>
                <a:gd name="connsiteY14" fmla="*/ 690 h 204810"/>
                <a:gd name="connsiteX15" fmla="*/ 44781 w 139998"/>
                <a:gd name="connsiteY15" fmla="*/ 85 h 204810"/>
                <a:gd name="connsiteX16" fmla="*/ 1426 w 139998"/>
                <a:gd name="connsiteY16" fmla="*/ 15514 h 204810"/>
                <a:gd name="connsiteX17" fmla="*/ 1426 w 139998"/>
                <a:gd name="connsiteY17" fmla="*/ 20354 h 204810"/>
                <a:gd name="connsiteX18" fmla="*/ 46587 w 139998"/>
                <a:gd name="connsiteY18" fmla="*/ 38203 h 204810"/>
                <a:gd name="connsiteX19" fmla="*/ 77297 w 139998"/>
                <a:gd name="connsiteY19" fmla="*/ 18236 h 204810"/>
                <a:gd name="connsiteX20" fmla="*/ 114329 w 139998"/>
                <a:gd name="connsiteY20" fmla="*/ 76321 h 204810"/>
                <a:gd name="connsiteX21" fmla="*/ 77899 w 139998"/>
                <a:gd name="connsiteY21" fmla="*/ 132591 h 204810"/>
                <a:gd name="connsiteX22" fmla="*/ 46587 w 139998"/>
                <a:gd name="connsiteY22" fmla="*/ 112625 h 204810"/>
                <a:gd name="connsiteX23" fmla="*/ 46587 w 139998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9998" h="204810">
                  <a:moveTo>
                    <a:pt x="1426" y="20354"/>
                  </a:moveTo>
                  <a:cubicBezTo>
                    <a:pt x="4136" y="20051"/>
                    <a:pt x="6244" y="20051"/>
                    <a:pt x="8953" y="20051"/>
                  </a:cubicBezTo>
                  <a:cubicBezTo>
                    <a:pt x="19190" y="20051"/>
                    <a:pt x="21297" y="23077"/>
                    <a:pt x="21297" y="37295"/>
                  </a:cubicBezTo>
                  <a:lnTo>
                    <a:pt x="21297" y="178878"/>
                  </a:lnTo>
                  <a:cubicBezTo>
                    <a:pt x="21297" y="194609"/>
                    <a:pt x="17985" y="197937"/>
                    <a:pt x="222" y="199752"/>
                  </a:cubicBezTo>
                  <a:lnTo>
                    <a:pt x="222" y="204895"/>
                  </a:lnTo>
                  <a:lnTo>
                    <a:pt x="73082" y="204895"/>
                  </a:lnTo>
                  <a:lnTo>
                    <a:pt x="73082" y="199450"/>
                  </a:lnTo>
                  <a:cubicBezTo>
                    <a:pt x="50501" y="199147"/>
                    <a:pt x="46587" y="195820"/>
                    <a:pt x="46587" y="176760"/>
                  </a:cubicBezTo>
                  <a:lnTo>
                    <a:pt x="46587" y="129264"/>
                  </a:lnTo>
                  <a:cubicBezTo>
                    <a:pt x="57125" y="139247"/>
                    <a:pt x="64351" y="142272"/>
                    <a:pt x="76996" y="142272"/>
                  </a:cubicBezTo>
                  <a:cubicBezTo>
                    <a:pt x="112522" y="142272"/>
                    <a:pt x="140221" y="108389"/>
                    <a:pt x="140221" y="64523"/>
                  </a:cubicBezTo>
                  <a:cubicBezTo>
                    <a:pt x="140221" y="27010"/>
                    <a:pt x="119146" y="85"/>
                    <a:pt x="89942" y="85"/>
                  </a:cubicBezTo>
                  <a:cubicBezTo>
                    <a:pt x="73082" y="85"/>
                    <a:pt x="59834" y="7648"/>
                    <a:pt x="46587" y="23984"/>
                  </a:cubicBezTo>
                  <a:lnTo>
                    <a:pt x="46587" y="690"/>
                  </a:lnTo>
                  <a:lnTo>
                    <a:pt x="44781" y="85"/>
                  </a:lnTo>
                  <a:cubicBezTo>
                    <a:pt x="28523" y="6438"/>
                    <a:pt x="17985" y="10371"/>
                    <a:pt x="1426" y="15514"/>
                  </a:cubicBezTo>
                  <a:lnTo>
                    <a:pt x="1426" y="20354"/>
                  </a:lnTo>
                  <a:close/>
                  <a:moveTo>
                    <a:pt x="46587" y="38203"/>
                  </a:moveTo>
                  <a:cubicBezTo>
                    <a:pt x="46587" y="29127"/>
                    <a:pt x="63447" y="18236"/>
                    <a:pt x="77297" y="18236"/>
                  </a:cubicBezTo>
                  <a:cubicBezTo>
                    <a:pt x="99576" y="18236"/>
                    <a:pt x="114329" y="41228"/>
                    <a:pt x="114329" y="76321"/>
                  </a:cubicBezTo>
                  <a:cubicBezTo>
                    <a:pt x="114329" y="109902"/>
                    <a:pt x="99576" y="132591"/>
                    <a:pt x="77899" y="132591"/>
                  </a:cubicBezTo>
                  <a:cubicBezTo>
                    <a:pt x="63748" y="132591"/>
                    <a:pt x="46587" y="121700"/>
                    <a:pt x="46587" y="112625"/>
                  </a:cubicBezTo>
                  <a:lnTo>
                    <a:pt x="46587" y="38203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FAA729B2-0627-98EE-DB79-48D39BAFEB44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435009" y="4914494"/>
              <a:ext cx="71655" cy="206625"/>
            </a:xfrm>
            <a:custGeom>
              <a:avLst/>
              <a:gdLst>
                <a:gd name="connsiteX0" fmla="*/ 227 w 71655"/>
                <a:gd name="connsiteY0" fmla="*/ 18236 h 206625"/>
                <a:gd name="connsiteX1" fmla="*/ 2034 w 71655"/>
                <a:gd name="connsiteY1" fmla="*/ 18236 h 206625"/>
                <a:gd name="connsiteX2" fmla="*/ 11367 w 71655"/>
                <a:gd name="connsiteY2" fmla="*/ 17631 h 206625"/>
                <a:gd name="connsiteX3" fmla="*/ 24012 w 71655"/>
                <a:gd name="connsiteY3" fmla="*/ 36085 h 206625"/>
                <a:gd name="connsiteX4" fmla="*/ 24012 w 71655"/>
                <a:gd name="connsiteY4" fmla="*/ 180391 h 206625"/>
                <a:gd name="connsiteX5" fmla="*/ 829 w 71655"/>
                <a:gd name="connsiteY5" fmla="*/ 202173 h 206625"/>
                <a:gd name="connsiteX6" fmla="*/ 829 w 71655"/>
                <a:gd name="connsiteY6" fmla="*/ 206710 h 206625"/>
                <a:gd name="connsiteX7" fmla="*/ 71882 w 71655"/>
                <a:gd name="connsiteY7" fmla="*/ 206710 h 206625"/>
                <a:gd name="connsiteX8" fmla="*/ 71882 w 71655"/>
                <a:gd name="connsiteY8" fmla="*/ 202173 h 206625"/>
                <a:gd name="connsiteX9" fmla="*/ 49302 w 71655"/>
                <a:gd name="connsiteY9" fmla="*/ 181298 h 206625"/>
                <a:gd name="connsiteX10" fmla="*/ 49302 w 71655"/>
                <a:gd name="connsiteY10" fmla="*/ 690 h 206625"/>
                <a:gd name="connsiteX11" fmla="*/ 48098 w 71655"/>
                <a:gd name="connsiteY11" fmla="*/ 85 h 206625"/>
                <a:gd name="connsiteX12" fmla="*/ 227 w 71655"/>
                <a:gd name="connsiteY12" fmla="*/ 13396 h 206625"/>
                <a:gd name="connsiteX13" fmla="*/ 227 w 71655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655" h="206625">
                  <a:moveTo>
                    <a:pt x="227" y="18236"/>
                  </a:moveTo>
                  <a:lnTo>
                    <a:pt x="2034" y="18236"/>
                  </a:lnTo>
                  <a:cubicBezTo>
                    <a:pt x="5345" y="17934"/>
                    <a:pt x="8958" y="17631"/>
                    <a:pt x="11367" y="17631"/>
                  </a:cubicBezTo>
                  <a:cubicBezTo>
                    <a:pt x="21001" y="17631"/>
                    <a:pt x="24012" y="21867"/>
                    <a:pt x="24012" y="36085"/>
                  </a:cubicBezTo>
                  <a:lnTo>
                    <a:pt x="24012" y="180391"/>
                  </a:lnTo>
                  <a:cubicBezTo>
                    <a:pt x="24012" y="196727"/>
                    <a:pt x="19797" y="200660"/>
                    <a:pt x="829" y="202173"/>
                  </a:cubicBezTo>
                  <a:lnTo>
                    <a:pt x="829" y="206710"/>
                  </a:lnTo>
                  <a:lnTo>
                    <a:pt x="71882" y="206710"/>
                  </a:lnTo>
                  <a:lnTo>
                    <a:pt x="71882" y="202173"/>
                  </a:lnTo>
                  <a:cubicBezTo>
                    <a:pt x="52915" y="200962"/>
                    <a:pt x="49302" y="197937"/>
                    <a:pt x="49302" y="181298"/>
                  </a:cubicBezTo>
                  <a:lnTo>
                    <a:pt x="49302" y="690"/>
                  </a:lnTo>
                  <a:lnTo>
                    <a:pt x="48098" y="85"/>
                  </a:lnTo>
                  <a:cubicBezTo>
                    <a:pt x="32442" y="5228"/>
                    <a:pt x="21001" y="8253"/>
                    <a:pt x="227" y="13396"/>
                  </a:cubicBezTo>
                  <a:lnTo>
                    <a:pt x="227" y="18236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EFA1FAD6-041E-E08A-3260-890281E43AF5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9518115" y="4914494"/>
              <a:ext cx="71354" cy="206625"/>
            </a:xfrm>
            <a:custGeom>
              <a:avLst/>
              <a:gdLst>
                <a:gd name="connsiteX0" fmla="*/ 48100 w 71354"/>
                <a:gd name="connsiteY0" fmla="*/ 67548 h 206625"/>
                <a:gd name="connsiteX1" fmla="*/ 1434 w 71354"/>
                <a:gd name="connsiteY1" fmla="*/ 84187 h 206625"/>
                <a:gd name="connsiteX2" fmla="*/ 1434 w 71354"/>
                <a:gd name="connsiteY2" fmla="*/ 88725 h 206625"/>
                <a:gd name="connsiteX3" fmla="*/ 3843 w 71354"/>
                <a:gd name="connsiteY3" fmla="*/ 88423 h 206625"/>
                <a:gd name="connsiteX4" fmla="*/ 14079 w 71354"/>
                <a:gd name="connsiteY4" fmla="*/ 87515 h 206625"/>
                <a:gd name="connsiteX5" fmla="*/ 24015 w 71354"/>
                <a:gd name="connsiteY5" fmla="*/ 105667 h 206625"/>
                <a:gd name="connsiteX6" fmla="*/ 24015 w 71354"/>
                <a:gd name="connsiteY6" fmla="*/ 175853 h 206625"/>
                <a:gd name="connsiteX7" fmla="*/ 230 w 71354"/>
                <a:gd name="connsiteY7" fmla="*/ 202173 h 206625"/>
                <a:gd name="connsiteX8" fmla="*/ 230 w 71354"/>
                <a:gd name="connsiteY8" fmla="*/ 206710 h 206625"/>
                <a:gd name="connsiteX9" fmla="*/ 71584 w 71354"/>
                <a:gd name="connsiteY9" fmla="*/ 206710 h 206625"/>
                <a:gd name="connsiteX10" fmla="*/ 71584 w 71354"/>
                <a:gd name="connsiteY10" fmla="*/ 202173 h 206625"/>
                <a:gd name="connsiteX11" fmla="*/ 49305 w 71354"/>
                <a:gd name="connsiteY11" fmla="*/ 175853 h 206625"/>
                <a:gd name="connsiteX12" fmla="*/ 49305 w 71354"/>
                <a:gd name="connsiteY12" fmla="*/ 68456 h 206625"/>
                <a:gd name="connsiteX13" fmla="*/ 48100 w 71354"/>
                <a:gd name="connsiteY13" fmla="*/ 67548 h 206625"/>
                <a:gd name="connsiteX14" fmla="*/ 33950 w 71354"/>
                <a:gd name="connsiteY14" fmla="*/ 85 h 206625"/>
                <a:gd name="connsiteX15" fmla="*/ 18896 w 71354"/>
                <a:gd name="connsiteY15" fmla="*/ 15514 h 206625"/>
                <a:gd name="connsiteX16" fmla="*/ 33950 w 71354"/>
                <a:gd name="connsiteY16" fmla="*/ 30942 h 206625"/>
                <a:gd name="connsiteX17" fmla="*/ 49606 w 71354"/>
                <a:gd name="connsiteY17" fmla="*/ 15514 h 206625"/>
                <a:gd name="connsiteX18" fmla="*/ 33950 w 7135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354" h="206625">
                  <a:moveTo>
                    <a:pt x="48100" y="67548"/>
                  </a:moveTo>
                  <a:lnTo>
                    <a:pt x="1434" y="84187"/>
                  </a:lnTo>
                  <a:lnTo>
                    <a:pt x="1434" y="88725"/>
                  </a:lnTo>
                  <a:lnTo>
                    <a:pt x="3843" y="88423"/>
                  </a:lnTo>
                  <a:cubicBezTo>
                    <a:pt x="7456" y="87817"/>
                    <a:pt x="11370" y="87515"/>
                    <a:pt x="14079" y="87515"/>
                  </a:cubicBezTo>
                  <a:cubicBezTo>
                    <a:pt x="21305" y="87515"/>
                    <a:pt x="24015" y="92355"/>
                    <a:pt x="24015" y="105667"/>
                  </a:cubicBezTo>
                  <a:lnTo>
                    <a:pt x="24015" y="175853"/>
                  </a:lnTo>
                  <a:cubicBezTo>
                    <a:pt x="24015" y="197635"/>
                    <a:pt x="21004" y="200962"/>
                    <a:pt x="230" y="202173"/>
                  </a:cubicBezTo>
                  <a:lnTo>
                    <a:pt x="230" y="206710"/>
                  </a:lnTo>
                  <a:lnTo>
                    <a:pt x="71584" y="206710"/>
                  </a:lnTo>
                  <a:lnTo>
                    <a:pt x="71584" y="202173"/>
                  </a:lnTo>
                  <a:cubicBezTo>
                    <a:pt x="51713" y="200660"/>
                    <a:pt x="49305" y="197635"/>
                    <a:pt x="49305" y="175853"/>
                  </a:cubicBezTo>
                  <a:lnTo>
                    <a:pt x="49305" y="68456"/>
                  </a:lnTo>
                  <a:lnTo>
                    <a:pt x="48100" y="67548"/>
                  </a:lnTo>
                  <a:close/>
                  <a:moveTo>
                    <a:pt x="33950" y="85"/>
                  </a:moveTo>
                  <a:cubicBezTo>
                    <a:pt x="25821" y="85"/>
                    <a:pt x="18896" y="7043"/>
                    <a:pt x="18896" y="15514"/>
                  </a:cubicBezTo>
                  <a:cubicBezTo>
                    <a:pt x="18896" y="23984"/>
                    <a:pt x="25520" y="30942"/>
                    <a:pt x="33950" y="30942"/>
                  </a:cubicBezTo>
                  <a:cubicBezTo>
                    <a:pt x="42681" y="30942"/>
                    <a:pt x="49606" y="24287"/>
                    <a:pt x="49606" y="15514"/>
                  </a:cubicBezTo>
                  <a:cubicBezTo>
                    <a:pt x="49606" y="7043"/>
                    <a:pt x="42681" y="85"/>
                    <a:pt x="33950" y="85"/>
                  </a:cubicBez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E749C6AD-5789-93DD-77FE-6D61410418F1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606640" y="4914494"/>
              <a:ext cx="147525" cy="206625"/>
            </a:xfrm>
            <a:custGeom>
              <a:avLst/>
              <a:gdLst>
                <a:gd name="connsiteX0" fmla="*/ 233 w 147525"/>
                <a:gd name="connsiteY0" fmla="*/ 80557 h 206625"/>
                <a:gd name="connsiteX1" fmla="*/ 20706 w 147525"/>
                <a:gd name="connsiteY1" fmla="*/ 80557 h 206625"/>
                <a:gd name="connsiteX2" fmla="*/ 20706 w 147525"/>
                <a:gd name="connsiteY2" fmla="*/ 178273 h 206625"/>
                <a:gd name="connsiteX3" fmla="*/ 534 w 147525"/>
                <a:gd name="connsiteY3" fmla="*/ 202173 h 206625"/>
                <a:gd name="connsiteX4" fmla="*/ 534 w 147525"/>
                <a:gd name="connsiteY4" fmla="*/ 206710 h 206625"/>
                <a:gd name="connsiteX5" fmla="*/ 66770 w 147525"/>
                <a:gd name="connsiteY5" fmla="*/ 206710 h 206625"/>
                <a:gd name="connsiteX6" fmla="*/ 66770 w 147525"/>
                <a:gd name="connsiteY6" fmla="*/ 202173 h 206625"/>
                <a:gd name="connsiteX7" fmla="*/ 45996 w 147525"/>
                <a:gd name="connsiteY7" fmla="*/ 180088 h 206625"/>
                <a:gd name="connsiteX8" fmla="*/ 45996 w 147525"/>
                <a:gd name="connsiteY8" fmla="*/ 80557 h 206625"/>
                <a:gd name="connsiteX9" fmla="*/ 71888 w 147525"/>
                <a:gd name="connsiteY9" fmla="*/ 80557 h 206625"/>
                <a:gd name="connsiteX10" fmla="*/ 102296 w 147525"/>
                <a:gd name="connsiteY10" fmla="*/ 97498 h 206625"/>
                <a:gd name="connsiteX11" fmla="*/ 102296 w 147525"/>
                <a:gd name="connsiteY11" fmla="*/ 177365 h 206625"/>
                <a:gd name="connsiteX12" fmla="*/ 81522 w 147525"/>
                <a:gd name="connsiteY12" fmla="*/ 202173 h 206625"/>
                <a:gd name="connsiteX13" fmla="*/ 81522 w 147525"/>
                <a:gd name="connsiteY13" fmla="*/ 206710 h 206625"/>
                <a:gd name="connsiteX14" fmla="*/ 147758 w 147525"/>
                <a:gd name="connsiteY14" fmla="*/ 206710 h 206625"/>
                <a:gd name="connsiteX15" fmla="*/ 147758 w 147525"/>
                <a:gd name="connsiteY15" fmla="*/ 202173 h 206625"/>
                <a:gd name="connsiteX16" fmla="*/ 127586 w 147525"/>
                <a:gd name="connsiteY16" fmla="*/ 177365 h 206625"/>
                <a:gd name="connsiteX17" fmla="*/ 127586 w 147525"/>
                <a:gd name="connsiteY17" fmla="*/ 98103 h 206625"/>
                <a:gd name="connsiteX18" fmla="*/ 128188 w 147525"/>
                <a:gd name="connsiteY18" fmla="*/ 68456 h 206625"/>
                <a:gd name="connsiteX19" fmla="*/ 126984 w 147525"/>
                <a:gd name="connsiteY19" fmla="*/ 67548 h 206625"/>
                <a:gd name="connsiteX20" fmla="*/ 92963 w 147525"/>
                <a:gd name="connsiteY20" fmla="*/ 70573 h 206625"/>
                <a:gd name="connsiteX21" fmla="*/ 45695 w 147525"/>
                <a:gd name="connsiteY21" fmla="*/ 70573 h 206625"/>
                <a:gd name="connsiteX22" fmla="*/ 45695 w 147525"/>
                <a:gd name="connsiteY22" fmla="*/ 57565 h 206625"/>
                <a:gd name="connsiteX23" fmla="*/ 48103 w 147525"/>
                <a:gd name="connsiteY23" fmla="*/ 29732 h 206625"/>
                <a:gd name="connsiteX24" fmla="*/ 77608 w 147525"/>
                <a:gd name="connsiteY24" fmla="*/ 7648 h 206625"/>
                <a:gd name="connsiteX25" fmla="*/ 98984 w 147525"/>
                <a:gd name="connsiteY25" fmla="*/ 21867 h 206625"/>
                <a:gd name="connsiteX26" fmla="*/ 113737 w 147525"/>
                <a:gd name="connsiteY26" fmla="*/ 33060 h 206625"/>
                <a:gd name="connsiteX27" fmla="*/ 124576 w 147525"/>
                <a:gd name="connsiteY27" fmla="*/ 21262 h 206625"/>
                <a:gd name="connsiteX28" fmla="*/ 86339 w 147525"/>
                <a:gd name="connsiteY28" fmla="*/ 85 h 206625"/>
                <a:gd name="connsiteX29" fmla="*/ 35157 w 147525"/>
                <a:gd name="connsiteY29" fmla="*/ 22774 h 206625"/>
                <a:gd name="connsiteX30" fmla="*/ 21007 w 147525"/>
                <a:gd name="connsiteY30" fmla="*/ 70573 h 206625"/>
                <a:gd name="connsiteX31" fmla="*/ 233 w 147525"/>
                <a:gd name="connsiteY31" fmla="*/ 70573 h 206625"/>
                <a:gd name="connsiteX32" fmla="*/ 233 w 147525"/>
                <a:gd name="connsiteY32" fmla="*/ 80557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7525" h="206625">
                  <a:moveTo>
                    <a:pt x="233" y="80557"/>
                  </a:moveTo>
                  <a:lnTo>
                    <a:pt x="20706" y="80557"/>
                  </a:lnTo>
                  <a:lnTo>
                    <a:pt x="20706" y="178273"/>
                  </a:lnTo>
                  <a:cubicBezTo>
                    <a:pt x="20706" y="197635"/>
                    <a:pt x="17394" y="201568"/>
                    <a:pt x="534" y="202173"/>
                  </a:cubicBezTo>
                  <a:lnTo>
                    <a:pt x="534" y="206710"/>
                  </a:lnTo>
                  <a:lnTo>
                    <a:pt x="66770" y="206710"/>
                  </a:lnTo>
                  <a:lnTo>
                    <a:pt x="66770" y="202173"/>
                  </a:lnTo>
                  <a:cubicBezTo>
                    <a:pt x="49910" y="200962"/>
                    <a:pt x="45996" y="196727"/>
                    <a:pt x="45996" y="180088"/>
                  </a:cubicBezTo>
                  <a:lnTo>
                    <a:pt x="45996" y="80557"/>
                  </a:lnTo>
                  <a:lnTo>
                    <a:pt x="71888" y="80557"/>
                  </a:lnTo>
                  <a:cubicBezTo>
                    <a:pt x="100791" y="80557"/>
                    <a:pt x="102296" y="81464"/>
                    <a:pt x="102296" y="97498"/>
                  </a:cubicBezTo>
                  <a:lnTo>
                    <a:pt x="102296" y="177365"/>
                  </a:lnTo>
                  <a:cubicBezTo>
                    <a:pt x="102296" y="197937"/>
                    <a:pt x="100189" y="200660"/>
                    <a:pt x="81522" y="202173"/>
                  </a:cubicBezTo>
                  <a:lnTo>
                    <a:pt x="81522" y="206710"/>
                  </a:lnTo>
                  <a:lnTo>
                    <a:pt x="147758" y="206710"/>
                  </a:lnTo>
                  <a:lnTo>
                    <a:pt x="147758" y="202173"/>
                  </a:lnTo>
                  <a:cubicBezTo>
                    <a:pt x="130898" y="200660"/>
                    <a:pt x="127586" y="196727"/>
                    <a:pt x="127586" y="177365"/>
                  </a:cubicBezTo>
                  <a:lnTo>
                    <a:pt x="127586" y="98103"/>
                  </a:lnTo>
                  <a:cubicBezTo>
                    <a:pt x="127586" y="91448"/>
                    <a:pt x="127586" y="84490"/>
                    <a:pt x="128188" y="68456"/>
                  </a:cubicBezTo>
                  <a:lnTo>
                    <a:pt x="126984" y="67548"/>
                  </a:lnTo>
                  <a:cubicBezTo>
                    <a:pt x="113737" y="69666"/>
                    <a:pt x="105006" y="70573"/>
                    <a:pt x="92963" y="70573"/>
                  </a:cubicBezTo>
                  <a:lnTo>
                    <a:pt x="45695" y="70573"/>
                  </a:lnTo>
                  <a:lnTo>
                    <a:pt x="45695" y="57565"/>
                  </a:lnTo>
                  <a:cubicBezTo>
                    <a:pt x="45695" y="44254"/>
                    <a:pt x="46598" y="34875"/>
                    <a:pt x="48103" y="29732"/>
                  </a:cubicBezTo>
                  <a:cubicBezTo>
                    <a:pt x="52318" y="16724"/>
                    <a:pt x="64060" y="7648"/>
                    <a:pt x="77608" y="7648"/>
                  </a:cubicBezTo>
                  <a:cubicBezTo>
                    <a:pt x="86038" y="7648"/>
                    <a:pt x="91759" y="11581"/>
                    <a:pt x="98984" y="21867"/>
                  </a:cubicBezTo>
                  <a:cubicBezTo>
                    <a:pt x="104705" y="30035"/>
                    <a:pt x="108619" y="33060"/>
                    <a:pt x="113737" y="33060"/>
                  </a:cubicBezTo>
                  <a:cubicBezTo>
                    <a:pt x="120059" y="33060"/>
                    <a:pt x="124576" y="27917"/>
                    <a:pt x="124576" y="21262"/>
                  </a:cubicBezTo>
                  <a:cubicBezTo>
                    <a:pt x="124576" y="8555"/>
                    <a:pt x="109522" y="85"/>
                    <a:pt x="86339" y="85"/>
                  </a:cubicBezTo>
                  <a:cubicBezTo>
                    <a:pt x="63458" y="85"/>
                    <a:pt x="45996" y="7950"/>
                    <a:pt x="35157" y="22774"/>
                  </a:cubicBezTo>
                  <a:cubicBezTo>
                    <a:pt x="26125" y="35178"/>
                    <a:pt x="22813" y="46371"/>
                    <a:pt x="21007" y="70573"/>
                  </a:cubicBezTo>
                  <a:lnTo>
                    <a:pt x="233" y="70573"/>
                  </a:lnTo>
                  <a:lnTo>
                    <a:pt x="233" y="80557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88D8F1ED-AA7D-E1A0-AC20-8C3A53D044B5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772856" y="4981958"/>
              <a:ext cx="120127" cy="142187"/>
            </a:xfrm>
            <a:custGeom>
              <a:avLst/>
              <a:gdLst>
                <a:gd name="connsiteX0" fmla="*/ 115549 w 120127"/>
                <a:gd name="connsiteY0" fmla="*/ 89633 h 142187"/>
                <a:gd name="connsiteX1" fmla="*/ 68883 w 120127"/>
                <a:gd name="connsiteY1" fmla="*/ 121398 h 142187"/>
                <a:gd name="connsiteX2" fmla="*/ 30044 w 120127"/>
                <a:gd name="connsiteY2" fmla="*/ 95381 h 142187"/>
                <a:gd name="connsiteX3" fmla="*/ 21915 w 120127"/>
                <a:gd name="connsiteY3" fmla="*/ 55447 h 142187"/>
                <a:gd name="connsiteX4" fmla="*/ 114646 w 120127"/>
                <a:gd name="connsiteY4" fmla="*/ 55447 h 142187"/>
                <a:gd name="connsiteX5" fmla="*/ 101700 w 120127"/>
                <a:gd name="connsiteY5" fmla="*/ 17329 h 142187"/>
                <a:gd name="connsiteX6" fmla="*/ 63162 w 120127"/>
                <a:gd name="connsiteY6" fmla="*/ 85 h 142187"/>
                <a:gd name="connsiteX7" fmla="*/ 22518 w 120127"/>
                <a:gd name="connsiteY7" fmla="*/ 15816 h 142187"/>
                <a:gd name="connsiteX8" fmla="*/ 238 w 120127"/>
                <a:gd name="connsiteY8" fmla="*/ 74506 h 142187"/>
                <a:gd name="connsiteX9" fmla="*/ 56539 w 120127"/>
                <a:gd name="connsiteY9" fmla="*/ 142272 h 142187"/>
                <a:gd name="connsiteX10" fmla="*/ 120366 w 120127"/>
                <a:gd name="connsiteY10" fmla="*/ 91750 h 142187"/>
                <a:gd name="connsiteX11" fmla="*/ 115549 w 120127"/>
                <a:gd name="connsiteY11" fmla="*/ 89633 h 142187"/>
                <a:gd name="connsiteX12" fmla="*/ 22518 w 120127"/>
                <a:gd name="connsiteY12" fmla="*/ 45766 h 142187"/>
                <a:gd name="connsiteX13" fmla="*/ 54431 w 120127"/>
                <a:gd name="connsiteY13" fmla="*/ 10976 h 142187"/>
                <a:gd name="connsiteX14" fmla="*/ 83936 w 120127"/>
                <a:gd name="connsiteY14" fmla="*/ 45766 h 142187"/>
                <a:gd name="connsiteX15" fmla="*/ 22518 w 120127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127" h="142187">
                  <a:moveTo>
                    <a:pt x="115549" y="89633"/>
                  </a:moveTo>
                  <a:cubicBezTo>
                    <a:pt x="101097" y="112625"/>
                    <a:pt x="88151" y="121398"/>
                    <a:pt x="68883" y="121398"/>
                  </a:cubicBezTo>
                  <a:cubicBezTo>
                    <a:pt x="51722" y="121398"/>
                    <a:pt x="38775" y="112625"/>
                    <a:pt x="30044" y="95381"/>
                  </a:cubicBezTo>
                  <a:cubicBezTo>
                    <a:pt x="24625" y="83885"/>
                    <a:pt x="22518" y="73901"/>
                    <a:pt x="21915" y="55447"/>
                  </a:cubicBezTo>
                  <a:lnTo>
                    <a:pt x="114646" y="55447"/>
                  </a:lnTo>
                  <a:cubicBezTo>
                    <a:pt x="112237" y="35783"/>
                    <a:pt x="109226" y="27010"/>
                    <a:pt x="101700" y="17329"/>
                  </a:cubicBezTo>
                  <a:cubicBezTo>
                    <a:pt x="92667" y="6438"/>
                    <a:pt x="78818" y="85"/>
                    <a:pt x="63162" y="85"/>
                  </a:cubicBezTo>
                  <a:cubicBezTo>
                    <a:pt x="48109" y="85"/>
                    <a:pt x="33958" y="5530"/>
                    <a:pt x="22518" y="15816"/>
                  </a:cubicBezTo>
                  <a:cubicBezTo>
                    <a:pt x="8367" y="28220"/>
                    <a:pt x="238" y="49699"/>
                    <a:pt x="238" y="74506"/>
                  </a:cubicBezTo>
                  <a:cubicBezTo>
                    <a:pt x="238" y="116255"/>
                    <a:pt x="21915" y="142272"/>
                    <a:pt x="56539" y="142272"/>
                  </a:cubicBezTo>
                  <a:cubicBezTo>
                    <a:pt x="85141" y="142272"/>
                    <a:pt x="107721" y="124423"/>
                    <a:pt x="120366" y="91750"/>
                  </a:cubicBezTo>
                  <a:lnTo>
                    <a:pt x="115549" y="89633"/>
                  </a:lnTo>
                  <a:close/>
                  <a:moveTo>
                    <a:pt x="22518" y="45766"/>
                  </a:moveTo>
                  <a:cubicBezTo>
                    <a:pt x="25829" y="22169"/>
                    <a:pt x="36066" y="10976"/>
                    <a:pt x="54431" y="10976"/>
                  </a:cubicBezTo>
                  <a:cubicBezTo>
                    <a:pt x="72797" y="10976"/>
                    <a:pt x="80022" y="19446"/>
                    <a:pt x="83936" y="45766"/>
                  </a:cubicBezTo>
                  <a:lnTo>
                    <a:pt x="22518" y="45766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EA63296-0EA6-BDF0-B107-0F9BA293991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914860" y="4982260"/>
              <a:ext cx="89418" cy="141885"/>
            </a:xfrm>
            <a:custGeom>
              <a:avLst/>
              <a:gdLst>
                <a:gd name="connsiteX0" fmla="*/ 79726 w 89418"/>
                <a:gd name="connsiteY0" fmla="*/ 43951 h 141885"/>
                <a:gd name="connsiteX1" fmla="*/ 78521 w 89418"/>
                <a:gd name="connsiteY1" fmla="*/ 2807 h 141885"/>
                <a:gd name="connsiteX2" fmla="*/ 75210 w 89418"/>
                <a:gd name="connsiteY2" fmla="*/ 2807 h 141885"/>
                <a:gd name="connsiteX3" fmla="*/ 74608 w 89418"/>
                <a:gd name="connsiteY3" fmla="*/ 3412 h 141885"/>
                <a:gd name="connsiteX4" fmla="*/ 70392 w 89418"/>
                <a:gd name="connsiteY4" fmla="*/ 5833 h 141885"/>
                <a:gd name="connsiteX5" fmla="*/ 62264 w 89418"/>
                <a:gd name="connsiteY5" fmla="*/ 3715 h 141885"/>
                <a:gd name="connsiteX6" fmla="*/ 41188 w 89418"/>
                <a:gd name="connsiteY6" fmla="*/ 85 h 141885"/>
                <a:gd name="connsiteX7" fmla="*/ 243 w 89418"/>
                <a:gd name="connsiteY7" fmla="*/ 37295 h 141885"/>
                <a:gd name="connsiteX8" fmla="*/ 35468 w 89418"/>
                <a:gd name="connsiteY8" fmla="*/ 80859 h 141885"/>
                <a:gd name="connsiteX9" fmla="*/ 52930 w 89418"/>
                <a:gd name="connsiteY9" fmla="*/ 90843 h 141885"/>
                <a:gd name="connsiteX10" fmla="*/ 68586 w 89418"/>
                <a:gd name="connsiteY10" fmla="*/ 113532 h 141885"/>
                <a:gd name="connsiteX11" fmla="*/ 43597 w 89418"/>
                <a:gd name="connsiteY11" fmla="*/ 135314 h 141885"/>
                <a:gd name="connsiteX12" fmla="*/ 18307 w 89418"/>
                <a:gd name="connsiteY12" fmla="*/ 124726 h 141885"/>
                <a:gd name="connsiteX13" fmla="*/ 5361 w 89418"/>
                <a:gd name="connsiteY13" fmla="*/ 92960 h 141885"/>
                <a:gd name="connsiteX14" fmla="*/ 544 w 89418"/>
                <a:gd name="connsiteY14" fmla="*/ 92960 h 141885"/>
                <a:gd name="connsiteX15" fmla="*/ 544 w 89418"/>
                <a:gd name="connsiteY15" fmla="*/ 140155 h 141885"/>
                <a:gd name="connsiteX16" fmla="*/ 4458 w 89418"/>
                <a:gd name="connsiteY16" fmla="*/ 140155 h 141885"/>
                <a:gd name="connsiteX17" fmla="*/ 11382 w 89418"/>
                <a:gd name="connsiteY17" fmla="*/ 136524 h 141885"/>
                <a:gd name="connsiteX18" fmla="*/ 25232 w 89418"/>
                <a:gd name="connsiteY18" fmla="*/ 138944 h 141885"/>
                <a:gd name="connsiteX19" fmla="*/ 47210 w 89418"/>
                <a:gd name="connsiteY19" fmla="*/ 141970 h 141885"/>
                <a:gd name="connsiteX20" fmla="*/ 89661 w 89418"/>
                <a:gd name="connsiteY20" fmla="*/ 103246 h 141885"/>
                <a:gd name="connsiteX21" fmla="*/ 64371 w 89418"/>
                <a:gd name="connsiteY21" fmla="*/ 67246 h 141885"/>
                <a:gd name="connsiteX22" fmla="*/ 31855 w 89418"/>
                <a:gd name="connsiteY22" fmla="*/ 47884 h 141885"/>
                <a:gd name="connsiteX23" fmla="*/ 18909 w 89418"/>
                <a:gd name="connsiteY23" fmla="*/ 27312 h 141885"/>
                <a:gd name="connsiteX24" fmla="*/ 42092 w 89418"/>
                <a:gd name="connsiteY24" fmla="*/ 6740 h 141885"/>
                <a:gd name="connsiteX25" fmla="*/ 75210 w 89418"/>
                <a:gd name="connsiteY25" fmla="*/ 43951 h 141885"/>
                <a:gd name="connsiteX26" fmla="*/ 79726 w 89418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418" h="141885">
                  <a:moveTo>
                    <a:pt x="79726" y="43951"/>
                  </a:moveTo>
                  <a:lnTo>
                    <a:pt x="78521" y="2807"/>
                  </a:lnTo>
                  <a:lnTo>
                    <a:pt x="75210" y="2807"/>
                  </a:lnTo>
                  <a:lnTo>
                    <a:pt x="74608" y="3412"/>
                  </a:lnTo>
                  <a:cubicBezTo>
                    <a:pt x="71898" y="5530"/>
                    <a:pt x="71597" y="5833"/>
                    <a:pt x="70392" y="5833"/>
                  </a:cubicBezTo>
                  <a:cubicBezTo>
                    <a:pt x="68586" y="5833"/>
                    <a:pt x="65575" y="5228"/>
                    <a:pt x="62264" y="3715"/>
                  </a:cubicBezTo>
                  <a:cubicBezTo>
                    <a:pt x="55640" y="1295"/>
                    <a:pt x="49016" y="85"/>
                    <a:pt x="41188" y="85"/>
                  </a:cubicBezTo>
                  <a:cubicBezTo>
                    <a:pt x="17404" y="85"/>
                    <a:pt x="243" y="15514"/>
                    <a:pt x="243" y="37295"/>
                  </a:cubicBezTo>
                  <a:cubicBezTo>
                    <a:pt x="243" y="54237"/>
                    <a:pt x="9877" y="66338"/>
                    <a:pt x="35468" y="80859"/>
                  </a:cubicBezTo>
                  <a:lnTo>
                    <a:pt x="52930" y="90843"/>
                  </a:lnTo>
                  <a:cubicBezTo>
                    <a:pt x="63468" y="96893"/>
                    <a:pt x="68586" y="104154"/>
                    <a:pt x="68586" y="113532"/>
                  </a:cubicBezTo>
                  <a:cubicBezTo>
                    <a:pt x="68586" y="126843"/>
                    <a:pt x="58952" y="135314"/>
                    <a:pt x="43597" y="135314"/>
                  </a:cubicBezTo>
                  <a:cubicBezTo>
                    <a:pt x="33361" y="135314"/>
                    <a:pt x="24027" y="131381"/>
                    <a:pt x="18307" y="124726"/>
                  </a:cubicBezTo>
                  <a:cubicBezTo>
                    <a:pt x="11984" y="117163"/>
                    <a:pt x="9275" y="110204"/>
                    <a:pt x="5361" y="92960"/>
                  </a:cubicBezTo>
                  <a:lnTo>
                    <a:pt x="544" y="92960"/>
                  </a:lnTo>
                  <a:lnTo>
                    <a:pt x="544" y="140155"/>
                  </a:lnTo>
                  <a:lnTo>
                    <a:pt x="4458" y="140155"/>
                  </a:lnTo>
                  <a:cubicBezTo>
                    <a:pt x="6565" y="137129"/>
                    <a:pt x="7769" y="136524"/>
                    <a:pt x="11382" y="136524"/>
                  </a:cubicBezTo>
                  <a:cubicBezTo>
                    <a:pt x="14092" y="136524"/>
                    <a:pt x="18307" y="137129"/>
                    <a:pt x="25232" y="138944"/>
                  </a:cubicBezTo>
                  <a:cubicBezTo>
                    <a:pt x="33662" y="140760"/>
                    <a:pt x="41791" y="141970"/>
                    <a:pt x="47210" y="141970"/>
                  </a:cubicBezTo>
                  <a:cubicBezTo>
                    <a:pt x="70392" y="141970"/>
                    <a:pt x="89661" y="124423"/>
                    <a:pt x="89661" y="103246"/>
                  </a:cubicBezTo>
                  <a:cubicBezTo>
                    <a:pt x="89661" y="88120"/>
                    <a:pt x="82435" y="78137"/>
                    <a:pt x="64371" y="67246"/>
                  </a:cubicBezTo>
                  <a:lnTo>
                    <a:pt x="31855" y="47884"/>
                  </a:lnTo>
                  <a:cubicBezTo>
                    <a:pt x="23425" y="43044"/>
                    <a:pt x="18909" y="35480"/>
                    <a:pt x="18909" y="27312"/>
                  </a:cubicBezTo>
                  <a:cubicBezTo>
                    <a:pt x="18909" y="15211"/>
                    <a:pt x="28242" y="6740"/>
                    <a:pt x="42092" y="6740"/>
                  </a:cubicBezTo>
                  <a:cubicBezTo>
                    <a:pt x="59253" y="6740"/>
                    <a:pt x="68285" y="17026"/>
                    <a:pt x="75210" y="43951"/>
                  </a:cubicBezTo>
                  <a:lnTo>
                    <a:pt x="79726" y="43951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0FCD5FC0-41A5-1E14-B0DB-85E544D0D42A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096523" y="4945957"/>
              <a:ext cx="80085" cy="178188"/>
            </a:xfrm>
            <a:custGeom>
              <a:avLst/>
              <a:gdLst>
                <a:gd name="connsiteX0" fmla="*/ 73109 w 80085"/>
                <a:gd name="connsiteY0" fmla="*/ 39111 h 178188"/>
                <a:gd name="connsiteX1" fmla="*/ 42700 w 80085"/>
                <a:gd name="connsiteY1" fmla="*/ 39111 h 178188"/>
                <a:gd name="connsiteX2" fmla="*/ 42700 w 80085"/>
                <a:gd name="connsiteY2" fmla="*/ 4018 h 178188"/>
                <a:gd name="connsiteX3" fmla="*/ 40593 w 80085"/>
                <a:gd name="connsiteY3" fmla="*/ 85 h 178188"/>
                <a:gd name="connsiteX4" fmla="*/ 34571 w 80085"/>
                <a:gd name="connsiteY4" fmla="*/ 8555 h 178188"/>
                <a:gd name="connsiteX5" fmla="*/ 5367 w 80085"/>
                <a:gd name="connsiteY5" fmla="*/ 40926 h 178188"/>
                <a:gd name="connsiteX6" fmla="*/ 249 w 80085"/>
                <a:gd name="connsiteY6" fmla="*/ 46674 h 178188"/>
                <a:gd name="connsiteX7" fmla="*/ 1453 w 80085"/>
                <a:gd name="connsiteY7" fmla="*/ 48792 h 178188"/>
                <a:gd name="connsiteX8" fmla="*/ 17410 w 80085"/>
                <a:gd name="connsiteY8" fmla="*/ 48792 h 178188"/>
                <a:gd name="connsiteX9" fmla="*/ 17410 w 80085"/>
                <a:gd name="connsiteY9" fmla="*/ 139852 h 178188"/>
                <a:gd name="connsiteX10" fmla="*/ 44206 w 80085"/>
                <a:gd name="connsiteY10" fmla="*/ 178273 h 178188"/>
                <a:gd name="connsiteX11" fmla="*/ 80334 w 80085"/>
                <a:gd name="connsiteY11" fmla="*/ 155281 h 178188"/>
                <a:gd name="connsiteX12" fmla="*/ 76420 w 80085"/>
                <a:gd name="connsiteY12" fmla="*/ 151953 h 178188"/>
                <a:gd name="connsiteX13" fmla="*/ 58356 w 80085"/>
                <a:gd name="connsiteY13" fmla="*/ 162542 h 178188"/>
                <a:gd name="connsiteX14" fmla="*/ 42700 w 80085"/>
                <a:gd name="connsiteY14" fmla="*/ 135314 h 178188"/>
                <a:gd name="connsiteX15" fmla="*/ 42700 w 80085"/>
                <a:gd name="connsiteY15" fmla="*/ 48792 h 178188"/>
                <a:gd name="connsiteX16" fmla="*/ 73109 w 80085"/>
                <a:gd name="connsiteY16" fmla="*/ 48792 h 178188"/>
                <a:gd name="connsiteX17" fmla="*/ 73109 w 80085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085" h="178188">
                  <a:moveTo>
                    <a:pt x="73109" y="39111"/>
                  </a:moveTo>
                  <a:lnTo>
                    <a:pt x="42700" y="39111"/>
                  </a:lnTo>
                  <a:lnTo>
                    <a:pt x="42700" y="4018"/>
                  </a:lnTo>
                  <a:cubicBezTo>
                    <a:pt x="42700" y="992"/>
                    <a:pt x="42399" y="85"/>
                    <a:pt x="40593" y="85"/>
                  </a:cubicBezTo>
                  <a:cubicBezTo>
                    <a:pt x="38485" y="2807"/>
                    <a:pt x="36679" y="5530"/>
                    <a:pt x="34571" y="8555"/>
                  </a:cubicBezTo>
                  <a:cubicBezTo>
                    <a:pt x="23130" y="25194"/>
                    <a:pt x="10184" y="39716"/>
                    <a:pt x="5367" y="40926"/>
                  </a:cubicBezTo>
                  <a:cubicBezTo>
                    <a:pt x="2055" y="43044"/>
                    <a:pt x="249" y="45161"/>
                    <a:pt x="249" y="46674"/>
                  </a:cubicBezTo>
                  <a:cubicBezTo>
                    <a:pt x="249" y="47581"/>
                    <a:pt x="550" y="48186"/>
                    <a:pt x="1453" y="48792"/>
                  </a:cubicBezTo>
                  <a:lnTo>
                    <a:pt x="17410" y="48792"/>
                  </a:lnTo>
                  <a:lnTo>
                    <a:pt x="17410" y="139852"/>
                  </a:lnTo>
                  <a:cubicBezTo>
                    <a:pt x="17410" y="165264"/>
                    <a:pt x="26442" y="178273"/>
                    <a:pt x="44206" y="178273"/>
                  </a:cubicBezTo>
                  <a:cubicBezTo>
                    <a:pt x="58958" y="178273"/>
                    <a:pt x="70399" y="171012"/>
                    <a:pt x="80334" y="155281"/>
                  </a:cubicBezTo>
                  <a:lnTo>
                    <a:pt x="76420" y="151953"/>
                  </a:lnTo>
                  <a:cubicBezTo>
                    <a:pt x="70098" y="159516"/>
                    <a:pt x="64980" y="162542"/>
                    <a:pt x="58356" y="162542"/>
                  </a:cubicBezTo>
                  <a:cubicBezTo>
                    <a:pt x="47216" y="162542"/>
                    <a:pt x="42700" y="154373"/>
                    <a:pt x="42700" y="135314"/>
                  </a:cubicBezTo>
                  <a:lnTo>
                    <a:pt x="42700" y="48792"/>
                  </a:lnTo>
                  <a:lnTo>
                    <a:pt x="73109" y="48792"/>
                  </a:lnTo>
                  <a:lnTo>
                    <a:pt x="73109" y="39111"/>
                  </a:ln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7C7ED7CA-0470-C897-152A-58AAD1BB3049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185349" y="4981958"/>
              <a:ext cx="132772" cy="142187"/>
            </a:xfrm>
            <a:custGeom>
              <a:avLst/>
              <a:gdLst>
                <a:gd name="connsiteX0" fmla="*/ 66789 w 132772"/>
                <a:gd name="connsiteY0" fmla="*/ 85 h 142187"/>
                <a:gd name="connsiteX1" fmla="*/ 252 w 132772"/>
                <a:gd name="connsiteY1" fmla="*/ 70876 h 142187"/>
                <a:gd name="connsiteX2" fmla="*/ 66187 w 132772"/>
                <a:gd name="connsiteY2" fmla="*/ 142272 h 142187"/>
                <a:gd name="connsiteX3" fmla="*/ 133025 w 132772"/>
                <a:gd name="connsiteY3" fmla="*/ 68456 h 142187"/>
                <a:gd name="connsiteX4" fmla="*/ 66789 w 132772"/>
                <a:gd name="connsiteY4" fmla="*/ 85 h 142187"/>
                <a:gd name="connsiteX5" fmla="*/ 62875 w 132772"/>
                <a:gd name="connsiteY5" fmla="*/ 8555 h 142187"/>
                <a:gd name="connsiteX6" fmla="*/ 105928 w 132772"/>
                <a:gd name="connsiteY6" fmla="*/ 79044 h 142187"/>
                <a:gd name="connsiteX7" fmla="*/ 69799 w 132772"/>
                <a:gd name="connsiteY7" fmla="*/ 133802 h 142187"/>
                <a:gd name="connsiteX8" fmla="*/ 40595 w 132772"/>
                <a:gd name="connsiteY8" fmla="*/ 114440 h 142187"/>
                <a:gd name="connsiteX9" fmla="*/ 27348 w 132772"/>
                <a:gd name="connsiteY9" fmla="*/ 56052 h 142187"/>
                <a:gd name="connsiteX10" fmla="*/ 62875 w 132772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772" h="142187">
                  <a:moveTo>
                    <a:pt x="66789" y="85"/>
                  </a:moveTo>
                  <a:cubicBezTo>
                    <a:pt x="27649" y="85"/>
                    <a:pt x="252" y="29127"/>
                    <a:pt x="252" y="70876"/>
                  </a:cubicBezTo>
                  <a:cubicBezTo>
                    <a:pt x="252" y="111717"/>
                    <a:pt x="28251" y="142272"/>
                    <a:pt x="66187" y="142272"/>
                  </a:cubicBezTo>
                  <a:cubicBezTo>
                    <a:pt x="104122" y="142272"/>
                    <a:pt x="133025" y="110204"/>
                    <a:pt x="133025" y="68456"/>
                  </a:cubicBezTo>
                  <a:cubicBezTo>
                    <a:pt x="133025" y="28825"/>
                    <a:pt x="105326" y="85"/>
                    <a:pt x="66789" y="85"/>
                  </a:cubicBezTo>
                  <a:close/>
                  <a:moveTo>
                    <a:pt x="62875" y="8555"/>
                  </a:moveTo>
                  <a:cubicBezTo>
                    <a:pt x="88165" y="8555"/>
                    <a:pt x="105928" y="37598"/>
                    <a:pt x="105928" y="79044"/>
                  </a:cubicBezTo>
                  <a:cubicBezTo>
                    <a:pt x="105928" y="113230"/>
                    <a:pt x="92380" y="133802"/>
                    <a:pt x="69799" y="133802"/>
                  </a:cubicBezTo>
                  <a:cubicBezTo>
                    <a:pt x="58058" y="133802"/>
                    <a:pt x="46918" y="126541"/>
                    <a:pt x="40595" y="114440"/>
                  </a:cubicBezTo>
                  <a:cubicBezTo>
                    <a:pt x="32165" y="98708"/>
                    <a:pt x="27348" y="77532"/>
                    <a:pt x="27348" y="56052"/>
                  </a:cubicBezTo>
                  <a:cubicBezTo>
                    <a:pt x="27348" y="27312"/>
                    <a:pt x="41499" y="8555"/>
                    <a:pt x="62875" y="8555"/>
                  </a:cubicBez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ACA54686-F59E-DE93-14DC-D41889FB0D15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0352105" y="4982260"/>
              <a:ext cx="33419" cy="142187"/>
            </a:xfrm>
            <a:custGeom>
              <a:avLst/>
              <a:gdLst>
                <a:gd name="connsiteX0" fmla="*/ 16816 w 33419"/>
                <a:gd name="connsiteY0" fmla="*/ 85 h 142187"/>
                <a:gd name="connsiteX1" fmla="*/ 257 w 33419"/>
                <a:gd name="connsiteY1" fmla="*/ 17329 h 142187"/>
                <a:gd name="connsiteX2" fmla="*/ 16515 w 33419"/>
                <a:gd name="connsiteY2" fmla="*/ 33665 h 142187"/>
                <a:gd name="connsiteX3" fmla="*/ 33676 w 33419"/>
                <a:gd name="connsiteY3" fmla="*/ 17329 h 142187"/>
                <a:gd name="connsiteX4" fmla="*/ 16816 w 33419"/>
                <a:gd name="connsiteY4" fmla="*/ 85 h 142187"/>
                <a:gd name="connsiteX5" fmla="*/ 16816 w 33419"/>
                <a:gd name="connsiteY5" fmla="*/ 108692 h 142187"/>
                <a:gd name="connsiteX6" fmla="*/ 257 w 33419"/>
                <a:gd name="connsiteY6" fmla="*/ 125936 h 142187"/>
                <a:gd name="connsiteX7" fmla="*/ 16515 w 33419"/>
                <a:gd name="connsiteY7" fmla="*/ 142272 h 142187"/>
                <a:gd name="connsiteX8" fmla="*/ 33676 w 33419"/>
                <a:gd name="connsiteY8" fmla="*/ 125936 h 142187"/>
                <a:gd name="connsiteX9" fmla="*/ 16816 w 33419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19" h="142187">
                  <a:moveTo>
                    <a:pt x="16816" y="85"/>
                  </a:moveTo>
                  <a:cubicBezTo>
                    <a:pt x="7784" y="85"/>
                    <a:pt x="257" y="7950"/>
                    <a:pt x="257" y="17329"/>
                  </a:cubicBezTo>
                  <a:cubicBezTo>
                    <a:pt x="257" y="26102"/>
                    <a:pt x="7784" y="33665"/>
                    <a:pt x="16515" y="33665"/>
                  </a:cubicBezTo>
                  <a:cubicBezTo>
                    <a:pt x="25848" y="33665"/>
                    <a:pt x="33676" y="26102"/>
                    <a:pt x="33676" y="17329"/>
                  </a:cubicBezTo>
                  <a:cubicBezTo>
                    <a:pt x="33676" y="7950"/>
                    <a:pt x="25848" y="85"/>
                    <a:pt x="16816" y="85"/>
                  </a:cubicBezTo>
                  <a:close/>
                  <a:moveTo>
                    <a:pt x="16816" y="108692"/>
                  </a:moveTo>
                  <a:cubicBezTo>
                    <a:pt x="7784" y="108692"/>
                    <a:pt x="257" y="116558"/>
                    <a:pt x="257" y="125936"/>
                  </a:cubicBezTo>
                  <a:cubicBezTo>
                    <a:pt x="257" y="134709"/>
                    <a:pt x="7784" y="142272"/>
                    <a:pt x="16515" y="142272"/>
                  </a:cubicBezTo>
                  <a:cubicBezTo>
                    <a:pt x="25848" y="142272"/>
                    <a:pt x="33676" y="134709"/>
                    <a:pt x="33676" y="125936"/>
                  </a:cubicBezTo>
                  <a:cubicBezTo>
                    <a:pt x="33676" y="116558"/>
                    <a:pt x="25848" y="108692"/>
                    <a:pt x="16816" y="108692"/>
                  </a:cubicBezTo>
                  <a:close/>
                </a:path>
              </a:pathLst>
            </a:custGeom>
            <a:solidFill>
              <a:srgbClr val="FFFFFF"/>
            </a:solidFill>
            <a:ln w="30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22" name="Group 92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which yields approximate integral over two-strips :} \,\, [x_0, x_1] \,\, \text{and} \,\, [x_1,x_2]&#10;\end{align*}&#10;}&#10;\end{document}" title="IguanaTex Shape Display">
            <a:extLst>
              <a:ext uri="{FF2B5EF4-FFF2-40B4-BE49-F238E27FC236}">
                <a16:creationId xmlns:a16="http://schemas.microsoft.com/office/drawing/2014/main" id="{1E79C3D2-2936-8A23-A55E-5A5A91891351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2508588" y="6104916"/>
            <a:ext cx="8426008" cy="294963"/>
            <a:chOff x="5445851" y="4835369"/>
            <a:chExt cx="8426008" cy="294963"/>
          </a:xfrm>
        </p:grpSpPr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1AE973F3-AAA8-8FDA-C6A9-2EF9B4A154B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445851" y="4923858"/>
              <a:ext cx="203967" cy="136863"/>
            </a:xfrm>
            <a:custGeom>
              <a:avLst/>
              <a:gdLst>
                <a:gd name="connsiteX0" fmla="*/ 166786 w 203967"/>
                <a:gd name="connsiteY0" fmla="*/ 84 h 136863"/>
                <a:gd name="connsiteX1" fmla="*/ 166786 w 203967"/>
                <a:gd name="connsiteY1" fmla="*/ 4509 h 136863"/>
                <a:gd name="connsiteX2" fmla="*/ 180121 w 203967"/>
                <a:gd name="connsiteY2" fmla="*/ 13652 h 136863"/>
                <a:gd name="connsiteX3" fmla="*/ 174969 w 203967"/>
                <a:gd name="connsiteY3" fmla="*/ 33120 h 136863"/>
                <a:gd name="connsiteX4" fmla="*/ 147692 w 203967"/>
                <a:gd name="connsiteY4" fmla="*/ 98602 h 136863"/>
                <a:gd name="connsiteX5" fmla="*/ 122234 w 203967"/>
                <a:gd name="connsiteY5" fmla="*/ 32530 h 136863"/>
                <a:gd name="connsiteX6" fmla="*/ 117082 w 203967"/>
                <a:gd name="connsiteY6" fmla="*/ 15127 h 136863"/>
                <a:gd name="connsiteX7" fmla="*/ 134660 w 203967"/>
                <a:gd name="connsiteY7" fmla="*/ 4509 h 136863"/>
                <a:gd name="connsiteX8" fmla="*/ 134660 w 203967"/>
                <a:gd name="connsiteY8" fmla="*/ 84 h 136863"/>
                <a:gd name="connsiteX9" fmla="*/ 73136 w 203967"/>
                <a:gd name="connsiteY9" fmla="*/ 84 h 136863"/>
                <a:gd name="connsiteX10" fmla="*/ 73136 w 203967"/>
                <a:gd name="connsiteY10" fmla="*/ 4509 h 136863"/>
                <a:gd name="connsiteX11" fmla="*/ 94048 w 203967"/>
                <a:gd name="connsiteY11" fmla="*/ 24861 h 136863"/>
                <a:gd name="connsiteX12" fmla="*/ 100110 w 203967"/>
                <a:gd name="connsiteY12" fmla="*/ 41379 h 136863"/>
                <a:gd name="connsiteX13" fmla="*/ 72530 w 203967"/>
                <a:gd name="connsiteY13" fmla="*/ 100077 h 136863"/>
                <a:gd name="connsiteX14" fmla="*/ 42526 w 203967"/>
                <a:gd name="connsiteY14" fmla="*/ 23091 h 136863"/>
                <a:gd name="connsiteX15" fmla="*/ 40708 w 203967"/>
                <a:gd name="connsiteY15" fmla="*/ 14242 h 136863"/>
                <a:gd name="connsiteX16" fmla="*/ 54649 w 203967"/>
                <a:gd name="connsiteY16" fmla="*/ 4509 h 136863"/>
                <a:gd name="connsiteX17" fmla="*/ 54649 w 203967"/>
                <a:gd name="connsiteY17" fmla="*/ 84 h 136863"/>
                <a:gd name="connsiteX18" fmla="*/ 96 w 203967"/>
                <a:gd name="connsiteY18" fmla="*/ 84 h 136863"/>
                <a:gd name="connsiteX19" fmla="*/ 96 w 203967"/>
                <a:gd name="connsiteY19" fmla="*/ 4509 h 136863"/>
                <a:gd name="connsiteX20" fmla="*/ 16159 w 203967"/>
                <a:gd name="connsiteY20" fmla="*/ 23091 h 136863"/>
                <a:gd name="connsiteX21" fmla="*/ 57074 w 203967"/>
                <a:gd name="connsiteY21" fmla="*/ 123969 h 136863"/>
                <a:gd name="connsiteX22" fmla="*/ 64953 w 203967"/>
                <a:gd name="connsiteY22" fmla="*/ 136947 h 136863"/>
                <a:gd name="connsiteX23" fmla="*/ 72530 w 203967"/>
                <a:gd name="connsiteY23" fmla="*/ 125444 h 136863"/>
                <a:gd name="connsiteX24" fmla="*/ 106474 w 203967"/>
                <a:gd name="connsiteY24" fmla="*/ 54652 h 136863"/>
                <a:gd name="connsiteX25" fmla="*/ 134054 w 203967"/>
                <a:gd name="connsiteY25" fmla="*/ 124264 h 136863"/>
                <a:gd name="connsiteX26" fmla="*/ 141328 w 203967"/>
                <a:gd name="connsiteY26" fmla="*/ 136947 h 136863"/>
                <a:gd name="connsiteX27" fmla="*/ 149814 w 203967"/>
                <a:gd name="connsiteY27" fmla="*/ 122494 h 136863"/>
                <a:gd name="connsiteX28" fmla="*/ 191638 w 203967"/>
                <a:gd name="connsiteY28" fmla="*/ 20437 h 136863"/>
                <a:gd name="connsiteX29" fmla="*/ 204064 w 203967"/>
                <a:gd name="connsiteY29" fmla="*/ 4509 h 136863"/>
                <a:gd name="connsiteX30" fmla="*/ 204064 w 203967"/>
                <a:gd name="connsiteY30" fmla="*/ 84 h 136863"/>
                <a:gd name="connsiteX31" fmla="*/ 166786 w 203967"/>
                <a:gd name="connsiteY31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967" h="136863">
                  <a:moveTo>
                    <a:pt x="166786" y="84"/>
                  </a:moveTo>
                  <a:lnTo>
                    <a:pt x="166786" y="4509"/>
                  </a:lnTo>
                  <a:cubicBezTo>
                    <a:pt x="177090" y="6573"/>
                    <a:pt x="180121" y="8638"/>
                    <a:pt x="180121" y="13652"/>
                  </a:cubicBezTo>
                  <a:cubicBezTo>
                    <a:pt x="180121" y="18077"/>
                    <a:pt x="178303" y="25156"/>
                    <a:pt x="174969" y="33120"/>
                  </a:cubicBezTo>
                  <a:lnTo>
                    <a:pt x="147692" y="98602"/>
                  </a:lnTo>
                  <a:lnTo>
                    <a:pt x="122234" y="32530"/>
                  </a:lnTo>
                  <a:cubicBezTo>
                    <a:pt x="117082" y="18962"/>
                    <a:pt x="117082" y="18962"/>
                    <a:pt x="117082" y="15127"/>
                  </a:cubicBezTo>
                  <a:cubicBezTo>
                    <a:pt x="117082" y="8638"/>
                    <a:pt x="120416" y="6573"/>
                    <a:pt x="134660" y="4509"/>
                  </a:cubicBezTo>
                  <a:lnTo>
                    <a:pt x="134660" y="84"/>
                  </a:lnTo>
                  <a:lnTo>
                    <a:pt x="73136" y="84"/>
                  </a:lnTo>
                  <a:lnTo>
                    <a:pt x="73136" y="4509"/>
                  </a:lnTo>
                  <a:cubicBezTo>
                    <a:pt x="84350" y="5688"/>
                    <a:pt x="87987" y="8933"/>
                    <a:pt x="94048" y="24861"/>
                  </a:cubicBezTo>
                  <a:cubicBezTo>
                    <a:pt x="96170" y="30465"/>
                    <a:pt x="98291" y="36070"/>
                    <a:pt x="100110" y="41379"/>
                  </a:cubicBezTo>
                  <a:lnTo>
                    <a:pt x="72530" y="100077"/>
                  </a:lnTo>
                  <a:lnTo>
                    <a:pt x="42526" y="23091"/>
                  </a:lnTo>
                  <a:cubicBezTo>
                    <a:pt x="41314" y="20142"/>
                    <a:pt x="40708" y="17192"/>
                    <a:pt x="40708" y="14242"/>
                  </a:cubicBezTo>
                  <a:cubicBezTo>
                    <a:pt x="40708" y="8048"/>
                    <a:pt x="44344" y="5688"/>
                    <a:pt x="54649" y="4509"/>
                  </a:cubicBezTo>
                  <a:lnTo>
                    <a:pt x="54649" y="84"/>
                  </a:lnTo>
                  <a:lnTo>
                    <a:pt x="96" y="84"/>
                  </a:lnTo>
                  <a:lnTo>
                    <a:pt x="96" y="4509"/>
                  </a:lnTo>
                  <a:cubicBezTo>
                    <a:pt x="7067" y="5099"/>
                    <a:pt x="9491" y="8048"/>
                    <a:pt x="16159" y="23091"/>
                  </a:cubicBezTo>
                  <a:lnTo>
                    <a:pt x="57074" y="123969"/>
                  </a:lnTo>
                  <a:cubicBezTo>
                    <a:pt x="60710" y="132818"/>
                    <a:pt x="63135" y="136947"/>
                    <a:pt x="64953" y="136947"/>
                  </a:cubicBezTo>
                  <a:cubicBezTo>
                    <a:pt x="66469" y="136947"/>
                    <a:pt x="68893" y="133113"/>
                    <a:pt x="72530" y="125444"/>
                  </a:cubicBezTo>
                  <a:lnTo>
                    <a:pt x="106474" y="54652"/>
                  </a:lnTo>
                  <a:lnTo>
                    <a:pt x="134054" y="124264"/>
                  </a:lnTo>
                  <a:cubicBezTo>
                    <a:pt x="138297" y="135177"/>
                    <a:pt x="139509" y="136947"/>
                    <a:pt x="141328" y="136947"/>
                  </a:cubicBezTo>
                  <a:cubicBezTo>
                    <a:pt x="143449" y="136947"/>
                    <a:pt x="144965" y="134293"/>
                    <a:pt x="149814" y="122494"/>
                  </a:cubicBezTo>
                  <a:lnTo>
                    <a:pt x="191638" y="20437"/>
                  </a:lnTo>
                  <a:cubicBezTo>
                    <a:pt x="197093" y="8048"/>
                    <a:pt x="198002" y="6573"/>
                    <a:pt x="204064" y="4509"/>
                  </a:cubicBezTo>
                  <a:lnTo>
                    <a:pt x="204064" y="84"/>
                  </a:lnTo>
                  <a:lnTo>
                    <a:pt x="166786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F9AAFA9-60F2-FB6C-6433-0858F4F09B7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661852" y="4855131"/>
              <a:ext cx="144868" cy="201460"/>
            </a:xfrm>
            <a:custGeom>
              <a:avLst/>
              <a:gdLst>
                <a:gd name="connsiteX0" fmla="*/ 44958 w 144868"/>
                <a:gd name="connsiteY0" fmla="*/ 100371 h 201460"/>
                <a:gd name="connsiteX1" fmla="*/ 78599 w 144868"/>
                <a:gd name="connsiteY1" fmla="*/ 81789 h 201460"/>
                <a:gd name="connsiteX2" fmla="*/ 101329 w 144868"/>
                <a:gd name="connsiteY2" fmla="*/ 113055 h 201460"/>
                <a:gd name="connsiteX3" fmla="*/ 101329 w 144868"/>
                <a:gd name="connsiteY3" fmla="*/ 171458 h 201460"/>
                <a:gd name="connsiteX4" fmla="*/ 80720 w 144868"/>
                <a:gd name="connsiteY4" fmla="*/ 197119 h 201460"/>
                <a:gd name="connsiteX5" fmla="*/ 80720 w 144868"/>
                <a:gd name="connsiteY5" fmla="*/ 201544 h 201460"/>
                <a:gd name="connsiteX6" fmla="*/ 144972 w 144868"/>
                <a:gd name="connsiteY6" fmla="*/ 201544 h 201460"/>
                <a:gd name="connsiteX7" fmla="*/ 144972 w 144868"/>
                <a:gd name="connsiteY7" fmla="*/ 197119 h 201460"/>
                <a:gd name="connsiteX8" fmla="*/ 126787 w 144868"/>
                <a:gd name="connsiteY8" fmla="*/ 171458 h 201460"/>
                <a:gd name="connsiteX9" fmla="*/ 126787 w 144868"/>
                <a:gd name="connsiteY9" fmla="*/ 112760 h 201460"/>
                <a:gd name="connsiteX10" fmla="*/ 89509 w 144868"/>
                <a:gd name="connsiteY10" fmla="*/ 65861 h 201460"/>
                <a:gd name="connsiteX11" fmla="*/ 44958 w 144868"/>
                <a:gd name="connsiteY11" fmla="*/ 90638 h 201460"/>
                <a:gd name="connsiteX12" fmla="*/ 44958 w 144868"/>
                <a:gd name="connsiteY12" fmla="*/ 969 h 201460"/>
                <a:gd name="connsiteX13" fmla="*/ 43442 w 144868"/>
                <a:gd name="connsiteY13" fmla="*/ 84 h 201460"/>
                <a:gd name="connsiteX14" fmla="*/ 8589 w 144868"/>
                <a:gd name="connsiteY14" fmla="*/ 10702 h 201460"/>
                <a:gd name="connsiteX15" fmla="*/ 406 w 144868"/>
                <a:gd name="connsiteY15" fmla="*/ 13062 h 201460"/>
                <a:gd name="connsiteX16" fmla="*/ 406 w 144868"/>
                <a:gd name="connsiteY16" fmla="*/ 17782 h 201460"/>
                <a:gd name="connsiteX17" fmla="*/ 4043 w 144868"/>
                <a:gd name="connsiteY17" fmla="*/ 17487 h 201460"/>
                <a:gd name="connsiteX18" fmla="*/ 19499 w 144868"/>
                <a:gd name="connsiteY18" fmla="*/ 32530 h 201460"/>
                <a:gd name="connsiteX19" fmla="*/ 19499 w 144868"/>
                <a:gd name="connsiteY19" fmla="*/ 171458 h 201460"/>
                <a:gd name="connsiteX20" fmla="*/ 103 w 144868"/>
                <a:gd name="connsiteY20" fmla="*/ 197119 h 201460"/>
                <a:gd name="connsiteX21" fmla="*/ 103 w 144868"/>
                <a:gd name="connsiteY21" fmla="*/ 201544 h 201460"/>
                <a:gd name="connsiteX22" fmla="*/ 65567 w 144868"/>
                <a:gd name="connsiteY22" fmla="*/ 201544 h 201460"/>
                <a:gd name="connsiteX23" fmla="*/ 65567 w 144868"/>
                <a:gd name="connsiteY23" fmla="*/ 197119 h 201460"/>
                <a:gd name="connsiteX24" fmla="*/ 44958 w 144868"/>
                <a:gd name="connsiteY24" fmla="*/ 171458 h 201460"/>
                <a:gd name="connsiteX25" fmla="*/ 44958 w 144868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868" h="201460">
                  <a:moveTo>
                    <a:pt x="44958" y="100371"/>
                  </a:moveTo>
                  <a:cubicBezTo>
                    <a:pt x="57687" y="86803"/>
                    <a:pt x="66779" y="81789"/>
                    <a:pt x="78599" y="81789"/>
                  </a:cubicBezTo>
                  <a:cubicBezTo>
                    <a:pt x="93752" y="81789"/>
                    <a:pt x="101329" y="92407"/>
                    <a:pt x="101329" y="113055"/>
                  </a:cubicBezTo>
                  <a:lnTo>
                    <a:pt x="101329" y="171458"/>
                  </a:lnTo>
                  <a:cubicBezTo>
                    <a:pt x="101329" y="191515"/>
                    <a:pt x="98298" y="195350"/>
                    <a:pt x="80720" y="197119"/>
                  </a:cubicBezTo>
                  <a:lnTo>
                    <a:pt x="80720" y="201544"/>
                  </a:lnTo>
                  <a:lnTo>
                    <a:pt x="144972" y="201544"/>
                  </a:lnTo>
                  <a:lnTo>
                    <a:pt x="144972" y="197119"/>
                  </a:lnTo>
                  <a:cubicBezTo>
                    <a:pt x="128606" y="194170"/>
                    <a:pt x="126787" y="191810"/>
                    <a:pt x="126787" y="171458"/>
                  </a:cubicBezTo>
                  <a:lnTo>
                    <a:pt x="126787" y="112760"/>
                  </a:lnTo>
                  <a:cubicBezTo>
                    <a:pt x="126787" y="81789"/>
                    <a:pt x="114058" y="65861"/>
                    <a:pt x="89509" y="65861"/>
                  </a:cubicBezTo>
                  <a:cubicBezTo>
                    <a:pt x="71628" y="65861"/>
                    <a:pt x="58899" y="72940"/>
                    <a:pt x="44958" y="90638"/>
                  </a:cubicBezTo>
                  <a:lnTo>
                    <a:pt x="44958" y="969"/>
                  </a:lnTo>
                  <a:lnTo>
                    <a:pt x="43442" y="84"/>
                  </a:lnTo>
                  <a:cubicBezTo>
                    <a:pt x="33138" y="3623"/>
                    <a:pt x="25561" y="5983"/>
                    <a:pt x="8589" y="10702"/>
                  </a:cubicBezTo>
                  <a:lnTo>
                    <a:pt x="406" y="13062"/>
                  </a:lnTo>
                  <a:lnTo>
                    <a:pt x="406" y="17782"/>
                  </a:lnTo>
                  <a:cubicBezTo>
                    <a:pt x="1618" y="17487"/>
                    <a:pt x="2527" y="17487"/>
                    <a:pt x="4043" y="17487"/>
                  </a:cubicBezTo>
                  <a:cubicBezTo>
                    <a:pt x="17075" y="17487"/>
                    <a:pt x="19499" y="19846"/>
                    <a:pt x="19499" y="32530"/>
                  </a:cubicBezTo>
                  <a:lnTo>
                    <a:pt x="19499" y="171458"/>
                  </a:lnTo>
                  <a:cubicBezTo>
                    <a:pt x="19499" y="192105"/>
                    <a:pt x="17681" y="194760"/>
                    <a:pt x="103" y="197119"/>
                  </a:cubicBezTo>
                  <a:lnTo>
                    <a:pt x="103" y="201544"/>
                  </a:lnTo>
                  <a:lnTo>
                    <a:pt x="65567" y="201544"/>
                  </a:lnTo>
                  <a:lnTo>
                    <a:pt x="65567" y="197119"/>
                  </a:lnTo>
                  <a:cubicBezTo>
                    <a:pt x="47988" y="195350"/>
                    <a:pt x="44958" y="191810"/>
                    <a:pt x="44958" y="171458"/>
                  </a:cubicBezTo>
                  <a:lnTo>
                    <a:pt x="44958" y="100371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55504A85-9BBE-29BE-DD87-C37B6FA4C4D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5816079" y="4855131"/>
              <a:ext cx="71828" cy="201460"/>
            </a:xfrm>
            <a:custGeom>
              <a:avLst/>
              <a:gdLst>
                <a:gd name="connsiteX0" fmla="*/ 48296 w 71828"/>
                <a:gd name="connsiteY0" fmla="*/ 65861 h 201460"/>
                <a:gd name="connsiteX1" fmla="*/ 1320 w 71828"/>
                <a:gd name="connsiteY1" fmla="*/ 82084 h 201460"/>
                <a:gd name="connsiteX2" fmla="*/ 1320 w 71828"/>
                <a:gd name="connsiteY2" fmla="*/ 86508 h 201460"/>
                <a:gd name="connsiteX3" fmla="*/ 3744 w 71828"/>
                <a:gd name="connsiteY3" fmla="*/ 86213 h 201460"/>
                <a:gd name="connsiteX4" fmla="*/ 14049 w 71828"/>
                <a:gd name="connsiteY4" fmla="*/ 85328 h 201460"/>
                <a:gd name="connsiteX5" fmla="*/ 24050 w 71828"/>
                <a:gd name="connsiteY5" fmla="*/ 103026 h 201460"/>
                <a:gd name="connsiteX6" fmla="*/ 24050 w 71828"/>
                <a:gd name="connsiteY6" fmla="*/ 171458 h 201460"/>
                <a:gd name="connsiteX7" fmla="*/ 107 w 71828"/>
                <a:gd name="connsiteY7" fmla="*/ 197119 h 201460"/>
                <a:gd name="connsiteX8" fmla="*/ 107 w 71828"/>
                <a:gd name="connsiteY8" fmla="*/ 201544 h 201460"/>
                <a:gd name="connsiteX9" fmla="*/ 71936 w 71828"/>
                <a:gd name="connsiteY9" fmla="*/ 201544 h 201460"/>
                <a:gd name="connsiteX10" fmla="*/ 71936 w 71828"/>
                <a:gd name="connsiteY10" fmla="*/ 197119 h 201460"/>
                <a:gd name="connsiteX11" fmla="*/ 49508 w 71828"/>
                <a:gd name="connsiteY11" fmla="*/ 171458 h 201460"/>
                <a:gd name="connsiteX12" fmla="*/ 49508 w 71828"/>
                <a:gd name="connsiteY12" fmla="*/ 66746 h 201460"/>
                <a:gd name="connsiteX13" fmla="*/ 48296 w 71828"/>
                <a:gd name="connsiteY13" fmla="*/ 65861 h 201460"/>
                <a:gd name="connsiteX14" fmla="*/ 34052 w 71828"/>
                <a:gd name="connsiteY14" fmla="*/ 84 h 201460"/>
                <a:gd name="connsiteX15" fmla="*/ 18898 w 71828"/>
                <a:gd name="connsiteY15" fmla="*/ 15127 h 201460"/>
                <a:gd name="connsiteX16" fmla="*/ 34052 w 71828"/>
                <a:gd name="connsiteY16" fmla="*/ 30170 h 201460"/>
                <a:gd name="connsiteX17" fmla="*/ 49811 w 71828"/>
                <a:gd name="connsiteY17" fmla="*/ 15127 h 201460"/>
                <a:gd name="connsiteX18" fmla="*/ 34052 w 7182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28" h="201460">
                  <a:moveTo>
                    <a:pt x="48296" y="65861"/>
                  </a:moveTo>
                  <a:lnTo>
                    <a:pt x="1320" y="82084"/>
                  </a:lnTo>
                  <a:lnTo>
                    <a:pt x="1320" y="86508"/>
                  </a:lnTo>
                  <a:lnTo>
                    <a:pt x="3744" y="86213"/>
                  </a:lnTo>
                  <a:cubicBezTo>
                    <a:pt x="7381" y="85623"/>
                    <a:pt x="11321" y="85328"/>
                    <a:pt x="14049" y="85328"/>
                  </a:cubicBezTo>
                  <a:cubicBezTo>
                    <a:pt x="21323" y="85328"/>
                    <a:pt x="24050" y="90048"/>
                    <a:pt x="24050" y="103026"/>
                  </a:cubicBezTo>
                  <a:lnTo>
                    <a:pt x="24050" y="171458"/>
                  </a:lnTo>
                  <a:cubicBezTo>
                    <a:pt x="24050" y="192695"/>
                    <a:pt x="21019" y="195940"/>
                    <a:pt x="107" y="197119"/>
                  </a:cubicBezTo>
                  <a:lnTo>
                    <a:pt x="107" y="201544"/>
                  </a:lnTo>
                  <a:lnTo>
                    <a:pt x="71936" y="201544"/>
                  </a:lnTo>
                  <a:lnTo>
                    <a:pt x="71936" y="197119"/>
                  </a:lnTo>
                  <a:cubicBezTo>
                    <a:pt x="51933" y="195645"/>
                    <a:pt x="49508" y="192695"/>
                    <a:pt x="49508" y="171458"/>
                  </a:cubicBezTo>
                  <a:lnTo>
                    <a:pt x="49508" y="66746"/>
                  </a:lnTo>
                  <a:lnTo>
                    <a:pt x="48296" y="65861"/>
                  </a:lnTo>
                  <a:close/>
                  <a:moveTo>
                    <a:pt x="34052" y="84"/>
                  </a:moveTo>
                  <a:cubicBezTo>
                    <a:pt x="25869" y="84"/>
                    <a:pt x="18898" y="6868"/>
                    <a:pt x="18898" y="15127"/>
                  </a:cubicBezTo>
                  <a:cubicBezTo>
                    <a:pt x="18898" y="23386"/>
                    <a:pt x="25566" y="30170"/>
                    <a:pt x="34052" y="30170"/>
                  </a:cubicBezTo>
                  <a:cubicBezTo>
                    <a:pt x="42841" y="30170"/>
                    <a:pt x="49811" y="23681"/>
                    <a:pt x="49811" y="15127"/>
                  </a:cubicBezTo>
                  <a:cubicBezTo>
                    <a:pt x="49811" y="6868"/>
                    <a:pt x="42841" y="84"/>
                    <a:pt x="34052" y="84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062DBAE4-FDF8-8D16-B24C-99D6A0AAFA4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03374" y="4920908"/>
              <a:ext cx="117289" cy="138632"/>
            </a:xfrm>
            <a:custGeom>
              <a:avLst/>
              <a:gdLst>
                <a:gd name="connsiteX0" fmla="*/ 113157 w 117289"/>
                <a:gd name="connsiteY0" fmla="*/ 89753 h 138632"/>
                <a:gd name="connsiteX1" fmla="*/ 70423 w 117289"/>
                <a:gd name="connsiteY1" fmla="*/ 117480 h 138632"/>
                <a:gd name="connsiteX2" fmla="*/ 23447 w 117289"/>
                <a:gd name="connsiteY2" fmla="*/ 59962 h 138632"/>
                <a:gd name="connsiteX3" fmla="*/ 64665 w 117289"/>
                <a:gd name="connsiteY3" fmla="*/ 8638 h 138632"/>
                <a:gd name="connsiteX4" fmla="*/ 82546 w 117289"/>
                <a:gd name="connsiteY4" fmla="*/ 22796 h 138632"/>
                <a:gd name="connsiteX5" fmla="*/ 84365 w 117289"/>
                <a:gd name="connsiteY5" fmla="*/ 29286 h 138632"/>
                <a:gd name="connsiteX6" fmla="*/ 98609 w 117289"/>
                <a:gd name="connsiteY6" fmla="*/ 42854 h 138632"/>
                <a:gd name="connsiteX7" fmla="*/ 113157 w 117289"/>
                <a:gd name="connsiteY7" fmla="*/ 30465 h 138632"/>
                <a:gd name="connsiteX8" fmla="*/ 66483 w 117289"/>
                <a:gd name="connsiteY8" fmla="*/ 84 h 138632"/>
                <a:gd name="connsiteX9" fmla="*/ 23750 w 117289"/>
                <a:gd name="connsiteY9" fmla="*/ 16602 h 138632"/>
                <a:gd name="connsiteX10" fmla="*/ 110 w 117289"/>
                <a:gd name="connsiteY10" fmla="*/ 72940 h 138632"/>
                <a:gd name="connsiteX11" fmla="*/ 57694 w 117289"/>
                <a:gd name="connsiteY11" fmla="*/ 138717 h 138632"/>
                <a:gd name="connsiteX12" fmla="*/ 94366 w 117289"/>
                <a:gd name="connsiteY12" fmla="*/ 124854 h 138632"/>
                <a:gd name="connsiteX13" fmla="*/ 117400 w 117289"/>
                <a:gd name="connsiteY13" fmla="*/ 92408 h 138632"/>
                <a:gd name="connsiteX14" fmla="*/ 113157 w 117289"/>
                <a:gd name="connsiteY14" fmla="*/ 8975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289" h="138632">
                  <a:moveTo>
                    <a:pt x="113157" y="89753"/>
                  </a:moveTo>
                  <a:cubicBezTo>
                    <a:pt x="98609" y="110400"/>
                    <a:pt x="87699" y="117480"/>
                    <a:pt x="70423" y="117480"/>
                  </a:cubicBezTo>
                  <a:cubicBezTo>
                    <a:pt x="42844" y="117480"/>
                    <a:pt x="23447" y="93883"/>
                    <a:pt x="23447" y="59962"/>
                  </a:cubicBezTo>
                  <a:cubicBezTo>
                    <a:pt x="23447" y="29580"/>
                    <a:pt x="40116" y="8638"/>
                    <a:pt x="64665" y="8638"/>
                  </a:cubicBezTo>
                  <a:cubicBezTo>
                    <a:pt x="75576" y="8638"/>
                    <a:pt x="79516" y="11883"/>
                    <a:pt x="82546" y="22796"/>
                  </a:cubicBezTo>
                  <a:lnTo>
                    <a:pt x="84365" y="29286"/>
                  </a:lnTo>
                  <a:cubicBezTo>
                    <a:pt x="86789" y="37544"/>
                    <a:pt x="92245" y="42854"/>
                    <a:pt x="98609" y="42854"/>
                  </a:cubicBezTo>
                  <a:cubicBezTo>
                    <a:pt x="106489" y="42854"/>
                    <a:pt x="113157" y="37249"/>
                    <a:pt x="113157" y="30465"/>
                  </a:cubicBezTo>
                  <a:cubicBezTo>
                    <a:pt x="113157" y="13947"/>
                    <a:pt x="91942" y="84"/>
                    <a:pt x="66483" y="84"/>
                  </a:cubicBezTo>
                  <a:cubicBezTo>
                    <a:pt x="51633" y="84"/>
                    <a:pt x="36176" y="5983"/>
                    <a:pt x="23750" y="16602"/>
                  </a:cubicBezTo>
                  <a:cubicBezTo>
                    <a:pt x="8597" y="29580"/>
                    <a:pt x="110" y="49638"/>
                    <a:pt x="110" y="72940"/>
                  </a:cubicBezTo>
                  <a:cubicBezTo>
                    <a:pt x="110" y="111285"/>
                    <a:pt x="24053" y="138717"/>
                    <a:pt x="57694" y="138717"/>
                  </a:cubicBezTo>
                  <a:cubicBezTo>
                    <a:pt x="71333" y="138717"/>
                    <a:pt x="83455" y="133998"/>
                    <a:pt x="94366" y="124854"/>
                  </a:cubicBezTo>
                  <a:cubicBezTo>
                    <a:pt x="102549" y="117775"/>
                    <a:pt x="108307" y="109811"/>
                    <a:pt x="117400" y="92408"/>
                  </a:cubicBezTo>
                  <a:lnTo>
                    <a:pt x="113157" y="89753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51752954-F7DC-DA5C-064B-73197A5D9701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033592" y="4855131"/>
              <a:ext cx="144868" cy="201460"/>
            </a:xfrm>
            <a:custGeom>
              <a:avLst/>
              <a:gdLst>
                <a:gd name="connsiteX0" fmla="*/ 44970 w 144868"/>
                <a:gd name="connsiteY0" fmla="*/ 100371 h 201460"/>
                <a:gd name="connsiteX1" fmla="*/ 78611 w 144868"/>
                <a:gd name="connsiteY1" fmla="*/ 81789 h 201460"/>
                <a:gd name="connsiteX2" fmla="*/ 101341 w 144868"/>
                <a:gd name="connsiteY2" fmla="*/ 113055 h 201460"/>
                <a:gd name="connsiteX3" fmla="*/ 101341 w 144868"/>
                <a:gd name="connsiteY3" fmla="*/ 171458 h 201460"/>
                <a:gd name="connsiteX4" fmla="*/ 80732 w 144868"/>
                <a:gd name="connsiteY4" fmla="*/ 197119 h 201460"/>
                <a:gd name="connsiteX5" fmla="*/ 80732 w 144868"/>
                <a:gd name="connsiteY5" fmla="*/ 201544 h 201460"/>
                <a:gd name="connsiteX6" fmla="*/ 144984 w 144868"/>
                <a:gd name="connsiteY6" fmla="*/ 201544 h 201460"/>
                <a:gd name="connsiteX7" fmla="*/ 144984 w 144868"/>
                <a:gd name="connsiteY7" fmla="*/ 197119 h 201460"/>
                <a:gd name="connsiteX8" fmla="*/ 126799 w 144868"/>
                <a:gd name="connsiteY8" fmla="*/ 171458 h 201460"/>
                <a:gd name="connsiteX9" fmla="*/ 126799 w 144868"/>
                <a:gd name="connsiteY9" fmla="*/ 112760 h 201460"/>
                <a:gd name="connsiteX10" fmla="*/ 89521 w 144868"/>
                <a:gd name="connsiteY10" fmla="*/ 65861 h 201460"/>
                <a:gd name="connsiteX11" fmla="*/ 44970 w 144868"/>
                <a:gd name="connsiteY11" fmla="*/ 90638 h 201460"/>
                <a:gd name="connsiteX12" fmla="*/ 44970 w 144868"/>
                <a:gd name="connsiteY12" fmla="*/ 969 h 201460"/>
                <a:gd name="connsiteX13" fmla="*/ 43454 w 144868"/>
                <a:gd name="connsiteY13" fmla="*/ 84 h 201460"/>
                <a:gd name="connsiteX14" fmla="*/ 8601 w 144868"/>
                <a:gd name="connsiteY14" fmla="*/ 10702 h 201460"/>
                <a:gd name="connsiteX15" fmla="*/ 418 w 144868"/>
                <a:gd name="connsiteY15" fmla="*/ 13062 h 201460"/>
                <a:gd name="connsiteX16" fmla="*/ 418 w 144868"/>
                <a:gd name="connsiteY16" fmla="*/ 17782 h 201460"/>
                <a:gd name="connsiteX17" fmla="*/ 4055 w 144868"/>
                <a:gd name="connsiteY17" fmla="*/ 17487 h 201460"/>
                <a:gd name="connsiteX18" fmla="*/ 19512 w 144868"/>
                <a:gd name="connsiteY18" fmla="*/ 32530 h 201460"/>
                <a:gd name="connsiteX19" fmla="*/ 19512 w 144868"/>
                <a:gd name="connsiteY19" fmla="*/ 171458 h 201460"/>
                <a:gd name="connsiteX20" fmla="*/ 115 w 144868"/>
                <a:gd name="connsiteY20" fmla="*/ 197119 h 201460"/>
                <a:gd name="connsiteX21" fmla="*/ 115 w 144868"/>
                <a:gd name="connsiteY21" fmla="*/ 201544 h 201460"/>
                <a:gd name="connsiteX22" fmla="*/ 65579 w 144868"/>
                <a:gd name="connsiteY22" fmla="*/ 201544 h 201460"/>
                <a:gd name="connsiteX23" fmla="*/ 65579 w 144868"/>
                <a:gd name="connsiteY23" fmla="*/ 197119 h 201460"/>
                <a:gd name="connsiteX24" fmla="*/ 44970 w 144868"/>
                <a:gd name="connsiteY24" fmla="*/ 171458 h 201460"/>
                <a:gd name="connsiteX25" fmla="*/ 44970 w 144868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868" h="201460">
                  <a:moveTo>
                    <a:pt x="44970" y="100371"/>
                  </a:moveTo>
                  <a:cubicBezTo>
                    <a:pt x="57699" y="86803"/>
                    <a:pt x="66791" y="81789"/>
                    <a:pt x="78611" y="81789"/>
                  </a:cubicBezTo>
                  <a:cubicBezTo>
                    <a:pt x="93764" y="81789"/>
                    <a:pt x="101341" y="92407"/>
                    <a:pt x="101341" y="113055"/>
                  </a:cubicBezTo>
                  <a:lnTo>
                    <a:pt x="101341" y="171458"/>
                  </a:lnTo>
                  <a:cubicBezTo>
                    <a:pt x="101341" y="191515"/>
                    <a:pt x="98311" y="195350"/>
                    <a:pt x="80732" y="197119"/>
                  </a:cubicBezTo>
                  <a:lnTo>
                    <a:pt x="80732" y="201544"/>
                  </a:lnTo>
                  <a:lnTo>
                    <a:pt x="144984" y="201544"/>
                  </a:lnTo>
                  <a:lnTo>
                    <a:pt x="144984" y="197119"/>
                  </a:lnTo>
                  <a:cubicBezTo>
                    <a:pt x="128618" y="194170"/>
                    <a:pt x="126799" y="191810"/>
                    <a:pt x="126799" y="171458"/>
                  </a:cubicBezTo>
                  <a:lnTo>
                    <a:pt x="126799" y="112760"/>
                  </a:lnTo>
                  <a:cubicBezTo>
                    <a:pt x="126799" y="81789"/>
                    <a:pt x="114070" y="65861"/>
                    <a:pt x="89521" y="65861"/>
                  </a:cubicBezTo>
                  <a:cubicBezTo>
                    <a:pt x="71640" y="65861"/>
                    <a:pt x="58911" y="72940"/>
                    <a:pt x="44970" y="90638"/>
                  </a:cubicBezTo>
                  <a:lnTo>
                    <a:pt x="44970" y="969"/>
                  </a:lnTo>
                  <a:lnTo>
                    <a:pt x="43454" y="84"/>
                  </a:lnTo>
                  <a:cubicBezTo>
                    <a:pt x="33150" y="3623"/>
                    <a:pt x="25573" y="5983"/>
                    <a:pt x="8601" y="10702"/>
                  </a:cubicBezTo>
                  <a:lnTo>
                    <a:pt x="418" y="13062"/>
                  </a:lnTo>
                  <a:lnTo>
                    <a:pt x="418" y="17782"/>
                  </a:lnTo>
                  <a:cubicBezTo>
                    <a:pt x="1630" y="17487"/>
                    <a:pt x="2540" y="17487"/>
                    <a:pt x="4055" y="17487"/>
                  </a:cubicBezTo>
                  <a:cubicBezTo>
                    <a:pt x="17087" y="17487"/>
                    <a:pt x="19512" y="19846"/>
                    <a:pt x="19512" y="32530"/>
                  </a:cubicBezTo>
                  <a:lnTo>
                    <a:pt x="19512" y="171458"/>
                  </a:lnTo>
                  <a:cubicBezTo>
                    <a:pt x="19512" y="192105"/>
                    <a:pt x="17693" y="194760"/>
                    <a:pt x="115" y="197119"/>
                  </a:cubicBezTo>
                  <a:lnTo>
                    <a:pt x="115" y="201544"/>
                  </a:lnTo>
                  <a:lnTo>
                    <a:pt x="65579" y="201544"/>
                  </a:lnTo>
                  <a:lnTo>
                    <a:pt x="65579" y="197119"/>
                  </a:lnTo>
                  <a:cubicBezTo>
                    <a:pt x="48000" y="195350"/>
                    <a:pt x="44970" y="191810"/>
                    <a:pt x="44970" y="171458"/>
                  </a:cubicBezTo>
                  <a:lnTo>
                    <a:pt x="44970" y="100371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3F06EDD9-EDBB-A6E2-BAEE-64FDC12C3FB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6263264" y="4923858"/>
              <a:ext cx="139716" cy="197035"/>
            </a:xfrm>
            <a:custGeom>
              <a:avLst/>
              <a:gdLst>
                <a:gd name="connsiteX0" fmla="*/ 139839 w 139716"/>
                <a:gd name="connsiteY0" fmla="*/ 84 h 197035"/>
                <a:gd name="connsiteX1" fmla="*/ 98924 w 139716"/>
                <a:gd name="connsiteY1" fmla="*/ 84 h 197035"/>
                <a:gd name="connsiteX2" fmla="*/ 98924 w 139716"/>
                <a:gd name="connsiteY2" fmla="*/ 4509 h 197035"/>
                <a:gd name="connsiteX3" fmla="*/ 113472 w 139716"/>
                <a:gd name="connsiteY3" fmla="*/ 11883 h 197035"/>
                <a:gd name="connsiteX4" fmla="*/ 112259 w 139716"/>
                <a:gd name="connsiteY4" fmla="*/ 16897 h 197035"/>
                <a:gd name="connsiteX5" fmla="*/ 82861 w 139716"/>
                <a:gd name="connsiteY5" fmla="*/ 98307 h 197035"/>
                <a:gd name="connsiteX6" fmla="*/ 48008 w 139716"/>
                <a:gd name="connsiteY6" fmla="*/ 23681 h 197035"/>
                <a:gd name="connsiteX7" fmla="*/ 44977 w 139716"/>
                <a:gd name="connsiteY7" fmla="*/ 12473 h 197035"/>
                <a:gd name="connsiteX8" fmla="*/ 62555 w 139716"/>
                <a:gd name="connsiteY8" fmla="*/ 4509 h 197035"/>
                <a:gd name="connsiteX9" fmla="*/ 62555 w 139716"/>
                <a:gd name="connsiteY9" fmla="*/ 84 h 197035"/>
                <a:gd name="connsiteX10" fmla="*/ 122 w 139716"/>
                <a:gd name="connsiteY10" fmla="*/ 84 h 197035"/>
                <a:gd name="connsiteX11" fmla="*/ 122 w 139716"/>
                <a:gd name="connsiteY11" fmla="*/ 4214 h 197035"/>
                <a:gd name="connsiteX12" fmla="*/ 15579 w 139716"/>
                <a:gd name="connsiteY12" fmla="*/ 13653 h 197035"/>
                <a:gd name="connsiteX13" fmla="*/ 50129 w 139716"/>
                <a:gd name="connsiteY13" fmla="*/ 86214 h 197035"/>
                <a:gd name="connsiteX14" fmla="*/ 51039 w 139716"/>
                <a:gd name="connsiteY14" fmla="*/ 88573 h 197035"/>
                <a:gd name="connsiteX15" fmla="*/ 55585 w 139716"/>
                <a:gd name="connsiteY15" fmla="*/ 97422 h 197035"/>
                <a:gd name="connsiteX16" fmla="*/ 68920 w 139716"/>
                <a:gd name="connsiteY16" fmla="*/ 127214 h 197035"/>
                <a:gd name="connsiteX17" fmla="*/ 56797 w 139716"/>
                <a:gd name="connsiteY17" fmla="*/ 159070 h 197035"/>
                <a:gd name="connsiteX18" fmla="*/ 41643 w 139716"/>
                <a:gd name="connsiteY18" fmla="*/ 172343 h 197035"/>
                <a:gd name="connsiteX19" fmla="*/ 34067 w 139716"/>
                <a:gd name="connsiteY19" fmla="*/ 170278 h 197035"/>
                <a:gd name="connsiteX20" fmla="*/ 18004 w 139716"/>
                <a:gd name="connsiteY20" fmla="*/ 167034 h 197035"/>
                <a:gd name="connsiteX21" fmla="*/ 4972 w 139716"/>
                <a:gd name="connsiteY21" fmla="*/ 180012 h 197035"/>
                <a:gd name="connsiteX22" fmla="*/ 27399 w 139716"/>
                <a:gd name="connsiteY22" fmla="*/ 197120 h 197035"/>
                <a:gd name="connsiteX23" fmla="*/ 78618 w 139716"/>
                <a:gd name="connsiteY23" fmla="*/ 138127 h 197035"/>
                <a:gd name="connsiteX24" fmla="*/ 125292 w 139716"/>
                <a:gd name="connsiteY24" fmla="*/ 17782 h 197035"/>
                <a:gd name="connsiteX25" fmla="*/ 139839 w 139716"/>
                <a:gd name="connsiteY25" fmla="*/ 4509 h 197035"/>
                <a:gd name="connsiteX26" fmla="*/ 139839 w 139716"/>
                <a:gd name="connsiteY26" fmla="*/ 84 h 1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716" h="197035">
                  <a:moveTo>
                    <a:pt x="139839" y="84"/>
                  </a:moveTo>
                  <a:lnTo>
                    <a:pt x="98924" y="84"/>
                  </a:lnTo>
                  <a:lnTo>
                    <a:pt x="98924" y="4509"/>
                  </a:lnTo>
                  <a:cubicBezTo>
                    <a:pt x="108622" y="4509"/>
                    <a:pt x="113472" y="7163"/>
                    <a:pt x="113472" y="11883"/>
                  </a:cubicBezTo>
                  <a:cubicBezTo>
                    <a:pt x="113472" y="13063"/>
                    <a:pt x="113169" y="14833"/>
                    <a:pt x="112259" y="16897"/>
                  </a:cubicBezTo>
                  <a:lnTo>
                    <a:pt x="82861" y="98307"/>
                  </a:lnTo>
                  <a:lnTo>
                    <a:pt x="48008" y="23681"/>
                  </a:lnTo>
                  <a:cubicBezTo>
                    <a:pt x="46190" y="19552"/>
                    <a:pt x="44977" y="15717"/>
                    <a:pt x="44977" y="12473"/>
                  </a:cubicBezTo>
                  <a:cubicBezTo>
                    <a:pt x="44977" y="7163"/>
                    <a:pt x="49523" y="5099"/>
                    <a:pt x="62555" y="4509"/>
                  </a:cubicBezTo>
                  <a:lnTo>
                    <a:pt x="62555" y="84"/>
                  </a:lnTo>
                  <a:lnTo>
                    <a:pt x="122" y="84"/>
                  </a:lnTo>
                  <a:lnTo>
                    <a:pt x="122" y="4214"/>
                  </a:lnTo>
                  <a:cubicBezTo>
                    <a:pt x="8002" y="5394"/>
                    <a:pt x="13155" y="8638"/>
                    <a:pt x="15579" y="13653"/>
                  </a:cubicBezTo>
                  <a:lnTo>
                    <a:pt x="50129" y="86214"/>
                  </a:lnTo>
                  <a:lnTo>
                    <a:pt x="51039" y="88573"/>
                  </a:lnTo>
                  <a:lnTo>
                    <a:pt x="55585" y="97422"/>
                  </a:lnTo>
                  <a:cubicBezTo>
                    <a:pt x="64071" y="112171"/>
                    <a:pt x="68920" y="122789"/>
                    <a:pt x="68920" y="127214"/>
                  </a:cubicBezTo>
                  <a:cubicBezTo>
                    <a:pt x="68920" y="131638"/>
                    <a:pt x="61949" y="150221"/>
                    <a:pt x="56797" y="159070"/>
                  </a:cubicBezTo>
                  <a:cubicBezTo>
                    <a:pt x="52554" y="166739"/>
                    <a:pt x="45886" y="172343"/>
                    <a:pt x="41643" y="172343"/>
                  </a:cubicBezTo>
                  <a:cubicBezTo>
                    <a:pt x="39825" y="172343"/>
                    <a:pt x="37097" y="171753"/>
                    <a:pt x="34067" y="170278"/>
                  </a:cubicBezTo>
                  <a:cubicBezTo>
                    <a:pt x="28308" y="168214"/>
                    <a:pt x="23156" y="167034"/>
                    <a:pt x="18004" y="167034"/>
                  </a:cubicBezTo>
                  <a:cubicBezTo>
                    <a:pt x="11033" y="167034"/>
                    <a:pt x="4972" y="172933"/>
                    <a:pt x="4972" y="180012"/>
                  </a:cubicBezTo>
                  <a:cubicBezTo>
                    <a:pt x="4972" y="189746"/>
                    <a:pt x="14670" y="197120"/>
                    <a:pt x="27399" y="197120"/>
                  </a:cubicBezTo>
                  <a:cubicBezTo>
                    <a:pt x="47705" y="197120"/>
                    <a:pt x="62252" y="180602"/>
                    <a:pt x="78618" y="138127"/>
                  </a:cubicBezTo>
                  <a:lnTo>
                    <a:pt x="125292" y="17782"/>
                  </a:lnTo>
                  <a:cubicBezTo>
                    <a:pt x="129231" y="8343"/>
                    <a:pt x="132565" y="5394"/>
                    <a:pt x="139839" y="4509"/>
                  </a:cubicBezTo>
                  <a:lnTo>
                    <a:pt x="139839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D00D76AC-9C2C-4B13-B782-27A3C0E6806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415975" y="4855131"/>
              <a:ext cx="71828" cy="201460"/>
            </a:xfrm>
            <a:custGeom>
              <a:avLst/>
              <a:gdLst>
                <a:gd name="connsiteX0" fmla="*/ 48316 w 71828"/>
                <a:gd name="connsiteY0" fmla="*/ 65861 h 201460"/>
                <a:gd name="connsiteX1" fmla="*/ 1339 w 71828"/>
                <a:gd name="connsiteY1" fmla="*/ 82084 h 201460"/>
                <a:gd name="connsiteX2" fmla="*/ 1339 w 71828"/>
                <a:gd name="connsiteY2" fmla="*/ 86508 h 201460"/>
                <a:gd name="connsiteX3" fmla="*/ 3764 w 71828"/>
                <a:gd name="connsiteY3" fmla="*/ 86213 h 201460"/>
                <a:gd name="connsiteX4" fmla="*/ 14068 w 71828"/>
                <a:gd name="connsiteY4" fmla="*/ 85328 h 201460"/>
                <a:gd name="connsiteX5" fmla="*/ 24070 w 71828"/>
                <a:gd name="connsiteY5" fmla="*/ 103026 h 201460"/>
                <a:gd name="connsiteX6" fmla="*/ 24070 w 71828"/>
                <a:gd name="connsiteY6" fmla="*/ 171458 h 201460"/>
                <a:gd name="connsiteX7" fmla="*/ 127 w 71828"/>
                <a:gd name="connsiteY7" fmla="*/ 197119 h 201460"/>
                <a:gd name="connsiteX8" fmla="*/ 127 w 71828"/>
                <a:gd name="connsiteY8" fmla="*/ 201544 h 201460"/>
                <a:gd name="connsiteX9" fmla="*/ 71955 w 71828"/>
                <a:gd name="connsiteY9" fmla="*/ 201544 h 201460"/>
                <a:gd name="connsiteX10" fmla="*/ 71955 w 71828"/>
                <a:gd name="connsiteY10" fmla="*/ 197119 h 201460"/>
                <a:gd name="connsiteX11" fmla="*/ 49528 w 71828"/>
                <a:gd name="connsiteY11" fmla="*/ 171458 h 201460"/>
                <a:gd name="connsiteX12" fmla="*/ 49528 w 71828"/>
                <a:gd name="connsiteY12" fmla="*/ 66746 h 201460"/>
                <a:gd name="connsiteX13" fmla="*/ 48316 w 71828"/>
                <a:gd name="connsiteY13" fmla="*/ 65861 h 201460"/>
                <a:gd name="connsiteX14" fmla="*/ 34071 w 71828"/>
                <a:gd name="connsiteY14" fmla="*/ 84 h 201460"/>
                <a:gd name="connsiteX15" fmla="*/ 18918 w 71828"/>
                <a:gd name="connsiteY15" fmla="*/ 15127 h 201460"/>
                <a:gd name="connsiteX16" fmla="*/ 34071 w 71828"/>
                <a:gd name="connsiteY16" fmla="*/ 30170 h 201460"/>
                <a:gd name="connsiteX17" fmla="*/ 49831 w 71828"/>
                <a:gd name="connsiteY17" fmla="*/ 15127 h 201460"/>
                <a:gd name="connsiteX18" fmla="*/ 34071 w 7182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28" h="201460">
                  <a:moveTo>
                    <a:pt x="48316" y="65861"/>
                  </a:moveTo>
                  <a:lnTo>
                    <a:pt x="1339" y="82084"/>
                  </a:lnTo>
                  <a:lnTo>
                    <a:pt x="1339" y="86508"/>
                  </a:lnTo>
                  <a:lnTo>
                    <a:pt x="3764" y="86213"/>
                  </a:lnTo>
                  <a:cubicBezTo>
                    <a:pt x="7401" y="85623"/>
                    <a:pt x="11341" y="85328"/>
                    <a:pt x="14068" y="85328"/>
                  </a:cubicBezTo>
                  <a:cubicBezTo>
                    <a:pt x="21342" y="85328"/>
                    <a:pt x="24070" y="90048"/>
                    <a:pt x="24070" y="103026"/>
                  </a:cubicBezTo>
                  <a:lnTo>
                    <a:pt x="24070" y="171458"/>
                  </a:lnTo>
                  <a:cubicBezTo>
                    <a:pt x="24070" y="192695"/>
                    <a:pt x="21039" y="195940"/>
                    <a:pt x="127" y="197119"/>
                  </a:cubicBezTo>
                  <a:lnTo>
                    <a:pt x="127" y="201544"/>
                  </a:lnTo>
                  <a:lnTo>
                    <a:pt x="71955" y="201544"/>
                  </a:lnTo>
                  <a:lnTo>
                    <a:pt x="71955" y="197119"/>
                  </a:lnTo>
                  <a:cubicBezTo>
                    <a:pt x="51953" y="195645"/>
                    <a:pt x="49528" y="192695"/>
                    <a:pt x="49528" y="171458"/>
                  </a:cubicBezTo>
                  <a:lnTo>
                    <a:pt x="49528" y="66746"/>
                  </a:lnTo>
                  <a:lnTo>
                    <a:pt x="48316" y="65861"/>
                  </a:lnTo>
                  <a:close/>
                  <a:moveTo>
                    <a:pt x="34071" y="84"/>
                  </a:moveTo>
                  <a:cubicBezTo>
                    <a:pt x="25888" y="84"/>
                    <a:pt x="18918" y="6868"/>
                    <a:pt x="18918" y="15127"/>
                  </a:cubicBezTo>
                  <a:cubicBezTo>
                    <a:pt x="18918" y="23386"/>
                    <a:pt x="25585" y="30170"/>
                    <a:pt x="34071" y="30170"/>
                  </a:cubicBezTo>
                  <a:cubicBezTo>
                    <a:pt x="42860" y="30170"/>
                    <a:pt x="49831" y="23681"/>
                    <a:pt x="49831" y="15127"/>
                  </a:cubicBezTo>
                  <a:cubicBezTo>
                    <a:pt x="49831" y="6868"/>
                    <a:pt x="42860" y="84"/>
                    <a:pt x="34071" y="84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3F2A7FD1-EB5A-4B52-1680-86372FA04D3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503270" y="4920908"/>
              <a:ext cx="120926" cy="138632"/>
            </a:xfrm>
            <a:custGeom>
              <a:avLst/>
              <a:gdLst>
                <a:gd name="connsiteX0" fmla="*/ 116207 w 120926"/>
                <a:gd name="connsiteY0" fmla="*/ 87393 h 138632"/>
                <a:gd name="connsiteX1" fmla="*/ 69231 w 120926"/>
                <a:gd name="connsiteY1" fmla="*/ 118364 h 138632"/>
                <a:gd name="connsiteX2" fmla="*/ 30134 w 120926"/>
                <a:gd name="connsiteY2" fmla="*/ 92998 h 138632"/>
                <a:gd name="connsiteX3" fmla="*/ 21951 w 120926"/>
                <a:gd name="connsiteY3" fmla="*/ 54062 h 138632"/>
                <a:gd name="connsiteX4" fmla="*/ 115298 w 120926"/>
                <a:gd name="connsiteY4" fmla="*/ 54062 h 138632"/>
                <a:gd name="connsiteX5" fmla="*/ 102266 w 120926"/>
                <a:gd name="connsiteY5" fmla="*/ 16897 h 138632"/>
                <a:gd name="connsiteX6" fmla="*/ 63472 w 120926"/>
                <a:gd name="connsiteY6" fmla="*/ 84 h 138632"/>
                <a:gd name="connsiteX7" fmla="*/ 22558 w 120926"/>
                <a:gd name="connsiteY7" fmla="*/ 15422 h 138632"/>
                <a:gd name="connsiteX8" fmla="*/ 130 w 120926"/>
                <a:gd name="connsiteY8" fmla="*/ 72645 h 138632"/>
                <a:gd name="connsiteX9" fmla="*/ 56805 w 120926"/>
                <a:gd name="connsiteY9" fmla="*/ 138717 h 138632"/>
                <a:gd name="connsiteX10" fmla="*/ 121056 w 120926"/>
                <a:gd name="connsiteY10" fmla="*/ 89458 h 138632"/>
                <a:gd name="connsiteX11" fmla="*/ 116207 w 120926"/>
                <a:gd name="connsiteY11" fmla="*/ 87393 h 138632"/>
                <a:gd name="connsiteX12" fmla="*/ 22558 w 120926"/>
                <a:gd name="connsiteY12" fmla="*/ 44624 h 138632"/>
                <a:gd name="connsiteX13" fmla="*/ 54683 w 120926"/>
                <a:gd name="connsiteY13" fmla="*/ 10703 h 138632"/>
                <a:gd name="connsiteX14" fmla="*/ 84384 w 120926"/>
                <a:gd name="connsiteY14" fmla="*/ 44624 h 138632"/>
                <a:gd name="connsiteX15" fmla="*/ 22558 w 120926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26" h="138632">
                  <a:moveTo>
                    <a:pt x="116207" y="87393"/>
                  </a:moveTo>
                  <a:cubicBezTo>
                    <a:pt x="101660" y="109811"/>
                    <a:pt x="88627" y="118364"/>
                    <a:pt x="69231" y="118364"/>
                  </a:cubicBezTo>
                  <a:cubicBezTo>
                    <a:pt x="51956" y="118364"/>
                    <a:pt x="38923" y="109811"/>
                    <a:pt x="30134" y="92998"/>
                  </a:cubicBezTo>
                  <a:cubicBezTo>
                    <a:pt x="24679" y="81789"/>
                    <a:pt x="22558" y="72055"/>
                    <a:pt x="21951" y="54062"/>
                  </a:cubicBezTo>
                  <a:lnTo>
                    <a:pt x="115298" y="54062"/>
                  </a:lnTo>
                  <a:cubicBezTo>
                    <a:pt x="112873" y="34890"/>
                    <a:pt x="109842" y="26336"/>
                    <a:pt x="102266" y="16897"/>
                  </a:cubicBezTo>
                  <a:cubicBezTo>
                    <a:pt x="93173" y="6278"/>
                    <a:pt x="79232" y="84"/>
                    <a:pt x="63472" y="84"/>
                  </a:cubicBezTo>
                  <a:cubicBezTo>
                    <a:pt x="48319" y="84"/>
                    <a:pt x="34074" y="5393"/>
                    <a:pt x="22558" y="15422"/>
                  </a:cubicBezTo>
                  <a:cubicBezTo>
                    <a:pt x="8313" y="27516"/>
                    <a:pt x="130" y="48458"/>
                    <a:pt x="130" y="72645"/>
                  </a:cubicBezTo>
                  <a:cubicBezTo>
                    <a:pt x="130" y="113350"/>
                    <a:pt x="21951" y="138717"/>
                    <a:pt x="56805" y="138717"/>
                  </a:cubicBezTo>
                  <a:cubicBezTo>
                    <a:pt x="85597" y="138717"/>
                    <a:pt x="108327" y="121314"/>
                    <a:pt x="121056" y="89458"/>
                  </a:cubicBezTo>
                  <a:lnTo>
                    <a:pt x="116207" y="87393"/>
                  </a:lnTo>
                  <a:close/>
                  <a:moveTo>
                    <a:pt x="22558" y="44624"/>
                  </a:moveTo>
                  <a:cubicBezTo>
                    <a:pt x="25891" y="21616"/>
                    <a:pt x="36196" y="10703"/>
                    <a:pt x="54683" y="10703"/>
                  </a:cubicBezTo>
                  <a:cubicBezTo>
                    <a:pt x="73171" y="10703"/>
                    <a:pt x="80444" y="18962"/>
                    <a:pt x="84384" y="44624"/>
                  </a:cubicBezTo>
                  <a:lnTo>
                    <a:pt x="22558" y="4462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8F48B47F-934E-754F-5ADA-EA121B2B93C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636519" y="4855131"/>
              <a:ext cx="72131" cy="201460"/>
            </a:xfrm>
            <a:custGeom>
              <a:avLst/>
              <a:gdLst>
                <a:gd name="connsiteX0" fmla="*/ 134 w 72131"/>
                <a:gd name="connsiteY0" fmla="*/ 17782 h 201460"/>
                <a:gd name="connsiteX1" fmla="*/ 1953 w 72131"/>
                <a:gd name="connsiteY1" fmla="*/ 17782 h 201460"/>
                <a:gd name="connsiteX2" fmla="*/ 11348 w 72131"/>
                <a:gd name="connsiteY2" fmla="*/ 17192 h 201460"/>
                <a:gd name="connsiteX3" fmla="*/ 24077 w 72131"/>
                <a:gd name="connsiteY3" fmla="*/ 35184 h 201460"/>
                <a:gd name="connsiteX4" fmla="*/ 24077 w 72131"/>
                <a:gd name="connsiteY4" fmla="*/ 175882 h 201460"/>
                <a:gd name="connsiteX5" fmla="*/ 740 w 72131"/>
                <a:gd name="connsiteY5" fmla="*/ 197119 h 201460"/>
                <a:gd name="connsiteX6" fmla="*/ 740 w 72131"/>
                <a:gd name="connsiteY6" fmla="*/ 201544 h 201460"/>
                <a:gd name="connsiteX7" fmla="*/ 72266 w 72131"/>
                <a:gd name="connsiteY7" fmla="*/ 201544 h 201460"/>
                <a:gd name="connsiteX8" fmla="*/ 72266 w 72131"/>
                <a:gd name="connsiteY8" fmla="*/ 197119 h 201460"/>
                <a:gd name="connsiteX9" fmla="*/ 49535 w 72131"/>
                <a:gd name="connsiteY9" fmla="*/ 176767 h 201460"/>
                <a:gd name="connsiteX10" fmla="*/ 49535 w 72131"/>
                <a:gd name="connsiteY10" fmla="*/ 674 h 201460"/>
                <a:gd name="connsiteX11" fmla="*/ 48323 w 72131"/>
                <a:gd name="connsiteY11" fmla="*/ 84 h 201460"/>
                <a:gd name="connsiteX12" fmla="*/ 134 w 72131"/>
                <a:gd name="connsiteY12" fmla="*/ 13062 h 201460"/>
                <a:gd name="connsiteX13" fmla="*/ 134 w 72131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31" h="201460">
                  <a:moveTo>
                    <a:pt x="134" y="17782"/>
                  </a:moveTo>
                  <a:lnTo>
                    <a:pt x="1953" y="17782"/>
                  </a:lnTo>
                  <a:cubicBezTo>
                    <a:pt x="5287" y="17487"/>
                    <a:pt x="8923" y="17192"/>
                    <a:pt x="11348" y="17192"/>
                  </a:cubicBezTo>
                  <a:cubicBezTo>
                    <a:pt x="21046" y="17192"/>
                    <a:pt x="24077" y="21321"/>
                    <a:pt x="24077" y="35184"/>
                  </a:cubicBezTo>
                  <a:lnTo>
                    <a:pt x="24077" y="175882"/>
                  </a:lnTo>
                  <a:cubicBezTo>
                    <a:pt x="24077" y="191810"/>
                    <a:pt x="19834" y="195645"/>
                    <a:pt x="740" y="197119"/>
                  </a:cubicBezTo>
                  <a:lnTo>
                    <a:pt x="740" y="201544"/>
                  </a:lnTo>
                  <a:lnTo>
                    <a:pt x="72266" y="201544"/>
                  </a:lnTo>
                  <a:lnTo>
                    <a:pt x="72266" y="197119"/>
                  </a:lnTo>
                  <a:cubicBezTo>
                    <a:pt x="53172" y="195940"/>
                    <a:pt x="49535" y="192990"/>
                    <a:pt x="49535" y="176767"/>
                  </a:cubicBezTo>
                  <a:lnTo>
                    <a:pt x="49535" y="674"/>
                  </a:lnTo>
                  <a:lnTo>
                    <a:pt x="48323" y="84"/>
                  </a:lnTo>
                  <a:cubicBezTo>
                    <a:pt x="32563" y="5098"/>
                    <a:pt x="21046" y="8048"/>
                    <a:pt x="134" y="13062"/>
                  </a:cubicBezTo>
                  <a:lnTo>
                    <a:pt x="134" y="1778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EC6E58C6-0AB8-B628-5190-F28BE0FE4FB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6723511" y="4855131"/>
              <a:ext cx="140625" cy="204409"/>
            </a:xfrm>
            <a:custGeom>
              <a:avLst/>
              <a:gdLst>
                <a:gd name="connsiteX0" fmla="*/ 96211 w 140625"/>
                <a:gd name="connsiteY0" fmla="*/ 204494 h 204409"/>
                <a:gd name="connsiteX1" fmla="*/ 140763 w 140625"/>
                <a:gd name="connsiteY1" fmla="*/ 189155 h 204409"/>
                <a:gd name="connsiteX2" fmla="*/ 140763 w 140625"/>
                <a:gd name="connsiteY2" fmla="*/ 184436 h 204409"/>
                <a:gd name="connsiteX3" fmla="*/ 133793 w 140625"/>
                <a:gd name="connsiteY3" fmla="*/ 184731 h 204409"/>
                <a:gd name="connsiteX4" fmla="*/ 120457 w 140625"/>
                <a:gd name="connsiteY4" fmla="*/ 167918 h 204409"/>
                <a:gd name="connsiteX5" fmla="*/ 120457 w 140625"/>
                <a:gd name="connsiteY5" fmla="*/ 674 h 204409"/>
                <a:gd name="connsiteX6" fmla="*/ 118942 w 140625"/>
                <a:gd name="connsiteY6" fmla="*/ 84 h 204409"/>
                <a:gd name="connsiteX7" fmla="*/ 74390 w 140625"/>
                <a:gd name="connsiteY7" fmla="*/ 13062 h 204409"/>
                <a:gd name="connsiteX8" fmla="*/ 74390 w 140625"/>
                <a:gd name="connsiteY8" fmla="*/ 17782 h 204409"/>
                <a:gd name="connsiteX9" fmla="*/ 81058 w 140625"/>
                <a:gd name="connsiteY9" fmla="*/ 17487 h 204409"/>
                <a:gd name="connsiteX10" fmla="*/ 94999 w 140625"/>
                <a:gd name="connsiteY10" fmla="*/ 32530 h 204409"/>
                <a:gd name="connsiteX11" fmla="*/ 94999 w 140625"/>
                <a:gd name="connsiteY11" fmla="*/ 78544 h 204409"/>
                <a:gd name="connsiteX12" fmla="*/ 63177 w 140625"/>
                <a:gd name="connsiteY12" fmla="*/ 65861 h 204409"/>
                <a:gd name="connsiteX13" fmla="*/ 137 w 140625"/>
                <a:gd name="connsiteY13" fmla="*/ 141076 h 204409"/>
                <a:gd name="connsiteX14" fmla="*/ 56206 w 140625"/>
                <a:gd name="connsiteY14" fmla="*/ 204494 h 204409"/>
                <a:gd name="connsiteX15" fmla="*/ 94999 w 140625"/>
                <a:gd name="connsiteY15" fmla="*/ 184731 h 204409"/>
                <a:gd name="connsiteX16" fmla="*/ 94999 w 140625"/>
                <a:gd name="connsiteY16" fmla="*/ 203609 h 204409"/>
                <a:gd name="connsiteX17" fmla="*/ 96211 w 140625"/>
                <a:gd name="connsiteY17" fmla="*/ 204494 h 204409"/>
                <a:gd name="connsiteX18" fmla="*/ 94999 w 140625"/>
                <a:gd name="connsiteY18" fmla="*/ 171458 h 204409"/>
                <a:gd name="connsiteX19" fmla="*/ 89847 w 140625"/>
                <a:gd name="connsiteY19" fmla="*/ 180307 h 204409"/>
                <a:gd name="connsiteX20" fmla="*/ 68026 w 140625"/>
                <a:gd name="connsiteY20" fmla="*/ 189155 h 204409"/>
                <a:gd name="connsiteX21" fmla="*/ 26202 w 140625"/>
                <a:gd name="connsiteY21" fmla="*/ 129278 h 204409"/>
                <a:gd name="connsiteX22" fmla="*/ 64086 w 140625"/>
                <a:gd name="connsiteY22" fmla="*/ 74120 h 204409"/>
                <a:gd name="connsiteX23" fmla="*/ 94999 w 140625"/>
                <a:gd name="connsiteY23" fmla="*/ 103616 h 204409"/>
                <a:gd name="connsiteX24" fmla="*/ 94999 w 140625"/>
                <a:gd name="connsiteY24" fmla="*/ 171458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625" h="204409">
                  <a:moveTo>
                    <a:pt x="96211" y="204494"/>
                  </a:moveTo>
                  <a:lnTo>
                    <a:pt x="140763" y="189155"/>
                  </a:lnTo>
                  <a:lnTo>
                    <a:pt x="140763" y="184436"/>
                  </a:lnTo>
                  <a:cubicBezTo>
                    <a:pt x="135308" y="184731"/>
                    <a:pt x="134702" y="184731"/>
                    <a:pt x="133793" y="184731"/>
                  </a:cubicBezTo>
                  <a:cubicBezTo>
                    <a:pt x="122882" y="184731"/>
                    <a:pt x="120457" y="181486"/>
                    <a:pt x="120457" y="167918"/>
                  </a:cubicBezTo>
                  <a:lnTo>
                    <a:pt x="120457" y="674"/>
                  </a:lnTo>
                  <a:lnTo>
                    <a:pt x="118942" y="84"/>
                  </a:lnTo>
                  <a:cubicBezTo>
                    <a:pt x="104394" y="5098"/>
                    <a:pt x="93787" y="8048"/>
                    <a:pt x="74390" y="13062"/>
                  </a:cubicBezTo>
                  <a:lnTo>
                    <a:pt x="74390" y="17782"/>
                  </a:lnTo>
                  <a:cubicBezTo>
                    <a:pt x="76815" y="17487"/>
                    <a:pt x="78633" y="17487"/>
                    <a:pt x="81058" y="17487"/>
                  </a:cubicBezTo>
                  <a:cubicBezTo>
                    <a:pt x="92272" y="17487"/>
                    <a:pt x="94999" y="20436"/>
                    <a:pt x="94999" y="32530"/>
                  </a:cubicBezTo>
                  <a:lnTo>
                    <a:pt x="94999" y="78544"/>
                  </a:lnTo>
                  <a:cubicBezTo>
                    <a:pt x="83482" y="69105"/>
                    <a:pt x="75299" y="65861"/>
                    <a:pt x="63177" y="65861"/>
                  </a:cubicBezTo>
                  <a:cubicBezTo>
                    <a:pt x="28323" y="65861"/>
                    <a:pt x="137" y="99192"/>
                    <a:pt x="137" y="141076"/>
                  </a:cubicBezTo>
                  <a:cubicBezTo>
                    <a:pt x="137" y="178832"/>
                    <a:pt x="22868" y="204494"/>
                    <a:pt x="56206" y="204494"/>
                  </a:cubicBezTo>
                  <a:cubicBezTo>
                    <a:pt x="73178" y="204494"/>
                    <a:pt x="84695" y="198594"/>
                    <a:pt x="94999" y="184731"/>
                  </a:cubicBezTo>
                  <a:lnTo>
                    <a:pt x="94999" y="203609"/>
                  </a:lnTo>
                  <a:lnTo>
                    <a:pt x="96211" y="204494"/>
                  </a:lnTo>
                  <a:close/>
                  <a:moveTo>
                    <a:pt x="94999" y="171458"/>
                  </a:moveTo>
                  <a:cubicBezTo>
                    <a:pt x="94999" y="173522"/>
                    <a:pt x="92878" y="177062"/>
                    <a:pt x="89847" y="180307"/>
                  </a:cubicBezTo>
                  <a:cubicBezTo>
                    <a:pt x="84392" y="186206"/>
                    <a:pt x="76815" y="189155"/>
                    <a:pt x="68026" y="189155"/>
                  </a:cubicBezTo>
                  <a:cubicBezTo>
                    <a:pt x="42871" y="189155"/>
                    <a:pt x="26202" y="165558"/>
                    <a:pt x="26202" y="129278"/>
                  </a:cubicBezTo>
                  <a:cubicBezTo>
                    <a:pt x="26202" y="95947"/>
                    <a:pt x="41052" y="74120"/>
                    <a:pt x="64086" y="74120"/>
                  </a:cubicBezTo>
                  <a:cubicBezTo>
                    <a:pt x="80149" y="74120"/>
                    <a:pt x="94999" y="87983"/>
                    <a:pt x="94999" y="103616"/>
                  </a:cubicBezTo>
                  <a:lnTo>
                    <a:pt x="94999" y="171458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27B7BDB4-04E9-EEE0-4665-424DA648D85F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882889" y="4921203"/>
              <a:ext cx="90012" cy="138337"/>
            </a:xfrm>
            <a:custGeom>
              <a:avLst/>
              <a:gdLst>
                <a:gd name="connsiteX0" fmla="*/ 80153 w 90012"/>
                <a:gd name="connsiteY0" fmla="*/ 42854 h 138337"/>
                <a:gd name="connsiteX1" fmla="*/ 78941 w 90012"/>
                <a:gd name="connsiteY1" fmla="*/ 2739 h 138337"/>
                <a:gd name="connsiteX2" fmla="*/ 75607 w 90012"/>
                <a:gd name="connsiteY2" fmla="*/ 2739 h 138337"/>
                <a:gd name="connsiteX3" fmla="*/ 75001 w 90012"/>
                <a:gd name="connsiteY3" fmla="*/ 3329 h 138337"/>
                <a:gd name="connsiteX4" fmla="*/ 70758 w 90012"/>
                <a:gd name="connsiteY4" fmla="*/ 5688 h 138337"/>
                <a:gd name="connsiteX5" fmla="*/ 62575 w 90012"/>
                <a:gd name="connsiteY5" fmla="*/ 3624 h 138337"/>
                <a:gd name="connsiteX6" fmla="*/ 41360 w 90012"/>
                <a:gd name="connsiteY6" fmla="*/ 84 h 138337"/>
                <a:gd name="connsiteX7" fmla="*/ 142 w 90012"/>
                <a:gd name="connsiteY7" fmla="*/ 36365 h 138337"/>
                <a:gd name="connsiteX8" fmla="*/ 35602 w 90012"/>
                <a:gd name="connsiteY8" fmla="*/ 78839 h 138337"/>
                <a:gd name="connsiteX9" fmla="*/ 53180 w 90012"/>
                <a:gd name="connsiteY9" fmla="*/ 88573 h 138337"/>
                <a:gd name="connsiteX10" fmla="*/ 68940 w 90012"/>
                <a:gd name="connsiteY10" fmla="*/ 110695 h 138337"/>
                <a:gd name="connsiteX11" fmla="*/ 43785 w 90012"/>
                <a:gd name="connsiteY11" fmla="*/ 131933 h 138337"/>
                <a:gd name="connsiteX12" fmla="*/ 18327 w 90012"/>
                <a:gd name="connsiteY12" fmla="*/ 121609 h 138337"/>
                <a:gd name="connsiteX13" fmla="*/ 5294 w 90012"/>
                <a:gd name="connsiteY13" fmla="*/ 90638 h 138337"/>
                <a:gd name="connsiteX14" fmla="*/ 445 w 90012"/>
                <a:gd name="connsiteY14" fmla="*/ 90638 h 138337"/>
                <a:gd name="connsiteX15" fmla="*/ 445 w 90012"/>
                <a:gd name="connsiteY15" fmla="*/ 136652 h 138337"/>
                <a:gd name="connsiteX16" fmla="*/ 4385 w 90012"/>
                <a:gd name="connsiteY16" fmla="*/ 136652 h 138337"/>
                <a:gd name="connsiteX17" fmla="*/ 11356 w 90012"/>
                <a:gd name="connsiteY17" fmla="*/ 133113 h 138337"/>
                <a:gd name="connsiteX18" fmla="*/ 25297 w 90012"/>
                <a:gd name="connsiteY18" fmla="*/ 135472 h 138337"/>
                <a:gd name="connsiteX19" fmla="*/ 47422 w 90012"/>
                <a:gd name="connsiteY19" fmla="*/ 138422 h 138337"/>
                <a:gd name="connsiteX20" fmla="*/ 90155 w 90012"/>
                <a:gd name="connsiteY20" fmla="*/ 100667 h 138337"/>
                <a:gd name="connsiteX21" fmla="*/ 64697 w 90012"/>
                <a:gd name="connsiteY21" fmla="*/ 65566 h 138337"/>
                <a:gd name="connsiteX22" fmla="*/ 31965 w 90012"/>
                <a:gd name="connsiteY22" fmla="*/ 46688 h 138337"/>
                <a:gd name="connsiteX23" fmla="*/ 18933 w 90012"/>
                <a:gd name="connsiteY23" fmla="*/ 26631 h 138337"/>
                <a:gd name="connsiteX24" fmla="*/ 42269 w 90012"/>
                <a:gd name="connsiteY24" fmla="*/ 6573 h 138337"/>
                <a:gd name="connsiteX25" fmla="*/ 75607 w 90012"/>
                <a:gd name="connsiteY25" fmla="*/ 42854 h 138337"/>
                <a:gd name="connsiteX26" fmla="*/ 80153 w 90012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012" h="138337">
                  <a:moveTo>
                    <a:pt x="80153" y="42854"/>
                  </a:moveTo>
                  <a:lnTo>
                    <a:pt x="78941" y="2739"/>
                  </a:lnTo>
                  <a:lnTo>
                    <a:pt x="75607" y="2739"/>
                  </a:lnTo>
                  <a:lnTo>
                    <a:pt x="75001" y="3329"/>
                  </a:lnTo>
                  <a:cubicBezTo>
                    <a:pt x="72274" y="5393"/>
                    <a:pt x="71970" y="5688"/>
                    <a:pt x="70758" y="5688"/>
                  </a:cubicBezTo>
                  <a:cubicBezTo>
                    <a:pt x="68940" y="5688"/>
                    <a:pt x="65909" y="5098"/>
                    <a:pt x="62575" y="3624"/>
                  </a:cubicBezTo>
                  <a:cubicBezTo>
                    <a:pt x="55908" y="1264"/>
                    <a:pt x="49240" y="84"/>
                    <a:pt x="41360" y="84"/>
                  </a:cubicBezTo>
                  <a:cubicBezTo>
                    <a:pt x="17417" y="84"/>
                    <a:pt x="142" y="15127"/>
                    <a:pt x="142" y="36365"/>
                  </a:cubicBezTo>
                  <a:cubicBezTo>
                    <a:pt x="142" y="52883"/>
                    <a:pt x="9841" y="64681"/>
                    <a:pt x="35602" y="78839"/>
                  </a:cubicBezTo>
                  <a:lnTo>
                    <a:pt x="53180" y="88573"/>
                  </a:lnTo>
                  <a:cubicBezTo>
                    <a:pt x="63788" y="94472"/>
                    <a:pt x="68940" y="101552"/>
                    <a:pt x="68940" y="110695"/>
                  </a:cubicBezTo>
                  <a:cubicBezTo>
                    <a:pt x="68940" y="123674"/>
                    <a:pt x="59241" y="131933"/>
                    <a:pt x="43785" y="131933"/>
                  </a:cubicBezTo>
                  <a:cubicBezTo>
                    <a:pt x="33480" y="131933"/>
                    <a:pt x="24085" y="128098"/>
                    <a:pt x="18327" y="121609"/>
                  </a:cubicBezTo>
                  <a:cubicBezTo>
                    <a:pt x="11962" y="114235"/>
                    <a:pt x="9234" y="107451"/>
                    <a:pt x="5294" y="90638"/>
                  </a:cubicBezTo>
                  <a:lnTo>
                    <a:pt x="445" y="90638"/>
                  </a:lnTo>
                  <a:lnTo>
                    <a:pt x="445" y="136652"/>
                  </a:lnTo>
                  <a:lnTo>
                    <a:pt x="4385" y="136652"/>
                  </a:lnTo>
                  <a:cubicBezTo>
                    <a:pt x="6507" y="133703"/>
                    <a:pt x="7719" y="133113"/>
                    <a:pt x="11356" y="133113"/>
                  </a:cubicBezTo>
                  <a:cubicBezTo>
                    <a:pt x="14084" y="133113"/>
                    <a:pt x="18327" y="133703"/>
                    <a:pt x="25297" y="135472"/>
                  </a:cubicBezTo>
                  <a:cubicBezTo>
                    <a:pt x="33783" y="137242"/>
                    <a:pt x="41966" y="138422"/>
                    <a:pt x="47422" y="138422"/>
                  </a:cubicBezTo>
                  <a:cubicBezTo>
                    <a:pt x="70758" y="138422"/>
                    <a:pt x="90155" y="121314"/>
                    <a:pt x="90155" y="100667"/>
                  </a:cubicBezTo>
                  <a:cubicBezTo>
                    <a:pt x="90155" y="85918"/>
                    <a:pt x="82881" y="76185"/>
                    <a:pt x="64697" y="65566"/>
                  </a:cubicBezTo>
                  <a:lnTo>
                    <a:pt x="31965" y="46688"/>
                  </a:lnTo>
                  <a:cubicBezTo>
                    <a:pt x="23479" y="41969"/>
                    <a:pt x="18933" y="34595"/>
                    <a:pt x="18933" y="26631"/>
                  </a:cubicBezTo>
                  <a:cubicBezTo>
                    <a:pt x="18933" y="14832"/>
                    <a:pt x="28328" y="6573"/>
                    <a:pt x="42269" y="6573"/>
                  </a:cubicBezTo>
                  <a:cubicBezTo>
                    <a:pt x="59545" y="6573"/>
                    <a:pt x="68637" y="16602"/>
                    <a:pt x="75607" y="42854"/>
                  </a:cubicBezTo>
                  <a:lnTo>
                    <a:pt x="80153" y="4285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E753EC4E-1CCE-29A4-65FD-3281D62F7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7073033" y="4920908"/>
              <a:ext cx="122744" cy="138632"/>
            </a:xfrm>
            <a:custGeom>
              <a:avLst/>
              <a:gdLst>
                <a:gd name="connsiteX0" fmla="*/ 122893 w 122744"/>
                <a:gd name="connsiteY0" fmla="*/ 116300 h 138632"/>
                <a:gd name="connsiteX1" fmla="*/ 109558 w 122744"/>
                <a:gd name="connsiteY1" fmla="*/ 121904 h 138632"/>
                <a:gd name="connsiteX2" fmla="*/ 100466 w 122744"/>
                <a:gd name="connsiteY2" fmla="*/ 104796 h 138632"/>
                <a:gd name="connsiteX3" fmla="*/ 100466 w 122744"/>
                <a:gd name="connsiteY3" fmla="*/ 47278 h 138632"/>
                <a:gd name="connsiteX4" fmla="*/ 94404 w 122744"/>
                <a:gd name="connsiteY4" fmla="*/ 16307 h 138632"/>
                <a:gd name="connsiteX5" fmla="*/ 56823 w 122744"/>
                <a:gd name="connsiteY5" fmla="*/ 84 h 138632"/>
                <a:gd name="connsiteX6" fmla="*/ 5907 w 122744"/>
                <a:gd name="connsiteY6" fmla="*/ 33120 h 138632"/>
                <a:gd name="connsiteX7" fmla="*/ 18939 w 122744"/>
                <a:gd name="connsiteY7" fmla="*/ 45803 h 138632"/>
                <a:gd name="connsiteX8" fmla="*/ 32577 w 122744"/>
                <a:gd name="connsiteY8" fmla="*/ 33415 h 138632"/>
                <a:gd name="connsiteX9" fmla="*/ 31971 w 122744"/>
                <a:gd name="connsiteY9" fmla="*/ 28696 h 138632"/>
                <a:gd name="connsiteX10" fmla="*/ 31062 w 122744"/>
                <a:gd name="connsiteY10" fmla="*/ 21616 h 138632"/>
                <a:gd name="connsiteX11" fmla="*/ 52883 w 122744"/>
                <a:gd name="connsiteY11" fmla="*/ 7163 h 138632"/>
                <a:gd name="connsiteX12" fmla="*/ 75917 w 122744"/>
                <a:gd name="connsiteY12" fmla="*/ 31645 h 138632"/>
                <a:gd name="connsiteX13" fmla="*/ 75917 w 122744"/>
                <a:gd name="connsiteY13" fmla="*/ 49638 h 138632"/>
                <a:gd name="connsiteX14" fmla="*/ 11059 w 122744"/>
                <a:gd name="connsiteY14" fmla="*/ 81494 h 138632"/>
                <a:gd name="connsiteX15" fmla="*/ 149 w 122744"/>
                <a:gd name="connsiteY15" fmla="*/ 107156 h 138632"/>
                <a:gd name="connsiteX16" fmla="*/ 31971 w 122744"/>
                <a:gd name="connsiteY16" fmla="*/ 138717 h 138632"/>
                <a:gd name="connsiteX17" fmla="*/ 76220 w 122744"/>
                <a:gd name="connsiteY17" fmla="*/ 117185 h 138632"/>
                <a:gd name="connsiteX18" fmla="*/ 95617 w 122744"/>
                <a:gd name="connsiteY18" fmla="*/ 138717 h 138632"/>
                <a:gd name="connsiteX19" fmla="*/ 122893 w 122744"/>
                <a:gd name="connsiteY19" fmla="*/ 123969 h 138632"/>
                <a:gd name="connsiteX20" fmla="*/ 122893 w 122744"/>
                <a:gd name="connsiteY20" fmla="*/ 116300 h 138632"/>
                <a:gd name="connsiteX21" fmla="*/ 75917 w 122744"/>
                <a:gd name="connsiteY21" fmla="*/ 99487 h 138632"/>
                <a:gd name="connsiteX22" fmla="*/ 68037 w 122744"/>
                <a:gd name="connsiteY22" fmla="*/ 114825 h 138632"/>
                <a:gd name="connsiteX23" fmla="*/ 45913 w 122744"/>
                <a:gd name="connsiteY23" fmla="*/ 121609 h 138632"/>
                <a:gd name="connsiteX24" fmla="*/ 26819 w 122744"/>
                <a:gd name="connsiteY24" fmla="*/ 98897 h 138632"/>
                <a:gd name="connsiteX25" fmla="*/ 26819 w 122744"/>
                <a:gd name="connsiteY25" fmla="*/ 97717 h 138632"/>
                <a:gd name="connsiteX26" fmla="*/ 75917 w 122744"/>
                <a:gd name="connsiteY26" fmla="*/ 56717 h 138632"/>
                <a:gd name="connsiteX27" fmla="*/ 75917 w 122744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744" h="138632">
                  <a:moveTo>
                    <a:pt x="122893" y="116300"/>
                  </a:moveTo>
                  <a:cubicBezTo>
                    <a:pt x="117741" y="120429"/>
                    <a:pt x="114104" y="121904"/>
                    <a:pt x="109558" y="121904"/>
                  </a:cubicBezTo>
                  <a:cubicBezTo>
                    <a:pt x="102587" y="121904"/>
                    <a:pt x="100466" y="117775"/>
                    <a:pt x="100466" y="104796"/>
                  </a:cubicBezTo>
                  <a:lnTo>
                    <a:pt x="100466" y="47278"/>
                  </a:lnTo>
                  <a:cubicBezTo>
                    <a:pt x="100466" y="31940"/>
                    <a:pt x="98950" y="23386"/>
                    <a:pt x="94404" y="16307"/>
                  </a:cubicBezTo>
                  <a:cubicBezTo>
                    <a:pt x="87737" y="5688"/>
                    <a:pt x="74705" y="84"/>
                    <a:pt x="56823" y="84"/>
                  </a:cubicBezTo>
                  <a:cubicBezTo>
                    <a:pt x="28334" y="84"/>
                    <a:pt x="5907" y="14537"/>
                    <a:pt x="5907" y="33120"/>
                  </a:cubicBezTo>
                  <a:cubicBezTo>
                    <a:pt x="5907" y="39904"/>
                    <a:pt x="11969" y="45803"/>
                    <a:pt x="18939" y="45803"/>
                  </a:cubicBezTo>
                  <a:cubicBezTo>
                    <a:pt x="26213" y="45803"/>
                    <a:pt x="32577" y="39904"/>
                    <a:pt x="32577" y="33415"/>
                  </a:cubicBezTo>
                  <a:cubicBezTo>
                    <a:pt x="32577" y="32235"/>
                    <a:pt x="32274" y="30760"/>
                    <a:pt x="31971" y="28696"/>
                  </a:cubicBezTo>
                  <a:cubicBezTo>
                    <a:pt x="31365" y="26041"/>
                    <a:pt x="31062" y="23681"/>
                    <a:pt x="31062" y="21616"/>
                  </a:cubicBezTo>
                  <a:cubicBezTo>
                    <a:pt x="31062" y="13652"/>
                    <a:pt x="40760" y="7163"/>
                    <a:pt x="52883" y="7163"/>
                  </a:cubicBezTo>
                  <a:cubicBezTo>
                    <a:pt x="67734" y="7163"/>
                    <a:pt x="75917" y="15717"/>
                    <a:pt x="75917" y="31645"/>
                  </a:cubicBezTo>
                  <a:lnTo>
                    <a:pt x="75917" y="49638"/>
                  </a:lnTo>
                  <a:cubicBezTo>
                    <a:pt x="29244" y="67926"/>
                    <a:pt x="24091" y="70285"/>
                    <a:pt x="11059" y="81494"/>
                  </a:cubicBezTo>
                  <a:cubicBezTo>
                    <a:pt x="4392" y="87393"/>
                    <a:pt x="149" y="97422"/>
                    <a:pt x="149" y="107156"/>
                  </a:cubicBezTo>
                  <a:cubicBezTo>
                    <a:pt x="149" y="125739"/>
                    <a:pt x="13484" y="138717"/>
                    <a:pt x="31971" y="138717"/>
                  </a:cubicBezTo>
                  <a:cubicBezTo>
                    <a:pt x="45307" y="138717"/>
                    <a:pt x="57733" y="132523"/>
                    <a:pt x="76220" y="117185"/>
                  </a:cubicBezTo>
                  <a:cubicBezTo>
                    <a:pt x="77735" y="132523"/>
                    <a:pt x="83191" y="138717"/>
                    <a:pt x="95617" y="138717"/>
                  </a:cubicBezTo>
                  <a:cubicBezTo>
                    <a:pt x="105921" y="138717"/>
                    <a:pt x="112286" y="135177"/>
                    <a:pt x="122893" y="123969"/>
                  </a:cubicBezTo>
                  <a:lnTo>
                    <a:pt x="122893" y="116300"/>
                  </a:lnTo>
                  <a:close/>
                  <a:moveTo>
                    <a:pt x="75917" y="99487"/>
                  </a:moveTo>
                  <a:cubicBezTo>
                    <a:pt x="75917" y="108631"/>
                    <a:pt x="74402" y="111285"/>
                    <a:pt x="68037" y="114825"/>
                  </a:cubicBezTo>
                  <a:cubicBezTo>
                    <a:pt x="60763" y="118954"/>
                    <a:pt x="52277" y="121609"/>
                    <a:pt x="45913" y="121609"/>
                  </a:cubicBezTo>
                  <a:cubicBezTo>
                    <a:pt x="35305" y="121609"/>
                    <a:pt x="26819" y="111580"/>
                    <a:pt x="26819" y="98897"/>
                  </a:cubicBezTo>
                  <a:lnTo>
                    <a:pt x="26819" y="97717"/>
                  </a:lnTo>
                  <a:cubicBezTo>
                    <a:pt x="26819" y="80314"/>
                    <a:pt x="39245" y="69695"/>
                    <a:pt x="75917" y="56717"/>
                  </a:cubicBezTo>
                  <a:lnTo>
                    <a:pt x="75917" y="99487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69F6E625-C92A-8C96-8D54-B4579198CF2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7198402" y="4920908"/>
              <a:ext cx="140928" cy="199690"/>
            </a:xfrm>
            <a:custGeom>
              <a:avLst/>
              <a:gdLst>
                <a:gd name="connsiteX0" fmla="*/ 1365 w 140928"/>
                <a:gd name="connsiteY0" fmla="*/ 19847 h 199690"/>
                <a:gd name="connsiteX1" fmla="*/ 8942 w 140928"/>
                <a:gd name="connsiteY1" fmla="*/ 19552 h 199690"/>
                <a:gd name="connsiteX2" fmla="*/ 21368 w 140928"/>
                <a:gd name="connsiteY2" fmla="*/ 36365 h 199690"/>
                <a:gd name="connsiteX3" fmla="*/ 21368 w 140928"/>
                <a:gd name="connsiteY3" fmla="*/ 174408 h 199690"/>
                <a:gd name="connsiteX4" fmla="*/ 153 w 140928"/>
                <a:gd name="connsiteY4" fmla="*/ 194760 h 199690"/>
                <a:gd name="connsiteX5" fmla="*/ 153 w 140928"/>
                <a:gd name="connsiteY5" fmla="*/ 199775 h 199690"/>
                <a:gd name="connsiteX6" fmla="*/ 73497 w 140928"/>
                <a:gd name="connsiteY6" fmla="*/ 199775 h 199690"/>
                <a:gd name="connsiteX7" fmla="*/ 73497 w 140928"/>
                <a:gd name="connsiteY7" fmla="*/ 194465 h 199690"/>
                <a:gd name="connsiteX8" fmla="*/ 46826 w 140928"/>
                <a:gd name="connsiteY8" fmla="*/ 172343 h 199690"/>
                <a:gd name="connsiteX9" fmla="*/ 46826 w 140928"/>
                <a:gd name="connsiteY9" fmla="*/ 126034 h 199690"/>
                <a:gd name="connsiteX10" fmla="*/ 77437 w 140928"/>
                <a:gd name="connsiteY10" fmla="*/ 138717 h 199690"/>
                <a:gd name="connsiteX11" fmla="*/ 141082 w 140928"/>
                <a:gd name="connsiteY11" fmla="*/ 62912 h 199690"/>
                <a:gd name="connsiteX12" fmla="*/ 90469 w 140928"/>
                <a:gd name="connsiteY12" fmla="*/ 84 h 199690"/>
                <a:gd name="connsiteX13" fmla="*/ 46826 w 140928"/>
                <a:gd name="connsiteY13" fmla="*/ 23386 h 199690"/>
                <a:gd name="connsiteX14" fmla="*/ 46826 w 140928"/>
                <a:gd name="connsiteY14" fmla="*/ 674 h 199690"/>
                <a:gd name="connsiteX15" fmla="*/ 45008 w 140928"/>
                <a:gd name="connsiteY15" fmla="*/ 84 h 199690"/>
                <a:gd name="connsiteX16" fmla="*/ 1365 w 140928"/>
                <a:gd name="connsiteY16" fmla="*/ 15128 h 199690"/>
                <a:gd name="connsiteX17" fmla="*/ 1365 w 140928"/>
                <a:gd name="connsiteY17" fmla="*/ 19847 h 199690"/>
                <a:gd name="connsiteX18" fmla="*/ 46826 w 140928"/>
                <a:gd name="connsiteY18" fmla="*/ 37250 h 199690"/>
                <a:gd name="connsiteX19" fmla="*/ 77740 w 140928"/>
                <a:gd name="connsiteY19" fmla="*/ 17782 h 199690"/>
                <a:gd name="connsiteX20" fmla="*/ 115018 w 140928"/>
                <a:gd name="connsiteY20" fmla="*/ 74415 h 199690"/>
                <a:gd name="connsiteX21" fmla="*/ 78346 w 140928"/>
                <a:gd name="connsiteY21" fmla="*/ 129278 h 199690"/>
                <a:gd name="connsiteX22" fmla="*/ 46826 w 140928"/>
                <a:gd name="connsiteY22" fmla="*/ 109811 h 199690"/>
                <a:gd name="connsiteX23" fmla="*/ 46826 w 140928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928" h="199690">
                  <a:moveTo>
                    <a:pt x="1365" y="19847"/>
                  </a:moveTo>
                  <a:cubicBezTo>
                    <a:pt x="4093" y="19552"/>
                    <a:pt x="6215" y="19552"/>
                    <a:pt x="8942" y="19552"/>
                  </a:cubicBezTo>
                  <a:cubicBezTo>
                    <a:pt x="19247" y="19552"/>
                    <a:pt x="21368" y="22502"/>
                    <a:pt x="21368" y="36365"/>
                  </a:cubicBezTo>
                  <a:lnTo>
                    <a:pt x="21368" y="174408"/>
                  </a:lnTo>
                  <a:cubicBezTo>
                    <a:pt x="21368" y="189746"/>
                    <a:pt x="18034" y="192991"/>
                    <a:pt x="153" y="194760"/>
                  </a:cubicBezTo>
                  <a:lnTo>
                    <a:pt x="153" y="199775"/>
                  </a:lnTo>
                  <a:lnTo>
                    <a:pt x="73497" y="199775"/>
                  </a:lnTo>
                  <a:lnTo>
                    <a:pt x="73497" y="194465"/>
                  </a:lnTo>
                  <a:cubicBezTo>
                    <a:pt x="50766" y="194170"/>
                    <a:pt x="46826" y="190926"/>
                    <a:pt x="46826" y="172343"/>
                  </a:cubicBezTo>
                  <a:lnTo>
                    <a:pt x="46826" y="126034"/>
                  </a:lnTo>
                  <a:cubicBezTo>
                    <a:pt x="57434" y="135768"/>
                    <a:pt x="64708" y="138717"/>
                    <a:pt x="77437" y="138717"/>
                  </a:cubicBezTo>
                  <a:cubicBezTo>
                    <a:pt x="113199" y="138717"/>
                    <a:pt x="141082" y="105681"/>
                    <a:pt x="141082" y="62912"/>
                  </a:cubicBezTo>
                  <a:cubicBezTo>
                    <a:pt x="141082" y="26336"/>
                    <a:pt x="119867" y="84"/>
                    <a:pt x="90469" y="84"/>
                  </a:cubicBezTo>
                  <a:cubicBezTo>
                    <a:pt x="73497" y="84"/>
                    <a:pt x="60162" y="7458"/>
                    <a:pt x="46826" y="23386"/>
                  </a:cubicBezTo>
                  <a:lnTo>
                    <a:pt x="46826" y="674"/>
                  </a:lnTo>
                  <a:lnTo>
                    <a:pt x="45008" y="84"/>
                  </a:lnTo>
                  <a:cubicBezTo>
                    <a:pt x="28642" y="6279"/>
                    <a:pt x="18034" y="10113"/>
                    <a:pt x="1365" y="15128"/>
                  </a:cubicBezTo>
                  <a:lnTo>
                    <a:pt x="1365" y="19847"/>
                  </a:lnTo>
                  <a:close/>
                  <a:moveTo>
                    <a:pt x="46826" y="37250"/>
                  </a:moveTo>
                  <a:cubicBezTo>
                    <a:pt x="46826" y="28401"/>
                    <a:pt x="63798" y="17782"/>
                    <a:pt x="77740" y="17782"/>
                  </a:cubicBezTo>
                  <a:cubicBezTo>
                    <a:pt x="100167" y="17782"/>
                    <a:pt x="115018" y="40199"/>
                    <a:pt x="115018" y="74415"/>
                  </a:cubicBezTo>
                  <a:cubicBezTo>
                    <a:pt x="115018" y="107156"/>
                    <a:pt x="100167" y="129278"/>
                    <a:pt x="78346" y="129278"/>
                  </a:cubicBezTo>
                  <a:cubicBezTo>
                    <a:pt x="64101" y="129278"/>
                    <a:pt x="46826" y="118660"/>
                    <a:pt x="46826" y="109811"/>
                  </a:cubicBezTo>
                  <a:lnTo>
                    <a:pt x="46826" y="37250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05905EB5-B28C-9A0A-FF69-4A9F63CC92B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7350507" y="4920908"/>
              <a:ext cx="140928" cy="199690"/>
            </a:xfrm>
            <a:custGeom>
              <a:avLst/>
              <a:gdLst>
                <a:gd name="connsiteX0" fmla="*/ 1370 w 140928"/>
                <a:gd name="connsiteY0" fmla="*/ 19847 h 199690"/>
                <a:gd name="connsiteX1" fmla="*/ 8947 w 140928"/>
                <a:gd name="connsiteY1" fmla="*/ 19552 h 199690"/>
                <a:gd name="connsiteX2" fmla="*/ 21373 w 140928"/>
                <a:gd name="connsiteY2" fmla="*/ 36365 h 199690"/>
                <a:gd name="connsiteX3" fmla="*/ 21373 w 140928"/>
                <a:gd name="connsiteY3" fmla="*/ 174408 h 199690"/>
                <a:gd name="connsiteX4" fmla="*/ 158 w 140928"/>
                <a:gd name="connsiteY4" fmla="*/ 194760 h 199690"/>
                <a:gd name="connsiteX5" fmla="*/ 158 w 140928"/>
                <a:gd name="connsiteY5" fmla="*/ 199775 h 199690"/>
                <a:gd name="connsiteX6" fmla="*/ 73502 w 140928"/>
                <a:gd name="connsiteY6" fmla="*/ 199775 h 199690"/>
                <a:gd name="connsiteX7" fmla="*/ 73502 w 140928"/>
                <a:gd name="connsiteY7" fmla="*/ 194465 h 199690"/>
                <a:gd name="connsiteX8" fmla="*/ 46831 w 140928"/>
                <a:gd name="connsiteY8" fmla="*/ 172343 h 199690"/>
                <a:gd name="connsiteX9" fmla="*/ 46831 w 140928"/>
                <a:gd name="connsiteY9" fmla="*/ 126034 h 199690"/>
                <a:gd name="connsiteX10" fmla="*/ 77442 w 140928"/>
                <a:gd name="connsiteY10" fmla="*/ 138717 h 199690"/>
                <a:gd name="connsiteX11" fmla="*/ 141087 w 140928"/>
                <a:gd name="connsiteY11" fmla="*/ 62912 h 199690"/>
                <a:gd name="connsiteX12" fmla="*/ 90474 w 140928"/>
                <a:gd name="connsiteY12" fmla="*/ 84 h 199690"/>
                <a:gd name="connsiteX13" fmla="*/ 46831 w 140928"/>
                <a:gd name="connsiteY13" fmla="*/ 23386 h 199690"/>
                <a:gd name="connsiteX14" fmla="*/ 46831 w 140928"/>
                <a:gd name="connsiteY14" fmla="*/ 674 h 199690"/>
                <a:gd name="connsiteX15" fmla="*/ 45013 w 140928"/>
                <a:gd name="connsiteY15" fmla="*/ 84 h 199690"/>
                <a:gd name="connsiteX16" fmla="*/ 1370 w 140928"/>
                <a:gd name="connsiteY16" fmla="*/ 15128 h 199690"/>
                <a:gd name="connsiteX17" fmla="*/ 1370 w 140928"/>
                <a:gd name="connsiteY17" fmla="*/ 19847 h 199690"/>
                <a:gd name="connsiteX18" fmla="*/ 46831 w 140928"/>
                <a:gd name="connsiteY18" fmla="*/ 37250 h 199690"/>
                <a:gd name="connsiteX19" fmla="*/ 77745 w 140928"/>
                <a:gd name="connsiteY19" fmla="*/ 17782 h 199690"/>
                <a:gd name="connsiteX20" fmla="*/ 115023 w 140928"/>
                <a:gd name="connsiteY20" fmla="*/ 74415 h 199690"/>
                <a:gd name="connsiteX21" fmla="*/ 78351 w 140928"/>
                <a:gd name="connsiteY21" fmla="*/ 129278 h 199690"/>
                <a:gd name="connsiteX22" fmla="*/ 46831 w 140928"/>
                <a:gd name="connsiteY22" fmla="*/ 109811 h 199690"/>
                <a:gd name="connsiteX23" fmla="*/ 46831 w 140928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928" h="199690">
                  <a:moveTo>
                    <a:pt x="1370" y="19847"/>
                  </a:moveTo>
                  <a:cubicBezTo>
                    <a:pt x="4098" y="19552"/>
                    <a:pt x="6220" y="19552"/>
                    <a:pt x="8947" y="19552"/>
                  </a:cubicBezTo>
                  <a:cubicBezTo>
                    <a:pt x="19252" y="19552"/>
                    <a:pt x="21373" y="22502"/>
                    <a:pt x="21373" y="36365"/>
                  </a:cubicBezTo>
                  <a:lnTo>
                    <a:pt x="21373" y="174408"/>
                  </a:lnTo>
                  <a:cubicBezTo>
                    <a:pt x="21373" y="189746"/>
                    <a:pt x="18039" y="192991"/>
                    <a:pt x="158" y="194760"/>
                  </a:cubicBezTo>
                  <a:lnTo>
                    <a:pt x="158" y="199775"/>
                  </a:lnTo>
                  <a:lnTo>
                    <a:pt x="73502" y="199775"/>
                  </a:lnTo>
                  <a:lnTo>
                    <a:pt x="73502" y="194465"/>
                  </a:lnTo>
                  <a:cubicBezTo>
                    <a:pt x="50771" y="194170"/>
                    <a:pt x="46831" y="190926"/>
                    <a:pt x="46831" y="172343"/>
                  </a:cubicBezTo>
                  <a:lnTo>
                    <a:pt x="46831" y="126034"/>
                  </a:lnTo>
                  <a:cubicBezTo>
                    <a:pt x="57439" y="135768"/>
                    <a:pt x="64713" y="138717"/>
                    <a:pt x="77442" y="138717"/>
                  </a:cubicBezTo>
                  <a:cubicBezTo>
                    <a:pt x="113204" y="138717"/>
                    <a:pt x="141087" y="105681"/>
                    <a:pt x="141087" y="62912"/>
                  </a:cubicBezTo>
                  <a:cubicBezTo>
                    <a:pt x="141087" y="26336"/>
                    <a:pt x="119872" y="84"/>
                    <a:pt x="90474" y="84"/>
                  </a:cubicBezTo>
                  <a:cubicBezTo>
                    <a:pt x="73502" y="84"/>
                    <a:pt x="60167" y="7458"/>
                    <a:pt x="46831" y="23386"/>
                  </a:cubicBezTo>
                  <a:lnTo>
                    <a:pt x="46831" y="674"/>
                  </a:lnTo>
                  <a:lnTo>
                    <a:pt x="45013" y="84"/>
                  </a:lnTo>
                  <a:cubicBezTo>
                    <a:pt x="28647" y="6279"/>
                    <a:pt x="18039" y="10113"/>
                    <a:pt x="1370" y="15128"/>
                  </a:cubicBezTo>
                  <a:lnTo>
                    <a:pt x="1370" y="19847"/>
                  </a:lnTo>
                  <a:close/>
                  <a:moveTo>
                    <a:pt x="46831" y="37250"/>
                  </a:moveTo>
                  <a:cubicBezTo>
                    <a:pt x="46831" y="28401"/>
                    <a:pt x="63803" y="17782"/>
                    <a:pt x="77745" y="17782"/>
                  </a:cubicBezTo>
                  <a:cubicBezTo>
                    <a:pt x="100172" y="17782"/>
                    <a:pt x="115023" y="40199"/>
                    <a:pt x="115023" y="74415"/>
                  </a:cubicBezTo>
                  <a:cubicBezTo>
                    <a:pt x="115023" y="107156"/>
                    <a:pt x="100172" y="129278"/>
                    <a:pt x="78351" y="129278"/>
                  </a:cubicBezTo>
                  <a:cubicBezTo>
                    <a:pt x="64106" y="129278"/>
                    <a:pt x="46831" y="118660"/>
                    <a:pt x="46831" y="109811"/>
                  </a:cubicBezTo>
                  <a:lnTo>
                    <a:pt x="46831" y="37250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A391C9E7-DE29-6CCF-4698-19A609CE5A6B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7502611" y="4920908"/>
              <a:ext cx="100014" cy="135683"/>
            </a:xfrm>
            <a:custGeom>
              <a:avLst/>
              <a:gdLst>
                <a:gd name="connsiteX0" fmla="*/ 769 w 100014"/>
                <a:gd name="connsiteY0" fmla="*/ 20732 h 135683"/>
                <a:gd name="connsiteX1" fmla="*/ 11377 w 100014"/>
                <a:gd name="connsiteY1" fmla="*/ 19552 h 135683"/>
                <a:gd name="connsiteX2" fmla="*/ 21681 w 100014"/>
                <a:gd name="connsiteY2" fmla="*/ 37249 h 135683"/>
                <a:gd name="connsiteX3" fmla="*/ 21681 w 100014"/>
                <a:gd name="connsiteY3" fmla="*/ 110990 h 135683"/>
                <a:gd name="connsiteX4" fmla="*/ 163 w 100014"/>
                <a:gd name="connsiteY4" fmla="*/ 131343 h 135683"/>
                <a:gd name="connsiteX5" fmla="*/ 163 w 100014"/>
                <a:gd name="connsiteY5" fmla="*/ 135767 h 135683"/>
                <a:gd name="connsiteX6" fmla="*/ 72900 w 100014"/>
                <a:gd name="connsiteY6" fmla="*/ 135767 h 135683"/>
                <a:gd name="connsiteX7" fmla="*/ 72900 w 100014"/>
                <a:gd name="connsiteY7" fmla="*/ 131343 h 135683"/>
                <a:gd name="connsiteX8" fmla="*/ 47139 w 100014"/>
                <a:gd name="connsiteY8" fmla="*/ 109221 h 135683"/>
                <a:gd name="connsiteX9" fmla="*/ 47139 w 100014"/>
                <a:gd name="connsiteY9" fmla="*/ 42854 h 135683"/>
                <a:gd name="connsiteX10" fmla="*/ 68354 w 100014"/>
                <a:gd name="connsiteY10" fmla="*/ 18667 h 135683"/>
                <a:gd name="connsiteX11" fmla="*/ 76234 w 100014"/>
                <a:gd name="connsiteY11" fmla="*/ 23091 h 135683"/>
                <a:gd name="connsiteX12" fmla="*/ 88357 w 100014"/>
                <a:gd name="connsiteY12" fmla="*/ 28991 h 135683"/>
                <a:gd name="connsiteX13" fmla="*/ 100177 w 100014"/>
                <a:gd name="connsiteY13" fmla="*/ 15717 h 135683"/>
                <a:gd name="connsiteX14" fmla="*/ 83508 w 100014"/>
                <a:gd name="connsiteY14" fmla="*/ 84 h 135683"/>
                <a:gd name="connsiteX15" fmla="*/ 47139 w 100014"/>
                <a:gd name="connsiteY15" fmla="*/ 27811 h 135683"/>
                <a:gd name="connsiteX16" fmla="*/ 47139 w 100014"/>
                <a:gd name="connsiteY16" fmla="*/ 674 h 135683"/>
                <a:gd name="connsiteX17" fmla="*/ 45624 w 100014"/>
                <a:gd name="connsiteY17" fmla="*/ 84 h 135683"/>
                <a:gd name="connsiteX18" fmla="*/ 769 w 100014"/>
                <a:gd name="connsiteY18" fmla="*/ 16012 h 135683"/>
                <a:gd name="connsiteX19" fmla="*/ 769 w 100014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14" h="135683">
                  <a:moveTo>
                    <a:pt x="769" y="20732"/>
                  </a:moveTo>
                  <a:cubicBezTo>
                    <a:pt x="5012" y="19847"/>
                    <a:pt x="7740" y="19552"/>
                    <a:pt x="11377" y="19552"/>
                  </a:cubicBezTo>
                  <a:cubicBezTo>
                    <a:pt x="18953" y="19552"/>
                    <a:pt x="21681" y="24271"/>
                    <a:pt x="21681" y="37249"/>
                  </a:cubicBezTo>
                  <a:lnTo>
                    <a:pt x="21681" y="110990"/>
                  </a:lnTo>
                  <a:cubicBezTo>
                    <a:pt x="21681" y="125739"/>
                    <a:pt x="19560" y="127803"/>
                    <a:pt x="163" y="131343"/>
                  </a:cubicBezTo>
                  <a:lnTo>
                    <a:pt x="163" y="135767"/>
                  </a:lnTo>
                  <a:lnTo>
                    <a:pt x="72900" y="135767"/>
                  </a:lnTo>
                  <a:lnTo>
                    <a:pt x="72900" y="131343"/>
                  </a:lnTo>
                  <a:cubicBezTo>
                    <a:pt x="52291" y="130458"/>
                    <a:pt x="47139" y="126033"/>
                    <a:pt x="47139" y="109221"/>
                  </a:cubicBezTo>
                  <a:lnTo>
                    <a:pt x="47139" y="42854"/>
                  </a:lnTo>
                  <a:cubicBezTo>
                    <a:pt x="47139" y="33415"/>
                    <a:pt x="60171" y="18667"/>
                    <a:pt x="68354" y="18667"/>
                  </a:cubicBezTo>
                  <a:cubicBezTo>
                    <a:pt x="70173" y="18667"/>
                    <a:pt x="72900" y="20142"/>
                    <a:pt x="76234" y="23091"/>
                  </a:cubicBezTo>
                  <a:cubicBezTo>
                    <a:pt x="81083" y="27221"/>
                    <a:pt x="84417" y="28991"/>
                    <a:pt x="88357" y="28991"/>
                  </a:cubicBezTo>
                  <a:cubicBezTo>
                    <a:pt x="95631" y="28991"/>
                    <a:pt x="100177" y="23976"/>
                    <a:pt x="100177" y="15717"/>
                  </a:cubicBezTo>
                  <a:cubicBezTo>
                    <a:pt x="100177" y="5983"/>
                    <a:pt x="93812" y="84"/>
                    <a:pt x="83508" y="84"/>
                  </a:cubicBezTo>
                  <a:cubicBezTo>
                    <a:pt x="70779" y="84"/>
                    <a:pt x="61990" y="6868"/>
                    <a:pt x="47139" y="27811"/>
                  </a:cubicBezTo>
                  <a:lnTo>
                    <a:pt x="47139" y="674"/>
                  </a:lnTo>
                  <a:lnTo>
                    <a:pt x="45624" y="84"/>
                  </a:lnTo>
                  <a:cubicBezTo>
                    <a:pt x="29561" y="6573"/>
                    <a:pt x="18650" y="10408"/>
                    <a:pt x="769" y="16012"/>
                  </a:cubicBezTo>
                  <a:lnTo>
                    <a:pt x="769" y="2073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3BC08284-61B5-27E9-537D-8AD0F68F0CE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611186" y="4920908"/>
              <a:ext cx="133655" cy="138632"/>
            </a:xfrm>
            <a:custGeom>
              <a:avLst/>
              <a:gdLst>
                <a:gd name="connsiteX0" fmla="*/ 67146 w 133655"/>
                <a:gd name="connsiteY0" fmla="*/ 84 h 138632"/>
                <a:gd name="connsiteX1" fmla="*/ 166 w 133655"/>
                <a:gd name="connsiteY1" fmla="*/ 69106 h 138632"/>
                <a:gd name="connsiteX2" fmla="*/ 66539 w 133655"/>
                <a:gd name="connsiteY2" fmla="*/ 138717 h 138632"/>
                <a:gd name="connsiteX3" fmla="*/ 133822 w 133655"/>
                <a:gd name="connsiteY3" fmla="*/ 66746 h 138632"/>
                <a:gd name="connsiteX4" fmla="*/ 67146 w 133655"/>
                <a:gd name="connsiteY4" fmla="*/ 84 h 138632"/>
                <a:gd name="connsiteX5" fmla="*/ 63206 w 133655"/>
                <a:gd name="connsiteY5" fmla="*/ 8343 h 138632"/>
                <a:gd name="connsiteX6" fmla="*/ 106545 w 133655"/>
                <a:gd name="connsiteY6" fmla="*/ 77070 h 138632"/>
                <a:gd name="connsiteX7" fmla="*/ 70176 w 133655"/>
                <a:gd name="connsiteY7" fmla="*/ 130458 h 138632"/>
                <a:gd name="connsiteX8" fmla="*/ 40778 w 133655"/>
                <a:gd name="connsiteY8" fmla="*/ 111580 h 138632"/>
                <a:gd name="connsiteX9" fmla="*/ 27443 w 133655"/>
                <a:gd name="connsiteY9" fmla="*/ 54652 h 138632"/>
                <a:gd name="connsiteX10" fmla="*/ 63206 w 133655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655" h="138632">
                  <a:moveTo>
                    <a:pt x="67146" y="84"/>
                  </a:moveTo>
                  <a:cubicBezTo>
                    <a:pt x="27746" y="84"/>
                    <a:pt x="166" y="28401"/>
                    <a:pt x="166" y="69106"/>
                  </a:cubicBezTo>
                  <a:cubicBezTo>
                    <a:pt x="166" y="108926"/>
                    <a:pt x="28352" y="138717"/>
                    <a:pt x="66539" y="138717"/>
                  </a:cubicBezTo>
                  <a:cubicBezTo>
                    <a:pt x="104727" y="138717"/>
                    <a:pt x="133822" y="107451"/>
                    <a:pt x="133822" y="66746"/>
                  </a:cubicBezTo>
                  <a:cubicBezTo>
                    <a:pt x="133822" y="28106"/>
                    <a:pt x="105939" y="84"/>
                    <a:pt x="67146" y="84"/>
                  </a:cubicBezTo>
                  <a:close/>
                  <a:moveTo>
                    <a:pt x="63206" y="8343"/>
                  </a:moveTo>
                  <a:cubicBezTo>
                    <a:pt x="88664" y="8343"/>
                    <a:pt x="106545" y="36660"/>
                    <a:pt x="106545" y="77070"/>
                  </a:cubicBezTo>
                  <a:cubicBezTo>
                    <a:pt x="106545" y="110400"/>
                    <a:pt x="92907" y="130458"/>
                    <a:pt x="70176" y="130458"/>
                  </a:cubicBezTo>
                  <a:cubicBezTo>
                    <a:pt x="58356" y="130458"/>
                    <a:pt x="47143" y="123379"/>
                    <a:pt x="40778" y="111580"/>
                  </a:cubicBezTo>
                  <a:cubicBezTo>
                    <a:pt x="32292" y="96242"/>
                    <a:pt x="27443" y="75595"/>
                    <a:pt x="27443" y="54652"/>
                  </a:cubicBezTo>
                  <a:cubicBezTo>
                    <a:pt x="27443" y="26631"/>
                    <a:pt x="41687" y="8343"/>
                    <a:pt x="63206" y="8343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D458AAB4-038F-7A1A-B038-F00A392C4B18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759654" y="4923858"/>
              <a:ext cx="140019" cy="132733"/>
            </a:xfrm>
            <a:custGeom>
              <a:avLst/>
              <a:gdLst>
                <a:gd name="connsiteX0" fmla="*/ 79273 w 140019"/>
                <a:gd name="connsiteY0" fmla="*/ 132818 h 132733"/>
                <a:gd name="connsiteX1" fmla="*/ 140191 w 140019"/>
                <a:gd name="connsiteY1" fmla="*/ 132818 h 132733"/>
                <a:gd name="connsiteX2" fmla="*/ 140191 w 140019"/>
                <a:gd name="connsiteY2" fmla="*/ 128393 h 132733"/>
                <a:gd name="connsiteX3" fmla="*/ 115339 w 140019"/>
                <a:gd name="connsiteY3" fmla="*/ 110695 h 132733"/>
                <a:gd name="connsiteX4" fmla="*/ 76546 w 140019"/>
                <a:gd name="connsiteY4" fmla="*/ 52883 h 132733"/>
                <a:gd name="connsiteX5" fmla="*/ 101701 w 140019"/>
                <a:gd name="connsiteY5" fmla="*/ 17487 h 132733"/>
                <a:gd name="connsiteX6" fmla="*/ 126250 w 140019"/>
                <a:gd name="connsiteY6" fmla="*/ 4509 h 132733"/>
                <a:gd name="connsiteX7" fmla="*/ 126250 w 140019"/>
                <a:gd name="connsiteY7" fmla="*/ 84 h 132733"/>
                <a:gd name="connsiteX8" fmla="*/ 78364 w 140019"/>
                <a:gd name="connsiteY8" fmla="*/ 84 h 132733"/>
                <a:gd name="connsiteX9" fmla="*/ 78364 w 140019"/>
                <a:gd name="connsiteY9" fmla="*/ 4509 h 132733"/>
                <a:gd name="connsiteX10" fmla="*/ 90487 w 140019"/>
                <a:gd name="connsiteY10" fmla="*/ 10998 h 132733"/>
                <a:gd name="connsiteX11" fmla="*/ 79273 w 140019"/>
                <a:gd name="connsiteY11" fmla="*/ 30170 h 132733"/>
                <a:gd name="connsiteX12" fmla="*/ 70181 w 140019"/>
                <a:gd name="connsiteY12" fmla="*/ 43149 h 132733"/>
                <a:gd name="connsiteX13" fmla="*/ 65938 w 140019"/>
                <a:gd name="connsiteY13" fmla="*/ 37249 h 132733"/>
                <a:gd name="connsiteX14" fmla="*/ 51997 w 140019"/>
                <a:gd name="connsiteY14" fmla="*/ 10998 h 132733"/>
                <a:gd name="connsiteX15" fmla="*/ 65029 w 140019"/>
                <a:gd name="connsiteY15" fmla="*/ 4509 h 132733"/>
                <a:gd name="connsiteX16" fmla="*/ 65029 w 140019"/>
                <a:gd name="connsiteY16" fmla="*/ 84 h 132733"/>
                <a:gd name="connsiteX17" fmla="*/ 2293 w 140019"/>
                <a:gd name="connsiteY17" fmla="*/ 84 h 132733"/>
                <a:gd name="connsiteX18" fmla="*/ 2293 w 140019"/>
                <a:gd name="connsiteY18" fmla="*/ 4509 h 132733"/>
                <a:gd name="connsiteX19" fmla="*/ 5021 w 140019"/>
                <a:gd name="connsiteY19" fmla="*/ 4509 h 132733"/>
                <a:gd name="connsiteX20" fmla="*/ 28357 w 140019"/>
                <a:gd name="connsiteY20" fmla="*/ 22206 h 132733"/>
                <a:gd name="connsiteX21" fmla="*/ 56846 w 140019"/>
                <a:gd name="connsiteY21" fmla="*/ 64681 h 132733"/>
                <a:gd name="connsiteX22" fmla="*/ 22296 w 140019"/>
                <a:gd name="connsiteY22" fmla="*/ 113350 h 132733"/>
                <a:gd name="connsiteX23" fmla="*/ 171 w 140019"/>
                <a:gd name="connsiteY23" fmla="*/ 128393 h 132733"/>
                <a:gd name="connsiteX24" fmla="*/ 171 w 140019"/>
                <a:gd name="connsiteY24" fmla="*/ 132818 h 132733"/>
                <a:gd name="connsiteX25" fmla="*/ 44117 w 140019"/>
                <a:gd name="connsiteY25" fmla="*/ 132818 h 132733"/>
                <a:gd name="connsiteX26" fmla="*/ 44117 w 140019"/>
                <a:gd name="connsiteY26" fmla="*/ 128393 h 132733"/>
                <a:gd name="connsiteX27" fmla="*/ 31994 w 140019"/>
                <a:gd name="connsiteY27" fmla="*/ 123084 h 132733"/>
                <a:gd name="connsiteX28" fmla="*/ 38055 w 140019"/>
                <a:gd name="connsiteY28" fmla="*/ 110990 h 132733"/>
                <a:gd name="connsiteX29" fmla="*/ 61998 w 140019"/>
                <a:gd name="connsiteY29" fmla="*/ 74710 h 132733"/>
                <a:gd name="connsiteX30" fmla="*/ 89578 w 140019"/>
                <a:gd name="connsiteY30" fmla="*/ 116005 h 132733"/>
                <a:gd name="connsiteX31" fmla="*/ 91396 w 140019"/>
                <a:gd name="connsiteY31" fmla="*/ 121314 h 132733"/>
                <a:gd name="connsiteX32" fmla="*/ 79273 w 140019"/>
                <a:gd name="connsiteY32" fmla="*/ 128393 h 132733"/>
                <a:gd name="connsiteX33" fmla="*/ 79273 w 140019"/>
                <a:gd name="connsiteY33" fmla="*/ 132818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40019" h="132733">
                  <a:moveTo>
                    <a:pt x="79273" y="132818"/>
                  </a:moveTo>
                  <a:lnTo>
                    <a:pt x="140191" y="132818"/>
                  </a:lnTo>
                  <a:lnTo>
                    <a:pt x="140191" y="128393"/>
                  </a:lnTo>
                  <a:cubicBezTo>
                    <a:pt x="130796" y="128393"/>
                    <a:pt x="124734" y="123674"/>
                    <a:pt x="115339" y="110695"/>
                  </a:cubicBezTo>
                  <a:lnTo>
                    <a:pt x="76546" y="52883"/>
                  </a:lnTo>
                  <a:lnTo>
                    <a:pt x="101701" y="17487"/>
                  </a:lnTo>
                  <a:cubicBezTo>
                    <a:pt x="107459" y="9523"/>
                    <a:pt x="116551" y="4804"/>
                    <a:pt x="126250" y="4509"/>
                  </a:cubicBezTo>
                  <a:lnTo>
                    <a:pt x="126250" y="84"/>
                  </a:lnTo>
                  <a:lnTo>
                    <a:pt x="78364" y="84"/>
                  </a:lnTo>
                  <a:lnTo>
                    <a:pt x="78364" y="4509"/>
                  </a:lnTo>
                  <a:cubicBezTo>
                    <a:pt x="87456" y="5098"/>
                    <a:pt x="90487" y="6868"/>
                    <a:pt x="90487" y="10998"/>
                  </a:cubicBezTo>
                  <a:cubicBezTo>
                    <a:pt x="90487" y="14537"/>
                    <a:pt x="86850" y="21027"/>
                    <a:pt x="79273" y="30170"/>
                  </a:cubicBezTo>
                  <a:cubicBezTo>
                    <a:pt x="77758" y="31940"/>
                    <a:pt x="74121" y="37249"/>
                    <a:pt x="70181" y="43149"/>
                  </a:cubicBezTo>
                  <a:lnTo>
                    <a:pt x="65938" y="37249"/>
                  </a:lnTo>
                  <a:cubicBezTo>
                    <a:pt x="57452" y="24861"/>
                    <a:pt x="51997" y="14832"/>
                    <a:pt x="51997" y="10998"/>
                  </a:cubicBezTo>
                  <a:cubicBezTo>
                    <a:pt x="51997" y="6868"/>
                    <a:pt x="55937" y="4804"/>
                    <a:pt x="65029" y="4509"/>
                  </a:cubicBezTo>
                  <a:lnTo>
                    <a:pt x="65029" y="84"/>
                  </a:lnTo>
                  <a:lnTo>
                    <a:pt x="2293" y="84"/>
                  </a:lnTo>
                  <a:lnTo>
                    <a:pt x="2293" y="4509"/>
                  </a:lnTo>
                  <a:lnTo>
                    <a:pt x="5021" y="4509"/>
                  </a:lnTo>
                  <a:cubicBezTo>
                    <a:pt x="14113" y="4509"/>
                    <a:pt x="18962" y="8343"/>
                    <a:pt x="28357" y="22206"/>
                  </a:cubicBezTo>
                  <a:lnTo>
                    <a:pt x="56846" y="64681"/>
                  </a:lnTo>
                  <a:lnTo>
                    <a:pt x="22296" y="113350"/>
                  </a:lnTo>
                  <a:cubicBezTo>
                    <a:pt x="13204" y="125444"/>
                    <a:pt x="10173" y="127508"/>
                    <a:pt x="171" y="128393"/>
                  </a:cubicBezTo>
                  <a:lnTo>
                    <a:pt x="171" y="132818"/>
                  </a:lnTo>
                  <a:lnTo>
                    <a:pt x="44117" y="132818"/>
                  </a:lnTo>
                  <a:lnTo>
                    <a:pt x="44117" y="128393"/>
                  </a:lnTo>
                  <a:cubicBezTo>
                    <a:pt x="35631" y="128393"/>
                    <a:pt x="31994" y="126918"/>
                    <a:pt x="31994" y="123084"/>
                  </a:cubicBezTo>
                  <a:cubicBezTo>
                    <a:pt x="31994" y="121314"/>
                    <a:pt x="34116" y="116890"/>
                    <a:pt x="38055" y="110990"/>
                  </a:cubicBezTo>
                  <a:lnTo>
                    <a:pt x="61998" y="74710"/>
                  </a:lnTo>
                  <a:lnTo>
                    <a:pt x="89578" y="116005"/>
                  </a:lnTo>
                  <a:cubicBezTo>
                    <a:pt x="90790" y="117775"/>
                    <a:pt x="91396" y="119544"/>
                    <a:pt x="91396" y="121314"/>
                  </a:cubicBezTo>
                  <a:cubicBezTo>
                    <a:pt x="91396" y="126623"/>
                    <a:pt x="89275" y="127803"/>
                    <a:pt x="79273" y="128393"/>
                  </a:cubicBezTo>
                  <a:lnTo>
                    <a:pt x="79273" y="132818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37DFFBED-3DFE-5C40-BB18-013D16D470F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911455" y="4855131"/>
              <a:ext cx="71828" cy="201460"/>
            </a:xfrm>
            <a:custGeom>
              <a:avLst/>
              <a:gdLst>
                <a:gd name="connsiteX0" fmla="*/ 48365 w 71828"/>
                <a:gd name="connsiteY0" fmla="*/ 65861 h 201460"/>
                <a:gd name="connsiteX1" fmla="*/ 1388 w 71828"/>
                <a:gd name="connsiteY1" fmla="*/ 82084 h 201460"/>
                <a:gd name="connsiteX2" fmla="*/ 1388 w 71828"/>
                <a:gd name="connsiteY2" fmla="*/ 86508 h 201460"/>
                <a:gd name="connsiteX3" fmla="*/ 3813 w 71828"/>
                <a:gd name="connsiteY3" fmla="*/ 86213 h 201460"/>
                <a:gd name="connsiteX4" fmla="*/ 14117 w 71828"/>
                <a:gd name="connsiteY4" fmla="*/ 85328 h 201460"/>
                <a:gd name="connsiteX5" fmla="*/ 24119 w 71828"/>
                <a:gd name="connsiteY5" fmla="*/ 103026 h 201460"/>
                <a:gd name="connsiteX6" fmla="*/ 24119 w 71828"/>
                <a:gd name="connsiteY6" fmla="*/ 171458 h 201460"/>
                <a:gd name="connsiteX7" fmla="*/ 176 w 71828"/>
                <a:gd name="connsiteY7" fmla="*/ 197119 h 201460"/>
                <a:gd name="connsiteX8" fmla="*/ 176 w 71828"/>
                <a:gd name="connsiteY8" fmla="*/ 201544 h 201460"/>
                <a:gd name="connsiteX9" fmla="*/ 72004 w 71828"/>
                <a:gd name="connsiteY9" fmla="*/ 201544 h 201460"/>
                <a:gd name="connsiteX10" fmla="*/ 72004 w 71828"/>
                <a:gd name="connsiteY10" fmla="*/ 197119 h 201460"/>
                <a:gd name="connsiteX11" fmla="*/ 49577 w 71828"/>
                <a:gd name="connsiteY11" fmla="*/ 171458 h 201460"/>
                <a:gd name="connsiteX12" fmla="*/ 49577 w 71828"/>
                <a:gd name="connsiteY12" fmla="*/ 66746 h 201460"/>
                <a:gd name="connsiteX13" fmla="*/ 48365 w 71828"/>
                <a:gd name="connsiteY13" fmla="*/ 65861 h 201460"/>
                <a:gd name="connsiteX14" fmla="*/ 34120 w 71828"/>
                <a:gd name="connsiteY14" fmla="*/ 84 h 201460"/>
                <a:gd name="connsiteX15" fmla="*/ 18967 w 71828"/>
                <a:gd name="connsiteY15" fmla="*/ 15127 h 201460"/>
                <a:gd name="connsiteX16" fmla="*/ 34120 w 71828"/>
                <a:gd name="connsiteY16" fmla="*/ 30170 h 201460"/>
                <a:gd name="connsiteX17" fmla="*/ 49880 w 71828"/>
                <a:gd name="connsiteY17" fmla="*/ 15127 h 201460"/>
                <a:gd name="connsiteX18" fmla="*/ 34120 w 7182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28" h="201460">
                  <a:moveTo>
                    <a:pt x="48365" y="65861"/>
                  </a:moveTo>
                  <a:lnTo>
                    <a:pt x="1388" y="82084"/>
                  </a:lnTo>
                  <a:lnTo>
                    <a:pt x="1388" y="86508"/>
                  </a:lnTo>
                  <a:lnTo>
                    <a:pt x="3813" y="86213"/>
                  </a:lnTo>
                  <a:cubicBezTo>
                    <a:pt x="7450" y="85623"/>
                    <a:pt x="11390" y="85328"/>
                    <a:pt x="14117" y="85328"/>
                  </a:cubicBezTo>
                  <a:cubicBezTo>
                    <a:pt x="21391" y="85328"/>
                    <a:pt x="24119" y="90048"/>
                    <a:pt x="24119" y="103026"/>
                  </a:cubicBezTo>
                  <a:lnTo>
                    <a:pt x="24119" y="171458"/>
                  </a:lnTo>
                  <a:cubicBezTo>
                    <a:pt x="24119" y="192695"/>
                    <a:pt x="21088" y="195940"/>
                    <a:pt x="176" y="197119"/>
                  </a:cubicBezTo>
                  <a:lnTo>
                    <a:pt x="176" y="201544"/>
                  </a:lnTo>
                  <a:lnTo>
                    <a:pt x="72004" y="201544"/>
                  </a:lnTo>
                  <a:lnTo>
                    <a:pt x="72004" y="197119"/>
                  </a:lnTo>
                  <a:cubicBezTo>
                    <a:pt x="52002" y="195645"/>
                    <a:pt x="49577" y="192695"/>
                    <a:pt x="49577" y="171458"/>
                  </a:cubicBezTo>
                  <a:lnTo>
                    <a:pt x="49577" y="66746"/>
                  </a:lnTo>
                  <a:lnTo>
                    <a:pt x="48365" y="65861"/>
                  </a:lnTo>
                  <a:close/>
                  <a:moveTo>
                    <a:pt x="34120" y="84"/>
                  </a:moveTo>
                  <a:cubicBezTo>
                    <a:pt x="25937" y="84"/>
                    <a:pt x="18967" y="6868"/>
                    <a:pt x="18967" y="15127"/>
                  </a:cubicBezTo>
                  <a:cubicBezTo>
                    <a:pt x="18967" y="23386"/>
                    <a:pt x="25634" y="30170"/>
                    <a:pt x="34120" y="30170"/>
                  </a:cubicBezTo>
                  <a:cubicBezTo>
                    <a:pt x="42909" y="30170"/>
                    <a:pt x="49880" y="23681"/>
                    <a:pt x="49880" y="15127"/>
                  </a:cubicBezTo>
                  <a:cubicBezTo>
                    <a:pt x="49880" y="6868"/>
                    <a:pt x="42909" y="84"/>
                    <a:pt x="34120" y="84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9B1962EB-0D0F-BE8B-83CB-56C82240D0D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996022" y="4920908"/>
              <a:ext cx="230032" cy="135683"/>
            </a:xfrm>
            <a:custGeom>
              <a:avLst/>
              <a:gdLst>
                <a:gd name="connsiteX0" fmla="*/ 1089 w 230032"/>
                <a:gd name="connsiteY0" fmla="*/ 18372 h 135683"/>
                <a:gd name="connsiteX1" fmla="*/ 10787 w 230032"/>
                <a:gd name="connsiteY1" fmla="*/ 17192 h 135683"/>
                <a:gd name="connsiteX2" fmla="*/ 21395 w 230032"/>
                <a:gd name="connsiteY2" fmla="*/ 36070 h 135683"/>
                <a:gd name="connsiteX3" fmla="*/ 21395 w 230032"/>
                <a:gd name="connsiteY3" fmla="*/ 110695 h 135683"/>
                <a:gd name="connsiteX4" fmla="*/ 180 w 230032"/>
                <a:gd name="connsiteY4" fmla="*/ 131343 h 135683"/>
                <a:gd name="connsiteX5" fmla="*/ 180 w 230032"/>
                <a:gd name="connsiteY5" fmla="*/ 135767 h 135683"/>
                <a:gd name="connsiteX6" fmla="*/ 67462 w 230032"/>
                <a:gd name="connsiteY6" fmla="*/ 135767 h 135683"/>
                <a:gd name="connsiteX7" fmla="*/ 67462 w 230032"/>
                <a:gd name="connsiteY7" fmla="*/ 131343 h 135683"/>
                <a:gd name="connsiteX8" fmla="*/ 46853 w 230032"/>
                <a:gd name="connsiteY8" fmla="*/ 116005 h 135683"/>
                <a:gd name="connsiteX9" fmla="*/ 46853 w 230032"/>
                <a:gd name="connsiteY9" fmla="*/ 32825 h 135683"/>
                <a:gd name="connsiteX10" fmla="*/ 51399 w 230032"/>
                <a:gd name="connsiteY10" fmla="*/ 27221 h 135683"/>
                <a:gd name="connsiteX11" fmla="*/ 82615 w 230032"/>
                <a:gd name="connsiteY11" fmla="*/ 15422 h 135683"/>
                <a:gd name="connsiteX12" fmla="*/ 102618 w 230032"/>
                <a:gd name="connsiteY12" fmla="*/ 46393 h 135683"/>
                <a:gd name="connsiteX13" fmla="*/ 102618 w 230032"/>
                <a:gd name="connsiteY13" fmla="*/ 110400 h 135683"/>
                <a:gd name="connsiteX14" fmla="*/ 82009 w 230032"/>
                <a:gd name="connsiteY14" fmla="*/ 131343 h 135683"/>
                <a:gd name="connsiteX15" fmla="*/ 82009 w 230032"/>
                <a:gd name="connsiteY15" fmla="*/ 135767 h 135683"/>
                <a:gd name="connsiteX16" fmla="*/ 149897 w 230032"/>
                <a:gd name="connsiteY16" fmla="*/ 135767 h 135683"/>
                <a:gd name="connsiteX17" fmla="*/ 149897 w 230032"/>
                <a:gd name="connsiteY17" fmla="*/ 131343 h 135683"/>
                <a:gd name="connsiteX18" fmla="*/ 128076 w 230032"/>
                <a:gd name="connsiteY18" fmla="*/ 107746 h 135683"/>
                <a:gd name="connsiteX19" fmla="*/ 128076 w 230032"/>
                <a:gd name="connsiteY19" fmla="*/ 33415 h 135683"/>
                <a:gd name="connsiteX20" fmla="*/ 161111 w 230032"/>
                <a:gd name="connsiteY20" fmla="*/ 15422 h 135683"/>
                <a:gd name="connsiteX21" fmla="*/ 183842 w 230032"/>
                <a:gd name="connsiteY21" fmla="*/ 47868 h 135683"/>
                <a:gd name="connsiteX22" fmla="*/ 183842 w 230032"/>
                <a:gd name="connsiteY22" fmla="*/ 110105 h 135683"/>
                <a:gd name="connsiteX23" fmla="*/ 163839 w 230032"/>
                <a:gd name="connsiteY23" fmla="*/ 131343 h 135683"/>
                <a:gd name="connsiteX24" fmla="*/ 163839 w 230032"/>
                <a:gd name="connsiteY24" fmla="*/ 135767 h 135683"/>
                <a:gd name="connsiteX25" fmla="*/ 230212 w 230032"/>
                <a:gd name="connsiteY25" fmla="*/ 135767 h 135683"/>
                <a:gd name="connsiteX26" fmla="*/ 230212 w 230032"/>
                <a:gd name="connsiteY26" fmla="*/ 131343 h 135683"/>
                <a:gd name="connsiteX27" fmla="*/ 222332 w 230032"/>
                <a:gd name="connsiteY27" fmla="*/ 130753 h 135683"/>
                <a:gd name="connsiteX28" fmla="*/ 209300 w 230032"/>
                <a:gd name="connsiteY28" fmla="*/ 113350 h 135683"/>
                <a:gd name="connsiteX29" fmla="*/ 209300 w 230032"/>
                <a:gd name="connsiteY29" fmla="*/ 52588 h 135683"/>
                <a:gd name="connsiteX30" fmla="*/ 174143 w 230032"/>
                <a:gd name="connsiteY30" fmla="*/ 84 h 135683"/>
                <a:gd name="connsiteX31" fmla="*/ 124742 w 230032"/>
                <a:gd name="connsiteY31" fmla="*/ 24861 h 135683"/>
                <a:gd name="connsiteX32" fmla="*/ 92617 w 230032"/>
                <a:gd name="connsiteY32" fmla="*/ 84 h 135683"/>
                <a:gd name="connsiteX33" fmla="*/ 45640 w 230032"/>
                <a:gd name="connsiteY33" fmla="*/ 22796 h 135683"/>
                <a:gd name="connsiteX34" fmla="*/ 45640 w 230032"/>
                <a:gd name="connsiteY34" fmla="*/ 674 h 135683"/>
                <a:gd name="connsiteX35" fmla="*/ 43519 w 230032"/>
                <a:gd name="connsiteY35" fmla="*/ 84 h 135683"/>
                <a:gd name="connsiteX36" fmla="*/ 1089 w 230032"/>
                <a:gd name="connsiteY36" fmla="*/ 13357 h 135683"/>
                <a:gd name="connsiteX37" fmla="*/ 1089 w 230032"/>
                <a:gd name="connsiteY37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0032" h="135683">
                  <a:moveTo>
                    <a:pt x="1089" y="18372"/>
                  </a:moveTo>
                  <a:cubicBezTo>
                    <a:pt x="5029" y="17487"/>
                    <a:pt x="7453" y="17192"/>
                    <a:pt x="10787" y="17192"/>
                  </a:cubicBezTo>
                  <a:cubicBezTo>
                    <a:pt x="18667" y="17192"/>
                    <a:pt x="21395" y="21911"/>
                    <a:pt x="21395" y="36070"/>
                  </a:cubicBezTo>
                  <a:lnTo>
                    <a:pt x="21395" y="110695"/>
                  </a:lnTo>
                  <a:cubicBezTo>
                    <a:pt x="21395" y="126623"/>
                    <a:pt x="17152" y="131048"/>
                    <a:pt x="180" y="131343"/>
                  </a:cubicBezTo>
                  <a:lnTo>
                    <a:pt x="180" y="135767"/>
                  </a:lnTo>
                  <a:lnTo>
                    <a:pt x="67462" y="135767"/>
                  </a:lnTo>
                  <a:lnTo>
                    <a:pt x="67462" y="131343"/>
                  </a:lnTo>
                  <a:cubicBezTo>
                    <a:pt x="51399" y="130753"/>
                    <a:pt x="46853" y="127508"/>
                    <a:pt x="46853" y="116005"/>
                  </a:cubicBezTo>
                  <a:lnTo>
                    <a:pt x="46853" y="32825"/>
                  </a:lnTo>
                  <a:cubicBezTo>
                    <a:pt x="46853" y="32235"/>
                    <a:pt x="49277" y="29285"/>
                    <a:pt x="51399" y="27221"/>
                  </a:cubicBezTo>
                  <a:cubicBezTo>
                    <a:pt x="58976" y="20437"/>
                    <a:pt x="72008" y="15422"/>
                    <a:pt x="82615" y="15422"/>
                  </a:cubicBezTo>
                  <a:cubicBezTo>
                    <a:pt x="95951" y="15422"/>
                    <a:pt x="102618" y="25746"/>
                    <a:pt x="102618" y="46393"/>
                  </a:cubicBezTo>
                  <a:lnTo>
                    <a:pt x="102618" y="110400"/>
                  </a:lnTo>
                  <a:cubicBezTo>
                    <a:pt x="102618" y="126918"/>
                    <a:pt x="99284" y="130163"/>
                    <a:pt x="82009" y="131343"/>
                  </a:cubicBezTo>
                  <a:lnTo>
                    <a:pt x="82009" y="135767"/>
                  </a:lnTo>
                  <a:lnTo>
                    <a:pt x="149897" y="135767"/>
                  </a:lnTo>
                  <a:lnTo>
                    <a:pt x="149897" y="131343"/>
                  </a:lnTo>
                  <a:cubicBezTo>
                    <a:pt x="132622" y="131048"/>
                    <a:pt x="128076" y="126033"/>
                    <a:pt x="128076" y="107746"/>
                  </a:cubicBezTo>
                  <a:lnTo>
                    <a:pt x="128076" y="33415"/>
                  </a:lnTo>
                  <a:cubicBezTo>
                    <a:pt x="137168" y="20732"/>
                    <a:pt x="147170" y="15422"/>
                    <a:pt x="161111" y="15422"/>
                  </a:cubicBezTo>
                  <a:cubicBezTo>
                    <a:pt x="178386" y="15422"/>
                    <a:pt x="183842" y="23386"/>
                    <a:pt x="183842" y="47868"/>
                  </a:cubicBezTo>
                  <a:lnTo>
                    <a:pt x="183842" y="110105"/>
                  </a:lnTo>
                  <a:cubicBezTo>
                    <a:pt x="183842" y="126918"/>
                    <a:pt x="181417" y="129278"/>
                    <a:pt x="163839" y="131343"/>
                  </a:cubicBezTo>
                  <a:lnTo>
                    <a:pt x="163839" y="135767"/>
                  </a:lnTo>
                  <a:lnTo>
                    <a:pt x="230212" y="135767"/>
                  </a:lnTo>
                  <a:lnTo>
                    <a:pt x="230212" y="131343"/>
                  </a:lnTo>
                  <a:lnTo>
                    <a:pt x="222332" y="130753"/>
                  </a:lnTo>
                  <a:cubicBezTo>
                    <a:pt x="213240" y="130163"/>
                    <a:pt x="209300" y="124854"/>
                    <a:pt x="209300" y="113350"/>
                  </a:cubicBezTo>
                  <a:lnTo>
                    <a:pt x="209300" y="52588"/>
                  </a:lnTo>
                  <a:cubicBezTo>
                    <a:pt x="209300" y="17782"/>
                    <a:pt x="197480" y="84"/>
                    <a:pt x="174143" y="84"/>
                  </a:cubicBezTo>
                  <a:cubicBezTo>
                    <a:pt x="156565" y="84"/>
                    <a:pt x="141108" y="7753"/>
                    <a:pt x="124742" y="24861"/>
                  </a:cubicBezTo>
                  <a:cubicBezTo>
                    <a:pt x="119287" y="8048"/>
                    <a:pt x="108983" y="84"/>
                    <a:pt x="92617" y="84"/>
                  </a:cubicBezTo>
                  <a:cubicBezTo>
                    <a:pt x="79282" y="84"/>
                    <a:pt x="70795" y="4214"/>
                    <a:pt x="45640" y="22796"/>
                  </a:cubicBezTo>
                  <a:lnTo>
                    <a:pt x="45640" y="674"/>
                  </a:lnTo>
                  <a:lnTo>
                    <a:pt x="43519" y="84"/>
                  </a:lnTo>
                  <a:cubicBezTo>
                    <a:pt x="28062" y="5688"/>
                    <a:pt x="17758" y="8933"/>
                    <a:pt x="1089" y="13357"/>
                  </a:cubicBezTo>
                  <a:lnTo>
                    <a:pt x="1089" y="1837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7808F7D8-7B65-46D4-30E1-33240F37A1A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8239059" y="4920908"/>
              <a:ext cx="122744" cy="138632"/>
            </a:xfrm>
            <a:custGeom>
              <a:avLst/>
              <a:gdLst>
                <a:gd name="connsiteX0" fmla="*/ 122931 w 122744"/>
                <a:gd name="connsiteY0" fmla="*/ 116300 h 138632"/>
                <a:gd name="connsiteX1" fmla="*/ 109596 w 122744"/>
                <a:gd name="connsiteY1" fmla="*/ 121904 h 138632"/>
                <a:gd name="connsiteX2" fmla="*/ 100504 w 122744"/>
                <a:gd name="connsiteY2" fmla="*/ 104796 h 138632"/>
                <a:gd name="connsiteX3" fmla="*/ 100504 w 122744"/>
                <a:gd name="connsiteY3" fmla="*/ 47278 h 138632"/>
                <a:gd name="connsiteX4" fmla="*/ 94443 w 122744"/>
                <a:gd name="connsiteY4" fmla="*/ 16307 h 138632"/>
                <a:gd name="connsiteX5" fmla="*/ 56861 w 122744"/>
                <a:gd name="connsiteY5" fmla="*/ 84 h 138632"/>
                <a:gd name="connsiteX6" fmla="*/ 5945 w 122744"/>
                <a:gd name="connsiteY6" fmla="*/ 33120 h 138632"/>
                <a:gd name="connsiteX7" fmla="*/ 18977 w 122744"/>
                <a:gd name="connsiteY7" fmla="*/ 45803 h 138632"/>
                <a:gd name="connsiteX8" fmla="*/ 32616 w 122744"/>
                <a:gd name="connsiteY8" fmla="*/ 33415 h 138632"/>
                <a:gd name="connsiteX9" fmla="*/ 32010 w 122744"/>
                <a:gd name="connsiteY9" fmla="*/ 28696 h 138632"/>
                <a:gd name="connsiteX10" fmla="*/ 31100 w 122744"/>
                <a:gd name="connsiteY10" fmla="*/ 21616 h 138632"/>
                <a:gd name="connsiteX11" fmla="*/ 52922 w 122744"/>
                <a:gd name="connsiteY11" fmla="*/ 7163 h 138632"/>
                <a:gd name="connsiteX12" fmla="*/ 75955 w 122744"/>
                <a:gd name="connsiteY12" fmla="*/ 31645 h 138632"/>
                <a:gd name="connsiteX13" fmla="*/ 75955 w 122744"/>
                <a:gd name="connsiteY13" fmla="*/ 49638 h 138632"/>
                <a:gd name="connsiteX14" fmla="*/ 11098 w 122744"/>
                <a:gd name="connsiteY14" fmla="*/ 81494 h 138632"/>
                <a:gd name="connsiteX15" fmla="*/ 187 w 122744"/>
                <a:gd name="connsiteY15" fmla="*/ 107156 h 138632"/>
                <a:gd name="connsiteX16" fmla="*/ 32010 w 122744"/>
                <a:gd name="connsiteY16" fmla="*/ 138717 h 138632"/>
                <a:gd name="connsiteX17" fmla="*/ 76258 w 122744"/>
                <a:gd name="connsiteY17" fmla="*/ 117185 h 138632"/>
                <a:gd name="connsiteX18" fmla="*/ 95655 w 122744"/>
                <a:gd name="connsiteY18" fmla="*/ 138717 h 138632"/>
                <a:gd name="connsiteX19" fmla="*/ 122931 w 122744"/>
                <a:gd name="connsiteY19" fmla="*/ 123969 h 138632"/>
                <a:gd name="connsiteX20" fmla="*/ 122931 w 122744"/>
                <a:gd name="connsiteY20" fmla="*/ 116300 h 138632"/>
                <a:gd name="connsiteX21" fmla="*/ 75955 w 122744"/>
                <a:gd name="connsiteY21" fmla="*/ 99487 h 138632"/>
                <a:gd name="connsiteX22" fmla="*/ 68075 w 122744"/>
                <a:gd name="connsiteY22" fmla="*/ 114825 h 138632"/>
                <a:gd name="connsiteX23" fmla="*/ 45951 w 122744"/>
                <a:gd name="connsiteY23" fmla="*/ 121609 h 138632"/>
                <a:gd name="connsiteX24" fmla="*/ 26857 w 122744"/>
                <a:gd name="connsiteY24" fmla="*/ 98897 h 138632"/>
                <a:gd name="connsiteX25" fmla="*/ 26857 w 122744"/>
                <a:gd name="connsiteY25" fmla="*/ 97717 h 138632"/>
                <a:gd name="connsiteX26" fmla="*/ 75955 w 122744"/>
                <a:gd name="connsiteY26" fmla="*/ 56717 h 138632"/>
                <a:gd name="connsiteX27" fmla="*/ 75955 w 122744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744" h="138632">
                  <a:moveTo>
                    <a:pt x="122931" y="116300"/>
                  </a:moveTo>
                  <a:cubicBezTo>
                    <a:pt x="117779" y="120429"/>
                    <a:pt x="114142" y="121904"/>
                    <a:pt x="109596" y="121904"/>
                  </a:cubicBezTo>
                  <a:cubicBezTo>
                    <a:pt x="102625" y="121904"/>
                    <a:pt x="100504" y="117775"/>
                    <a:pt x="100504" y="104796"/>
                  </a:cubicBezTo>
                  <a:lnTo>
                    <a:pt x="100504" y="47278"/>
                  </a:lnTo>
                  <a:cubicBezTo>
                    <a:pt x="100504" y="31940"/>
                    <a:pt x="98989" y="23386"/>
                    <a:pt x="94443" y="16307"/>
                  </a:cubicBezTo>
                  <a:cubicBezTo>
                    <a:pt x="87775" y="5688"/>
                    <a:pt x="74743" y="84"/>
                    <a:pt x="56861" y="84"/>
                  </a:cubicBezTo>
                  <a:cubicBezTo>
                    <a:pt x="28373" y="84"/>
                    <a:pt x="5945" y="14537"/>
                    <a:pt x="5945" y="33120"/>
                  </a:cubicBezTo>
                  <a:cubicBezTo>
                    <a:pt x="5945" y="39904"/>
                    <a:pt x="12007" y="45803"/>
                    <a:pt x="18977" y="45803"/>
                  </a:cubicBezTo>
                  <a:cubicBezTo>
                    <a:pt x="26251" y="45803"/>
                    <a:pt x="32616" y="39904"/>
                    <a:pt x="32616" y="33415"/>
                  </a:cubicBezTo>
                  <a:cubicBezTo>
                    <a:pt x="32616" y="32235"/>
                    <a:pt x="32313" y="30760"/>
                    <a:pt x="32010" y="28696"/>
                  </a:cubicBezTo>
                  <a:cubicBezTo>
                    <a:pt x="31403" y="26041"/>
                    <a:pt x="31100" y="23681"/>
                    <a:pt x="31100" y="21616"/>
                  </a:cubicBezTo>
                  <a:cubicBezTo>
                    <a:pt x="31100" y="13652"/>
                    <a:pt x="40799" y="7163"/>
                    <a:pt x="52922" y="7163"/>
                  </a:cubicBezTo>
                  <a:cubicBezTo>
                    <a:pt x="67772" y="7163"/>
                    <a:pt x="75955" y="15717"/>
                    <a:pt x="75955" y="31645"/>
                  </a:cubicBezTo>
                  <a:lnTo>
                    <a:pt x="75955" y="49638"/>
                  </a:lnTo>
                  <a:cubicBezTo>
                    <a:pt x="29282" y="67926"/>
                    <a:pt x="24130" y="70285"/>
                    <a:pt x="11098" y="81494"/>
                  </a:cubicBezTo>
                  <a:cubicBezTo>
                    <a:pt x="4430" y="87393"/>
                    <a:pt x="187" y="97422"/>
                    <a:pt x="187" y="107156"/>
                  </a:cubicBezTo>
                  <a:cubicBezTo>
                    <a:pt x="187" y="125739"/>
                    <a:pt x="13522" y="138717"/>
                    <a:pt x="32010" y="138717"/>
                  </a:cubicBezTo>
                  <a:cubicBezTo>
                    <a:pt x="45345" y="138717"/>
                    <a:pt x="57771" y="132523"/>
                    <a:pt x="76258" y="117185"/>
                  </a:cubicBezTo>
                  <a:cubicBezTo>
                    <a:pt x="77774" y="132523"/>
                    <a:pt x="83229" y="138717"/>
                    <a:pt x="95655" y="138717"/>
                  </a:cubicBezTo>
                  <a:cubicBezTo>
                    <a:pt x="105959" y="138717"/>
                    <a:pt x="112324" y="135177"/>
                    <a:pt x="122931" y="123969"/>
                  </a:cubicBezTo>
                  <a:lnTo>
                    <a:pt x="122931" y="116300"/>
                  </a:lnTo>
                  <a:close/>
                  <a:moveTo>
                    <a:pt x="75955" y="99487"/>
                  </a:moveTo>
                  <a:cubicBezTo>
                    <a:pt x="75955" y="108631"/>
                    <a:pt x="74440" y="111285"/>
                    <a:pt x="68075" y="114825"/>
                  </a:cubicBezTo>
                  <a:cubicBezTo>
                    <a:pt x="60801" y="118954"/>
                    <a:pt x="52315" y="121609"/>
                    <a:pt x="45951" y="121609"/>
                  </a:cubicBezTo>
                  <a:cubicBezTo>
                    <a:pt x="35343" y="121609"/>
                    <a:pt x="26857" y="111580"/>
                    <a:pt x="26857" y="98897"/>
                  </a:cubicBezTo>
                  <a:lnTo>
                    <a:pt x="26857" y="97717"/>
                  </a:lnTo>
                  <a:cubicBezTo>
                    <a:pt x="26857" y="80314"/>
                    <a:pt x="39283" y="69695"/>
                    <a:pt x="75955" y="56717"/>
                  </a:cubicBezTo>
                  <a:lnTo>
                    <a:pt x="75955" y="99487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B113C2AD-9190-6A4F-2E72-E40D219D783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366852" y="4885807"/>
              <a:ext cx="80617" cy="173733"/>
            </a:xfrm>
            <a:custGeom>
              <a:avLst/>
              <a:gdLst>
                <a:gd name="connsiteX0" fmla="*/ 73535 w 80617"/>
                <a:gd name="connsiteY0" fmla="*/ 38134 h 173733"/>
                <a:gd name="connsiteX1" fmla="*/ 42924 w 80617"/>
                <a:gd name="connsiteY1" fmla="*/ 38134 h 173733"/>
                <a:gd name="connsiteX2" fmla="*/ 42924 w 80617"/>
                <a:gd name="connsiteY2" fmla="*/ 3919 h 173733"/>
                <a:gd name="connsiteX3" fmla="*/ 40803 w 80617"/>
                <a:gd name="connsiteY3" fmla="*/ 84 h 173733"/>
                <a:gd name="connsiteX4" fmla="*/ 34741 w 80617"/>
                <a:gd name="connsiteY4" fmla="*/ 8343 h 173733"/>
                <a:gd name="connsiteX5" fmla="*/ 5343 w 80617"/>
                <a:gd name="connsiteY5" fmla="*/ 39904 h 173733"/>
                <a:gd name="connsiteX6" fmla="*/ 191 w 80617"/>
                <a:gd name="connsiteY6" fmla="*/ 45508 h 173733"/>
                <a:gd name="connsiteX7" fmla="*/ 1403 w 80617"/>
                <a:gd name="connsiteY7" fmla="*/ 47573 h 173733"/>
                <a:gd name="connsiteX8" fmla="*/ 17466 w 80617"/>
                <a:gd name="connsiteY8" fmla="*/ 47573 h 173733"/>
                <a:gd name="connsiteX9" fmla="*/ 17466 w 80617"/>
                <a:gd name="connsiteY9" fmla="*/ 136357 h 173733"/>
                <a:gd name="connsiteX10" fmla="*/ 44440 w 80617"/>
                <a:gd name="connsiteY10" fmla="*/ 173817 h 173733"/>
                <a:gd name="connsiteX11" fmla="*/ 80808 w 80617"/>
                <a:gd name="connsiteY11" fmla="*/ 151400 h 173733"/>
                <a:gd name="connsiteX12" fmla="*/ 76869 w 80617"/>
                <a:gd name="connsiteY12" fmla="*/ 148156 h 173733"/>
                <a:gd name="connsiteX13" fmla="*/ 58684 w 80617"/>
                <a:gd name="connsiteY13" fmla="*/ 158479 h 173733"/>
                <a:gd name="connsiteX14" fmla="*/ 42924 w 80617"/>
                <a:gd name="connsiteY14" fmla="*/ 131933 h 173733"/>
                <a:gd name="connsiteX15" fmla="*/ 42924 w 80617"/>
                <a:gd name="connsiteY15" fmla="*/ 47573 h 173733"/>
                <a:gd name="connsiteX16" fmla="*/ 73535 w 80617"/>
                <a:gd name="connsiteY16" fmla="*/ 47573 h 173733"/>
                <a:gd name="connsiteX17" fmla="*/ 73535 w 80617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17" h="173733">
                  <a:moveTo>
                    <a:pt x="73535" y="38134"/>
                  </a:moveTo>
                  <a:lnTo>
                    <a:pt x="42924" y="38134"/>
                  </a:lnTo>
                  <a:lnTo>
                    <a:pt x="42924" y="3919"/>
                  </a:lnTo>
                  <a:cubicBezTo>
                    <a:pt x="42924" y="969"/>
                    <a:pt x="42621" y="84"/>
                    <a:pt x="40803" y="84"/>
                  </a:cubicBezTo>
                  <a:cubicBezTo>
                    <a:pt x="38681" y="2739"/>
                    <a:pt x="36863" y="5393"/>
                    <a:pt x="34741" y="8343"/>
                  </a:cubicBezTo>
                  <a:cubicBezTo>
                    <a:pt x="23225" y="24566"/>
                    <a:pt x="10192" y="38724"/>
                    <a:pt x="5343" y="39904"/>
                  </a:cubicBezTo>
                  <a:cubicBezTo>
                    <a:pt x="2010" y="41969"/>
                    <a:pt x="191" y="44034"/>
                    <a:pt x="191" y="45508"/>
                  </a:cubicBezTo>
                  <a:cubicBezTo>
                    <a:pt x="191" y="46393"/>
                    <a:pt x="494" y="46983"/>
                    <a:pt x="1403" y="47573"/>
                  </a:cubicBezTo>
                  <a:lnTo>
                    <a:pt x="17466" y="47573"/>
                  </a:lnTo>
                  <a:lnTo>
                    <a:pt x="17466" y="136357"/>
                  </a:lnTo>
                  <a:cubicBezTo>
                    <a:pt x="17466" y="161134"/>
                    <a:pt x="26558" y="173817"/>
                    <a:pt x="44440" y="173817"/>
                  </a:cubicBezTo>
                  <a:cubicBezTo>
                    <a:pt x="59290" y="173817"/>
                    <a:pt x="70807" y="166738"/>
                    <a:pt x="80808" y="151400"/>
                  </a:cubicBezTo>
                  <a:lnTo>
                    <a:pt x="76869" y="148156"/>
                  </a:lnTo>
                  <a:cubicBezTo>
                    <a:pt x="70504" y="155530"/>
                    <a:pt x="65352" y="158479"/>
                    <a:pt x="58684" y="158479"/>
                  </a:cubicBezTo>
                  <a:cubicBezTo>
                    <a:pt x="47470" y="158479"/>
                    <a:pt x="42924" y="150515"/>
                    <a:pt x="42924" y="131933"/>
                  </a:cubicBezTo>
                  <a:lnTo>
                    <a:pt x="42924" y="47573"/>
                  </a:lnTo>
                  <a:lnTo>
                    <a:pt x="73535" y="47573"/>
                  </a:lnTo>
                  <a:lnTo>
                    <a:pt x="73535" y="3813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85BDF2E9-8D0F-7C34-B465-00939B85CB90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455057" y="4920908"/>
              <a:ext cx="120926" cy="138632"/>
            </a:xfrm>
            <a:custGeom>
              <a:avLst/>
              <a:gdLst>
                <a:gd name="connsiteX0" fmla="*/ 116271 w 120926"/>
                <a:gd name="connsiteY0" fmla="*/ 87393 h 138632"/>
                <a:gd name="connsiteX1" fmla="*/ 69295 w 120926"/>
                <a:gd name="connsiteY1" fmla="*/ 118364 h 138632"/>
                <a:gd name="connsiteX2" fmla="*/ 30198 w 120926"/>
                <a:gd name="connsiteY2" fmla="*/ 92998 h 138632"/>
                <a:gd name="connsiteX3" fmla="*/ 22015 w 120926"/>
                <a:gd name="connsiteY3" fmla="*/ 54062 h 138632"/>
                <a:gd name="connsiteX4" fmla="*/ 115362 w 120926"/>
                <a:gd name="connsiteY4" fmla="*/ 54062 h 138632"/>
                <a:gd name="connsiteX5" fmla="*/ 102330 w 120926"/>
                <a:gd name="connsiteY5" fmla="*/ 16897 h 138632"/>
                <a:gd name="connsiteX6" fmla="*/ 63536 w 120926"/>
                <a:gd name="connsiteY6" fmla="*/ 84 h 138632"/>
                <a:gd name="connsiteX7" fmla="*/ 22621 w 120926"/>
                <a:gd name="connsiteY7" fmla="*/ 15422 h 138632"/>
                <a:gd name="connsiteX8" fmla="*/ 194 w 120926"/>
                <a:gd name="connsiteY8" fmla="*/ 72645 h 138632"/>
                <a:gd name="connsiteX9" fmla="*/ 56869 w 120926"/>
                <a:gd name="connsiteY9" fmla="*/ 138717 h 138632"/>
                <a:gd name="connsiteX10" fmla="*/ 121120 w 120926"/>
                <a:gd name="connsiteY10" fmla="*/ 89458 h 138632"/>
                <a:gd name="connsiteX11" fmla="*/ 116271 w 120926"/>
                <a:gd name="connsiteY11" fmla="*/ 87393 h 138632"/>
                <a:gd name="connsiteX12" fmla="*/ 22621 w 120926"/>
                <a:gd name="connsiteY12" fmla="*/ 44624 h 138632"/>
                <a:gd name="connsiteX13" fmla="*/ 54747 w 120926"/>
                <a:gd name="connsiteY13" fmla="*/ 10703 h 138632"/>
                <a:gd name="connsiteX14" fmla="*/ 84448 w 120926"/>
                <a:gd name="connsiteY14" fmla="*/ 44624 h 138632"/>
                <a:gd name="connsiteX15" fmla="*/ 22621 w 120926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26" h="138632">
                  <a:moveTo>
                    <a:pt x="116271" y="87393"/>
                  </a:moveTo>
                  <a:cubicBezTo>
                    <a:pt x="101723" y="109811"/>
                    <a:pt x="88691" y="118364"/>
                    <a:pt x="69295" y="118364"/>
                  </a:cubicBezTo>
                  <a:cubicBezTo>
                    <a:pt x="52020" y="118364"/>
                    <a:pt x="38987" y="109811"/>
                    <a:pt x="30198" y="92998"/>
                  </a:cubicBezTo>
                  <a:cubicBezTo>
                    <a:pt x="24743" y="81789"/>
                    <a:pt x="22621" y="72055"/>
                    <a:pt x="22015" y="54062"/>
                  </a:cubicBezTo>
                  <a:lnTo>
                    <a:pt x="115362" y="54062"/>
                  </a:lnTo>
                  <a:cubicBezTo>
                    <a:pt x="112937" y="34890"/>
                    <a:pt x="109906" y="26336"/>
                    <a:pt x="102330" y="16897"/>
                  </a:cubicBezTo>
                  <a:cubicBezTo>
                    <a:pt x="93237" y="6278"/>
                    <a:pt x="79296" y="84"/>
                    <a:pt x="63536" y="84"/>
                  </a:cubicBezTo>
                  <a:cubicBezTo>
                    <a:pt x="48383" y="84"/>
                    <a:pt x="34138" y="5393"/>
                    <a:pt x="22621" y="15422"/>
                  </a:cubicBezTo>
                  <a:cubicBezTo>
                    <a:pt x="8377" y="27516"/>
                    <a:pt x="194" y="48458"/>
                    <a:pt x="194" y="72645"/>
                  </a:cubicBezTo>
                  <a:cubicBezTo>
                    <a:pt x="194" y="113350"/>
                    <a:pt x="22015" y="138717"/>
                    <a:pt x="56869" y="138717"/>
                  </a:cubicBezTo>
                  <a:cubicBezTo>
                    <a:pt x="85661" y="138717"/>
                    <a:pt x="108391" y="121314"/>
                    <a:pt x="121120" y="89458"/>
                  </a:cubicBezTo>
                  <a:lnTo>
                    <a:pt x="116271" y="87393"/>
                  </a:lnTo>
                  <a:close/>
                  <a:moveTo>
                    <a:pt x="22621" y="44624"/>
                  </a:moveTo>
                  <a:cubicBezTo>
                    <a:pt x="25955" y="21616"/>
                    <a:pt x="36260" y="10703"/>
                    <a:pt x="54747" y="10703"/>
                  </a:cubicBezTo>
                  <a:cubicBezTo>
                    <a:pt x="73235" y="10703"/>
                    <a:pt x="80508" y="18962"/>
                    <a:pt x="84448" y="44624"/>
                  </a:cubicBezTo>
                  <a:lnTo>
                    <a:pt x="22621" y="4462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EE6B89D9-8363-6C79-8427-CB8EF20C17E5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663449" y="4855131"/>
              <a:ext cx="71828" cy="201460"/>
            </a:xfrm>
            <a:custGeom>
              <a:avLst/>
              <a:gdLst>
                <a:gd name="connsiteX0" fmla="*/ 48389 w 71828"/>
                <a:gd name="connsiteY0" fmla="*/ 65861 h 201460"/>
                <a:gd name="connsiteX1" fmla="*/ 1413 w 71828"/>
                <a:gd name="connsiteY1" fmla="*/ 82084 h 201460"/>
                <a:gd name="connsiteX2" fmla="*/ 1413 w 71828"/>
                <a:gd name="connsiteY2" fmla="*/ 86508 h 201460"/>
                <a:gd name="connsiteX3" fmla="*/ 3838 w 71828"/>
                <a:gd name="connsiteY3" fmla="*/ 86213 h 201460"/>
                <a:gd name="connsiteX4" fmla="*/ 14142 w 71828"/>
                <a:gd name="connsiteY4" fmla="*/ 85328 h 201460"/>
                <a:gd name="connsiteX5" fmla="*/ 24143 w 71828"/>
                <a:gd name="connsiteY5" fmla="*/ 103026 h 201460"/>
                <a:gd name="connsiteX6" fmla="*/ 24143 w 71828"/>
                <a:gd name="connsiteY6" fmla="*/ 171458 h 201460"/>
                <a:gd name="connsiteX7" fmla="*/ 201 w 71828"/>
                <a:gd name="connsiteY7" fmla="*/ 197119 h 201460"/>
                <a:gd name="connsiteX8" fmla="*/ 201 w 71828"/>
                <a:gd name="connsiteY8" fmla="*/ 201544 h 201460"/>
                <a:gd name="connsiteX9" fmla="*/ 72029 w 71828"/>
                <a:gd name="connsiteY9" fmla="*/ 201544 h 201460"/>
                <a:gd name="connsiteX10" fmla="*/ 72029 w 71828"/>
                <a:gd name="connsiteY10" fmla="*/ 197119 h 201460"/>
                <a:gd name="connsiteX11" fmla="*/ 49602 w 71828"/>
                <a:gd name="connsiteY11" fmla="*/ 171458 h 201460"/>
                <a:gd name="connsiteX12" fmla="*/ 49602 w 71828"/>
                <a:gd name="connsiteY12" fmla="*/ 66746 h 201460"/>
                <a:gd name="connsiteX13" fmla="*/ 48389 w 71828"/>
                <a:gd name="connsiteY13" fmla="*/ 65861 h 201460"/>
                <a:gd name="connsiteX14" fmla="*/ 34145 w 71828"/>
                <a:gd name="connsiteY14" fmla="*/ 84 h 201460"/>
                <a:gd name="connsiteX15" fmla="*/ 18991 w 71828"/>
                <a:gd name="connsiteY15" fmla="*/ 15127 h 201460"/>
                <a:gd name="connsiteX16" fmla="*/ 34145 w 71828"/>
                <a:gd name="connsiteY16" fmla="*/ 30170 h 201460"/>
                <a:gd name="connsiteX17" fmla="*/ 49905 w 71828"/>
                <a:gd name="connsiteY17" fmla="*/ 15127 h 201460"/>
                <a:gd name="connsiteX18" fmla="*/ 34145 w 7182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28" h="201460">
                  <a:moveTo>
                    <a:pt x="48389" y="65861"/>
                  </a:moveTo>
                  <a:lnTo>
                    <a:pt x="1413" y="82084"/>
                  </a:lnTo>
                  <a:lnTo>
                    <a:pt x="1413" y="86508"/>
                  </a:lnTo>
                  <a:lnTo>
                    <a:pt x="3838" y="86213"/>
                  </a:lnTo>
                  <a:cubicBezTo>
                    <a:pt x="7474" y="85623"/>
                    <a:pt x="11414" y="85328"/>
                    <a:pt x="14142" y="85328"/>
                  </a:cubicBezTo>
                  <a:cubicBezTo>
                    <a:pt x="21416" y="85328"/>
                    <a:pt x="24143" y="90048"/>
                    <a:pt x="24143" y="103026"/>
                  </a:cubicBezTo>
                  <a:lnTo>
                    <a:pt x="24143" y="171458"/>
                  </a:lnTo>
                  <a:cubicBezTo>
                    <a:pt x="24143" y="192695"/>
                    <a:pt x="21113" y="195940"/>
                    <a:pt x="201" y="197119"/>
                  </a:cubicBezTo>
                  <a:lnTo>
                    <a:pt x="201" y="201544"/>
                  </a:lnTo>
                  <a:lnTo>
                    <a:pt x="72029" y="201544"/>
                  </a:lnTo>
                  <a:lnTo>
                    <a:pt x="72029" y="197119"/>
                  </a:lnTo>
                  <a:cubicBezTo>
                    <a:pt x="52026" y="195645"/>
                    <a:pt x="49602" y="192695"/>
                    <a:pt x="49602" y="171458"/>
                  </a:cubicBezTo>
                  <a:lnTo>
                    <a:pt x="49602" y="66746"/>
                  </a:lnTo>
                  <a:lnTo>
                    <a:pt x="48389" y="65861"/>
                  </a:lnTo>
                  <a:close/>
                  <a:moveTo>
                    <a:pt x="34145" y="84"/>
                  </a:moveTo>
                  <a:cubicBezTo>
                    <a:pt x="25962" y="84"/>
                    <a:pt x="18991" y="6868"/>
                    <a:pt x="18991" y="15127"/>
                  </a:cubicBezTo>
                  <a:cubicBezTo>
                    <a:pt x="18991" y="23386"/>
                    <a:pt x="25659" y="30170"/>
                    <a:pt x="34145" y="30170"/>
                  </a:cubicBezTo>
                  <a:cubicBezTo>
                    <a:pt x="42934" y="30170"/>
                    <a:pt x="49905" y="23681"/>
                    <a:pt x="49905" y="15127"/>
                  </a:cubicBezTo>
                  <a:cubicBezTo>
                    <a:pt x="49905" y="6868"/>
                    <a:pt x="42934" y="84"/>
                    <a:pt x="34145" y="84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F9651F7B-BF87-86A2-5CA6-BA936B27533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748016" y="4920908"/>
              <a:ext cx="142141" cy="135683"/>
            </a:xfrm>
            <a:custGeom>
              <a:avLst/>
              <a:gdLst>
                <a:gd name="connsiteX0" fmla="*/ 204 w 142141"/>
                <a:gd name="connsiteY0" fmla="*/ 18372 h 135683"/>
                <a:gd name="connsiteX1" fmla="*/ 8387 w 142141"/>
                <a:gd name="connsiteY1" fmla="*/ 17192 h 135683"/>
                <a:gd name="connsiteX2" fmla="*/ 19600 w 142141"/>
                <a:gd name="connsiteY2" fmla="*/ 36070 h 135683"/>
                <a:gd name="connsiteX3" fmla="*/ 19600 w 142141"/>
                <a:gd name="connsiteY3" fmla="*/ 109221 h 135683"/>
                <a:gd name="connsiteX4" fmla="*/ 810 w 142141"/>
                <a:gd name="connsiteY4" fmla="*/ 131343 h 135683"/>
                <a:gd name="connsiteX5" fmla="*/ 810 w 142141"/>
                <a:gd name="connsiteY5" fmla="*/ 135767 h 135683"/>
                <a:gd name="connsiteX6" fmla="*/ 65061 w 142141"/>
                <a:gd name="connsiteY6" fmla="*/ 135767 h 135683"/>
                <a:gd name="connsiteX7" fmla="*/ 65061 w 142141"/>
                <a:gd name="connsiteY7" fmla="*/ 131343 h 135683"/>
                <a:gd name="connsiteX8" fmla="*/ 45059 w 142141"/>
                <a:gd name="connsiteY8" fmla="*/ 116005 h 135683"/>
                <a:gd name="connsiteX9" fmla="*/ 45059 w 142141"/>
                <a:gd name="connsiteY9" fmla="*/ 33120 h 135683"/>
                <a:gd name="connsiteX10" fmla="*/ 76275 w 142141"/>
                <a:gd name="connsiteY10" fmla="*/ 16307 h 135683"/>
                <a:gd name="connsiteX11" fmla="*/ 98399 w 142141"/>
                <a:gd name="connsiteY11" fmla="*/ 44919 h 135683"/>
                <a:gd name="connsiteX12" fmla="*/ 98399 w 142141"/>
                <a:gd name="connsiteY12" fmla="*/ 106566 h 135683"/>
                <a:gd name="connsiteX13" fmla="*/ 79306 w 142141"/>
                <a:gd name="connsiteY13" fmla="*/ 131343 h 135683"/>
                <a:gd name="connsiteX14" fmla="*/ 79306 w 142141"/>
                <a:gd name="connsiteY14" fmla="*/ 135767 h 135683"/>
                <a:gd name="connsiteX15" fmla="*/ 142345 w 142141"/>
                <a:gd name="connsiteY15" fmla="*/ 135767 h 135683"/>
                <a:gd name="connsiteX16" fmla="*/ 142345 w 142141"/>
                <a:gd name="connsiteY16" fmla="*/ 131343 h 135683"/>
                <a:gd name="connsiteX17" fmla="*/ 123857 w 142141"/>
                <a:gd name="connsiteY17" fmla="*/ 111875 h 135683"/>
                <a:gd name="connsiteX18" fmla="*/ 123857 w 142141"/>
                <a:gd name="connsiteY18" fmla="*/ 44329 h 135683"/>
                <a:gd name="connsiteX19" fmla="*/ 88095 w 142141"/>
                <a:gd name="connsiteY19" fmla="*/ 84 h 135683"/>
                <a:gd name="connsiteX20" fmla="*/ 44149 w 142141"/>
                <a:gd name="connsiteY20" fmla="*/ 23976 h 135683"/>
                <a:gd name="connsiteX21" fmla="*/ 44149 w 142141"/>
                <a:gd name="connsiteY21" fmla="*/ 674 h 135683"/>
                <a:gd name="connsiteX22" fmla="*/ 42028 w 142141"/>
                <a:gd name="connsiteY22" fmla="*/ 84 h 135683"/>
                <a:gd name="connsiteX23" fmla="*/ 204 w 142141"/>
                <a:gd name="connsiteY23" fmla="*/ 13357 h 135683"/>
                <a:gd name="connsiteX24" fmla="*/ 204 w 142141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141" h="135683">
                  <a:moveTo>
                    <a:pt x="204" y="18372"/>
                  </a:moveTo>
                  <a:cubicBezTo>
                    <a:pt x="2022" y="17487"/>
                    <a:pt x="5053" y="17192"/>
                    <a:pt x="8387" y="17192"/>
                  </a:cubicBezTo>
                  <a:cubicBezTo>
                    <a:pt x="16873" y="17192"/>
                    <a:pt x="19600" y="21616"/>
                    <a:pt x="19600" y="36070"/>
                  </a:cubicBezTo>
                  <a:lnTo>
                    <a:pt x="19600" y="109221"/>
                  </a:lnTo>
                  <a:cubicBezTo>
                    <a:pt x="19600" y="126033"/>
                    <a:pt x="16267" y="130163"/>
                    <a:pt x="810" y="131343"/>
                  </a:cubicBezTo>
                  <a:lnTo>
                    <a:pt x="810" y="135767"/>
                  </a:lnTo>
                  <a:lnTo>
                    <a:pt x="65061" y="135767"/>
                  </a:lnTo>
                  <a:lnTo>
                    <a:pt x="65061" y="131343"/>
                  </a:lnTo>
                  <a:cubicBezTo>
                    <a:pt x="49605" y="130163"/>
                    <a:pt x="45059" y="126623"/>
                    <a:pt x="45059" y="116005"/>
                  </a:cubicBezTo>
                  <a:lnTo>
                    <a:pt x="45059" y="33120"/>
                  </a:lnTo>
                  <a:cubicBezTo>
                    <a:pt x="59606" y="19847"/>
                    <a:pt x="66274" y="16307"/>
                    <a:pt x="76275" y="16307"/>
                  </a:cubicBezTo>
                  <a:cubicBezTo>
                    <a:pt x="91126" y="16307"/>
                    <a:pt x="98399" y="25451"/>
                    <a:pt x="98399" y="44919"/>
                  </a:cubicBezTo>
                  <a:lnTo>
                    <a:pt x="98399" y="106566"/>
                  </a:lnTo>
                  <a:cubicBezTo>
                    <a:pt x="98399" y="125149"/>
                    <a:pt x="94459" y="130163"/>
                    <a:pt x="79306" y="131343"/>
                  </a:cubicBezTo>
                  <a:lnTo>
                    <a:pt x="79306" y="135767"/>
                  </a:lnTo>
                  <a:lnTo>
                    <a:pt x="142345" y="135767"/>
                  </a:lnTo>
                  <a:lnTo>
                    <a:pt x="142345" y="131343"/>
                  </a:lnTo>
                  <a:cubicBezTo>
                    <a:pt x="127494" y="129868"/>
                    <a:pt x="123857" y="126328"/>
                    <a:pt x="123857" y="111875"/>
                  </a:cubicBezTo>
                  <a:lnTo>
                    <a:pt x="123857" y="44329"/>
                  </a:lnTo>
                  <a:cubicBezTo>
                    <a:pt x="123857" y="16602"/>
                    <a:pt x="110522" y="84"/>
                    <a:pt x="88095" y="84"/>
                  </a:cubicBezTo>
                  <a:cubicBezTo>
                    <a:pt x="74154" y="84"/>
                    <a:pt x="64758" y="5098"/>
                    <a:pt x="44149" y="23976"/>
                  </a:cubicBezTo>
                  <a:lnTo>
                    <a:pt x="44149" y="674"/>
                  </a:lnTo>
                  <a:lnTo>
                    <a:pt x="42028" y="84"/>
                  </a:lnTo>
                  <a:cubicBezTo>
                    <a:pt x="27177" y="5393"/>
                    <a:pt x="16873" y="8638"/>
                    <a:pt x="204" y="13357"/>
                  </a:cubicBezTo>
                  <a:lnTo>
                    <a:pt x="204" y="1837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51BA8054-7E13-3DF3-2FC7-1502C2DDB46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899211" y="4885807"/>
              <a:ext cx="80617" cy="173733"/>
            </a:xfrm>
            <a:custGeom>
              <a:avLst/>
              <a:gdLst>
                <a:gd name="connsiteX0" fmla="*/ 73552 w 80617"/>
                <a:gd name="connsiteY0" fmla="*/ 38134 h 173733"/>
                <a:gd name="connsiteX1" fmla="*/ 42942 w 80617"/>
                <a:gd name="connsiteY1" fmla="*/ 38134 h 173733"/>
                <a:gd name="connsiteX2" fmla="*/ 42942 w 80617"/>
                <a:gd name="connsiteY2" fmla="*/ 3919 h 173733"/>
                <a:gd name="connsiteX3" fmla="*/ 40820 w 80617"/>
                <a:gd name="connsiteY3" fmla="*/ 84 h 173733"/>
                <a:gd name="connsiteX4" fmla="*/ 34759 w 80617"/>
                <a:gd name="connsiteY4" fmla="*/ 8343 h 173733"/>
                <a:gd name="connsiteX5" fmla="*/ 5361 w 80617"/>
                <a:gd name="connsiteY5" fmla="*/ 39904 h 173733"/>
                <a:gd name="connsiteX6" fmla="*/ 209 w 80617"/>
                <a:gd name="connsiteY6" fmla="*/ 45508 h 173733"/>
                <a:gd name="connsiteX7" fmla="*/ 1421 w 80617"/>
                <a:gd name="connsiteY7" fmla="*/ 47573 h 173733"/>
                <a:gd name="connsiteX8" fmla="*/ 17484 w 80617"/>
                <a:gd name="connsiteY8" fmla="*/ 47573 h 173733"/>
                <a:gd name="connsiteX9" fmla="*/ 17484 w 80617"/>
                <a:gd name="connsiteY9" fmla="*/ 136357 h 173733"/>
                <a:gd name="connsiteX10" fmla="*/ 44457 w 80617"/>
                <a:gd name="connsiteY10" fmla="*/ 173817 h 173733"/>
                <a:gd name="connsiteX11" fmla="*/ 80826 w 80617"/>
                <a:gd name="connsiteY11" fmla="*/ 151400 h 173733"/>
                <a:gd name="connsiteX12" fmla="*/ 76886 w 80617"/>
                <a:gd name="connsiteY12" fmla="*/ 148156 h 173733"/>
                <a:gd name="connsiteX13" fmla="*/ 58702 w 80617"/>
                <a:gd name="connsiteY13" fmla="*/ 158479 h 173733"/>
                <a:gd name="connsiteX14" fmla="*/ 42942 w 80617"/>
                <a:gd name="connsiteY14" fmla="*/ 131933 h 173733"/>
                <a:gd name="connsiteX15" fmla="*/ 42942 w 80617"/>
                <a:gd name="connsiteY15" fmla="*/ 47573 h 173733"/>
                <a:gd name="connsiteX16" fmla="*/ 73552 w 80617"/>
                <a:gd name="connsiteY16" fmla="*/ 47573 h 173733"/>
                <a:gd name="connsiteX17" fmla="*/ 73552 w 80617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17" h="173733">
                  <a:moveTo>
                    <a:pt x="73552" y="38134"/>
                  </a:moveTo>
                  <a:lnTo>
                    <a:pt x="42942" y="38134"/>
                  </a:lnTo>
                  <a:lnTo>
                    <a:pt x="42942" y="3919"/>
                  </a:lnTo>
                  <a:cubicBezTo>
                    <a:pt x="42942" y="969"/>
                    <a:pt x="42639" y="84"/>
                    <a:pt x="40820" y="84"/>
                  </a:cubicBezTo>
                  <a:cubicBezTo>
                    <a:pt x="38699" y="2739"/>
                    <a:pt x="36880" y="5393"/>
                    <a:pt x="34759" y="8343"/>
                  </a:cubicBezTo>
                  <a:cubicBezTo>
                    <a:pt x="23242" y="24566"/>
                    <a:pt x="10210" y="38724"/>
                    <a:pt x="5361" y="39904"/>
                  </a:cubicBezTo>
                  <a:cubicBezTo>
                    <a:pt x="2027" y="41969"/>
                    <a:pt x="209" y="44034"/>
                    <a:pt x="209" y="45508"/>
                  </a:cubicBezTo>
                  <a:cubicBezTo>
                    <a:pt x="209" y="46393"/>
                    <a:pt x="512" y="46983"/>
                    <a:pt x="1421" y="47573"/>
                  </a:cubicBezTo>
                  <a:lnTo>
                    <a:pt x="17484" y="47573"/>
                  </a:lnTo>
                  <a:lnTo>
                    <a:pt x="17484" y="136357"/>
                  </a:lnTo>
                  <a:cubicBezTo>
                    <a:pt x="17484" y="161134"/>
                    <a:pt x="26576" y="173817"/>
                    <a:pt x="44457" y="173817"/>
                  </a:cubicBezTo>
                  <a:cubicBezTo>
                    <a:pt x="59308" y="173817"/>
                    <a:pt x="70824" y="166738"/>
                    <a:pt x="80826" y="151400"/>
                  </a:cubicBezTo>
                  <a:lnTo>
                    <a:pt x="76886" y="148156"/>
                  </a:lnTo>
                  <a:cubicBezTo>
                    <a:pt x="70521" y="155530"/>
                    <a:pt x="65369" y="158479"/>
                    <a:pt x="58702" y="158479"/>
                  </a:cubicBezTo>
                  <a:cubicBezTo>
                    <a:pt x="47488" y="158479"/>
                    <a:pt x="42942" y="150515"/>
                    <a:pt x="42942" y="131933"/>
                  </a:cubicBezTo>
                  <a:lnTo>
                    <a:pt x="42942" y="47573"/>
                  </a:lnTo>
                  <a:lnTo>
                    <a:pt x="73552" y="47573"/>
                  </a:lnTo>
                  <a:lnTo>
                    <a:pt x="73552" y="3813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4FCDC65-A8CD-EE95-704F-70DB1D1BFA3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987416" y="4920908"/>
              <a:ext cx="120926" cy="138632"/>
            </a:xfrm>
            <a:custGeom>
              <a:avLst/>
              <a:gdLst>
                <a:gd name="connsiteX0" fmla="*/ 116288 w 120926"/>
                <a:gd name="connsiteY0" fmla="*/ 87393 h 138632"/>
                <a:gd name="connsiteX1" fmla="*/ 69312 w 120926"/>
                <a:gd name="connsiteY1" fmla="*/ 118364 h 138632"/>
                <a:gd name="connsiteX2" fmla="*/ 30216 w 120926"/>
                <a:gd name="connsiteY2" fmla="*/ 92998 h 138632"/>
                <a:gd name="connsiteX3" fmla="*/ 22033 w 120926"/>
                <a:gd name="connsiteY3" fmla="*/ 54062 h 138632"/>
                <a:gd name="connsiteX4" fmla="*/ 115379 w 120926"/>
                <a:gd name="connsiteY4" fmla="*/ 54062 h 138632"/>
                <a:gd name="connsiteX5" fmla="*/ 102347 w 120926"/>
                <a:gd name="connsiteY5" fmla="*/ 16897 h 138632"/>
                <a:gd name="connsiteX6" fmla="*/ 63554 w 120926"/>
                <a:gd name="connsiteY6" fmla="*/ 84 h 138632"/>
                <a:gd name="connsiteX7" fmla="*/ 22639 w 120926"/>
                <a:gd name="connsiteY7" fmla="*/ 15422 h 138632"/>
                <a:gd name="connsiteX8" fmla="*/ 211 w 120926"/>
                <a:gd name="connsiteY8" fmla="*/ 72645 h 138632"/>
                <a:gd name="connsiteX9" fmla="*/ 56886 w 120926"/>
                <a:gd name="connsiteY9" fmla="*/ 138717 h 138632"/>
                <a:gd name="connsiteX10" fmla="*/ 121138 w 120926"/>
                <a:gd name="connsiteY10" fmla="*/ 89458 h 138632"/>
                <a:gd name="connsiteX11" fmla="*/ 116288 w 120926"/>
                <a:gd name="connsiteY11" fmla="*/ 87393 h 138632"/>
                <a:gd name="connsiteX12" fmla="*/ 22639 w 120926"/>
                <a:gd name="connsiteY12" fmla="*/ 44624 h 138632"/>
                <a:gd name="connsiteX13" fmla="*/ 54765 w 120926"/>
                <a:gd name="connsiteY13" fmla="*/ 10703 h 138632"/>
                <a:gd name="connsiteX14" fmla="*/ 84466 w 120926"/>
                <a:gd name="connsiteY14" fmla="*/ 44624 h 138632"/>
                <a:gd name="connsiteX15" fmla="*/ 22639 w 120926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26" h="138632">
                  <a:moveTo>
                    <a:pt x="116288" y="87393"/>
                  </a:moveTo>
                  <a:cubicBezTo>
                    <a:pt x="101741" y="109811"/>
                    <a:pt x="88709" y="118364"/>
                    <a:pt x="69312" y="118364"/>
                  </a:cubicBezTo>
                  <a:cubicBezTo>
                    <a:pt x="52037" y="118364"/>
                    <a:pt x="39005" y="109811"/>
                    <a:pt x="30216" y="92998"/>
                  </a:cubicBezTo>
                  <a:cubicBezTo>
                    <a:pt x="24760" y="81789"/>
                    <a:pt x="22639" y="72055"/>
                    <a:pt x="22033" y="54062"/>
                  </a:cubicBezTo>
                  <a:lnTo>
                    <a:pt x="115379" y="54062"/>
                  </a:lnTo>
                  <a:cubicBezTo>
                    <a:pt x="112955" y="34890"/>
                    <a:pt x="109924" y="26336"/>
                    <a:pt x="102347" y="16897"/>
                  </a:cubicBezTo>
                  <a:cubicBezTo>
                    <a:pt x="93255" y="6278"/>
                    <a:pt x="79313" y="84"/>
                    <a:pt x="63554" y="84"/>
                  </a:cubicBezTo>
                  <a:cubicBezTo>
                    <a:pt x="48400" y="84"/>
                    <a:pt x="34156" y="5393"/>
                    <a:pt x="22639" y="15422"/>
                  </a:cubicBezTo>
                  <a:cubicBezTo>
                    <a:pt x="8394" y="27516"/>
                    <a:pt x="211" y="48458"/>
                    <a:pt x="211" y="72645"/>
                  </a:cubicBezTo>
                  <a:cubicBezTo>
                    <a:pt x="211" y="113350"/>
                    <a:pt x="22033" y="138717"/>
                    <a:pt x="56886" y="138717"/>
                  </a:cubicBezTo>
                  <a:cubicBezTo>
                    <a:pt x="85678" y="138717"/>
                    <a:pt x="108408" y="121314"/>
                    <a:pt x="121138" y="89458"/>
                  </a:cubicBezTo>
                  <a:lnTo>
                    <a:pt x="116288" y="87393"/>
                  </a:lnTo>
                  <a:close/>
                  <a:moveTo>
                    <a:pt x="22639" y="44624"/>
                  </a:moveTo>
                  <a:cubicBezTo>
                    <a:pt x="25973" y="21616"/>
                    <a:pt x="36277" y="10703"/>
                    <a:pt x="54765" y="10703"/>
                  </a:cubicBezTo>
                  <a:cubicBezTo>
                    <a:pt x="73252" y="10703"/>
                    <a:pt x="80526" y="18962"/>
                    <a:pt x="84466" y="44624"/>
                  </a:cubicBezTo>
                  <a:lnTo>
                    <a:pt x="22639" y="4462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F31B446D-D5CC-2D16-CD7E-E580CE4B8686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118832" y="4920908"/>
              <a:ext cx="133958" cy="199985"/>
            </a:xfrm>
            <a:custGeom>
              <a:avLst/>
              <a:gdLst>
                <a:gd name="connsiteX0" fmla="*/ 134174 w 133958"/>
                <a:gd name="connsiteY0" fmla="*/ 21322 h 199985"/>
                <a:gd name="connsiteX1" fmla="*/ 134174 w 133958"/>
                <a:gd name="connsiteY1" fmla="*/ 9818 h 199985"/>
                <a:gd name="connsiteX2" fmla="*/ 110837 w 133958"/>
                <a:gd name="connsiteY2" fmla="*/ 9818 h 199985"/>
                <a:gd name="connsiteX3" fmla="*/ 94168 w 133958"/>
                <a:gd name="connsiteY3" fmla="*/ 6869 h 199985"/>
                <a:gd name="connsiteX4" fmla="*/ 87501 w 133958"/>
                <a:gd name="connsiteY4" fmla="*/ 4509 h 199985"/>
                <a:gd name="connsiteX5" fmla="*/ 63255 w 133958"/>
                <a:gd name="connsiteY5" fmla="*/ 84 h 199985"/>
                <a:gd name="connsiteX6" fmla="*/ 12642 w 133958"/>
                <a:gd name="connsiteY6" fmla="*/ 48163 h 199985"/>
                <a:gd name="connsiteX7" fmla="*/ 40828 w 133958"/>
                <a:gd name="connsiteY7" fmla="*/ 87689 h 199985"/>
                <a:gd name="connsiteX8" fmla="*/ 27795 w 133958"/>
                <a:gd name="connsiteY8" fmla="*/ 99487 h 199985"/>
                <a:gd name="connsiteX9" fmla="*/ 13854 w 133958"/>
                <a:gd name="connsiteY9" fmla="*/ 119840 h 199985"/>
                <a:gd name="connsiteX10" fmla="*/ 29917 w 133958"/>
                <a:gd name="connsiteY10" fmla="*/ 135473 h 199985"/>
                <a:gd name="connsiteX11" fmla="*/ 216 w 133958"/>
                <a:gd name="connsiteY11" fmla="*/ 171458 h 199985"/>
                <a:gd name="connsiteX12" fmla="*/ 52647 w 133958"/>
                <a:gd name="connsiteY12" fmla="*/ 200070 h 199985"/>
                <a:gd name="connsiteX13" fmla="*/ 114777 w 133958"/>
                <a:gd name="connsiteY13" fmla="*/ 180012 h 199985"/>
                <a:gd name="connsiteX14" fmla="*/ 131446 w 133958"/>
                <a:gd name="connsiteY14" fmla="*/ 150221 h 199985"/>
                <a:gd name="connsiteX15" fmla="*/ 94775 w 133958"/>
                <a:gd name="connsiteY15" fmla="*/ 118660 h 199985"/>
                <a:gd name="connsiteX16" fmla="*/ 55678 w 133958"/>
                <a:gd name="connsiteY16" fmla="*/ 116890 h 199985"/>
                <a:gd name="connsiteX17" fmla="*/ 32038 w 133958"/>
                <a:gd name="connsiteY17" fmla="*/ 108926 h 199985"/>
                <a:gd name="connsiteX18" fmla="*/ 50223 w 133958"/>
                <a:gd name="connsiteY18" fmla="*/ 90343 h 199985"/>
                <a:gd name="connsiteX19" fmla="*/ 55981 w 133958"/>
                <a:gd name="connsiteY19" fmla="*/ 90933 h 199985"/>
                <a:gd name="connsiteX20" fmla="*/ 67498 w 133958"/>
                <a:gd name="connsiteY20" fmla="*/ 91818 h 199985"/>
                <a:gd name="connsiteX21" fmla="*/ 100230 w 133958"/>
                <a:gd name="connsiteY21" fmla="*/ 79430 h 199985"/>
                <a:gd name="connsiteX22" fmla="*/ 114777 w 133958"/>
                <a:gd name="connsiteY22" fmla="*/ 46099 h 199985"/>
                <a:gd name="connsiteX23" fmla="*/ 109019 w 133958"/>
                <a:gd name="connsiteY23" fmla="*/ 21322 h 199985"/>
                <a:gd name="connsiteX24" fmla="*/ 134174 w 133958"/>
                <a:gd name="connsiteY24" fmla="*/ 21322 h 199985"/>
                <a:gd name="connsiteX25" fmla="*/ 36281 w 133958"/>
                <a:gd name="connsiteY25" fmla="*/ 136358 h 199985"/>
                <a:gd name="connsiteX26" fmla="*/ 85379 w 133958"/>
                <a:gd name="connsiteY26" fmla="*/ 140192 h 199985"/>
                <a:gd name="connsiteX27" fmla="*/ 122960 w 133958"/>
                <a:gd name="connsiteY27" fmla="*/ 154645 h 199985"/>
                <a:gd name="connsiteX28" fmla="*/ 65680 w 133958"/>
                <a:gd name="connsiteY28" fmla="*/ 183257 h 199985"/>
                <a:gd name="connsiteX29" fmla="*/ 21431 w 133958"/>
                <a:gd name="connsiteY29" fmla="*/ 161724 h 199985"/>
                <a:gd name="connsiteX30" fmla="*/ 36281 w 133958"/>
                <a:gd name="connsiteY30" fmla="*/ 136358 h 199985"/>
                <a:gd name="connsiteX31" fmla="*/ 37797 w 133958"/>
                <a:gd name="connsiteY31" fmla="*/ 36070 h 199985"/>
                <a:gd name="connsiteX32" fmla="*/ 60224 w 133958"/>
                <a:gd name="connsiteY32" fmla="*/ 8343 h 199985"/>
                <a:gd name="connsiteX33" fmla="*/ 82349 w 133958"/>
                <a:gd name="connsiteY33" fmla="*/ 22207 h 199985"/>
                <a:gd name="connsiteX34" fmla="*/ 91441 w 133958"/>
                <a:gd name="connsiteY34" fmla="*/ 57602 h 199985"/>
                <a:gd name="connsiteX35" fmla="*/ 68710 w 133958"/>
                <a:gd name="connsiteY35" fmla="*/ 84444 h 199985"/>
                <a:gd name="connsiteX36" fmla="*/ 37797 w 133958"/>
                <a:gd name="connsiteY36" fmla="*/ 36955 h 199985"/>
                <a:gd name="connsiteX37" fmla="*/ 37797 w 133958"/>
                <a:gd name="connsiteY37" fmla="*/ 36070 h 19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958" h="199985">
                  <a:moveTo>
                    <a:pt x="134174" y="21322"/>
                  </a:moveTo>
                  <a:lnTo>
                    <a:pt x="134174" y="9818"/>
                  </a:lnTo>
                  <a:lnTo>
                    <a:pt x="110837" y="9818"/>
                  </a:lnTo>
                  <a:cubicBezTo>
                    <a:pt x="104776" y="9818"/>
                    <a:pt x="100230" y="8933"/>
                    <a:pt x="94168" y="6869"/>
                  </a:cubicBezTo>
                  <a:lnTo>
                    <a:pt x="87501" y="4509"/>
                  </a:lnTo>
                  <a:cubicBezTo>
                    <a:pt x="79318" y="1559"/>
                    <a:pt x="71135" y="84"/>
                    <a:pt x="63255" y="84"/>
                  </a:cubicBezTo>
                  <a:cubicBezTo>
                    <a:pt x="35069" y="84"/>
                    <a:pt x="12642" y="21322"/>
                    <a:pt x="12642" y="48163"/>
                  </a:cubicBezTo>
                  <a:cubicBezTo>
                    <a:pt x="12642" y="66746"/>
                    <a:pt x="20825" y="77955"/>
                    <a:pt x="40828" y="87689"/>
                  </a:cubicBezTo>
                  <a:cubicBezTo>
                    <a:pt x="35069" y="92998"/>
                    <a:pt x="29614" y="98012"/>
                    <a:pt x="27795" y="99487"/>
                  </a:cubicBezTo>
                  <a:cubicBezTo>
                    <a:pt x="17794" y="108041"/>
                    <a:pt x="13854" y="113940"/>
                    <a:pt x="13854" y="119840"/>
                  </a:cubicBezTo>
                  <a:cubicBezTo>
                    <a:pt x="13854" y="126034"/>
                    <a:pt x="17491" y="129573"/>
                    <a:pt x="29917" y="135473"/>
                  </a:cubicBezTo>
                  <a:cubicBezTo>
                    <a:pt x="8399" y="150811"/>
                    <a:pt x="216" y="160545"/>
                    <a:pt x="216" y="171458"/>
                  </a:cubicBezTo>
                  <a:cubicBezTo>
                    <a:pt x="216" y="187091"/>
                    <a:pt x="23855" y="200070"/>
                    <a:pt x="52647" y="200070"/>
                  </a:cubicBezTo>
                  <a:cubicBezTo>
                    <a:pt x="75378" y="200070"/>
                    <a:pt x="99018" y="192401"/>
                    <a:pt x="114777" y="180012"/>
                  </a:cubicBezTo>
                  <a:cubicBezTo>
                    <a:pt x="126294" y="170868"/>
                    <a:pt x="131446" y="161429"/>
                    <a:pt x="131446" y="150221"/>
                  </a:cubicBezTo>
                  <a:cubicBezTo>
                    <a:pt x="131446" y="131933"/>
                    <a:pt x="117202" y="119545"/>
                    <a:pt x="94775" y="118660"/>
                  </a:cubicBezTo>
                  <a:lnTo>
                    <a:pt x="55678" y="116890"/>
                  </a:lnTo>
                  <a:cubicBezTo>
                    <a:pt x="39615" y="116300"/>
                    <a:pt x="32038" y="113645"/>
                    <a:pt x="32038" y="108926"/>
                  </a:cubicBezTo>
                  <a:cubicBezTo>
                    <a:pt x="32038" y="103027"/>
                    <a:pt x="42040" y="92703"/>
                    <a:pt x="50223" y="90343"/>
                  </a:cubicBezTo>
                  <a:cubicBezTo>
                    <a:pt x="52950" y="90638"/>
                    <a:pt x="55072" y="90933"/>
                    <a:pt x="55981" y="90933"/>
                  </a:cubicBezTo>
                  <a:cubicBezTo>
                    <a:pt x="61740" y="91523"/>
                    <a:pt x="65680" y="91818"/>
                    <a:pt x="67498" y="91818"/>
                  </a:cubicBezTo>
                  <a:cubicBezTo>
                    <a:pt x="78712" y="91818"/>
                    <a:pt x="90835" y="87394"/>
                    <a:pt x="100230" y="79430"/>
                  </a:cubicBezTo>
                  <a:cubicBezTo>
                    <a:pt x="110231" y="71171"/>
                    <a:pt x="114777" y="60847"/>
                    <a:pt x="114777" y="46099"/>
                  </a:cubicBezTo>
                  <a:cubicBezTo>
                    <a:pt x="114777" y="37545"/>
                    <a:pt x="113262" y="30761"/>
                    <a:pt x="109019" y="21322"/>
                  </a:cubicBezTo>
                  <a:lnTo>
                    <a:pt x="134174" y="21322"/>
                  </a:lnTo>
                  <a:close/>
                  <a:moveTo>
                    <a:pt x="36281" y="136358"/>
                  </a:moveTo>
                  <a:cubicBezTo>
                    <a:pt x="46283" y="138422"/>
                    <a:pt x="70529" y="140192"/>
                    <a:pt x="85379" y="140192"/>
                  </a:cubicBezTo>
                  <a:cubicBezTo>
                    <a:pt x="112959" y="140192"/>
                    <a:pt x="122960" y="144027"/>
                    <a:pt x="122960" y="154645"/>
                  </a:cubicBezTo>
                  <a:cubicBezTo>
                    <a:pt x="122960" y="171753"/>
                    <a:pt x="99927" y="183257"/>
                    <a:pt x="65680" y="183257"/>
                  </a:cubicBezTo>
                  <a:cubicBezTo>
                    <a:pt x="39009" y="183257"/>
                    <a:pt x="21431" y="174703"/>
                    <a:pt x="21431" y="161724"/>
                  </a:cubicBezTo>
                  <a:cubicBezTo>
                    <a:pt x="21431" y="154940"/>
                    <a:pt x="23552" y="151106"/>
                    <a:pt x="36281" y="136358"/>
                  </a:cubicBezTo>
                  <a:close/>
                  <a:moveTo>
                    <a:pt x="37797" y="36070"/>
                  </a:moveTo>
                  <a:cubicBezTo>
                    <a:pt x="37797" y="18667"/>
                    <a:pt x="46283" y="8343"/>
                    <a:pt x="60224" y="8343"/>
                  </a:cubicBezTo>
                  <a:cubicBezTo>
                    <a:pt x="69619" y="8343"/>
                    <a:pt x="77499" y="13358"/>
                    <a:pt x="82349" y="22207"/>
                  </a:cubicBezTo>
                  <a:cubicBezTo>
                    <a:pt x="87804" y="32530"/>
                    <a:pt x="91441" y="46099"/>
                    <a:pt x="91441" y="57602"/>
                  </a:cubicBezTo>
                  <a:cubicBezTo>
                    <a:pt x="91441" y="74120"/>
                    <a:pt x="82652" y="84444"/>
                    <a:pt x="68710" y="84444"/>
                  </a:cubicBezTo>
                  <a:cubicBezTo>
                    <a:pt x="50526" y="84444"/>
                    <a:pt x="37797" y="65271"/>
                    <a:pt x="37797" y="36955"/>
                  </a:cubicBezTo>
                  <a:lnTo>
                    <a:pt x="37797" y="36070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53B0E56B-2907-89C9-991C-EEEFBE056078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263966" y="4920908"/>
              <a:ext cx="100014" cy="135683"/>
            </a:xfrm>
            <a:custGeom>
              <a:avLst/>
              <a:gdLst>
                <a:gd name="connsiteX0" fmla="*/ 827 w 100014"/>
                <a:gd name="connsiteY0" fmla="*/ 20732 h 135683"/>
                <a:gd name="connsiteX1" fmla="*/ 11434 w 100014"/>
                <a:gd name="connsiteY1" fmla="*/ 19552 h 135683"/>
                <a:gd name="connsiteX2" fmla="*/ 21739 w 100014"/>
                <a:gd name="connsiteY2" fmla="*/ 37249 h 135683"/>
                <a:gd name="connsiteX3" fmla="*/ 21739 w 100014"/>
                <a:gd name="connsiteY3" fmla="*/ 110990 h 135683"/>
                <a:gd name="connsiteX4" fmla="*/ 221 w 100014"/>
                <a:gd name="connsiteY4" fmla="*/ 131343 h 135683"/>
                <a:gd name="connsiteX5" fmla="*/ 221 w 100014"/>
                <a:gd name="connsiteY5" fmla="*/ 135767 h 135683"/>
                <a:gd name="connsiteX6" fmla="*/ 72958 w 100014"/>
                <a:gd name="connsiteY6" fmla="*/ 135767 h 135683"/>
                <a:gd name="connsiteX7" fmla="*/ 72958 w 100014"/>
                <a:gd name="connsiteY7" fmla="*/ 131343 h 135683"/>
                <a:gd name="connsiteX8" fmla="*/ 47197 w 100014"/>
                <a:gd name="connsiteY8" fmla="*/ 109221 h 135683"/>
                <a:gd name="connsiteX9" fmla="*/ 47197 w 100014"/>
                <a:gd name="connsiteY9" fmla="*/ 42854 h 135683"/>
                <a:gd name="connsiteX10" fmla="*/ 68412 w 100014"/>
                <a:gd name="connsiteY10" fmla="*/ 18667 h 135683"/>
                <a:gd name="connsiteX11" fmla="*/ 76292 w 100014"/>
                <a:gd name="connsiteY11" fmla="*/ 23091 h 135683"/>
                <a:gd name="connsiteX12" fmla="*/ 88415 w 100014"/>
                <a:gd name="connsiteY12" fmla="*/ 28991 h 135683"/>
                <a:gd name="connsiteX13" fmla="*/ 100235 w 100014"/>
                <a:gd name="connsiteY13" fmla="*/ 15717 h 135683"/>
                <a:gd name="connsiteX14" fmla="*/ 83566 w 100014"/>
                <a:gd name="connsiteY14" fmla="*/ 84 h 135683"/>
                <a:gd name="connsiteX15" fmla="*/ 47197 w 100014"/>
                <a:gd name="connsiteY15" fmla="*/ 27811 h 135683"/>
                <a:gd name="connsiteX16" fmla="*/ 47197 w 100014"/>
                <a:gd name="connsiteY16" fmla="*/ 674 h 135683"/>
                <a:gd name="connsiteX17" fmla="*/ 45682 w 100014"/>
                <a:gd name="connsiteY17" fmla="*/ 84 h 135683"/>
                <a:gd name="connsiteX18" fmla="*/ 827 w 100014"/>
                <a:gd name="connsiteY18" fmla="*/ 16012 h 135683"/>
                <a:gd name="connsiteX19" fmla="*/ 827 w 100014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14" h="135683">
                  <a:moveTo>
                    <a:pt x="827" y="20732"/>
                  </a:moveTo>
                  <a:cubicBezTo>
                    <a:pt x="5070" y="19847"/>
                    <a:pt x="7797" y="19552"/>
                    <a:pt x="11434" y="19552"/>
                  </a:cubicBezTo>
                  <a:cubicBezTo>
                    <a:pt x="19011" y="19552"/>
                    <a:pt x="21739" y="24271"/>
                    <a:pt x="21739" y="37249"/>
                  </a:cubicBezTo>
                  <a:lnTo>
                    <a:pt x="21739" y="110990"/>
                  </a:lnTo>
                  <a:cubicBezTo>
                    <a:pt x="21739" y="125739"/>
                    <a:pt x="19617" y="127803"/>
                    <a:pt x="221" y="131343"/>
                  </a:cubicBezTo>
                  <a:lnTo>
                    <a:pt x="221" y="135767"/>
                  </a:lnTo>
                  <a:lnTo>
                    <a:pt x="72958" y="135767"/>
                  </a:lnTo>
                  <a:lnTo>
                    <a:pt x="72958" y="131343"/>
                  </a:lnTo>
                  <a:cubicBezTo>
                    <a:pt x="52349" y="130458"/>
                    <a:pt x="47197" y="126033"/>
                    <a:pt x="47197" y="109221"/>
                  </a:cubicBezTo>
                  <a:lnTo>
                    <a:pt x="47197" y="42854"/>
                  </a:lnTo>
                  <a:cubicBezTo>
                    <a:pt x="47197" y="33415"/>
                    <a:pt x="60229" y="18667"/>
                    <a:pt x="68412" y="18667"/>
                  </a:cubicBezTo>
                  <a:cubicBezTo>
                    <a:pt x="70230" y="18667"/>
                    <a:pt x="72958" y="20142"/>
                    <a:pt x="76292" y="23091"/>
                  </a:cubicBezTo>
                  <a:cubicBezTo>
                    <a:pt x="81141" y="27221"/>
                    <a:pt x="84475" y="28991"/>
                    <a:pt x="88415" y="28991"/>
                  </a:cubicBezTo>
                  <a:cubicBezTo>
                    <a:pt x="95689" y="28991"/>
                    <a:pt x="100235" y="23976"/>
                    <a:pt x="100235" y="15717"/>
                  </a:cubicBezTo>
                  <a:cubicBezTo>
                    <a:pt x="100235" y="5983"/>
                    <a:pt x="93870" y="84"/>
                    <a:pt x="83566" y="84"/>
                  </a:cubicBezTo>
                  <a:cubicBezTo>
                    <a:pt x="70837" y="84"/>
                    <a:pt x="62047" y="6868"/>
                    <a:pt x="47197" y="27811"/>
                  </a:cubicBezTo>
                  <a:lnTo>
                    <a:pt x="47197" y="674"/>
                  </a:lnTo>
                  <a:lnTo>
                    <a:pt x="45682" y="84"/>
                  </a:lnTo>
                  <a:cubicBezTo>
                    <a:pt x="29619" y="6573"/>
                    <a:pt x="18708" y="10408"/>
                    <a:pt x="827" y="16012"/>
                  </a:cubicBezTo>
                  <a:lnTo>
                    <a:pt x="827" y="2073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BFC394D3-856D-A357-E440-C7DD33962616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374965" y="4920908"/>
              <a:ext cx="122744" cy="138632"/>
            </a:xfrm>
            <a:custGeom>
              <a:avLst/>
              <a:gdLst>
                <a:gd name="connsiteX0" fmla="*/ 122969 w 122744"/>
                <a:gd name="connsiteY0" fmla="*/ 116300 h 138632"/>
                <a:gd name="connsiteX1" fmla="*/ 109633 w 122744"/>
                <a:gd name="connsiteY1" fmla="*/ 121904 h 138632"/>
                <a:gd name="connsiteX2" fmla="*/ 100541 w 122744"/>
                <a:gd name="connsiteY2" fmla="*/ 104796 h 138632"/>
                <a:gd name="connsiteX3" fmla="*/ 100541 w 122744"/>
                <a:gd name="connsiteY3" fmla="*/ 47278 h 138632"/>
                <a:gd name="connsiteX4" fmla="*/ 94480 w 122744"/>
                <a:gd name="connsiteY4" fmla="*/ 16307 h 138632"/>
                <a:gd name="connsiteX5" fmla="*/ 56899 w 122744"/>
                <a:gd name="connsiteY5" fmla="*/ 84 h 138632"/>
                <a:gd name="connsiteX6" fmla="*/ 5982 w 122744"/>
                <a:gd name="connsiteY6" fmla="*/ 33120 h 138632"/>
                <a:gd name="connsiteX7" fmla="*/ 19015 w 122744"/>
                <a:gd name="connsiteY7" fmla="*/ 45803 h 138632"/>
                <a:gd name="connsiteX8" fmla="*/ 32653 w 122744"/>
                <a:gd name="connsiteY8" fmla="*/ 33415 h 138632"/>
                <a:gd name="connsiteX9" fmla="*/ 32047 w 122744"/>
                <a:gd name="connsiteY9" fmla="*/ 28696 h 138632"/>
                <a:gd name="connsiteX10" fmla="*/ 31138 w 122744"/>
                <a:gd name="connsiteY10" fmla="*/ 21616 h 138632"/>
                <a:gd name="connsiteX11" fmla="*/ 52959 w 122744"/>
                <a:gd name="connsiteY11" fmla="*/ 7163 h 138632"/>
                <a:gd name="connsiteX12" fmla="*/ 75992 w 122744"/>
                <a:gd name="connsiteY12" fmla="*/ 31645 h 138632"/>
                <a:gd name="connsiteX13" fmla="*/ 75992 w 122744"/>
                <a:gd name="connsiteY13" fmla="*/ 49638 h 138632"/>
                <a:gd name="connsiteX14" fmla="*/ 11135 w 122744"/>
                <a:gd name="connsiteY14" fmla="*/ 81494 h 138632"/>
                <a:gd name="connsiteX15" fmla="*/ 224 w 122744"/>
                <a:gd name="connsiteY15" fmla="*/ 107156 h 138632"/>
                <a:gd name="connsiteX16" fmla="*/ 32047 w 122744"/>
                <a:gd name="connsiteY16" fmla="*/ 138717 h 138632"/>
                <a:gd name="connsiteX17" fmla="*/ 76295 w 122744"/>
                <a:gd name="connsiteY17" fmla="*/ 117185 h 138632"/>
                <a:gd name="connsiteX18" fmla="*/ 95692 w 122744"/>
                <a:gd name="connsiteY18" fmla="*/ 138717 h 138632"/>
                <a:gd name="connsiteX19" fmla="*/ 122969 w 122744"/>
                <a:gd name="connsiteY19" fmla="*/ 123969 h 138632"/>
                <a:gd name="connsiteX20" fmla="*/ 122969 w 122744"/>
                <a:gd name="connsiteY20" fmla="*/ 116300 h 138632"/>
                <a:gd name="connsiteX21" fmla="*/ 75992 w 122744"/>
                <a:gd name="connsiteY21" fmla="*/ 99487 h 138632"/>
                <a:gd name="connsiteX22" fmla="*/ 68112 w 122744"/>
                <a:gd name="connsiteY22" fmla="*/ 114825 h 138632"/>
                <a:gd name="connsiteX23" fmla="*/ 45988 w 122744"/>
                <a:gd name="connsiteY23" fmla="*/ 121609 h 138632"/>
                <a:gd name="connsiteX24" fmla="*/ 26895 w 122744"/>
                <a:gd name="connsiteY24" fmla="*/ 98897 h 138632"/>
                <a:gd name="connsiteX25" fmla="*/ 26895 w 122744"/>
                <a:gd name="connsiteY25" fmla="*/ 97717 h 138632"/>
                <a:gd name="connsiteX26" fmla="*/ 75992 w 122744"/>
                <a:gd name="connsiteY26" fmla="*/ 56717 h 138632"/>
                <a:gd name="connsiteX27" fmla="*/ 75992 w 122744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744" h="138632">
                  <a:moveTo>
                    <a:pt x="122969" y="116300"/>
                  </a:moveTo>
                  <a:cubicBezTo>
                    <a:pt x="117816" y="120429"/>
                    <a:pt x="114179" y="121904"/>
                    <a:pt x="109633" y="121904"/>
                  </a:cubicBezTo>
                  <a:cubicBezTo>
                    <a:pt x="102663" y="121904"/>
                    <a:pt x="100541" y="117775"/>
                    <a:pt x="100541" y="104796"/>
                  </a:cubicBezTo>
                  <a:lnTo>
                    <a:pt x="100541" y="47278"/>
                  </a:lnTo>
                  <a:cubicBezTo>
                    <a:pt x="100541" y="31940"/>
                    <a:pt x="99026" y="23386"/>
                    <a:pt x="94480" y="16307"/>
                  </a:cubicBezTo>
                  <a:cubicBezTo>
                    <a:pt x="87812" y="5688"/>
                    <a:pt x="74780" y="84"/>
                    <a:pt x="56899" y="84"/>
                  </a:cubicBezTo>
                  <a:cubicBezTo>
                    <a:pt x="28410" y="84"/>
                    <a:pt x="5982" y="14537"/>
                    <a:pt x="5982" y="33120"/>
                  </a:cubicBezTo>
                  <a:cubicBezTo>
                    <a:pt x="5982" y="39904"/>
                    <a:pt x="12044" y="45803"/>
                    <a:pt x="19015" y="45803"/>
                  </a:cubicBezTo>
                  <a:cubicBezTo>
                    <a:pt x="26288" y="45803"/>
                    <a:pt x="32653" y="39904"/>
                    <a:pt x="32653" y="33415"/>
                  </a:cubicBezTo>
                  <a:cubicBezTo>
                    <a:pt x="32653" y="32235"/>
                    <a:pt x="32350" y="30760"/>
                    <a:pt x="32047" y="28696"/>
                  </a:cubicBezTo>
                  <a:cubicBezTo>
                    <a:pt x="31441" y="26041"/>
                    <a:pt x="31138" y="23681"/>
                    <a:pt x="31138" y="21616"/>
                  </a:cubicBezTo>
                  <a:cubicBezTo>
                    <a:pt x="31138" y="13652"/>
                    <a:pt x="40836" y="7163"/>
                    <a:pt x="52959" y="7163"/>
                  </a:cubicBezTo>
                  <a:cubicBezTo>
                    <a:pt x="67809" y="7163"/>
                    <a:pt x="75992" y="15717"/>
                    <a:pt x="75992" y="31645"/>
                  </a:cubicBezTo>
                  <a:lnTo>
                    <a:pt x="75992" y="49638"/>
                  </a:lnTo>
                  <a:cubicBezTo>
                    <a:pt x="29319" y="67926"/>
                    <a:pt x="24167" y="70285"/>
                    <a:pt x="11135" y="81494"/>
                  </a:cubicBezTo>
                  <a:cubicBezTo>
                    <a:pt x="4467" y="87393"/>
                    <a:pt x="224" y="97422"/>
                    <a:pt x="224" y="107156"/>
                  </a:cubicBezTo>
                  <a:cubicBezTo>
                    <a:pt x="224" y="125739"/>
                    <a:pt x="13559" y="138717"/>
                    <a:pt x="32047" y="138717"/>
                  </a:cubicBezTo>
                  <a:cubicBezTo>
                    <a:pt x="45382" y="138717"/>
                    <a:pt x="57808" y="132523"/>
                    <a:pt x="76295" y="117185"/>
                  </a:cubicBezTo>
                  <a:cubicBezTo>
                    <a:pt x="77811" y="132523"/>
                    <a:pt x="83266" y="138717"/>
                    <a:pt x="95692" y="138717"/>
                  </a:cubicBezTo>
                  <a:cubicBezTo>
                    <a:pt x="105996" y="138717"/>
                    <a:pt x="112361" y="135177"/>
                    <a:pt x="122969" y="123969"/>
                  </a:cubicBezTo>
                  <a:lnTo>
                    <a:pt x="122969" y="116300"/>
                  </a:lnTo>
                  <a:close/>
                  <a:moveTo>
                    <a:pt x="75992" y="99487"/>
                  </a:moveTo>
                  <a:cubicBezTo>
                    <a:pt x="75992" y="108631"/>
                    <a:pt x="74477" y="111285"/>
                    <a:pt x="68112" y="114825"/>
                  </a:cubicBezTo>
                  <a:cubicBezTo>
                    <a:pt x="60839" y="118954"/>
                    <a:pt x="52353" y="121609"/>
                    <a:pt x="45988" y="121609"/>
                  </a:cubicBezTo>
                  <a:cubicBezTo>
                    <a:pt x="35381" y="121609"/>
                    <a:pt x="26895" y="111580"/>
                    <a:pt x="26895" y="98897"/>
                  </a:cubicBezTo>
                  <a:lnTo>
                    <a:pt x="26895" y="97717"/>
                  </a:lnTo>
                  <a:cubicBezTo>
                    <a:pt x="26895" y="80314"/>
                    <a:pt x="39320" y="69695"/>
                    <a:pt x="75992" y="56717"/>
                  </a:cubicBezTo>
                  <a:lnTo>
                    <a:pt x="75992" y="99487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6123A712-C560-6194-FBB4-12D33735068D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504577" y="4855131"/>
              <a:ext cx="72131" cy="201460"/>
            </a:xfrm>
            <a:custGeom>
              <a:avLst/>
              <a:gdLst>
                <a:gd name="connsiteX0" fmla="*/ 228 w 72131"/>
                <a:gd name="connsiteY0" fmla="*/ 17782 h 201460"/>
                <a:gd name="connsiteX1" fmla="*/ 2047 w 72131"/>
                <a:gd name="connsiteY1" fmla="*/ 17782 h 201460"/>
                <a:gd name="connsiteX2" fmla="*/ 11442 w 72131"/>
                <a:gd name="connsiteY2" fmla="*/ 17192 h 201460"/>
                <a:gd name="connsiteX3" fmla="*/ 24171 w 72131"/>
                <a:gd name="connsiteY3" fmla="*/ 35184 h 201460"/>
                <a:gd name="connsiteX4" fmla="*/ 24171 w 72131"/>
                <a:gd name="connsiteY4" fmla="*/ 175882 h 201460"/>
                <a:gd name="connsiteX5" fmla="*/ 834 w 72131"/>
                <a:gd name="connsiteY5" fmla="*/ 197119 h 201460"/>
                <a:gd name="connsiteX6" fmla="*/ 834 w 72131"/>
                <a:gd name="connsiteY6" fmla="*/ 201544 h 201460"/>
                <a:gd name="connsiteX7" fmla="*/ 72360 w 72131"/>
                <a:gd name="connsiteY7" fmla="*/ 201544 h 201460"/>
                <a:gd name="connsiteX8" fmla="*/ 72360 w 72131"/>
                <a:gd name="connsiteY8" fmla="*/ 197119 h 201460"/>
                <a:gd name="connsiteX9" fmla="*/ 49629 w 72131"/>
                <a:gd name="connsiteY9" fmla="*/ 176767 h 201460"/>
                <a:gd name="connsiteX10" fmla="*/ 49629 w 72131"/>
                <a:gd name="connsiteY10" fmla="*/ 674 h 201460"/>
                <a:gd name="connsiteX11" fmla="*/ 48417 w 72131"/>
                <a:gd name="connsiteY11" fmla="*/ 84 h 201460"/>
                <a:gd name="connsiteX12" fmla="*/ 228 w 72131"/>
                <a:gd name="connsiteY12" fmla="*/ 13062 h 201460"/>
                <a:gd name="connsiteX13" fmla="*/ 228 w 72131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31" h="201460">
                  <a:moveTo>
                    <a:pt x="228" y="17782"/>
                  </a:moveTo>
                  <a:lnTo>
                    <a:pt x="2047" y="17782"/>
                  </a:lnTo>
                  <a:cubicBezTo>
                    <a:pt x="5381" y="17487"/>
                    <a:pt x="9017" y="17192"/>
                    <a:pt x="11442" y="17192"/>
                  </a:cubicBezTo>
                  <a:cubicBezTo>
                    <a:pt x="21140" y="17192"/>
                    <a:pt x="24171" y="21321"/>
                    <a:pt x="24171" y="35184"/>
                  </a:cubicBezTo>
                  <a:lnTo>
                    <a:pt x="24171" y="175882"/>
                  </a:lnTo>
                  <a:cubicBezTo>
                    <a:pt x="24171" y="191810"/>
                    <a:pt x="19928" y="195645"/>
                    <a:pt x="834" y="197119"/>
                  </a:cubicBezTo>
                  <a:lnTo>
                    <a:pt x="834" y="201544"/>
                  </a:lnTo>
                  <a:lnTo>
                    <a:pt x="72360" y="201544"/>
                  </a:lnTo>
                  <a:lnTo>
                    <a:pt x="72360" y="197119"/>
                  </a:lnTo>
                  <a:cubicBezTo>
                    <a:pt x="53266" y="195940"/>
                    <a:pt x="49629" y="192990"/>
                    <a:pt x="49629" y="176767"/>
                  </a:cubicBezTo>
                  <a:lnTo>
                    <a:pt x="49629" y="674"/>
                  </a:lnTo>
                  <a:lnTo>
                    <a:pt x="48417" y="84"/>
                  </a:lnTo>
                  <a:cubicBezTo>
                    <a:pt x="32657" y="5098"/>
                    <a:pt x="21140" y="8048"/>
                    <a:pt x="228" y="13062"/>
                  </a:cubicBezTo>
                  <a:lnTo>
                    <a:pt x="228" y="1778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721F3E0F-561E-B69F-5EE2-99F6CFC2A7D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668227" y="4920908"/>
              <a:ext cx="133655" cy="138632"/>
            </a:xfrm>
            <a:custGeom>
              <a:avLst/>
              <a:gdLst>
                <a:gd name="connsiteX0" fmla="*/ 67213 w 133655"/>
                <a:gd name="connsiteY0" fmla="*/ 84 h 138632"/>
                <a:gd name="connsiteX1" fmla="*/ 234 w 133655"/>
                <a:gd name="connsiteY1" fmla="*/ 69106 h 138632"/>
                <a:gd name="connsiteX2" fmla="*/ 66607 w 133655"/>
                <a:gd name="connsiteY2" fmla="*/ 138717 h 138632"/>
                <a:gd name="connsiteX3" fmla="*/ 133889 w 133655"/>
                <a:gd name="connsiteY3" fmla="*/ 66746 h 138632"/>
                <a:gd name="connsiteX4" fmla="*/ 67213 w 133655"/>
                <a:gd name="connsiteY4" fmla="*/ 84 h 138632"/>
                <a:gd name="connsiteX5" fmla="*/ 63273 w 133655"/>
                <a:gd name="connsiteY5" fmla="*/ 8343 h 138632"/>
                <a:gd name="connsiteX6" fmla="*/ 106612 w 133655"/>
                <a:gd name="connsiteY6" fmla="*/ 77070 h 138632"/>
                <a:gd name="connsiteX7" fmla="*/ 70244 w 133655"/>
                <a:gd name="connsiteY7" fmla="*/ 130458 h 138632"/>
                <a:gd name="connsiteX8" fmla="*/ 40846 w 133655"/>
                <a:gd name="connsiteY8" fmla="*/ 111580 h 138632"/>
                <a:gd name="connsiteX9" fmla="*/ 27510 w 133655"/>
                <a:gd name="connsiteY9" fmla="*/ 54652 h 138632"/>
                <a:gd name="connsiteX10" fmla="*/ 63273 w 133655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655" h="138632">
                  <a:moveTo>
                    <a:pt x="67213" y="84"/>
                  </a:moveTo>
                  <a:cubicBezTo>
                    <a:pt x="27813" y="84"/>
                    <a:pt x="234" y="28401"/>
                    <a:pt x="234" y="69106"/>
                  </a:cubicBezTo>
                  <a:cubicBezTo>
                    <a:pt x="234" y="108926"/>
                    <a:pt x="28420" y="138717"/>
                    <a:pt x="66607" y="138717"/>
                  </a:cubicBezTo>
                  <a:cubicBezTo>
                    <a:pt x="104794" y="138717"/>
                    <a:pt x="133889" y="107451"/>
                    <a:pt x="133889" y="66746"/>
                  </a:cubicBezTo>
                  <a:cubicBezTo>
                    <a:pt x="133889" y="28106"/>
                    <a:pt x="106006" y="84"/>
                    <a:pt x="67213" y="84"/>
                  </a:cubicBezTo>
                  <a:close/>
                  <a:moveTo>
                    <a:pt x="63273" y="8343"/>
                  </a:moveTo>
                  <a:cubicBezTo>
                    <a:pt x="88731" y="8343"/>
                    <a:pt x="106612" y="36660"/>
                    <a:pt x="106612" y="77070"/>
                  </a:cubicBezTo>
                  <a:cubicBezTo>
                    <a:pt x="106612" y="110400"/>
                    <a:pt x="92974" y="130458"/>
                    <a:pt x="70244" y="130458"/>
                  </a:cubicBezTo>
                  <a:cubicBezTo>
                    <a:pt x="58424" y="130458"/>
                    <a:pt x="47210" y="123379"/>
                    <a:pt x="40846" y="111580"/>
                  </a:cubicBezTo>
                  <a:cubicBezTo>
                    <a:pt x="32360" y="96242"/>
                    <a:pt x="27510" y="75595"/>
                    <a:pt x="27510" y="54652"/>
                  </a:cubicBezTo>
                  <a:cubicBezTo>
                    <a:pt x="27510" y="26631"/>
                    <a:pt x="41755" y="8343"/>
                    <a:pt x="63273" y="8343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308E90D8-4FDF-6460-77BA-71A3F7B27D1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812741" y="4923858"/>
              <a:ext cx="138807" cy="136863"/>
            </a:xfrm>
            <a:custGeom>
              <a:avLst/>
              <a:gdLst>
                <a:gd name="connsiteX0" fmla="*/ 139046 w 138807"/>
                <a:gd name="connsiteY0" fmla="*/ 84 h 136863"/>
                <a:gd name="connsiteX1" fmla="*/ 96919 w 138807"/>
                <a:gd name="connsiteY1" fmla="*/ 84 h 136863"/>
                <a:gd name="connsiteX2" fmla="*/ 96919 w 138807"/>
                <a:gd name="connsiteY2" fmla="*/ 4509 h 136863"/>
                <a:gd name="connsiteX3" fmla="*/ 111163 w 138807"/>
                <a:gd name="connsiteY3" fmla="*/ 13947 h 136863"/>
                <a:gd name="connsiteX4" fmla="*/ 109345 w 138807"/>
                <a:gd name="connsiteY4" fmla="*/ 22796 h 136863"/>
                <a:gd name="connsiteX5" fmla="*/ 79341 w 138807"/>
                <a:gd name="connsiteY5" fmla="*/ 99192 h 136863"/>
                <a:gd name="connsiteX6" fmla="*/ 48427 w 138807"/>
                <a:gd name="connsiteY6" fmla="*/ 23681 h 136863"/>
                <a:gd name="connsiteX7" fmla="*/ 45700 w 138807"/>
                <a:gd name="connsiteY7" fmla="*/ 12768 h 136863"/>
                <a:gd name="connsiteX8" fmla="*/ 59641 w 138807"/>
                <a:gd name="connsiteY8" fmla="*/ 4509 h 136863"/>
                <a:gd name="connsiteX9" fmla="*/ 59641 w 138807"/>
                <a:gd name="connsiteY9" fmla="*/ 84 h 136863"/>
                <a:gd name="connsiteX10" fmla="*/ 239 w 138807"/>
                <a:gd name="connsiteY10" fmla="*/ 84 h 136863"/>
                <a:gd name="connsiteX11" fmla="*/ 239 w 138807"/>
                <a:gd name="connsiteY11" fmla="*/ 4509 h 136863"/>
                <a:gd name="connsiteX12" fmla="*/ 27818 w 138807"/>
                <a:gd name="connsiteY12" fmla="*/ 38429 h 136863"/>
                <a:gd name="connsiteX13" fmla="*/ 64187 w 138807"/>
                <a:gd name="connsiteY13" fmla="*/ 123084 h 136863"/>
                <a:gd name="connsiteX14" fmla="*/ 66612 w 138807"/>
                <a:gd name="connsiteY14" fmla="*/ 129278 h 136863"/>
                <a:gd name="connsiteX15" fmla="*/ 72067 w 138807"/>
                <a:gd name="connsiteY15" fmla="*/ 136947 h 136863"/>
                <a:gd name="connsiteX16" fmla="*/ 80553 w 138807"/>
                <a:gd name="connsiteY16" fmla="*/ 122199 h 136863"/>
                <a:gd name="connsiteX17" fmla="*/ 119346 w 138807"/>
                <a:gd name="connsiteY17" fmla="*/ 27516 h 136863"/>
                <a:gd name="connsiteX18" fmla="*/ 139046 w 138807"/>
                <a:gd name="connsiteY18" fmla="*/ 4509 h 136863"/>
                <a:gd name="connsiteX19" fmla="*/ 139046 w 138807"/>
                <a:gd name="connsiteY19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807" h="136863">
                  <a:moveTo>
                    <a:pt x="139046" y="84"/>
                  </a:moveTo>
                  <a:lnTo>
                    <a:pt x="96919" y="84"/>
                  </a:lnTo>
                  <a:lnTo>
                    <a:pt x="96919" y="4509"/>
                  </a:lnTo>
                  <a:cubicBezTo>
                    <a:pt x="106617" y="5393"/>
                    <a:pt x="111163" y="8343"/>
                    <a:pt x="111163" y="13947"/>
                  </a:cubicBezTo>
                  <a:cubicBezTo>
                    <a:pt x="111163" y="16897"/>
                    <a:pt x="110557" y="19847"/>
                    <a:pt x="109345" y="22796"/>
                  </a:cubicBezTo>
                  <a:lnTo>
                    <a:pt x="79341" y="99192"/>
                  </a:lnTo>
                  <a:lnTo>
                    <a:pt x="48427" y="23681"/>
                  </a:lnTo>
                  <a:cubicBezTo>
                    <a:pt x="46609" y="19552"/>
                    <a:pt x="45700" y="15422"/>
                    <a:pt x="45700" y="12768"/>
                  </a:cubicBezTo>
                  <a:cubicBezTo>
                    <a:pt x="45700" y="7458"/>
                    <a:pt x="49033" y="5393"/>
                    <a:pt x="59641" y="4509"/>
                  </a:cubicBezTo>
                  <a:lnTo>
                    <a:pt x="59641" y="84"/>
                  </a:lnTo>
                  <a:lnTo>
                    <a:pt x="239" y="84"/>
                  </a:lnTo>
                  <a:lnTo>
                    <a:pt x="239" y="4509"/>
                  </a:lnTo>
                  <a:cubicBezTo>
                    <a:pt x="11755" y="5099"/>
                    <a:pt x="13877" y="8048"/>
                    <a:pt x="27818" y="38429"/>
                  </a:cubicBezTo>
                  <a:lnTo>
                    <a:pt x="64187" y="123084"/>
                  </a:lnTo>
                  <a:cubicBezTo>
                    <a:pt x="64793" y="124854"/>
                    <a:pt x="65702" y="126918"/>
                    <a:pt x="66612" y="129278"/>
                  </a:cubicBezTo>
                  <a:cubicBezTo>
                    <a:pt x="68430" y="134587"/>
                    <a:pt x="70248" y="136947"/>
                    <a:pt x="72067" y="136947"/>
                  </a:cubicBezTo>
                  <a:cubicBezTo>
                    <a:pt x="73885" y="136947"/>
                    <a:pt x="76007" y="133113"/>
                    <a:pt x="80553" y="122199"/>
                  </a:cubicBezTo>
                  <a:lnTo>
                    <a:pt x="119346" y="27516"/>
                  </a:lnTo>
                  <a:cubicBezTo>
                    <a:pt x="128135" y="7458"/>
                    <a:pt x="129954" y="5393"/>
                    <a:pt x="139046" y="4509"/>
                  </a:cubicBezTo>
                  <a:lnTo>
                    <a:pt x="139046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58D92DB1-84BF-AFF2-EE9A-2EDCB2AEDEC1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962104" y="4920908"/>
              <a:ext cx="120926" cy="138632"/>
            </a:xfrm>
            <a:custGeom>
              <a:avLst/>
              <a:gdLst>
                <a:gd name="connsiteX0" fmla="*/ 116320 w 120926"/>
                <a:gd name="connsiteY0" fmla="*/ 87393 h 138632"/>
                <a:gd name="connsiteX1" fmla="*/ 69344 w 120926"/>
                <a:gd name="connsiteY1" fmla="*/ 118364 h 138632"/>
                <a:gd name="connsiteX2" fmla="*/ 30248 w 120926"/>
                <a:gd name="connsiteY2" fmla="*/ 92998 h 138632"/>
                <a:gd name="connsiteX3" fmla="*/ 22065 w 120926"/>
                <a:gd name="connsiteY3" fmla="*/ 54062 h 138632"/>
                <a:gd name="connsiteX4" fmla="*/ 115411 w 120926"/>
                <a:gd name="connsiteY4" fmla="*/ 54062 h 138632"/>
                <a:gd name="connsiteX5" fmla="*/ 102379 w 120926"/>
                <a:gd name="connsiteY5" fmla="*/ 16897 h 138632"/>
                <a:gd name="connsiteX6" fmla="*/ 63586 w 120926"/>
                <a:gd name="connsiteY6" fmla="*/ 84 h 138632"/>
                <a:gd name="connsiteX7" fmla="*/ 22671 w 120926"/>
                <a:gd name="connsiteY7" fmla="*/ 15422 h 138632"/>
                <a:gd name="connsiteX8" fmla="*/ 243 w 120926"/>
                <a:gd name="connsiteY8" fmla="*/ 72645 h 138632"/>
                <a:gd name="connsiteX9" fmla="*/ 56918 w 120926"/>
                <a:gd name="connsiteY9" fmla="*/ 138717 h 138632"/>
                <a:gd name="connsiteX10" fmla="*/ 121169 w 120926"/>
                <a:gd name="connsiteY10" fmla="*/ 89458 h 138632"/>
                <a:gd name="connsiteX11" fmla="*/ 116320 w 120926"/>
                <a:gd name="connsiteY11" fmla="*/ 87393 h 138632"/>
                <a:gd name="connsiteX12" fmla="*/ 22671 w 120926"/>
                <a:gd name="connsiteY12" fmla="*/ 44624 h 138632"/>
                <a:gd name="connsiteX13" fmla="*/ 54797 w 120926"/>
                <a:gd name="connsiteY13" fmla="*/ 10703 h 138632"/>
                <a:gd name="connsiteX14" fmla="*/ 84498 w 120926"/>
                <a:gd name="connsiteY14" fmla="*/ 44624 h 138632"/>
                <a:gd name="connsiteX15" fmla="*/ 22671 w 120926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26" h="138632">
                  <a:moveTo>
                    <a:pt x="116320" y="87393"/>
                  </a:moveTo>
                  <a:cubicBezTo>
                    <a:pt x="101773" y="109811"/>
                    <a:pt x="88741" y="118364"/>
                    <a:pt x="69344" y="118364"/>
                  </a:cubicBezTo>
                  <a:cubicBezTo>
                    <a:pt x="52069" y="118364"/>
                    <a:pt x="39037" y="109811"/>
                    <a:pt x="30248" y="92998"/>
                  </a:cubicBezTo>
                  <a:cubicBezTo>
                    <a:pt x="24792" y="81789"/>
                    <a:pt x="22671" y="72055"/>
                    <a:pt x="22065" y="54062"/>
                  </a:cubicBezTo>
                  <a:lnTo>
                    <a:pt x="115411" y="54062"/>
                  </a:lnTo>
                  <a:cubicBezTo>
                    <a:pt x="112986" y="34890"/>
                    <a:pt x="109956" y="26336"/>
                    <a:pt x="102379" y="16897"/>
                  </a:cubicBezTo>
                  <a:cubicBezTo>
                    <a:pt x="93287" y="6278"/>
                    <a:pt x="79345" y="84"/>
                    <a:pt x="63586" y="84"/>
                  </a:cubicBezTo>
                  <a:cubicBezTo>
                    <a:pt x="48432" y="84"/>
                    <a:pt x="34188" y="5393"/>
                    <a:pt x="22671" y="15422"/>
                  </a:cubicBezTo>
                  <a:cubicBezTo>
                    <a:pt x="8426" y="27516"/>
                    <a:pt x="243" y="48458"/>
                    <a:pt x="243" y="72645"/>
                  </a:cubicBezTo>
                  <a:cubicBezTo>
                    <a:pt x="243" y="113350"/>
                    <a:pt x="22065" y="138717"/>
                    <a:pt x="56918" y="138717"/>
                  </a:cubicBezTo>
                  <a:cubicBezTo>
                    <a:pt x="85710" y="138717"/>
                    <a:pt x="108440" y="121314"/>
                    <a:pt x="121169" y="89458"/>
                  </a:cubicBezTo>
                  <a:lnTo>
                    <a:pt x="116320" y="87393"/>
                  </a:lnTo>
                  <a:close/>
                  <a:moveTo>
                    <a:pt x="22671" y="44624"/>
                  </a:moveTo>
                  <a:cubicBezTo>
                    <a:pt x="26005" y="21616"/>
                    <a:pt x="36309" y="10703"/>
                    <a:pt x="54797" y="10703"/>
                  </a:cubicBezTo>
                  <a:cubicBezTo>
                    <a:pt x="73284" y="10703"/>
                    <a:pt x="80558" y="18962"/>
                    <a:pt x="84498" y="44624"/>
                  </a:cubicBezTo>
                  <a:lnTo>
                    <a:pt x="22671" y="4462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B829B104-88C4-E551-DF75-ED243A6290D4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091110" y="4920908"/>
              <a:ext cx="100014" cy="135683"/>
            </a:xfrm>
            <a:custGeom>
              <a:avLst/>
              <a:gdLst>
                <a:gd name="connsiteX0" fmla="*/ 854 w 100014"/>
                <a:gd name="connsiteY0" fmla="*/ 20732 h 135683"/>
                <a:gd name="connsiteX1" fmla="*/ 11461 w 100014"/>
                <a:gd name="connsiteY1" fmla="*/ 19552 h 135683"/>
                <a:gd name="connsiteX2" fmla="*/ 21766 w 100014"/>
                <a:gd name="connsiteY2" fmla="*/ 37249 h 135683"/>
                <a:gd name="connsiteX3" fmla="*/ 21766 w 100014"/>
                <a:gd name="connsiteY3" fmla="*/ 110990 h 135683"/>
                <a:gd name="connsiteX4" fmla="*/ 248 w 100014"/>
                <a:gd name="connsiteY4" fmla="*/ 131343 h 135683"/>
                <a:gd name="connsiteX5" fmla="*/ 248 w 100014"/>
                <a:gd name="connsiteY5" fmla="*/ 135767 h 135683"/>
                <a:gd name="connsiteX6" fmla="*/ 72985 w 100014"/>
                <a:gd name="connsiteY6" fmla="*/ 135767 h 135683"/>
                <a:gd name="connsiteX7" fmla="*/ 72985 w 100014"/>
                <a:gd name="connsiteY7" fmla="*/ 131343 h 135683"/>
                <a:gd name="connsiteX8" fmla="*/ 47224 w 100014"/>
                <a:gd name="connsiteY8" fmla="*/ 109221 h 135683"/>
                <a:gd name="connsiteX9" fmla="*/ 47224 w 100014"/>
                <a:gd name="connsiteY9" fmla="*/ 42854 h 135683"/>
                <a:gd name="connsiteX10" fmla="*/ 68439 w 100014"/>
                <a:gd name="connsiteY10" fmla="*/ 18667 h 135683"/>
                <a:gd name="connsiteX11" fmla="*/ 76319 w 100014"/>
                <a:gd name="connsiteY11" fmla="*/ 23091 h 135683"/>
                <a:gd name="connsiteX12" fmla="*/ 88442 w 100014"/>
                <a:gd name="connsiteY12" fmla="*/ 28991 h 135683"/>
                <a:gd name="connsiteX13" fmla="*/ 100262 w 100014"/>
                <a:gd name="connsiteY13" fmla="*/ 15717 h 135683"/>
                <a:gd name="connsiteX14" fmla="*/ 83593 w 100014"/>
                <a:gd name="connsiteY14" fmla="*/ 84 h 135683"/>
                <a:gd name="connsiteX15" fmla="*/ 47224 w 100014"/>
                <a:gd name="connsiteY15" fmla="*/ 27811 h 135683"/>
                <a:gd name="connsiteX16" fmla="*/ 47224 w 100014"/>
                <a:gd name="connsiteY16" fmla="*/ 674 h 135683"/>
                <a:gd name="connsiteX17" fmla="*/ 45709 w 100014"/>
                <a:gd name="connsiteY17" fmla="*/ 84 h 135683"/>
                <a:gd name="connsiteX18" fmla="*/ 854 w 100014"/>
                <a:gd name="connsiteY18" fmla="*/ 16012 h 135683"/>
                <a:gd name="connsiteX19" fmla="*/ 854 w 100014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14" h="135683">
                  <a:moveTo>
                    <a:pt x="854" y="20732"/>
                  </a:moveTo>
                  <a:cubicBezTo>
                    <a:pt x="5097" y="19847"/>
                    <a:pt x="7824" y="19552"/>
                    <a:pt x="11461" y="19552"/>
                  </a:cubicBezTo>
                  <a:cubicBezTo>
                    <a:pt x="19038" y="19552"/>
                    <a:pt x="21766" y="24271"/>
                    <a:pt x="21766" y="37249"/>
                  </a:cubicBezTo>
                  <a:lnTo>
                    <a:pt x="21766" y="110990"/>
                  </a:lnTo>
                  <a:cubicBezTo>
                    <a:pt x="21766" y="125739"/>
                    <a:pt x="19644" y="127803"/>
                    <a:pt x="248" y="131343"/>
                  </a:cubicBezTo>
                  <a:lnTo>
                    <a:pt x="248" y="135767"/>
                  </a:lnTo>
                  <a:lnTo>
                    <a:pt x="72985" y="135767"/>
                  </a:lnTo>
                  <a:lnTo>
                    <a:pt x="72985" y="131343"/>
                  </a:lnTo>
                  <a:cubicBezTo>
                    <a:pt x="52376" y="130458"/>
                    <a:pt x="47224" y="126033"/>
                    <a:pt x="47224" y="109221"/>
                  </a:cubicBezTo>
                  <a:lnTo>
                    <a:pt x="47224" y="42854"/>
                  </a:lnTo>
                  <a:cubicBezTo>
                    <a:pt x="47224" y="33415"/>
                    <a:pt x="60256" y="18667"/>
                    <a:pt x="68439" y="18667"/>
                  </a:cubicBezTo>
                  <a:cubicBezTo>
                    <a:pt x="70258" y="18667"/>
                    <a:pt x="72985" y="20142"/>
                    <a:pt x="76319" y="23091"/>
                  </a:cubicBezTo>
                  <a:cubicBezTo>
                    <a:pt x="81168" y="27221"/>
                    <a:pt x="84502" y="28991"/>
                    <a:pt x="88442" y="28991"/>
                  </a:cubicBezTo>
                  <a:cubicBezTo>
                    <a:pt x="95716" y="28991"/>
                    <a:pt x="100262" y="23976"/>
                    <a:pt x="100262" y="15717"/>
                  </a:cubicBezTo>
                  <a:cubicBezTo>
                    <a:pt x="100262" y="5983"/>
                    <a:pt x="93897" y="84"/>
                    <a:pt x="83593" y="84"/>
                  </a:cubicBezTo>
                  <a:cubicBezTo>
                    <a:pt x="70864" y="84"/>
                    <a:pt x="62075" y="6868"/>
                    <a:pt x="47224" y="27811"/>
                  </a:cubicBezTo>
                  <a:lnTo>
                    <a:pt x="47224" y="674"/>
                  </a:lnTo>
                  <a:lnTo>
                    <a:pt x="45709" y="84"/>
                  </a:lnTo>
                  <a:cubicBezTo>
                    <a:pt x="29646" y="6573"/>
                    <a:pt x="18735" y="10408"/>
                    <a:pt x="854" y="16012"/>
                  </a:cubicBezTo>
                  <a:lnTo>
                    <a:pt x="854" y="2073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7F7DEF8E-E666-BEC3-EC87-AB851E7FEB55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270887" y="4885807"/>
              <a:ext cx="80617" cy="173733"/>
            </a:xfrm>
            <a:custGeom>
              <a:avLst/>
              <a:gdLst>
                <a:gd name="connsiteX0" fmla="*/ 73597 w 80617"/>
                <a:gd name="connsiteY0" fmla="*/ 38134 h 173733"/>
                <a:gd name="connsiteX1" fmla="*/ 42987 w 80617"/>
                <a:gd name="connsiteY1" fmla="*/ 38134 h 173733"/>
                <a:gd name="connsiteX2" fmla="*/ 42987 w 80617"/>
                <a:gd name="connsiteY2" fmla="*/ 3919 h 173733"/>
                <a:gd name="connsiteX3" fmla="*/ 40865 w 80617"/>
                <a:gd name="connsiteY3" fmla="*/ 84 h 173733"/>
                <a:gd name="connsiteX4" fmla="*/ 34804 w 80617"/>
                <a:gd name="connsiteY4" fmla="*/ 8343 h 173733"/>
                <a:gd name="connsiteX5" fmla="*/ 5406 w 80617"/>
                <a:gd name="connsiteY5" fmla="*/ 39904 h 173733"/>
                <a:gd name="connsiteX6" fmla="*/ 253 w 80617"/>
                <a:gd name="connsiteY6" fmla="*/ 45508 h 173733"/>
                <a:gd name="connsiteX7" fmla="*/ 1466 w 80617"/>
                <a:gd name="connsiteY7" fmla="*/ 47573 h 173733"/>
                <a:gd name="connsiteX8" fmla="*/ 17529 w 80617"/>
                <a:gd name="connsiteY8" fmla="*/ 47573 h 173733"/>
                <a:gd name="connsiteX9" fmla="*/ 17529 w 80617"/>
                <a:gd name="connsiteY9" fmla="*/ 136357 h 173733"/>
                <a:gd name="connsiteX10" fmla="*/ 44502 w 80617"/>
                <a:gd name="connsiteY10" fmla="*/ 173817 h 173733"/>
                <a:gd name="connsiteX11" fmla="*/ 80871 w 80617"/>
                <a:gd name="connsiteY11" fmla="*/ 151400 h 173733"/>
                <a:gd name="connsiteX12" fmla="*/ 76931 w 80617"/>
                <a:gd name="connsiteY12" fmla="*/ 148156 h 173733"/>
                <a:gd name="connsiteX13" fmla="*/ 58747 w 80617"/>
                <a:gd name="connsiteY13" fmla="*/ 158479 h 173733"/>
                <a:gd name="connsiteX14" fmla="*/ 42987 w 80617"/>
                <a:gd name="connsiteY14" fmla="*/ 131933 h 173733"/>
                <a:gd name="connsiteX15" fmla="*/ 42987 w 80617"/>
                <a:gd name="connsiteY15" fmla="*/ 47573 h 173733"/>
                <a:gd name="connsiteX16" fmla="*/ 73597 w 80617"/>
                <a:gd name="connsiteY16" fmla="*/ 47573 h 173733"/>
                <a:gd name="connsiteX17" fmla="*/ 73597 w 80617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17" h="173733">
                  <a:moveTo>
                    <a:pt x="73597" y="38134"/>
                  </a:moveTo>
                  <a:lnTo>
                    <a:pt x="42987" y="38134"/>
                  </a:lnTo>
                  <a:lnTo>
                    <a:pt x="42987" y="3919"/>
                  </a:lnTo>
                  <a:cubicBezTo>
                    <a:pt x="42987" y="969"/>
                    <a:pt x="42684" y="84"/>
                    <a:pt x="40865" y="84"/>
                  </a:cubicBezTo>
                  <a:cubicBezTo>
                    <a:pt x="38744" y="2739"/>
                    <a:pt x="36925" y="5393"/>
                    <a:pt x="34804" y="8343"/>
                  </a:cubicBezTo>
                  <a:cubicBezTo>
                    <a:pt x="23287" y="24566"/>
                    <a:pt x="10255" y="38724"/>
                    <a:pt x="5406" y="39904"/>
                  </a:cubicBezTo>
                  <a:cubicBezTo>
                    <a:pt x="2072" y="41969"/>
                    <a:pt x="253" y="44034"/>
                    <a:pt x="253" y="45508"/>
                  </a:cubicBezTo>
                  <a:cubicBezTo>
                    <a:pt x="253" y="46393"/>
                    <a:pt x="557" y="46983"/>
                    <a:pt x="1466" y="47573"/>
                  </a:cubicBezTo>
                  <a:lnTo>
                    <a:pt x="17529" y="47573"/>
                  </a:lnTo>
                  <a:lnTo>
                    <a:pt x="17529" y="136357"/>
                  </a:lnTo>
                  <a:cubicBezTo>
                    <a:pt x="17529" y="161134"/>
                    <a:pt x="26621" y="173817"/>
                    <a:pt x="44502" y="173817"/>
                  </a:cubicBezTo>
                  <a:cubicBezTo>
                    <a:pt x="59353" y="173817"/>
                    <a:pt x="70869" y="166738"/>
                    <a:pt x="80871" y="151400"/>
                  </a:cubicBezTo>
                  <a:lnTo>
                    <a:pt x="76931" y="148156"/>
                  </a:lnTo>
                  <a:cubicBezTo>
                    <a:pt x="70566" y="155530"/>
                    <a:pt x="65414" y="158479"/>
                    <a:pt x="58747" y="158479"/>
                  </a:cubicBezTo>
                  <a:cubicBezTo>
                    <a:pt x="47533" y="158479"/>
                    <a:pt x="42987" y="150515"/>
                    <a:pt x="42987" y="131933"/>
                  </a:cubicBezTo>
                  <a:lnTo>
                    <a:pt x="42987" y="47573"/>
                  </a:lnTo>
                  <a:lnTo>
                    <a:pt x="73597" y="47573"/>
                  </a:lnTo>
                  <a:lnTo>
                    <a:pt x="73597" y="3813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51804899-7051-909B-AF15-EA1D18437DA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357879" y="4923858"/>
              <a:ext cx="203967" cy="136863"/>
            </a:xfrm>
            <a:custGeom>
              <a:avLst/>
              <a:gdLst>
                <a:gd name="connsiteX0" fmla="*/ 166947 w 203967"/>
                <a:gd name="connsiteY0" fmla="*/ 84 h 136863"/>
                <a:gd name="connsiteX1" fmla="*/ 166947 w 203967"/>
                <a:gd name="connsiteY1" fmla="*/ 4509 h 136863"/>
                <a:gd name="connsiteX2" fmla="*/ 180282 w 203967"/>
                <a:gd name="connsiteY2" fmla="*/ 13652 h 136863"/>
                <a:gd name="connsiteX3" fmla="*/ 175130 w 203967"/>
                <a:gd name="connsiteY3" fmla="*/ 33120 h 136863"/>
                <a:gd name="connsiteX4" fmla="*/ 147853 w 203967"/>
                <a:gd name="connsiteY4" fmla="*/ 98602 h 136863"/>
                <a:gd name="connsiteX5" fmla="*/ 122395 w 203967"/>
                <a:gd name="connsiteY5" fmla="*/ 32530 h 136863"/>
                <a:gd name="connsiteX6" fmla="*/ 117243 w 203967"/>
                <a:gd name="connsiteY6" fmla="*/ 15127 h 136863"/>
                <a:gd name="connsiteX7" fmla="*/ 134821 w 203967"/>
                <a:gd name="connsiteY7" fmla="*/ 4509 h 136863"/>
                <a:gd name="connsiteX8" fmla="*/ 134821 w 203967"/>
                <a:gd name="connsiteY8" fmla="*/ 84 h 136863"/>
                <a:gd name="connsiteX9" fmla="*/ 73297 w 203967"/>
                <a:gd name="connsiteY9" fmla="*/ 84 h 136863"/>
                <a:gd name="connsiteX10" fmla="*/ 73297 w 203967"/>
                <a:gd name="connsiteY10" fmla="*/ 4509 h 136863"/>
                <a:gd name="connsiteX11" fmla="*/ 94209 w 203967"/>
                <a:gd name="connsiteY11" fmla="*/ 24861 h 136863"/>
                <a:gd name="connsiteX12" fmla="*/ 100271 w 203967"/>
                <a:gd name="connsiteY12" fmla="*/ 41379 h 136863"/>
                <a:gd name="connsiteX13" fmla="*/ 72691 w 203967"/>
                <a:gd name="connsiteY13" fmla="*/ 100077 h 136863"/>
                <a:gd name="connsiteX14" fmla="*/ 42687 w 203967"/>
                <a:gd name="connsiteY14" fmla="*/ 23091 h 136863"/>
                <a:gd name="connsiteX15" fmla="*/ 40869 w 203967"/>
                <a:gd name="connsiteY15" fmla="*/ 14242 h 136863"/>
                <a:gd name="connsiteX16" fmla="*/ 54810 w 203967"/>
                <a:gd name="connsiteY16" fmla="*/ 4509 h 136863"/>
                <a:gd name="connsiteX17" fmla="*/ 54810 w 203967"/>
                <a:gd name="connsiteY17" fmla="*/ 84 h 136863"/>
                <a:gd name="connsiteX18" fmla="*/ 257 w 203967"/>
                <a:gd name="connsiteY18" fmla="*/ 84 h 136863"/>
                <a:gd name="connsiteX19" fmla="*/ 257 w 203967"/>
                <a:gd name="connsiteY19" fmla="*/ 4509 h 136863"/>
                <a:gd name="connsiteX20" fmla="*/ 16320 w 203967"/>
                <a:gd name="connsiteY20" fmla="*/ 23091 h 136863"/>
                <a:gd name="connsiteX21" fmla="*/ 57234 w 203967"/>
                <a:gd name="connsiteY21" fmla="*/ 123969 h 136863"/>
                <a:gd name="connsiteX22" fmla="*/ 65114 w 203967"/>
                <a:gd name="connsiteY22" fmla="*/ 136947 h 136863"/>
                <a:gd name="connsiteX23" fmla="*/ 72691 w 203967"/>
                <a:gd name="connsiteY23" fmla="*/ 125444 h 136863"/>
                <a:gd name="connsiteX24" fmla="*/ 106635 w 203967"/>
                <a:gd name="connsiteY24" fmla="*/ 54652 h 136863"/>
                <a:gd name="connsiteX25" fmla="*/ 134215 w 203967"/>
                <a:gd name="connsiteY25" fmla="*/ 124264 h 136863"/>
                <a:gd name="connsiteX26" fmla="*/ 141489 w 203967"/>
                <a:gd name="connsiteY26" fmla="*/ 136947 h 136863"/>
                <a:gd name="connsiteX27" fmla="*/ 149975 w 203967"/>
                <a:gd name="connsiteY27" fmla="*/ 122494 h 136863"/>
                <a:gd name="connsiteX28" fmla="*/ 191799 w 203967"/>
                <a:gd name="connsiteY28" fmla="*/ 20437 h 136863"/>
                <a:gd name="connsiteX29" fmla="*/ 204225 w 203967"/>
                <a:gd name="connsiteY29" fmla="*/ 4509 h 136863"/>
                <a:gd name="connsiteX30" fmla="*/ 204225 w 203967"/>
                <a:gd name="connsiteY30" fmla="*/ 84 h 136863"/>
                <a:gd name="connsiteX31" fmla="*/ 166947 w 203967"/>
                <a:gd name="connsiteY31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967" h="136863">
                  <a:moveTo>
                    <a:pt x="166947" y="84"/>
                  </a:moveTo>
                  <a:lnTo>
                    <a:pt x="166947" y="4509"/>
                  </a:lnTo>
                  <a:cubicBezTo>
                    <a:pt x="177251" y="6573"/>
                    <a:pt x="180282" y="8638"/>
                    <a:pt x="180282" y="13652"/>
                  </a:cubicBezTo>
                  <a:cubicBezTo>
                    <a:pt x="180282" y="18077"/>
                    <a:pt x="178464" y="25156"/>
                    <a:pt x="175130" y="33120"/>
                  </a:cubicBezTo>
                  <a:lnTo>
                    <a:pt x="147853" y="98602"/>
                  </a:lnTo>
                  <a:lnTo>
                    <a:pt x="122395" y="32530"/>
                  </a:lnTo>
                  <a:cubicBezTo>
                    <a:pt x="117243" y="18962"/>
                    <a:pt x="117243" y="18962"/>
                    <a:pt x="117243" y="15127"/>
                  </a:cubicBezTo>
                  <a:cubicBezTo>
                    <a:pt x="117243" y="8638"/>
                    <a:pt x="120577" y="6573"/>
                    <a:pt x="134821" y="4509"/>
                  </a:cubicBezTo>
                  <a:lnTo>
                    <a:pt x="134821" y="84"/>
                  </a:lnTo>
                  <a:lnTo>
                    <a:pt x="73297" y="84"/>
                  </a:lnTo>
                  <a:lnTo>
                    <a:pt x="73297" y="4509"/>
                  </a:lnTo>
                  <a:cubicBezTo>
                    <a:pt x="84511" y="5688"/>
                    <a:pt x="88148" y="8933"/>
                    <a:pt x="94209" y="24861"/>
                  </a:cubicBezTo>
                  <a:cubicBezTo>
                    <a:pt x="96331" y="30465"/>
                    <a:pt x="98452" y="36070"/>
                    <a:pt x="100271" y="41379"/>
                  </a:cubicBezTo>
                  <a:lnTo>
                    <a:pt x="72691" y="100077"/>
                  </a:lnTo>
                  <a:lnTo>
                    <a:pt x="42687" y="23091"/>
                  </a:lnTo>
                  <a:cubicBezTo>
                    <a:pt x="41475" y="20142"/>
                    <a:pt x="40869" y="17192"/>
                    <a:pt x="40869" y="14242"/>
                  </a:cubicBezTo>
                  <a:cubicBezTo>
                    <a:pt x="40869" y="8048"/>
                    <a:pt x="44505" y="5688"/>
                    <a:pt x="54810" y="4509"/>
                  </a:cubicBezTo>
                  <a:lnTo>
                    <a:pt x="54810" y="84"/>
                  </a:lnTo>
                  <a:lnTo>
                    <a:pt x="257" y="84"/>
                  </a:lnTo>
                  <a:lnTo>
                    <a:pt x="257" y="4509"/>
                  </a:lnTo>
                  <a:cubicBezTo>
                    <a:pt x="7227" y="5099"/>
                    <a:pt x="9652" y="8048"/>
                    <a:pt x="16320" y="23091"/>
                  </a:cubicBezTo>
                  <a:lnTo>
                    <a:pt x="57234" y="123969"/>
                  </a:lnTo>
                  <a:cubicBezTo>
                    <a:pt x="60871" y="132818"/>
                    <a:pt x="63296" y="136947"/>
                    <a:pt x="65114" y="136947"/>
                  </a:cubicBezTo>
                  <a:cubicBezTo>
                    <a:pt x="66630" y="136947"/>
                    <a:pt x="69054" y="133113"/>
                    <a:pt x="72691" y="125444"/>
                  </a:cubicBezTo>
                  <a:lnTo>
                    <a:pt x="106635" y="54652"/>
                  </a:lnTo>
                  <a:lnTo>
                    <a:pt x="134215" y="124264"/>
                  </a:lnTo>
                  <a:cubicBezTo>
                    <a:pt x="138458" y="135177"/>
                    <a:pt x="139670" y="136947"/>
                    <a:pt x="141489" y="136947"/>
                  </a:cubicBezTo>
                  <a:cubicBezTo>
                    <a:pt x="143610" y="136947"/>
                    <a:pt x="145126" y="134293"/>
                    <a:pt x="149975" y="122494"/>
                  </a:cubicBezTo>
                  <a:lnTo>
                    <a:pt x="191799" y="20437"/>
                  </a:lnTo>
                  <a:cubicBezTo>
                    <a:pt x="197254" y="8048"/>
                    <a:pt x="198163" y="6573"/>
                    <a:pt x="204225" y="4509"/>
                  </a:cubicBezTo>
                  <a:lnTo>
                    <a:pt x="204225" y="84"/>
                  </a:lnTo>
                  <a:lnTo>
                    <a:pt x="166947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AA747B-FA50-8093-D4EA-28428DEB3573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0576900" y="4920908"/>
              <a:ext cx="133655" cy="138632"/>
            </a:xfrm>
            <a:custGeom>
              <a:avLst/>
              <a:gdLst>
                <a:gd name="connsiteX0" fmla="*/ 67243 w 133655"/>
                <a:gd name="connsiteY0" fmla="*/ 84 h 138632"/>
                <a:gd name="connsiteX1" fmla="*/ 264 w 133655"/>
                <a:gd name="connsiteY1" fmla="*/ 69106 h 138632"/>
                <a:gd name="connsiteX2" fmla="*/ 66637 w 133655"/>
                <a:gd name="connsiteY2" fmla="*/ 138717 h 138632"/>
                <a:gd name="connsiteX3" fmla="*/ 133919 w 133655"/>
                <a:gd name="connsiteY3" fmla="*/ 66746 h 138632"/>
                <a:gd name="connsiteX4" fmla="*/ 67243 w 133655"/>
                <a:gd name="connsiteY4" fmla="*/ 84 h 138632"/>
                <a:gd name="connsiteX5" fmla="*/ 63303 w 133655"/>
                <a:gd name="connsiteY5" fmla="*/ 8343 h 138632"/>
                <a:gd name="connsiteX6" fmla="*/ 106642 w 133655"/>
                <a:gd name="connsiteY6" fmla="*/ 77070 h 138632"/>
                <a:gd name="connsiteX7" fmla="*/ 70273 w 133655"/>
                <a:gd name="connsiteY7" fmla="*/ 130458 h 138632"/>
                <a:gd name="connsiteX8" fmla="*/ 40875 w 133655"/>
                <a:gd name="connsiteY8" fmla="*/ 111580 h 138632"/>
                <a:gd name="connsiteX9" fmla="*/ 27540 w 133655"/>
                <a:gd name="connsiteY9" fmla="*/ 54652 h 138632"/>
                <a:gd name="connsiteX10" fmla="*/ 63303 w 133655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655" h="138632">
                  <a:moveTo>
                    <a:pt x="67243" y="84"/>
                  </a:moveTo>
                  <a:cubicBezTo>
                    <a:pt x="27843" y="84"/>
                    <a:pt x="264" y="28401"/>
                    <a:pt x="264" y="69106"/>
                  </a:cubicBezTo>
                  <a:cubicBezTo>
                    <a:pt x="264" y="108926"/>
                    <a:pt x="28449" y="138717"/>
                    <a:pt x="66637" y="138717"/>
                  </a:cubicBezTo>
                  <a:cubicBezTo>
                    <a:pt x="104824" y="138717"/>
                    <a:pt x="133919" y="107451"/>
                    <a:pt x="133919" y="66746"/>
                  </a:cubicBezTo>
                  <a:cubicBezTo>
                    <a:pt x="133919" y="28106"/>
                    <a:pt x="106036" y="84"/>
                    <a:pt x="67243" y="84"/>
                  </a:cubicBezTo>
                  <a:close/>
                  <a:moveTo>
                    <a:pt x="63303" y="8343"/>
                  </a:moveTo>
                  <a:cubicBezTo>
                    <a:pt x="88761" y="8343"/>
                    <a:pt x="106642" y="36660"/>
                    <a:pt x="106642" y="77070"/>
                  </a:cubicBezTo>
                  <a:cubicBezTo>
                    <a:pt x="106642" y="110400"/>
                    <a:pt x="93004" y="130458"/>
                    <a:pt x="70273" y="130458"/>
                  </a:cubicBezTo>
                  <a:cubicBezTo>
                    <a:pt x="58454" y="130458"/>
                    <a:pt x="47240" y="123379"/>
                    <a:pt x="40875" y="111580"/>
                  </a:cubicBezTo>
                  <a:cubicBezTo>
                    <a:pt x="32389" y="96242"/>
                    <a:pt x="27540" y="75595"/>
                    <a:pt x="27540" y="54652"/>
                  </a:cubicBezTo>
                  <a:cubicBezTo>
                    <a:pt x="27540" y="26631"/>
                    <a:pt x="41785" y="8343"/>
                    <a:pt x="63303" y="8343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9D70DC0-A1FB-1A6C-1DD9-1C729B427CB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732036" y="4980786"/>
              <a:ext cx="74555" cy="18582"/>
            </a:xfrm>
            <a:custGeom>
              <a:avLst/>
              <a:gdLst>
                <a:gd name="connsiteX0" fmla="*/ 268 w 74555"/>
                <a:gd name="connsiteY0" fmla="*/ 84 h 18582"/>
                <a:gd name="connsiteX1" fmla="*/ 268 w 74555"/>
                <a:gd name="connsiteY1" fmla="*/ 18667 h 18582"/>
                <a:gd name="connsiteX2" fmla="*/ 74824 w 74555"/>
                <a:gd name="connsiteY2" fmla="*/ 18667 h 18582"/>
                <a:gd name="connsiteX3" fmla="*/ 74824 w 74555"/>
                <a:gd name="connsiteY3" fmla="*/ 84 h 18582"/>
                <a:gd name="connsiteX4" fmla="*/ 268 w 74555"/>
                <a:gd name="connsiteY4" fmla="*/ 84 h 1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55" h="18582">
                  <a:moveTo>
                    <a:pt x="268" y="84"/>
                  </a:moveTo>
                  <a:lnTo>
                    <a:pt x="268" y="18667"/>
                  </a:lnTo>
                  <a:lnTo>
                    <a:pt x="74824" y="18667"/>
                  </a:lnTo>
                  <a:lnTo>
                    <a:pt x="74824" y="84"/>
                  </a:lnTo>
                  <a:lnTo>
                    <a:pt x="268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C6CC694E-F1C4-756A-3827-ED6C6403651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0836973" y="4921203"/>
              <a:ext cx="90012" cy="138337"/>
            </a:xfrm>
            <a:custGeom>
              <a:avLst/>
              <a:gdLst>
                <a:gd name="connsiteX0" fmla="*/ 80283 w 90012"/>
                <a:gd name="connsiteY0" fmla="*/ 42854 h 138337"/>
                <a:gd name="connsiteX1" fmla="*/ 79071 w 90012"/>
                <a:gd name="connsiteY1" fmla="*/ 2739 h 138337"/>
                <a:gd name="connsiteX2" fmla="*/ 75737 w 90012"/>
                <a:gd name="connsiteY2" fmla="*/ 2739 h 138337"/>
                <a:gd name="connsiteX3" fmla="*/ 75131 w 90012"/>
                <a:gd name="connsiteY3" fmla="*/ 3329 h 138337"/>
                <a:gd name="connsiteX4" fmla="*/ 70888 w 90012"/>
                <a:gd name="connsiteY4" fmla="*/ 5688 h 138337"/>
                <a:gd name="connsiteX5" fmla="*/ 62705 w 90012"/>
                <a:gd name="connsiteY5" fmla="*/ 3624 h 138337"/>
                <a:gd name="connsiteX6" fmla="*/ 41490 w 90012"/>
                <a:gd name="connsiteY6" fmla="*/ 84 h 138337"/>
                <a:gd name="connsiteX7" fmla="*/ 272 w 90012"/>
                <a:gd name="connsiteY7" fmla="*/ 36365 h 138337"/>
                <a:gd name="connsiteX8" fmla="*/ 35731 w 90012"/>
                <a:gd name="connsiteY8" fmla="*/ 78839 h 138337"/>
                <a:gd name="connsiteX9" fmla="*/ 53309 w 90012"/>
                <a:gd name="connsiteY9" fmla="*/ 88573 h 138337"/>
                <a:gd name="connsiteX10" fmla="*/ 69069 w 90012"/>
                <a:gd name="connsiteY10" fmla="*/ 110695 h 138337"/>
                <a:gd name="connsiteX11" fmla="*/ 43914 w 90012"/>
                <a:gd name="connsiteY11" fmla="*/ 131933 h 138337"/>
                <a:gd name="connsiteX12" fmla="*/ 18456 w 90012"/>
                <a:gd name="connsiteY12" fmla="*/ 121609 h 138337"/>
                <a:gd name="connsiteX13" fmla="*/ 5424 w 90012"/>
                <a:gd name="connsiteY13" fmla="*/ 90638 h 138337"/>
                <a:gd name="connsiteX14" fmla="*/ 575 w 90012"/>
                <a:gd name="connsiteY14" fmla="*/ 90638 h 138337"/>
                <a:gd name="connsiteX15" fmla="*/ 575 w 90012"/>
                <a:gd name="connsiteY15" fmla="*/ 136652 h 138337"/>
                <a:gd name="connsiteX16" fmla="*/ 4515 w 90012"/>
                <a:gd name="connsiteY16" fmla="*/ 136652 h 138337"/>
                <a:gd name="connsiteX17" fmla="*/ 11485 w 90012"/>
                <a:gd name="connsiteY17" fmla="*/ 133113 h 138337"/>
                <a:gd name="connsiteX18" fmla="*/ 25427 w 90012"/>
                <a:gd name="connsiteY18" fmla="*/ 135472 h 138337"/>
                <a:gd name="connsiteX19" fmla="*/ 47551 w 90012"/>
                <a:gd name="connsiteY19" fmla="*/ 138422 h 138337"/>
                <a:gd name="connsiteX20" fmla="*/ 90284 w 90012"/>
                <a:gd name="connsiteY20" fmla="*/ 100667 h 138337"/>
                <a:gd name="connsiteX21" fmla="*/ 64826 w 90012"/>
                <a:gd name="connsiteY21" fmla="*/ 65566 h 138337"/>
                <a:gd name="connsiteX22" fmla="*/ 32094 w 90012"/>
                <a:gd name="connsiteY22" fmla="*/ 46688 h 138337"/>
                <a:gd name="connsiteX23" fmla="*/ 19062 w 90012"/>
                <a:gd name="connsiteY23" fmla="*/ 26631 h 138337"/>
                <a:gd name="connsiteX24" fmla="*/ 42399 w 90012"/>
                <a:gd name="connsiteY24" fmla="*/ 6573 h 138337"/>
                <a:gd name="connsiteX25" fmla="*/ 75737 w 90012"/>
                <a:gd name="connsiteY25" fmla="*/ 42854 h 138337"/>
                <a:gd name="connsiteX26" fmla="*/ 80283 w 90012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012" h="138337">
                  <a:moveTo>
                    <a:pt x="80283" y="42854"/>
                  </a:moveTo>
                  <a:lnTo>
                    <a:pt x="79071" y="2739"/>
                  </a:lnTo>
                  <a:lnTo>
                    <a:pt x="75737" y="2739"/>
                  </a:lnTo>
                  <a:lnTo>
                    <a:pt x="75131" y="3329"/>
                  </a:lnTo>
                  <a:cubicBezTo>
                    <a:pt x="72403" y="5393"/>
                    <a:pt x="72100" y="5688"/>
                    <a:pt x="70888" y="5688"/>
                  </a:cubicBezTo>
                  <a:cubicBezTo>
                    <a:pt x="69069" y="5688"/>
                    <a:pt x="66039" y="5098"/>
                    <a:pt x="62705" y="3624"/>
                  </a:cubicBezTo>
                  <a:cubicBezTo>
                    <a:pt x="56037" y="1264"/>
                    <a:pt x="49370" y="84"/>
                    <a:pt x="41490" y="84"/>
                  </a:cubicBezTo>
                  <a:cubicBezTo>
                    <a:pt x="17547" y="84"/>
                    <a:pt x="272" y="15127"/>
                    <a:pt x="272" y="36365"/>
                  </a:cubicBezTo>
                  <a:cubicBezTo>
                    <a:pt x="272" y="52883"/>
                    <a:pt x="9970" y="64681"/>
                    <a:pt x="35731" y="78839"/>
                  </a:cubicBezTo>
                  <a:lnTo>
                    <a:pt x="53309" y="88573"/>
                  </a:lnTo>
                  <a:cubicBezTo>
                    <a:pt x="63917" y="94472"/>
                    <a:pt x="69069" y="101552"/>
                    <a:pt x="69069" y="110695"/>
                  </a:cubicBezTo>
                  <a:cubicBezTo>
                    <a:pt x="69069" y="123674"/>
                    <a:pt x="59371" y="131933"/>
                    <a:pt x="43914" y="131933"/>
                  </a:cubicBezTo>
                  <a:cubicBezTo>
                    <a:pt x="33610" y="131933"/>
                    <a:pt x="24214" y="128098"/>
                    <a:pt x="18456" y="121609"/>
                  </a:cubicBezTo>
                  <a:cubicBezTo>
                    <a:pt x="12092" y="114235"/>
                    <a:pt x="9364" y="107451"/>
                    <a:pt x="5424" y="90638"/>
                  </a:cubicBezTo>
                  <a:lnTo>
                    <a:pt x="575" y="90638"/>
                  </a:lnTo>
                  <a:lnTo>
                    <a:pt x="575" y="136652"/>
                  </a:lnTo>
                  <a:lnTo>
                    <a:pt x="4515" y="136652"/>
                  </a:lnTo>
                  <a:cubicBezTo>
                    <a:pt x="6636" y="133703"/>
                    <a:pt x="7849" y="133113"/>
                    <a:pt x="11485" y="133113"/>
                  </a:cubicBezTo>
                  <a:cubicBezTo>
                    <a:pt x="14213" y="133113"/>
                    <a:pt x="18456" y="133703"/>
                    <a:pt x="25427" y="135472"/>
                  </a:cubicBezTo>
                  <a:cubicBezTo>
                    <a:pt x="33913" y="137242"/>
                    <a:pt x="42096" y="138422"/>
                    <a:pt x="47551" y="138422"/>
                  </a:cubicBezTo>
                  <a:cubicBezTo>
                    <a:pt x="70888" y="138422"/>
                    <a:pt x="90284" y="121314"/>
                    <a:pt x="90284" y="100667"/>
                  </a:cubicBezTo>
                  <a:cubicBezTo>
                    <a:pt x="90284" y="85918"/>
                    <a:pt x="83011" y="76185"/>
                    <a:pt x="64826" y="65566"/>
                  </a:cubicBezTo>
                  <a:lnTo>
                    <a:pt x="32094" y="46688"/>
                  </a:lnTo>
                  <a:cubicBezTo>
                    <a:pt x="23608" y="41969"/>
                    <a:pt x="19062" y="34595"/>
                    <a:pt x="19062" y="26631"/>
                  </a:cubicBezTo>
                  <a:cubicBezTo>
                    <a:pt x="19062" y="14832"/>
                    <a:pt x="28458" y="6573"/>
                    <a:pt x="42399" y="6573"/>
                  </a:cubicBezTo>
                  <a:cubicBezTo>
                    <a:pt x="59674" y="6573"/>
                    <a:pt x="68766" y="16602"/>
                    <a:pt x="75737" y="42854"/>
                  </a:cubicBezTo>
                  <a:lnTo>
                    <a:pt x="80283" y="4285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E91BCEDC-9A27-6AC1-2996-6A59B872C368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943791" y="4885807"/>
              <a:ext cx="80617" cy="173733"/>
            </a:xfrm>
            <a:custGeom>
              <a:avLst/>
              <a:gdLst>
                <a:gd name="connsiteX0" fmla="*/ 73619 w 80617"/>
                <a:gd name="connsiteY0" fmla="*/ 38134 h 173733"/>
                <a:gd name="connsiteX1" fmla="*/ 43009 w 80617"/>
                <a:gd name="connsiteY1" fmla="*/ 38134 h 173733"/>
                <a:gd name="connsiteX2" fmla="*/ 43009 w 80617"/>
                <a:gd name="connsiteY2" fmla="*/ 3919 h 173733"/>
                <a:gd name="connsiteX3" fmla="*/ 40887 w 80617"/>
                <a:gd name="connsiteY3" fmla="*/ 84 h 173733"/>
                <a:gd name="connsiteX4" fmla="*/ 34826 w 80617"/>
                <a:gd name="connsiteY4" fmla="*/ 8343 h 173733"/>
                <a:gd name="connsiteX5" fmla="*/ 5428 w 80617"/>
                <a:gd name="connsiteY5" fmla="*/ 39904 h 173733"/>
                <a:gd name="connsiteX6" fmla="*/ 275 w 80617"/>
                <a:gd name="connsiteY6" fmla="*/ 45508 h 173733"/>
                <a:gd name="connsiteX7" fmla="*/ 1488 w 80617"/>
                <a:gd name="connsiteY7" fmla="*/ 47573 h 173733"/>
                <a:gd name="connsiteX8" fmla="*/ 17551 w 80617"/>
                <a:gd name="connsiteY8" fmla="*/ 47573 h 173733"/>
                <a:gd name="connsiteX9" fmla="*/ 17551 w 80617"/>
                <a:gd name="connsiteY9" fmla="*/ 136357 h 173733"/>
                <a:gd name="connsiteX10" fmla="*/ 44524 w 80617"/>
                <a:gd name="connsiteY10" fmla="*/ 173817 h 173733"/>
                <a:gd name="connsiteX11" fmla="*/ 80893 w 80617"/>
                <a:gd name="connsiteY11" fmla="*/ 151400 h 173733"/>
                <a:gd name="connsiteX12" fmla="*/ 76953 w 80617"/>
                <a:gd name="connsiteY12" fmla="*/ 148156 h 173733"/>
                <a:gd name="connsiteX13" fmla="*/ 58769 w 80617"/>
                <a:gd name="connsiteY13" fmla="*/ 158479 h 173733"/>
                <a:gd name="connsiteX14" fmla="*/ 43009 w 80617"/>
                <a:gd name="connsiteY14" fmla="*/ 131933 h 173733"/>
                <a:gd name="connsiteX15" fmla="*/ 43009 w 80617"/>
                <a:gd name="connsiteY15" fmla="*/ 47573 h 173733"/>
                <a:gd name="connsiteX16" fmla="*/ 73619 w 80617"/>
                <a:gd name="connsiteY16" fmla="*/ 47573 h 173733"/>
                <a:gd name="connsiteX17" fmla="*/ 73619 w 80617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17" h="173733">
                  <a:moveTo>
                    <a:pt x="73619" y="38134"/>
                  </a:moveTo>
                  <a:lnTo>
                    <a:pt x="43009" y="38134"/>
                  </a:lnTo>
                  <a:lnTo>
                    <a:pt x="43009" y="3919"/>
                  </a:lnTo>
                  <a:cubicBezTo>
                    <a:pt x="43009" y="969"/>
                    <a:pt x="42706" y="84"/>
                    <a:pt x="40887" y="84"/>
                  </a:cubicBezTo>
                  <a:cubicBezTo>
                    <a:pt x="38766" y="2739"/>
                    <a:pt x="36947" y="5393"/>
                    <a:pt x="34826" y="8343"/>
                  </a:cubicBezTo>
                  <a:cubicBezTo>
                    <a:pt x="23309" y="24566"/>
                    <a:pt x="10277" y="38724"/>
                    <a:pt x="5428" y="39904"/>
                  </a:cubicBezTo>
                  <a:cubicBezTo>
                    <a:pt x="2094" y="41969"/>
                    <a:pt x="275" y="44034"/>
                    <a:pt x="275" y="45508"/>
                  </a:cubicBezTo>
                  <a:cubicBezTo>
                    <a:pt x="275" y="46393"/>
                    <a:pt x="579" y="46983"/>
                    <a:pt x="1488" y="47573"/>
                  </a:cubicBezTo>
                  <a:lnTo>
                    <a:pt x="17551" y="47573"/>
                  </a:lnTo>
                  <a:lnTo>
                    <a:pt x="17551" y="136357"/>
                  </a:lnTo>
                  <a:cubicBezTo>
                    <a:pt x="17551" y="161134"/>
                    <a:pt x="26643" y="173817"/>
                    <a:pt x="44524" y="173817"/>
                  </a:cubicBezTo>
                  <a:cubicBezTo>
                    <a:pt x="59375" y="173817"/>
                    <a:pt x="70891" y="166738"/>
                    <a:pt x="80893" y="151400"/>
                  </a:cubicBezTo>
                  <a:lnTo>
                    <a:pt x="76953" y="148156"/>
                  </a:lnTo>
                  <a:cubicBezTo>
                    <a:pt x="70588" y="155530"/>
                    <a:pt x="65436" y="158479"/>
                    <a:pt x="58769" y="158479"/>
                  </a:cubicBezTo>
                  <a:cubicBezTo>
                    <a:pt x="47555" y="158479"/>
                    <a:pt x="43009" y="150515"/>
                    <a:pt x="43009" y="131933"/>
                  </a:cubicBezTo>
                  <a:lnTo>
                    <a:pt x="43009" y="47573"/>
                  </a:lnTo>
                  <a:lnTo>
                    <a:pt x="73619" y="47573"/>
                  </a:lnTo>
                  <a:lnTo>
                    <a:pt x="73619" y="3813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DF90FDBC-55BF-55B1-2069-1D7704330CD9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025934" y="4920908"/>
              <a:ext cx="100014" cy="135683"/>
            </a:xfrm>
            <a:custGeom>
              <a:avLst/>
              <a:gdLst>
                <a:gd name="connsiteX0" fmla="*/ 884 w 100014"/>
                <a:gd name="connsiteY0" fmla="*/ 20732 h 135683"/>
                <a:gd name="connsiteX1" fmla="*/ 11492 w 100014"/>
                <a:gd name="connsiteY1" fmla="*/ 19552 h 135683"/>
                <a:gd name="connsiteX2" fmla="*/ 21796 w 100014"/>
                <a:gd name="connsiteY2" fmla="*/ 37249 h 135683"/>
                <a:gd name="connsiteX3" fmla="*/ 21796 w 100014"/>
                <a:gd name="connsiteY3" fmla="*/ 110990 h 135683"/>
                <a:gd name="connsiteX4" fmla="*/ 278 w 100014"/>
                <a:gd name="connsiteY4" fmla="*/ 131343 h 135683"/>
                <a:gd name="connsiteX5" fmla="*/ 278 w 100014"/>
                <a:gd name="connsiteY5" fmla="*/ 135767 h 135683"/>
                <a:gd name="connsiteX6" fmla="*/ 73016 w 100014"/>
                <a:gd name="connsiteY6" fmla="*/ 135767 h 135683"/>
                <a:gd name="connsiteX7" fmla="*/ 73016 w 100014"/>
                <a:gd name="connsiteY7" fmla="*/ 131343 h 135683"/>
                <a:gd name="connsiteX8" fmla="*/ 47255 w 100014"/>
                <a:gd name="connsiteY8" fmla="*/ 109221 h 135683"/>
                <a:gd name="connsiteX9" fmla="*/ 47255 w 100014"/>
                <a:gd name="connsiteY9" fmla="*/ 42854 h 135683"/>
                <a:gd name="connsiteX10" fmla="*/ 68470 w 100014"/>
                <a:gd name="connsiteY10" fmla="*/ 18667 h 135683"/>
                <a:gd name="connsiteX11" fmla="*/ 76350 w 100014"/>
                <a:gd name="connsiteY11" fmla="*/ 23091 h 135683"/>
                <a:gd name="connsiteX12" fmla="*/ 88472 w 100014"/>
                <a:gd name="connsiteY12" fmla="*/ 28991 h 135683"/>
                <a:gd name="connsiteX13" fmla="*/ 100292 w 100014"/>
                <a:gd name="connsiteY13" fmla="*/ 15717 h 135683"/>
                <a:gd name="connsiteX14" fmla="*/ 83623 w 100014"/>
                <a:gd name="connsiteY14" fmla="*/ 84 h 135683"/>
                <a:gd name="connsiteX15" fmla="*/ 47255 w 100014"/>
                <a:gd name="connsiteY15" fmla="*/ 27811 h 135683"/>
                <a:gd name="connsiteX16" fmla="*/ 47255 w 100014"/>
                <a:gd name="connsiteY16" fmla="*/ 674 h 135683"/>
                <a:gd name="connsiteX17" fmla="*/ 45739 w 100014"/>
                <a:gd name="connsiteY17" fmla="*/ 84 h 135683"/>
                <a:gd name="connsiteX18" fmla="*/ 884 w 100014"/>
                <a:gd name="connsiteY18" fmla="*/ 16012 h 135683"/>
                <a:gd name="connsiteX19" fmla="*/ 884 w 100014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14" h="135683">
                  <a:moveTo>
                    <a:pt x="884" y="20732"/>
                  </a:moveTo>
                  <a:cubicBezTo>
                    <a:pt x="5127" y="19847"/>
                    <a:pt x="7855" y="19552"/>
                    <a:pt x="11492" y="19552"/>
                  </a:cubicBezTo>
                  <a:cubicBezTo>
                    <a:pt x="19069" y="19552"/>
                    <a:pt x="21796" y="24271"/>
                    <a:pt x="21796" y="37249"/>
                  </a:cubicBezTo>
                  <a:lnTo>
                    <a:pt x="21796" y="110990"/>
                  </a:lnTo>
                  <a:cubicBezTo>
                    <a:pt x="21796" y="125739"/>
                    <a:pt x="19675" y="127803"/>
                    <a:pt x="278" y="131343"/>
                  </a:cubicBezTo>
                  <a:lnTo>
                    <a:pt x="278" y="135767"/>
                  </a:lnTo>
                  <a:lnTo>
                    <a:pt x="73016" y="135767"/>
                  </a:lnTo>
                  <a:lnTo>
                    <a:pt x="73016" y="131343"/>
                  </a:lnTo>
                  <a:cubicBezTo>
                    <a:pt x="52407" y="130458"/>
                    <a:pt x="47255" y="126033"/>
                    <a:pt x="47255" y="109221"/>
                  </a:cubicBezTo>
                  <a:lnTo>
                    <a:pt x="47255" y="42854"/>
                  </a:lnTo>
                  <a:cubicBezTo>
                    <a:pt x="47255" y="33415"/>
                    <a:pt x="60287" y="18667"/>
                    <a:pt x="68470" y="18667"/>
                  </a:cubicBezTo>
                  <a:cubicBezTo>
                    <a:pt x="70288" y="18667"/>
                    <a:pt x="73016" y="20142"/>
                    <a:pt x="76350" y="23091"/>
                  </a:cubicBezTo>
                  <a:cubicBezTo>
                    <a:pt x="81199" y="27221"/>
                    <a:pt x="84533" y="28991"/>
                    <a:pt x="88472" y="28991"/>
                  </a:cubicBezTo>
                  <a:cubicBezTo>
                    <a:pt x="95746" y="28991"/>
                    <a:pt x="100292" y="23976"/>
                    <a:pt x="100292" y="15717"/>
                  </a:cubicBezTo>
                  <a:cubicBezTo>
                    <a:pt x="100292" y="5983"/>
                    <a:pt x="93928" y="84"/>
                    <a:pt x="83623" y="84"/>
                  </a:cubicBezTo>
                  <a:cubicBezTo>
                    <a:pt x="70894" y="84"/>
                    <a:pt x="62105" y="6868"/>
                    <a:pt x="47255" y="27811"/>
                  </a:cubicBezTo>
                  <a:lnTo>
                    <a:pt x="47255" y="674"/>
                  </a:lnTo>
                  <a:lnTo>
                    <a:pt x="45739" y="84"/>
                  </a:lnTo>
                  <a:cubicBezTo>
                    <a:pt x="29676" y="6573"/>
                    <a:pt x="18766" y="10408"/>
                    <a:pt x="884" y="16012"/>
                  </a:cubicBezTo>
                  <a:lnTo>
                    <a:pt x="884" y="2073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8F844EE-D783-FA5F-A406-CDC6E6F16FA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1130568" y="4855131"/>
              <a:ext cx="71828" cy="201460"/>
            </a:xfrm>
            <a:custGeom>
              <a:avLst/>
              <a:gdLst>
                <a:gd name="connsiteX0" fmla="*/ 48470 w 71828"/>
                <a:gd name="connsiteY0" fmla="*/ 65861 h 201460"/>
                <a:gd name="connsiteX1" fmla="*/ 1494 w 71828"/>
                <a:gd name="connsiteY1" fmla="*/ 82084 h 201460"/>
                <a:gd name="connsiteX2" fmla="*/ 1494 w 71828"/>
                <a:gd name="connsiteY2" fmla="*/ 86508 h 201460"/>
                <a:gd name="connsiteX3" fmla="*/ 3918 w 71828"/>
                <a:gd name="connsiteY3" fmla="*/ 86213 h 201460"/>
                <a:gd name="connsiteX4" fmla="*/ 14223 w 71828"/>
                <a:gd name="connsiteY4" fmla="*/ 85328 h 201460"/>
                <a:gd name="connsiteX5" fmla="*/ 24224 w 71828"/>
                <a:gd name="connsiteY5" fmla="*/ 103026 h 201460"/>
                <a:gd name="connsiteX6" fmla="*/ 24224 w 71828"/>
                <a:gd name="connsiteY6" fmla="*/ 171458 h 201460"/>
                <a:gd name="connsiteX7" fmla="*/ 282 w 71828"/>
                <a:gd name="connsiteY7" fmla="*/ 197119 h 201460"/>
                <a:gd name="connsiteX8" fmla="*/ 282 w 71828"/>
                <a:gd name="connsiteY8" fmla="*/ 201544 h 201460"/>
                <a:gd name="connsiteX9" fmla="*/ 72110 w 71828"/>
                <a:gd name="connsiteY9" fmla="*/ 201544 h 201460"/>
                <a:gd name="connsiteX10" fmla="*/ 72110 w 71828"/>
                <a:gd name="connsiteY10" fmla="*/ 197119 h 201460"/>
                <a:gd name="connsiteX11" fmla="*/ 49682 w 71828"/>
                <a:gd name="connsiteY11" fmla="*/ 171458 h 201460"/>
                <a:gd name="connsiteX12" fmla="*/ 49682 w 71828"/>
                <a:gd name="connsiteY12" fmla="*/ 66746 h 201460"/>
                <a:gd name="connsiteX13" fmla="*/ 48470 w 71828"/>
                <a:gd name="connsiteY13" fmla="*/ 65861 h 201460"/>
                <a:gd name="connsiteX14" fmla="*/ 34226 w 71828"/>
                <a:gd name="connsiteY14" fmla="*/ 84 h 201460"/>
                <a:gd name="connsiteX15" fmla="*/ 19072 w 71828"/>
                <a:gd name="connsiteY15" fmla="*/ 15127 h 201460"/>
                <a:gd name="connsiteX16" fmla="*/ 34226 w 71828"/>
                <a:gd name="connsiteY16" fmla="*/ 30170 h 201460"/>
                <a:gd name="connsiteX17" fmla="*/ 49985 w 71828"/>
                <a:gd name="connsiteY17" fmla="*/ 15127 h 201460"/>
                <a:gd name="connsiteX18" fmla="*/ 34226 w 7182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28" h="201460">
                  <a:moveTo>
                    <a:pt x="48470" y="65861"/>
                  </a:moveTo>
                  <a:lnTo>
                    <a:pt x="1494" y="82084"/>
                  </a:lnTo>
                  <a:lnTo>
                    <a:pt x="1494" y="86508"/>
                  </a:lnTo>
                  <a:lnTo>
                    <a:pt x="3918" y="86213"/>
                  </a:lnTo>
                  <a:cubicBezTo>
                    <a:pt x="7555" y="85623"/>
                    <a:pt x="11495" y="85328"/>
                    <a:pt x="14223" y="85328"/>
                  </a:cubicBezTo>
                  <a:cubicBezTo>
                    <a:pt x="21497" y="85328"/>
                    <a:pt x="24224" y="90048"/>
                    <a:pt x="24224" y="103026"/>
                  </a:cubicBezTo>
                  <a:lnTo>
                    <a:pt x="24224" y="171458"/>
                  </a:lnTo>
                  <a:cubicBezTo>
                    <a:pt x="24224" y="192695"/>
                    <a:pt x="21194" y="195940"/>
                    <a:pt x="282" y="197119"/>
                  </a:cubicBezTo>
                  <a:lnTo>
                    <a:pt x="282" y="201544"/>
                  </a:lnTo>
                  <a:lnTo>
                    <a:pt x="72110" y="201544"/>
                  </a:lnTo>
                  <a:lnTo>
                    <a:pt x="72110" y="197119"/>
                  </a:lnTo>
                  <a:cubicBezTo>
                    <a:pt x="52107" y="195645"/>
                    <a:pt x="49682" y="192695"/>
                    <a:pt x="49682" y="171458"/>
                  </a:cubicBezTo>
                  <a:lnTo>
                    <a:pt x="49682" y="66746"/>
                  </a:lnTo>
                  <a:lnTo>
                    <a:pt x="48470" y="65861"/>
                  </a:lnTo>
                  <a:close/>
                  <a:moveTo>
                    <a:pt x="34226" y="84"/>
                  </a:moveTo>
                  <a:cubicBezTo>
                    <a:pt x="26043" y="84"/>
                    <a:pt x="19072" y="6868"/>
                    <a:pt x="19072" y="15127"/>
                  </a:cubicBezTo>
                  <a:cubicBezTo>
                    <a:pt x="19072" y="23386"/>
                    <a:pt x="25740" y="30170"/>
                    <a:pt x="34226" y="30170"/>
                  </a:cubicBezTo>
                  <a:cubicBezTo>
                    <a:pt x="43015" y="30170"/>
                    <a:pt x="49985" y="23681"/>
                    <a:pt x="49985" y="15127"/>
                  </a:cubicBezTo>
                  <a:cubicBezTo>
                    <a:pt x="49985" y="6868"/>
                    <a:pt x="43015" y="84"/>
                    <a:pt x="34226" y="84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846C25AF-407F-22D4-0126-ED75F3634C0A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1211802" y="4920908"/>
              <a:ext cx="140928" cy="199690"/>
            </a:xfrm>
            <a:custGeom>
              <a:avLst/>
              <a:gdLst>
                <a:gd name="connsiteX0" fmla="*/ 1497 w 140928"/>
                <a:gd name="connsiteY0" fmla="*/ 19847 h 199690"/>
                <a:gd name="connsiteX1" fmla="*/ 9074 w 140928"/>
                <a:gd name="connsiteY1" fmla="*/ 19552 h 199690"/>
                <a:gd name="connsiteX2" fmla="*/ 21500 w 140928"/>
                <a:gd name="connsiteY2" fmla="*/ 36365 h 199690"/>
                <a:gd name="connsiteX3" fmla="*/ 21500 w 140928"/>
                <a:gd name="connsiteY3" fmla="*/ 174408 h 199690"/>
                <a:gd name="connsiteX4" fmla="*/ 285 w 140928"/>
                <a:gd name="connsiteY4" fmla="*/ 194760 h 199690"/>
                <a:gd name="connsiteX5" fmla="*/ 285 w 140928"/>
                <a:gd name="connsiteY5" fmla="*/ 199775 h 199690"/>
                <a:gd name="connsiteX6" fmla="*/ 73628 w 140928"/>
                <a:gd name="connsiteY6" fmla="*/ 199775 h 199690"/>
                <a:gd name="connsiteX7" fmla="*/ 73628 w 140928"/>
                <a:gd name="connsiteY7" fmla="*/ 194465 h 199690"/>
                <a:gd name="connsiteX8" fmla="*/ 46958 w 140928"/>
                <a:gd name="connsiteY8" fmla="*/ 172343 h 199690"/>
                <a:gd name="connsiteX9" fmla="*/ 46958 w 140928"/>
                <a:gd name="connsiteY9" fmla="*/ 126034 h 199690"/>
                <a:gd name="connsiteX10" fmla="*/ 77568 w 140928"/>
                <a:gd name="connsiteY10" fmla="*/ 138717 h 199690"/>
                <a:gd name="connsiteX11" fmla="*/ 141213 w 140928"/>
                <a:gd name="connsiteY11" fmla="*/ 62912 h 199690"/>
                <a:gd name="connsiteX12" fmla="*/ 90600 w 140928"/>
                <a:gd name="connsiteY12" fmla="*/ 84 h 199690"/>
                <a:gd name="connsiteX13" fmla="*/ 46958 w 140928"/>
                <a:gd name="connsiteY13" fmla="*/ 23386 h 199690"/>
                <a:gd name="connsiteX14" fmla="*/ 46958 w 140928"/>
                <a:gd name="connsiteY14" fmla="*/ 674 h 199690"/>
                <a:gd name="connsiteX15" fmla="*/ 45139 w 140928"/>
                <a:gd name="connsiteY15" fmla="*/ 84 h 199690"/>
                <a:gd name="connsiteX16" fmla="*/ 1497 w 140928"/>
                <a:gd name="connsiteY16" fmla="*/ 15128 h 199690"/>
                <a:gd name="connsiteX17" fmla="*/ 1497 w 140928"/>
                <a:gd name="connsiteY17" fmla="*/ 19847 h 199690"/>
                <a:gd name="connsiteX18" fmla="*/ 46958 w 140928"/>
                <a:gd name="connsiteY18" fmla="*/ 37250 h 199690"/>
                <a:gd name="connsiteX19" fmla="*/ 77871 w 140928"/>
                <a:gd name="connsiteY19" fmla="*/ 17782 h 199690"/>
                <a:gd name="connsiteX20" fmla="*/ 115149 w 140928"/>
                <a:gd name="connsiteY20" fmla="*/ 74415 h 199690"/>
                <a:gd name="connsiteX21" fmla="*/ 78477 w 140928"/>
                <a:gd name="connsiteY21" fmla="*/ 129278 h 199690"/>
                <a:gd name="connsiteX22" fmla="*/ 46958 w 140928"/>
                <a:gd name="connsiteY22" fmla="*/ 109811 h 199690"/>
                <a:gd name="connsiteX23" fmla="*/ 46958 w 140928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928" h="199690">
                  <a:moveTo>
                    <a:pt x="1497" y="19847"/>
                  </a:moveTo>
                  <a:cubicBezTo>
                    <a:pt x="4224" y="19552"/>
                    <a:pt x="6346" y="19552"/>
                    <a:pt x="9074" y="19552"/>
                  </a:cubicBezTo>
                  <a:cubicBezTo>
                    <a:pt x="19378" y="19552"/>
                    <a:pt x="21500" y="22502"/>
                    <a:pt x="21500" y="36365"/>
                  </a:cubicBezTo>
                  <a:lnTo>
                    <a:pt x="21500" y="174408"/>
                  </a:lnTo>
                  <a:cubicBezTo>
                    <a:pt x="21500" y="189746"/>
                    <a:pt x="18166" y="192991"/>
                    <a:pt x="285" y="194760"/>
                  </a:cubicBezTo>
                  <a:lnTo>
                    <a:pt x="285" y="199775"/>
                  </a:lnTo>
                  <a:lnTo>
                    <a:pt x="73628" y="199775"/>
                  </a:lnTo>
                  <a:lnTo>
                    <a:pt x="73628" y="194465"/>
                  </a:lnTo>
                  <a:cubicBezTo>
                    <a:pt x="50898" y="194170"/>
                    <a:pt x="46958" y="190926"/>
                    <a:pt x="46958" y="172343"/>
                  </a:cubicBezTo>
                  <a:lnTo>
                    <a:pt x="46958" y="126034"/>
                  </a:lnTo>
                  <a:cubicBezTo>
                    <a:pt x="57565" y="135768"/>
                    <a:pt x="64839" y="138717"/>
                    <a:pt x="77568" y="138717"/>
                  </a:cubicBezTo>
                  <a:cubicBezTo>
                    <a:pt x="113331" y="138717"/>
                    <a:pt x="141213" y="105681"/>
                    <a:pt x="141213" y="62912"/>
                  </a:cubicBezTo>
                  <a:cubicBezTo>
                    <a:pt x="141213" y="26336"/>
                    <a:pt x="119998" y="84"/>
                    <a:pt x="90600" y="84"/>
                  </a:cubicBezTo>
                  <a:cubicBezTo>
                    <a:pt x="73628" y="84"/>
                    <a:pt x="60293" y="7458"/>
                    <a:pt x="46958" y="23386"/>
                  </a:cubicBezTo>
                  <a:lnTo>
                    <a:pt x="46958" y="674"/>
                  </a:lnTo>
                  <a:lnTo>
                    <a:pt x="45139" y="84"/>
                  </a:lnTo>
                  <a:cubicBezTo>
                    <a:pt x="28773" y="6279"/>
                    <a:pt x="18166" y="10113"/>
                    <a:pt x="1497" y="15128"/>
                  </a:cubicBezTo>
                  <a:lnTo>
                    <a:pt x="1497" y="19847"/>
                  </a:lnTo>
                  <a:close/>
                  <a:moveTo>
                    <a:pt x="46958" y="37250"/>
                  </a:moveTo>
                  <a:cubicBezTo>
                    <a:pt x="46958" y="28401"/>
                    <a:pt x="63930" y="17782"/>
                    <a:pt x="77871" y="17782"/>
                  </a:cubicBezTo>
                  <a:cubicBezTo>
                    <a:pt x="100299" y="17782"/>
                    <a:pt x="115149" y="40199"/>
                    <a:pt x="115149" y="74415"/>
                  </a:cubicBezTo>
                  <a:cubicBezTo>
                    <a:pt x="115149" y="107156"/>
                    <a:pt x="100299" y="129278"/>
                    <a:pt x="78477" y="129278"/>
                  </a:cubicBezTo>
                  <a:cubicBezTo>
                    <a:pt x="64233" y="129278"/>
                    <a:pt x="46958" y="118660"/>
                    <a:pt x="46958" y="109811"/>
                  </a:cubicBezTo>
                  <a:lnTo>
                    <a:pt x="46958" y="37250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B3FABB15-E4D0-D420-C6AD-6F869A281FC0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1377848" y="4921203"/>
              <a:ext cx="90012" cy="138337"/>
            </a:xfrm>
            <a:custGeom>
              <a:avLst/>
              <a:gdLst>
                <a:gd name="connsiteX0" fmla="*/ 80301 w 90012"/>
                <a:gd name="connsiteY0" fmla="*/ 42854 h 138337"/>
                <a:gd name="connsiteX1" fmla="*/ 79088 w 90012"/>
                <a:gd name="connsiteY1" fmla="*/ 2739 h 138337"/>
                <a:gd name="connsiteX2" fmla="*/ 75755 w 90012"/>
                <a:gd name="connsiteY2" fmla="*/ 2739 h 138337"/>
                <a:gd name="connsiteX3" fmla="*/ 75148 w 90012"/>
                <a:gd name="connsiteY3" fmla="*/ 3329 h 138337"/>
                <a:gd name="connsiteX4" fmla="*/ 70905 w 90012"/>
                <a:gd name="connsiteY4" fmla="*/ 5688 h 138337"/>
                <a:gd name="connsiteX5" fmla="*/ 62722 w 90012"/>
                <a:gd name="connsiteY5" fmla="*/ 3624 h 138337"/>
                <a:gd name="connsiteX6" fmla="*/ 41507 w 90012"/>
                <a:gd name="connsiteY6" fmla="*/ 84 h 138337"/>
                <a:gd name="connsiteX7" fmla="*/ 289 w 90012"/>
                <a:gd name="connsiteY7" fmla="*/ 36365 h 138337"/>
                <a:gd name="connsiteX8" fmla="*/ 35749 w 90012"/>
                <a:gd name="connsiteY8" fmla="*/ 78839 h 138337"/>
                <a:gd name="connsiteX9" fmla="*/ 53327 w 90012"/>
                <a:gd name="connsiteY9" fmla="*/ 88573 h 138337"/>
                <a:gd name="connsiteX10" fmla="*/ 69087 w 90012"/>
                <a:gd name="connsiteY10" fmla="*/ 110695 h 138337"/>
                <a:gd name="connsiteX11" fmla="*/ 43932 w 90012"/>
                <a:gd name="connsiteY11" fmla="*/ 131933 h 138337"/>
                <a:gd name="connsiteX12" fmla="*/ 18474 w 90012"/>
                <a:gd name="connsiteY12" fmla="*/ 121609 h 138337"/>
                <a:gd name="connsiteX13" fmla="*/ 5442 w 90012"/>
                <a:gd name="connsiteY13" fmla="*/ 90638 h 138337"/>
                <a:gd name="connsiteX14" fmla="*/ 593 w 90012"/>
                <a:gd name="connsiteY14" fmla="*/ 90638 h 138337"/>
                <a:gd name="connsiteX15" fmla="*/ 593 w 90012"/>
                <a:gd name="connsiteY15" fmla="*/ 136652 h 138337"/>
                <a:gd name="connsiteX16" fmla="*/ 4532 w 90012"/>
                <a:gd name="connsiteY16" fmla="*/ 136652 h 138337"/>
                <a:gd name="connsiteX17" fmla="*/ 11503 w 90012"/>
                <a:gd name="connsiteY17" fmla="*/ 133113 h 138337"/>
                <a:gd name="connsiteX18" fmla="*/ 25444 w 90012"/>
                <a:gd name="connsiteY18" fmla="*/ 135472 h 138337"/>
                <a:gd name="connsiteX19" fmla="*/ 47569 w 90012"/>
                <a:gd name="connsiteY19" fmla="*/ 138422 h 138337"/>
                <a:gd name="connsiteX20" fmla="*/ 90302 w 90012"/>
                <a:gd name="connsiteY20" fmla="*/ 100667 h 138337"/>
                <a:gd name="connsiteX21" fmla="*/ 64844 w 90012"/>
                <a:gd name="connsiteY21" fmla="*/ 65566 h 138337"/>
                <a:gd name="connsiteX22" fmla="*/ 32112 w 90012"/>
                <a:gd name="connsiteY22" fmla="*/ 46688 h 138337"/>
                <a:gd name="connsiteX23" fmla="*/ 19080 w 90012"/>
                <a:gd name="connsiteY23" fmla="*/ 26631 h 138337"/>
                <a:gd name="connsiteX24" fmla="*/ 42417 w 90012"/>
                <a:gd name="connsiteY24" fmla="*/ 6573 h 138337"/>
                <a:gd name="connsiteX25" fmla="*/ 75755 w 90012"/>
                <a:gd name="connsiteY25" fmla="*/ 42854 h 138337"/>
                <a:gd name="connsiteX26" fmla="*/ 80301 w 90012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012" h="138337">
                  <a:moveTo>
                    <a:pt x="80301" y="42854"/>
                  </a:moveTo>
                  <a:lnTo>
                    <a:pt x="79088" y="2739"/>
                  </a:lnTo>
                  <a:lnTo>
                    <a:pt x="75755" y="2739"/>
                  </a:lnTo>
                  <a:lnTo>
                    <a:pt x="75148" y="3329"/>
                  </a:lnTo>
                  <a:cubicBezTo>
                    <a:pt x="72421" y="5393"/>
                    <a:pt x="72118" y="5688"/>
                    <a:pt x="70905" y="5688"/>
                  </a:cubicBezTo>
                  <a:cubicBezTo>
                    <a:pt x="69087" y="5688"/>
                    <a:pt x="66056" y="5098"/>
                    <a:pt x="62722" y="3624"/>
                  </a:cubicBezTo>
                  <a:cubicBezTo>
                    <a:pt x="56055" y="1264"/>
                    <a:pt x="49387" y="84"/>
                    <a:pt x="41507" y="84"/>
                  </a:cubicBezTo>
                  <a:cubicBezTo>
                    <a:pt x="17565" y="84"/>
                    <a:pt x="289" y="15127"/>
                    <a:pt x="289" y="36365"/>
                  </a:cubicBezTo>
                  <a:cubicBezTo>
                    <a:pt x="289" y="52883"/>
                    <a:pt x="9988" y="64681"/>
                    <a:pt x="35749" y="78839"/>
                  </a:cubicBezTo>
                  <a:lnTo>
                    <a:pt x="53327" y="88573"/>
                  </a:lnTo>
                  <a:cubicBezTo>
                    <a:pt x="63935" y="94472"/>
                    <a:pt x="69087" y="101552"/>
                    <a:pt x="69087" y="110695"/>
                  </a:cubicBezTo>
                  <a:cubicBezTo>
                    <a:pt x="69087" y="123674"/>
                    <a:pt x="59389" y="131933"/>
                    <a:pt x="43932" y="131933"/>
                  </a:cubicBezTo>
                  <a:cubicBezTo>
                    <a:pt x="33627" y="131933"/>
                    <a:pt x="24232" y="128098"/>
                    <a:pt x="18474" y="121609"/>
                  </a:cubicBezTo>
                  <a:cubicBezTo>
                    <a:pt x="12109" y="114235"/>
                    <a:pt x="9382" y="107451"/>
                    <a:pt x="5442" y="90638"/>
                  </a:cubicBezTo>
                  <a:lnTo>
                    <a:pt x="593" y="90638"/>
                  </a:lnTo>
                  <a:lnTo>
                    <a:pt x="593" y="136652"/>
                  </a:lnTo>
                  <a:lnTo>
                    <a:pt x="4532" y="136652"/>
                  </a:lnTo>
                  <a:cubicBezTo>
                    <a:pt x="6654" y="133703"/>
                    <a:pt x="7866" y="133113"/>
                    <a:pt x="11503" y="133113"/>
                  </a:cubicBezTo>
                  <a:cubicBezTo>
                    <a:pt x="14231" y="133113"/>
                    <a:pt x="18474" y="133703"/>
                    <a:pt x="25444" y="135472"/>
                  </a:cubicBezTo>
                  <a:cubicBezTo>
                    <a:pt x="33931" y="137242"/>
                    <a:pt x="42113" y="138422"/>
                    <a:pt x="47569" y="138422"/>
                  </a:cubicBezTo>
                  <a:cubicBezTo>
                    <a:pt x="70905" y="138422"/>
                    <a:pt x="90302" y="121314"/>
                    <a:pt x="90302" y="100667"/>
                  </a:cubicBezTo>
                  <a:cubicBezTo>
                    <a:pt x="90302" y="85918"/>
                    <a:pt x="83028" y="76185"/>
                    <a:pt x="64844" y="65566"/>
                  </a:cubicBezTo>
                  <a:lnTo>
                    <a:pt x="32112" y="46688"/>
                  </a:lnTo>
                  <a:cubicBezTo>
                    <a:pt x="23626" y="41969"/>
                    <a:pt x="19080" y="34595"/>
                    <a:pt x="19080" y="26631"/>
                  </a:cubicBezTo>
                  <a:cubicBezTo>
                    <a:pt x="19080" y="14832"/>
                    <a:pt x="28475" y="6573"/>
                    <a:pt x="42417" y="6573"/>
                  </a:cubicBezTo>
                  <a:cubicBezTo>
                    <a:pt x="59692" y="6573"/>
                    <a:pt x="68784" y="16602"/>
                    <a:pt x="75755" y="42854"/>
                  </a:cubicBezTo>
                  <a:lnTo>
                    <a:pt x="80301" y="4285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2C8BF23B-7E40-01BB-EE83-608526C51F1E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581327" y="4921203"/>
              <a:ext cx="33641" cy="138632"/>
            </a:xfrm>
            <a:custGeom>
              <a:avLst/>
              <a:gdLst>
                <a:gd name="connsiteX0" fmla="*/ 16965 w 33641"/>
                <a:gd name="connsiteY0" fmla="*/ 84 h 138632"/>
                <a:gd name="connsiteX1" fmla="*/ 296 w 33641"/>
                <a:gd name="connsiteY1" fmla="*/ 16897 h 138632"/>
                <a:gd name="connsiteX2" fmla="*/ 16662 w 33641"/>
                <a:gd name="connsiteY2" fmla="*/ 32825 h 138632"/>
                <a:gd name="connsiteX3" fmla="*/ 33937 w 33641"/>
                <a:gd name="connsiteY3" fmla="*/ 16897 h 138632"/>
                <a:gd name="connsiteX4" fmla="*/ 16965 w 33641"/>
                <a:gd name="connsiteY4" fmla="*/ 84 h 138632"/>
                <a:gd name="connsiteX5" fmla="*/ 16965 w 33641"/>
                <a:gd name="connsiteY5" fmla="*/ 105976 h 138632"/>
                <a:gd name="connsiteX6" fmla="*/ 296 w 33641"/>
                <a:gd name="connsiteY6" fmla="*/ 122789 h 138632"/>
                <a:gd name="connsiteX7" fmla="*/ 16662 w 33641"/>
                <a:gd name="connsiteY7" fmla="*/ 138717 h 138632"/>
                <a:gd name="connsiteX8" fmla="*/ 33937 w 33641"/>
                <a:gd name="connsiteY8" fmla="*/ 122789 h 138632"/>
                <a:gd name="connsiteX9" fmla="*/ 16965 w 33641"/>
                <a:gd name="connsiteY9" fmla="*/ 105976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41" h="138632">
                  <a:moveTo>
                    <a:pt x="16965" y="84"/>
                  </a:moveTo>
                  <a:cubicBezTo>
                    <a:pt x="7872" y="84"/>
                    <a:pt x="296" y="7753"/>
                    <a:pt x="296" y="16897"/>
                  </a:cubicBezTo>
                  <a:cubicBezTo>
                    <a:pt x="296" y="25451"/>
                    <a:pt x="7872" y="32825"/>
                    <a:pt x="16662" y="32825"/>
                  </a:cubicBezTo>
                  <a:cubicBezTo>
                    <a:pt x="26057" y="32825"/>
                    <a:pt x="33937" y="25451"/>
                    <a:pt x="33937" y="16897"/>
                  </a:cubicBezTo>
                  <a:cubicBezTo>
                    <a:pt x="33937" y="7753"/>
                    <a:pt x="26057" y="84"/>
                    <a:pt x="16965" y="84"/>
                  </a:cubicBezTo>
                  <a:close/>
                  <a:moveTo>
                    <a:pt x="16965" y="105976"/>
                  </a:moveTo>
                  <a:cubicBezTo>
                    <a:pt x="7872" y="105976"/>
                    <a:pt x="296" y="113645"/>
                    <a:pt x="296" y="122789"/>
                  </a:cubicBezTo>
                  <a:cubicBezTo>
                    <a:pt x="296" y="131343"/>
                    <a:pt x="7872" y="138717"/>
                    <a:pt x="16662" y="138717"/>
                  </a:cubicBezTo>
                  <a:cubicBezTo>
                    <a:pt x="26057" y="138717"/>
                    <a:pt x="33937" y="131343"/>
                    <a:pt x="33937" y="122789"/>
                  </a:cubicBezTo>
                  <a:cubicBezTo>
                    <a:pt x="33937" y="113645"/>
                    <a:pt x="26057" y="105976"/>
                    <a:pt x="16965" y="105976"/>
                  </a:cubicBez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01DF0D1F-5A5C-8988-D501-C03EB2798019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744700" y="4835369"/>
              <a:ext cx="41520" cy="294963"/>
            </a:xfrm>
            <a:custGeom>
              <a:avLst/>
              <a:gdLst>
                <a:gd name="connsiteX0" fmla="*/ 41822 w 41520"/>
                <a:gd name="connsiteY0" fmla="*/ 295048 h 294963"/>
                <a:gd name="connsiteX1" fmla="*/ 41822 w 41520"/>
                <a:gd name="connsiteY1" fmla="*/ 283249 h 294963"/>
                <a:gd name="connsiteX2" fmla="*/ 12424 w 41520"/>
                <a:gd name="connsiteY2" fmla="*/ 283249 h 294963"/>
                <a:gd name="connsiteX3" fmla="*/ 12424 w 41520"/>
                <a:gd name="connsiteY3" fmla="*/ 11883 h 294963"/>
                <a:gd name="connsiteX4" fmla="*/ 41822 w 41520"/>
                <a:gd name="connsiteY4" fmla="*/ 11883 h 294963"/>
                <a:gd name="connsiteX5" fmla="*/ 41822 w 41520"/>
                <a:gd name="connsiteY5" fmla="*/ 84 h 294963"/>
                <a:gd name="connsiteX6" fmla="*/ 301 w 41520"/>
                <a:gd name="connsiteY6" fmla="*/ 84 h 294963"/>
                <a:gd name="connsiteX7" fmla="*/ 301 w 41520"/>
                <a:gd name="connsiteY7" fmla="*/ 295048 h 294963"/>
                <a:gd name="connsiteX8" fmla="*/ 41822 w 41520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0" h="294963">
                  <a:moveTo>
                    <a:pt x="41822" y="295048"/>
                  </a:moveTo>
                  <a:lnTo>
                    <a:pt x="41822" y="283249"/>
                  </a:lnTo>
                  <a:lnTo>
                    <a:pt x="12424" y="283249"/>
                  </a:lnTo>
                  <a:lnTo>
                    <a:pt x="12424" y="11883"/>
                  </a:lnTo>
                  <a:lnTo>
                    <a:pt x="41822" y="11883"/>
                  </a:lnTo>
                  <a:lnTo>
                    <a:pt x="41822" y="84"/>
                  </a:lnTo>
                  <a:lnTo>
                    <a:pt x="301" y="84"/>
                  </a:lnTo>
                  <a:lnTo>
                    <a:pt x="301" y="295048"/>
                  </a:lnTo>
                  <a:lnTo>
                    <a:pt x="41822" y="295048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6F3F42DF-1C03-E6F5-8041-318FE36B2FA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785018" y="4926512"/>
              <a:ext cx="143656" cy="133323"/>
            </a:xfrm>
            <a:custGeom>
              <a:avLst/>
              <a:gdLst>
                <a:gd name="connsiteX0" fmla="*/ 130321 w 143656"/>
                <a:gd name="connsiteY0" fmla="*/ 97423 h 133323"/>
                <a:gd name="connsiteX1" fmla="*/ 123654 w 143656"/>
                <a:gd name="connsiteY1" fmla="*/ 105387 h 133323"/>
                <a:gd name="connsiteX2" fmla="*/ 109712 w 143656"/>
                <a:gd name="connsiteY2" fmla="*/ 117185 h 133323"/>
                <a:gd name="connsiteX3" fmla="*/ 100317 w 143656"/>
                <a:gd name="connsiteY3" fmla="*/ 105092 h 133323"/>
                <a:gd name="connsiteX4" fmla="*/ 99105 w 143656"/>
                <a:gd name="connsiteY4" fmla="*/ 100077 h 133323"/>
                <a:gd name="connsiteX5" fmla="*/ 88194 w 143656"/>
                <a:gd name="connsiteY5" fmla="*/ 52293 h 133323"/>
                <a:gd name="connsiteX6" fmla="*/ 117895 w 143656"/>
                <a:gd name="connsiteY6" fmla="*/ 16603 h 133323"/>
                <a:gd name="connsiteX7" fmla="*/ 125169 w 143656"/>
                <a:gd name="connsiteY7" fmla="*/ 18962 h 133323"/>
                <a:gd name="connsiteX8" fmla="*/ 133352 w 143656"/>
                <a:gd name="connsiteY8" fmla="*/ 21617 h 133323"/>
                <a:gd name="connsiteX9" fmla="*/ 143960 w 143656"/>
                <a:gd name="connsiteY9" fmla="*/ 10998 h 133323"/>
                <a:gd name="connsiteX10" fmla="*/ 131534 w 143656"/>
                <a:gd name="connsiteY10" fmla="*/ 85 h 133323"/>
                <a:gd name="connsiteX11" fmla="*/ 85770 w 143656"/>
                <a:gd name="connsiteY11" fmla="*/ 42264 h 133323"/>
                <a:gd name="connsiteX12" fmla="*/ 82436 w 143656"/>
                <a:gd name="connsiteY12" fmla="*/ 26041 h 133323"/>
                <a:gd name="connsiteX13" fmla="*/ 66676 w 143656"/>
                <a:gd name="connsiteY13" fmla="*/ 85 h 133323"/>
                <a:gd name="connsiteX14" fmla="*/ 31216 w 143656"/>
                <a:gd name="connsiteY14" fmla="*/ 8639 h 133323"/>
                <a:gd name="connsiteX15" fmla="*/ 27883 w 143656"/>
                <a:gd name="connsiteY15" fmla="*/ 9818 h 133323"/>
                <a:gd name="connsiteX16" fmla="*/ 29095 w 143656"/>
                <a:gd name="connsiteY16" fmla="*/ 14243 h 133323"/>
                <a:gd name="connsiteX17" fmla="*/ 46067 w 143656"/>
                <a:gd name="connsiteY17" fmla="*/ 10998 h 133323"/>
                <a:gd name="connsiteX18" fmla="*/ 59705 w 143656"/>
                <a:gd name="connsiteY18" fmla="*/ 31351 h 133323"/>
                <a:gd name="connsiteX19" fmla="*/ 68494 w 143656"/>
                <a:gd name="connsiteY19" fmla="*/ 67631 h 133323"/>
                <a:gd name="connsiteX20" fmla="*/ 43642 w 143656"/>
                <a:gd name="connsiteY20" fmla="*/ 102142 h 133323"/>
                <a:gd name="connsiteX21" fmla="*/ 28186 w 143656"/>
                <a:gd name="connsiteY21" fmla="*/ 116300 h 133323"/>
                <a:gd name="connsiteX22" fmla="*/ 20306 w 143656"/>
                <a:gd name="connsiteY22" fmla="*/ 113646 h 133323"/>
                <a:gd name="connsiteX23" fmla="*/ 10608 w 143656"/>
                <a:gd name="connsiteY23" fmla="*/ 110696 h 133323"/>
                <a:gd name="connsiteX24" fmla="*/ 303 w 143656"/>
                <a:gd name="connsiteY24" fmla="*/ 121020 h 133323"/>
                <a:gd name="connsiteX25" fmla="*/ 15457 w 143656"/>
                <a:gd name="connsiteY25" fmla="*/ 133408 h 133323"/>
                <a:gd name="connsiteX26" fmla="*/ 43642 w 143656"/>
                <a:gd name="connsiteY26" fmla="*/ 112761 h 133323"/>
                <a:gd name="connsiteX27" fmla="*/ 70919 w 143656"/>
                <a:gd name="connsiteY27" fmla="*/ 78250 h 133323"/>
                <a:gd name="connsiteX28" fmla="*/ 80011 w 143656"/>
                <a:gd name="connsiteY28" fmla="*/ 113646 h 133323"/>
                <a:gd name="connsiteX29" fmla="*/ 97589 w 143656"/>
                <a:gd name="connsiteY29" fmla="*/ 133408 h 133323"/>
                <a:gd name="connsiteX30" fmla="*/ 134564 w 143656"/>
                <a:gd name="connsiteY30" fmla="*/ 99782 h 133323"/>
                <a:gd name="connsiteX31" fmla="*/ 130321 w 143656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56" h="133323">
                  <a:moveTo>
                    <a:pt x="130321" y="97423"/>
                  </a:moveTo>
                  <a:cubicBezTo>
                    <a:pt x="127897" y="100077"/>
                    <a:pt x="126381" y="101847"/>
                    <a:pt x="123654" y="105387"/>
                  </a:cubicBezTo>
                  <a:cubicBezTo>
                    <a:pt x="116683" y="114236"/>
                    <a:pt x="113046" y="117185"/>
                    <a:pt x="109712" y="117185"/>
                  </a:cubicBezTo>
                  <a:cubicBezTo>
                    <a:pt x="105166" y="117185"/>
                    <a:pt x="102439" y="113351"/>
                    <a:pt x="100317" y="105092"/>
                  </a:cubicBezTo>
                  <a:cubicBezTo>
                    <a:pt x="99711" y="102732"/>
                    <a:pt x="99408" y="100962"/>
                    <a:pt x="99105" y="100077"/>
                  </a:cubicBezTo>
                  <a:cubicBezTo>
                    <a:pt x="91528" y="70286"/>
                    <a:pt x="88194" y="56718"/>
                    <a:pt x="88194" y="52293"/>
                  </a:cubicBezTo>
                  <a:cubicBezTo>
                    <a:pt x="101529" y="29581"/>
                    <a:pt x="112440" y="16603"/>
                    <a:pt x="117895" y="16603"/>
                  </a:cubicBezTo>
                  <a:cubicBezTo>
                    <a:pt x="119714" y="16603"/>
                    <a:pt x="122138" y="17488"/>
                    <a:pt x="125169" y="18962"/>
                  </a:cubicBezTo>
                  <a:cubicBezTo>
                    <a:pt x="128806" y="21027"/>
                    <a:pt x="130927" y="21617"/>
                    <a:pt x="133352" y="21617"/>
                  </a:cubicBezTo>
                  <a:cubicBezTo>
                    <a:pt x="139717" y="21617"/>
                    <a:pt x="143960" y="17193"/>
                    <a:pt x="143960" y="10998"/>
                  </a:cubicBezTo>
                  <a:cubicBezTo>
                    <a:pt x="143960" y="4804"/>
                    <a:pt x="138807" y="85"/>
                    <a:pt x="131534" y="85"/>
                  </a:cubicBezTo>
                  <a:cubicBezTo>
                    <a:pt x="118198" y="85"/>
                    <a:pt x="106682" y="10703"/>
                    <a:pt x="85770" y="42264"/>
                  </a:cubicBezTo>
                  <a:lnTo>
                    <a:pt x="82436" y="26041"/>
                  </a:lnTo>
                  <a:cubicBezTo>
                    <a:pt x="78193" y="5984"/>
                    <a:pt x="74859" y="85"/>
                    <a:pt x="66676" y="85"/>
                  </a:cubicBezTo>
                  <a:cubicBezTo>
                    <a:pt x="60008" y="85"/>
                    <a:pt x="49704" y="2739"/>
                    <a:pt x="31216" y="8639"/>
                  </a:cubicBezTo>
                  <a:lnTo>
                    <a:pt x="27883" y="9818"/>
                  </a:lnTo>
                  <a:lnTo>
                    <a:pt x="29095" y="14243"/>
                  </a:lnTo>
                  <a:cubicBezTo>
                    <a:pt x="40612" y="11588"/>
                    <a:pt x="43339" y="10998"/>
                    <a:pt x="46067" y="10998"/>
                  </a:cubicBezTo>
                  <a:cubicBezTo>
                    <a:pt x="53644" y="10998"/>
                    <a:pt x="55462" y="13653"/>
                    <a:pt x="59705" y="31351"/>
                  </a:cubicBezTo>
                  <a:lnTo>
                    <a:pt x="68494" y="67631"/>
                  </a:lnTo>
                  <a:lnTo>
                    <a:pt x="43642" y="102142"/>
                  </a:lnTo>
                  <a:cubicBezTo>
                    <a:pt x="37581" y="110991"/>
                    <a:pt x="31520" y="116300"/>
                    <a:pt x="28186" y="116300"/>
                  </a:cubicBezTo>
                  <a:cubicBezTo>
                    <a:pt x="26367" y="116300"/>
                    <a:pt x="23337" y="115415"/>
                    <a:pt x="20306" y="113646"/>
                  </a:cubicBezTo>
                  <a:cubicBezTo>
                    <a:pt x="16366" y="111581"/>
                    <a:pt x="13032" y="110696"/>
                    <a:pt x="10608" y="110696"/>
                  </a:cubicBezTo>
                  <a:cubicBezTo>
                    <a:pt x="4849" y="110696"/>
                    <a:pt x="303" y="115121"/>
                    <a:pt x="303" y="121020"/>
                  </a:cubicBezTo>
                  <a:cubicBezTo>
                    <a:pt x="303" y="128689"/>
                    <a:pt x="6364" y="133408"/>
                    <a:pt x="15457" y="133408"/>
                  </a:cubicBezTo>
                  <a:cubicBezTo>
                    <a:pt x="24852" y="133408"/>
                    <a:pt x="28489" y="130754"/>
                    <a:pt x="43642" y="112761"/>
                  </a:cubicBezTo>
                  <a:cubicBezTo>
                    <a:pt x="51825" y="103322"/>
                    <a:pt x="58190" y="95358"/>
                    <a:pt x="70919" y="78250"/>
                  </a:cubicBezTo>
                  <a:lnTo>
                    <a:pt x="80011" y="113646"/>
                  </a:lnTo>
                  <a:cubicBezTo>
                    <a:pt x="83951" y="128689"/>
                    <a:pt x="87891" y="133408"/>
                    <a:pt x="97589" y="133408"/>
                  </a:cubicBezTo>
                  <a:cubicBezTo>
                    <a:pt x="109106" y="133408"/>
                    <a:pt x="116986" y="126329"/>
                    <a:pt x="134564" y="99782"/>
                  </a:cubicBezTo>
                  <a:lnTo>
                    <a:pt x="130321" y="97423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1BD3A751-AD38-BF80-A715-584A829BFA83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933651" y="4953763"/>
              <a:ext cx="101371" cy="150608"/>
            </a:xfrm>
            <a:custGeom>
              <a:avLst/>
              <a:gdLst>
                <a:gd name="connsiteX0" fmla="*/ 51890 w 101371"/>
                <a:gd name="connsiteY0" fmla="*/ 86 h 150608"/>
                <a:gd name="connsiteX1" fmla="*/ 21838 w 101371"/>
                <a:gd name="connsiteY1" fmla="*/ 11436 h 150608"/>
                <a:gd name="connsiteX2" fmla="*/ 307 w 101371"/>
                <a:gd name="connsiteY2" fmla="*/ 74299 h 150608"/>
                <a:gd name="connsiteX3" fmla="*/ 18249 w 101371"/>
                <a:gd name="connsiteY3" fmla="*/ 135852 h 150608"/>
                <a:gd name="connsiteX4" fmla="*/ 50993 w 101371"/>
                <a:gd name="connsiteY4" fmla="*/ 150694 h 150608"/>
                <a:gd name="connsiteX5" fmla="*/ 80149 w 101371"/>
                <a:gd name="connsiteY5" fmla="*/ 139344 h 150608"/>
                <a:gd name="connsiteX6" fmla="*/ 101679 w 101371"/>
                <a:gd name="connsiteY6" fmla="*/ 75609 h 150608"/>
                <a:gd name="connsiteX7" fmla="*/ 51890 w 101371"/>
                <a:gd name="connsiteY7" fmla="*/ 86 h 150608"/>
                <a:gd name="connsiteX8" fmla="*/ 51218 w 101371"/>
                <a:gd name="connsiteY8" fmla="*/ 5761 h 150608"/>
                <a:gd name="connsiteX9" fmla="*/ 80149 w 101371"/>
                <a:gd name="connsiteY9" fmla="*/ 76045 h 150608"/>
                <a:gd name="connsiteX10" fmla="*/ 50993 w 101371"/>
                <a:gd name="connsiteY10" fmla="*/ 145019 h 150608"/>
                <a:gd name="connsiteX11" fmla="*/ 21838 w 101371"/>
                <a:gd name="connsiteY11" fmla="*/ 76263 h 150608"/>
                <a:gd name="connsiteX12" fmla="*/ 51218 w 101371"/>
                <a:gd name="connsiteY12" fmla="*/ 5761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71" h="150608">
                  <a:moveTo>
                    <a:pt x="51890" y="86"/>
                  </a:moveTo>
                  <a:cubicBezTo>
                    <a:pt x="39555" y="86"/>
                    <a:pt x="30136" y="3797"/>
                    <a:pt x="21838" y="11436"/>
                  </a:cubicBezTo>
                  <a:cubicBezTo>
                    <a:pt x="8830" y="23660"/>
                    <a:pt x="307" y="48761"/>
                    <a:pt x="307" y="74299"/>
                  </a:cubicBezTo>
                  <a:cubicBezTo>
                    <a:pt x="307" y="98091"/>
                    <a:pt x="7709" y="123629"/>
                    <a:pt x="18249" y="135852"/>
                  </a:cubicBezTo>
                  <a:cubicBezTo>
                    <a:pt x="26547" y="145456"/>
                    <a:pt x="37985" y="150694"/>
                    <a:pt x="50993" y="150694"/>
                  </a:cubicBezTo>
                  <a:cubicBezTo>
                    <a:pt x="62431" y="150694"/>
                    <a:pt x="72075" y="146984"/>
                    <a:pt x="80149" y="139344"/>
                  </a:cubicBezTo>
                  <a:cubicBezTo>
                    <a:pt x="93157" y="127339"/>
                    <a:pt x="101679" y="102020"/>
                    <a:pt x="101679" y="75609"/>
                  </a:cubicBezTo>
                  <a:cubicBezTo>
                    <a:pt x="101679" y="30863"/>
                    <a:pt x="81270" y="86"/>
                    <a:pt x="51890" y="86"/>
                  </a:cubicBezTo>
                  <a:close/>
                  <a:moveTo>
                    <a:pt x="51218" y="5761"/>
                  </a:moveTo>
                  <a:cubicBezTo>
                    <a:pt x="70057" y="5761"/>
                    <a:pt x="80149" y="30426"/>
                    <a:pt x="80149" y="76045"/>
                  </a:cubicBezTo>
                  <a:cubicBezTo>
                    <a:pt x="80149" y="121664"/>
                    <a:pt x="70281" y="145019"/>
                    <a:pt x="50993" y="145019"/>
                  </a:cubicBezTo>
                  <a:cubicBezTo>
                    <a:pt x="31706" y="145019"/>
                    <a:pt x="21838" y="121664"/>
                    <a:pt x="21838" y="76263"/>
                  </a:cubicBezTo>
                  <a:cubicBezTo>
                    <a:pt x="21838" y="29990"/>
                    <a:pt x="31930" y="5761"/>
                    <a:pt x="51218" y="5761"/>
                  </a:cubicBez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6C77200F-787C-7EF7-5B67-8E2668CFB260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2082100" y="5025325"/>
              <a:ext cx="35459" cy="88194"/>
            </a:xfrm>
            <a:custGeom>
              <a:avLst/>
              <a:gdLst>
                <a:gd name="connsiteX0" fmla="*/ 35771 w 35459"/>
                <a:gd name="connsiteY0" fmla="*/ 31056 h 88194"/>
                <a:gd name="connsiteX1" fmla="*/ 16374 w 35459"/>
                <a:gd name="connsiteY1" fmla="*/ 85 h 88194"/>
                <a:gd name="connsiteX2" fmla="*/ 312 w 35459"/>
                <a:gd name="connsiteY2" fmla="*/ 15718 h 88194"/>
                <a:gd name="connsiteX3" fmla="*/ 16374 w 35459"/>
                <a:gd name="connsiteY3" fmla="*/ 31351 h 88194"/>
                <a:gd name="connsiteX4" fmla="*/ 26982 w 35459"/>
                <a:gd name="connsiteY4" fmla="*/ 27516 h 88194"/>
                <a:gd name="connsiteX5" fmla="*/ 28497 w 35459"/>
                <a:gd name="connsiteY5" fmla="*/ 26631 h 88194"/>
                <a:gd name="connsiteX6" fmla="*/ 29104 w 35459"/>
                <a:gd name="connsiteY6" fmla="*/ 31056 h 88194"/>
                <a:gd name="connsiteX7" fmla="*/ 8495 w 35459"/>
                <a:gd name="connsiteY7" fmla="*/ 80315 h 88194"/>
                <a:gd name="connsiteX8" fmla="*/ 5161 w 35459"/>
                <a:gd name="connsiteY8" fmla="*/ 85034 h 88194"/>
                <a:gd name="connsiteX9" fmla="*/ 8192 w 35459"/>
                <a:gd name="connsiteY9" fmla="*/ 88279 h 88194"/>
                <a:gd name="connsiteX10" fmla="*/ 35771 w 35459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59" h="88194">
                  <a:moveTo>
                    <a:pt x="35771" y="31056"/>
                  </a:moveTo>
                  <a:cubicBezTo>
                    <a:pt x="35771" y="11588"/>
                    <a:pt x="28194" y="85"/>
                    <a:pt x="16374" y="85"/>
                  </a:cubicBezTo>
                  <a:cubicBezTo>
                    <a:pt x="6373" y="85"/>
                    <a:pt x="312" y="7459"/>
                    <a:pt x="312" y="15718"/>
                  </a:cubicBezTo>
                  <a:cubicBezTo>
                    <a:pt x="312" y="23682"/>
                    <a:pt x="6373" y="31351"/>
                    <a:pt x="16374" y="31351"/>
                  </a:cubicBezTo>
                  <a:cubicBezTo>
                    <a:pt x="20011" y="31351"/>
                    <a:pt x="23951" y="30171"/>
                    <a:pt x="26982" y="27516"/>
                  </a:cubicBezTo>
                  <a:cubicBezTo>
                    <a:pt x="27891" y="26926"/>
                    <a:pt x="28194" y="26631"/>
                    <a:pt x="28497" y="26631"/>
                  </a:cubicBezTo>
                  <a:cubicBezTo>
                    <a:pt x="28800" y="26631"/>
                    <a:pt x="29104" y="26926"/>
                    <a:pt x="29104" y="31056"/>
                  </a:cubicBezTo>
                  <a:cubicBezTo>
                    <a:pt x="29104" y="52883"/>
                    <a:pt x="18496" y="70581"/>
                    <a:pt x="8495" y="80315"/>
                  </a:cubicBezTo>
                  <a:cubicBezTo>
                    <a:pt x="5161" y="83559"/>
                    <a:pt x="5161" y="84149"/>
                    <a:pt x="5161" y="85034"/>
                  </a:cubicBezTo>
                  <a:cubicBezTo>
                    <a:pt x="5161" y="87099"/>
                    <a:pt x="6676" y="88279"/>
                    <a:pt x="8192" y="88279"/>
                  </a:cubicBezTo>
                  <a:cubicBezTo>
                    <a:pt x="11525" y="88279"/>
                    <a:pt x="35771" y="65567"/>
                    <a:pt x="35771" y="31056"/>
                  </a:cubicBez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6335EADD-C6B9-396B-059F-37B429172D8D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2165916" y="4926512"/>
              <a:ext cx="143656" cy="133323"/>
            </a:xfrm>
            <a:custGeom>
              <a:avLst/>
              <a:gdLst>
                <a:gd name="connsiteX0" fmla="*/ 130334 w 143656"/>
                <a:gd name="connsiteY0" fmla="*/ 97423 h 133323"/>
                <a:gd name="connsiteX1" fmla="*/ 123666 w 143656"/>
                <a:gd name="connsiteY1" fmla="*/ 105387 h 133323"/>
                <a:gd name="connsiteX2" fmla="*/ 109725 w 143656"/>
                <a:gd name="connsiteY2" fmla="*/ 117185 h 133323"/>
                <a:gd name="connsiteX3" fmla="*/ 100330 w 143656"/>
                <a:gd name="connsiteY3" fmla="*/ 105092 h 133323"/>
                <a:gd name="connsiteX4" fmla="*/ 99117 w 143656"/>
                <a:gd name="connsiteY4" fmla="*/ 100077 h 133323"/>
                <a:gd name="connsiteX5" fmla="*/ 88207 w 143656"/>
                <a:gd name="connsiteY5" fmla="*/ 52293 h 133323"/>
                <a:gd name="connsiteX6" fmla="*/ 117908 w 143656"/>
                <a:gd name="connsiteY6" fmla="*/ 16603 h 133323"/>
                <a:gd name="connsiteX7" fmla="*/ 125182 w 143656"/>
                <a:gd name="connsiteY7" fmla="*/ 18962 h 133323"/>
                <a:gd name="connsiteX8" fmla="*/ 133364 w 143656"/>
                <a:gd name="connsiteY8" fmla="*/ 21617 h 133323"/>
                <a:gd name="connsiteX9" fmla="*/ 143972 w 143656"/>
                <a:gd name="connsiteY9" fmla="*/ 10998 h 133323"/>
                <a:gd name="connsiteX10" fmla="*/ 131546 w 143656"/>
                <a:gd name="connsiteY10" fmla="*/ 85 h 133323"/>
                <a:gd name="connsiteX11" fmla="*/ 85782 w 143656"/>
                <a:gd name="connsiteY11" fmla="*/ 42264 h 133323"/>
                <a:gd name="connsiteX12" fmla="*/ 82448 w 143656"/>
                <a:gd name="connsiteY12" fmla="*/ 26041 h 133323"/>
                <a:gd name="connsiteX13" fmla="*/ 66688 w 143656"/>
                <a:gd name="connsiteY13" fmla="*/ 85 h 133323"/>
                <a:gd name="connsiteX14" fmla="*/ 31229 w 143656"/>
                <a:gd name="connsiteY14" fmla="*/ 8639 h 133323"/>
                <a:gd name="connsiteX15" fmla="*/ 27895 w 143656"/>
                <a:gd name="connsiteY15" fmla="*/ 9818 h 133323"/>
                <a:gd name="connsiteX16" fmla="*/ 29107 w 143656"/>
                <a:gd name="connsiteY16" fmla="*/ 14243 h 133323"/>
                <a:gd name="connsiteX17" fmla="*/ 46080 w 143656"/>
                <a:gd name="connsiteY17" fmla="*/ 10998 h 133323"/>
                <a:gd name="connsiteX18" fmla="*/ 59718 w 143656"/>
                <a:gd name="connsiteY18" fmla="*/ 31351 h 133323"/>
                <a:gd name="connsiteX19" fmla="*/ 68507 w 143656"/>
                <a:gd name="connsiteY19" fmla="*/ 67631 h 133323"/>
                <a:gd name="connsiteX20" fmla="*/ 43655 w 143656"/>
                <a:gd name="connsiteY20" fmla="*/ 102142 h 133323"/>
                <a:gd name="connsiteX21" fmla="*/ 28198 w 143656"/>
                <a:gd name="connsiteY21" fmla="*/ 116300 h 133323"/>
                <a:gd name="connsiteX22" fmla="*/ 20318 w 143656"/>
                <a:gd name="connsiteY22" fmla="*/ 113646 h 133323"/>
                <a:gd name="connsiteX23" fmla="*/ 10620 w 143656"/>
                <a:gd name="connsiteY23" fmla="*/ 110696 h 133323"/>
                <a:gd name="connsiteX24" fmla="*/ 316 w 143656"/>
                <a:gd name="connsiteY24" fmla="*/ 121020 h 133323"/>
                <a:gd name="connsiteX25" fmla="*/ 15469 w 143656"/>
                <a:gd name="connsiteY25" fmla="*/ 133408 h 133323"/>
                <a:gd name="connsiteX26" fmla="*/ 43655 w 143656"/>
                <a:gd name="connsiteY26" fmla="*/ 112761 h 133323"/>
                <a:gd name="connsiteX27" fmla="*/ 70931 w 143656"/>
                <a:gd name="connsiteY27" fmla="*/ 78250 h 133323"/>
                <a:gd name="connsiteX28" fmla="*/ 80024 w 143656"/>
                <a:gd name="connsiteY28" fmla="*/ 113646 h 133323"/>
                <a:gd name="connsiteX29" fmla="*/ 97602 w 143656"/>
                <a:gd name="connsiteY29" fmla="*/ 133408 h 133323"/>
                <a:gd name="connsiteX30" fmla="*/ 134577 w 143656"/>
                <a:gd name="connsiteY30" fmla="*/ 99782 h 133323"/>
                <a:gd name="connsiteX31" fmla="*/ 130334 w 143656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56" h="133323">
                  <a:moveTo>
                    <a:pt x="130334" y="97423"/>
                  </a:moveTo>
                  <a:cubicBezTo>
                    <a:pt x="127909" y="100077"/>
                    <a:pt x="126394" y="101847"/>
                    <a:pt x="123666" y="105387"/>
                  </a:cubicBezTo>
                  <a:cubicBezTo>
                    <a:pt x="116695" y="114236"/>
                    <a:pt x="113059" y="117185"/>
                    <a:pt x="109725" y="117185"/>
                  </a:cubicBezTo>
                  <a:cubicBezTo>
                    <a:pt x="105179" y="117185"/>
                    <a:pt x="102451" y="113351"/>
                    <a:pt x="100330" y="105092"/>
                  </a:cubicBezTo>
                  <a:cubicBezTo>
                    <a:pt x="99723" y="102732"/>
                    <a:pt x="99420" y="100962"/>
                    <a:pt x="99117" y="100077"/>
                  </a:cubicBezTo>
                  <a:cubicBezTo>
                    <a:pt x="91540" y="70286"/>
                    <a:pt x="88207" y="56718"/>
                    <a:pt x="88207" y="52293"/>
                  </a:cubicBezTo>
                  <a:cubicBezTo>
                    <a:pt x="101542" y="29581"/>
                    <a:pt x="112452" y="16603"/>
                    <a:pt x="117908" y="16603"/>
                  </a:cubicBezTo>
                  <a:cubicBezTo>
                    <a:pt x="119726" y="16603"/>
                    <a:pt x="122151" y="17488"/>
                    <a:pt x="125182" y="18962"/>
                  </a:cubicBezTo>
                  <a:cubicBezTo>
                    <a:pt x="128818" y="21027"/>
                    <a:pt x="130940" y="21617"/>
                    <a:pt x="133364" y="21617"/>
                  </a:cubicBezTo>
                  <a:cubicBezTo>
                    <a:pt x="139729" y="21617"/>
                    <a:pt x="143972" y="17193"/>
                    <a:pt x="143972" y="10998"/>
                  </a:cubicBezTo>
                  <a:cubicBezTo>
                    <a:pt x="143972" y="4804"/>
                    <a:pt x="138820" y="85"/>
                    <a:pt x="131546" y="85"/>
                  </a:cubicBezTo>
                  <a:cubicBezTo>
                    <a:pt x="118211" y="85"/>
                    <a:pt x="106694" y="10703"/>
                    <a:pt x="85782" y="42264"/>
                  </a:cubicBezTo>
                  <a:lnTo>
                    <a:pt x="82448" y="26041"/>
                  </a:lnTo>
                  <a:cubicBezTo>
                    <a:pt x="78205" y="5984"/>
                    <a:pt x="74871" y="85"/>
                    <a:pt x="66688" y="85"/>
                  </a:cubicBezTo>
                  <a:cubicBezTo>
                    <a:pt x="60021" y="85"/>
                    <a:pt x="49716" y="2739"/>
                    <a:pt x="31229" y="8639"/>
                  </a:cubicBezTo>
                  <a:lnTo>
                    <a:pt x="27895" y="9818"/>
                  </a:lnTo>
                  <a:lnTo>
                    <a:pt x="29107" y="14243"/>
                  </a:lnTo>
                  <a:cubicBezTo>
                    <a:pt x="40624" y="11588"/>
                    <a:pt x="43352" y="10998"/>
                    <a:pt x="46080" y="10998"/>
                  </a:cubicBezTo>
                  <a:cubicBezTo>
                    <a:pt x="53656" y="10998"/>
                    <a:pt x="55475" y="13653"/>
                    <a:pt x="59718" y="31351"/>
                  </a:cubicBezTo>
                  <a:lnTo>
                    <a:pt x="68507" y="67631"/>
                  </a:lnTo>
                  <a:lnTo>
                    <a:pt x="43655" y="102142"/>
                  </a:lnTo>
                  <a:cubicBezTo>
                    <a:pt x="37593" y="110991"/>
                    <a:pt x="31532" y="116300"/>
                    <a:pt x="28198" y="116300"/>
                  </a:cubicBezTo>
                  <a:cubicBezTo>
                    <a:pt x="26380" y="116300"/>
                    <a:pt x="23349" y="115415"/>
                    <a:pt x="20318" y="113646"/>
                  </a:cubicBezTo>
                  <a:cubicBezTo>
                    <a:pt x="16378" y="111581"/>
                    <a:pt x="13045" y="110696"/>
                    <a:pt x="10620" y="110696"/>
                  </a:cubicBezTo>
                  <a:cubicBezTo>
                    <a:pt x="4862" y="110696"/>
                    <a:pt x="316" y="115121"/>
                    <a:pt x="316" y="121020"/>
                  </a:cubicBezTo>
                  <a:cubicBezTo>
                    <a:pt x="316" y="128689"/>
                    <a:pt x="6377" y="133408"/>
                    <a:pt x="15469" y="133408"/>
                  </a:cubicBezTo>
                  <a:cubicBezTo>
                    <a:pt x="24864" y="133408"/>
                    <a:pt x="28501" y="130754"/>
                    <a:pt x="43655" y="112761"/>
                  </a:cubicBezTo>
                  <a:cubicBezTo>
                    <a:pt x="51838" y="103322"/>
                    <a:pt x="58202" y="95358"/>
                    <a:pt x="70931" y="78250"/>
                  </a:cubicBezTo>
                  <a:lnTo>
                    <a:pt x="80024" y="113646"/>
                  </a:lnTo>
                  <a:cubicBezTo>
                    <a:pt x="83964" y="128689"/>
                    <a:pt x="87904" y="133408"/>
                    <a:pt x="97602" y="133408"/>
                  </a:cubicBezTo>
                  <a:cubicBezTo>
                    <a:pt x="109119" y="133408"/>
                    <a:pt x="116999" y="126329"/>
                    <a:pt x="134577" y="99782"/>
                  </a:cubicBezTo>
                  <a:lnTo>
                    <a:pt x="130334" y="97423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FD42B762-F0EF-04E2-E681-8D49ABDA9946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2334061" y="4953763"/>
              <a:ext cx="63469" cy="147552"/>
            </a:xfrm>
            <a:custGeom>
              <a:avLst/>
              <a:gdLst>
                <a:gd name="connsiteX0" fmla="*/ 40689 w 63469"/>
                <a:gd name="connsiteY0" fmla="*/ 86 h 147552"/>
                <a:gd name="connsiteX1" fmla="*/ 320 w 63469"/>
                <a:gd name="connsiteY1" fmla="*/ 19949 h 147552"/>
                <a:gd name="connsiteX2" fmla="*/ 320 w 63469"/>
                <a:gd name="connsiteY2" fmla="*/ 23005 h 147552"/>
                <a:gd name="connsiteX3" fmla="*/ 6375 w 63469"/>
                <a:gd name="connsiteY3" fmla="*/ 20604 h 147552"/>
                <a:gd name="connsiteX4" fmla="*/ 16468 w 63469"/>
                <a:gd name="connsiteY4" fmla="*/ 18203 h 147552"/>
                <a:gd name="connsiteX5" fmla="*/ 23196 w 63469"/>
                <a:gd name="connsiteY5" fmla="*/ 28462 h 147552"/>
                <a:gd name="connsiteX6" fmla="*/ 23196 w 63469"/>
                <a:gd name="connsiteY6" fmla="*/ 127339 h 147552"/>
                <a:gd name="connsiteX7" fmla="*/ 17813 w 63469"/>
                <a:gd name="connsiteY7" fmla="*/ 141527 h 147552"/>
                <a:gd name="connsiteX8" fmla="*/ 1890 w 63469"/>
                <a:gd name="connsiteY8" fmla="*/ 144365 h 147552"/>
                <a:gd name="connsiteX9" fmla="*/ 1890 w 63469"/>
                <a:gd name="connsiteY9" fmla="*/ 147639 h 147552"/>
                <a:gd name="connsiteX10" fmla="*/ 63789 w 63469"/>
                <a:gd name="connsiteY10" fmla="*/ 147639 h 147552"/>
                <a:gd name="connsiteX11" fmla="*/ 63789 w 63469"/>
                <a:gd name="connsiteY11" fmla="*/ 144365 h 147552"/>
                <a:gd name="connsiteX12" fmla="*/ 42483 w 63469"/>
                <a:gd name="connsiteY12" fmla="*/ 131486 h 147552"/>
                <a:gd name="connsiteX13" fmla="*/ 42483 w 63469"/>
                <a:gd name="connsiteY13" fmla="*/ 523 h 147552"/>
                <a:gd name="connsiteX14" fmla="*/ 40689 w 63469"/>
                <a:gd name="connsiteY14" fmla="*/ 86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69" h="147552">
                  <a:moveTo>
                    <a:pt x="40689" y="86"/>
                  </a:moveTo>
                  <a:lnTo>
                    <a:pt x="320" y="19949"/>
                  </a:lnTo>
                  <a:lnTo>
                    <a:pt x="320" y="23005"/>
                  </a:lnTo>
                  <a:cubicBezTo>
                    <a:pt x="3011" y="21913"/>
                    <a:pt x="5478" y="21040"/>
                    <a:pt x="6375" y="20604"/>
                  </a:cubicBezTo>
                  <a:cubicBezTo>
                    <a:pt x="10412" y="19076"/>
                    <a:pt x="14225" y="18203"/>
                    <a:pt x="16468" y="18203"/>
                  </a:cubicBezTo>
                  <a:cubicBezTo>
                    <a:pt x="21177" y="18203"/>
                    <a:pt x="23196" y="21477"/>
                    <a:pt x="23196" y="28462"/>
                  </a:cubicBezTo>
                  <a:lnTo>
                    <a:pt x="23196" y="127339"/>
                  </a:lnTo>
                  <a:cubicBezTo>
                    <a:pt x="23196" y="134542"/>
                    <a:pt x="21402" y="139563"/>
                    <a:pt x="17813" y="141527"/>
                  </a:cubicBezTo>
                  <a:cubicBezTo>
                    <a:pt x="14449" y="143492"/>
                    <a:pt x="11309" y="144146"/>
                    <a:pt x="1890" y="144365"/>
                  </a:cubicBezTo>
                  <a:lnTo>
                    <a:pt x="1890" y="147639"/>
                  </a:lnTo>
                  <a:lnTo>
                    <a:pt x="63789" y="147639"/>
                  </a:lnTo>
                  <a:lnTo>
                    <a:pt x="63789" y="144365"/>
                  </a:lnTo>
                  <a:cubicBezTo>
                    <a:pt x="46072" y="144146"/>
                    <a:pt x="42483" y="141964"/>
                    <a:pt x="42483" y="131486"/>
                  </a:cubicBezTo>
                  <a:lnTo>
                    <a:pt x="42483" y="523"/>
                  </a:lnTo>
                  <a:lnTo>
                    <a:pt x="40689" y="86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D7141D92-3F3C-906A-D2E1-929736F42E0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2443602" y="4835369"/>
              <a:ext cx="41520" cy="294963"/>
            </a:xfrm>
            <a:custGeom>
              <a:avLst/>
              <a:gdLst>
                <a:gd name="connsiteX0" fmla="*/ 41845 w 41520"/>
                <a:gd name="connsiteY0" fmla="*/ 84 h 294963"/>
                <a:gd name="connsiteX1" fmla="*/ 324 w 41520"/>
                <a:gd name="connsiteY1" fmla="*/ 84 h 294963"/>
                <a:gd name="connsiteX2" fmla="*/ 324 w 41520"/>
                <a:gd name="connsiteY2" fmla="*/ 11883 h 294963"/>
                <a:gd name="connsiteX3" fmla="*/ 29722 w 41520"/>
                <a:gd name="connsiteY3" fmla="*/ 11883 h 294963"/>
                <a:gd name="connsiteX4" fmla="*/ 29722 w 41520"/>
                <a:gd name="connsiteY4" fmla="*/ 283249 h 294963"/>
                <a:gd name="connsiteX5" fmla="*/ 324 w 41520"/>
                <a:gd name="connsiteY5" fmla="*/ 283249 h 294963"/>
                <a:gd name="connsiteX6" fmla="*/ 324 w 41520"/>
                <a:gd name="connsiteY6" fmla="*/ 295048 h 294963"/>
                <a:gd name="connsiteX7" fmla="*/ 41845 w 41520"/>
                <a:gd name="connsiteY7" fmla="*/ 295048 h 294963"/>
                <a:gd name="connsiteX8" fmla="*/ 41845 w 41520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0" h="294963">
                  <a:moveTo>
                    <a:pt x="41845" y="84"/>
                  </a:moveTo>
                  <a:lnTo>
                    <a:pt x="324" y="84"/>
                  </a:lnTo>
                  <a:lnTo>
                    <a:pt x="324" y="11883"/>
                  </a:lnTo>
                  <a:lnTo>
                    <a:pt x="29722" y="11883"/>
                  </a:lnTo>
                  <a:lnTo>
                    <a:pt x="29722" y="283249"/>
                  </a:lnTo>
                  <a:lnTo>
                    <a:pt x="324" y="283249"/>
                  </a:lnTo>
                  <a:lnTo>
                    <a:pt x="324" y="295048"/>
                  </a:lnTo>
                  <a:lnTo>
                    <a:pt x="41845" y="295048"/>
                  </a:lnTo>
                  <a:lnTo>
                    <a:pt x="41845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F854F013-EFD3-F27C-1BA5-3F34102544C6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2600011" y="4920908"/>
              <a:ext cx="122744" cy="138632"/>
            </a:xfrm>
            <a:custGeom>
              <a:avLst/>
              <a:gdLst>
                <a:gd name="connsiteX0" fmla="*/ 123074 w 122744"/>
                <a:gd name="connsiteY0" fmla="*/ 116300 h 138632"/>
                <a:gd name="connsiteX1" fmla="*/ 109739 w 122744"/>
                <a:gd name="connsiteY1" fmla="*/ 121904 h 138632"/>
                <a:gd name="connsiteX2" fmla="*/ 100647 w 122744"/>
                <a:gd name="connsiteY2" fmla="*/ 104796 h 138632"/>
                <a:gd name="connsiteX3" fmla="*/ 100647 w 122744"/>
                <a:gd name="connsiteY3" fmla="*/ 47278 h 138632"/>
                <a:gd name="connsiteX4" fmla="*/ 94585 w 122744"/>
                <a:gd name="connsiteY4" fmla="*/ 16307 h 138632"/>
                <a:gd name="connsiteX5" fmla="*/ 57004 w 122744"/>
                <a:gd name="connsiteY5" fmla="*/ 84 h 138632"/>
                <a:gd name="connsiteX6" fmla="*/ 6088 w 122744"/>
                <a:gd name="connsiteY6" fmla="*/ 33120 h 138632"/>
                <a:gd name="connsiteX7" fmla="*/ 19120 w 122744"/>
                <a:gd name="connsiteY7" fmla="*/ 45803 h 138632"/>
                <a:gd name="connsiteX8" fmla="*/ 32758 w 122744"/>
                <a:gd name="connsiteY8" fmla="*/ 33415 h 138632"/>
                <a:gd name="connsiteX9" fmla="*/ 32152 w 122744"/>
                <a:gd name="connsiteY9" fmla="*/ 28696 h 138632"/>
                <a:gd name="connsiteX10" fmla="*/ 31243 w 122744"/>
                <a:gd name="connsiteY10" fmla="*/ 21616 h 138632"/>
                <a:gd name="connsiteX11" fmla="*/ 53064 w 122744"/>
                <a:gd name="connsiteY11" fmla="*/ 7163 h 138632"/>
                <a:gd name="connsiteX12" fmla="*/ 76098 w 122744"/>
                <a:gd name="connsiteY12" fmla="*/ 31645 h 138632"/>
                <a:gd name="connsiteX13" fmla="*/ 76098 w 122744"/>
                <a:gd name="connsiteY13" fmla="*/ 49638 h 138632"/>
                <a:gd name="connsiteX14" fmla="*/ 11240 w 122744"/>
                <a:gd name="connsiteY14" fmla="*/ 81494 h 138632"/>
                <a:gd name="connsiteX15" fmla="*/ 330 w 122744"/>
                <a:gd name="connsiteY15" fmla="*/ 107156 h 138632"/>
                <a:gd name="connsiteX16" fmla="*/ 32152 w 122744"/>
                <a:gd name="connsiteY16" fmla="*/ 138717 h 138632"/>
                <a:gd name="connsiteX17" fmla="*/ 76401 w 122744"/>
                <a:gd name="connsiteY17" fmla="*/ 117185 h 138632"/>
                <a:gd name="connsiteX18" fmla="*/ 95798 w 122744"/>
                <a:gd name="connsiteY18" fmla="*/ 138717 h 138632"/>
                <a:gd name="connsiteX19" fmla="*/ 123074 w 122744"/>
                <a:gd name="connsiteY19" fmla="*/ 123969 h 138632"/>
                <a:gd name="connsiteX20" fmla="*/ 123074 w 122744"/>
                <a:gd name="connsiteY20" fmla="*/ 116300 h 138632"/>
                <a:gd name="connsiteX21" fmla="*/ 76098 w 122744"/>
                <a:gd name="connsiteY21" fmla="*/ 99487 h 138632"/>
                <a:gd name="connsiteX22" fmla="*/ 68218 w 122744"/>
                <a:gd name="connsiteY22" fmla="*/ 114825 h 138632"/>
                <a:gd name="connsiteX23" fmla="*/ 46094 w 122744"/>
                <a:gd name="connsiteY23" fmla="*/ 121609 h 138632"/>
                <a:gd name="connsiteX24" fmla="*/ 27000 w 122744"/>
                <a:gd name="connsiteY24" fmla="*/ 98897 h 138632"/>
                <a:gd name="connsiteX25" fmla="*/ 27000 w 122744"/>
                <a:gd name="connsiteY25" fmla="*/ 97717 h 138632"/>
                <a:gd name="connsiteX26" fmla="*/ 76098 w 122744"/>
                <a:gd name="connsiteY26" fmla="*/ 56717 h 138632"/>
                <a:gd name="connsiteX27" fmla="*/ 76098 w 122744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744" h="138632">
                  <a:moveTo>
                    <a:pt x="123074" y="116300"/>
                  </a:moveTo>
                  <a:cubicBezTo>
                    <a:pt x="117922" y="120429"/>
                    <a:pt x="114285" y="121904"/>
                    <a:pt x="109739" y="121904"/>
                  </a:cubicBezTo>
                  <a:cubicBezTo>
                    <a:pt x="102768" y="121904"/>
                    <a:pt x="100647" y="117775"/>
                    <a:pt x="100647" y="104796"/>
                  </a:cubicBezTo>
                  <a:lnTo>
                    <a:pt x="100647" y="47278"/>
                  </a:lnTo>
                  <a:cubicBezTo>
                    <a:pt x="100647" y="31940"/>
                    <a:pt x="99131" y="23386"/>
                    <a:pt x="94585" y="16307"/>
                  </a:cubicBezTo>
                  <a:cubicBezTo>
                    <a:pt x="87918" y="5688"/>
                    <a:pt x="74886" y="84"/>
                    <a:pt x="57004" y="84"/>
                  </a:cubicBezTo>
                  <a:cubicBezTo>
                    <a:pt x="28515" y="84"/>
                    <a:pt x="6088" y="14537"/>
                    <a:pt x="6088" y="33120"/>
                  </a:cubicBezTo>
                  <a:cubicBezTo>
                    <a:pt x="6088" y="39904"/>
                    <a:pt x="12150" y="45803"/>
                    <a:pt x="19120" y="45803"/>
                  </a:cubicBezTo>
                  <a:cubicBezTo>
                    <a:pt x="26394" y="45803"/>
                    <a:pt x="32758" y="39904"/>
                    <a:pt x="32758" y="33415"/>
                  </a:cubicBezTo>
                  <a:cubicBezTo>
                    <a:pt x="32758" y="32235"/>
                    <a:pt x="32455" y="30760"/>
                    <a:pt x="32152" y="28696"/>
                  </a:cubicBezTo>
                  <a:cubicBezTo>
                    <a:pt x="31546" y="26041"/>
                    <a:pt x="31243" y="23681"/>
                    <a:pt x="31243" y="21616"/>
                  </a:cubicBezTo>
                  <a:cubicBezTo>
                    <a:pt x="31243" y="13652"/>
                    <a:pt x="40941" y="7163"/>
                    <a:pt x="53064" y="7163"/>
                  </a:cubicBezTo>
                  <a:cubicBezTo>
                    <a:pt x="67915" y="7163"/>
                    <a:pt x="76098" y="15717"/>
                    <a:pt x="76098" y="31645"/>
                  </a:cubicBezTo>
                  <a:lnTo>
                    <a:pt x="76098" y="49638"/>
                  </a:lnTo>
                  <a:cubicBezTo>
                    <a:pt x="29425" y="67926"/>
                    <a:pt x="24272" y="70285"/>
                    <a:pt x="11240" y="81494"/>
                  </a:cubicBezTo>
                  <a:cubicBezTo>
                    <a:pt x="4573" y="87393"/>
                    <a:pt x="330" y="97422"/>
                    <a:pt x="330" y="107156"/>
                  </a:cubicBezTo>
                  <a:cubicBezTo>
                    <a:pt x="330" y="125739"/>
                    <a:pt x="13665" y="138717"/>
                    <a:pt x="32152" y="138717"/>
                  </a:cubicBezTo>
                  <a:cubicBezTo>
                    <a:pt x="45488" y="138717"/>
                    <a:pt x="57914" y="132523"/>
                    <a:pt x="76401" y="117185"/>
                  </a:cubicBezTo>
                  <a:cubicBezTo>
                    <a:pt x="77916" y="132523"/>
                    <a:pt x="83372" y="138717"/>
                    <a:pt x="95798" y="138717"/>
                  </a:cubicBezTo>
                  <a:cubicBezTo>
                    <a:pt x="106102" y="138717"/>
                    <a:pt x="112467" y="135177"/>
                    <a:pt x="123074" y="123969"/>
                  </a:cubicBezTo>
                  <a:lnTo>
                    <a:pt x="123074" y="116300"/>
                  </a:lnTo>
                  <a:close/>
                  <a:moveTo>
                    <a:pt x="76098" y="99487"/>
                  </a:moveTo>
                  <a:cubicBezTo>
                    <a:pt x="76098" y="108631"/>
                    <a:pt x="74583" y="111285"/>
                    <a:pt x="68218" y="114825"/>
                  </a:cubicBezTo>
                  <a:cubicBezTo>
                    <a:pt x="60944" y="118954"/>
                    <a:pt x="52458" y="121609"/>
                    <a:pt x="46094" y="121609"/>
                  </a:cubicBezTo>
                  <a:cubicBezTo>
                    <a:pt x="35486" y="121609"/>
                    <a:pt x="27000" y="111580"/>
                    <a:pt x="27000" y="98897"/>
                  </a:cubicBezTo>
                  <a:lnTo>
                    <a:pt x="27000" y="97717"/>
                  </a:lnTo>
                  <a:cubicBezTo>
                    <a:pt x="27000" y="80314"/>
                    <a:pt x="39426" y="69695"/>
                    <a:pt x="76098" y="56717"/>
                  </a:cubicBezTo>
                  <a:lnTo>
                    <a:pt x="76098" y="99487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57496163-3D7D-E694-A768-D60FBB5D9D9B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2728714" y="4920908"/>
              <a:ext cx="142141" cy="135683"/>
            </a:xfrm>
            <a:custGeom>
              <a:avLst/>
              <a:gdLst>
                <a:gd name="connsiteX0" fmla="*/ 334 w 142141"/>
                <a:gd name="connsiteY0" fmla="*/ 18372 h 135683"/>
                <a:gd name="connsiteX1" fmla="*/ 8517 w 142141"/>
                <a:gd name="connsiteY1" fmla="*/ 17192 h 135683"/>
                <a:gd name="connsiteX2" fmla="*/ 19731 w 142141"/>
                <a:gd name="connsiteY2" fmla="*/ 36070 h 135683"/>
                <a:gd name="connsiteX3" fmla="*/ 19731 w 142141"/>
                <a:gd name="connsiteY3" fmla="*/ 109221 h 135683"/>
                <a:gd name="connsiteX4" fmla="*/ 940 w 142141"/>
                <a:gd name="connsiteY4" fmla="*/ 131343 h 135683"/>
                <a:gd name="connsiteX5" fmla="*/ 940 w 142141"/>
                <a:gd name="connsiteY5" fmla="*/ 135767 h 135683"/>
                <a:gd name="connsiteX6" fmla="*/ 65192 w 142141"/>
                <a:gd name="connsiteY6" fmla="*/ 135767 h 135683"/>
                <a:gd name="connsiteX7" fmla="*/ 65192 w 142141"/>
                <a:gd name="connsiteY7" fmla="*/ 131343 h 135683"/>
                <a:gd name="connsiteX8" fmla="*/ 45189 w 142141"/>
                <a:gd name="connsiteY8" fmla="*/ 116005 h 135683"/>
                <a:gd name="connsiteX9" fmla="*/ 45189 w 142141"/>
                <a:gd name="connsiteY9" fmla="*/ 33120 h 135683"/>
                <a:gd name="connsiteX10" fmla="*/ 76405 w 142141"/>
                <a:gd name="connsiteY10" fmla="*/ 16307 h 135683"/>
                <a:gd name="connsiteX11" fmla="*/ 98530 w 142141"/>
                <a:gd name="connsiteY11" fmla="*/ 44919 h 135683"/>
                <a:gd name="connsiteX12" fmla="*/ 98530 w 142141"/>
                <a:gd name="connsiteY12" fmla="*/ 106566 h 135683"/>
                <a:gd name="connsiteX13" fmla="*/ 79436 w 142141"/>
                <a:gd name="connsiteY13" fmla="*/ 131343 h 135683"/>
                <a:gd name="connsiteX14" fmla="*/ 79436 w 142141"/>
                <a:gd name="connsiteY14" fmla="*/ 135767 h 135683"/>
                <a:gd name="connsiteX15" fmla="*/ 142475 w 142141"/>
                <a:gd name="connsiteY15" fmla="*/ 135767 h 135683"/>
                <a:gd name="connsiteX16" fmla="*/ 142475 w 142141"/>
                <a:gd name="connsiteY16" fmla="*/ 131343 h 135683"/>
                <a:gd name="connsiteX17" fmla="*/ 123988 w 142141"/>
                <a:gd name="connsiteY17" fmla="*/ 111875 h 135683"/>
                <a:gd name="connsiteX18" fmla="*/ 123988 w 142141"/>
                <a:gd name="connsiteY18" fmla="*/ 44329 h 135683"/>
                <a:gd name="connsiteX19" fmla="*/ 88225 w 142141"/>
                <a:gd name="connsiteY19" fmla="*/ 84 h 135683"/>
                <a:gd name="connsiteX20" fmla="*/ 44280 w 142141"/>
                <a:gd name="connsiteY20" fmla="*/ 23976 h 135683"/>
                <a:gd name="connsiteX21" fmla="*/ 44280 w 142141"/>
                <a:gd name="connsiteY21" fmla="*/ 674 h 135683"/>
                <a:gd name="connsiteX22" fmla="*/ 42158 w 142141"/>
                <a:gd name="connsiteY22" fmla="*/ 84 h 135683"/>
                <a:gd name="connsiteX23" fmla="*/ 334 w 142141"/>
                <a:gd name="connsiteY23" fmla="*/ 13357 h 135683"/>
                <a:gd name="connsiteX24" fmla="*/ 334 w 142141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141" h="135683">
                  <a:moveTo>
                    <a:pt x="334" y="18372"/>
                  </a:moveTo>
                  <a:cubicBezTo>
                    <a:pt x="2153" y="17487"/>
                    <a:pt x="5183" y="17192"/>
                    <a:pt x="8517" y="17192"/>
                  </a:cubicBezTo>
                  <a:cubicBezTo>
                    <a:pt x="17003" y="17192"/>
                    <a:pt x="19731" y="21616"/>
                    <a:pt x="19731" y="36070"/>
                  </a:cubicBezTo>
                  <a:lnTo>
                    <a:pt x="19731" y="109221"/>
                  </a:lnTo>
                  <a:cubicBezTo>
                    <a:pt x="19731" y="126033"/>
                    <a:pt x="16397" y="130163"/>
                    <a:pt x="940" y="131343"/>
                  </a:cubicBezTo>
                  <a:lnTo>
                    <a:pt x="940" y="135767"/>
                  </a:lnTo>
                  <a:lnTo>
                    <a:pt x="65192" y="135767"/>
                  </a:lnTo>
                  <a:lnTo>
                    <a:pt x="65192" y="131343"/>
                  </a:lnTo>
                  <a:cubicBezTo>
                    <a:pt x="49735" y="130163"/>
                    <a:pt x="45189" y="126623"/>
                    <a:pt x="45189" y="116005"/>
                  </a:cubicBezTo>
                  <a:lnTo>
                    <a:pt x="45189" y="33120"/>
                  </a:lnTo>
                  <a:cubicBezTo>
                    <a:pt x="59736" y="19847"/>
                    <a:pt x="66404" y="16307"/>
                    <a:pt x="76405" y="16307"/>
                  </a:cubicBezTo>
                  <a:cubicBezTo>
                    <a:pt x="91256" y="16307"/>
                    <a:pt x="98530" y="25451"/>
                    <a:pt x="98530" y="44919"/>
                  </a:cubicBezTo>
                  <a:lnTo>
                    <a:pt x="98530" y="106566"/>
                  </a:lnTo>
                  <a:cubicBezTo>
                    <a:pt x="98530" y="125149"/>
                    <a:pt x="94590" y="130163"/>
                    <a:pt x="79436" y="131343"/>
                  </a:cubicBezTo>
                  <a:lnTo>
                    <a:pt x="79436" y="135767"/>
                  </a:lnTo>
                  <a:lnTo>
                    <a:pt x="142475" y="135767"/>
                  </a:lnTo>
                  <a:lnTo>
                    <a:pt x="142475" y="131343"/>
                  </a:lnTo>
                  <a:cubicBezTo>
                    <a:pt x="127625" y="129868"/>
                    <a:pt x="123988" y="126328"/>
                    <a:pt x="123988" y="111875"/>
                  </a:cubicBezTo>
                  <a:lnTo>
                    <a:pt x="123988" y="44329"/>
                  </a:lnTo>
                  <a:cubicBezTo>
                    <a:pt x="123988" y="16602"/>
                    <a:pt x="110653" y="84"/>
                    <a:pt x="88225" y="84"/>
                  </a:cubicBezTo>
                  <a:cubicBezTo>
                    <a:pt x="74284" y="84"/>
                    <a:pt x="64889" y="5098"/>
                    <a:pt x="44280" y="23976"/>
                  </a:cubicBezTo>
                  <a:lnTo>
                    <a:pt x="44280" y="674"/>
                  </a:lnTo>
                  <a:lnTo>
                    <a:pt x="42158" y="84"/>
                  </a:lnTo>
                  <a:cubicBezTo>
                    <a:pt x="27308" y="5393"/>
                    <a:pt x="17003" y="8638"/>
                    <a:pt x="334" y="13357"/>
                  </a:cubicBezTo>
                  <a:lnTo>
                    <a:pt x="334" y="18372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2F7AEAA8-9829-E2A9-176D-2C61FFF3AF79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2884153" y="4855131"/>
              <a:ext cx="140625" cy="204409"/>
            </a:xfrm>
            <a:custGeom>
              <a:avLst/>
              <a:gdLst>
                <a:gd name="connsiteX0" fmla="*/ 96413 w 140625"/>
                <a:gd name="connsiteY0" fmla="*/ 204494 h 204409"/>
                <a:gd name="connsiteX1" fmla="*/ 140965 w 140625"/>
                <a:gd name="connsiteY1" fmla="*/ 189155 h 204409"/>
                <a:gd name="connsiteX2" fmla="*/ 140965 w 140625"/>
                <a:gd name="connsiteY2" fmla="*/ 184436 h 204409"/>
                <a:gd name="connsiteX3" fmla="*/ 133994 w 140625"/>
                <a:gd name="connsiteY3" fmla="*/ 184731 h 204409"/>
                <a:gd name="connsiteX4" fmla="*/ 120659 w 140625"/>
                <a:gd name="connsiteY4" fmla="*/ 167918 h 204409"/>
                <a:gd name="connsiteX5" fmla="*/ 120659 w 140625"/>
                <a:gd name="connsiteY5" fmla="*/ 674 h 204409"/>
                <a:gd name="connsiteX6" fmla="*/ 119144 w 140625"/>
                <a:gd name="connsiteY6" fmla="*/ 84 h 204409"/>
                <a:gd name="connsiteX7" fmla="*/ 74592 w 140625"/>
                <a:gd name="connsiteY7" fmla="*/ 13062 h 204409"/>
                <a:gd name="connsiteX8" fmla="*/ 74592 w 140625"/>
                <a:gd name="connsiteY8" fmla="*/ 17782 h 204409"/>
                <a:gd name="connsiteX9" fmla="*/ 81260 w 140625"/>
                <a:gd name="connsiteY9" fmla="*/ 17487 h 204409"/>
                <a:gd name="connsiteX10" fmla="*/ 95201 w 140625"/>
                <a:gd name="connsiteY10" fmla="*/ 32530 h 204409"/>
                <a:gd name="connsiteX11" fmla="*/ 95201 w 140625"/>
                <a:gd name="connsiteY11" fmla="*/ 78544 h 204409"/>
                <a:gd name="connsiteX12" fmla="*/ 63378 w 140625"/>
                <a:gd name="connsiteY12" fmla="*/ 65861 h 204409"/>
                <a:gd name="connsiteX13" fmla="*/ 339 w 140625"/>
                <a:gd name="connsiteY13" fmla="*/ 141076 h 204409"/>
                <a:gd name="connsiteX14" fmla="*/ 56408 w 140625"/>
                <a:gd name="connsiteY14" fmla="*/ 204494 h 204409"/>
                <a:gd name="connsiteX15" fmla="*/ 95201 w 140625"/>
                <a:gd name="connsiteY15" fmla="*/ 184731 h 204409"/>
                <a:gd name="connsiteX16" fmla="*/ 95201 w 140625"/>
                <a:gd name="connsiteY16" fmla="*/ 203609 h 204409"/>
                <a:gd name="connsiteX17" fmla="*/ 96413 w 140625"/>
                <a:gd name="connsiteY17" fmla="*/ 204494 h 204409"/>
                <a:gd name="connsiteX18" fmla="*/ 95201 w 140625"/>
                <a:gd name="connsiteY18" fmla="*/ 171458 h 204409"/>
                <a:gd name="connsiteX19" fmla="*/ 90049 w 140625"/>
                <a:gd name="connsiteY19" fmla="*/ 180307 h 204409"/>
                <a:gd name="connsiteX20" fmla="*/ 68227 w 140625"/>
                <a:gd name="connsiteY20" fmla="*/ 189155 h 204409"/>
                <a:gd name="connsiteX21" fmla="*/ 26403 w 140625"/>
                <a:gd name="connsiteY21" fmla="*/ 129278 h 204409"/>
                <a:gd name="connsiteX22" fmla="*/ 64287 w 140625"/>
                <a:gd name="connsiteY22" fmla="*/ 74120 h 204409"/>
                <a:gd name="connsiteX23" fmla="*/ 95201 w 140625"/>
                <a:gd name="connsiteY23" fmla="*/ 103616 h 204409"/>
                <a:gd name="connsiteX24" fmla="*/ 95201 w 140625"/>
                <a:gd name="connsiteY24" fmla="*/ 171458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625" h="204409">
                  <a:moveTo>
                    <a:pt x="96413" y="204494"/>
                  </a:moveTo>
                  <a:lnTo>
                    <a:pt x="140965" y="189155"/>
                  </a:lnTo>
                  <a:lnTo>
                    <a:pt x="140965" y="184436"/>
                  </a:lnTo>
                  <a:cubicBezTo>
                    <a:pt x="135510" y="184731"/>
                    <a:pt x="134903" y="184731"/>
                    <a:pt x="133994" y="184731"/>
                  </a:cubicBezTo>
                  <a:cubicBezTo>
                    <a:pt x="123084" y="184731"/>
                    <a:pt x="120659" y="181486"/>
                    <a:pt x="120659" y="167918"/>
                  </a:cubicBezTo>
                  <a:lnTo>
                    <a:pt x="120659" y="674"/>
                  </a:lnTo>
                  <a:lnTo>
                    <a:pt x="119144" y="84"/>
                  </a:lnTo>
                  <a:cubicBezTo>
                    <a:pt x="104596" y="5098"/>
                    <a:pt x="93989" y="8048"/>
                    <a:pt x="74592" y="13062"/>
                  </a:cubicBezTo>
                  <a:lnTo>
                    <a:pt x="74592" y="17782"/>
                  </a:lnTo>
                  <a:cubicBezTo>
                    <a:pt x="77017" y="17487"/>
                    <a:pt x="78835" y="17487"/>
                    <a:pt x="81260" y="17487"/>
                  </a:cubicBezTo>
                  <a:cubicBezTo>
                    <a:pt x="92473" y="17487"/>
                    <a:pt x="95201" y="20436"/>
                    <a:pt x="95201" y="32530"/>
                  </a:cubicBezTo>
                  <a:lnTo>
                    <a:pt x="95201" y="78544"/>
                  </a:lnTo>
                  <a:cubicBezTo>
                    <a:pt x="83684" y="69105"/>
                    <a:pt x="75501" y="65861"/>
                    <a:pt x="63378" y="65861"/>
                  </a:cubicBezTo>
                  <a:cubicBezTo>
                    <a:pt x="28525" y="65861"/>
                    <a:pt x="339" y="99192"/>
                    <a:pt x="339" y="141076"/>
                  </a:cubicBezTo>
                  <a:cubicBezTo>
                    <a:pt x="339" y="178832"/>
                    <a:pt x="23070" y="204494"/>
                    <a:pt x="56408" y="204494"/>
                  </a:cubicBezTo>
                  <a:cubicBezTo>
                    <a:pt x="73380" y="204494"/>
                    <a:pt x="84896" y="198594"/>
                    <a:pt x="95201" y="184731"/>
                  </a:cubicBezTo>
                  <a:lnTo>
                    <a:pt x="95201" y="203609"/>
                  </a:lnTo>
                  <a:lnTo>
                    <a:pt x="96413" y="204494"/>
                  </a:lnTo>
                  <a:close/>
                  <a:moveTo>
                    <a:pt x="95201" y="171458"/>
                  </a:moveTo>
                  <a:cubicBezTo>
                    <a:pt x="95201" y="173522"/>
                    <a:pt x="93079" y="177062"/>
                    <a:pt x="90049" y="180307"/>
                  </a:cubicBezTo>
                  <a:cubicBezTo>
                    <a:pt x="84593" y="186206"/>
                    <a:pt x="77017" y="189155"/>
                    <a:pt x="68227" y="189155"/>
                  </a:cubicBezTo>
                  <a:cubicBezTo>
                    <a:pt x="43072" y="189155"/>
                    <a:pt x="26403" y="165558"/>
                    <a:pt x="26403" y="129278"/>
                  </a:cubicBezTo>
                  <a:cubicBezTo>
                    <a:pt x="26403" y="95947"/>
                    <a:pt x="41254" y="74120"/>
                    <a:pt x="64287" y="74120"/>
                  </a:cubicBezTo>
                  <a:cubicBezTo>
                    <a:pt x="80350" y="74120"/>
                    <a:pt x="95201" y="87983"/>
                    <a:pt x="95201" y="103616"/>
                  </a:cubicBezTo>
                  <a:lnTo>
                    <a:pt x="95201" y="171458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DC4B069-8490-6595-AED9-A4F2D2E69BF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3131437" y="4835369"/>
              <a:ext cx="41520" cy="294963"/>
            </a:xfrm>
            <a:custGeom>
              <a:avLst/>
              <a:gdLst>
                <a:gd name="connsiteX0" fmla="*/ 41867 w 41520"/>
                <a:gd name="connsiteY0" fmla="*/ 295048 h 294963"/>
                <a:gd name="connsiteX1" fmla="*/ 41867 w 41520"/>
                <a:gd name="connsiteY1" fmla="*/ 283249 h 294963"/>
                <a:gd name="connsiteX2" fmla="*/ 12469 w 41520"/>
                <a:gd name="connsiteY2" fmla="*/ 283249 h 294963"/>
                <a:gd name="connsiteX3" fmla="*/ 12469 w 41520"/>
                <a:gd name="connsiteY3" fmla="*/ 11883 h 294963"/>
                <a:gd name="connsiteX4" fmla="*/ 41867 w 41520"/>
                <a:gd name="connsiteY4" fmla="*/ 11883 h 294963"/>
                <a:gd name="connsiteX5" fmla="*/ 41867 w 41520"/>
                <a:gd name="connsiteY5" fmla="*/ 84 h 294963"/>
                <a:gd name="connsiteX6" fmla="*/ 346 w 41520"/>
                <a:gd name="connsiteY6" fmla="*/ 84 h 294963"/>
                <a:gd name="connsiteX7" fmla="*/ 346 w 41520"/>
                <a:gd name="connsiteY7" fmla="*/ 295048 h 294963"/>
                <a:gd name="connsiteX8" fmla="*/ 41867 w 41520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0" h="294963">
                  <a:moveTo>
                    <a:pt x="41867" y="295048"/>
                  </a:moveTo>
                  <a:lnTo>
                    <a:pt x="41867" y="283249"/>
                  </a:lnTo>
                  <a:lnTo>
                    <a:pt x="12469" y="283249"/>
                  </a:lnTo>
                  <a:lnTo>
                    <a:pt x="12469" y="11883"/>
                  </a:lnTo>
                  <a:lnTo>
                    <a:pt x="41867" y="11883"/>
                  </a:lnTo>
                  <a:lnTo>
                    <a:pt x="41867" y="84"/>
                  </a:lnTo>
                  <a:lnTo>
                    <a:pt x="346" y="84"/>
                  </a:lnTo>
                  <a:lnTo>
                    <a:pt x="346" y="295048"/>
                  </a:lnTo>
                  <a:lnTo>
                    <a:pt x="41867" y="295048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29728B0E-B6CE-3440-49B1-13EF48A32D87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3171755" y="4926512"/>
              <a:ext cx="143656" cy="133323"/>
            </a:xfrm>
            <a:custGeom>
              <a:avLst/>
              <a:gdLst>
                <a:gd name="connsiteX0" fmla="*/ 130367 w 143656"/>
                <a:gd name="connsiteY0" fmla="*/ 97423 h 133323"/>
                <a:gd name="connsiteX1" fmla="*/ 123699 w 143656"/>
                <a:gd name="connsiteY1" fmla="*/ 105387 h 133323"/>
                <a:gd name="connsiteX2" fmla="*/ 109758 w 143656"/>
                <a:gd name="connsiteY2" fmla="*/ 117185 h 133323"/>
                <a:gd name="connsiteX3" fmla="*/ 100362 w 143656"/>
                <a:gd name="connsiteY3" fmla="*/ 105092 h 133323"/>
                <a:gd name="connsiteX4" fmla="*/ 99150 w 143656"/>
                <a:gd name="connsiteY4" fmla="*/ 100077 h 133323"/>
                <a:gd name="connsiteX5" fmla="*/ 88240 w 143656"/>
                <a:gd name="connsiteY5" fmla="*/ 52293 h 133323"/>
                <a:gd name="connsiteX6" fmla="*/ 117941 w 143656"/>
                <a:gd name="connsiteY6" fmla="*/ 16603 h 133323"/>
                <a:gd name="connsiteX7" fmla="*/ 125214 w 143656"/>
                <a:gd name="connsiteY7" fmla="*/ 18962 h 133323"/>
                <a:gd name="connsiteX8" fmla="*/ 133397 w 143656"/>
                <a:gd name="connsiteY8" fmla="*/ 21617 h 133323"/>
                <a:gd name="connsiteX9" fmla="*/ 144005 w 143656"/>
                <a:gd name="connsiteY9" fmla="*/ 10998 h 133323"/>
                <a:gd name="connsiteX10" fmla="*/ 131579 w 143656"/>
                <a:gd name="connsiteY10" fmla="*/ 85 h 133323"/>
                <a:gd name="connsiteX11" fmla="*/ 85815 w 143656"/>
                <a:gd name="connsiteY11" fmla="*/ 42264 h 133323"/>
                <a:gd name="connsiteX12" fmla="*/ 82481 w 143656"/>
                <a:gd name="connsiteY12" fmla="*/ 26041 h 133323"/>
                <a:gd name="connsiteX13" fmla="*/ 66721 w 143656"/>
                <a:gd name="connsiteY13" fmla="*/ 85 h 133323"/>
                <a:gd name="connsiteX14" fmla="*/ 31262 w 143656"/>
                <a:gd name="connsiteY14" fmla="*/ 8639 h 133323"/>
                <a:gd name="connsiteX15" fmla="*/ 27928 w 143656"/>
                <a:gd name="connsiteY15" fmla="*/ 9818 h 133323"/>
                <a:gd name="connsiteX16" fmla="*/ 29140 w 143656"/>
                <a:gd name="connsiteY16" fmla="*/ 14243 h 133323"/>
                <a:gd name="connsiteX17" fmla="*/ 46112 w 143656"/>
                <a:gd name="connsiteY17" fmla="*/ 10998 h 133323"/>
                <a:gd name="connsiteX18" fmla="*/ 59751 w 143656"/>
                <a:gd name="connsiteY18" fmla="*/ 31351 h 133323"/>
                <a:gd name="connsiteX19" fmla="*/ 68540 w 143656"/>
                <a:gd name="connsiteY19" fmla="*/ 67631 h 133323"/>
                <a:gd name="connsiteX20" fmla="*/ 43688 w 143656"/>
                <a:gd name="connsiteY20" fmla="*/ 102142 h 133323"/>
                <a:gd name="connsiteX21" fmla="*/ 28231 w 143656"/>
                <a:gd name="connsiteY21" fmla="*/ 116300 h 133323"/>
                <a:gd name="connsiteX22" fmla="*/ 20351 w 143656"/>
                <a:gd name="connsiteY22" fmla="*/ 113646 h 133323"/>
                <a:gd name="connsiteX23" fmla="*/ 10653 w 143656"/>
                <a:gd name="connsiteY23" fmla="*/ 110696 h 133323"/>
                <a:gd name="connsiteX24" fmla="*/ 348 w 143656"/>
                <a:gd name="connsiteY24" fmla="*/ 121020 h 133323"/>
                <a:gd name="connsiteX25" fmla="*/ 15502 w 143656"/>
                <a:gd name="connsiteY25" fmla="*/ 133408 h 133323"/>
                <a:gd name="connsiteX26" fmla="*/ 43688 w 143656"/>
                <a:gd name="connsiteY26" fmla="*/ 112761 h 133323"/>
                <a:gd name="connsiteX27" fmla="*/ 70964 w 143656"/>
                <a:gd name="connsiteY27" fmla="*/ 78250 h 133323"/>
                <a:gd name="connsiteX28" fmla="*/ 80057 w 143656"/>
                <a:gd name="connsiteY28" fmla="*/ 113646 h 133323"/>
                <a:gd name="connsiteX29" fmla="*/ 97635 w 143656"/>
                <a:gd name="connsiteY29" fmla="*/ 133408 h 133323"/>
                <a:gd name="connsiteX30" fmla="*/ 134610 w 143656"/>
                <a:gd name="connsiteY30" fmla="*/ 99782 h 133323"/>
                <a:gd name="connsiteX31" fmla="*/ 130367 w 143656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56" h="133323">
                  <a:moveTo>
                    <a:pt x="130367" y="97423"/>
                  </a:moveTo>
                  <a:cubicBezTo>
                    <a:pt x="127942" y="100077"/>
                    <a:pt x="126427" y="101847"/>
                    <a:pt x="123699" y="105387"/>
                  </a:cubicBezTo>
                  <a:cubicBezTo>
                    <a:pt x="116728" y="114236"/>
                    <a:pt x="113092" y="117185"/>
                    <a:pt x="109758" y="117185"/>
                  </a:cubicBezTo>
                  <a:cubicBezTo>
                    <a:pt x="105212" y="117185"/>
                    <a:pt x="102484" y="113351"/>
                    <a:pt x="100362" y="105092"/>
                  </a:cubicBezTo>
                  <a:cubicBezTo>
                    <a:pt x="99756" y="102732"/>
                    <a:pt x="99453" y="100962"/>
                    <a:pt x="99150" y="100077"/>
                  </a:cubicBezTo>
                  <a:cubicBezTo>
                    <a:pt x="91573" y="70286"/>
                    <a:pt x="88240" y="56718"/>
                    <a:pt x="88240" y="52293"/>
                  </a:cubicBezTo>
                  <a:cubicBezTo>
                    <a:pt x="101575" y="29581"/>
                    <a:pt x="112485" y="16603"/>
                    <a:pt x="117941" y="16603"/>
                  </a:cubicBezTo>
                  <a:cubicBezTo>
                    <a:pt x="119759" y="16603"/>
                    <a:pt x="122184" y="17488"/>
                    <a:pt x="125214" y="18962"/>
                  </a:cubicBezTo>
                  <a:cubicBezTo>
                    <a:pt x="128851" y="21027"/>
                    <a:pt x="130973" y="21617"/>
                    <a:pt x="133397" y="21617"/>
                  </a:cubicBezTo>
                  <a:cubicBezTo>
                    <a:pt x="139762" y="21617"/>
                    <a:pt x="144005" y="17193"/>
                    <a:pt x="144005" y="10998"/>
                  </a:cubicBezTo>
                  <a:cubicBezTo>
                    <a:pt x="144005" y="4804"/>
                    <a:pt x="138853" y="85"/>
                    <a:pt x="131579" y="85"/>
                  </a:cubicBezTo>
                  <a:cubicBezTo>
                    <a:pt x="118244" y="85"/>
                    <a:pt x="106727" y="10703"/>
                    <a:pt x="85815" y="42264"/>
                  </a:cubicBezTo>
                  <a:lnTo>
                    <a:pt x="82481" y="26041"/>
                  </a:lnTo>
                  <a:cubicBezTo>
                    <a:pt x="78238" y="5984"/>
                    <a:pt x="74904" y="85"/>
                    <a:pt x="66721" y="85"/>
                  </a:cubicBezTo>
                  <a:cubicBezTo>
                    <a:pt x="60054" y="85"/>
                    <a:pt x="49749" y="2739"/>
                    <a:pt x="31262" y="8639"/>
                  </a:cubicBezTo>
                  <a:lnTo>
                    <a:pt x="27928" y="9818"/>
                  </a:lnTo>
                  <a:lnTo>
                    <a:pt x="29140" y="14243"/>
                  </a:lnTo>
                  <a:cubicBezTo>
                    <a:pt x="40657" y="11588"/>
                    <a:pt x="43385" y="10998"/>
                    <a:pt x="46112" y="10998"/>
                  </a:cubicBezTo>
                  <a:cubicBezTo>
                    <a:pt x="53689" y="10998"/>
                    <a:pt x="55508" y="13653"/>
                    <a:pt x="59751" y="31351"/>
                  </a:cubicBezTo>
                  <a:lnTo>
                    <a:pt x="68540" y="67631"/>
                  </a:lnTo>
                  <a:lnTo>
                    <a:pt x="43688" y="102142"/>
                  </a:lnTo>
                  <a:cubicBezTo>
                    <a:pt x="37626" y="110991"/>
                    <a:pt x="31565" y="116300"/>
                    <a:pt x="28231" y="116300"/>
                  </a:cubicBezTo>
                  <a:cubicBezTo>
                    <a:pt x="26413" y="116300"/>
                    <a:pt x="23382" y="115415"/>
                    <a:pt x="20351" y="113646"/>
                  </a:cubicBezTo>
                  <a:cubicBezTo>
                    <a:pt x="16411" y="111581"/>
                    <a:pt x="13077" y="110696"/>
                    <a:pt x="10653" y="110696"/>
                  </a:cubicBezTo>
                  <a:cubicBezTo>
                    <a:pt x="4895" y="110696"/>
                    <a:pt x="348" y="115121"/>
                    <a:pt x="348" y="121020"/>
                  </a:cubicBezTo>
                  <a:cubicBezTo>
                    <a:pt x="348" y="128689"/>
                    <a:pt x="6410" y="133408"/>
                    <a:pt x="15502" y="133408"/>
                  </a:cubicBezTo>
                  <a:cubicBezTo>
                    <a:pt x="24897" y="133408"/>
                    <a:pt x="28534" y="130754"/>
                    <a:pt x="43688" y="112761"/>
                  </a:cubicBezTo>
                  <a:cubicBezTo>
                    <a:pt x="51871" y="103322"/>
                    <a:pt x="58235" y="95358"/>
                    <a:pt x="70964" y="78250"/>
                  </a:cubicBezTo>
                  <a:lnTo>
                    <a:pt x="80057" y="113646"/>
                  </a:lnTo>
                  <a:cubicBezTo>
                    <a:pt x="83997" y="128689"/>
                    <a:pt x="87937" y="133408"/>
                    <a:pt x="97635" y="133408"/>
                  </a:cubicBezTo>
                  <a:cubicBezTo>
                    <a:pt x="109152" y="133408"/>
                    <a:pt x="117031" y="126329"/>
                    <a:pt x="134610" y="99782"/>
                  </a:cubicBezTo>
                  <a:lnTo>
                    <a:pt x="130367" y="97423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E402AED6-2731-9D57-8CF4-F8EBE6F84AA6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3339899" y="4953763"/>
              <a:ext cx="63469" cy="147552"/>
            </a:xfrm>
            <a:custGeom>
              <a:avLst/>
              <a:gdLst>
                <a:gd name="connsiteX0" fmla="*/ 40722 w 63469"/>
                <a:gd name="connsiteY0" fmla="*/ 86 h 147552"/>
                <a:gd name="connsiteX1" fmla="*/ 353 w 63469"/>
                <a:gd name="connsiteY1" fmla="*/ 19949 h 147552"/>
                <a:gd name="connsiteX2" fmla="*/ 353 w 63469"/>
                <a:gd name="connsiteY2" fmla="*/ 23005 h 147552"/>
                <a:gd name="connsiteX3" fmla="*/ 6408 w 63469"/>
                <a:gd name="connsiteY3" fmla="*/ 20604 h 147552"/>
                <a:gd name="connsiteX4" fmla="*/ 16501 w 63469"/>
                <a:gd name="connsiteY4" fmla="*/ 18203 h 147552"/>
                <a:gd name="connsiteX5" fmla="*/ 23229 w 63469"/>
                <a:gd name="connsiteY5" fmla="*/ 28462 h 147552"/>
                <a:gd name="connsiteX6" fmla="*/ 23229 w 63469"/>
                <a:gd name="connsiteY6" fmla="*/ 127339 h 147552"/>
                <a:gd name="connsiteX7" fmla="*/ 17846 w 63469"/>
                <a:gd name="connsiteY7" fmla="*/ 141527 h 147552"/>
                <a:gd name="connsiteX8" fmla="*/ 1923 w 63469"/>
                <a:gd name="connsiteY8" fmla="*/ 144365 h 147552"/>
                <a:gd name="connsiteX9" fmla="*/ 1923 w 63469"/>
                <a:gd name="connsiteY9" fmla="*/ 147639 h 147552"/>
                <a:gd name="connsiteX10" fmla="*/ 63822 w 63469"/>
                <a:gd name="connsiteY10" fmla="*/ 147639 h 147552"/>
                <a:gd name="connsiteX11" fmla="*/ 63822 w 63469"/>
                <a:gd name="connsiteY11" fmla="*/ 144365 h 147552"/>
                <a:gd name="connsiteX12" fmla="*/ 42516 w 63469"/>
                <a:gd name="connsiteY12" fmla="*/ 131486 h 147552"/>
                <a:gd name="connsiteX13" fmla="*/ 42516 w 63469"/>
                <a:gd name="connsiteY13" fmla="*/ 523 h 147552"/>
                <a:gd name="connsiteX14" fmla="*/ 40722 w 63469"/>
                <a:gd name="connsiteY14" fmla="*/ 86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69" h="147552">
                  <a:moveTo>
                    <a:pt x="40722" y="86"/>
                  </a:moveTo>
                  <a:lnTo>
                    <a:pt x="353" y="19949"/>
                  </a:lnTo>
                  <a:lnTo>
                    <a:pt x="353" y="23005"/>
                  </a:lnTo>
                  <a:cubicBezTo>
                    <a:pt x="3044" y="21913"/>
                    <a:pt x="5511" y="21040"/>
                    <a:pt x="6408" y="20604"/>
                  </a:cubicBezTo>
                  <a:cubicBezTo>
                    <a:pt x="10445" y="19076"/>
                    <a:pt x="14258" y="18203"/>
                    <a:pt x="16501" y="18203"/>
                  </a:cubicBezTo>
                  <a:cubicBezTo>
                    <a:pt x="21210" y="18203"/>
                    <a:pt x="23229" y="21477"/>
                    <a:pt x="23229" y="28462"/>
                  </a:cubicBezTo>
                  <a:lnTo>
                    <a:pt x="23229" y="127339"/>
                  </a:lnTo>
                  <a:cubicBezTo>
                    <a:pt x="23229" y="134542"/>
                    <a:pt x="21435" y="139563"/>
                    <a:pt x="17846" y="141527"/>
                  </a:cubicBezTo>
                  <a:cubicBezTo>
                    <a:pt x="14482" y="143492"/>
                    <a:pt x="11342" y="144146"/>
                    <a:pt x="1923" y="144365"/>
                  </a:cubicBezTo>
                  <a:lnTo>
                    <a:pt x="1923" y="147639"/>
                  </a:lnTo>
                  <a:lnTo>
                    <a:pt x="63822" y="147639"/>
                  </a:lnTo>
                  <a:lnTo>
                    <a:pt x="63822" y="144365"/>
                  </a:lnTo>
                  <a:cubicBezTo>
                    <a:pt x="46105" y="144146"/>
                    <a:pt x="42516" y="141964"/>
                    <a:pt x="42516" y="131486"/>
                  </a:cubicBezTo>
                  <a:lnTo>
                    <a:pt x="42516" y="523"/>
                  </a:lnTo>
                  <a:lnTo>
                    <a:pt x="40722" y="86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01AC93BE-51C2-2FC5-4DD3-5B22ACD6EF48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3468837" y="5025325"/>
              <a:ext cx="35459" cy="88194"/>
            </a:xfrm>
            <a:custGeom>
              <a:avLst/>
              <a:gdLst>
                <a:gd name="connsiteX0" fmla="*/ 35817 w 35459"/>
                <a:gd name="connsiteY0" fmla="*/ 31056 h 88194"/>
                <a:gd name="connsiteX1" fmla="*/ 16420 w 35459"/>
                <a:gd name="connsiteY1" fmla="*/ 85 h 88194"/>
                <a:gd name="connsiteX2" fmla="*/ 357 w 35459"/>
                <a:gd name="connsiteY2" fmla="*/ 15718 h 88194"/>
                <a:gd name="connsiteX3" fmla="*/ 16420 w 35459"/>
                <a:gd name="connsiteY3" fmla="*/ 31351 h 88194"/>
                <a:gd name="connsiteX4" fmla="*/ 27027 w 35459"/>
                <a:gd name="connsiteY4" fmla="*/ 27516 h 88194"/>
                <a:gd name="connsiteX5" fmla="*/ 28543 w 35459"/>
                <a:gd name="connsiteY5" fmla="*/ 26631 h 88194"/>
                <a:gd name="connsiteX6" fmla="*/ 29149 w 35459"/>
                <a:gd name="connsiteY6" fmla="*/ 31056 h 88194"/>
                <a:gd name="connsiteX7" fmla="*/ 8540 w 35459"/>
                <a:gd name="connsiteY7" fmla="*/ 80315 h 88194"/>
                <a:gd name="connsiteX8" fmla="*/ 5206 w 35459"/>
                <a:gd name="connsiteY8" fmla="*/ 85034 h 88194"/>
                <a:gd name="connsiteX9" fmla="*/ 8237 w 35459"/>
                <a:gd name="connsiteY9" fmla="*/ 88279 h 88194"/>
                <a:gd name="connsiteX10" fmla="*/ 35817 w 35459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459" h="88194">
                  <a:moveTo>
                    <a:pt x="35817" y="31056"/>
                  </a:moveTo>
                  <a:cubicBezTo>
                    <a:pt x="35817" y="11588"/>
                    <a:pt x="28240" y="85"/>
                    <a:pt x="16420" y="85"/>
                  </a:cubicBezTo>
                  <a:cubicBezTo>
                    <a:pt x="6419" y="85"/>
                    <a:pt x="357" y="7459"/>
                    <a:pt x="357" y="15718"/>
                  </a:cubicBezTo>
                  <a:cubicBezTo>
                    <a:pt x="357" y="23682"/>
                    <a:pt x="6419" y="31351"/>
                    <a:pt x="16420" y="31351"/>
                  </a:cubicBezTo>
                  <a:cubicBezTo>
                    <a:pt x="20057" y="31351"/>
                    <a:pt x="23997" y="30171"/>
                    <a:pt x="27027" y="27516"/>
                  </a:cubicBezTo>
                  <a:cubicBezTo>
                    <a:pt x="27937" y="26926"/>
                    <a:pt x="28240" y="26631"/>
                    <a:pt x="28543" y="26631"/>
                  </a:cubicBezTo>
                  <a:cubicBezTo>
                    <a:pt x="28846" y="26631"/>
                    <a:pt x="29149" y="26926"/>
                    <a:pt x="29149" y="31056"/>
                  </a:cubicBezTo>
                  <a:cubicBezTo>
                    <a:pt x="29149" y="52883"/>
                    <a:pt x="18541" y="70581"/>
                    <a:pt x="8540" y="80315"/>
                  </a:cubicBezTo>
                  <a:cubicBezTo>
                    <a:pt x="5206" y="83559"/>
                    <a:pt x="5206" y="84149"/>
                    <a:pt x="5206" y="85034"/>
                  </a:cubicBezTo>
                  <a:cubicBezTo>
                    <a:pt x="5206" y="87099"/>
                    <a:pt x="6722" y="88279"/>
                    <a:pt x="8237" y="88279"/>
                  </a:cubicBezTo>
                  <a:cubicBezTo>
                    <a:pt x="11571" y="88279"/>
                    <a:pt x="35817" y="65567"/>
                    <a:pt x="35817" y="31056"/>
                  </a:cubicBez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2872B36E-4694-7075-A4AC-50C009C9E78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3552653" y="4926512"/>
              <a:ext cx="143656" cy="133323"/>
            </a:xfrm>
            <a:custGeom>
              <a:avLst/>
              <a:gdLst>
                <a:gd name="connsiteX0" fmla="*/ 130379 w 143656"/>
                <a:gd name="connsiteY0" fmla="*/ 97423 h 133323"/>
                <a:gd name="connsiteX1" fmla="*/ 123712 w 143656"/>
                <a:gd name="connsiteY1" fmla="*/ 105387 h 133323"/>
                <a:gd name="connsiteX2" fmla="*/ 109770 w 143656"/>
                <a:gd name="connsiteY2" fmla="*/ 117185 h 133323"/>
                <a:gd name="connsiteX3" fmla="*/ 100375 w 143656"/>
                <a:gd name="connsiteY3" fmla="*/ 105092 h 133323"/>
                <a:gd name="connsiteX4" fmla="*/ 99163 w 143656"/>
                <a:gd name="connsiteY4" fmla="*/ 100077 h 133323"/>
                <a:gd name="connsiteX5" fmla="*/ 88252 w 143656"/>
                <a:gd name="connsiteY5" fmla="*/ 52293 h 133323"/>
                <a:gd name="connsiteX6" fmla="*/ 117953 w 143656"/>
                <a:gd name="connsiteY6" fmla="*/ 16603 h 133323"/>
                <a:gd name="connsiteX7" fmla="*/ 125227 w 143656"/>
                <a:gd name="connsiteY7" fmla="*/ 18962 h 133323"/>
                <a:gd name="connsiteX8" fmla="*/ 133410 w 143656"/>
                <a:gd name="connsiteY8" fmla="*/ 21617 h 133323"/>
                <a:gd name="connsiteX9" fmla="*/ 144017 w 143656"/>
                <a:gd name="connsiteY9" fmla="*/ 10998 h 133323"/>
                <a:gd name="connsiteX10" fmla="*/ 131591 w 143656"/>
                <a:gd name="connsiteY10" fmla="*/ 85 h 133323"/>
                <a:gd name="connsiteX11" fmla="*/ 85827 w 143656"/>
                <a:gd name="connsiteY11" fmla="*/ 42264 h 133323"/>
                <a:gd name="connsiteX12" fmla="*/ 82494 w 143656"/>
                <a:gd name="connsiteY12" fmla="*/ 26041 h 133323"/>
                <a:gd name="connsiteX13" fmla="*/ 66734 w 143656"/>
                <a:gd name="connsiteY13" fmla="*/ 85 h 133323"/>
                <a:gd name="connsiteX14" fmla="*/ 31274 w 143656"/>
                <a:gd name="connsiteY14" fmla="*/ 8639 h 133323"/>
                <a:gd name="connsiteX15" fmla="*/ 27941 w 143656"/>
                <a:gd name="connsiteY15" fmla="*/ 9818 h 133323"/>
                <a:gd name="connsiteX16" fmla="*/ 29153 w 143656"/>
                <a:gd name="connsiteY16" fmla="*/ 14243 h 133323"/>
                <a:gd name="connsiteX17" fmla="*/ 46125 w 143656"/>
                <a:gd name="connsiteY17" fmla="*/ 10998 h 133323"/>
                <a:gd name="connsiteX18" fmla="*/ 59763 w 143656"/>
                <a:gd name="connsiteY18" fmla="*/ 31351 h 133323"/>
                <a:gd name="connsiteX19" fmla="*/ 68552 w 143656"/>
                <a:gd name="connsiteY19" fmla="*/ 67631 h 133323"/>
                <a:gd name="connsiteX20" fmla="*/ 43700 w 143656"/>
                <a:gd name="connsiteY20" fmla="*/ 102142 h 133323"/>
                <a:gd name="connsiteX21" fmla="*/ 28244 w 143656"/>
                <a:gd name="connsiteY21" fmla="*/ 116300 h 133323"/>
                <a:gd name="connsiteX22" fmla="*/ 20364 w 143656"/>
                <a:gd name="connsiteY22" fmla="*/ 113646 h 133323"/>
                <a:gd name="connsiteX23" fmla="*/ 10665 w 143656"/>
                <a:gd name="connsiteY23" fmla="*/ 110696 h 133323"/>
                <a:gd name="connsiteX24" fmla="*/ 361 w 143656"/>
                <a:gd name="connsiteY24" fmla="*/ 121020 h 133323"/>
                <a:gd name="connsiteX25" fmla="*/ 15515 w 143656"/>
                <a:gd name="connsiteY25" fmla="*/ 133408 h 133323"/>
                <a:gd name="connsiteX26" fmla="*/ 43700 w 143656"/>
                <a:gd name="connsiteY26" fmla="*/ 112761 h 133323"/>
                <a:gd name="connsiteX27" fmla="*/ 70977 w 143656"/>
                <a:gd name="connsiteY27" fmla="*/ 78250 h 133323"/>
                <a:gd name="connsiteX28" fmla="*/ 80069 w 143656"/>
                <a:gd name="connsiteY28" fmla="*/ 113646 h 133323"/>
                <a:gd name="connsiteX29" fmla="*/ 97647 w 143656"/>
                <a:gd name="connsiteY29" fmla="*/ 133408 h 133323"/>
                <a:gd name="connsiteX30" fmla="*/ 134622 w 143656"/>
                <a:gd name="connsiteY30" fmla="*/ 99782 h 133323"/>
                <a:gd name="connsiteX31" fmla="*/ 130379 w 143656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56" h="133323">
                  <a:moveTo>
                    <a:pt x="130379" y="97423"/>
                  </a:moveTo>
                  <a:cubicBezTo>
                    <a:pt x="127955" y="100077"/>
                    <a:pt x="126439" y="101847"/>
                    <a:pt x="123712" y="105387"/>
                  </a:cubicBezTo>
                  <a:cubicBezTo>
                    <a:pt x="116741" y="114236"/>
                    <a:pt x="113104" y="117185"/>
                    <a:pt x="109770" y="117185"/>
                  </a:cubicBezTo>
                  <a:cubicBezTo>
                    <a:pt x="105224" y="117185"/>
                    <a:pt x="102496" y="113351"/>
                    <a:pt x="100375" y="105092"/>
                  </a:cubicBezTo>
                  <a:cubicBezTo>
                    <a:pt x="99769" y="102732"/>
                    <a:pt x="99466" y="100962"/>
                    <a:pt x="99163" y="100077"/>
                  </a:cubicBezTo>
                  <a:cubicBezTo>
                    <a:pt x="91586" y="70286"/>
                    <a:pt x="88252" y="56718"/>
                    <a:pt x="88252" y="52293"/>
                  </a:cubicBezTo>
                  <a:cubicBezTo>
                    <a:pt x="101587" y="29581"/>
                    <a:pt x="112498" y="16603"/>
                    <a:pt x="117953" y="16603"/>
                  </a:cubicBezTo>
                  <a:cubicBezTo>
                    <a:pt x="119772" y="16603"/>
                    <a:pt x="122196" y="17488"/>
                    <a:pt x="125227" y="18962"/>
                  </a:cubicBezTo>
                  <a:cubicBezTo>
                    <a:pt x="128864" y="21027"/>
                    <a:pt x="130985" y="21617"/>
                    <a:pt x="133410" y="21617"/>
                  </a:cubicBezTo>
                  <a:cubicBezTo>
                    <a:pt x="139774" y="21617"/>
                    <a:pt x="144017" y="17193"/>
                    <a:pt x="144017" y="10998"/>
                  </a:cubicBezTo>
                  <a:cubicBezTo>
                    <a:pt x="144017" y="4804"/>
                    <a:pt x="138865" y="85"/>
                    <a:pt x="131591" y="85"/>
                  </a:cubicBezTo>
                  <a:cubicBezTo>
                    <a:pt x="118256" y="85"/>
                    <a:pt x="106739" y="10703"/>
                    <a:pt x="85827" y="42264"/>
                  </a:cubicBezTo>
                  <a:lnTo>
                    <a:pt x="82494" y="26041"/>
                  </a:lnTo>
                  <a:cubicBezTo>
                    <a:pt x="78251" y="5984"/>
                    <a:pt x="74917" y="85"/>
                    <a:pt x="66734" y="85"/>
                  </a:cubicBezTo>
                  <a:cubicBezTo>
                    <a:pt x="60066" y="85"/>
                    <a:pt x="49762" y="2739"/>
                    <a:pt x="31274" y="8639"/>
                  </a:cubicBezTo>
                  <a:lnTo>
                    <a:pt x="27941" y="9818"/>
                  </a:lnTo>
                  <a:lnTo>
                    <a:pt x="29153" y="14243"/>
                  </a:lnTo>
                  <a:cubicBezTo>
                    <a:pt x="40670" y="11588"/>
                    <a:pt x="43397" y="10998"/>
                    <a:pt x="46125" y="10998"/>
                  </a:cubicBezTo>
                  <a:cubicBezTo>
                    <a:pt x="53702" y="10998"/>
                    <a:pt x="55520" y="13653"/>
                    <a:pt x="59763" y="31351"/>
                  </a:cubicBezTo>
                  <a:lnTo>
                    <a:pt x="68552" y="67631"/>
                  </a:lnTo>
                  <a:lnTo>
                    <a:pt x="43700" y="102142"/>
                  </a:lnTo>
                  <a:cubicBezTo>
                    <a:pt x="37639" y="110991"/>
                    <a:pt x="31577" y="116300"/>
                    <a:pt x="28244" y="116300"/>
                  </a:cubicBezTo>
                  <a:cubicBezTo>
                    <a:pt x="26425" y="116300"/>
                    <a:pt x="23394" y="115415"/>
                    <a:pt x="20364" y="113646"/>
                  </a:cubicBezTo>
                  <a:cubicBezTo>
                    <a:pt x="16424" y="111581"/>
                    <a:pt x="13090" y="110696"/>
                    <a:pt x="10665" y="110696"/>
                  </a:cubicBezTo>
                  <a:cubicBezTo>
                    <a:pt x="4907" y="110696"/>
                    <a:pt x="361" y="115121"/>
                    <a:pt x="361" y="121020"/>
                  </a:cubicBezTo>
                  <a:cubicBezTo>
                    <a:pt x="361" y="128689"/>
                    <a:pt x="6422" y="133408"/>
                    <a:pt x="15515" y="133408"/>
                  </a:cubicBezTo>
                  <a:cubicBezTo>
                    <a:pt x="24910" y="133408"/>
                    <a:pt x="28547" y="130754"/>
                    <a:pt x="43700" y="112761"/>
                  </a:cubicBezTo>
                  <a:cubicBezTo>
                    <a:pt x="51883" y="103322"/>
                    <a:pt x="58248" y="95358"/>
                    <a:pt x="70977" y="78250"/>
                  </a:cubicBezTo>
                  <a:lnTo>
                    <a:pt x="80069" y="113646"/>
                  </a:lnTo>
                  <a:cubicBezTo>
                    <a:pt x="84009" y="128689"/>
                    <a:pt x="87949" y="133408"/>
                    <a:pt x="97647" y="133408"/>
                  </a:cubicBezTo>
                  <a:cubicBezTo>
                    <a:pt x="109164" y="133408"/>
                    <a:pt x="117044" y="126329"/>
                    <a:pt x="134622" y="99782"/>
                  </a:cubicBezTo>
                  <a:lnTo>
                    <a:pt x="130379" y="97423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5B78D509-E3F4-B2D8-83AB-70E0E2F824CB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3702631" y="4953763"/>
              <a:ext cx="99801" cy="147552"/>
            </a:xfrm>
            <a:custGeom>
              <a:avLst/>
              <a:gdLst>
                <a:gd name="connsiteX0" fmla="*/ 100167 w 99801"/>
                <a:gd name="connsiteY0" fmla="*/ 117735 h 147552"/>
                <a:gd name="connsiteX1" fmla="*/ 97252 w 99801"/>
                <a:gd name="connsiteY1" fmla="*/ 116644 h 147552"/>
                <a:gd name="connsiteX2" fmla="*/ 75946 w 99801"/>
                <a:gd name="connsiteY2" fmla="*/ 131050 h 147552"/>
                <a:gd name="connsiteX3" fmla="*/ 22344 w 99801"/>
                <a:gd name="connsiteY3" fmla="*/ 131050 h 147552"/>
                <a:gd name="connsiteX4" fmla="*/ 60022 w 99801"/>
                <a:gd name="connsiteY4" fmla="*/ 92634 h 147552"/>
                <a:gd name="connsiteX5" fmla="*/ 88729 w 99801"/>
                <a:gd name="connsiteY5" fmla="*/ 38721 h 147552"/>
                <a:gd name="connsiteX6" fmla="*/ 47239 w 99801"/>
                <a:gd name="connsiteY6" fmla="*/ 86 h 147552"/>
                <a:gd name="connsiteX7" fmla="*/ 14943 w 99801"/>
                <a:gd name="connsiteY7" fmla="*/ 13619 h 147552"/>
                <a:gd name="connsiteX8" fmla="*/ 590 w 99801"/>
                <a:gd name="connsiteY8" fmla="*/ 43522 h 147552"/>
                <a:gd name="connsiteX9" fmla="*/ 5299 w 99801"/>
                <a:gd name="connsiteY9" fmla="*/ 44614 h 147552"/>
                <a:gd name="connsiteX10" fmla="*/ 37819 w 99801"/>
                <a:gd name="connsiteY10" fmla="*/ 16238 h 147552"/>
                <a:gd name="connsiteX11" fmla="*/ 69442 w 99801"/>
                <a:gd name="connsiteY11" fmla="*/ 47015 h 147552"/>
                <a:gd name="connsiteX12" fmla="*/ 40286 w 99801"/>
                <a:gd name="connsiteY12" fmla="*/ 103766 h 147552"/>
                <a:gd name="connsiteX13" fmla="*/ 365 w 99801"/>
                <a:gd name="connsiteY13" fmla="*/ 145019 h 147552"/>
                <a:gd name="connsiteX14" fmla="*/ 365 w 99801"/>
                <a:gd name="connsiteY14" fmla="*/ 147639 h 147552"/>
                <a:gd name="connsiteX15" fmla="*/ 87832 w 99801"/>
                <a:gd name="connsiteY15" fmla="*/ 147639 h 147552"/>
                <a:gd name="connsiteX16" fmla="*/ 100167 w 99801"/>
                <a:gd name="connsiteY16" fmla="*/ 117735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801" h="147552">
                  <a:moveTo>
                    <a:pt x="100167" y="117735"/>
                  </a:moveTo>
                  <a:lnTo>
                    <a:pt x="97252" y="116644"/>
                  </a:lnTo>
                  <a:cubicBezTo>
                    <a:pt x="88953" y="129085"/>
                    <a:pt x="86038" y="131050"/>
                    <a:pt x="75946" y="131050"/>
                  </a:cubicBezTo>
                  <a:lnTo>
                    <a:pt x="22344" y="131050"/>
                  </a:lnTo>
                  <a:lnTo>
                    <a:pt x="60022" y="92634"/>
                  </a:lnTo>
                  <a:cubicBezTo>
                    <a:pt x="79983" y="72335"/>
                    <a:pt x="88729" y="55746"/>
                    <a:pt x="88729" y="38721"/>
                  </a:cubicBezTo>
                  <a:cubicBezTo>
                    <a:pt x="88729" y="16893"/>
                    <a:pt x="70563" y="86"/>
                    <a:pt x="47239" y="86"/>
                  </a:cubicBezTo>
                  <a:cubicBezTo>
                    <a:pt x="34904" y="86"/>
                    <a:pt x="23241" y="4888"/>
                    <a:pt x="14943" y="13619"/>
                  </a:cubicBezTo>
                  <a:cubicBezTo>
                    <a:pt x="7766" y="21040"/>
                    <a:pt x="4402" y="28025"/>
                    <a:pt x="590" y="43522"/>
                  </a:cubicBezTo>
                  <a:lnTo>
                    <a:pt x="5299" y="44614"/>
                  </a:lnTo>
                  <a:cubicBezTo>
                    <a:pt x="14270" y="23223"/>
                    <a:pt x="22344" y="16238"/>
                    <a:pt x="37819" y="16238"/>
                  </a:cubicBezTo>
                  <a:cubicBezTo>
                    <a:pt x="56658" y="16238"/>
                    <a:pt x="69442" y="28680"/>
                    <a:pt x="69442" y="47015"/>
                  </a:cubicBezTo>
                  <a:cubicBezTo>
                    <a:pt x="69442" y="64040"/>
                    <a:pt x="59125" y="84340"/>
                    <a:pt x="40286" y="103766"/>
                  </a:cubicBezTo>
                  <a:lnTo>
                    <a:pt x="365" y="145019"/>
                  </a:lnTo>
                  <a:lnTo>
                    <a:pt x="365" y="147639"/>
                  </a:lnTo>
                  <a:lnTo>
                    <a:pt x="87832" y="147639"/>
                  </a:lnTo>
                  <a:lnTo>
                    <a:pt x="100167" y="117735"/>
                  </a:lnTo>
                  <a:close/>
                </a:path>
              </a:pathLst>
            </a:custGeom>
            <a:solidFill>
              <a:srgbClr val="FFFFFF"/>
            </a:solidFill>
            <a:ln w="30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2F0DD65C-4C5E-7438-CBAB-CE19019551B5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3830339" y="4835369"/>
              <a:ext cx="41520" cy="294963"/>
            </a:xfrm>
            <a:custGeom>
              <a:avLst/>
              <a:gdLst>
                <a:gd name="connsiteX0" fmla="*/ 41891 w 41520"/>
                <a:gd name="connsiteY0" fmla="*/ 84 h 294963"/>
                <a:gd name="connsiteX1" fmla="*/ 370 w 41520"/>
                <a:gd name="connsiteY1" fmla="*/ 84 h 294963"/>
                <a:gd name="connsiteX2" fmla="*/ 370 w 41520"/>
                <a:gd name="connsiteY2" fmla="*/ 11883 h 294963"/>
                <a:gd name="connsiteX3" fmla="*/ 29768 w 41520"/>
                <a:gd name="connsiteY3" fmla="*/ 11883 h 294963"/>
                <a:gd name="connsiteX4" fmla="*/ 29768 w 41520"/>
                <a:gd name="connsiteY4" fmla="*/ 283249 h 294963"/>
                <a:gd name="connsiteX5" fmla="*/ 370 w 41520"/>
                <a:gd name="connsiteY5" fmla="*/ 283249 h 294963"/>
                <a:gd name="connsiteX6" fmla="*/ 370 w 41520"/>
                <a:gd name="connsiteY6" fmla="*/ 295048 h 294963"/>
                <a:gd name="connsiteX7" fmla="*/ 41891 w 41520"/>
                <a:gd name="connsiteY7" fmla="*/ 295048 h 294963"/>
                <a:gd name="connsiteX8" fmla="*/ 41891 w 41520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520" h="294963">
                  <a:moveTo>
                    <a:pt x="41891" y="84"/>
                  </a:moveTo>
                  <a:lnTo>
                    <a:pt x="370" y="84"/>
                  </a:lnTo>
                  <a:lnTo>
                    <a:pt x="370" y="11883"/>
                  </a:lnTo>
                  <a:lnTo>
                    <a:pt x="29768" y="11883"/>
                  </a:lnTo>
                  <a:lnTo>
                    <a:pt x="29768" y="283249"/>
                  </a:lnTo>
                  <a:lnTo>
                    <a:pt x="370" y="283249"/>
                  </a:lnTo>
                  <a:lnTo>
                    <a:pt x="370" y="295048"/>
                  </a:lnTo>
                  <a:lnTo>
                    <a:pt x="41891" y="295048"/>
                  </a:lnTo>
                  <a:lnTo>
                    <a:pt x="41891" y="84"/>
                  </a:lnTo>
                  <a:close/>
                </a:path>
              </a:pathLst>
            </a:custGeom>
            <a:solidFill>
              <a:srgbClr val="FFFFFF"/>
            </a:solidFill>
            <a:ln w="4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010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EFD4F-AA42-7919-3C20-4A760EA05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F0AF-EC0B-F4F3-6F55-C7D5275F0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1AB5-7610-3425-0380-9695476E6186}"/>
              </a:ext>
            </a:extLst>
          </p:cNvPr>
          <p:cNvSpPr txBox="1"/>
          <p:nvPr/>
        </p:nvSpPr>
        <p:spPr>
          <a:xfrm>
            <a:off x="1567897" y="72737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Simpson’s 1/3</a:t>
            </a:r>
            <a:r>
              <a:rPr lang="en-US" sz="2400" baseline="30000" dirty="0"/>
              <a:t>rd</a:t>
            </a:r>
            <a:r>
              <a:rPr lang="en-US" sz="2400" dirty="0"/>
              <a:t> Rule</a:t>
            </a:r>
          </a:p>
        </p:txBody>
      </p:sp>
      <p:grpSp>
        <p:nvGrpSpPr>
          <p:cNvPr id="919" name="Group 91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a}^{b}f(x)dx\cong\int_{a}^{b}f_{2}(x)dx =&#10;\sum_{i=0}^{n-2} \int_{x_i}^{x_{i+2}}f_{2}(x) \, dx&#10;\end{align*}&#10;}&#10;\end{document}" title="IguanaTex Shape Display">
            <a:extLst>
              <a:ext uri="{FF2B5EF4-FFF2-40B4-BE49-F238E27FC236}">
                <a16:creationId xmlns:a16="http://schemas.microsoft.com/office/drawing/2014/main" id="{2178A38E-AE68-E196-4538-BD8B516B719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576278" y="1114097"/>
            <a:ext cx="6022065" cy="799479"/>
            <a:chOff x="7801526" y="4179094"/>
            <a:chExt cx="6022065" cy="799479"/>
          </a:xfrm>
        </p:grpSpPr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F2E541C1-C3E4-5699-0034-36530922FDA4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7801526" y="4460015"/>
              <a:ext cx="118741" cy="199449"/>
            </a:xfrm>
            <a:custGeom>
              <a:avLst/>
              <a:gdLst>
                <a:gd name="connsiteX0" fmla="*/ 136 w 118741"/>
                <a:gd name="connsiteY0" fmla="*/ 199539 h 199449"/>
                <a:gd name="connsiteX1" fmla="*/ 74046 w 118741"/>
                <a:gd name="connsiteY1" fmla="*/ 199539 h 199449"/>
                <a:gd name="connsiteX2" fmla="*/ 74046 w 118741"/>
                <a:gd name="connsiteY2" fmla="*/ 194652 h 199449"/>
                <a:gd name="connsiteX3" fmla="*/ 53448 w 118741"/>
                <a:gd name="connsiteY3" fmla="*/ 182129 h 199449"/>
                <a:gd name="connsiteX4" fmla="*/ 56780 w 118741"/>
                <a:gd name="connsiteY4" fmla="*/ 162886 h 199449"/>
                <a:gd name="connsiteX5" fmla="*/ 94038 w 118741"/>
                <a:gd name="connsiteY5" fmla="*/ 27578 h 199449"/>
                <a:gd name="connsiteX6" fmla="*/ 118877 w 118741"/>
                <a:gd name="connsiteY6" fmla="*/ 4976 h 199449"/>
                <a:gd name="connsiteX7" fmla="*/ 118877 w 118741"/>
                <a:gd name="connsiteY7" fmla="*/ 89 h 199449"/>
                <a:gd name="connsiteX8" fmla="*/ 44058 w 118741"/>
                <a:gd name="connsiteY8" fmla="*/ 89 h 199449"/>
                <a:gd name="connsiteX9" fmla="*/ 44058 w 118741"/>
                <a:gd name="connsiteY9" fmla="*/ 4976 h 199449"/>
                <a:gd name="connsiteX10" fmla="*/ 65262 w 118741"/>
                <a:gd name="connsiteY10" fmla="*/ 18110 h 199449"/>
                <a:gd name="connsiteX11" fmla="*/ 61930 w 118741"/>
                <a:gd name="connsiteY11" fmla="*/ 37047 h 199449"/>
                <a:gd name="connsiteX12" fmla="*/ 24672 w 118741"/>
                <a:gd name="connsiteY12" fmla="*/ 172049 h 199449"/>
                <a:gd name="connsiteX13" fmla="*/ 136 w 118741"/>
                <a:gd name="connsiteY13" fmla="*/ 194652 h 199449"/>
                <a:gd name="connsiteX14" fmla="*/ 136 w 118741"/>
                <a:gd name="connsiteY14" fmla="*/ 199539 h 199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741" h="199449">
                  <a:moveTo>
                    <a:pt x="136" y="199539"/>
                  </a:moveTo>
                  <a:lnTo>
                    <a:pt x="74046" y="199539"/>
                  </a:lnTo>
                  <a:lnTo>
                    <a:pt x="74046" y="194652"/>
                  </a:lnTo>
                  <a:cubicBezTo>
                    <a:pt x="56780" y="192514"/>
                    <a:pt x="53448" y="190681"/>
                    <a:pt x="53448" y="182129"/>
                  </a:cubicBezTo>
                  <a:cubicBezTo>
                    <a:pt x="53448" y="176325"/>
                    <a:pt x="54054" y="172660"/>
                    <a:pt x="56780" y="162886"/>
                  </a:cubicBezTo>
                  <a:lnTo>
                    <a:pt x="94038" y="27578"/>
                  </a:lnTo>
                  <a:cubicBezTo>
                    <a:pt x="99491" y="9863"/>
                    <a:pt x="101611" y="8030"/>
                    <a:pt x="118877" y="4976"/>
                  </a:cubicBezTo>
                  <a:lnTo>
                    <a:pt x="118877" y="89"/>
                  </a:lnTo>
                  <a:lnTo>
                    <a:pt x="44058" y="89"/>
                  </a:lnTo>
                  <a:lnTo>
                    <a:pt x="44058" y="4976"/>
                  </a:lnTo>
                  <a:cubicBezTo>
                    <a:pt x="61627" y="7114"/>
                    <a:pt x="65262" y="9557"/>
                    <a:pt x="65262" y="18110"/>
                  </a:cubicBezTo>
                  <a:cubicBezTo>
                    <a:pt x="65262" y="22386"/>
                    <a:pt x="64050" y="29411"/>
                    <a:pt x="61930" y="37047"/>
                  </a:cubicBezTo>
                  <a:lnTo>
                    <a:pt x="24672" y="172049"/>
                  </a:lnTo>
                  <a:cubicBezTo>
                    <a:pt x="19219" y="189765"/>
                    <a:pt x="17099" y="191597"/>
                    <a:pt x="136" y="194652"/>
                  </a:cubicBezTo>
                  <a:lnTo>
                    <a:pt x="136" y="199539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0942BAFA-4162-B0B9-5858-8ECFEA089415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8005226" y="4547370"/>
              <a:ext cx="201435" cy="71471"/>
            </a:xfrm>
            <a:custGeom>
              <a:avLst/>
              <a:gdLst>
                <a:gd name="connsiteX0" fmla="*/ 191279 w 201435"/>
                <a:gd name="connsiteY0" fmla="*/ 12307 h 71471"/>
                <a:gd name="connsiteX1" fmla="*/ 201578 w 201435"/>
                <a:gd name="connsiteY1" fmla="*/ 6198 h 71471"/>
                <a:gd name="connsiteX2" fmla="*/ 191582 w 201435"/>
                <a:gd name="connsiteY2" fmla="*/ 89 h 71471"/>
                <a:gd name="connsiteX3" fmla="*/ 10139 w 201435"/>
                <a:gd name="connsiteY3" fmla="*/ 89 h 71471"/>
                <a:gd name="connsiteX4" fmla="*/ 143 w 201435"/>
                <a:gd name="connsiteY4" fmla="*/ 6198 h 71471"/>
                <a:gd name="connsiteX5" fmla="*/ 10442 w 201435"/>
                <a:gd name="connsiteY5" fmla="*/ 12307 h 71471"/>
                <a:gd name="connsiteX6" fmla="*/ 191279 w 201435"/>
                <a:gd name="connsiteY6" fmla="*/ 12307 h 71471"/>
                <a:gd name="connsiteX7" fmla="*/ 191582 w 201435"/>
                <a:gd name="connsiteY7" fmla="*/ 71561 h 71471"/>
                <a:gd name="connsiteX8" fmla="*/ 201578 w 201435"/>
                <a:gd name="connsiteY8" fmla="*/ 65453 h 71471"/>
                <a:gd name="connsiteX9" fmla="*/ 191279 w 201435"/>
                <a:gd name="connsiteY9" fmla="*/ 59344 h 71471"/>
                <a:gd name="connsiteX10" fmla="*/ 10442 w 201435"/>
                <a:gd name="connsiteY10" fmla="*/ 59344 h 71471"/>
                <a:gd name="connsiteX11" fmla="*/ 143 w 201435"/>
                <a:gd name="connsiteY11" fmla="*/ 65453 h 71471"/>
                <a:gd name="connsiteX12" fmla="*/ 10139 w 201435"/>
                <a:gd name="connsiteY12" fmla="*/ 71561 h 71471"/>
                <a:gd name="connsiteX13" fmla="*/ 191582 w 201435"/>
                <a:gd name="connsiteY13" fmla="*/ 71561 h 71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35" h="71471">
                  <a:moveTo>
                    <a:pt x="191279" y="12307"/>
                  </a:moveTo>
                  <a:cubicBezTo>
                    <a:pt x="195823" y="12307"/>
                    <a:pt x="201578" y="12307"/>
                    <a:pt x="201578" y="6198"/>
                  </a:cubicBezTo>
                  <a:cubicBezTo>
                    <a:pt x="201578" y="89"/>
                    <a:pt x="195823" y="89"/>
                    <a:pt x="191582" y="89"/>
                  </a:cubicBezTo>
                  <a:lnTo>
                    <a:pt x="10139" y="89"/>
                  </a:lnTo>
                  <a:cubicBezTo>
                    <a:pt x="5898" y="89"/>
                    <a:pt x="143" y="89"/>
                    <a:pt x="143" y="6198"/>
                  </a:cubicBezTo>
                  <a:cubicBezTo>
                    <a:pt x="143" y="12307"/>
                    <a:pt x="5898" y="12307"/>
                    <a:pt x="10442" y="12307"/>
                  </a:cubicBezTo>
                  <a:lnTo>
                    <a:pt x="191279" y="12307"/>
                  </a:lnTo>
                  <a:close/>
                  <a:moveTo>
                    <a:pt x="191582" y="71561"/>
                  </a:moveTo>
                  <a:cubicBezTo>
                    <a:pt x="195823" y="71561"/>
                    <a:pt x="201578" y="71561"/>
                    <a:pt x="201578" y="65453"/>
                  </a:cubicBezTo>
                  <a:cubicBezTo>
                    <a:pt x="201578" y="59344"/>
                    <a:pt x="195823" y="59344"/>
                    <a:pt x="191279" y="59344"/>
                  </a:cubicBezTo>
                  <a:lnTo>
                    <a:pt x="10442" y="59344"/>
                  </a:lnTo>
                  <a:cubicBezTo>
                    <a:pt x="5898" y="59344"/>
                    <a:pt x="143" y="59344"/>
                    <a:pt x="143" y="65453"/>
                  </a:cubicBezTo>
                  <a:cubicBezTo>
                    <a:pt x="143" y="71561"/>
                    <a:pt x="5898" y="71561"/>
                    <a:pt x="10139" y="71561"/>
                  </a:cubicBezTo>
                  <a:lnTo>
                    <a:pt x="191582" y="71561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887A4519-1CF9-8498-6534-FD184B08D4E9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8307335" y="4276392"/>
              <a:ext cx="241813" cy="610810"/>
            </a:xfrm>
            <a:custGeom>
              <a:avLst/>
              <a:gdLst>
                <a:gd name="connsiteX0" fmla="*/ 13236 w 241813"/>
                <a:gd name="connsiteY0" fmla="*/ 598517 h 610810"/>
                <a:gd name="connsiteX1" fmla="*/ 26595 w 241813"/>
                <a:gd name="connsiteY1" fmla="*/ 585047 h 610810"/>
                <a:gd name="connsiteX2" fmla="*/ 13509 w 241813"/>
                <a:gd name="connsiteY2" fmla="*/ 571578 h 610810"/>
                <a:gd name="connsiteX3" fmla="*/ 150 w 241813"/>
                <a:gd name="connsiteY3" fmla="*/ 585322 h 610810"/>
                <a:gd name="connsiteX4" fmla="*/ 30411 w 241813"/>
                <a:gd name="connsiteY4" fmla="*/ 610887 h 610810"/>
                <a:gd name="connsiteX5" fmla="*/ 106745 w 241813"/>
                <a:gd name="connsiteY5" fmla="*/ 466844 h 610810"/>
                <a:gd name="connsiteX6" fmla="*/ 160178 w 241813"/>
                <a:gd name="connsiteY6" fmla="*/ 204047 h 610810"/>
                <a:gd name="connsiteX7" fmla="*/ 189621 w 241813"/>
                <a:gd name="connsiteY7" fmla="*/ 55055 h 610810"/>
                <a:gd name="connsiteX8" fmla="*/ 212794 w 241813"/>
                <a:gd name="connsiteY8" fmla="*/ 6124 h 610810"/>
                <a:gd name="connsiteX9" fmla="*/ 229151 w 241813"/>
                <a:gd name="connsiteY9" fmla="*/ 12447 h 610810"/>
                <a:gd name="connsiteX10" fmla="*/ 215520 w 241813"/>
                <a:gd name="connsiteY10" fmla="*/ 25917 h 610810"/>
                <a:gd name="connsiteX11" fmla="*/ 228606 w 241813"/>
                <a:gd name="connsiteY11" fmla="*/ 39386 h 610810"/>
                <a:gd name="connsiteX12" fmla="*/ 241964 w 241813"/>
                <a:gd name="connsiteY12" fmla="*/ 25642 h 610810"/>
                <a:gd name="connsiteX13" fmla="*/ 212249 w 241813"/>
                <a:gd name="connsiteY13" fmla="*/ 77 h 610810"/>
                <a:gd name="connsiteX14" fmla="*/ 161269 w 241813"/>
                <a:gd name="connsiteY14" fmla="*/ 86118 h 610810"/>
                <a:gd name="connsiteX15" fmla="*/ 93386 w 241813"/>
                <a:gd name="connsiteY15" fmla="*/ 406917 h 610810"/>
                <a:gd name="connsiteX16" fmla="*/ 69396 w 241813"/>
                <a:gd name="connsiteY16" fmla="*/ 533093 h 610810"/>
                <a:gd name="connsiteX17" fmla="*/ 29866 w 241813"/>
                <a:gd name="connsiteY17" fmla="*/ 604839 h 610810"/>
                <a:gd name="connsiteX18" fmla="*/ 13236 w 241813"/>
                <a:gd name="connsiteY18" fmla="*/ 598517 h 610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1813" h="610810">
                  <a:moveTo>
                    <a:pt x="13236" y="598517"/>
                  </a:moveTo>
                  <a:cubicBezTo>
                    <a:pt x="21960" y="597967"/>
                    <a:pt x="26595" y="591920"/>
                    <a:pt x="26595" y="585047"/>
                  </a:cubicBezTo>
                  <a:cubicBezTo>
                    <a:pt x="26595" y="575976"/>
                    <a:pt x="19779" y="571578"/>
                    <a:pt x="13509" y="571578"/>
                  </a:cubicBezTo>
                  <a:cubicBezTo>
                    <a:pt x="6966" y="571578"/>
                    <a:pt x="150" y="575701"/>
                    <a:pt x="150" y="585322"/>
                  </a:cubicBezTo>
                  <a:cubicBezTo>
                    <a:pt x="150" y="599342"/>
                    <a:pt x="13781" y="610887"/>
                    <a:pt x="30411" y="610887"/>
                  </a:cubicBezTo>
                  <a:cubicBezTo>
                    <a:pt x="71849" y="610887"/>
                    <a:pt x="87389" y="546562"/>
                    <a:pt x="106745" y="466844"/>
                  </a:cubicBezTo>
                  <a:cubicBezTo>
                    <a:pt x="127737" y="379978"/>
                    <a:pt x="145457" y="292287"/>
                    <a:pt x="160178" y="204047"/>
                  </a:cubicBezTo>
                  <a:cubicBezTo>
                    <a:pt x="170265" y="145495"/>
                    <a:pt x="180352" y="90516"/>
                    <a:pt x="189621" y="55055"/>
                  </a:cubicBezTo>
                  <a:cubicBezTo>
                    <a:pt x="192893" y="41585"/>
                    <a:pt x="202162" y="6124"/>
                    <a:pt x="212794" y="6124"/>
                  </a:cubicBezTo>
                  <a:cubicBezTo>
                    <a:pt x="221245" y="6124"/>
                    <a:pt x="228061" y="11347"/>
                    <a:pt x="229151" y="12447"/>
                  </a:cubicBezTo>
                  <a:cubicBezTo>
                    <a:pt x="220155" y="12997"/>
                    <a:pt x="215520" y="19044"/>
                    <a:pt x="215520" y="25917"/>
                  </a:cubicBezTo>
                  <a:cubicBezTo>
                    <a:pt x="215520" y="34988"/>
                    <a:pt x="222336" y="39386"/>
                    <a:pt x="228606" y="39386"/>
                  </a:cubicBezTo>
                  <a:cubicBezTo>
                    <a:pt x="235149" y="39386"/>
                    <a:pt x="241964" y="35263"/>
                    <a:pt x="241964" y="25642"/>
                  </a:cubicBezTo>
                  <a:cubicBezTo>
                    <a:pt x="241964" y="10798"/>
                    <a:pt x="227243" y="77"/>
                    <a:pt x="212249" y="77"/>
                  </a:cubicBezTo>
                  <a:cubicBezTo>
                    <a:pt x="191530" y="77"/>
                    <a:pt x="176263" y="30040"/>
                    <a:pt x="161269" y="86118"/>
                  </a:cubicBezTo>
                  <a:cubicBezTo>
                    <a:pt x="160451" y="89142"/>
                    <a:pt x="123375" y="227138"/>
                    <a:pt x="93386" y="406917"/>
                  </a:cubicBezTo>
                  <a:cubicBezTo>
                    <a:pt x="86298" y="448976"/>
                    <a:pt x="78392" y="494883"/>
                    <a:pt x="69396" y="533093"/>
                  </a:cubicBezTo>
                  <a:cubicBezTo>
                    <a:pt x="64489" y="553160"/>
                    <a:pt x="51948" y="604839"/>
                    <a:pt x="29866" y="604839"/>
                  </a:cubicBezTo>
                  <a:cubicBezTo>
                    <a:pt x="20052" y="604839"/>
                    <a:pt x="13509" y="598517"/>
                    <a:pt x="13236" y="59851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26736784-FAF2-FA2A-2FB3-ADCD6CBC02B5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8570257" y="4209590"/>
              <a:ext cx="100869" cy="156859"/>
            </a:xfrm>
            <a:custGeom>
              <a:avLst/>
              <a:gdLst>
                <a:gd name="connsiteX0" fmla="*/ 19662 w 100869"/>
                <a:gd name="connsiteY0" fmla="*/ 9121 h 156859"/>
                <a:gd name="connsiteX1" fmla="*/ 34232 w 100869"/>
                <a:gd name="connsiteY1" fmla="*/ 15224 h 156859"/>
                <a:gd name="connsiteX2" fmla="*/ 32214 w 100869"/>
                <a:gd name="connsiteY2" fmla="*/ 24943 h 156859"/>
                <a:gd name="connsiteX3" fmla="*/ 31094 w 100869"/>
                <a:gd name="connsiteY3" fmla="*/ 29237 h 156859"/>
                <a:gd name="connsiteX4" fmla="*/ 30645 w 100869"/>
                <a:gd name="connsiteY4" fmla="*/ 30819 h 156859"/>
                <a:gd name="connsiteX5" fmla="*/ 160 w 100869"/>
                <a:gd name="connsiteY5" fmla="*/ 144056 h 156859"/>
                <a:gd name="connsiteX6" fmla="*/ 160 w 100869"/>
                <a:gd name="connsiteY6" fmla="*/ 144960 h 156859"/>
                <a:gd name="connsiteX7" fmla="*/ 29973 w 100869"/>
                <a:gd name="connsiteY7" fmla="*/ 156940 h 156859"/>
                <a:gd name="connsiteX8" fmla="*/ 101029 w 100869"/>
                <a:gd name="connsiteY8" fmla="*/ 81900 h 156859"/>
                <a:gd name="connsiteX9" fmla="*/ 75028 w 100869"/>
                <a:gd name="connsiteY9" fmla="*/ 54778 h 156859"/>
                <a:gd name="connsiteX10" fmla="*/ 31766 w 100869"/>
                <a:gd name="connsiteY10" fmla="*/ 88907 h 156859"/>
                <a:gd name="connsiteX11" fmla="*/ 55078 w 100869"/>
                <a:gd name="connsiteY11" fmla="*/ 1210 h 156859"/>
                <a:gd name="connsiteX12" fmla="*/ 53957 w 100869"/>
                <a:gd name="connsiteY12" fmla="*/ 80 h 156859"/>
                <a:gd name="connsiteX13" fmla="*/ 19662 w 100869"/>
                <a:gd name="connsiteY13" fmla="*/ 5279 h 156859"/>
                <a:gd name="connsiteX14" fmla="*/ 19662 w 100869"/>
                <a:gd name="connsiteY14" fmla="*/ 9121 h 156859"/>
                <a:gd name="connsiteX15" fmla="*/ 66286 w 100869"/>
                <a:gd name="connsiteY15" fmla="*/ 65853 h 156859"/>
                <a:gd name="connsiteX16" fmla="*/ 81976 w 100869"/>
                <a:gd name="connsiteY16" fmla="*/ 85291 h 156859"/>
                <a:gd name="connsiteX17" fmla="*/ 57319 w 100869"/>
                <a:gd name="connsiteY17" fmla="*/ 138406 h 156859"/>
                <a:gd name="connsiteX18" fmla="*/ 29749 w 100869"/>
                <a:gd name="connsiteY18" fmla="*/ 151741 h 156859"/>
                <a:gd name="connsiteX19" fmla="*/ 19437 w 100869"/>
                <a:gd name="connsiteY19" fmla="*/ 144056 h 156859"/>
                <a:gd name="connsiteX20" fmla="*/ 35577 w 100869"/>
                <a:gd name="connsiteY20" fmla="*/ 91845 h 156859"/>
                <a:gd name="connsiteX21" fmla="*/ 66286 w 100869"/>
                <a:gd name="connsiteY21" fmla="*/ 65853 h 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0869" h="156859">
                  <a:moveTo>
                    <a:pt x="19662" y="9121"/>
                  </a:moveTo>
                  <a:cubicBezTo>
                    <a:pt x="32887" y="9573"/>
                    <a:pt x="34232" y="10251"/>
                    <a:pt x="34232" y="15224"/>
                  </a:cubicBezTo>
                  <a:cubicBezTo>
                    <a:pt x="34232" y="17258"/>
                    <a:pt x="33559" y="19970"/>
                    <a:pt x="32214" y="24943"/>
                  </a:cubicBezTo>
                  <a:cubicBezTo>
                    <a:pt x="31766" y="26525"/>
                    <a:pt x="31318" y="28107"/>
                    <a:pt x="31094" y="29237"/>
                  </a:cubicBezTo>
                  <a:lnTo>
                    <a:pt x="30645" y="30819"/>
                  </a:lnTo>
                  <a:lnTo>
                    <a:pt x="160" y="144056"/>
                  </a:lnTo>
                  <a:lnTo>
                    <a:pt x="160" y="144960"/>
                  </a:lnTo>
                  <a:cubicBezTo>
                    <a:pt x="160" y="150159"/>
                    <a:pt x="17420" y="156940"/>
                    <a:pt x="29973" y="156940"/>
                  </a:cubicBezTo>
                  <a:cubicBezTo>
                    <a:pt x="63820" y="156940"/>
                    <a:pt x="101029" y="117386"/>
                    <a:pt x="101029" y="81900"/>
                  </a:cubicBezTo>
                  <a:cubicBezTo>
                    <a:pt x="101029" y="66079"/>
                    <a:pt x="90046" y="54778"/>
                    <a:pt x="75028" y="54778"/>
                  </a:cubicBezTo>
                  <a:cubicBezTo>
                    <a:pt x="59337" y="54778"/>
                    <a:pt x="47681" y="64044"/>
                    <a:pt x="31766" y="88907"/>
                  </a:cubicBezTo>
                  <a:cubicBezTo>
                    <a:pt x="43422" y="45963"/>
                    <a:pt x="44991" y="39860"/>
                    <a:pt x="55078" y="1210"/>
                  </a:cubicBezTo>
                  <a:lnTo>
                    <a:pt x="53957" y="80"/>
                  </a:lnTo>
                  <a:cubicBezTo>
                    <a:pt x="42750" y="2114"/>
                    <a:pt x="34680" y="3471"/>
                    <a:pt x="19662" y="5279"/>
                  </a:cubicBezTo>
                  <a:lnTo>
                    <a:pt x="19662" y="9121"/>
                  </a:lnTo>
                  <a:close/>
                  <a:moveTo>
                    <a:pt x="66286" y="65853"/>
                  </a:moveTo>
                  <a:cubicBezTo>
                    <a:pt x="75924" y="65853"/>
                    <a:pt x="81976" y="73311"/>
                    <a:pt x="81976" y="85291"/>
                  </a:cubicBezTo>
                  <a:cubicBezTo>
                    <a:pt x="81976" y="100208"/>
                    <a:pt x="70545" y="124392"/>
                    <a:pt x="57319" y="138406"/>
                  </a:cubicBezTo>
                  <a:cubicBezTo>
                    <a:pt x="49026" y="146995"/>
                    <a:pt x="39387" y="151741"/>
                    <a:pt x="29749" y="151741"/>
                  </a:cubicBezTo>
                  <a:cubicBezTo>
                    <a:pt x="22800" y="151741"/>
                    <a:pt x="19437" y="149255"/>
                    <a:pt x="19437" y="144056"/>
                  </a:cubicBezTo>
                  <a:cubicBezTo>
                    <a:pt x="19437" y="130495"/>
                    <a:pt x="26162" y="108571"/>
                    <a:pt x="35577" y="91845"/>
                  </a:cubicBezTo>
                  <a:cubicBezTo>
                    <a:pt x="45439" y="74442"/>
                    <a:pt x="55526" y="65853"/>
                    <a:pt x="66286" y="65853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1E4B6C62-0298-7792-E4C2-AF91BAC5C564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8447598" y="4800914"/>
              <a:ext cx="102886" cy="102162"/>
            </a:xfrm>
            <a:custGeom>
              <a:avLst/>
              <a:gdLst>
                <a:gd name="connsiteX0" fmla="*/ 100353 w 102886"/>
                <a:gd name="connsiteY0" fmla="*/ 74911 h 102162"/>
                <a:gd name="connsiteX1" fmla="*/ 94077 w 102886"/>
                <a:gd name="connsiteY1" fmla="*/ 81240 h 102162"/>
                <a:gd name="connsiteX2" fmla="*/ 82421 w 102886"/>
                <a:gd name="connsiteY2" fmla="*/ 90507 h 102162"/>
                <a:gd name="connsiteX3" fmla="*/ 79283 w 102886"/>
                <a:gd name="connsiteY3" fmla="*/ 87568 h 102162"/>
                <a:gd name="connsiteX4" fmla="*/ 99232 w 102886"/>
                <a:gd name="connsiteY4" fmla="*/ 5522 h 102162"/>
                <a:gd name="connsiteX5" fmla="*/ 100577 w 102886"/>
                <a:gd name="connsiteY5" fmla="*/ 776 h 102162"/>
                <a:gd name="connsiteX6" fmla="*/ 99008 w 102886"/>
                <a:gd name="connsiteY6" fmla="*/ 98 h 102162"/>
                <a:gd name="connsiteX7" fmla="*/ 85335 w 102886"/>
                <a:gd name="connsiteY7" fmla="*/ 1680 h 102162"/>
                <a:gd name="connsiteX8" fmla="*/ 84662 w 102886"/>
                <a:gd name="connsiteY8" fmla="*/ 2358 h 102162"/>
                <a:gd name="connsiteX9" fmla="*/ 82197 w 102886"/>
                <a:gd name="connsiteY9" fmla="*/ 13207 h 102162"/>
                <a:gd name="connsiteX10" fmla="*/ 64264 w 102886"/>
                <a:gd name="connsiteY10" fmla="*/ 98 h 102162"/>
                <a:gd name="connsiteX11" fmla="*/ 156 w 102886"/>
                <a:gd name="connsiteY11" fmla="*/ 77171 h 102162"/>
                <a:gd name="connsiteX12" fmla="*/ 23020 w 102886"/>
                <a:gd name="connsiteY12" fmla="*/ 102260 h 102162"/>
                <a:gd name="connsiteX13" fmla="*/ 68075 w 102886"/>
                <a:gd name="connsiteY13" fmla="*/ 66774 h 102162"/>
                <a:gd name="connsiteX14" fmla="*/ 62919 w 102886"/>
                <a:gd name="connsiteY14" fmla="*/ 92767 h 102162"/>
                <a:gd name="connsiteX15" fmla="*/ 71886 w 102886"/>
                <a:gd name="connsiteY15" fmla="*/ 102034 h 102162"/>
                <a:gd name="connsiteX16" fmla="*/ 103043 w 102886"/>
                <a:gd name="connsiteY16" fmla="*/ 77171 h 102162"/>
                <a:gd name="connsiteX17" fmla="*/ 100353 w 102886"/>
                <a:gd name="connsiteY17" fmla="*/ 74911 h 102162"/>
                <a:gd name="connsiteX18" fmla="*/ 65609 w 102886"/>
                <a:gd name="connsiteY18" fmla="*/ 5070 h 102162"/>
                <a:gd name="connsiteX19" fmla="*/ 78162 w 102886"/>
                <a:gd name="connsiteY19" fmla="*/ 18858 h 102162"/>
                <a:gd name="connsiteX20" fmla="*/ 51488 w 102886"/>
                <a:gd name="connsiteY20" fmla="*/ 81240 h 102162"/>
                <a:gd name="connsiteX21" fmla="*/ 31986 w 102886"/>
                <a:gd name="connsiteY21" fmla="*/ 91185 h 102162"/>
                <a:gd name="connsiteX22" fmla="*/ 18985 w 102886"/>
                <a:gd name="connsiteY22" fmla="*/ 74233 h 102162"/>
                <a:gd name="connsiteX23" fmla="*/ 37142 w 102886"/>
                <a:gd name="connsiteY23" fmla="*/ 24734 h 102162"/>
                <a:gd name="connsiteX24" fmla="*/ 65609 w 102886"/>
                <a:gd name="connsiteY24" fmla="*/ 5070 h 1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886" h="102162">
                  <a:moveTo>
                    <a:pt x="100353" y="74911"/>
                  </a:moveTo>
                  <a:cubicBezTo>
                    <a:pt x="96991" y="78302"/>
                    <a:pt x="95646" y="79432"/>
                    <a:pt x="94077" y="81240"/>
                  </a:cubicBezTo>
                  <a:cubicBezTo>
                    <a:pt x="87352" y="88246"/>
                    <a:pt x="84438" y="90507"/>
                    <a:pt x="82421" y="90507"/>
                  </a:cubicBezTo>
                  <a:cubicBezTo>
                    <a:pt x="80628" y="90507"/>
                    <a:pt x="79283" y="89151"/>
                    <a:pt x="79283" y="87568"/>
                  </a:cubicBezTo>
                  <a:cubicBezTo>
                    <a:pt x="79283" y="83048"/>
                    <a:pt x="88697" y="44398"/>
                    <a:pt x="99232" y="5522"/>
                  </a:cubicBezTo>
                  <a:cubicBezTo>
                    <a:pt x="99905" y="3262"/>
                    <a:pt x="100129" y="2810"/>
                    <a:pt x="100577" y="776"/>
                  </a:cubicBezTo>
                  <a:lnTo>
                    <a:pt x="99008" y="98"/>
                  </a:lnTo>
                  <a:lnTo>
                    <a:pt x="85335" y="1680"/>
                  </a:lnTo>
                  <a:lnTo>
                    <a:pt x="84662" y="2358"/>
                  </a:lnTo>
                  <a:lnTo>
                    <a:pt x="82197" y="13207"/>
                  </a:lnTo>
                  <a:cubicBezTo>
                    <a:pt x="80403" y="4844"/>
                    <a:pt x="73903" y="98"/>
                    <a:pt x="64264" y="98"/>
                  </a:cubicBezTo>
                  <a:cubicBezTo>
                    <a:pt x="34676" y="98"/>
                    <a:pt x="156" y="41460"/>
                    <a:pt x="156" y="77171"/>
                  </a:cubicBezTo>
                  <a:cubicBezTo>
                    <a:pt x="156" y="92993"/>
                    <a:pt x="8674" y="102260"/>
                    <a:pt x="23020" y="102260"/>
                  </a:cubicBezTo>
                  <a:cubicBezTo>
                    <a:pt x="38711" y="102260"/>
                    <a:pt x="48349" y="94801"/>
                    <a:pt x="68075" y="66774"/>
                  </a:cubicBezTo>
                  <a:cubicBezTo>
                    <a:pt x="63592" y="84404"/>
                    <a:pt x="62919" y="87342"/>
                    <a:pt x="62919" y="92767"/>
                  </a:cubicBezTo>
                  <a:cubicBezTo>
                    <a:pt x="62919" y="99322"/>
                    <a:pt x="65609" y="102034"/>
                    <a:pt x="71886" y="102034"/>
                  </a:cubicBezTo>
                  <a:cubicBezTo>
                    <a:pt x="80852" y="102034"/>
                    <a:pt x="86456" y="97739"/>
                    <a:pt x="103043" y="77171"/>
                  </a:cubicBezTo>
                  <a:lnTo>
                    <a:pt x="100353" y="74911"/>
                  </a:lnTo>
                  <a:close/>
                  <a:moveTo>
                    <a:pt x="65609" y="5070"/>
                  </a:moveTo>
                  <a:cubicBezTo>
                    <a:pt x="73230" y="5522"/>
                    <a:pt x="78162" y="10947"/>
                    <a:pt x="78162" y="18858"/>
                  </a:cubicBezTo>
                  <a:cubicBezTo>
                    <a:pt x="78162" y="37844"/>
                    <a:pt x="66954" y="64514"/>
                    <a:pt x="51488" y="81240"/>
                  </a:cubicBezTo>
                  <a:cubicBezTo>
                    <a:pt x="46108" y="87342"/>
                    <a:pt x="38487" y="91185"/>
                    <a:pt x="31986" y="91185"/>
                  </a:cubicBezTo>
                  <a:cubicBezTo>
                    <a:pt x="24141" y="91185"/>
                    <a:pt x="18985" y="84630"/>
                    <a:pt x="18985" y="74233"/>
                  </a:cubicBezTo>
                  <a:cubicBezTo>
                    <a:pt x="18985" y="62028"/>
                    <a:pt x="27503" y="38748"/>
                    <a:pt x="37142" y="24734"/>
                  </a:cubicBezTo>
                  <a:cubicBezTo>
                    <a:pt x="46108" y="11625"/>
                    <a:pt x="56643" y="4392"/>
                    <a:pt x="65609" y="5070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7702954D-5601-8FBD-666F-6490EE029CF9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8727662" y="4452379"/>
              <a:ext cx="172962" cy="270310"/>
            </a:xfrm>
            <a:custGeom>
              <a:avLst/>
              <a:gdLst>
                <a:gd name="connsiteX0" fmla="*/ 55297 w 172962"/>
                <a:gd name="connsiteY0" fmla="*/ 86222 h 270310"/>
                <a:gd name="connsiteX1" fmla="*/ 82559 w 172962"/>
                <a:gd name="connsiteY1" fmla="*/ 86222 h 270310"/>
                <a:gd name="connsiteX2" fmla="*/ 55903 w 172962"/>
                <a:gd name="connsiteY2" fmla="*/ 214505 h 270310"/>
                <a:gd name="connsiteX3" fmla="*/ 26521 w 172962"/>
                <a:gd name="connsiteY3" fmla="*/ 263986 h 270310"/>
                <a:gd name="connsiteX4" fmla="*/ 20462 w 172962"/>
                <a:gd name="connsiteY4" fmla="*/ 259099 h 270310"/>
                <a:gd name="connsiteX5" fmla="*/ 21674 w 172962"/>
                <a:gd name="connsiteY5" fmla="*/ 255739 h 270310"/>
                <a:gd name="connsiteX6" fmla="*/ 23188 w 172962"/>
                <a:gd name="connsiteY6" fmla="*/ 250852 h 270310"/>
                <a:gd name="connsiteX7" fmla="*/ 11375 w 172962"/>
                <a:gd name="connsiteY7" fmla="*/ 239246 h 270310"/>
                <a:gd name="connsiteX8" fmla="*/ 167 w 172962"/>
                <a:gd name="connsiteY8" fmla="*/ 251768 h 270310"/>
                <a:gd name="connsiteX9" fmla="*/ 24097 w 172962"/>
                <a:gd name="connsiteY9" fmla="*/ 270400 h 270310"/>
                <a:gd name="connsiteX10" fmla="*/ 84679 w 172962"/>
                <a:gd name="connsiteY10" fmla="*/ 183962 h 270310"/>
                <a:gd name="connsiteX11" fmla="*/ 106489 w 172962"/>
                <a:gd name="connsiteY11" fmla="*/ 86222 h 270310"/>
                <a:gd name="connsiteX12" fmla="*/ 139506 w 172962"/>
                <a:gd name="connsiteY12" fmla="*/ 86222 h 270310"/>
                <a:gd name="connsiteX13" fmla="*/ 141324 w 172962"/>
                <a:gd name="connsiteY13" fmla="*/ 76448 h 270310"/>
                <a:gd name="connsiteX14" fmla="*/ 108609 w 172962"/>
                <a:gd name="connsiteY14" fmla="*/ 76448 h 270310"/>
                <a:gd name="connsiteX15" fmla="*/ 145565 w 172962"/>
                <a:gd name="connsiteY15" fmla="*/ 6809 h 270310"/>
                <a:gd name="connsiteX16" fmla="*/ 152229 w 172962"/>
                <a:gd name="connsiteY16" fmla="*/ 10474 h 270310"/>
                <a:gd name="connsiteX17" fmla="*/ 151017 w 172962"/>
                <a:gd name="connsiteY17" fmla="*/ 13529 h 270310"/>
                <a:gd name="connsiteX18" fmla="*/ 149199 w 172962"/>
                <a:gd name="connsiteY18" fmla="*/ 19943 h 270310"/>
                <a:gd name="connsiteX19" fmla="*/ 160407 w 172962"/>
                <a:gd name="connsiteY19" fmla="*/ 32160 h 270310"/>
                <a:gd name="connsiteX20" fmla="*/ 173129 w 172962"/>
                <a:gd name="connsiteY20" fmla="*/ 19943 h 270310"/>
                <a:gd name="connsiteX21" fmla="*/ 147079 w 172962"/>
                <a:gd name="connsiteY21" fmla="*/ 89 h 270310"/>
                <a:gd name="connsiteX22" fmla="*/ 109518 w 172962"/>
                <a:gd name="connsiteY22" fmla="*/ 21164 h 270310"/>
                <a:gd name="connsiteX23" fmla="*/ 85285 w 172962"/>
                <a:gd name="connsiteY23" fmla="*/ 76448 h 270310"/>
                <a:gd name="connsiteX24" fmla="*/ 57417 w 172962"/>
                <a:gd name="connsiteY24" fmla="*/ 76448 h 270310"/>
                <a:gd name="connsiteX25" fmla="*/ 55297 w 172962"/>
                <a:gd name="connsiteY25" fmla="*/ 86222 h 270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962" h="270310">
                  <a:moveTo>
                    <a:pt x="55297" y="86222"/>
                  </a:moveTo>
                  <a:lnTo>
                    <a:pt x="82559" y="86222"/>
                  </a:lnTo>
                  <a:lnTo>
                    <a:pt x="55903" y="214505"/>
                  </a:lnTo>
                  <a:cubicBezTo>
                    <a:pt x="49239" y="247187"/>
                    <a:pt x="39243" y="263986"/>
                    <a:pt x="26521" y="263986"/>
                  </a:cubicBezTo>
                  <a:cubicBezTo>
                    <a:pt x="22886" y="263986"/>
                    <a:pt x="20462" y="261848"/>
                    <a:pt x="20462" y="259099"/>
                  </a:cubicBezTo>
                  <a:cubicBezTo>
                    <a:pt x="20462" y="258183"/>
                    <a:pt x="20765" y="257266"/>
                    <a:pt x="21674" y="255739"/>
                  </a:cubicBezTo>
                  <a:cubicBezTo>
                    <a:pt x="22886" y="253907"/>
                    <a:pt x="23188" y="252685"/>
                    <a:pt x="23188" y="250852"/>
                  </a:cubicBezTo>
                  <a:cubicBezTo>
                    <a:pt x="23188" y="244438"/>
                    <a:pt x="17736" y="239246"/>
                    <a:pt x="11375" y="239246"/>
                  </a:cubicBezTo>
                  <a:cubicBezTo>
                    <a:pt x="5014" y="239246"/>
                    <a:pt x="167" y="244743"/>
                    <a:pt x="167" y="251768"/>
                  </a:cubicBezTo>
                  <a:cubicBezTo>
                    <a:pt x="167" y="262153"/>
                    <a:pt x="10769" y="270400"/>
                    <a:pt x="24097" y="270400"/>
                  </a:cubicBezTo>
                  <a:cubicBezTo>
                    <a:pt x="51056" y="270400"/>
                    <a:pt x="72260" y="240162"/>
                    <a:pt x="84679" y="183962"/>
                  </a:cubicBezTo>
                  <a:lnTo>
                    <a:pt x="106489" y="86222"/>
                  </a:lnTo>
                  <a:lnTo>
                    <a:pt x="139506" y="86222"/>
                  </a:lnTo>
                  <a:lnTo>
                    <a:pt x="141324" y="76448"/>
                  </a:lnTo>
                  <a:lnTo>
                    <a:pt x="108609" y="76448"/>
                  </a:lnTo>
                  <a:cubicBezTo>
                    <a:pt x="117394" y="28495"/>
                    <a:pt x="128602" y="6809"/>
                    <a:pt x="145565" y="6809"/>
                  </a:cubicBezTo>
                  <a:cubicBezTo>
                    <a:pt x="149502" y="6809"/>
                    <a:pt x="152229" y="8336"/>
                    <a:pt x="152229" y="10474"/>
                  </a:cubicBezTo>
                  <a:cubicBezTo>
                    <a:pt x="152229" y="11391"/>
                    <a:pt x="151926" y="12001"/>
                    <a:pt x="151017" y="13529"/>
                  </a:cubicBezTo>
                  <a:cubicBezTo>
                    <a:pt x="149805" y="16277"/>
                    <a:pt x="149199" y="17805"/>
                    <a:pt x="149199" y="19943"/>
                  </a:cubicBezTo>
                  <a:cubicBezTo>
                    <a:pt x="149199" y="27273"/>
                    <a:pt x="153743" y="32160"/>
                    <a:pt x="160407" y="32160"/>
                  </a:cubicBezTo>
                  <a:cubicBezTo>
                    <a:pt x="167374" y="32160"/>
                    <a:pt x="173129" y="26662"/>
                    <a:pt x="173129" y="19943"/>
                  </a:cubicBezTo>
                  <a:cubicBezTo>
                    <a:pt x="173129" y="8642"/>
                    <a:pt x="161922" y="89"/>
                    <a:pt x="147079" y="89"/>
                  </a:cubicBezTo>
                  <a:cubicBezTo>
                    <a:pt x="132236" y="89"/>
                    <a:pt x="120423" y="6809"/>
                    <a:pt x="109518" y="21164"/>
                  </a:cubicBezTo>
                  <a:cubicBezTo>
                    <a:pt x="100431" y="33076"/>
                    <a:pt x="94373" y="47126"/>
                    <a:pt x="85285" y="76448"/>
                  </a:cubicBezTo>
                  <a:lnTo>
                    <a:pt x="57417" y="76448"/>
                  </a:lnTo>
                  <a:lnTo>
                    <a:pt x="55297" y="86222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8A36F53-652F-017D-31D1-486CE61955DB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8931090" y="4430388"/>
              <a:ext cx="70275" cy="305435"/>
            </a:xfrm>
            <a:custGeom>
              <a:avLst/>
              <a:gdLst>
                <a:gd name="connsiteX0" fmla="*/ 70447 w 70275"/>
                <a:gd name="connsiteY0" fmla="*/ 302471 h 305435"/>
                <a:gd name="connsiteX1" fmla="*/ 65298 w 70275"/>
                <a:gd name="connsiteY1" fmla="*/ 295751 h 305435"/>
                <a:gd name="connsiteX2" fmla="*/ 17741 w 70275"/>
                <a:gd name="connsiteY2" fmla="*/ 152807 h 305435"/>
                <a:gd name="connsiteX3" fmla="*/ 66509 w 70275"/>
                <a:gd name="connsiteY3" fmla="*/ 8336 h 305435"/>
                <a:gd name="connsiteX4" fmla="*/ 70447 w 70275"/>
                <a:gd name="connsiteY4" fmla="*/ 3144 h 305435"/>
                <a:gd name="connsiteX5" fmla="*/ 67418 w 70275"/>
                <a:gd name="connsiteY5" fmla="*/ 89 h 305435"/>
                <a:gd name="connsiteX6" fmla="*/ 19255 w 70275"/>
                <a:gd name="connsiteY6" fmla="*/ 59649 h 305435"/>
                <a:gd name="connsiteX7" fmla="*/ 172 w 70275"/>
                <a:gd name="connsiteY7" fmla="*/ 152807 h 305435"/>
                <a:gd name="connsiteX8" fmla="*/ 20164 w 70275"/>
                <a:gd name="connsiteY8" fmla="*/ 248103 h 305435"/>
                <a:gd name="connsiteX9" fmla="*/ 67418 w 70275"/>
                <a:gd name="connsiteY9" fmla="*/ 305525 h 305435"/>
                <a:gd name="connsiteX10" fmla="*/ 70447 w 70275"/>
                <a:gd name="connsiteY10" fmla="*/ 302471 h 30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75" h="305435">
                  <a:moveTo>
                    <a:pt x="70447" y="302471"/>
                  </a:moveTo>
                  <a:cubicBezTo>
                    <a:pt x="70447" y="301554"/>
                    <a:pt x="70447" y="300944"/>
                    <a:pt x="65298" y="295751"/>
                  </a:cubicBezTo>
                  <a:cubicBezTo>
                    <a:pt x="27434" y="257266"/>
                    <a:pt x="17741" y="199539"/>
                    <a:pt x="17741" y="152807"/>
                  </a:cubicBezTo>
                  <a:cubicBezTo>
                    <a:pt x="17741" y="99661"/>
                    <a:pt x="29251" y="46516"/>
                    <a:pt x="66509" y="8336"/>
                  </a:cubicBezTo>
                  <a:cubicBezTo>
                    <a:pt x="70447" y="4671"/>
                    <a:pt x="70447" y="4060"/>
                    <a:pt x="70447" y="3144"/>
                  </a:cubicBezTo>
                  <a:cubicBezTo>
                    <a:pt x="70447" y="1006"/>
                    <a:pt x="69235" y="89"/>
                    <a:pt x="67418" y="89"/>
                  </a:cubicBezTo>
                  <a:cubicBezTo>
                    <a:pt x="64389" y="89"/>
                    <a:pt x="37127" y="20859"/>
                    <a:pt x="19255" y="59649"/>
                  </a:cubicBezTo>
                  <a:cubicBezTo>
                    <a:pt x="3807" y="93247"/>
                    <a:pt x="172" y="127151"/>
                    <a:pt x="172" y="152807"/>
                  </a:cubicBezTo>
                  <a:cubicBezTo>
                    <a:pt x="172" y="176631"/>
                    <a:pt x="3504" y="213589"/>
                    <a:pt x="20164" y="248103"/>
                  </a:cubicBezTo>
                  <a:cubicBezTo>
                    <a:pt x="38339" y="285672"/>
                    <a:pt x="64389" y="305525"/>
                    <a:pt x="67418" y="305525"/>
                  </a:cubicBezTo>
                  <a:cubicBezTo>
                    <a:pt x="69235" y="305525"/>
                    <a:pt x="70447" y="304609"/>
                    <a:pt x="70447" y="302471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BBBADEFF-0DA5-3015-FE7B-48525F56D1AB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9010890" y="4524767"/>
              <a:ext cx="143579" cy="138056"/>
            </a:xfrm>
            <a:custGeom>
              <a:avLst/>
              <a:gdLst>
                <a:gd name="connsiteX0" fmla="*/ 130124 w 143579"/>
                <a:gd name="connsiteY0" fmla="*/ 100883 h 138056"/>
                <a:gd name="connsiteX1" fmla="*/ 123460 w 143579"/>
                <a:gd name="connsiteY1" fmla="*/ 109130 h 138056"/>
                <a:gd name="connsiteX2" fmla="*/ 109526 w 143579"/>
                <a:gd name="connsiteY2" fmla="*/ 121347 h 138056"/>
                <a:gd name="connsiteX3" fmla="*/ 100136 w 143579"/>
                <a:gd name="connsiteY3" fmla="*/ 108825 h 138056"/>
                <a:gd name="connsiteX4" fmla="*/ 98925 w 143579"/>
                <a:gd name="connsiteY4" fmla="*/ 103632 h 138056"/>
                <a:gd name="connsiteX5" fmla="*/ 88020 w 143579"/>
                <a:gd name="connsiteY5" fmla="*/ 54152 h 138056"/>
                <a:gd name="connsiteX6" fmla="*/ 117705 w 143579"/>
                <a:gd name="connsiteY6" fmla="*/ 17194 h 138056"/>
                <a:gd name="connsiteX7" fmla="*/ 124975 w 143579"/>
                <a:gd name="connsiteY7" fmla="*/ 19637 h 138056"/>
                <a:gd name="connsiteX8" fmla="*/ 133154 w 143579"/>
                <a:gd name="connsiteY8" fmla="*/ 22386 h 138056"/>
                <a:gd name="connsiteX9" fmla="*/ 143755 w 143579"/>
                <a:gd name="connsiteY9" fmla="*/ 11391 h 138056"/>
                <a:gd name="connsiteX10" fmla="*/ 131336 w 143579"/>
                <a:gd name="connsiteY10" fmla="*/ 89 h 138056"/>
                <a:gd name="connsiteX11" fmla="*/ 85597 w 143579"/>
                <a:gd name="connsiteY11" fmla="*/ 43767 h 138056"/>
                <a:gd name="connsiteX12" fmla="*/ 82264 w 143579"/>
                <a:gd name="connsiteY12" fmla="*/ 26968 h 138056"/>
                <a:gd name="connsiteX13" fmla="*/ 66513 w 143579"/>
                <a:gd name="connsiteY13" fmla="*/ 89 h 138056"/>
                <a:gd name="connsiteX14" fmla="*/ 31073 w 143579"/>
                <a:gd name="connsiteY14" fmla="*/ 8947 h 138056"/>
                <a:gd name="connsiteX15" fmla="*/ 27741 w 143579"/>
                <a:gd name="connsiteY15" fmla="*/ 10169 h 138056"/>
                <a:gd name="connsiteX16" fmla="*/ 28952 w 143579"/>
                <a:gd name="connsiteY16" fmla="*/ 14750 h 138056"/>
                <a:gd name="connsiteX17" fmla="*/ 45915 w 143579"/>
                <a:gd name="connsiteY17" fmla="*/ 11391 h 138056"/>
                <a:gd name="connsiteX18" fmla="*/ 59546 w 143579"/>
                <a:gd name="connsiteY18" fmla="*/ 32466 h 138056"/>
                <a:gd name="connsiteX19" fmla="*/ 68331 w 143579"/>
                <a:gd name="connsiteY19" fmla="*/ 70034 h 138056"/>
                <a:gd name="connsiteX20" fmla="*/ 43492 w 143579"/>
                <a:gd name="connsiteY20" fmla="*/ 105770 h 138056"/>
                <a:gd name="connsiteX21" fmla="*/ 28043 w 143579"/>
                <a:gd name="connsiteY21" fmla="*/ 120431 h 138056"/>
                <a:gd name="connsiteX22" fmla="*/ 20168 w 143579"/>
                <a:gd name="connsiteY22" fmla="*/ 117682 h 138056"/>
                <a:gd name="connsiteX23" fmla="*/ 10475 w 143579"/>
                <a:gd name="connsiteY23" fmla="*/ 114628 h 138056"/>
                <a:gd name="connsiteX24" fmla="*/ 176 w 143579"/>
                <a:gd name="connsiteY24" fmla="*/ 125318 h 138056"/>
                <a:gd name="connsiteX25" fmla="*/ 15321 w 143579"/>
                <a:gd name="connsiteY25" fmla="*/ 138146 h 138056"/>
                <a:gd name="connsiteX26" fmla="*/ 43492 w 143579"/>
                <a:gd name="connsiteY26" fmla="*/ 116766 h 138056"/>
                <a:gd name="connsiteX27" fmla="*/ 70754 w 143579"/>
                <a:gd name="connsiteY27" fmla="*/ 81030 h 138056"/>
                <a:gd name="connsiteX28" fmla="*/ 79841 w 143579"/>
                <a:gd name="connsiteY28" fmla="*/ 117682 h 138056"/>
                <a:gd name="connsiteX29" fmla="*/ 97410 w 143579"/>
                <a:gd name="connsiteY29" fmla="*/ 138146 h 138056"/>
                <a:gd name="connsiteX30" fmla="*/ 134365 w 143579"/>
                <a:gd name="connsiteY30" fmla="*/ 103327 h 138056"/>
                <a:gd name="connsiteX31" fmla="*/ 130124 w 143579"/>
                <a:gd name="connsiteY31" fmla="*/ 100883 h 13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79" h="138056">
                  <a:moveTo>
                    <a:pt x="130124" y="100883"/>
                  </a:moveTo>
                  <a:cubicBezTo>
                    <a:pt x="127701" y="103632"/>
                    <a:pt x="126187" y="105465"/>
                    <a:pt x="123460" y="109130"/>
                  </a:cubicBezTo>
                  <a:cubicBezTo>
                    <a:pt x="116493" y="118293"/>
                    <a:pt x="112859" y="121347"/>
                    <a:pt x="109526" y="121347"/>
                  </a:cubicBezTo>
                  <a:cubicBezTo>
                    <a:pt x="104983" y="121347"/>
                    <a:pt x="102257" y="117377"/>
                    <a:pt x="100136" y="108825"/>
                  </a:cubicBezTo>
                  <a:cubicBezTo>
                    <a:pt x="99530" y="106381"/>
                    <a:pt x="99228" y="104548"/>
                    <a:pt x="98925" y="103632"/>
                  </a:cubicBezTo>
                  <a:cubicBezTo>
                    <a:pt x="91352" y="72783"/>
                    <a:pt x="88020" y="58733"/>
                    <a:pt x="88020" y="54152"/>
                  </a:cubicBezTo>
                  <a:cubicBezTo>
                    <a:pt x="101348" y="30633"/>
                    <a:pt x="112253" y="17194"/>
                    <a:pt x="117705" y="17194"/>
                  </a:cubicBezTo>
                  <a:cubicBezTo>
                    <a:pt x="119523" y="17194"/>
                    <a:pt x="121946" y="18110"/>
                    <a:pt x="124975" y="19637"/>
                  </a:cubicBezTo>
                  <a:cubicBezTo>
                    <a:pt x="128610" y="21775"/>
                    <a:pt x="130730" y="22386"/>
                    <a:pt x="133154" y="22386"/>
                  </a:cubicBezTo>
                  <a:cubicBezTo>
                    <a:pt x="139515" y="22386"/>
                    <a:pt x="143755" y="17805"/>
                    <a:pt x="143755" y="11391"/>
                  </a:cubicBezTo>
                  <a:cubicBezTo>
                    <a:pt x="143755" y="4976"/>
                    <a:pt x="138606" y="89"/>
                    <a:pt x="131336" y="89"/>
                  </a:cubicBezTo>
                  <a:cubicBezTo>
                    <a:pt x="118008" y="89"/>
                    <a:pt x="106497" y="11085"/>
                    <a:pt x="85597" y="43767"/>
                  </a:cubicBezTo>
                  <a:lnTo>
                    <a:pt x="82264" y="26968"/>
                  </a:lnTo>
                  <a:cubicBezTo>
                    <a:pt x="78024" y="6198"/>
                    <a:pt x="74692" y="89"/>
                    <a:pt x="66513" y="89"/>
                  </a:cubicBezTo>
                  <a:cubicBezTo>
                    <a:pt x="59849" y="89"/>
                    <a:pt x="49550" y="2838"/>
                    <a:pt x="31073" y="8947"/>
                  </a:cubicBezTo>
                  <a:lnTo>
                    <a:pt x="27741" y="10169"/>
                  </a:lnTo>
                  <a:lnTo>
                    <a:pt x="28952" y="14750"/>
                  </a:lnTo>
                  <a:cubicBezTo>
                    <a:pt x="40463" y="12001"/>
                    <a:pt x="43189" y="11391"/>
                    <a:pt x="45915" y="11391"/>
                  </a:cubicBezTo>
                  <a:cubicBezTo>
                    <a:pt x="53488" y="11391"/>
                    <a:pt x="55305" y="14140"/>
                    <a:pt x="59546" y="32466"/>
                  </a:cubicBezTo>
                  <a:lnTo>
                    <a:pt x="68331" y="70034"/>
                  </a:lnTo>
                  <a:lnTo>
                    <a:pt x="43492" y="105770"/>
                  </a:lnTo>
                  <a:cubicBezTo>
                    <a:pt x="37434" y="114933"/>
                    <a:pt x="31375" y="120431"/>
                    <a:pt x="28043" y="120431"/>
                  </a:cubicBezTo>
                  <a:cubicBezTo>
                    <a:pt x="26226" y="120431"/>
                    <a:pt x="23197" y="119515"/>
                    <a:pt x="20168" y="117682"/>
                  </a:cubicBezTo>
                  <a:cubicBezTo>
                    <a:pt x="16230" y="115544"/>
                    <a:pt x="12898" y="114628"/>
                    <a:pt x="10475" y="114628"/>
                  </a:cubicBezTo>
                  <a:cubicBezTo>
                    <a:pt x="4719" y="114628"/>
                    <a:pt x="176" y="119209"/>
                    <a:pt x="176" y="125318"/>
                  </a:cubicBezTo>
                  <a:cubicBezTo>
                    <a:pt x="176" y="133259"/>
                    <a:pt x="6234" y="138146"/>
                    <a:pt x="15321" y="138146"/>
                  </a:cubicBezTo>
                  <a:cubicBezTo>
                    <a:pt x="24711" y="138146"/>
                    <a:pt x="28346" y="135398"/>
                    <a:pt x="43492" y="116766"/>
                  </a:cubicBezTo>
                  <a:cubicBezTo>
                    <a:pt x="51671" y="106992"/>
                    <a:pt x="58032" y="98745"/>
                    <a:pt x="70754" y="81030"/>
                  </a:cubicBezTo>
                  <a:lnTo>
                    <a:pt x="79841" y="117682"/>
                  </a:lnTo>
                  <a:cubicBezTo>
                    <a:pt x="83779" y="133259"/>
                    <a:pt x="87717" y="138146"/>
                    <a:pt x="97410" y="138146"/>
                  </a:cubicBezTo>
                  <a:cubicBezTo>
                    <a:pt x="108921" y="138146"/>
                    <a:pt x="116796" y="130816"/>
                    <a:pt x="134365" y="103327"/>
                  </a:cubicBezTo>
                  <a:lnTo>
                    <a:pt x="130124" y="10088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173A3E89-D192-73F9-E148-A6696309BE0D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9172238" y="4430388"/>
              <a:ext cx="70275" cy="305435"/>
            </a:xfrm>
            <a:custGeom>
              <a:avLst/>
              <a:gdLst>
                <a:gd name="connsiteX0" fmla="*/ 70455 w 70275"/>
                <a:gd name="connsiteY0" fmla="*/ 152807 h 305435"/>
                <a:gd name="connsiteX1" fmla="*/ 50463 w 70275"/>
                <a:gd name="connsiteY1" fmla="*/ 57511 h 305435"/>
                <a:gd name="connsiteX2" fmla="*/ 3209 w 70275"/>
                <a:gd name="connsiteY2" fmla="*/ 89 h 305435"/>
                <a:gd name="connsiteX3" fmla="*/ 180 w 70275"/>
                <a:gd name="connsiteY3" fmla="*/ 3144 h 305435"/>
                <a:gd name="connsiteX4" fmla="*/ 5935 w 70275"/>
                <a:gd name="connsiteY4" fmla="*/ 10169 h 305435"/>
                <a:gd name="connsiteX5" fmla="*/ 52886 w 70275"/>
                <a:gd name="connsiteY5" fmla="*/ 152807 h 305435"/>
                <a:gd name="connsiteX6" fmla="*/ 4118 w 70275"/>
                <a:gd name="connsiteY6" fmla="*/ 297278 h 305435"/>
                <a:gd name="connsiteX7" fmla="*/ 180 w 70275"/>
                <a:gd name="connsiteY7" fmla="*/ 302471 h 305435"/>
                <a:gd name="connsiteX8" fmla="*/ 3209 w 70275"/>
                <a:gd name="connsiteY8" fmla="*/ 305525 h 305435"/>
                <a:gd name="connsiteX9" fmla="*/ 51372 w 70275"/>
                <a:gd name="connsiteY9" fmla="*/ 245965 h 305435"/>
                <a:gd name="connsiteX10" fmla="*/ 70455 w 70275"/>
                <a:gd name="connsiteY10" fmla="*/ 152807 h 30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75" h="305435">
                  <a:moveTo>
                    <a:pt x="70455" y="152807"/>
                  </a:moveTo>
                  <a:cubicBezTo>
                    <a:pt x="70455" y="128983"/>
                    <a:pt x="67123" y="92025"/>
                    <a:pt x="50463" y="57511"/>
                  </a:cubicBezTo>
                  <a:cubicBezTo>
                    <a:pt x="32289" y="19943"/>
                    <a:pt x="6238" y="89"/>
                    <a:pt x="3209" y="89"/>
                  </a:cubicBezTo>
                  <a:cubicBezTo>
                    <a:pt x="1392" y="89"/>
                    <a:pt x="180" y="1311"/>
                    <a:pt x="180" y="3144"/>
                  </a:cubicBezTo>
                  <a:cubicBezTo>
                    <a:pt x="180" y="4060"/>
                    <a:pt x="180" y="4671"/>
                    <a:pt x="5935" y="10169"/>
                  </a:cubicBezTo>
                  <a:cubicBezTo>
                    <a:pt x="35621" y="40407"/>
                    <a:pt x="52886" y="88971"/>
                    <a:pt x="52886" y="152807"/>
                  </a:cubicBezTo>
                  <a:cubicBezTo>
                    <a:pt x="52886" y="205037"/>
                    <a:pt x="41679" y="258793"/>
                    <a:pt x="4118" y="297278"/>
                  </a:cubicBezTo>
                  <a:cubicBezTo>
                    <a:pt x="180" y="300944"/>
                    <a:pt x="180" y="301554"/>
                    <a:pt x="180" y="302471"/>
                  </a:cubicBezTo>
                  <a:cubicBezTo>
                    <a:pt x="180" y="304303"/>
                    <a:pt x="1392" y="305525"/>
                    <a:pt x="3209" y="305525"/>
                  </a:cubicBezTo>
                  <a:cubicBezTo>
                    <a:pt x="6238" y="305525"/>
                    <a:pt x="33500" y="284755"/>
                    <a:pt x="51372" y="245965"/>
                  </a:cubicBezTo>
                  <a:cubicBezTo>
                    <a:pt x="66820" y="212367"/>
                    <a:pt x="70455" y="178464"/>
                    <a:pt x="70455" y="15280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A3BBBD9A-F131-E64C-044C-2D537A95FEB6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9277482" y="4450852"/>
              <a:ext cx="155090" cy="212583"/>
            </a:xfrm>
            <a:custGeom>
              <a:avLst/>
              <a:gdLst>
                <a:gd name="connsiteX0" fmla="*/ 135888 w 155090"/>
                <a:gd name="connsiteY0" fmla="*/ 174798 h 212583"/>
                <a:gd name="connsiteX1" fmla="*/ 111050 w 155090"/>
                <a:gd name="connsiteY1" fmla="*/ 196484 h 212583"/>
                <a:gd name="connsiteX2" fmla="*/ 105597 w 155090"/>
                <a:gd name="connsiteY2" fmla="*/ 190375 h 212583"/>
                <a:gd name="connsiteX3" fmla="*/ 125286 w 155090"/>
                <a:gd name="connsiteY3" fmla="*/ 115238 h 212583"/>
                <a:gd name="connsiteX4" fmla="*/ 155275 w 155090"/>
                <a:gd name="connsiteY4" fmla="*/ 1616 h 212583"/>
                <a:gd name="connsiteX5" fmla="*/ 153760 w 155090"/>
                <a:gd name="connsiteY5" fmla="*/ 89 h 212583"/>
                <a:gd name="connsiteX6" fmla="*/ 107415 w 155090"/>
                <a:gd name="connsiteY6" fmla="*/ 7114 h 212583"/>
                <a:gd name="connsiteX7" fmla="*/ 107415 w 155090"/>
                <a:gd name="connsiteY7" fmla="*/ 12306 h 212583"/>
                <a:gd name="connsiteX8" fmla="*/ 126195 w 155090"/>
                <a:gd name="connsiteY8" fmla="*/ 20248 h 212583"/>
                <a:gd name="connsiteX9" fmla="*/ 121651 w 155090"/>
                <a:gd name="connsiteY9" fmla="*/ 41628 h 212583"/>
                <a:gd name="connsiteX10" fmla="*/ 108323 w 155090"/>
                <a:gd name="connsiteY10" fmla="*/ 91720 h 212583"/>
                <a:gd name="connsiteX11" fmla="*/ 88634 w 155090"/>
                <a:gd name="connsiteY11" fmla="*/ 74004 h 212583"/>
                <a:gd name="connsiteX12" fmla="*/ 184 w 155090"/>
                <a:gd name="connsiteY12" fmla="*/ 177242 h 212583"/>
                <a:gd name="connsiteX13" fmla="*/ 31990 w 155090"/>
                <a:gd name="connsiteY13" fmla="*/ 212061 h 212583"/>
                <a:gd name="connsiteX14" fmla="*/ 86514 w 155090"/>
                <a:gd name="connsiteY14" fmla="*/ 171744 h 212583"/>
                <a:gd name="connsiteX15" fmla="*/ 82576 w 155090"/>
                <a:gd name="connsiteY15" fmla="*/ 198928 h 212583"/>
                <a:gd name="connsiteX16" fmla="*/ 95298 w 155090"/>
                <a:gd name="connsiteY16" fmla="*/ 212672 h 212583"/>
                <a:gd name="connsiteX17" fmla="*/ 139523 w 155090"/>
                <a:gd name="connsiteY17" fmla="*/ 177853 h 212583"/>
                <a:gd name="connsiteX18" fmla="*/ 135888 w 155090"/>
                <a:gd name="connsiteY18" fmla="*/ 174798 h 212583"/>
                <a:gd name="connsiteX19" fmla="*/ 89846 w 155090"/>
                <a:gd name="connsiteY19" fmla="*/ 81029 h 212583"/>
                <a:gd name="connsiteX20" fmla="*/ 103477 w 155090"/>
                <a:gd name="connsiteY20" fmla="*/ 98439 h 212583"/>
                <a:gd name="connsiteX21" fmla="*/ 44106 w 155090"/>
                <a:gd name="connsiteY21" fmla="*/ 197401 h 212583"/>
                <a:gd name="connsiteX22" fmla="*/ 26537 w 155090"/>
                <a:gd name="connsiteY22" fmla="*/ 177242 h 212583"/>
                <a:gd name="connsiteX23" fmla="*/ 61675 w 155090"/>
                <a:gd name="connsiteY23" fmla="*/ 95079 h 212583"/>
                <a:gd name="connsiteX24" fmla="*/ 89846 w 155090"/>
                <a:gd name="connsiteY24" fmla="*/ 81029 h 212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090" h="212583">
                  <a:moveTo>
                    <a:pt x="135888" y="174798"/>
                  </a:moveTo>
                  <a:cubicBezTo>
                    <a:pt x="119531" y="193735"/>
                    <a:pt x="116199" y="196484"/>
                    <a:pt x="111050" y="196484"/>
                  </a:cubicBezTo>
                  <a:cubicBezTo>
                    <a:pt x="108020" y="196484"/>
                    <a:pt x="105597" y="193735"/>
                    <a:pt x="105597" y="190375"/>
                  </a:cubicBezTo>
                  <a:cubicBezTo>
                    <a:pt x="105597" y="186099"/>
                    <a:pt x="115290" y="148836"/>
                    <a:pt x="125286" y="115238"/>
                  </a:cubicBezTo>
                  <a:cubicBezTo>
                    <a:pt x="133465" y="87138"/>
                    <a:pt x="139826" y="62703"/>
                    <a:pt x="155275" y="1616"/>
                  </a:cubicBezTo>
                  <a:lnTo>
                    <a:pt x="153760" y="89"/>
                  </a:lnTo>
                  <a:cubicBezTo>
                    <a:pt x="137706" y="3449"/>
                    <a:pt x="126801" y="5281"/>
                    <a:pt x="107415" y="7114"/>
                  </a:cubicBezTo>
                  <a:lnTo>
                    <a:pt x="107415" y="12306"/>
                  </a:lnTo>
                  <a:cubicBezTo>
                    <a:pt x="124075" y="12917"/>
                    <a:pt x="126195" y="13834"/>
                    <a:pt x="126195" y="20248"/>
                  </a:cubicBezTo>
                  <a:cubicBezTo>
                    <a:pt x="126195" y="24218"/>
                    <a:pt x="125892" y="26051"/>
                    <a:pt x="121651" y="41628"/>
                  </a:cubicBezTo>
                  <a:lnTo>
                    <a:pt x="108323" y="91720"/>
                  </a:lnTo>
                  <a:cubicBezTo>
                    <a:pt x="105900" y="78891"/>
                    <a:pt x="100448" y="74004"/>
                    <a:pt x="88634" y="74004"/>
                  </a:cubicBezTo>
                  <a:cubicBezTo>
                    <a:pt x="49256" y="74004"/>
                    <a:pt x="184" y="131426"/>
                    <a:pt x="184" y="177242"/>
                  </a:cubicBezTo>
                  <a:cubicBezTo>
                    <a:pt x="184" y="198928"/>
                    <a:pt x="12301" y="212061"/>
                    <a:pt x="31990" y="212061"/>
                  </a:cubicBezTo>
                  <a:cubicBezTo>
                    <a:pt x="52588" y="212061"/>
                    <a:pt x="65916" y="202287"/>
                    <a:pt x="86514" y="171744"/>
                  </a:cubicBezTo>
                  <a:cubicBezTo>
                    <a:pt x="83182" y="187321"/>
                    <a:pt x="82576" y="191903"/>
                    <a:pt x="82576" y="198928"/>
                  </a:cubicBezTo>
                  <a:cubicBezTo>
                    <a:pt x="82576" y="207174"/>
                    <a:pt x="87725" y="212672"/>
                    <a:pt x="95298" y="212672"/>
                  </a:cubicBezTo>
                  <a:cubicBezTo>
                    <a:pt x="108020" y="212672"/>
                    <a:pt x="123772" y="200149"/>
                    <a:pt x="139523" y="177853"/>
                  </a:cubicBezTo>
                  <a:lnTo>
                    <a:pt x="135888" y="174798"/>
                  </a:lnTo>
                  <a:close/>
                  <a:moveTo>
                    <a:pt x="89846" y="81029"/>
                  </a:moveTo>
                  <a:cubicBezTo>
                    <a:pt x="98933" y="81640"/>
                    <a:pt x="103477" y="87444"/>
                    <a:pt x="103477" y="98439"/>
                  </a:cubicBezTo>
                  <a:cubicBezTo>
                    <a:pt x="103477" y="144866"/>
                    <a:pt x="71974" y="197401"/>
                    <a:pt x="44106" y="197401"/>
                  </a:cubicBezTo>
                  <a:cubicBezTo>
                    <a:pt x="33807" y="197401"/>
                    <a:pt x="26537" y="189154"/>
                    <a:pt x="26537" y="177242"/>
                  </a:cubicBezTo>
                  <a:cubicBezTo>
                    <a:pt x="26537" y="151891"/>
                    <a:pt x="41683" y="116460"/>
                    <a:pt x="61675" y="95079"/>
                  </a:cubicBezTo>
                  <a:cubicBezTo>
                    <a:pt x="70157" y="86222"/>
                    <a:pt x="81364" y="80419"/>
                    <a:pt x="89846" y="81029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D9B795A0-4AE7-5363-B663-C466E07001B8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9432591" y="4524767"/>
              <a:ext cx="143579" cy="138056"/>
            </a:xfrm>
            <a:custGeom>
              <a:avLst/>
              <a:gdLst>
                <a:gd name="connsiteX0" fmla="*/ 130138 w 143579"/>
                <a:gd name="connsiteY0" fmla="*/ 100883 h 138056"/>
                <a:gd name="connsiteX1" fmla="*/ 123474 w 143579"/>
                <a:gd name="connsiteY1" fmla="*/ 109130 h 138056"/>
                <a:gd name="connsiteX2" fmla="*/ 109540 w 143579"/>
                <a:gd name="connsiteY2" fmla="*/ 121347 h 138056"/>
                <a:gd name="connsiteX3" fmla="*/ 100150 w 143579"/>
                <a:gd name="connsiteY3" fmla="*/ 108825 h 138056"/>
                <a:gd name="connsiteX4" fmla="*/ 98938 w 143579"/>
                <a:gd name="connsiteY4" fmla="*/ 103632 h 138056"/>
                <a:gd name="connsiteX5" fmla="*/ 88034 w 143579"/>
                <a:gd name="connsiteY5" fmla="*/ 54152 h 138056"/>
                <a:gd name="connsiteX6" fmla="*/ 117719 w 143579"/>
                <a:gd name="connsiteY6" fmla="*/ 17194 h 138056"/>
                <a:gd name="connsiteX7" fmla="*/ 124989 w 143579"/>
                <a:gd name="connsiteY7" fmla="*/ 19637 h 138056"/>
                <a:gd name="connsiteX8" fmla="*/ 133167 w 143579"/>
                <a:gd name="connsiteY8" fmla="*/ 22386 h 138056"/>
                <a:gd name="connsiteX9" fmla="*/ 143769 w 143579"/>
                <a:gd name="connsiteY9" fmla="*/ 11391 h 138056"/>
                <a:gd name="connsiteX10" fmla="*/ 131350 w 143579"/>
                <a:gd name="connsiteY10" fmla="*/ 89 h 138056"/>
                <a:gd name="connsiteX11" fmla="*/ 85610 w 143579"/>
                <a:gd name="connsiteY11" fmla="*/ 43767 h 138056"/>
                <a:gd name="connsiteX12" fmla="*/ 82278 w 143579"/>
                <a:gd name="connsiteY12" fmla="*/ 26968 h 138056"/>
                <a:gd name="connsiteX13" fmla="*/ 66527 w 143579"/>
                <a:gd name="connsiteY13" fmla="*/ 89 h 138056"/>
                <a:gd name="connsiteX14" fmla="*/ 31086 w 143579"/>
                <a:gd name="connsiteY14" fmla="*/ 8947 h 138056"/>
                <a:gd name="connsiteX15" fmla="*/ 27754 w 143579"/>
                <a:gd name="connsiteY15" fmla="*/ 10169 h 138056"/>
                <a:gd name="connsiteX16" fmla="*/ 28966 w 143579"/>
                <a:gd name="connsiteY16" fmla="*/ 14750 h 138056"/>
                <a:gd name="connsiteX17" fmla="*/ 45929 w 143579"/>
                <a:gd name="connsiteY17" fmla="*/ 11391 h 138056"/>
                <a:gd name="connsiteX18" fmla="*/ 59560 w 143579"/>
                <a:gd name="connsiteY18" fmla="*/ 32466 h 138056"/>
                <a:gd name="connsiteX19" fmla="*/ 68344 w 143579"/>
                <a:gd name="connsiteY19" fmla="*/ 70034 h 138056"/>
                <a:gd name="connsiteX20" fmla="*/ 43506 w 143579"/>
                <a:gd name="connsiteY20" fmla="*/ 105770 h 138056"/>
                <a:gd name="connsiteX21" fmla="*/ 28057 w 143579"/>
                <a:gd name="connsiteY21" fmla="*/ 120431 h 138056"/>
                <a:gd name="connsiteX22" fmla="*/ 20182 w 143579"/>
                <a:gd name="connsiteY22" fmla="*/ 117682 h 138056"/>
                <a:gd name="connsiteX23" fmla="*/ 10488 w 143579"/>
                <a:gd name="connsiteY23" fmla="*/ 114628 h 138056"/>
                <a:gd name="connsiteX24" fmla="*/ 189 w 143579"/>
                <a:gd name="connsiteY24" fmla="*/ 125318 h 138056"/>
                <a:gd name="connsiteX25" fmla="*/ 15335 w 143579"/>
                <a:gd name="connsiteY25" fmla="*/ 138146 h 138056"/>
                <a:gd name="connsiteX26" fmla="*/ 43506 w 143579"/>
                <a:gd name="connsiteY26" fmla="*/ 116766 h 138056"/>
                <a:gd name="connsiteX27" fmla="*/ 70768 w 143579"/>
                <a:gd name="connsiteY27" fmla="*/ 81030 h 138056"/>
                <a:gd name="connsiteX28" fmla="*/ 79855 w 143579"/>
                <a:gd name="connsiteY28" fmla="*/ 117682 h 138056"/>
                <a:gd name="connsiteX29" fmla="*/ 97424 w 143579"/>
                <a:gd name="connsiteY29" fmla="*/ 138146 h 138056"/>
                <a:gd name="connsiteX30" fmla="*/ 134379 w 143579"/>
                <a:gd name="connsiteY30" fmla="*/ 103327 h 138056"/>
                <a:gd name="connsiteX31" fmla="*/ 130138 w 143579"/>
                <a:gd name="connsiteY31" fmla="*/ 100883 h 13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79" h="138056">
                  <a:moveTo>
                    <a:pt x="130138" y="100883"/>
                  </a:moveTo>
                  <a:cubicBezTo>
                    <a:pt x="127715" y="103632"/>
                    <a:pt x="126200" y="105465"/>
                    <a:pt x="123474" y="109130"/>
                  </a:cubicBezTo>
                  <a:cubicBezTo>
                    <a:pt x="116507" y="118293"/>
                    <a:pt x="112872" y="121347"/>
                    <a:pt x="109540" y="121347"/>
                  </a:cubicBezTo>
                  <a:cubicBezTo>
                    <a:pt x="104997" y="121347"/>
                    <a:pt x="102270" y="117377"/>
                    <a:pt x="100150" y="108825"/>
                  </a:cubicBezTo>
                  <a:cubicBezTo>
                    <a:pt x="99544" y="106381"/>
                    <a:pt x="99241" y="104548"/>
                    <a:pt x="98938" y="103632"/>
                  </a:cubicBezTo>
                  <a:cubicBezTo>
                    <a:pt x="91366" y="72783"/>
                    <a:pt x="88034" y="58733"/>
                    <a:pt x="88034" y="54152"/>
                  </a:cubicBezTo>
                  <a:cubicBezTo>
                    <a:pt x="101362" y="30633"/>
                    <a:pt x="112266" y="17194"/>
                    <a:pt x="117719" y="17194"/>
                  </a:cubicBezTo>
                  <a:cubicBezTo>
                    <a:pt x="119536" y="17194"/>
                    <a:pt x="121960" y="18110"/>
                    <a:pt x="124989" y="19637"/>
                  </a:cubicBezTo>
                  <a:cubicBezTo>
                    <a:pt x="128624" y="21775"/>
                    <a:pt x="130744" y="22386"/>
                    <a:pt x="133167" y="22386"/>
                  </a:cubicBezTo>
                  <a:cubicBezTo>
                    <a:pt x="139529" y="22386"/>
                    <a:pt x="143769" y="17805"/>
                    <a:pt x="143769" y="11391"/>
                  </a:cubicBezTo>
                  <a:cubicBezTo>
                    <a:pt x="143769" y="4976"/>
                    <a:pt x="138620" y="89"/>
                    <a:pt x="131350" y="89"/>
                  </a:cubicBezTo>
                  <a:cubicBezTo>
                    <a:pt x="118022" y="89"/>
                    <a:pt x="106511" y="11085"/>
                    <a:pt x="85610" y="43767"/>
                  </a:cubicBezTo>
                  <a:lnTo>
                    <a:pt x="82278" y="26968"/>
                  </a:lnTo>
                  <a:cubicBezTo>
                    <a:pt x="78038" y="6198"/>
                    <a:pt x="74706" y="89"/>
                    <a:pt x="66527" y="89"/>
                  </a:cubicBezTo>
                  <a:cubicBezTo>
                    <a:pt x="59863" y="89"/>
                    <a:pt x="49564" y="2838"/>
                    <a:pt x="31086" y="8947"/>
                  </a:cubicBezTo>
                  <a:lnTo>
                    <a:pt x="27754" y="10169"/>
                  </a:lnTo>
                  <a:lnTo>
                    <a:pt x="28966" y="14750"/>
                  </a:lnTo>
                  <a:cubicBezTo>
                    <a:pt x="40477" y="12001"/>
                    <a:pt x="43203" y="11391"/>
                    <a:pt x="45929" y="11391"/>
                  </a:cubicBezTo>
                  <a:cubicBezTo>
                    <a:pt x="53502" y="11391"/>
                    <a:pt x="55319" y="14140"/>
                    <a:pt x="59560" y="32466"/>
                  </a:cubicBezTo>
                  <a:lnTo>
                    <a:pt x="68344" y="70034"/>
                  </a:lnTo>
                  <a:lnTo>
                    <a:pt x="43506" y="105770"/>
                  </a:lnTo>
                  <a:cubicBezTo>
                    <a:pt x="37448" y="114933"/>
                    <a:pt x="31389" y="120431"/>
                    <a:pt x="28057" y="120431"/>
                  </a:cubicBezTo>
                  <a:cubicBezTo>
                    <a:pt x="26240" y="120431"/>
                    <a:pt x="23211" y="119515"/>
                    <a:pt x="20182" y="117682"/>
                  </a:cubicBezTo>
                  <a:cubicBezTo>
                    <a:pt x="16244" y="115544"/>
                    <a:pt x="12912" y="114628"/>
                    <a:pt x="10488" y="114628"/>
                  </a:cubicBezTo>
                  <a:cubicBezTo>
                    <a:pt x="4733" y="114628"/>
                    <a:pt x="189" y="119209"/>
                    <a:pt x="189" y="125318"/>
                  </a:cubicBezTo>
                  <a:cubicBezTo>
                    <a:pt x="189" y="133259"/>
                    <a:pt x="6248" y="138146"/>
                    <a:pt x="15335" y="138146"/>
                  </a:cubicBezTo>
                  <a:cubicBezTo>
                    <a:pt x="24725" y="138146"/>
                    <a:pt x="28360" y="135398"/>
                    <a:pt x="43506" y="116766"/>
                  </a:cubicBezTo>
                  <a:cubicBezTo>
                    <a:pt x="51684" y="106992"/>
                    <a:pt x="58045" y="98745"/>
                    <a:pt x="70768" y="81030"/>
                  </a:cubicBezTo>
                  <a:lnTo>
                    <a:pt x="79855" y="117682"/>
                  </a:lnTo>
                  <a:cubicBezTo>
                    <a:pt x="83793" y="133259"/>
                    <a:pt x="87731" y="138146"/>
                    <a:pt x="97424" y="138146"/>
                  </a:cubicBezTo>
                  <a:cubicBezTo>
                    <a:pt x="108935" y="138146"/>
                    <a:pt x="116810" y="130816"/>
                    <a:pt x="134379" y="103327"/>
                  </a:cubicBezTo>
                  <a:lnTo>
                    <a:pt x="130138" y="10088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730B3C6-01BD-8ED4-5435-040F605A1F98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9660898" y="4465822"/>
              <a:ext cx="202041" cy="71471"/>
            </a:xfrm>
            <a:custGeom>
              <a:avLst/>
              <a:gdLst>
                <a:gd name="connsiteX0" fmla="*/ 202238 w 202041"/>
                <a:gd name="connsiteY0" fmla="*/ 10166 h 71471"/>
                <a:gd name="connsiteX1" fmla="*/ 197997 w 202041"/>
                <a:gd name="connsiteY1" fmla="*/ 392 h 71471"/>
                <a:gd name="connsiteX2" fmla="*/ 193756 w 202041"/>
                <a:gd name="connsiteY2" fmla="*/ 8334 h 71471"/>
                <a:gd name="connsiteX3" fmla="*/ 151349 w 202041"/>
                <a:gd name="connsiteY3" fmla="*/ 54455 h 71471"/>
                <a:gd name="connsiteX4" fmla="*/ 102883 w 202041"/>
                <a:gd name="connsiteY4" fmla="*/ 28187 h 71471"/>
                <a:gd name="connsiteX5" fmla="*/ 51085 w 202041"/>
                <a:gd name="connsiteY5" fmla="*/ 87 h 71471"/>
                <a:gd name="connsiteX6" fmla="*/ 196 w 202041"/>
                <a:gd name="connsiteY6" fmla="*/ 61480 h 71471"/>
                <a:gd name="connsiteX7" fmla="*/ 4437 w 202041"/>
                <a:gd name="connsiteY7" fmla="*/ 71253 h 71471"/>
                <a:gd name="connsiteX8" fmla="*/ 8678 w 202041"/>
                <a:gd name="connsiteY8" fmla="*/ 64228 h 71471"/>
                <a:gd name="connsiteX9" fmla="*/ 51085 w 202041"/>
                <a:gd name="connsiteY9" fmla="*/ 17191 h 71471"/>
                <a:gd name="connsiteX10" fmla="*/ 99551 w 202041"/>
                <a:gd name="connsiteY10" fmla="*/ 43459 h 71471"/>
                <a:gd name="connsiteX11" fmla="*/ 151349 w 202041"/>
                <a:gd name="connsiteY11" fmla="*/ 71559 h 71471"/>
                <a:gd name="connsiteX12" fmla="*/ 202238 w 202041"/>
                <a:gd name="connsiteY12" fmla="*/ 10166 h 71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2041" h="71471">
                  <a:moveTo>
                    <a:pt x="202238" y="10166"/>
                  </a:moveTo>
                  <a:cubicBezTo>
                    <a:pt x="202238" y="3447"/>
                    <a:pt x="200420" y="392"/>
                    <a:pt x="197997" y="392"/>
                  </a:cubicBezTo>
                  <a:cubicBezTo>
                    <a:pt x="196482" y="392"/>
                    <a:pt x="194059" y="2530"/>
                    <a:pt x="193756" y="8334"/>
                  </a:cubicBezTo>
                  <a:cubicBezTo>
                    <a:pt x="192545" y="37656"/>
                    <a:pt x="172553" y="54455"/>
                    <a:pt x="151349" y="54455"/>
                  </a:cubicBezTo>
                  <a:cubicBezTo>
                    <a:pt x="132265" y="54455"/>
                    <a:pt x="117726" y="41321"/>
                    <a:pt x="102883" y="28187"/>
                  </a:cubicBezTo>
                  <a:cubicBezTo>
                    <a:pt x="87435" y="14137"/>
                    <a:pt x="71683" y="87"/>
                    <a:pt x="51085" y="87"/>
                  </a:cubicBezTo>
                  <a:cubicBezTo>
                    <a:pt x="18068" y="87"/>
                    <a:pt x="196" y="33685"/>
                    <a:pt x="196" y="61480"/>
                  </a:cubicBezTo>
                  <a:cubicBezTo>
                    <a:pt x="196" y="71253"/>
                    <a:pt x="4134" y="71253"/>
                    <a:pt x="4437" y="71253"/>
                  </a:cubicBezTo>
                  <a:cubicBezTo>
                    <a:pt x="7769" y="71253"/>
                    <a:pt x="8678" y="65145"/>
                    <a:pt x="8678" y="64228"/>
                  </a:cubicBezTo>
                  <a:cubicBezTo>
                    <a:pt x="9889" y="30631"/>
                    <a:pt x="32608" y="17191"/>
                    <a:pt x="51085" y="17191"/>
                  </a:cubicBezTo>
                  <a:cubicBezTo>
                    <a:pt x="70169" y="17191"/>
                    <a:pt x="84708" y="30325"/>
                    <a:pt x="99551" y="43459"/>
                  </a:cubicBezTo>
                  <a:cubicBezTo>
                    <a:pt x="114999" y="57509"/>
                    <a:pt x="130751" y="71559"/>
                    <a:pt x="151349" y="71559"/>
                  </a:cubicBezTo>
                  <a:cubicBezTo>
                    <a:pt x="184366" y="71559"/>
                    <a:pt x="202238" y="37961"/>
                    <a:pt x="202238" y="10166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73A38C9E-5CB0-9B3B-19F9-F6FAA4CA2931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9661201" y="4562699"/>
              <a:ext cx="201435" cy="71471"/>
            </a:xfrm>
            <a:custGeom>
              <a:avLst/>
              <a:gdLst>
                <a:gd name="connsiteX0" fmla="*/ 191334 w 201435"/>
                <a:gd name="connsiteY0" fmla="*/ 12307 h 71471"/>
                <a:gd name="connsiteX1" fmla="*/ 201633 w 201435"/>
                <a:gd name="connsiteY1" fmla="*/ 6199 h 71471"/>
                <a:gd name="connsiteX2" fmla="*/ 191637 w 201435"/>
                <a:gd name="connsiteY2" fmla="*/ 90 h 71471"/>
                <a:gd name="connsiteX3" fmla="*/ 10193 w 201435"/>
                <a:gd name="connsiteY3" fmla="*/ 90 h 71471"/>
                <a:gd name="connsiteX4" fmla="*/ 197 w 201435"/>
                <a:gd name="connsiteY4" fmla="*/ 6199 h 71471"/>
                <a:gd name="connsiteX5" fmla="*/ 10496 w 201435"/>
                <a:gd name="connsiteY5" fmla="*/ 12307 h 71471"/>
                <a:gd name="connsiteX6" fmla="*/ 191334 w 201435"/>
                <a:gd name="connsiteY6" fmla="*/ 12307 h 71471"/>
                <a:gd name="connsiteX7" fmla="*/ 191637 w 201435"/>
                <a:gd name="connsiteY7" fmla="*/ 71562 h 71471"/>
                <a:gd name="connsiteX8" fmla="*/ 201633 w 201435"/>
                <a:gd name="connsiteY8" fmla="*/ 65453 h 71471"/>
                <a:gd name="connsiteX9" fmla="*/ 191334 w 201435"/>
                <a:gd name="connsiteY9" fmla="*/ 59344 h 71471"/>
                <a:gd name="connsiteX10" fmla="*/ 10496 w 201435"/>
                <a:gd name="connsiteY10" fmla="*/ 59344 h 71471"/>
                <a:gd name="connsiteX11" fmla="*/ 197 w 201435"/>
                <a:gd name="connsiteY11" fmla="*/ 65453 h 71471"/>
                <a:gd name="connsiteX12" fmla="*/ 10193 w 201435"/>
                <a:gd name="connsiteY12" fmla="*/ 71562 h 71471"/>
                <a:gd name="connsiteX13" fmla="*/ 191637 w 201435"/>
                <a:gd name="connsiteY13" fmla="*/ 71562 h 71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35" h="71471">
                  <a:moveTo>
                    <a:pt x="191334" y="12307"/>
                  </a:moveTo>
                  <a:cubicBezTo>
                    <a:pt x="195877" y="12307"/>
                    <a:pt x="201633" y="12307"/>
                    <a:pt x="201633" y="6199"/>
                  </a:cubicBezTo>
                  <a:cubicBezTo>
                    <a:pt x="201633" y="90"/>
                    <a:pt x="195877" y="90"/>
                    <a:pt x="191637" y="90"/>
                  </a:cubicBezTo>
                  <a:lnTo>
                    <a:pt x="10193" y="90"/>
                  </a:lnTo>
                  <a:cubicBezTo>
                    <a:pt x="5952" y="90"/>
                    <a:pt x="197" y="90"/>
                    <a:pt x="197" y="6199"/>
                  </a:cubicBezTo>
                  <a:cubicBezTo>
                    <a:pt x="197" y="12307"/>
                    <a:pt x="5952" y="12307"/>
                    <a:pt x="10496" y="12307"/>
                  </a:cubicBezTo>
                  <a:lnTo>
                    <a:pt x="191334" y="12307"/>
                  </a:lnTo>
                  <a:close/>
                  <a:moveTo>
                    <a:pt x="191637" y="71562"/>
                  </a:moveTo>
                  <a:cubicBezTo>
                    <a:pt x="195877" y="71562"/>
                    <a:pt x="201633" y="71562"/>
                    <a:pt x="201633" y="65453"/>
                  </a:cubicBezTo>
                  <a:cubicBezTo>
                    <a:pt x="201633" y="59344"/>
                    <a:pt x="195877" y="59344"/>
                    <a:pt x="191334" y="59344"/>
                  </a:cubicBezTo>
                  <a:lnTo>
                    <a:pt x="10496" y="59344"/>
                  </a:lnTo>
                  <a:cubicBezTo>
                    <a:pt x="5952" y="59344"/>
                    <a:pt x="197" y="59344"/>
                    <a:pt x="197" y="65453"/>
                  </a:cubicBezTo>
                  <a:cubicBezTo>
                    <a:pt x="197" y="71562"/>
                    <a:pt x="5952" y="71562"/>
                    <a:pt x="10193" y="71562"/>
                  </a:cubicBezTo>
                  <a:lnTo>
                    <a:pt x="191637" y="71562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8FB3F531-0E3B-21E6-E8A8-AE249BF02506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9963310" y="4276392"/>
              <a:ext cx="241813" cy="610810"/>
            </a:xfrm>
            <a:custGeom>
              <a:avLst/>
              <a:gdLst>
                <a:gd name="connsiteX0" fmla="*/ 13290 w 241813"/>
                <a:gd name="connsiteY0" fmla="*/ 598517 h 610810"/>
                <a:gd name="connsiteX1" fmla="*/ 26649 w 241813"/>
                <a:gd name="connsiteY1" fmla="*/ 585047 h 610810"/>
                <a:gd name="connsiteX2" fmla="*/ 13563 w 241813"/>
                <a:gd name="connsiteY2" fmla="*/ 571578 h 610810"/>
                <a:gd name="connsiteX3" fmla="*/ 205 w 241813"/>
                <a:gd name="connsiteY3" fmla="*/ 585322 h 610810"/>
                <a:gd name="connsiteX4" fmla="*/ 30466 w 241813"/>
                <a:gd name="connsiteY4" fmla="*/ 610887 h 610810"/>
                <a:gd name="connsiteX5" fmla="*/ 106799 w 241813"/>
                <a:gd name="connsiteY5" fmla="*/ 466844 h 610810"/>
                <a:gd name="connsiteX6" fmla="*/ 160233 w 241813"/>
                <a:gd name="connsiteY6" fmla="*/ 204047 h 610810"/>
                <a:gd name="connsiteX7" fmla="*/ 189675 w 241813"/>
                <a:gd name="connsiteY7" fmla="*/ 55055 h 610810"/>
                <a:gd name="connsiteX8" fmla="*/ 212848 w 241813"/>
                <a:gd name="connsiteY8" fmla="*/ 6124 h 610810"/>
                <a:gd name="connsiteX9" fmla="*/ 229205 w 241813"/>
                <a:gd name="connsiteY9" fmla="*/ 12447 h 610810"/>
                <a:gd name="connsiteX10" fmla="*/ 215574 w 241813"/>
                <a:gd name="connsiteY10" fmla="*/ 25917 h 610810"/>
                <a:gd name="connsiteX11" fmla="*/ 228660 w 241813"/>
                <a:gd name="connsiteY11" fmla="*/ 39386 h 610810"/>
                <a:gd name="connsiteX12" fmla="*/ 242018 w 241813"/>
                <a:gd name="connsiteY12" fmla="*/ 25642 h 610810"/>
                <a:gd name="connsiteX13" fmla="*/ 212303 w 241813"/>
                <a:gd name="connsiteY13" fmla="*/ 77 h 610810"/>
                <a:gd name="connsiteX14" fmla="*/ 161323 w 241813"/>
                <a:gd name="connsiteY14" fmla="*/ 86118 h 610810"/>
                <a:gd name="connsiteX15" fmla="*/ 93441 w 241813"/>
                <a:gd name="connsiteY15" fmla="*/ 406917 h 610810"/>
                <a:gd name="connsiteX16" fmla="*/ 69450 w 241813"/>
                <a:gd name="connsiteY16" fmla="*/ 533093 h 610810"/>
                <a:gd name="connsiteX17" fmla="*/ 29920 w 241813"/>
                <a:gd name="connsiteY17" fmla="*/ 604839 h 610810"/>
                <a:gd name="connsiteX18" fmla="*/ 13290 w 241813"/>
                <a:gd name="connsiteY18" fmla="*/ 598517 h 610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1813" h="610810">
                  <a:moveTo>
                    <a:pt x="13290" y="598517"/>
                  </a:moveTo>
                  <a:cubicBezTo>
                    <a:pt x="22014" y="597967"/>
                    <a:pt x="26649" y="591920"/>
                    <a:pt x="26649" y="585047"/>
                  </a:cubicBezTo>
                  <a:cubicBezTo>
                    <a:pt x="26649" y="575976"/>
                    <a:pt x="19833" y="571578"/>
                    <a:pt x="13563" y="571578"/>
                  </a:cubicBezTo>
                  <a:cubicBezTo>
                    <a:pt x="7020" y="571578"/>
                    <a:pt x="205" y="575701"/>
                    <a:pt x="205" y="585322"/>
                  </a:cubicBezTo>
                  <a:cubicBezTo>
                    <a:pt x="205" y="599342"/>
                    <a:pt x="13836" y="610887"/>
                    <a:pt x="30466" y="610887"/>
                  </a:cubicBezTo>
                  <a:cubicBezTo>
                    <a:pt x="71904" y="610887"/>
                    <a:pt x="87443" y="546562"/>
                    <a:pt x="106799" y="466844"/>
                  </a:cubicBezTo>
                  <a:cubicBezTo>
                    <a:pt x="127791" y="379978"/>
                    <a:pt x="145511" y="292287"/>
                    <a:pt x="160233" y="204047"/>
                  </a:cubicBezTo>
                  <a:cubicBezTo>
                    <a:pt x="170319" y="145495"/>
                    <a:pt x="180406" y="90516"/>
                    <a:pt x="189675" y="55055"/>
                  </a:cubicBezTo>
                  <a:cubicBezTo>
                    <a:pt x="192947" y="41585"/>
                    <a:pt x="202216" y="6124"/>
                    <a:pt x="212848" y="6124"/>
                  </a:cubicBezTo>
                  <a:cubicBezTo>
                    <a:pt x="221299" y="6124"/>
                    <a:pt x="228115" y="11347"/>
                    <a:pt x="229205" y="12447"/>
                  </a:cubicBezTo>
                  <a:cubicBezTo>
                    <a:pt x="220209" y="12997"/>
                    <a:pt x="215574" y="19044"/>
                    <a:pt x="215574" y="25917"/>
                  </a:cubicBezTo>
                  <a:cubicBezTo>
                    <a:pt x="215574" y="34988"/>
                    <a:pt x="222390" y="39386"/>
                    <a:pt x="228660" y="39386"/>
                  </a:cubicBezTo>
                  <a:cubicBezTo>
                    <a:pt x="235203" y="39386"/>
                    <a:pt x="242018" y="35263"/>
                    <a:pt x="242018" y="25642"/>
                  </a:cubicBezTo>
                  <a:cubicBezTo>
                    <a:pt x="242018" y="10798"/>
                    <a:pt x="227297" y="77"/>
                    <a:pt x="212303" y="77"/>
                  </a:cubicBezTo>
                  <a:cubicBezTo>
                    <a:pt x="191584" y="77"/>
                    <a:pt x="176317" y="30040"/>
                    <a:pt x="161323" y="86118"/>
                  </a:cubicBezTo>
                  <a:cubicBezTo>
                    <a:pt x="160505" y="89142"/>
                    <a:pt x="123429" y="227138"/>
                    <a:pt x="93441" y="406917"/>
                  </a:cubicBezTo>
                  <a:cubicBezTo>
                    <a:pt x="86353" y="448976"/>
                    <a:pt x="78447" y="494883"/>
                    <a:pt x="69450" y="533093"/>
                  </a:cubicBezTo>
                  <a:cubicBezTo>
                    <a:pt x="64543" y="553160"/>
                    <a:pt x="52002" y="604839"/>
                    <a:pt x="29920" y="604839"/>
                  </a:cubicBezTo>
                  <a:cubicBezTo>
                    <a:pt x="20106" y="604839"/>
                    <a:pt x="13563" y="598517"/>
                    <a:pt x="13290" y="59851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12DB5EC6-0F8B-5E6A-1632-0CB941A85345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10226232" y="4209590"/>
              <a:ext cx="100869" cy="156859"/>
            </a:xfrm>
            <a:custGeom>
              <a:avLst/>
              <a:gdLst>
                <a:gd name="connsiteX0" fmla="*/ 19716 w 100869"/>
                <a:gd name="connsiteY0" fmla="*/ 9121 h 156859"/>
                <a:gd name="connsiteX1" fmla="*/ 34286 w 100869"/>
                <a:gd name="connsiteY1" fmla="*/ 15224 h 156859"/>
                <a:gd name="connsiteX2" fmla="*/ 32269 w 100869"/>
                <a:gd name="connsiteY2" fmla="*/ 24943 h 156859"/>
                <a:gd name="connsiteX3" fmla="*/ 31148 w 100869"/>
                <a:gd name="connsiteY3" fmla="*/ 29237 h 156859"/>
                <a:gd name="connsiteX4" fmla="*/ 30699 w 100869"/>
                <a:gd name="connsiteY4" fmla="*/ 30819 h 156859"/>
                <a:gd name="connsiteX5" fmla="*/ 215 w 100869"/>
                <a:gd name="connsiteY5" fmla="*/ 144056 h 156859"/>
                <a:gd name="connsiteX6" fmla="*/ 215 w 100869"/>
                <a:gd name="connsiteY6" fmla="*/ 144960 h 156859"/>
                <a:gd name="connsiteX7" fmla="*/ 30027 w 100869"/>
                <a:gd name="connsiteY7" fmla="*/ 156940 h 156859"/>
                <a:gd name="connsiteX8" fmla="*/ 101084 w 100869"/>
                <a:gd name="connsiteY8" fmla="*/ 81900 h 156859"/>
                <a:gd name="connsiteX9" fmla="*/ 75082 w 100869"/>
                <a:gd name="connsiteY9" fmla="*/ 54778 h 156859"/>
                <a:gd name="connsiteX10" fmla="*/ 31820 w 100869"/>
                <a:gd name="connsiteY10" fmla="*/ 88907 h 156859"/>
                <a:gd name="connsiteX11" fmla="*/ 55132 w 100869"/>
                <a:gd name="connsiteY11" fmla="*/ 1210 h 156859"/>
                <a:gd name="connsiteX12" fmla="*/ 54011 w 100869"/>
                <a:gd name="connsiteY12" fmla="*/ 80 h 156859"/>
                <a:gd name="connsiteX13" fmla="*/ 19716 w 100869"/>
                <a:gd name="connsiteY13" fmla="*/ 5279 h 156859"/>
                <a:gd name="connsiteX14" fmla="*/ 19716 w 100869"/>
                <a:gd name="connsiteY14" fmla="*/ 9121 h 156859"/>
                <a:gd name="connsiteX15" fmla="*/ 66340 w 100869"/>
                <a:gd name="connsiteY15" fmla="*/ 65853 h 156859"/>
                <a:gd name="connsiteX16" fmla="*/ 82031 w 100869"/>
                <a:gd name="connsiteY16" fmla="*/ 85291 h 156859"/>
                <a:gd name="connsiteX17" fmla="*/ 57374 w 100869"/>
                <a:gd name="connsiteY17" fmla="*/ 138406 h 156859"/>
                <a:gd name="connsiteX18" fmla="*/ 29803 w 100869"/>
                <a:gd name="connsiteY18" fmla="*/ 151741 h 156859"/>
                <a:gd name="connsiteX19" fmla="*/ 19492 w 100869"/>
                <a:gd name="connsiteY19" fmla="*/ 144056 h 156859"/>
                <a:gd name="connsiteX20" fmla="*/ 35631 w 100869"/>
                <a:gd name="connsiteY20" fmla="*/ 91845 h 156859"/>
                <a:gd name="connsiteX21" fmla="*/ 66340 w 100869"/>
                <a:gd name="connsiteY21" fmla="*/ 65853 h 15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0869" h="156859">
                  <a:moveTo>
                    <a:pt x="19716" y="9121"/>
                  </a:moveTo>
                  <a:cubicBezTo>
                    <a:pt x="32941" y="9573"/>
                    <a:pt x="34286" y="10251"/>
                    <a:pt x="34286" y="15224"/>
                  </a:cubicBezTo>
                  <a:cubicBezTo>
                    <a:pt x="34286" y="17258"/>
                    <a:pt x="33613" y="19970"/>
                    <a:pt x="32269" y="24943"/>
                  </a:cubicBezTo>
                  <a:cubicBezTo>
                    <a:pt x="31820" y="26525"/>
                    <a:pt x="31372" y="28107"/>
                    <a:pt x="31148" y="29237"/>
                  </a:cubicBezTo>
                  <a:lnTo>
                    <a:pt x="30699" y="30819"/>
                  </a:lnTo>
                  <a:lnTo>
                    <a:pt x="215" y="144056"/>
                  </a:lnTo>
                  <a:lnTo>
                    <a:pt x="215" y="144960"/>
                  </a:lnTo>
                  <a:cubicBezTo>
                    <a:pt x="215" y="150159"/>
                    <a:pt x="17474" y="156940"/>
                    <a:pt x="30027" y="156940"/>
                  </a:cubicBezTo>
                  <a:cubicBezTo>
                    <a:pt x="63874" y="156940"/>
                    <a:pt x="101084" y="117386"/>
                    <a:pt x="101084" y="81900"/>
                  </a:cubicBezTo>
                  <a:cubicBezTo>
                    <a:pt x="101084" y="66079"/>
                    <a:pt x="90100" y="54778"/>
                    <a:pt x="75082" y="54778"/>
                  </a:cubicBezTo>
                  <a:cubicBezTo>
                    <a:pt x="59391" y="54778"/>
                    <a:pt x="47735" y="64044"/>
                    <a:pt x="31820" y="88907"/>
                  </a:cubicBezTo>
                  <a:cubicBezTo>
                    <a:pt x="43476" y="45963"/>
                    <a:pt x="45045" y="39860"/>
                    <a:pt x="55132" y="1210"/>
                  </a:cubicBezTo>
                  <a:lnTo>
                    <a:pt x="54011" y="80"/>
                  </a:lnTo>
                  <a:cubicBezTo>
                    <a:pt x="42804" y="2114"/>
                    <a:pt x="34734" y="3471"/>
                    <a:pt x="19716" y="5279"/>
                  </a:cubicBezTo>
                  <a:lnTo>
                    <a:pt x="19716" y="9121"/>
                  </a:lnTo>
                  <a:close/>
                  <a:moveTo>
                    <a:pt x="66340" y="65853"/>
                  </a:moveTo>
                  <a:cubicBezTo>
                    <a:pt x="75979" y="65853"/>
                    <a:pt x="82031" y="73311"/>
                    <a:pt x="82031" y="85291"/>
                  </a:cubicBezTo>
                  <a:cubicBezTo>
                    <a:pt x="82031" y="100208"/>
                    <a:pt x="70599" y="124392"/>
                    <a:pt x="57374" y="138406"/>
                  </a:cubicBezTo>
                  <a:cubicBezTo>
                    <a:pt x="49080" y="146995"/>
                    <a:pt x="39441" y="151741"/>
                    <a:pt x="29803" y="151741"/>
                  </a:cubicBezTo>
                  <a:cubicBezTo>
                    <a:pt x="22854" y="151741"/>
                    <a:pt x="19492" y="149255"/>
                    <a:pt x="19492" y="144056"/>
                  </a:cubicBezTo>
                  <a:cubicBezTo>
                    <a:pt x="19492" y="130495"/>
                    <a:pt x="26216" y="108571"/>
                    <a:pt x="35631" y="91845"/>
                  </a:cubicBezTo>
                  <a:cubicBezTo>
                    <a:pt x="45494" y="74442"/>
                    <a:pt x="55581" y="65853"/>
                    <a:pt x="66340" y="65853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8ADE0DDA-97E5-DF79-07B2-1A1E03FF883F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10103572" y="4800914"/>
              <a:ext cx="102886" cy="102162"/>
            </a:xfrm>
            <a:custGeom>
              <a:avLst/>
              <a:gdLst>
                <a:gd name="connsiteX0" fmla="*/ 100407 w 102886"/>
                <a:gd name="connsiteY0" fmla="*/ 74911 h 102162"/>
                <a:gd name="connsiteX1" fmla="*/ 94131 w 102886"/>
                <a:gd name="connsiteY1" fmla="*/ 81240 h 102162"/>
                <a:gd name="connsiteX2" fmla="*/ 82475 w 102886"/>
                <a:gd name="connsiteY2" fmla="*/ 90507 h 102162"/>
                <a:gd name="connsiteX3" fmla="*/ 79337 w 102886"/>
                <a:gd name="connsiteY3" fmla="*/ 87568 h 102162"/>
                <a:gd name="connsiteX4" fmla="*/ 99287 w 102886"/>
                <a:gd name="connsiteY4" fmla="*/ 5522 h 102162"/>
                <a:gd name="connsiteX5" fmla="*/ 100631 w 102886"/>
                <a:gd name="connsiteY5" fmla="*/ 776 h 102162"/>
                <a:gd name="connsiteX6" fmla="*/ 99062 w 102886"/>
                <a:gd name="connsiteY6" fmla="*/ 98 h 102162"/>
                <a:gd name="connsiteX7" fmla="*/ 85389 w 102886"/>
                <a:gd name="connsiteY7" fmla="*/ 1680 h 102162"/>
                <a:gd name="connsiteX8" fmla="*/ 84717 w 102886"/>
                <a:gd name="connsiteY8" fmla="*/ 2358 h 102162"/>
                <a:gd name="connsiteX9" fmla="*/ 82251 w 102886"/>
                <a:gd name="connsiteY9" fmla="*/ 13207 h 102162"/>
                <a:gd name="connsiteX10" fmla="*/ 64319 w 102886"/>
                <a:gd name="connsiteY10" fmla="*/ 98 h 102162"/>
                <a:gd name="connsiteX11" fmla="*/ 211 w 102886"/>
                <a:gd name="connsiteY11" fmla="*/ 77171 h 102162"/>
                <a:gd name="connsiteX12" fmla="*/ 23074 w 102886"/>
                <a:gd name="connsiteY12" fmla="*/ 102260 h 102162"/>
                <a:gd name="connsiteX13" fmla="*/ 68129 w 102886"/>
                <a:gd name="connsiteY13" fmla="*/ 66774 h 102162"/>
                <a:gd name="connsiteX14" fmla="*/ 62974 w 102886"/>
                <a:gd name="connsiteY14" fmla="*/ 92767 h 102162"/>
                <a:gd name="connsiteX15" fmla="*/ 71940 w 102886"/>
                <a:gd name="connsiteY15" fmla="*/ 102034 h 102162"/>
                <a:gd name="connsiteX16" fmla="*/ 103097 w 102886"/>
                <a:gd name="connsiteY16" fmla="*/ 77171 h 102162"/>
                <a:gd name="connsiteX17" fmla="*/ 100407 w 102886"/>
                <a:gd name="connsiteY17" fmla="*/ 74911 h 102162"/>
                <a:gd name="connsiteX18" fmla="*/ 65663 w 102886"/>
                <a:gd name="connsiteY18" fmla="*/ 5070 h 102162"/>
                <a:gd name="connsiteX19" fmla="*/ 78216 w 102886"/>
                <a:gd name="connsiteY19" fmla="*/ 18858 h 102162"/>
                <a:gd name="connsiteX20" fmla="*/ 51542 w 102886"/>
                <a:gd name="connsiteY20" fmla="*/ 81240 h 102162"/>
                <a:gd name="connsiteX21" fmla="*/ 32040 w 102886"/>
                <a:gd name="connsiteY21" fmla="*/ 91185 h 102162"/>
                <a:gd name="connsiteX22" fmla="*/ 19039 w 102886"/>
                <a:gd name="connsiteY22" fmla="*/ 74233 h 102162"/>
                <a:gd name="connsiteX23" fmla="*/ 37196 w 102886"/>
                <a:gd name="connsiteY23" fmla="*/ 24734 h 102162"/>
                <a:gd name="connsiteX24" fmla="*/ 65663 w 102886"/>
                <a:gd name="connsiteY24" fmla="*/ 5070 h 1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886" h="102162">
                  <a:moveTo>
                    <a:pt x="100407" y="74911"/>
                  </a:moveTo>
                  <a:cubicBezTo>
                    <a:pt x="97045" y="78302"/>
                    <a:pt x="95700" y="79432"/>
                    <a:pt x="94131" y="81240"/>
                  </a:cubicBezTo>
                  <a:cubicBezTo>
                    <a:pt x="87406" y="88246"/>
                    <a:pt x="84492" y="90507"/>
                    <a:pt x="82475" y="90507"/>
                  </a:cubicBezTo>
                  <a:cubicBezTo>
                    <a:pt x="80682" y="90507"/>
                    <a:pt x="79337" y="89151"/>
                    <a:pt x="79337" y="87568"/>
                  </a:cubicBezTo>
                  <a:cubicBezTo>
                    <a:pt x="79337" y="83048"/>
                    <a:pt x="88751" y="44398"/>
                    <a:pt x="99287" y="5522"/>
                  </a:cubicBezTo>
                  <a:cubicBezTo>
                    <a:pt x="99959" y="3262"/>
                    <a:pt x="100183" y="2810"/>
                    <a:pt x="100631" y="776"/>
                  </a:cubicBezTo>
                  <a:lnTo>
                    <a:pt x="99062" y="98"/>
                  </a:lnTo>
                  <a:lnTo>
                    <a:pt x="85389" y="1680"/>
                  </a:lnTo>
                  <a:lnTo>
                    <a:pt x="84717" y="2358"/>
                  </a:lnTo>
                  <a:lnTo>
                    <a:pt x="82251" y="13207"/>
                  </a:lnTo>
                  <a:cubicBezTo>
                    <a:pt x="80458" y="4844"/>
                    <a:pt x="73957" y="98"/>
                    <a:pt x="64319" y="98"/>
                  </a:cubicBezTo>
                  <a:cubicBezTo>
                    <a:pt x="34730" y="98"/>
                    <a:pt x="211" y="41460"/>
                    <a:pt x="211" y="77171"/>
                  </a:cubicBezTo>
                  <a:cubicBezTo>
                    <a:pt x="211" y="92993"/>
                    <a:pt x="8728" y="102260"/>
                    <a:pt x="23074" y="102260"/>
                  </a:cubicBezTo>
                  <a:cubicBezTo>
                    <a:pt x="38765" y="102260"/>
                    <a:pt x="48404" y="94801"/>
                    <a:pt x="68129" y="66774"/>
                  </a:cubicBezTo>
                  <a:cubicBezTo>
                    <a:pt x="63646" y="84404"/>
                    <a:pt x="62974" y="87342"/>
                    <a:pt x="62974" y="92767"/>
                  </a:cubicBezTo>
                  <a:cubicBezTo>
                    <a:pt x="62974" y="99322"/>
                    <a:pt x="65663" y="102034"/>
                    <a:pt x="71940" y="102034"/>
                  </a:cubicBezTo>
                  <a:cubicBezTo>
                    <a:pt x="80906" y="102034"/>
                    <a:pt x="86510" y="97739"/>
                    <a:pt x="103097" y="77171"/>
                  </a:cubicBezTo>
                  <a:lnTo>
                    <a:pt x="100407" y="74911"/>
                  </a:lnTo>
                  <a:close/>
                  <a:moveTo>
                    <a:pt x="65663" y="5070"/>
                  </a:moveTo>
                  <a:cubicBezTo>
                    <a:pt x="73285" y="5522"/>
                    <a:pt x="78216" y="10947"/>
                    <a:pt x="78216" y="18858"/>
                  </a:cubicBezTo>
                  <a:cubicBezTo>
                    <a:pt x="78216" y="37844"/>
                    <a:pt x="67008" y="64514"/>
                    <a:pt x="51542" y="81240"/>
                  </a:cubicBezTo>
                  <a:cubicBezTo>
                    <a:pt x="46162" y="87342"/>
                    <a:pt x="38541" y="91185"/>
                    <a:pt x="32040" y="91185"/>
                  </a:cubicBezTo>
                  <a:cubicBezTo>
                    <a:pt x="24195" y="91185"/>
                    <a:pt x="19039" y="84630"/>
                    <a:pt x="19039" y="74233"/>
                  </a:cubicBezTo>
                  <a:cubicBezTo>
                    <a:pt x="19039" y="62028"/>
                    <a:pt x="27557" y="38748"/>
                    <a:pt x="37196" y="24734"/>
                  </a:cubicBezTo>
                  <a:cubicBezTo>
                    <a:pt x="46162" y="11625"/>
                    <a:pt x="56697" y="4392"/>
                    <a:pt x="65663" y="5070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244A2DA9-EE67-9FDB-A5BA-019CB7DF2862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10383637" y="4452379"/>
              <a:ext cx="172962" cy="270310"/>
            </a:xfrm>
            <a:custGeom>
              <a:avLst/>
              <a:gdLst>
                <a:gd name="connsiteX0" fmla="*/ 55351 w 172962"/>
                <a:gd name="connsiteY0" fmla="*/ 86222 h 270310"/>
                <a:gd name="connsiteX1" fmla="*/ 82613 w 172962"/>
                <a:gd name="connsiteY1" fmla="*/ 86222 h 270310"/>
                <a:gd name="connsiteX2" fmla="*/ 55957 w 172962"/>
                <a:gd name="connsiteY2" fmla="*/ 214505 h 270310"/>
                <a:gd name="connsiteX3" fmla="*/ 26575 w 172962"/>
                <a:gd name="connsiteY3" fmla="*/ 263986 h 270310"/>
                <a:gd name="connsiteX4" fmla="*/ 20517 w 172962"/>
                <a:gd name="connsiteY4" fmla="*/ 259099 h 270310"/>
                <a:gd name="connsiteX5" fmla="*/ 21728 w 172962"/>
                <a:gd name="connsiteY5" fmla="*/ 255739 h 270310"/>
                <a:gd name="connsiteX6" fmla="*/ 23243 w 172962"/>
                <a:gd name="connsiteY6" fmla="*/ 250852 h 270310"/>
                <a:gd name="connsiteX7" fmla="*/ 11429 w 172962"/>
                <a:gd name="connsiteY7" fmla="*/ 239246 h 270310"/>
                <a:gd name="connsiteX8" fmla="*/ 222 w 172962"/>
                <a:gd name="connsiteY8" fmla="*/ 251768 h 270310"/>
                <a:gd name="connsiteX9" fmla="*/ 24151 w 172962"/>
                <a:gd name="connsiteY9" fmla="*/ 270400 h 270310"/>
                <a:gd name="connsiteX10" fmla="*/ 84734 w 172962"/>
                <a:gd name="connsiteY10" fmla="*/ 183962 h 270310"/>
                <a:gd name="connsiteX11" fmla="*/ 106543 w 172962"/>
                <a:gd name="connsiteY11" fmla="*/ 86222 h 270310"/>
                <a:gd name="connsiteX12" fmla="*/ 139561 w 172962"/>
                <a:gd name="connsiteY12" fmla="*/ 86222 h 270310"/>
                <a:gd name="connsiteX13" fmla="*/ 141378 w 172962"/>
                <a:gd name="connsiteY13" fmla="*/ 76448 h 270310"/>
                <a:gd name="connsiteX14" fmla="*/ 108664 w 172962"/>
                <a:gd name="connsiteY14" fmla="*/ 76448 h 270310"/>
                <a:gd name="connsiteX15" fmla="*/ 145619 w 172962"/>
                <a:gd name="connsiteY15" fmla="*/ 6809 h 270310"/>
                <a:gd name="connsiteX16" fmla="*/ 152283 w 172962"/>
                <a:gd name="connsiteY16" fmla="*/ 10474 h 270310"/>
                <a:gd name="connsiteX17" fmla="*/ 151071 w 172962"/>
                <a:gd name="connsiteY17" fmla="*/ 13529 h 270310"/>
                <a:gd name="connsiteX18" fmla="*/ 149254 w 172962"/>
                <a:gd name="connsiteY18" fmla="*/ 19943 h 270310"/>
                <a:gd name="connsiteX19" fmla="*/ 160461 w 172962"/>
                <a:gd name="connsiteY19" fmla="*/ 32160 h 270310"/>
                <a:gd name="connsiteX20" fmla="*/ 173184 w 172962"/>
                <a:gd name="connsiteY20" fmla="*/ 19943 h 270310"/>
                <a:gd name="connsiteX21" fmla="*/ 147133 w 172962"/>
                <a:gd name="connsiteY21" fmla="*/ 89 h 270310"/>
                <a:gd name="connsiteX22" fmla="*/ 109572 w 172962"/>
                <a:gd name="connsiteY22" fmla="*/ 21164 h 270310"/>
                <a:gd name="connsiteX23" fmla="*/ 85340 w 172962"/>
                <a:gd name="connsiteY23" fmla="*/ 76448 h 270310"/>
                <a:gd name="connsiteX24" fmla="*/ 57472 w 172962"/>
                <a:gd name="connsiteY24" fmla="*/ 76448 h 270310"/>
                <a:gd name="connsiteX25" fmla="*/ 55351 w 172962"/>
                <a:gd name="connsiteY25" fmla="*/ 86222 h 270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962" h="270310">
                  <a:moveTo>
                    <a:pt x="55351" y="86222"/>
                  </a:moveTo>
                  <a:lnTo>
                    <a:pt x="82613" y="86222"/>
                  </a:lnTo>
                  <a:lnTo>
                    <a:pt x="55957" y="214505"/>
                  </a:lnTo>
                  <a:cubicBezTo>
                    <a:pt x="49293" y="247187"/>
                    <a:pt x="39297" y="263986"/>
                    <a:pt x="26575" y="263986"/>
                  </a:cubicBezTo>
                  <a:cubicBezTo>
                    <a:pt x="22940" y="263986"/>
                    <a:pt x="20517" y="261848"/>
                    <a:pt x="20517" y="259099"/>
                  </a:cubicBezTo>
                  <a:cubicBezTo>
                    <a:pt x="20517" y="258183"/>
                    <a:pt x="20819" y="257266"/>
                    <a:pt x="21728" y="255739"/>
                  </a:cubicBezTo>
                  <a:cubicBezTo>
                    <a:pt x="22940" y="253907"/>
                    <a:pt x="23243" y="252685"/>
                    <a:pt x="23243" y="250852"/>
                  </a:cubicBezTo>
                  <a:cubicBezTo>
                    <a:pt x="23243" y="244438"/>
                    <a:pt x="17790" y="239246"/>
                    <a:pt x="11429" y="239246"/>
                  </a:cubicBezTo>
                  <a:cubicBezTo>
                    <a:pt x="5068" y="239246"/>
                    <a:pt x="222" y="244743"/>
                    <a:pt x="222" y="251768"/>
                  </a:cubicBezTo>
                  <a:cubicBezTo>
                    <a:pt x="222" y="262153"/>
                    <a:pt x="10823" y="270400"/>
                    <a:pt x="24151" y="270400"/>
                  </a:cubicBezTo>
                  <a:cubicBezTo>
                    <a:pt x="51111" y="270400"/>
                    <a:pt x="72314" y="240162"/>
                    <a:pt x="84734" y="183962"/>
                  </a:cubicBezTo>
                  <a:lnTo>
                    <a:pt x="106543" y="86222"/>
                  </a:lnTo>
                  <a:lnTo>
                    <a:pt x="139561" y="86222"/>
                  </a:lnTo>
                  <a:lnTo>
                    <a:pt x="141378" y="76448"/>
                  </a:lnTo>
                  <a:lnTo>
                    <a:pt x="108664" y="76448"/>
                  </a:lnTo>
                  <a:cubicBezTo>
                    <a:pt x="117448" y="28495"/>
                    <a:pt x="128656" y="6809"/>
                    <a:pt x="145619" y="6809"/>
                  </a:cubicBezTo>
                  <a:cubicBezTo>
                    <a:pt x="149557" y="6809"/>
                    <a:pt x="152283" y="8336"/>
                    <a:pt x="152283" y="10474"/>
                  </a:cubicBezTo>
                  <a:cubicBezTo>
                    <a:pt x="152283" y="11391"/>
                    <a:pt x="151980" y="12001"/>
                    <a:pt x="151071" y="13529"/>
                  </a:cubicBezTo>
                  <a:cubicBezTo>
                    <a:pt x="149860" y="16277"/>
                    <a:pt x="149254" y="17805"/>
                    <a:pt x="149254" y="19943"/>
                  </a:cubicBezTo>
                  <a:cubicBezTo>
                    <a:pt x="149254" y="27273"/>
                    <a:pt x="153797" y="32160"/>
                    <a:pt x="160461" y="32160"/>
                  </a:cubicBezTo>
                  <a:cubicBezTo>
                    <a:pt x="167428" y="32160"/>
                    <a:pt x="173184" y="26662"/>
                    <a:pt x="173184" y="19943"/>
                  </a:cubicBezTo>
                  <a:cubicBezTo>
                    <a:pt x="173184" y="8642"/>
                    <a:pt x="161976" y="89"/>
                    <a:pt x="147133" y="89"/>
                  </a:cubicBezTo>
                  <a:cubicBezTo>
                    <a:pt x="132291" y="89"/>
                    <a:pt x="120477" y="6809"/>
                    <a:pt x="109572" y="21164"/>
                  </a:cubicBezTo>
                  <a:cubicBezTo>
                    <a:pt x="100485" y="33076"/>
                    <a:pt x="94427" y="47126"/>
                    <a:pt x="85340" y="76448"/>
                  </a:cubicBezTo>
                  <a:lnTo>
                    <a:pt x="57472" y="76448"/>
                  </a:lnTo>
                  <a:lnTo>
                    <a:pt x="55351" y="86222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AF6B823A-A3C2-C307-703B-2B21BF33EFF1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10527013" y="4552986"/>
              <a:ext cx="99748" cy="152791"/>
            </a:xfrm>
            <a:custGeom>
              <a:avLst/>
              <a:gdLst>
                <a:gd name="connsiteX0" fmla="*/ 99972 w 99748"/>
                <a:gd name="connsiteY0" fmla="*/ 121918 h 152791"/>
                <a:gd name="connsiteX1" fmla="*/ 97058 w 99748"/>
                <a:gd name="connsiteY1" fmla="*/ 120788 h 152791"/>
                <a:gd name="connsiteX2" fmla="*/ 75764 w 99748"/>
                <a:gd name="connsiteY2" fmla="*/ 135705 h 152791"/>
                <a:gd name="connsiteX3" fmla="*/ 22191 w 99748"/>
                <a:gd name="connsiteY3" fmla="*/ 135705 h 152791"/>
                <a:gd name="connsiteX4" fmla="*/ 59849 w 99748"/>
                <a:gd name="connsiteY4" fmla="*/ 95925 h 152791"/>
                <a:gd name="connsiteX5" fmla="*/ 88541 w 99748"/>
                <a:gd name="connsiteY5" fmla="*/ 40098 h 152791"/>
                <a:gd name="connsiteX6" fmla="*/ 47072 w 99748"/>
                <a:gd name="connsiteY6" fmla="*/ 92 h 152791"/>
                <a:gd name="connsiteX7" fmla="*/ 14794 w 99748"/>
                <a:gd name="connsiteY7" fmla="*/ 14105 h 152791"/>
                <a:gd name="connsiteX8" fmla="*/ 448 w 99748"/>
                <a:gd name="connsiteY8" fmla="*/ 45070 h 152791"/>
                <a:gd name="connsiteX9" fmla="*/ 5155 w 99748"/>
                <a:gd name="connsiteY9" fmla="*/ 46200 h 152791"/>
                <a:gd name="connsiteX10" fmla="*/ 37658 w 99748"/>
                <a:gd name="connsiteY10" fmla="*/ 16817 h 152791"/>
                <a:gd name="connsiteX11" fmla="*/ 69263 w 99748"/>
                <a:gd name="connsiteY11" fmla="*/ 48687 h 152791"/>
                <a:gd name="connsiteX12" fmla="*/ 40123 w 99748"/>
                <a:gd name="connsiteY12" fmla="*/ 107452 h 152791"/>
                <a:gd name="connsiteX13" fmla="*/ 224 w 99748"/>
                <a:gd name="connsiteY13" fmla="*/ 150171 h 152791"/>
                <a:gd name="connsiteX14" fmla="*/ 224 w 99748"/>
                <a:gd name="connsiteY14" fmla="*/ 152883 h 152791"/>
                <a:gd name="connsiteX15" fmla="*/ 87644 w 99748"/>
                <a:gd name="connsiteY15" fmla="*/ 152883 h 152791"/>
                <a:gd name="connsiteX16" fmla="*/ 99972 w 99748"/>
                <a:gd name="connsiteY16" fmla="*/ 121918 h 15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748" h="152791">
                  <a:moveTo>
                    <a:pt x="99972" y="121918"/>
                  </a:moveTo>
                  <a:lnTo>
                    <a:pt x="97058" y="120788"/>
                  </a:lnTo>
                  <a:cubicBezTo>
                    <a:pt x="88765" y="133671"/>
                    <a:pt x="85851" y="135705"/>
                    <a:pt x="75764" y="135705"/>
                  </a:cubicBezTo>
                  <a:lnTo>
                    <a:pt x="22191" y="135705"/>
                  </a:lnTo>
                  <a:lnTo>
                    <a:pt x="59849" y="95925"/>
                  </a:lnTo>
                  <a:cubicBezTo>
                    <a:pt x="79799" y="74905"/>
                    <a:pt x="88541" y="57727"/>
                    <a:pt x="88541" y="40098"/>
                  </a:cubicBezTo>
                  <a:cubicBezTo>
                    <a:pt x="88541" y="17496"/>
                    <a:pt x="70384" y="92"/>
                    <a:pt x="47072" y="92"/>
                  </a:cubicBezTo>
                  <a:cubicBezTo>
                    <a:pt x="34744" y="92"/>
                    <a:pt x="23088" y="5064"/>
                    <a:pt x="14794" y="14105"/>
                  </a:cubicBezTo>
                  <a:cubicBezTo>
                    <a:pt x="7621" y="21790"/>
                    <a:pt x="4259" y="29023"/>
                    <a:pt x="448" y="45070"/>
                  </a:cubicBezTo>
                  <a:lnTo>
                    <a:pt x="5155" y="46200"/>
                  </a:lnTo>
                  <a:cubicBezTo>
                    <a:pt x="14122" y="24050"/>
                    <a:pt x="22191" y="16817"/>
                    <a:pt x="37658" y="16817"/>
                  </a:cubicBezTo>
                  <a:cubicBezTo>
                    <a:pt x="56487" y="16817"/>
                    <a:pt x="69263" y="29701"/>
                    <a:pt x="69263" y="48687"/>
                  </a:cubicBezTo>
                  <a:cubicBezTo>
                    <a:pt x="69263" y="66316"/>
                    <a:pt x="58952" y="87336"/>
                    <a:pt x="40123" y="107452"/>
                  </a:cubicBezTo>
                  <a:lnTo>
                    <a:pt x="224" y="150171"/>
                  </a:lnTo>
                  <a:lnTo>
                    <a:pt x="224" y="152883"/>
                  </a:lnTo>
                  <a:lnTo>
                    <a:pt x="87644" y="152883"/>
                  </a:lnTo>
                  <a:lnTo>
                    <a:pt x="99972" y="121918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C456B03A-EE38-BFD6-04D3-C088107DF949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10677976" y="4430388"/>
              <a:ext cx="70275" cy="305435"/>
            </a:xfrm>
            <a:custGeom>
              <a:avLst/>
              <a:gdLst>
                <a:gd name="connsiteX0" fmla="*/ 70504 w 70275"/>
                <a:gd name="connsiteY0" fmla="*/ 302471 h 305435"/>
                <a:gd name="connsiteX1" fmla="*/ 65355 w 70275"/>
                <a:gd name="connsiteY1" fmla="*/ 295751 h 305435"/>
                <a:gd name="connsiteX2" fmla="*/ 17798 w 70275"/>
                <a:gd name="connsiteY2" fmla="*/ 152807 h 305435"/>
                <a:gd name="connsiteX3" fmla="*/ 66567 w 70275"/>
                <a:gd name="connsiteY3" fmla="*/ 8336 h 305435"/>
                <a:gd name="connsiteX4" fmla="*/ 70504 w 70275"/>
                <a:gd name="connsiteY4" fmla="*/ 3144 h 305435"/>
                <a:gd name="connsiteX5" fmla="*/ 67475 w 70275"/>
                <a:gd name="connsiteY5" fmla="*/ 89 h 305435"/>
                <a:gd name="connsiteX6" fmla="*/ 19312 w 70275"/>
                <a:gd name="connsiteY6" fmla="*/ 59649 h 305435"/>
                <a:gd name="connsiteX7" fmla="*/ 229 w 70275"/>
                <a:gd name="connsiteY7" fmla="*/ 152807 h 305435"/>
                <a:gd name="connsiteX8" fmla="*/ 20221 w 70275"/>
                <a:gd name="connsiteY8" fmla="*/ 248103 h 305435"/>
                <a:gd name="connsiteX9" fmla="*/ 67475 w 70275"/>
                <a:gd name="connsiteY9" fmla="*/ 305525 h 305435"/>
                <a:gd name="connsiteX10" fmla="*/ 70504 w 70275"/>
                <a:gd name="connsiteY10" fmla="*/ 302471 h 30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75" h="305435">
                  <a:moveTo>
                    <a:pt x="70504" y="302471"/>
                  </a:moveTo>
                  <a:cubicBezTo>
                    <a:pt x="70504" y="301554"/>
                    <a:pt x="70504" y="300944"/>
                    <a:pt x="65355" y="295751"/>
                  </a:cubicBezTo>
                  <a:cubicBezTo>
                    <a:pt x="27491" y="257266"/>
                    <a:pt x="17798" y="199539"/>
                    <a:pt x="17798" y="152807"/>
                  </a:cubicBezTo>
                  <a:cubicBezTo>
                    <a:pt x="17798" y="99661"/>
                    <a:pt x="29308" y="46516"/>
                    <a:pt x="66567" y="8336"/>
                  </a:cubicBezTo>
                  <a:cubicBezTo>
                    <a:pt x="70504" y="4671"/>
                    <a:pt x="70504" y="4060"/>
                    <a:pt x="70504" y="3144"/>
                  </a:cubicBezTo>
                  <a:cubicBezTo>
                    <a:pt x="70504" y="1006"/>
                    <a:pt x="69293" y="89"/>
                    <a:pt x="67475" y="89"/>
                  </a:cubicBezTo>
                  <a:cubicBezTo>
                    <a:pt x="64446" y="89"/>
                    <a:pt x="37184" y="20859"/>
                    <a:pt x="19312" y="59649"/>
                  </a:cubicBezTo>
                  <a:cubicBezTo>
                    <a:pt x="3864" y="93247"/>
                    <a:pt x="229" y="127151"/>
                    <a:pt x="229" y="152807"/>
                  </a:cubicBezTo>
                  <a:cubicBezTo>
                    <a:pt x="229" y="176631"/>
                    <a:pt x="3561" y="213589"/>
                    <a:pt x="20221" y="248103"/>
                  </a:cubicBezTo>
                  <a:cubicBezTo>
                    <a:pt x="38396" y="285672"/>
                    <a:pt x="64446" y="305525"/>
                    <a:pt x="67475" y="305525"/>
                  </a:cubicBezTo>
                  <a:cubicBezTo>
                    <a:pt x="69293" y="305525"/>
                    <a:pt x="70504" y="304609"/>
                    <a:pt x="70504" y="302471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D2F9AE99-AE5E-6FC6-ACA7-261C93A7FD06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10757775" y="4524767"/>
              <a:ext cx="143579" cy="138056"/>
            </a:xfrm>
            <a:custGeom>
              <a:avLst/>
              <a:gdLst>
                <a:gd name="connsiteX0" fmla="*/ 130182 w 143579"/>
                <a:gd name="connsiteY0" fmla="*/ 100883 h 138056"/>
                <a:gd name="connsiteX1" fmla="*/ 123518 w 143579"/>
                <a:gd name="connsiteY1" fmla="*/ 109130 h 138056"/>
                <a:gd name="connsiteX2" fmla="*/ 109584 w 143579"/>
                <a:gd name="connsiteY2" fmla="*/ 121347 h 138056"/>
                <a:gd name="connsiteX3" fmla="*/ 100193 w 143579"/>
                <a:gd name="connsiteY3" fmla="*/ 108825 h 138056"/>
                <a:gd name="connsiteX4" fmla="*/ 98982 w 143579"/>
                <a:gd name="connsiteY4" fmla="*/ 103632 h 138056"/>
                <a:gd name="connsiteX5" fmla="*/ 88077 w 143579"/>
                <a:gd name="connsiteY5" fmla="*/ 54152 h 138056"/>
                <a:gd name="connsiteX6" fmla="*/ 117762 w 143579"/>
                <a:gd name="connsiteY6" fmla="*/ 17194 h 138056"/>
                <a:gd name="connsiteX7" fmla="*/ 125032 w 143579"/>
                <a:gd name="connsiteY7" fmla="*/ 19637 h 138056"/>
                <a:gd name="connsiteX8" fmla="*/ 133211 w 143579"/>
                <a:gd name="connsiteY8" fmla="*/ 22386 h 138056"/>
                <a:gd name="connsiteX9" fmla="*/ 143813 w 143579"/>
                <a:gd name="connsiteY9" fmla="*/ 11391 h 138056"/>
                <a:gd name="connsiteX10" fmla="*/ 131393 w 143579"/>
                <a:gd name="connsiteY10" fmla="*/ 89 h 138056"/>
                <a:gd name="connsiteX11" fmla="*/ 85654 w 143579"/>
                <a:gd name="connsiteY11" fmla="*/ 43767 h 138056"/>
                <a:gd name="connsiteX12" fmla="*/ 82322 w 143579"/>
                <a:gd name="connsiteY12" fmla="*/ 26968 h 138056"/>
                <a:gd name="connsiteX13" fmla="*/ 66570 w 143579"/>
                <a:gd name="connsiteY13" fmla="*/ 89 h 138056"/>
                <a:gd name="connsiteX14" fmla="*/ 31130 w 143579"/>
                <a:gd name="connsiteY14" fmla="*/ 8947 h 138056"/>
                <a:gd name="connsiteX15" fmla="*/ 27798 w 143579"/>
                <a:gd name="connsiteY15" fmla="*/ 10169 h 138056"/>
                <a:gd name="connsiteX16" fmla="*/ 29009 w 143579"/>
                <a:gd name="connsiteY16" fmla="*/ 14750 h 138056"/>
                <a:gd name="connsiteX17" fmla="*/ 45972 w 143579"/>
                <a:gd name="connsiteY17" fmla="*/ 11391 h 138056"/>
                <a:gd name="connsiteX18" fmla="*/ 59603 w 143579"/>
                <a:gd name="connsiteY18" fmla="*/ 32466 h 138056"/>
                <a:gd name="connsiteX19" fmla="*/ 68388 w 143579"/>
                <a:gd name="connsiteY19" fmla="*/ 70034 h 138056"/>
                <a:gd name="connsiteX20" fmla="*/ 43549 w 143579"/>
                <a:gd name="connsiteY20" fmla="*/ 105770 h 138056"/>
                <a:gd name="connsiteX21" fmla="*/ 28101 w 143579"/>
                <a:gd name="connsiteY21" fmla="*/ 120431 h 138056"/>
                <a:gd name="connsiteX22" fmla="*/ 20225 w 143579"/>
                <a:gd name="connsiteY22" fmla="*/ 117682 h 138056"/>
                <a:gd name="connsiteX23" fmla="*/ 10532 w 143579"/>
                <a:gd name="connsiteY23" fmla="*/ 114628 h 138056"/>
                <a:gd name="connsiteX24" fmla="*/ 233 w 143579"/>
                <a:gd name="connsiteY24" fmla="*/ 125318 h 138056"/>
                <a:gd name="connsiteX25" fmla="*/ 15378 w 143579"/>
                <a:gd name="connsiteY25" fmla="*/ 138146 h 138056"/>
                <a:gd name="connsiteX26" fmla="*/ 43549 w 143579"/>
                <a:gd name="connsiteY26" fmla="*/ 116766 h 138056"/>
                <a:gd name="connsiteX27" fmla="*/ 70811 w 143579"/>
                <a:gd name="connsiteY27" fmla="*/ 81030 h 138056"/>
                <a:gd name="connsiteX28" fmla="*/ 79898 w 143579"/>
                <a:gd name="connsiteY28" fmla="*/ 117682 h 138056"/>
                <a:gd name="connsiteX29" fmla="*/ 97467 w 143579"/>
                <a:gd name="connsiteY29" fmla="*/ 138146 h 138056"/>
                <a:gd name="connsiteX30" fmla="*/ 134422 w 143579"/>
                <a:gd name="connsiteY30" fmla="*/ 103327 h 138056"/>
                <a:gd name="connsiteX31" fmla="*/ 130182 w 143579"/>
                <a:gd name="connsiteY31" fmla="*/ 100883 h 13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79" h="138056">
                  <a:moveTo>
                    <a:pt x="130182" y="100883"/>
                  </a:moveTo>
                  <a:cubicBezTo>
                    <a:pt x="127758" y="103632"/>
                    <a:pt x="126244" y="105465"/>
                    <a:pt x="123518" y="109130"/>
                  </a:cubicBezTo>
                  <a:cubicBezTo>
                    <a:pt x="116551" y="118293"/>
                    <a:pt x="112916" y="121347"/>
                    <a:pt x="109584" y="121347"/>
                  </a:cubicBezTo>
                  <a:cubicBezTo>
                    <a:pt x="105040" y="121347"/>
                    <a:pt x="102314" y="117377"/>
                    <a:pt x="100193" y="108825"/>
                  </a:cubicBezTo>
                  <a:cubicBezTo>
                    <a:pt x="99588" y="106381"/>
                    <a:pt x="99285" y="104548"/>
                    <a:pt x="98982" y="103632"/>
                  </a:cubicBezTo>
                  <a:cubicBezTo>
                    <a:pt x="91409" y="72783"/>
                    <a:pt x="88077" y="58733"/>
                    <a:pt x="88077" y="54152"/>
                  </a:cubicBezTo>
                  <a:cubicBezTo>
                    <a:pt x="101405" y="30633"/>
                    <a:pt x="112310" y="17194"/>
                    <a:pt x="117762" y="17194"/>
                  </a:cubicBezTo>
                  <a:cubicBezTo>
                    <a:pt x="119580" y="17194"/>
                    <a:pt x="122003" y="18110"/>
                    <a:pt x="125032" y="19637"/>
                  </a:cubicBezTo>
                  <a:cubicBezTo>
                    <a:pt x="128667" y="21775"/>
                    <a:pt x="130788" y="22386"/>
                    <a:pt x="133211" y="22386"/>
                  </a:cubicBezTo>
                  <a:cubicBezTo>
                    <a:pt x="139572" y="22386"/>
                    <a:pt x="143813" y="17805"/>
                    <a:pt x="143813" y="11391"/>
                  </a:cubicBezTo>
                  <a:cubicBezTo>
                    <a:pt x="143813" y="4976"/>
                    <a:pt x="138663" y="89"/>
                    <a:pt x="131393" y="89"/>
                  </a:cubicBezTo>
                  <a:cubicBezTo>
                    <a:pt x="118065" y="89"/>
                    <a:pt x="106555" y="11085"/>
                    <a:pt x="85654" y="43767"/>
                  </a:cubicBezTo>
                  <a:lnTo>
                    <a:pt x="82322" y="26968"/>
                  </a:lnTo>
                  <a:cubicBezTo>
                    <a:pt x="78081" y="6198"/>
                    <a:pt x="74749" y="89"/>
                    <a:pt x="66570" y="89"/>
                  </a:cubicBezTo>
                  <a:cubicBezTo>
                    <a:pt x="59906" y="89"/>
                    <a:pt x="49607" y="2838"/>
                    <a:pt x="31130" y="8947"/>
                  </a:cubicBezTo>
                  <a:lnTo>
                    <a:pt x="27798" y="10169"/>
                  </a:lnTo>
                  <a:lnTo>
                    <a:pt x="29009" y="14750"/>
                  </a:lnTo>
                  <a:cubicBezTo>
                    <a:pt x="40520" y="12001"/>
                    <a:pt x="43246" y="11391"/>
                    <a:pt x="45972" y="11391"/>
                  </a:cubicBezTo>
                  <a:cubicBezTo>
                    <a:pt x="53545" y="11391"/>
                    <a:pt x="55363" y="14140"/>
                    <a:pt x="59603" y="32466"/>
                  </a:cubicBezTo>
                  <a:lnTo>
                    <a:pt x="68388" y="70034"/>
                  </a:lnTo>
                  <a:lnTo>
                    <a:pt x="43549" y="105770"/>
                  </a:lnTo>
                  <a:cubicBezTo>
                    <a:pt x="37491" y="114933"/>
                    <a:pt x="31433" y="120431"/>
                    <a:pt x="28101" y="120431"/>
                  </a:cubicBezTo>
                  <a:cubicBezTo>
                    <a:pt x="26283" y="120431"/>
                    <a:pt x="23254" y="119515"/>
                    <a:pt x="20225" y="117682"/>
                  </a:cubicBezTo>
                  <a:cubicBezTo>
                    <a:pt x="16287" y="115544"/>
                    <a:pt x="12955" y="114628"/>
                    <a:pt x="10532" y="114628"/>
                  </a:cubicBezTo>
                  <a:cubicBezTo>
                    <a:pt x="4777" y="114628"/>
                    <a:pt x="233" y="119209"/>
                    <a:pt x="233" y="125318"/>
                  </a:cubicBezTo>
                  <a:cubicBezTo>
                    <a:pt x="233" y="133259"/>
                    <a:pt x="6291" y="138146"/>
                    <a:pt x="15378" y="138146"/>
                  </a:cubicBezTo>
                  <a:cubicBezTo>
                    <a:pt x="24769" y="138146"/>
                    <a:pt x="28404" y="135398"/>
                    <a:pt x="43549" y="116766"/>
                  </a:cubicBezTo>
                  <a:cubicBezTo>
                    <a:pt x="51728" y="106992"/>
                    <a:pt x="58089" y="98745"/>
                    <a:pt x="70811" y="81030"/>
                  </a:cubicBezTo>
                  <a:lnTo>
                    <a:pt x="79898" y="117682"/>
                  </a:lnTo>
                  <a:cubicBezTo>
                    <a:pt x="83836" y="133259"/>
                    <a:pt x="87774" y="138146"/>
                    <a:pt x="97467" y="138146"/>
                  </a:cubicBezTo>
                  <a:cubicBezTo>
                    <a:pt x="108978" y="138146"/>
                    <a:pt x="116854" y="130816"/>
                    <a:pt x="134422" y="103327"/>
                  </a:cubicBezTo>
                  <a:lnTo>
                    <a:pt x="130182" y="10088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22F73489-4B42-314B-CFE7-36B606743EE3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10919124" y="4430388"/>
              <a:ext cx="70275" cy="305435"/>
            </a:xfrm>
            <a:custGeom>
              <a:avLst/>
              <a:gdLst>
                <a:gd name="connsiteX0" fmla="*/ 70513 w 70275"/>
                <a:gd name="connsiteY0" fmla="*/ 152807 h 305435"/>
                <a:gd name="connsiteX1" fmla="*/ 50520 w 70275"/>
                <a:gd name="connsiteY1" fmla="*/ 57511 h 305435"/>
                <a:gd name="connsiteX2" fmla="*/ 3266 w 70275"/>
                <a:gd name="connsiteY2" fmla="*/ 89 h 305435"/>
                <a:gd name="connsiteX3" fmla="*/ 237 w 70275"/>
                <a:gd name="connsiteY3" fmla="*/ 3144 h 305435"/>
                <a:gd name="connsiteX4" fmla="*/ 5993 w 70275"/>
                <a:gd name="connsiteY4" fmla="*/ 10169 h 305435"/>
                <a:gd name="connsiteX5" fmla="*/ 52944 w 70275"/>
                <a:gd name="connsiteY5" fmla="*/ 152807 h 305435"/>
                <a:gd name="connsiteX6" fmla="*/ 4175 w 70275"/>
                <a:gd name="connsiteY6" fmla="*/ 297278 h 305435"/>
                <a:gd name="connsiteX7" fmla="*/ 237 w 70275"/>
                <a:gd name="connsiteY7" fmla="*/ 302471 h 305435"/>
                <a:gd name="connsiteX8" fmla="*/ 3266 w 70275"/>
                <a:gd name="connsiteY8" fmla="*/ 305525 h 305435"/>
                <a:gd name="connsiteX9" fmla="*/ 51429 w 70275"/>
                <a:gd name="connsiteY9" fmla="*/ 245965 h 305435"/>
                <a:gd name="connsiteX10" fmla="*/ 70513 w 70275"/>
                <a:gd name="connsiteY10" fmla="*/ 152807 h 30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75" h="305435">
                  <a:moveTo>
                    <a:pt x="70513" y="152807"/>
                  </a:moveTo>
                  <a:cubicBezTo>
                    <a:pt x="70513" y="128983"/>
                    <a:pt x="67181" y="92025"/>
                    <a:pt x="50520" y="57511"/>
                  </a:cubicBezTo>
                  <a:cubicBezTo>
                    <a:pt x="32346" y="19943"/>
                    <a:pt x="6295" y="89"/>
                    <a:pt x="3266" y="89"/>
                  </a:cubicBezTo>
                  <a:cubicBezTo>
                    <a:pt x="1449" y="89"/>
                    <a:pt x="237" y="1311"/>
                    <a:pt x="237" y="3144"/>
                  </a:cubicBezTo>
                  <a:cubicBezTo>
                    <a:pt x="237" y="4060"/>
                    <a:pt x="237" y="4671"/>
                    <a:pt x="5993" y="10169"/>
                  </a:cubicBezTo>
                  <a:cubicBezTo>
                    <a:pt x="35678" y="40407"/>
                    <a:pt x="52944" y="88971"/>
                    <a:pt x="52944" y="152807"/>
                  </a:cubicBezTo>
                  <a:cubicBezTo>
                    <a:pt x="52944" y="205037"/>
                    <a:pt x="41736" y="258793"/>
                    <a:pt x="4175" y="297278"/>
                  </a:cubicBezTo>
                  <a:cubicBezTo>
                    <a:pt x="237" y="300944"/>
                    <a:pt x="237" y="301554"/>
                    <a:pt x="237" y="302471"/>
                  </a:cubicBezTo>
                  <a:cubicBezTo>
                    <a:pt x="237" y="304303"/>
                    <a:pt x="1449" y="305525"/>
                    <a:pt x="3266" y="305525"/>
                  </a:cubicBezTo>
                  <a:cubicBezTo>
                    <a:pt x="6295" y="305525"/>
                    <a:pt x="33557" y="284755"/>
                    <a:pt x="51429" y="245965"/>
                  </a:cubicBezTo>
                  <a:cubicBezTo>
                    <a:pt x="66878" y="212367"/>
                    <a:pt x="70513" y="178464"/>
                    <a:pt x="70513" y="15280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EA3F24FC-E8FB-EE54-846F-17058C25F61F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11024368" y="4450852"/>
              <a:ext cx="155090" cy="212583"/>
            </a:xfrm>
            <a:custGeom>
              <a:avLst/>
              <a:gdLst>
                <a:gd name="connsiteX0" fmla="*/ 135946 w 155090"/>
                <a:gd name="connsiteY0" fmla="*/ 174798 h 212583"/>
                <a:gd name="connsiteX1" fmla="*/ 111107 w 155090"/>
                <a:gd name="connsiteY1" fmla="*/ 196484 h 212583"/>
                <a:gd name="connsiteX2" fmla="*/ 105654 w 155090"/>
                <a:gd name="connsiteY2" fmla="*/ 190375 h 212583"/>
                <a:gd name="connsiteX3" fmla="*/ 125344 w 155090"/>
                <a:gd name="connsiteY3" fmla="*/ 115238 h 212583"/>
                <a:gd name="connsiteX4" fmla="*/ 155332 w 155090"/>
                <a:gd name="connsiteY4" fmla="*/ 1616 h 212583"/>
                <a:gd name="connsiteX5" fmla="*/ 153817 w 155090"/>
                <a:gd name="connsiteY5" fmla="*/ 89 h 212583"/>
                <a:gd name="connsiteX6" fmla="*/ 107472 w 155090"/>
                <a:gd name="connsiteY6" fmla="*/ 7114 h 212583"/>
                <a:gd name="connsiteX7" fmla="*/ 107472 w 155090"/>
                <a:gd name="connsiteY7" fmla="*/ 12306 h 212583"/>
                <a:gd name="connsiteX8" fmla="*/ 126252 w 155090"/>
                <a:gd name="connsiteY8" fmla="*/ 20248 h 212583"/>
                <a:gd name="connsiteX9" fmla="*/ 121709 w 155090"/>
                <a:gd name="connsiteY9" fmla="*/ 41628 h 212583"/>
                <a:gd name="connsiteX10" fmla="*/ 108381 w 155090"/>
                <a:gd name="connsiteY10" fmla="*/ 91720 h 212583"/>
                <a:gd name="connsiteX11" fmla="*/ 88691 w 155090"/>
                <a:gd name="connsiteY11" fmla="*/ 74004 h 212583"/>
                <a:gd name="connsiteX12" fmla="*/ 241 w 155090"/>
                <a:gd name="connsiteY12" fmla="*/ 177242 h 212583"/>
                <a:gd name="connsiteX13" fmla="*/ 32047 w 155090"/>
                <a:gd name="connsiteY13" fmla="*/ 212061 h 212583"/>
                <a:gd name="connsiteX14" fmla="*/ 86571 w 155090"/>
                <a:gd name="connsiteY14" fmla="*/ 171744 h 212583"/>
                <a:gd name="connsiteX15" fmla="*/ 82633 w 155090"/>
                <a:gd name="connsiteY15" fmla="*/ 198928 h 212583"/>
                <a:gd name="connsiteX16" fmla="*/ 95355 w 155090"/>
                <a:gd name="connsiteY16" fmla="*/ 212672 h 212583"/>
                <a:gd name="connsiteX17" fmla="*/ 139580 w 155090"/>
                <a:gd name="connsiteY17" fmla="*/ 177853 h 212583"/>
                <a:gd name="connsiteX18" fmla="*/ 135946 w 155090"/>
                <a:gd name="connsiteY18" fmla="*/ 174798 h 212583"/>
                <a:gd name="connsiteX19" fmla="*/ 89903 w 155090"/>
                <a:gd name="connsiteY19" fmla="*/ 81029 h 212583"/>
                <a:gd name="connsiteX20" fmla="*/ 103534 w 155090"/>
                <a:gd name="connsiteY20" fmla="*/ 98439 h 212583"/>
                <a:gd name="connsiteX21" fmla="*/ 44164 w 155090"/>
                <a:gd name="connsiteY21" fmla="*/ 197401 h 212583"/>
                <a:gd name="connsiteX22" fmla="*/ 26595 w 155090"/>
                <a:gd name="connsiteY22" fmla="*/ 177242 h 212583"/>
                <a:gd name="connsiteX23" fmla="*/ 61732 w 155090"/>
                <a:gd name="connsiteY23" fmla="*/ 95079 h 212583"/>
                <a:gd name="connsiteX24" fmla="*/ 89903 w 155090"/>
                <a:gd name="connsiteY24" fmla="*/ 81029 h 212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090" h="212583">
                  <a:moveTo>
                    <a:pt x="135946" y="174798"/>
                  </a:moveTo>
                  <a:cubicBezTo>
                    <a:pt x="119588" y="193735"/>
                    <a:pt x="116256" y="196484"/>
                    <a:pt x="111107" y="196484"/>
                  </a:cubicBezTo>
                  <a:cubicBezTo>
                    <a:pt x="108078" y="196484"/>
                    <a:pt x="105654" y="193735"/>
                    <a:pt x="105654" y="190375"/>
                  </a:cubicBezTo>
                  <a:cubicBezTo>
                    <a:pt x="105654" y="186099"/>
                    <a:pt x="115348" y="148836"/>
                    <a:pt x="125344" y="115238"/>
                  </a:cubicBezTo>
                  <a:cubicBezTo>
                    <a:pt x="133522" y="87138"/>
                    <a:pt x="139883" y="62703"/>
                    <a:pt x="155332" y="1616"/>
                  </a:cubicBezTo>
                  <a:lnTo>
                    <a:pt x="153817" y="89"/>
                  </a:lnTo>
                  <a:cubicBezTo>
                    <a:pt x="137763" y="3449"/>
                    <a:pt x="126858" y="5281"/>
                    <a:pt x="107472" y="7114"/>
                  </a:cubicBezTo>
                  <a:lnTo>
                    <a:pt x="107472" y="12306"/>
                  </a:lnTo>
                  <a:cubicBezTo>
                    <a:pt x="124132" y="12917"/>
                    <a:pt x="126252" y="13834"/>
                    <a:pt x="126252" y="20248"/>
                  </a:cubicBezTo>
                  <a:cubicBezTo>
                    <a:pt x="126252" y="24218"/>
                    <a:pt x="125949" y="26051"/>
                    <a:pt x="121709" y="41628"/>
                  </a:cubicBezTo>
                  <a:lnTo>
                    <a:pt x="108381" y="91720"/>
                  </a:lnTo>
                  <a:cubicBezTo>
                    <a:pt x="105957" y="78891"/>
                    <a:pt x="100505" y="74004"/>
                    <a:pt x="88691" y="74004"/>
                  </a:cubicBezTo>
                  <a:cubicBezTo>
                    <a:pt x="49313" y="74004"/>
                    <a:pt x="241" y="131426"/>
                    <a:pt x="241" y="177242"/>
                  </a:cubicBezTo>
                  <a:cubicBezTo>
                    <a:pt x="241" y="198928"/>
                    <a:pt x="12358" y="212061"/>
                    <a:pt x="32047" y="212061"/>
                  </a:cubicBezTo>
                  <a:cubicBezTo>
                    <a:pt x="52645" y="212061"/>
                    <a:pt x="65973" y="202287"/>
                    <a:pt x="86571" y="171744"/>
                  </a:cubicBezTo>
                  <a:cubicBezTo>
                    <a:pt x="83239" y="187321"/>
                    <a:pt x="82633" y="191903"/>
                    <a:pt x="82633" y="198928"/>
                  </a:cubicBezTo>
                  <a:cubicBezTo>
                    <a:pt x="82633" y="207174"/>
                    <a:pt x="87783" y="212672"/>
                    <a:pt x="95355" y="212672"/>
                  </a:cubicBezTo>
                  <a:cubicBezTo>
                    <a:pt x="108078" y="212672"/>
                    <a:pt x="123829" y="200149"/>
                    <a:pt x="139580" y="177853"/>
                  </a:cubicBezTo>
                  <a:lnTo>
                    <a:pt x="135946" y="174798"/>
                  </a:lnTo>
                  <a:close/>
                  <a:moveTo>
                    <a:pt x="89903" y="81029"/>
                  </a:moveTo>
                  <a:cubicBezTo>
                    <a:pt x="98990" y="81640"/>
                    <a:pt x="103534" y="87444"/>
                    <a:pt x="103534" y="98439"/>
                  </a:cubicBezTo>
                  <a:cubicBezTo>
                    <a:pt x="103534" y="144866"/>
                    <a:pt x="72031" y="197401"/>
                    <a:pt x="44164" y="197401"/>
                  </a:cubicBezTo>
                  <a:cubicBezTo>
                    <a:pt x="33865" y="197401"/>
                    <a:pt x="26595" y="189154"/>
                    <a:pt x="26595" y="177242"/>
                  </a:cubicBezTo>
                  <a:cubicBezTo>
                    <a:pt x="26595" y="151891"/>
                    <a:pt x="41740" y="116460"/>
                    <a:pt x="61732" y="95079"/>
                  </a:cubicBezTo>
                  <a:cubicBezTo>
                    <a:pt x="70214" y="86222"/>
                    <a:pt x="81422" y="80419"/>
                    <a:pt x="89903" y="81029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3B1EE5D4-C5CA-273F-1A07-75A0776C659E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11179477" y="4524767"/>
              <a:ext cx="143579" cy="138056"/>
            </a:xfrm>
            <a:custGeom>
              <a:avLst/>
              <a:gdLst>
                <a:gd name="connsiteX0" fmla="*/ 130195 w 143579"/>
                <a:gd name="connsiteY0" fmla="*/ 100883 h 138056"/>
                <a:gd name="connsiteX1" fmla="*/ 123531 w 143579"/>
                <a:gd name="connsiteY1" fmla="*/ 109130 h 138056"/>
                <a:gd name="connsiteX2" fmla="*/ 109598 w 143579"/>
                <a:gd name="connsiteY2" fmla="*/ 121347 h 138056"/>
                <a:gd name="connsiteX3" fmla="*/ 100207 w 143579"/>
                <a:gd name="connsiteY3" fmla="*/ 108825 h 138056"/>
                <a:gd name="connsiteX4" fmla="*/ 98996 w 143579"/>
                <a:gd name="connsiteY4" fmla="*/ 103632 h 138056"/>
                <a:gd name="connsiteX5" fmla="*/ 88091 w 143579"/>
                <a:gd name="connsiteY5" fmla="*/ 54152 h 138056"/>
                <a:gd name="connsiteX6" fmla="*/ 117776 w 143579"/>
                <a:gd name="connsiteY6" fmla="*/ 17194 h 138056"/>
                <a:gd name="connsiteX7" fmla="*/ 125046 w 143579"/>
                <a:gd name="connsiteY7" fmla="*/ 19637 h 138056"/>
                <a:gd name="connsiteX8" fmla="*/ 133225 w 143579"/>
                <a:gd name="connsiteY8" fmla="*/ 22386 h 138056"/>
                <a:gd name="connsiteX9" fmla="*/ 143827 w 143579"/>
                <a:gd name="connsiteY9" fmla="*/ 11391 h 138056"/>
                <a:gd name="connsiteX10" fmla="*/ 131407 w 143579"/>
                <a:gd name="connsiteY10" fmla="*/ 89 h 138056"/>
                <a:gd name="connsiteX11" fmla="*/ 85668 w 143579"/>
                <a:gd name="connsiteY11" fmla="*/ 43767 h 138056"/>
                <a:gd name="connsiteX12" fmla="*/ 82336 w 143579"/>
                <a:gd name="connsiteY12" fmla="*/ 26968 h 138056"/>
                <a:gd name="connsiteX13" fmla="*/ 66584 w 143579"/>
                <a:gd name="connsiteY13" fmla="*/ 89 h 138056"/>
                <a:gd name="connsiteX14" fmla="*/ 31144 w 143579"/>
                <a:gd name="connsiteY14" fmla="*/ 8947 h 138056"/>
                <a:gd name="connsiteX15" fmla="*/ 27812 w 143579"/>
                <a:gd name="connsiteY15" fmla="*/ 10169 h 138056"/>
                <a:gd name="connsiteX16" fmla="*/ 29023 w 143579"/>
                <a:gd name="connsiteY16" fmla="*/ 14750 h 138056"/>
                <a:gd name="connsiteX17" fmla="*/ 45986 w 143579"/>
                <a:gd name="connsiteY17" fmla="*/ 11391 h 138056"/>
                <a:gd name="connsiteX18" fmla="*/ 59617 w 143579"/>
                <a:gd name="connsiteY18" fmla="*/ 32466 h 138056"/>
                <a:gd name="connsiteX19" fmla="*/ 68402 w 143579"/>
                <a:gd name="connsiteY19" fmla="*/ 70034 h 138056"/>
                <a:gd name="connsiteX20" fmla="*/ 43563 w 143579"/>
                <a:gd name="connsiteY20" fmla="*/ 105770 h 138056"/>
                <a:gd name="connsiteX21" fmla="*/ 28114 w 143579"/>
                <a:gd name="connsiteY21" fmla="*/ 120431 h 138056"/>
                <a:gd name="connsiteX22" fmla="*/ 20239 w 143579"/>
                <a:gd name="connsiteY22" fmla="*/ 117682 h 138056"/>
                <a:gd name="connsiteX23" fmla="*/ 10546 w 143579"/>
                <a:gd name="connsiteY23" fmla="*/ 114628 h 138056"/>
                <a:gd name="connsiteX24" fmla="*/ 247 w 143579"/>
                <a:gd name="connsiteY24" fmla="*/ 125318 h 138056"/>
                <a:gd name="connsiteX25" fmla="*/ 15392 w 143579"/>
                <a:gd name="connsiteY25" fmla="*/ 138146 h 138056"/>
                <a:gd name="connsiteX26" fmla="*/ 43563 w 143579"/>
                <a:gd name="connsiteY26" fmla="*/ 116766 h 138056"/>
                <a:gd name="connsiteX27" fmla="*/ 70825 w 143579"/>
                <a:gd name="connsiteY27" fmla="*/ 81030 h 138056"/>
                <a:gd name="connsiteX28" fmla="*/ 79912 w 143579"/>
                <a:gd name="connsiteY28" fmla="*/ 117682 h 138056"/>
                <a:gd name="connsiteX29" fmla="*/ 97481 w 143579"/>
                <a:gd name="connsiteY29" fmla="*/ 138146 h 138056"/>
                <a:gd name="connsiteX30" fmla="*/ 134436 w 143579"/>
                <a:gd name="connsiteY30" fmla="*/ 103327 h 138056"/>
                <a:gd name="connsiteX31" fmla="*/ 130195 w 143579"/>
                <a:gd name="connsiteY31" fmla="*/ 100883 h 13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79" h="138056">
                  <a:moveTo>
                    <a:pt x="130195" y="100883"/>
                  </a:moveTo>
                  <a:cubicBezTo>
                    <a:pt x="127772" y="103632"/>
                    <a:pt x="126258" y="105465"/>
                    <a:pt x="123531" y="109130"/>
                  </a:cubicBezTo>
                  <a:cubicBezTo>
                    <a:pt x="116565" y="118293"/>
                    <a:pt x="112930" y="121347"/>
                    <a:pt x="109598" y="121347"/>
                  </a:cubicBezTo>
                  <a:cubicBezTo>
                    <a:pt x="105054" y="121347"/>
                    <a:pt x="102328" y="117377"/>
                    <a:pt x="100207" y="108825"/>
                  </a:cubicBezTo>
                  <a:cubicBezTo>
                    <a:pt x="99602" y="106381"/>
                    <a:pt x="99299" y="104548"/>
                    <a:pt x="98996" y="103632"/>
                  </a:cubicBezTo>
                  <a:cubicBezTo>
                    <a:pt x="91423" y="72783"/>
                    <a:pt x="88091" y="58733"/>
                    <a:pt x="88091" y="54152"/>
                  </a:cubicBezTo>
                  <a:cubicBezTo>
                    <a:pt x="101419" y="30633"/>
                    <a:pt x="112324" y="17194"/>
                    <a:pt x="117776" y="17194"/>
                  </a:cubicBezTo>
                  <a:cubicBezTo>
                    <a:pt x="119594" y="17194"/>
                    <a:pt x="122017" y="18110"/>
                    <a:pt x="125046" y="19637"/>
                  </a:cubicBezTo>
                  <a:cubicBezTo>
                    <a:pt x="128681" y="21775"/>
                    <a:pt x="130801" y="22386"/>
                    <a:pt x="133225" y="22386"/>
                  </a:cubicBezTo>
                  <a:cubicBezTo>
                    <a:pt x="139586" y="22386"/>
                    <a:pt x="143827" y="17805"/>
                    <a:pt x="143827" y="11391"/>
                  </a:cubicBezTo>
                  <a:cubicBezTo>
                    <a:pt x="143827" y="4976"/>
                    <a:pt x="138677" y="89"/>
                    <a:pt x="131407" y="89"/>
                  </a:cubicBezTo>
                  <a:cubicBezTo>
                    <a:pt x="118079" y="89"/>
                    <a:pt x="106568" y="11085"/>
                    <a:pt x="85668" y="43767"/>
                  </a:cubicBezTo>
                  <a:lnTo>
                    <a:pt x="82336" y="26968"/>
                  </a:lnTo>
                  <a:cubicBezTo>
                    <a:pt x="78095" y="6198"/>
                    <a:pt x="74763" y="89"/>
                    <a:pt x="66584" y="89"/>
                  </a:cubicBezTo>
                  <a:cubicBezTo>
                    <a:pt x="59920" y="89"/>
                    <a:pt x="49621" y="2838"/>
                    <a:pt x="31144" y="8947"/>
                  </a:cubicBezTo>
                  <a:lnTo>
                    <a:pt x="27812" y="10169"/>
                  </a:lnTo>
                  <a:lnTo>
                    <a:pt x="29023" y="14750"/>
                  </a:lnTo>
                  <a:cubicBezTo>
                    <a:pt x="40534" y="12001"/>
                    <a:pt x="43260" y="11391"/>
                    <a:pt x="45986" y="11391"/>
                  </a:cubicBezTo>
                  <a:cubicBezTo>
                    <a:pt x="53559" y="11391"/>
                    <a:pt x="55376" y="14140"/>
                    <a:pt x="59617" y="32466"/>
                  </a:cubicBezTo>
                  <a:lnTo>
                    <a:pt x="68402" y="70034"/>
                  </a:lnTo>
                  <a:lnTo>
                    <a:pt x="43563" y="105770"/>
                  </a:lnTo>
                  <a:cubicBezTo>
                    <a:pt x="37505" y="114933"/>
                    <a:pt x="31447" y="120431"/>
                    <a:pt x="28114" y="120431"/>
                  </a:cubicBezTo>
                  <a:cubicBezTo>
                    <a:pt x="26297" y="120431"/>
                    <a:pt x="23268" y="119515"/>
                    <a:pt x="20239" y="117682"/>
                  </a:cubicBezTo>
                  <a:cubicBezTo>
                    <a:pt x="16301" y="115544"/>
                    <a:pt x="12969" y="114628"/>
                    <a:pt x="10546" y="114628"/>
                  </a:cubicBezTo>
                  <a:cubicBezTo>
                    <a:pt x="4790" y="114628"/>
                    <a:pt x="247" y="119209"/>
                    <a:pt x="247" y="125318"/>
                  </a:cubicBezTo>
                  <a:cubicBezTo>
                    <a:pt x="247" y="133259"/>
                    <a:pt x="6305" y="138146"/>
                    <a:pt x="15392" y="138146"/>
                  </a:cubicBezTo>
                  <a:cubicBezTo>
                    <a:pt x="24783" y="138146"/>
                    <a:pt x="28417" y="135398"/>
                    <a:pt x="43563" y="116766"/>
                  </a:cubicBezTo>
                  <a:cubicBezTo>
                    <a:pt x="51742" y="106992"/>
                    <a:pt x="58103" y="98745"/>
                    <a:pt x="70825" y="81030"/>
                  </a:cubicBezTo>
                  <a:lnTo>
                    <a:pt x="79912" y="117682"/>
                  </a:lnTo>
                  <a:cubicBezTo>
                    <a:pt x="83850" y="133259"/>
                    <a:pt x="87788" y="138146"/>
                    <a:pt x="97481" y="138146"/>
                  </a:cubicBezTo>
                  <a:cubicBezTo>
                    <a:pt x="108992" y="138146"/>
                    <a:pt x="116867" y="130816"/>
                    <a:pt x="134436" y="103327"/>
                  </a:cubicBezTo>
                  <a:lnTo>
                    <a:pt x="130195" y="10088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05F2C581-DB8E-0CEC-04F2-FB54F0BF289C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11408086" y="4547370"/>
              <a:ext cx="201435" cy="71471"/>
            </a:xfrm>
            <a:custGeom>
              <a:avLst/>
              <a:gdLst>
                <a:gd name="connsiteX0" fmla="*/ 191391 w 201435"/>
                <a:gd name="connsiteY0" fmla="*/ 12307 h 71471"/>
                <a:gd name="connsiteX1" fmla="*/ 201690 w 201435"/>
                <a:gd name="connsiteY1" fmla="*/ 6198 h 71471"/>
                <a:gd name="connsiteX2" fmla="*/ 191694 w 201435"/>
                <a:gd name="connsiteY2" fmla="*/ 89 h 71471"/>
                <a:gd name="connsiteX3" fmla="*/ 10250 w 201435"/>
                <a:gd name="connsiteY3" fmla="*/ 89 h 71471"/>
                <a:gd name="connsiteX4" fmla="*/ 254 w 201435"/>
                <a:gd name="connsiteY4" fmla="*/ 6198 h 71471"/>
                <a:gd name="connsiteX5" fmla="*/ 10553 w 201435"/>
                <a:gd name="connsiteY5" fmla="*/ 12307 h 71471"/>
                <a:gd name="connsiteX6" fmla="*/ 191391 w 201435"/>
                <a:gd name="connsiteY6" fmla="*/ 12307 h 71471"/>
                <a:gd name="connsiteX7" fmla="*/ 191694 w 201435"/>
                <a:gd name="connsiteY7" fmla="*/ 71561 h 71471"/>
                <a:gd name="connsiteX8" fmla="*/ 201690 w 201435"/>
                <a:gd name="connsiteY8" fmla="*/ 65453 h 71471"/>
                <a:gd name="connsiteX9" fmla="*/ 191391 w 201435"/>
                <a:gd name="connsiteY9" fmla="*/ 59344 h 71471"/>
                <a:gd name="connsiteX10" fmla="*/ 10553 w 201435"/>
                <a:gd name="connsiteY10" fmla="*/ 59344 h 71471"/>
                <a:gd name="connsiteX11" fmla="*/ 254 w 201435"/>
                <a:gd name="connsiteY11" fmla="*/ 65453 h 71471"/>
                <a:gd name="connsiteX12" fmla="*/ 10250 w 201435"/>
                <a:gd name="connsiteY12" fmla="*/ 71561 h 71471"/>
                <a:gd name="connsiteX13" fmla="*/ 191694 w 201435"/>
                <a:gd name="connsiteY13" fmla="*/ 71561 h 71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35" h="71471">
                  <a:moveTo>
                    <a:pt x="191391" y="12307"/>
                  </a:moveTo>
                  <a:cubicBezTo>
                    <a:pt x="195935" y="12307"/>
                    <a:pt x="201690" y="12307"/>
                    <a:pt x="201690" y="6198"/>
                  </a:cubicBezTo>
                  <a:cubicBezTo>
                    <a:pt x="201690" y="89"/>
                    <a:pt x="195935" y="89"/>
                    <a:pt x="191694" y="89"/>
                  </a:cubicBezTo>
                  <a:lnTo>
                    <a:pt x="10250" y="89"/>
                  </a:lnTo>
                  <a:cubicBezTo>
                    <a:pt x="6009" y="89"/>
                    <a:pt x="254" y="89"/>
                    <a:pt x="254" y="6198"/>
                  </a:cubicBezTo>
                  <a:cubicBezTo>
                    <a:pt x="254" y="12307"/>
                    <a:pt x="6009" y="12307"/>
                    <a:pt x="10553" y="12307"/>
                  </a:cubicBezTo>
                  <a:lnTo>
                    <a:pt x="191391" y="12307"/>
                  </a:lnTo>
                  <a:close/>
                  <a:moveTo>
                    <a:pt x="191694" y="71561"/>
                  </a:moveTo>
                  <a:cubicBezTo>
                    <a:pt x="195935" y="71561"/>
                    <a:pt x="201690" y="71561"/>
                    <a:pt x="201690" y="65453"/>
                  </a:cubicBezTo>
                  <a:cubicBezTo>
                    <a:pt x="201690" y="59344"/>
                    <a:pt x="195935" y="59344"/>
                    <a:pt x="191391" y="59344"/>
                  </a:cubicBezTo>
                  <a:lnTo>
                    <a:pt x="10553" y="59344"/>
                  </a:lnTo>
                  <a:cubicBezTo>
                    <a:pt x="6009" y="59344"/>
                    <a:pt x="254" y="59344"/>
                    <a:pt x="254" y="65453"/>
                  </a:cubicBezTo>
                  <a:cubicBezTo>
                    <a:pt x="254" y="71561"/>
                    <a:pt x="6009" y="71561"/>
                    <a:pt x="10250" y="71561"/>
                  </a:cubicBezTo>
                  <a:lnTo>
                    <a:pt x="191694" y="71561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F7164B36-7B78-1213-A86A-67BE00150504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11698067" y="4232209"/>
              <a:ext cx="103110" cy="101709"/>
            </a:xfrm>
            <a:custGeom>
              <a:avLst/>
              <a:gdLst>
                <a:gd name="connsiteX0" fmla="*/ 100235 w 103110"/>
                <a:gd name="connsiteY0" fmla="*/ 73311 h 101709"/>
                <a:gd name="connsiteX1" fmla="*/ 95528 w 103110"/>
                <a:gd name="connsiteY1" fmla="*/ 79187 h 101709"/>
                <a:gd name="connsiteX2" fmla="*/ 81855 w 103110"/>
                <a:gd name="connsiteY2" fmla="*/ 91166 h 101709"/>
                <a:gd name="connsiteX3" fmla="*/ 78268 w 103110"/>
                <a:gd name="connsiteY3" fmla="*/ 87550 h 101709"/>
                <a:gd name="connsiteX4" fmla="*/ 81407 w 103110"/>
                <a:gd name="connsiteY4" fmla="*/ 73311 h 101709"/>
                <a:gd name="connsiteX5" fmla="*/ 94183 w 103110"/>
                <a:gd name="connsiteY5" fmla="*/ 26750 h 101709"/>
                <a:gd name="connsiteX6" fmla="*/ 96201 w 103110"/>
                <a:gd name="connsiteY6" fmla="*/ 13867 h 101709"/>
                <a:gd name="connsiteX7" fmla="*/ 81407 w 103110"/>
                <a:gd name="connsiteY7" fmla="*/ 79 h 101709"/>
                <a:gd name="connsiteX8" fmla="*/ 29851 w 103110"/>
                <a:gd name="connsiteY8" fmla="*/ 49804 h 101709"/>
                <a:gd name="connsiteX9" fmla="*/ 44869 w 103110"/>
                <a:gd name="connsiteY9" fmla="*/ 531 h 101709"/>
                <a:gd name="connsiteX10" fmla="*/ 44197 w 103110"/>
                <a:gd name="connsiteY10" fmla="*/ 79 h 101709"/>
                <a:gd name="connsiteX11" fmla="*/ 7884 w 103110"/>
                <a:gd name="connsiteY11" fmla="*/ 7086 h 101709"/>
                <a:gd name="connsiteX12" fmla="*/ 7884 w 103110"/>
                <a:gd name="connsiteY12" fmla="*/ 10702 h 101709"/>
                <a:gd name="connsiteX13" fmla="*/ 22230 w 103110"/>
                <a:gd name="connsiteY13" fmla="*/ 16805 h 101709"/>
                <a:gd name="connsiteX14" fmla="*/ 21782 w 103110"/>
                <a:gd name="connsiteY14" fmla="*/ 20647 h 101709"/>
                <a:gd name="connsiteX15" fmla="*/ 263 w 103110"/>
                <a:gd name="connsiteY15" fmla="*/ 99755 h 101709"/>
                <a:gd name="connsiteX16" fmla="*/ 17074 w 103110"/>
                <a:gd name="connsiteY16" fmla="*/ 99755 h 101709"/>
                <a:gd name="connsiteX17" fmla="*/ 39490 w 103110"/>
                <a:gd name="connsiteY17" fmla="*/ 43702 h 101709"/>
                <a:gd name="connsiteX18" fmla="*/ 72664 w 103110"/>
                <a:gd name="connsiteY18" fmla="*/ 11606 h 101709"/>
                <a:gd name="connsiteX19" fmla="*/ 78044 w 103110"/>
                <a:gd name="connsiteY19" fmla="*/ 18161 h 101709"/>
                <a:gd name="connsiteX20" fmla="*/ 74906 w 103110"/>
                <a:gd name="connsiteY20" fmla="*/ 35339 h 101709"/>
                <a:gd name="connsiteX21" fmla="*/ 65043 w 103110"/>
                <a:gd name="connsiteY21" fmla="*/ 72632 h 101709"/>
                <a:gd name="connsiteX22" fmla="*/ 61457 w 103110"/>
                <a:gd name="connsiteY22" fmla="*/ 89584 h 101709"/>
                <a:gd name="connsiteX23" fmla="*/ 71992 w 103110"/>
                <a:gd name="connsiteY23" fmla="*/ 101789 h 101709"/>
                <a:gd name="connsiteX24" fmla="*/ 103374 w 103110"/>
                <a:gd name="connsiteY24" fmla="*/ 76249 h 101709"/>
                <a:gd name="connsiteX25" fmla="*/ 100235 w 103110"/>
                <a:gd name="connsiteY25" fmla="*/ 73311 h 10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3110" h="101709">
                  <a:moveTo>
                    <a:pt x="100235" y="73311"/>
                  </a:moveTo>
                  <a:lnTo>
                    <a:pt x="95528" y="79187"/>
                  </a:lnTo>
                  <a:cubicBezTo>
                    <a:pt x="89028" y="87550"/>
                    <a:pt x="84993" y="91166"/>
                    <a:pt x="81855" y="91166"/>
                  </a:cubicBezTo>
                  <a:cubicBezTo>
                    <a:pt x="80062" y="91166"/>
                    <a:pt x="78268" y="89358"/>
                    <a:pt x="78268" y="87550"/>
                  </a:cubicBezTo>
                  <a:cubicBezTo>
                    <a:pt x="78268" y="85968"/>
                    <a:pt x="78268" y="85968"/>
                    <a:pt x="81407" y="73311"/>
                  </a:cubicBezTo>
                  <a:lnTo>
                    <a:pt x="94183" y="26750"/>
                  </a:lnTo>
                  <a:cubicBezTo>
                    <a:pt x="95304" y="22003"/>
                    <a:pt x="96201" y="17031"/>
                    <a:pt x="96201" y="13867"/>
                  </a:cubicBezTo>
                  <a:cubicBezTo>
                    <a:pt x="96201" y="5730"/>
                    <a:pt x="90149" y="79"/>
                    <a:pt x="81407" y="79"/>
                  </a:cubicBezTo>
                  <a:cubicBezTo>
                    <a:pt x="67061" y="79"/>
                    <a:pt x="52939" y="13641"/>
                    <a:pt x="29851" y="49804"/>
                  </a:cubicBezTo>
                  <a:lnTo>
                    <a:pt x="44869" y="531"/>
                  </a:lnTo>
                  <a:lnTo>
                    <a:pt x="44197" y="79"/>
                  </a:lnTo>
                  <a:cubicBezTo>
                    <a:pt x="32093" y="2566"/>
                    <a:pt x="27385" y="3470"/>
                    <a:pt x="7884" y="7086"/>
                  </a:cubicBezTo>
                  <a:lnTo>
                    <a:pt x="7884" y="10702"/>
                  </a:lnTo>
                  <a:cubicBezTo>
                    <a:pt x="19316" y="10928"/>
                    <a:pt x="22230" y="12285"/>
                    <a:pt x="22230" y="16805"/>
                  </a:cubicBezTo>
                  <a:cubicBezTo>
                    <a:pt x="22230" y="18161"/>
                    <a:pt x="22006" y="19517"/>
                    <a:pt x="21782" y="20647"/>
                  </a:cubicBezTo>
                  <a:lnTo>
                    <a:pt x="263" y="99755"/>
                  </a:lnTo>
                  <a:lnTo>
                    <a:pt x="17074" y="99755"/>
                  </a:lnTo>
                  <a:cubicBezTo>
                    <a:pt x="27610" y="64044"/>
                    <a:pt x="29627" y="59071"/>
                    <a:pt x="39490" y="43702"/>
                  </a:cubicBezTo>
                  <a:cubicBezTo>
                    <a:pt x="52939" y="22908"/>
                    <a:pt x="64371" y="11606"/>
                    <a:pt x="72664" y="11606"/>
                  </a:cubicBezTo>
                  <a:cubicBezTo>
                    <a:pt x="76027" y="11606"/>
                    <a:pt x="78044" y="14093"/>
                    <a:pt x="78044" y="18161"/>
                  </a:cubicBezTo>
                  <a:cubicBezTo>
                    <a:pt x="78044" y="20873"/>
                    <a:pt x="76699" y="28332"/>
                    <a:pt x="74906" y="35339"/>
                  </a:cubicBezTo>
                  <a:lnTo>
                    <a:pt x="65043" y="72632"/>
                  </a:lnTo>
                  <a:cubicBezTo>
                    <a:pt x="62129" y="84160"/>
                    <a:pt x="61457" y="87324"/>
                    <a:pt x="61457" y="89584"/>
                  </a:cubicBezTo>
                  <a:cubicBezTo>
                    <a:pt x="61457" y="98173"/>
                    <a:pt x="64595" y="101789"/>
                    <a:pt x="71992" y="101789"/>
                  </a:cubicBezTo>
                  <a:cubicBezTo>
                    <a:pt x="82079" y="101789"/>
                    <a:pt x="87907" y="97043"/>
                    <a:pt x="103374" y="76249"/>
                  </a:cubicBezTo>
                  <a:lnTo>
                    <a:pt x="100235" y="73311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BBCA689C-6E1C-B353-9661-CB85898E9E45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11826031" y="4270859"/>
              <a:ext cx="136957" cy="9040"/>
            </a:xfrm>
            <a:custGeom>
              <a:avLst/>
              <a:gdLst>
                <a:gd name="connsiteX0" fmla="*/ 129379 w 136957"/>
                <a:gd name="connsiteY0" fmla="*/ 9121 h 9040"/>
                <a:gd name="connsiteX1" fmla="*/ 137224 w 136957"/>
                <a:gd name="connsiteY1" fmla="*/ 4600 h 9040"/>
                <a:gd name="connsiteX2" fmla="*/ 129379 w 136957"/>
                <a:gd name="connsiteY2" fmla="*/ 80 h 9040"/>
                <a:gd name="connsiteX3" fmla="*/ 8112 w 136957"/>
                <a:gd name="connsiteY3" fmla="*/ 80 h 9040"/>
                <a:gd name="connsiteX4" fmla="*/ 266 w 136957"/>
                <a:gd name="connsiteY4" fmla="*/ 4600 h 9040"/>
                <a:gd name="connsiteX5" fmla="*/ 8112 w 136957"/>
                <a:gd name="connsiteY5" fmla="*/ 9121 h 9040"/>
                <a:gd name="connsiteX6" fmla="*/ 129379 w 136957"/>
                <a:gd name="connsiteY6" fmla="*/ 9121 h 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957" h="9040">
                  <a:moveTo>
                    <a:pt x="129379" y="9121"/>
                  </a:moveTo>
                  <a:cubicBezTo>
                    <a:pt x="133189" y="9121"/>
                    <a:pt x="137224" y="9121"/>
                    <a:pt x="137224" y="4600"/>
                  </a:cubicBezTo>
                  <a:cubicBezTo>
                    <a:pt x="137224" y="80"/>
                    <a:pt x="133189" y="80"/>
                    <a:pt x="129379" y="80"/>
                  </a:cubicBezTo>
                  <a:lnTo>
                    <a:pt x="8112" y="80"/>
                  </a:lnTo>
                  <a:cubicBezTo>
                    <a:pt x="4301" y="80"/>
                    <a:pt x="266" y="80"/>
                    <a:pt x="266" y="4600"/>
                  </a:cubicBezTo>
                  <a:cubicBezTo>
                    <a:pt x="266" y="9121"/>
                    <a:pt x="4301" y="9121"/>
                    <a:pt x="8112" y="9121"/>
                  </a:cubicBezTo>
                  <a:lnTo>
                    <a:pt x="129379" y="9121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A3D217FF-08E3-C9E7-850B-BDE6F6BCEA33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11988969" y="4179094"/>
              <a:ext cx="99748" cy="152791"/>
            </a:xfrm>
            <a:custGeom>
              <a:avLst/>
              <a:gdLst>
                <a:gd name="connsiteX0" fmla="*/ 100020 w 99748"/>
                <a:gd name="connsiteY0" fmla="*/ 121906 h 152791"/>
                <a:gd name="connsiteX1" fmla="*/ 97106 w 99748"/>
                <a:gd name="connsiteY1" fmla="*/ 120776 h 152791"/>
                <a:gd name="connsiteX2" fmla="*/ 75812 w 99748"/>
                <a:gd name="connsiteY2" fmla="*/ 135693 h 152791"/>
                <a:gd name="connsiteX3" fmla="*/ 22239 w 99748"/>
                <a:gd name="connsiteY3" fmla="*/ 135693 h 152791"/>
                <a:gd name="connsiteX4" fmla="*/ 59897 w 99748"/>
                <a:gd name="connsiteY4" fmla="*/ 95913 h 152791"/>
                <a:gd name="connsiteX5" fmla="*/ 88589 w 99748"/>
                <a:gd name="connsiteY5" fmla="*/ 40086 h 152791"/>
                <a:gd name="connsiteX6" fmla="*/ 47120 w 99748"/>
                <a:gd name="connsiteY6" fmla="*/ 80 h 152791"/>
                <a:gd name="connsiteX7" fmla="*/ 14842 w 99748"/>
                <a:gd name="connsiteY7" fmla="*/ 14093 h 152791"/>
                <a:gd name="connsiteX8" fmla="*/ 496 w 99748"/>
                <a:gd name="connsiteY8" fmla="*/ 45058 h 152791"/>
                <a:gd name="connsiteX9" fmla="*/ 5203 w 99748"/>
                <a:gd name="connsiteY9" fmla="*/ 46188 h 152791"/>
                <a:gd name="connsiteX10" fmla="*/ 37706 w 99748"/>
                <a:gd name="connsiteY10" fmla="*/ 16805 h 152791"/>
                <a:gd name="connsiteX11" fmla="*/ 69311 w 99748"/>
                <a:gd name="connsiteY11" fmla="*/ 48674 h 152791"/>
                <a:gd name="connsiteX12" fmla="*/ 40171 w 99748"/>
                <a:gd name="connsiteY12" fmla="*/ 107440 h 152791"/>
                <a:gd name="connsiteX13" fmla="*/ 272 w 99748"/>
                <a:gd name="connsiteY13" fmla="*/ 150158 h 152791"/>
                <a:gd name="connsiteX14" fmla="*/ 272 w 99748"/>
                <a:gd name="connsiteY14" fmla="*/ 152871 h 152791"/>
                <a:gd name="connsiteX15" fmla="*/ 87692 w 99748"/>
                <a:gd name="connsiteY15" fmla="*/ 152871 h 152791"/>
                <a:gd name="connsiteX16" fmla="*/ 100020 w 99748"/>
                <a:gd name="connsiteY16" fmla="*/ 121906 h 15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748" h="152791">
                  <a:moveTo>
                    <a:pt x="100020" y="121906"/>
                  </a:moveTo>
                  <a:lnTo>
                    <a:pt x="97106" y="120776"/>
                  </a:lnTo>
                  <a:cubicBezTo>
                    <a:pt x="88813" y="133659"/>
                    <a:pt x="85899" y="135693"/>
                    <a:pt x="75812" y="135693"/>
                  </a:cubicBezTo>
                  <a:lnTo>
                    <a:pt x="22239" y="135693"/>
                  </a:lnTo>
                  <a:lnTo>
                    <a:pt x="59897" y="95913"/>
                  </a:lnTo>
                  <a:cubicBezTo>
                    <a:pt x="79847" y="74893"/>
                    <a:pt x="88589" y="57715"/>
                    <a:pt x="88589" y="40086"/>
                  </a:cubicBezTo>
                  <a:cubicBezTo>
                    <a:pt x="88589" y="17483"/>
                    <a:pt x="70432" y="80"/>
                    <a:pt x="47120" y="80"/>
                  </a:cubicBezTo>
                  <a:cubicBezTo>
                    <a:pt x="34792" y="80"/>
                    <a:pt x="23136" y="5052"/>
                    <a:pt x="14842" y="14093"/>
                  </a:cubicBezTo>
                  <a:cubicBezTo>
                    <a:pt x="7669" y="21778"/>
                    <a:pt x="4307" y="29010"/>
                    <a:pt x="496" y="45058"/>
                  </a:cubicBezTo>
                  <a:lnTo>
                    <a:pt x="5203" y="46188"/>
                  </a:lnTo>
                  <a:cubicBezTo>
                    <a:pt x="14169" y="24038"/>
                    <a:pt x="22239" y="16805"/>
                    <a:pt x="37706" y="16805"/>
                  </a:cubicBezTo>
                  <a:cubicBezTo>
                    <a:pt x="56535" y="16805"/>
                    <a:pt x="69311" y="29689"/>
                    <a:pt x="69311" y="48674"/>
                  </a:cubicBezTo>
                  <a:cubicBezTo>
                    <a:pt x="69311" y="66304"/>
                    <a:pt x="59000" y="87324"/>
                    <a:pt x="40171" y="107440"/>
                  </a:cubicBezTo>
                  <a:lnTo>
                    <a:pt x="272" y="150158"/>
                  </a:lnTo>
                  <a:lnTo>
                    <a:pt x="272" y="152871"/>
                  </a:lnTo>
                  <a:lnTo>
                    <a:pt x="87692" y="152871"/>
                  </a:lnTo>
                  <a:lnTo>
                    <a:pt x="100020" y="121906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6AA8ED18-6D70-5990-C0BA-D1C6B187BB9A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11744968" y="4394172"/>
              <a:ext cx="297044" cy="384846"/>
            </a:xfrm>
            <a:custGeom>
              <a:avLst/>
              <a:gdLst>
                <a:gd name="connsiteX0" fmla="*/ 70928 w 297044"/>
                <a:gd name="connsiteY0" fmla="*/ 18124 h 384846"/>
                <a:gd name="connsiteX1" fmla="*/ 187827 w 297044"/>
                <a:gd name="connsiteY1" fmla="*/ 18124 h 384846"/>
                <a:gd name="connsiteX2" fmla="*/ 258489 w 297044"/>
                <a:gd name="connsiteY2" fmla="*/ 72662 h 384846"/>
                <a:gd name="connsiteX3" fmla="*/ 269830 w 297044"/>
                <a:gd name="connsiteY3" fmla="*/ 72662 h 384846"/>
                <a:gd name="connsiteX4" fmla="*/ 265468 w 297044"/>
                <a:gd name="connsiteY4" fmla="*/ 91 h 384846"/>
                <a:gd name="connsiteX5" fmla="*/ 4191 w 297044"/>
                <a:gd name="connsiteY5" fmla="*/ 91 h 384846"/>
                <a:gd name="connsiteX6" fmla="*/ 105823 w 297044"/>
                <a:gd name="connsiteY6" fmla="*/ 205489 h 384846"/>
                <a:gd name="connsiteX7" fmla="*/ 265 w 297044"/>
                <a:gd name="connsiteY7" fmla="*/ 384937 h 384846"/>
                <a:gd name="connsiteX8" fmla="*/ 273756 w 297044"/>
                <a:gd name="connsiteY8" fmla="*/ 384937 h 384846"/>
                <a:gd name="connsiteX9" fmla="*/ 297310 w 297044"/>
                <a:gd name="connsiteY9" fmla="*/ 292574 h 384846"/>
                <a:gd name="connsiteX10" fmla="*/ 285969 w 297044"/>
                <a:gd name="connsiteY10" fmla="*/ 292574 h 384846"/>
                <a:gd name="connsiteX11" fmla="*/ 208327 w 297044"/>
                <a:gd name="connsiteY11" fmla="*/ 335677 h 384846"/>
                <a:gd name="connsiteX12" fmla="*/ 65258 w 297044"/>
                <a:gd name="connsiteY12" fmla="*/ 335677 h 384846"/>
                <a:gd name="connsiteX13" fmla="*/ 152932 w 297044"/>
                <a:gd name="connsiteY13" fmla="*/ 180859 h 384846"/>
                <a:gd name="connsiteX14" fmla="*/ 70928 w 297044"/>
                <a:gd name="connsiteY14" fmla="*/ 18124 h 384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7044" h="384846">
                  <a:moveTo>
                    <a:pt x="70928" y="18124"/>
                  </a:moveTo>
                  <a:lnTo>
                    <a:pt x="187827" y="18124"/>
                  </a:lnTo>
                  <a:cubicBezTo>
                    <a:pt x="237988" y="18124"/>
                    <a:pt x="251074" y="28240"/>
                    <a:pt x="258489" y="72662"/>
                  </a:cubicBezTo>
                  <a:lnTo>
                    <a:pt x="269830" y="72662"/>
                  </a:lnTo>
                  <a:lnTo>
                    <a:pt x="265468" y="91"/>
                  </a:lnTo>
                  <a:lnTo>
                    <a:pt x="4191" y="91"/>
                  </a:lnTo>
                  <a:lnTo>
                    <a:pt x="105823" y="205489"/>
                  </a:lnTo>
                  <a:lnTo>
                    <a:pt x="265" y="384937"/>
                  </a:lnTo>
                  <a:lnTo>
                    <a:pt x="273756" y="384937"/>
                  </a:lnTo>
                  <a:lnTo>
                    <a:pt x="297310" y="292574"/>
                  </a:lnTo>
                  <a:lnTo>
                    <a:pt x="285969" y="292574"/>
                  </a:lnTo>
                  <a:cubicBezTo>
                    <a:pt x="272011" y="328200"/>
                    <a:pt x="258925" y="335677"/>
                    <a:pt x="208327" y="335677"/>
                  </a:cubicBezTo>
                  <a:lnTo>
                    <a:pt x="65258" y="335677"/>
                  </a:lnTo>
                  <a:lnTo>
                    <a:pt x="152932" y="180859"/>
                  </a:lnTo>
                  <a:lnTo>
                    <a:pt x="70928" y="18124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98E92E17-CEC3-2FD3-03BE-61F48FA52DEF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11730888" y="4827590"/>
              <a:ext cx="48193" cy="150304"/>
            </a:xfrm>
            <a:custGeom>
              <a:avLst/>
              <a:gdLst>
                <a:gd name="connsiteX0" fmla="*/ 39042 w 48193"/>
                <a:gd name="connsiteY0" fmla="*/ 122152 h 150304"/>
                <a:gd name="connsiteX1" fmla="*/ 29852 w 48193"/>
                <a:gd name="connsiteY1" fmla="*/ 133679 h 150304"/>
                <a:gd name="connsiteX2" fmla="*/ 20662 w 48193"/>
                <a:gd name="connsiteY2" fmla="*/ 139782 h 150304"/>
                <a:gd name="connsiteX3" fmla="*/ 17075 w 48193"/>
                <a:gd name="connsiteY3" fmla="*/ 136392 h 150304"/>
                <a:gd name="connsiteX4" fmla="*/ 19317 w 48193"/>
                <a:gd name="connsiteY4" fmla="*/ 126447 h 150304"/>
                <a:gd name="connsiteX5" fmla="*/ 20437 w 48193"/>
                <a:gd name="connsiteY5" fmla="*/ 122378 h 150304"/>
                <a:gd name="connsiteX6" fmla="*/ 20437 w 48193"/>
                <a:gd name="connsiteY6" fmla="*/ 121926 h 150304"/>
                <a:gd name="connsiteX7" fmla="*/ 20662 w 48193"/>
                <a:gd name="connsiteY7" fmla="*/ 121474 h 150304"/>
                <a:gd name="connsiteX8" fmla="*/ 40387 w 48193"/>
                <a:gd name="connsiteY8" fmla="*/ 48695 h 150304"/>
                <a:gd name="connsiteX9" fmla="*/ 39715 w 48193"/>
                <a:gd name="connsiteY9" fmla="*/ 48243 h 150304"/>
                <a:gd name="connsiteX10" fmla="*/ 3850 w 48193"/>
                <a:gd name="connsiteY10" fmla="*/ 53893 h 150304"/>
                <a:gd name="connsiteX11" fmla="*/ 3850 w 48193"/>
                <a:gd name="connsiteY11" fmla="*/ 57510 h 150304"/>
                <a:gd name="connsiteX12" fmla="*/ 17972 w 48193"/>
                <a:gd name="connsiteY12" fmla="*/ 62934 h 150304"/>
                <a:gd name="connsiteX13" fmla="*/ 15954 w 48193"/>
                <a:gd name="connsiteY13" fmla="*/ 72879 h 150304"/>
                <a:gd name="connsiteX14" fmla="*/ 5195 w 48193"/>
                <a:gd name="connsiteY14" fmla="*/ 112885 h 150304"/>
                <a:gd name="connsiteX15" fmla="*/ 264 w 48193"/>
                <a:gd name="connsiteY15" fmla="*/ 137522 h 150304"/>
                <a:gd name="connsiteX16" fmla="*/ 10575 w 48193"/>
                <a:gd name="connsiteY16" fmla="*/ 150405 h 150304"/>
                <a:gd name="connsiteX17" fmla="*/ 41956 w 48193"/>
                <a:gd name="connsiteY17" fmla="*/ 124638 h 150304"/>
                <a:gd name="connsiteX18" fmla="*/ 39042 w 48193"/>
                <a:gd name="connsiteY18" fmla="*/ 122152 h 150304"/>
                <a:gd name="connsiteX19" fmla="*/ 37249 w 48193"/>
                <a:gd name="connsiteY19" fmla="*/ 100 h 150304"/>
                <a:gd name="connsiteX20" fmla="*/ 26714 w 48193"/>
                <a:gd name="connsiteY20" fmla="*/ 12079 h 150304"/>
                <a:gd name="connsiteX21" fmla="*/ 37473 w 48193"/>
                <a:gd name="connsiteY21" fmla="*/ 24058 h 150304"/>
                <a:gd name="connsiteX22" fmla="*/ 48457 w 48193"/>
                <a:gd name="connsiteY22" fmla="*/ 12531 h 150304"/>
                <a:gd name="connsiteX23" fmla="*/ 37249 w 48193"/>
                <a:gd name="connsiteY23" fmla="*/ 100 h 1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193" h="150304">
                  <a:moveTo>
                    <a:pt x="39042" y="122152"/>
                  </a:moveTo>
                  <a:cubicBezTo>
                    <a:pt x="33662" y="129385"/>
                    <a:pt x="32093" y="131193"/>
                    <a:pt x="29852" y="133679"/>
                  </a:cubicBezTo>
                  <a:cubicBezTo>
                    <a:pt x="26041" y="137522"/>
                    <a:pt x="22679" y="139782"/>
                    <a:pt x="20662" y="139782"/>
                  </a:cubicBezTo>
                  <a:cubicBezTo>
                    <a:pt x="18868" y="139782"/>
                    <a:pt x="17075" y="137974"/>
                    <a:pt x="17075" y="136392"/>
                  </a:cubicBezTo>
                  <a:cubicBezTo>
                    <a:pt x="17075" y="134131"/>
                    <a:pt x="17748" y="130741"/>
                    <a:pt x="19317" y="126447"/>
                  </a:cubicBezTo>
                  <a:cubicBezTo>
                    <a:pt x="19317" y="125768"/>
                    <a:pt x="19989" y="124186"/>
                    <a:pt x="20437" y="122378"/>
                  </a:cubicBezTo>
                  <a:lnTo>
                    <a:pt x="20437" y="121926"/>
                  </a:lnTo>
                  <a:lnTo>
                    <a:pt x="20662" y="121474"/>
                  </a:lnTo>
                  <a:lnTo>
                    <a:pt x="40387" y="48695"/>
                  </a:lnTo>
                  <a:lnTo>
                    <a:pt x="39715" y="48243"/>
                  </a:lnTo>
                  <a:cubicBezTo>
                    <a:pt x="17075" y="52537"/>
                    <a:pt x="12592" y="53215"/>
                    <a:pt x="3850" y="53893"/>
                  </a:cubicBezTo>
                  <a:lnTo>
                    <a:pt x="3850" y="57510"/>
                  </a:lnTo>
                  <a:cubicBezTo>
                    <a:pt x="15730" y="57736"/>
                    <a:pt x="17972" y="58414"/>
                    <a:pt x="17972" y="62934"/>
                  </a:cubicBezTo>
                  <a:cubicBezTo>
                    <a:pt x="17972" y="64742"/>
                    <a:pt x="17299" y="68359"/>
                    <a:pt x="15954" y="72879"/>
                  </a:cubicBezTo>
                  <a:lnTo>
                    <a:pt x="5195" y="112885"/>
                  </a:lnTo>
                  <a:cubicBezTo>
                    <a:pt x="1608" y="125995"/>
                    <a:pt x="264" y="133001"/>
                    <a:pt x="264" y="137522"/>
                  </a:cubicBezTo>
                  <a:cubicBezTo>
                    <a:pt x="264" y="145884"/>
                    <a:pt x="3850" y="150405"/>
                    <a:pt x="10575" y="150405"/>
                  </a:cubicBezTo>
                  <a:cubicBezTo>
                    <a:pt x="20886" y="150405"/>
                    <a:pt x="29179" y="143624"/>
                    <a:pt x="41956" y="124638"/>
                  </a:cubicBezTo>
                  <a:lnTo>
                    <a:pt x="39042" y="122152"/>
                  </a:lnTo>
                  <a:close/>
                  <a:moveTo>
                    <a:pt x="37249" y="100"/>
                  </a:moveTo>
                  <a:cubicBezTo>
                    <a:pt x="31197" y="100"/>
                    <a:pt x="26714" y="5299"/>
                    <a:pt x="26714" y="12079"/>
                  </a:cubicBezTo>
                  <a:cubicBezTo>
                    <a:pt x="26714" y="19312"/>
                    <a:pt x="30973" y="24058"/>
                    <a:pt x="37473" y="24058"/>
                  </a:cubicBezTo>
                  <a:cubicBezTo>
                    <a:pt x="43301" y="24058"/>
                    <a:pt x="48457" y="18860"/>
                    <a:pt x="48457" y="12531"/>
                  </a:cubicBezTo>
                  <a:cubicBezTo>
                    <a:pt x="48457" y="5977"/>
                    <a:pt x="43301" y="100"/>
                    <a:pt x="37249" y="100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CB7817D-5CE0-D9C9-4A97-0751821A58EB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11795004" y="4892459"/>
              <a:ext cx="149062" cy="52889"/>
            </a:xfrm>
            <a:custGeom>
              <a:avLst/>
              <a:gdLst>
                <a:gd name="connsiteX0" fmla="*/ 141707 w 149062"/>
                <a:gd name="connsiteY0" fmla="*/ 9141 h 52889"/>
                <a:gd name="connsiteX1" fmla="*/ 149328 w 149062"/>
                <a:gd name="connsiteY1" fmla="*/ 4621 h 52889"/>
                <a:gd name="connsiteX2" fmla="*/ 141931 w 149062"/>
                <a:gd name="connsiteY2" fmla="*/ 100 h 52889"/>
                <a:gd name="connsiteX3" fmla="*/ 7663 w 149062"/>
                <a:gd name="connsiteY3" fmla="*/ 100 h 52889"/>
                <a:gd name="connsiteX4" fmla="*/ 266 w 149062"/>
                <a:gd name="connsiteY4" fmla="*/ 4621 h 52889"/>
                <a:gd name="connsiteX5" fmla="*/ 7887 w 149062"/>
                <a:gd name="connsiteY5" fmla="*/ 9141 h 52889"/>
                <a:gd name="connsiteX6" fmla="*/ 141707 w 149062"/>
                <a:gd name="connsiteY6" fmla="*/ 9141 h 52889"/>
                <a:gd name="connsiteX7" fmla="*/ 141931 w 149062"/>
                <a:gd name="connsiteY7" fmla="*/ 52989 h 52889"/>
                <a:gd name="connsiteX8" fmla="*/ 149328 w 149062"/>
                <a:gd name="connsiteY8" fmla="*/ 48469 h 52889"/>
                <a:gd name="connsiteX9" fmla="*/ 141707 w 149062"/>
                <a:gd name="connsiteY9" fmla="*/ 43948 h 52889"/>
                <a:gd name="connsiteX10" fmla="*/ 7887 w 149062"/>
                <a:gd name="connsiteY10" fmla="*/ 43948 h 52889"/>
                <a:gd name="connsiteX11" fmla="*/ 266 w 149062"/>
                <a:gd name="connsiteY11" fmla="*/ 48469 h 52889"/>
                <a:gd name="connsiteX12" fmla="*/ 7663 w 149062"/>
                <a:gd name="connsiteY12" fmla="*/ 52989 h 52889"/>
                <a:gd name="connsiteX13" fmla="*/ 141931 w 149062"/>
                <a:gd name="connsiteY13" fmla="*/ 52989 h 52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062" h="52889">
                  <a:moveTo>
                    <a:pt x="141707" y="9141"/>
                  </a:moveTo>
                  <a:cubicBezTo>
                    <a:pt x="145069" y="9141"/>
                    <a:pt x="149328" y="9141"/>
                    <a:pt x="149328" y="4621"/>
                  </a:cubicBezTo>
                  <a:cubicBezTo>
                    <a:pt x="149328" y="100"/>
                    <a:pt x="145069" y="100"/>
                    <a:pt x="141931" y="100"/>
                  </a:cubicBezTo>
                  <a:lnTo>
                    <a:pt x="7663" y="100"/>
                  </a:lnTo>
                  <a:cubicBezTo>
                    <a:pt x="4525" y="100"/>
                    <a:pt x="266" y="100"/>
                    <a:pt x="266" y="4621"/>
                  </a:cubicBezTo>
                  <a:cubicBezTo>
                    <a:pt x="266" y="9141"/>
                    <a:pt x="4525" y="9141"/>
                    <a:pt x="7887" y="9141"/>
                  </a:cubicBezTo>
                  <a:lnTo>
                    <a:pt x="141707" y="9141"/>
                  </a:lnTo>
                  <a:close/>
                  <a:moveTo>
                    <a:pt x="141931" y="52989"/>
                  </a:moveTo>
                  <a:cubicBezTo>
                    <a:pt x="145069" y="52989"/>
                    <a:pt x="149328" y="52989"/>
                    <a:pt x="149328" y="48469"/>
                  </a:cubicBezTo>
                  <a:cubicBezTo>
                    <a:pt x="149328" y="43948"/>
                    <a:pt x="145069" y="43948"/>
                    <a:pt x="141707" y="43948"/>
                  </a:cubicBezTo>
                  <a:lnTo>
                    <a:pt x="7887" y="43948"/>
                  </a:lnTo>
                  <a:cubicBezTo>
                    <a:pt x="4525" y="43948"/>
                    <a:pt x="266" y="43948"/>
                    <a:pt x="266" y="48469"/>
                  </a:cubicBezTo>
                  <a:cubicBezTo>
                    <a:pt x="266" y="52989"/>
                    <a:pt x="4525" y="52989"/>
                    <a:pt x="7663" y="52989"/>
                  </a:cubicBezTo>
                  <a:lnTo>
                    <a:pt x="141931" y="52989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569A3BFF-17B9-2CE6-2B43-1B47412F002E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11962649" y="4822618"/>
              <a:ext cx="101317" cy="155955"/>
            </a:xfrm>
            <a:custGeom>
              <a:avLst/>
              <a:gdLst>
                <a:gd name="connsiteX0" fmla="*/ 51826 w 101317"/>
                <a:gd name="connsiteY0" fmla="*/ 101 h 155955"/>
                <a:gd name="connsiteX1" fmla="*/ 21790 w 101317"/>
                <a:gd name="connsiteY1" fmla="*/ 11854 h 155955"/>
                <a:gd name="connsiteX2" fmla="*/ 271 w 101317"/>
                <a:gd name="connsiteY2" fmla="*/ 76948 h 155955"/>
                <a:gd name="connsiteX3" fmla="*/ 18203 w 101317"/>
                <a:gd name="connsiteY3" fmla="*/ 140686 h 155955"/>
                <a:gd name="connsiteX4" fmla="*/ 50930 w 101317"/>
                <a:gd name="connsiteY4" fmla="*/ 156056 h 155955"/>
                <a:gd name="connsiteX5" fmla="*/ 80070 w 101317"/>
                <a:gd name="connsiteY5" fmla="*/ 144303 h 155955"/>
                <a:gd name="connsiteX6" fmla="*/ 101589 w 101317"/>
                <a:gd name="connsiteY6" fmla="*/ 78304 h 155955"/>
                <a:gd name="connsiteX7" fmla="*/ 51826 w 101317"/>
                <a:gd name="connsiteY7" fmla="*/ 101 h 155955"/>
                <a:gd name="connsiteX8" fmla="*/ 51154 w 101317"/>
                <a:gd name="connsiteY8" fmla="*/ 5977 h 155955"/>
                <a:gd name="connsiteX9" fmla="*/ 80070 w 101317"/>
                <a:gd name="connsiteY9" fmla="*/ 78756 h 155955"/>
                <a:gd name="connsiteX10" fmla="*/ 50930 w 101317"/>
                <a:gd name="connsiteY10" fmla="*/ 150179 h 155955"/>
                <a:gd name="connsiteX11" fmla="*/ 21790 w 101317"/>
                <a:gd name="connsiteY11" fmla="*/ 78982 h 155955"/>
                <a:gd name="connsiteX12" fmla="*/ 51154 w 101317"/>
                <a:gd name="connsiteY12" fmla="*/ 5977 h 155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17" h="155955">
                  <a:moveTo>
                    <a:pt x="51826" y="101"/>
                  </a:moveTo>
                  <a:cubicBezTo>
                    <a:pt x="39498" y="101"/>
                    <a:pt x="30084" y="3943"/>
                    <a:pt x="21790" y="11854"/>
                  </a:cubicBezTo>
                  <a:cubicBezTo>
                    <a:pt x="8789" y="24511"/>
                    <a:pt x="271" y="50504"/>
                    <a:pt x="271" y="76948"/>
                  </a:cubicBezTo>
                  <a:cubicBezTo>
                    <a:pt x="271" y="101585"/>
                    <a:pt x="7668" y="128029"/>
                    <a:pt x="18203" y="140686"/>
                  </a:cubicBezTo>
                  <a:cubicBezTo>
                    <a:pt x="26497" y="150631"/>
                    <a:pt x="37929" y="156056"/>
                    <a:pt x="50930" y="156056"/>
                  </a:cubicBezTo>
                  <a:cubicBezTo>
                    <a:pt x="62362" y="156056"/>
                    <a:pt x="72000" y="152214"/>
                    <a:pt x="80070" y="144303"/>
                  </a:cubicBezTo>
                  <a:cubicBezTo>
                    <a:pt x="93071" y="131872"/>
                    <a:pt x="101589" y="105653"/>
                    <a:pt x="101589" y="78304"/>
                  </a:cubicBezTo>
                  <a:cubicBezTo>
                    <a:pt x="101589" y="31970"/>
                    <a:pt x="81191" y="101"/>
                    <a:pt x="51826" y="101"/>
                  </a:cubicBezTo>
                  <a:close/>
                  <a:moveTo>
                    <a:pt x="51154" y="5977"/>
                  </a:moveTo>
                  <a:cubicBezTo>
                    <a:pt x="69983" y="5977"/>
                    <a:pt x="80070" y="31518"/>
                    <a:pt x="80070" y="78756"/>
                  </a:cubicBezTo>
                  <a:cubicBezTo>
                    <a:pt x="80070" y="125995"/>
                    <a:pt x="70207" y="150179"/>
                    <a:pt x="50930" y="150179"/>
                  </a:cubicBezTo>
                  <a:cubicBezTo>
                    <a:pt x="31653" y="150179"/>
                    <a:pt x="21790" y="125995"/>
                    <a:pt x="21790" y="78982"/>
                  </a:cubicBezTo>
                  <a:cubicBezTo>
                    <a:pt x="21790" y="31066"/>
                    <a:pt x="31877" y="5977"/>
                    <a:pt x="51154" y="597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9874E1FB-8ADE-CFB4-7007-CA60A466DB51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12143790" y="4276392"/>
              <a:ext cx="241813" cy="610810"/>
            </a:xfrm>
            <a:custGeom>
              <a:avLst/>
              <a:gdLst>
                <a:gd name="connsiteX0" fmla="*/ 13362 w 241813"/>
                <a:gd name="connsiteY0" fmla="*/ 598517 h 610810"/>
                <a:gd name="connsiteX1" fmla="*/ 26720 w 241813"/>
                <a:gd name="connsiteY1" fmla="*/ 585047 h 610810"/>
                <a:gd name="connsiteX2" fmla="*/ 13635 w 241813"/>
                <a:gd name="connsiteY2" fmla="*/ 571578 h 610810"/>
                <a:gd name="connsiteX3" fmla="*/ 276 w 241813"/>
                <a:gd name="connsiteY3" fmla="*/ 585322 h 610810"/>
                <a:gd name="connsiteX4" fmla="*/ 30537 w 241813"/>
                <a:gd name="connsiteY4" fmla="*/ 610887 h 610810"/>
                <a:gd name="connsiteX5" fmla="*/ 106871 w 241813"/>
                <a:gd name="connsiteY5" fmla="*/ 466844 h 610810"/>
                <a:gd name="connsiteX6" fmla="*/ 160304 w 241813"/>
                <a:gd name="connsiteY6" fmla="*/ 204047 h 610810"/>
                <a:gd name="connsiteX7" fmla="*/ 189747 w 241813"/>
                <a:gd name="connsiteY7" fmla="*/ 55055 h 610810"/>
                <a:gd name="connsiteX8" fmla="*/ 212920 w 241813"/>
                <a:gd name="connsiteY8" fmla="*/ 6124 h 610810"/>
                <a:gd name="connsiteX9" fmla="*/ 229277 w 241813"/>
                <a:gd name="connsiteY9" fmla="*/ 12447 h 610810"/>
                <a:gd name="connsiteX10" fmla="*/ 215646 w 241813"/>
                <a:gd name="connsiteY10" fmla="*/ 25917 h 610810"/>
                <a:gd name="connsiteX11" fmla="*/ 228732 w 241813"/>
                <a:gd name="connsiteY11" fmla="*/ 39386 h 610810"/>
                <a:gd name="connsiteX12" fmla="*/ 242090 w 241813"/>
                <a:gd name="connsiteY12" fmla="*/ 25642 h 610810"/>
                <a:gd name="connsiteX13" fmla="*/ 212374 w 241813"/>
                <a:gd name="connsiteY13" fmla="*/ 77 h 610810"/>
                <a:gd name="connsiteX14" fmla="*/ 161394 w 241813"/>
                <a:gd name="connsiteY14" fmla="*/ 86118 h 610810"/>
                <a:gd name="connsiteX15" fmla="*/ 93512 w 241813"/>
                <a:gd name="connsiteY15" fmla="*/ 406917 h 610810"/>
                <a:gd name="connsiteX16" fmla="*/ 69522 w 241813"/>
                <a:gd name="connsiteY16" fmla="*/ 533093 h 610810"/>
                <a:gd name="connsiteX17" fmla="*/ 29992 w 241813"/>
                <a:gd name="connsiteY17" fmla="*/ 604839 h 610810"/>
                <a:gd name="connsiteX18" fmla="*/ 13362 w 241813"/>
                <a:gd name="connsiteY18" fmla="*/ 598517 h 610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1813" h="610810">
                  <a:moveTo>
                    <a:pt x="13362" y="598517"/>
                  </a:moveTo>
                  <a:cubicBezTo>
                    <a:pt x="22086" y="597967"/>
                    <a:pt x="26720" y="591920"/>
                    <a:pt x="26720" y="585047"/>
                  </a:cubicBezTo>
                  <a:cubicBezTo>
                    <a:pt x="26720" y="575976"/>
                    <a:pt x="19905" y="571578"/>
                    <a:pt x="13635" y="571578"/>
                  </a:cubicBezTo>
                  <a:cubicBezTo>
                    <a:pt x="7092" y="571578"/>
                    <a:pt x="276" y="575701"/>
                    <a:pt x="276" y="585322"/>
                  </a:cubicBezTo>
                  <a:cubicBezTo>
                    <a:pt x="276" y="599342"/>
                    <a:pt x="13907" y="610887"/>
                    <a:pt x="30537" y="610887"/>
                  </a:cubicBezTo>
                  <a:cubicBezTo>
                    <a:pt x="71975" y="610887"/>
                    <a:pt x="87515" y="546562"/>
                    <a:pt x="106871" y="466844"/>
                  </a:cubicBezTo>
                  <a:cubicBezTo>
                    <a:pt x="127862" y="379978"/>
                    <a:pt x="145583" y="292287"/>
                    <a:pt x="160304" y="204047"/>
                  </a:cubicBezTo>
                  <a:cubicBezTo>
                    <a:pt x="170391" y="145495"/>
                    <a:pt x="180478" y="90516"/>
                    <a:pt x="189747" y="55055"/>
                  </a:cubicBezTo>
                  <a:cubicBezTo>
                    <a:pt x="193018" y="41585"/>
                    <a:pt x="202287" y="6124"/>
                    <a:pt x="212920" y="6124"/>
                  </a:cubicBezTo>
                  <a:cubicBezTo>
                    <a:pt x="221371" y="6124"/>
                    <a:pt x="228186" y="11347"/>
                    <a:pt x="229277" y="12447"/>
                  </a:cubicBezTo>
                  <a:cubicBezTo>
                    <a:pt x="220280" y="12997"/>
                    <a:pt x="215646" y="19044"/>
                    <a:pt x="215646" y="25917"/>
                  </a:cubicBezTo>
                  <a:cubicBezTo>
                    <a:pt x="215646" y="34988"/>
                    <a:pt x="222461" y="39386"/>
                    <a:pt x="228732" y="39386"/>
                  </a:cubicBezTo>
                  <a:cubicBezTo>
                    <a:pt x="235274" y="39386"/>
                    <a:pt x="242090" y="35263"/>
                    <a:pt x="242090" y="25642"/>
                  </a:cubicBezTo>
                  <a:cubicBezTo>
                    <a:pt x="242090" y="10798"/>
                    <a:pt x="227368" y="77"/>
                    <a:pt x="212374" y="77"/>
                  </a:cubicBezTo>
                  <a:cubicBezTo>
                    <a:pt x="191655" y="77"/>
                    <a:pt x="176389" y="30040"/>
                    <a:pt x="161394" y="86118"/>
                  </a:cubicBezTo>
                  <a:cubicBezTo>
                    <a:pt x="160577" y="89142"/>
                    <a:pt x="123500" y="227138"/>
                    <a:pt x="93512" y="406917"/>
                  </a:cubicBezTo>
                  <a:cubicBezTo>
                    <a:pt x="86424" y="448976"/>
                    <a:pt x="78518" y="494883"/>
                    <a:pt x="69522" y="533093"/>
                  </a:cubicBezTo>
                  <a:cubicBezTo>
                    <a:pt x="64614" y="553160"/>
                    <a:pt x="52074" y="604839"/>
                    <a:pt x="29992" y="604839"/>
                  </a:cubicBezTo>
                  <a:cubicBezTo>
                    <a:pt x="20177" y="604839"/>
                    <a:pt x="13635" y="598517"/>
                    <a:pt x="13362" y="59851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8DBF22B2-EC3E-6A8D-BCDC-835C3807EC25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12395505" y="4264288"/>
              <a:ext cx="106248" cy="102162"/>
            </a:xfrm>
            <a:custGeom>
              <a:avLst/>
              <a:gdLst>
                <a:gd name="connsiteX0" fmla="*/ 96448 w 106248"/>
                <a:gd name="connsiteY0" fmla="*/ 74668 h 102162"/>
                <a:gd name="connsiteX1" fmla="*/ 91517 w 106248"/>
                <a:gd name="connsiteY1" fmla="*/ 80770 h 102162"/>
                <a:gd name="connsiteX2" fmla="*/ 81205 w 106248"/>
                <a:gd name="connsiteY2" fmla="*/ 89811 h 102162"/>
                <a:gd name="connsiteX3" fmla="*/ 74257 w 106248"/>
                <a:gd name="connsiteY3" fmla="*/ 80544 h 102162"/>
                <a:gd name="connsiteX4" fmla="*/ 73360 w 106248"/>
                <a:gd name="connsiteY4" fmla="*/ 76702 h 102162"/>
                <a:gd name="connsiteX5" fmla="*/ 65291 w 106248"/>
                <a:gd name="connsiteY5" fmla="*/ 40086 h 102162"/>
                <a:gd name="connsiteX6" fmla="*/ 87258 w 106248"/>
                <a:gd name="connsiteY6" fmla="*/ 12738 h 102162"/>
                <a:gd name="connsiteX7" fmla="*/ 92637 w 106248"/>
                <a:gd name="connsiteY7" fmla="*/ 14546 h 102162"/>
                <a:gd name="connsiteX8" fmla="*/ 98689 w 106248"/>
                <a:gd name="connsiteY8" fmla="*/ 16580 h 102162"/>
                <a:gd name="connsiteX9" fmla="*/ 106535 w 106248"/>
                <a:gd name="connsiteY9" fmla="*/ 8443 h 102162"/>
                <a:gd name="connsiteX10" fmla="*/ 97345 w 106248"/>
                <a:gd name="connsiteY10" fmla="*/ 80 h 102162"/>
                <a:gd name="connsiteX11" fmla="*/ 63497 w 106248"/>
                <a:gd name="connsiteY11" fmla="*/ 32402 h 102162"/>
                <a:gd name="connsiteX12" fmla="*/ 61032 w 106248"/>
                <a:gd name="connsiteY12" fmla="*/ 19970 h 102162"/>
                <a:gd name="connsiteX13" fmla="*/ 49376 w 106248"/>
                <a:gd name="connsiteY13" fmla="*/ 80 h 102162"/>
                <a:gd name="connsiteX14" fmla="*/ 23150 w 106248"/>
                <a:gd name="connsiteY14" fmla="*/ 6635 h 102162"/>
                <a:gd name="connsiteX15" fmla="*/ 20684 w 106248"/>
                <a:gd name="connsiteY15" fmla="*/ 7539 h 102162"/>
                <a:gd name="connsiteX16" fmla="*/ 21581 w 106248"/>
                <a:gd name="connsiteY16" fmla="*/ 10929 h 102162"/>
                <a:gd name="connsiteX17" fmla="*/ 34133 w 106248"/>
                <a:gd name="connsiteY17" fmla="*/ 8443 h 102162"/>
                <a:gd name="connsiteX18" fmla="*/ 44220 w 106248"/>
                <a:gd name="connsiteY18" fmla="*/ 24039 h 102162"/>
                <a:gd name="connsiteX19" fmla="*/ 50721 w 106248"/>
                <a:gd name="connsiteY19" fmla="*/ 51839 h 102162"/>
                <a:gd name="connsiteX20" fmla="*/ 32340 w 106248"/>
                <a:gd name="connsiteY20" fmla="*/ 78284 h 102162"/>
                <a:gd name="connsiteX21" fmla="*/ 20908 w 106248"/>
                <a:gd name="connsiteY21" fmla="*/ 89133 h 102162"/>
                <a:gd name="connsiteX22" fmla="*/ 15080 w 106248"/>
                <a:gd name="connsiteY22" fmla="*/ 87099 h 102162"/>
                <a:gd name="connsiteX23" fmla="*/ 7907 w 106248"/>
                <a:gd name="connsiteY23" fmla="*/ 84839 h 102162"/>
                <a:gd name="connsiteX24" fmla="*/ 286 w 106248"/>
                <a:gd name="connsiteY24" fmla="*/ 92749 h 102162"/>
                <a:gd name="connsiteX25" fmla="*/ 11494 w 106248"/>
                <a:gd name="connsiteY25" fmla="*/ 102242 h 102162"/>
                <a:gd name="connsiteX26" fmla="*/ 32340 w 106248"/>
                <a:gd name="connsiteY26" fmla="*/ 86421 h 102162"/>
                <a:gd name="connsiteX27" fmla="*/ 52514 w 106248"/>
                <a:gd name="connsiteY27" fmla="*/ 59976 h 102162"/>
                <a:gd name="connsiteX28" fmla="*/ 59238 w 106248"/>
                <a:gd name="connsiteY28" fmla="*/ 87099 h 102162"/>
                <a:gd name="connsiteX29" fmla="*/ 72239 w 106248"/>
                <a:gd name="connsiteY29" fmla="*/ 102242 h 102162"/>
                <a:gd name="connsiteX30" fmla="*/ 99586 w 106248"/>
                <a:gd name="connsiteY30" fmla="*/ 76476 h 102162"/>
                <a:gd name="connsiteX31" fmla="*/ 96448 w 106248"/>
                <a:gd name="connsiteY31" fmla="*/ 74668 h 1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248" h="102162">
                  <a:moveTo>
                    <a:pt x="96448" y="74668"/>
                  </a:moveTo>
                  <a:cubicBezTo>
                    <a:pt x="94655" y="76702"/>
                    <a:pt x="93534" y="78058"/>
                    <a:pt x="91517" y="80770"/>
                  </a:cubicBezTo>
                  <a:cubicBezTo>
                    <a:pt x="86361" y="87551"/>
                    <a:pt x="83671" y="89811"/>
                    <a:pt x="81205" y="89811"/>
                  </a:cubicBezTo>
                  <a:cubicBezTo>
                    <a:pt x="77843" y="89811"/>
                    <a:pt x="75826" y="86873"/>
                    <a:pt x="74257" y="80544"/>
                  </a:cubicBezTo>
                  <a:cubicBezTo>
                    <a:pt x="73808" y="78736"/>
                    <a:pt x="73584" y="77380"/>
                    <a:pt x="73360" y="76702"/>
                  </a:cubicBezTo>
                  <a:cubicBezTo>
                    <a:pt x="67756" y="53874"/>
                    <a:pt x="65291" y="43477"/>
                    <a:pt x="65291" y="40086"/>
                  </a:cubicBezTo>
                  <a:cubicBezTo>
                    <a:pt x="75153" y="22683"/>
                    <a:pt x="83223" y="12738"/>
                    <a:pt x="87258" y="12738"/>
                  </a:cubicBezTo>
                  <a:cubicBezTo>
                    <a:pt x="88603" y="12738"/>
                    <a:pt x="90396" y="13416"/>
                    <a:pt x="92637" y="14546"/>
                  </a:cubicBezTo>
                  <a:cubicBezTo>
                    <a:pt x="95327" y="16128"/>
                    <a:pt x="96896" y="16580"/>
                    <a:pt x="98689" y="16580"/>
                  </a:cubicBezTo>
                  <a:cubicBezTo>
                    <a:pt x="103397" y="16580"/>
                    <a:pt x="106535" y="13190"/>
                    <a:pt x="106535" y="8443"/>
                  </a:cubicBezTo>
                  <a:cubicBezTo>
                    <a:pt x="106535" y="3697"/>
                    <a:pt x="102724" y="80"/>
                    <a:pt x="97345" y="80"/>
                  </a:cubicBezTo>
                  <a:cubicBezTo>
                    <a:pt x="87482" y="80"/>
                    <a:pt x="78964" y="8217"/>
                    <a:pt x="63497" y="32402"/>
                  </a:cubicBezTo>
                  <a:lnTo>
                    <a:pt x="61032" y="19970"/>
                  </a:lnTo>
                  <a:cubicBezTo>
                    <a:pt x="57893" y="4601"/>
                    <a:pt x="55428" y="80"/>
                    <a:pt x="49376" y="80"/>
                  </a:cubicBezTo>
                  <a:cubicBezTo>
                    <a:pt x="44444" y="80"/>
                    <a:pt x="36823" y="2115"/>
                    <a:pt x="23150" y="6635"/>
                  </a:cubicBezTo>
                  <a:lnTo>
                    <a:pt x="20684" y="7539"/>
                  </a:lnTo>
                  <a:lnTo>
                    <a:pt x="21581" y="10929"/>
                  </a:lnTo>
                  <a:cubicBezTo>
                    <a:pt x="30098" y="8895"/>
                    <a:pt x="32116" y="8443"/>
                    <a:pt x="34133" y="8443"/>
                  </a:cubicBezTo>
                  <a:cubicBezTo>
                    <a:pt x="39737" y="8443"/>
                    <a:pt x="41082" y="10477"/>
                    <a:pt x="44220" y="24039"/>
                  </a:cubicBezTo>
                  <a:lnTo>
                    <a:pt x="50721" y="51839"/>
                  </a:lnTo>
                  <a:lnTo>
                    <a:pt x="32340" y="78284"/>
                  </a:lnTo>
                  <a:cubicBezTo>
                    <a:pt x="27857" y="85065"/>
                    <a:pt x="23374" y="89133"/>
                    <a:pt x="20908" y="89133"/>
                  </a:cubicBezTo>
                  <a:cubicBezTo>
                    <a:pt x="19563" y="89133"/>
                    <a:pt x="17322" y="88455"/>
                    <a:pt x="15080" y="87099"/>
                  </a:cubicBezTo>
                  <a:cubicBezTo>
                    <a:pt x="12166" y="85517"/>
                    <a:pt x="9700" y="84839"/>
                    <a:pt x="7907" y="84839"/>
                  </a:cubicBezTo>
                  <a:cubicBezTo>
                    <a:pt x="3648" y="84839"/>
                    <a:pt x="286" y="88229"/>
                    <a:pt x="286" y="92749"/>
                  </a:cubicBezTo>
                  <a:cubicBezTo>
                    <a:pt x="286" y="98626"/>
                    <a:pt x="4769" y="102242"/>
                    <a:pt x="11494" y="102242"/>
                  </a:cubicBezTo>
                  <a:cubicBezTo>
                    <a:pt x="18442" y="102242"/>
                    <a:pt x="21132" y="100208"/>
                    <a:pt x="32340" y="86421"/>
                  </a:cubicBezTo>
                  <a:cubicBezTo>
                    <a:pt x="38392" y="79188"/>
                    <a:pt x="43099" y="73086"/>
                    <a:pt x="52514" y="59976"/>
                  </a:cubicBezTo>
                  <a:lnTo>
                    <a:pt x="59238" y="87099"/>
                  </a:lnTo>
                  <a:cubicBezTo>
                    <a:pt x="62152" y="98626"/>
                    <a:pt x="65066" y="102242"/>
                    <a:pt x="72239" y="102242"/>
                  </a:cubicBezTo>
                  <a:cubicBezTo>
                    <a:pt x="80757" y="102242"/>
                    <a:pt x="86585" y="96818"/>
                    <a:pt x="99586" y="76476"/>
                  </a:cubicBezTo>
                  <a:lnTo>
                    <a:pt x="96448" y="74668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9AADA2E1-B6D4-3143-A4D4-D222DE1A19AF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12510359" y="4289130"/>
              <a:ext cx="39075" cy="121868"/>
            </a:xfrm>
            <a:custGeom>
              <a:avLst/>
              <a:gdLst>
                <a:gd name="connsiteX0" fmla="*/ 31731 w 39075"/>
                <a:gd name="connsiteY0" fmla="*/ 99043 h 121868"/>
                <a:gd name="connsiteX1" fmla="*/ 24279 w 39075"/>
                <a:gd name="connsiteY1" fmla="*/ 108390 h 121868"/>
                <a:gd name="connsiteX2" fmla="*/ 16828 w 39075"/>
                <a:gd name="connsiteY2" fmla="*/ 113338 h 121868"/>
                <a:gd name="connsiteX3" fmla="*/ 13920 w 39075"/>
                <a:gd name="connsiteY3" fmla="*/ 110589 h 121868"/>
                <a:gd name="connsiteX4" fmla="*/ 15737 w 39075"/>
                <a:gd name="connsiteY4" fmla="*/ 102525 h 121868"/>
                <a:gd name="connsiteX5" fmla="*/ 16646 w 39075"/>
                <a:gd name="connsiteY5" fmla="*/ 99227 h 121868"/>
                <a:gd name="connsiteX6" fmla="*/ 16646 w 39075"/>
                <a:gd name="connsiteY6" fmla="*/ 98860 h 121868"/>
                <a:gd name="connsiteX7" fmla="*/ 16828 w 39075"/>
                <a:gd name="connsiteY7" fmla="*/ 98494 h 121868"/>
                <a:gd name="connsiteX8" fmla="*/ 32822 w 39075"/>
                <a:gd name="connsiteY8" fmla="*/ 39483 h 121868"/>
                <a:gd name="connsiteX9" fmla="*/ 32276 w 39075"/>
                <a:gd name="connsiteY9" fmla="*/ 39117 h 121868"/>
                <a:gd name="connsiteX10" fmla="*/ 3197 w 39075"/>
                <a:gd name="connsiteY10" fmla="*/ 43698 h 121868"/>
                <a:gd name="connsiteX11" fmla="*/ 3197 w 39075"/>
                <a:gd name="connsiteY11" fmla="*/ 46631 h 121868"/>
                <a:gd name="connsiteX12" fmla="*/ 14647 w 39075"/>
                <a:gd name="connsiteY12" fmla="*/ 51029 h 121868"/>
                <a:gd name="connsiteX13" fmla="*/ 13011 w 39075"/>
                <a:gd name="connsiteY13" fmla="*/ 59092 h 121868"/>
                <a:gd name="connsiteX14" fmla="*/ 4287 w 39075"/>
                <a:gd name="connsiteY14" fmla="*/ 91530 h 121868"/>
                <a:gd name="connsiteX15" fmla="*/ 289 w 39075"/>
                <a:gd name="connsiteY15" fmla="*/ 111505 h 121868"/>
                <a:gd name="connsiteX16" fmla="*/ 8649 w 39075"/>
                <a:gd name="connsiteY16" fmla="*/ 121951 h 121868"/>
                <a:gd name="connsiteX17" fmla="*/ 34094 w 39075"/>
                <a:gd name="connsiteY17" fmla="*/ 101059 h 121868"/>
                <a:gd name="connsiteX18" fmla="*/ 31731 w 39075"/>
                <a:gd name="connsiteY18" fmla="*/ 99043 h 121868"/>
                <a:gd name="connsiteX19" fmla="*/ 30277 w 39075"/>
                <a:gd name="connsiteY19" fmla="*/ 82 h 121868"/>
                <a:gd name="connsiteX20" fmla="*/ 21735 w 39075"/>
                <a:gd name="connsiteY20" fmla="*/ 9795 h 121868"/>
                <a:gd name="connsiteX21" fmla="*/ 30459 w 39075"/>
                <a:gd name="connsiteY21" fmla="*/ 19508 h 121868"/>
                <a:gd name="connsiteX22" fmla="*/ 39364 w 39075"/>
                <a:gd name="connsiteY22" fmla="*/ 10162 h 121868"/>
                <a:gd name="connsiteX23" fmla="*/ 30277 w 39075"/>
                <a:gd name="connsiteY23" fmla="*/ 82 h 12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75" h="121868">
                  <a:moveTo>
                    <a:pt x="31731" y="99043"/>
                  </a:moveTo>
                  <a:cubicBezTo>
                    <a:pt x="27369" y="104908"/>
                    <a:pt x="26097" y="106374"/>
                    <a:pt x="24279" y="108390"/>
                  </a:cubicBezTo>
                  <a:cubicBezTo>
                    <a:pt x="21190" y="111505"/>
                    <a:pt x="18464" y="113338"/>
                    <a:pt x="16828" y="113338"/>
                  </a:cubicBezTo>
                  <a:cubicBezTo>
                    <a:pt x="15374" y="113338"/>
                    <a:pt x="13920" y="111872"/>
                    <a:pt x="13920" y="110589"/>
                  </a:cubicBezTo>
                  <a:cubicBezTo>
                    <a:pt x="13920" y="108756"/>
                    <a:pt x="14465" y="106007"/>
                    <a:pt x="15737" y="102525"/>
                  </a:cubicBezTo>
                  <a:cubicBezTo>
                    <a:pt x="15737" y="101976"/>
                    <a:pt x="16283" y="100693"/>
                    <a:pt x="16646" y="99227"/>
                  </a:cubicBezTo>
                  <a:lnTo>
                    <a:pt x="16646" y="98860"/>
                  </a:lnTo>
                  <a:lnTo>
                    <a:pt x="16828" y="98494"/>
                  </a:lnTo>
                  <a:lnTo>
                    <a:pt x="32822" y="39483"/>
                  </a:lnTo>
                  <a:lnTo>
                    <a:pt x="32276" y="39117"/>
                  </a:lnTo>
                  <a:cubicBezTo>
                    <a:pt x="13920" y="42599"/>
                    <a:pt x="10285" y="43149"/>
                    <a:pt x="3197" y="43698"/>
                  </a:cubicBezTo>
                  <a:lnTo>
                    <a:pt x="3197" y="46631"/>
                  </a:lnTo>
                  <a:cubicBezTo>
                    <a:pt x="12829" y="46814"/>
                    <a:pt x="14647" y="47364"/>
                    <a:pt x="14647" y="51029"/>
                  </a:cubicBezTo>
                  <a:cubicBezTo>
                    <a:pt x="14647" y="52495"/>
                    <a:pt x="14102" y="55427"/>
                    <a:pt x="13011" y="59092"/>
                  </a:cubicBezTo>
                  <a:lnTo>
                    <a:pt x="4287" y="91530"/>
                  </a:lnTo>
                  <a:cubicBezTo>
                    <a:pt x="1379" y="102159"/>
                    <a:pt x="289" y="107840"/>
                    <a:pt x="289" y="111505"/>
                  </a:cubicBezTo>
                  <a:cubicBezTo>
                    <a:pt x="289" y="118286"/>
                    <a:pt x="3197" y="121951"/>
                    <a:pt x="8649" y="121951"/>
                  </a:cubicBezTo>
                  <a:cubicBezTo>
                    <a:pt x="17010" y="121951"/>
                    <a:pt x="23734" y="116453"/>
                    <a:pt x="34094" y="101059"/>
                  </a:cubicBezTo>
                  <a:lnTo>
                    <a:pt x="31731" y="99043"/>
                  </a:lnTo>
                  <a:close/>
                  <a:moveTo>
                    <a:pt x="30277" y="82"/>
                  </a:moveTo>
                  <a:cubicBezTo>
                    <a:pt x="25370" y="82"/>
                    <a:pt x="21735" y="4297"/>
                    <a:pt x="21735" y="9795"/>
                  </a:cubicBezTo>
                  <a:cubicBezTo>
                    <a:pt x="21735" y="15659"/>
                    <a:pt x="25188" y="19508"/>
                    <a:pt x="30459" y="19508"/>
                  </a:cubicBezTo>
                  <a:cubicBezTo>
                    <a:pt x="35184" y="19508"/>
                    <a:pt x="39364" y="15293"/>
                    <a:pt x="39364" y="10162"/>
                  </a:cubicBezTo>
                  <a:cubicBezTo>
                    <a:pt x="39364" y="4847"/>
                    <a:pt x="35184" y="82"/>
                    <a:pt x="30277" y="82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D6A169C5-1B89-6349-46EB-672405F6824E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12562344" y="4302141"/>
              <a:ext cx="120861" cy="122052"/>
            </a:xfrm>
            <a:custGeom>
              <a:avLst/>
              <a:gdLst>
                <a:gd name="connsiteX0" fmla="*/ 64447 w 120861"/>
                <a:gd name="connsiteY0" fmla="*/ 64773 h 122052"/>
                <a:gd name="connsiteX1" fmla="*/ 115154 w 120861"/>
                <a:gd name="connsiteY1" fmla="*/ 64773 h 122052"/>
                <a:gd name="connsiteX2" fmla="*/ 121152 w 120861"/>
                <a:gd name="connsiteY2" fmla="*/ 61108 h 122052"/>
                <a:gd name="connsiteX3" fmla="*/ 115154 w 120861"/>
                <a:gd name="connsiteY3" fmla="*/ 57443 h 122052"/>
                <a:gd name="connsiteX4" fmla="*/ 64447 w 120861"/>
                <a:gd name="connsiteY4" fmla="*/ 57443 h 122052"/>
                <a:gd name="connsiteX5" fmla="*/ 64447 w 120861"/>
                <a:gd name="connsiteY5" fmla="*/ 6130 h 122052"/>
                <a:gd name="connsiteX6" fmla="*/ 60812 w 120861"/>
                <a:gd name="connsiteY6" fmla="*/ 82 h 122052"/>
                <a:gd name="connsiteX7" fmla="*/ 57177 w 120861"/>
                <a:gd name="connsiteY7" fmla="*/ 6130 h 122052"/>
                <a:gd name="connsiteX8" fmla="*/ 57177 w 120861"/>
                <a:gd name="connsiteY8" fmla="*/ 57443 h 122052"/>
                <a:gd name="connsiteX9" fmla="*/ 6288 w 120861"/>
                <a:gd name="connsiteY9" fmla="*/ 57443 h 122052"/>
                <a:gd name="connsiteX10" fmla="*/ 291 w 120861"/>
                <a:gd name="connsiteY10" fmla="*/ 61108 h 122052"/>
                <a:gd name="connsiteX11" fmla="*/ 6288 w 120861"/>
                <a:gd name="connsiteY11" fmla="*/ 64773 h 122052"/>
                <a:gd name="connsiteX12" fmla="*/ 57177 w 120861"/>
                <a:gd name="connsiteY12" fmla="*/ 64773 h 122052"/>
                <a:gd name="connsiteX13" fmla="*/ 57177 w 120861"/>
                <a:gd name="connsiteY13" fmla="*/ 116087 h 122052"/>
                <a:gd name="connsiteX14" fmla="*/ 60812 w 120861"/>
                <a:gd name="connsiteY14" fmla="*/ 122134 h 122052"/>
                <a:gd name="connsiteX15" fmla="*/ 64447 w 120861"/>
                <a:gd name="connsiteY15" fmla="*/ 116087 h 122052"/>
                <a:gd name="connsiteX16" fmla="*/ 64447 w 120861"/>
                <a:gd name="connsiteY16" fmla="*/ 64773 h 122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0861" h="122052">
                  <a:moveTo>
                    <a:pt x="64447" y="64773"/>
                  </a:moveTo>
                  <a:lnTo>
                    <a:pt x="115154" y="64773"/>
                  </a:lnTo>
                  <a:cubicBezTo>
                    <a:pt x="117699" y="64773"/>
                    <a:pt x="121152" y="64773"/>
                    <a:pt x="121152" y="61108"/>
                  </a:cubicBezTo>
                  <a:cubicBezTo>
                    <a:pt x="121152" y="57443"/>
                    <a:pt x="117699" y="57443"/>
                    <a:pt x="115154" y="57443"/>
                  </a:cubicBezTo>
                  <a:lnTo>
                    <a:pt x="64447" y="57443"/>
                  </a:lnTo>
                  <a:lnTo>
                    <a:pt x="64447" y="6130"/>
                  </a:lnTo>
                  <a:cubicBezTo>
                    <a:pt x="64447" y="3564"/>
                    <a:pt x="64447" y="82"/>
                    <a:pt x="60812" y="82"/>
                  </a:cubicBezTo>
                  <a:cubicBezTo>
                    <a:pt x="57177" y="82"/>
                    <a:pt x="57177" y="3564"/>
                    <a:pt x="57177" y="6130"/>
                  </a:cubicBezTo>
                  <a:lnTo>
                    <a:pt x="57177" y="57443"/>
                  </a:lnTo>
                  <a:lnTo>
                    <a:pt x="6288" y="57443"/>
                  </a:lnTo>
                  <a:cubicBezTo>
                    <a:pt x="3744" y="57443"/>
                    <a:pt x="291" y="57443"/>
                    <a:pt x="291" y="61108"/>
                  </a:cubicBezTo>
                  <a:cubicBezTo>
                    <a:pt x="291" y="64773"/>
                    <a:pt x="3744" y="64773"/>
                    <a:pt x="6288" y="64773"/>
                  </a:cubicBezTo>
                  <a:lnTo>
                    <a:pt x="57177" y="64773"/>
                  </a:lnTo>
                  <a:lnTo>
                    <a:pt x="57177" y="116087"/>
                  </a:lnTo>
                  <a:cubicBezTo>
                    <a:pt x="57177" y="118652"/>
                    <a:pt x="57177" y="122134"/>
                    <a:pt x="60812" y="122134"/>
                  </a:cubicBezTo>
                  <a:cubicBezTo>
                    <a:pt x="64447" y="122134"/>
                    <a:pt x="64447" y="118652"/>
                    <a:pt x="64447" y="116087"/>
                  </a:cubicBezTo>
                  <a:lnTo>
                    <a:pt x="64447" y="6477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F9302498-6FCE-024E-6FED-BDD90C1663E9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12699363" y="4285098"/>
              <a:ext cx="80877" cy="123884"/>
            </a:xfrm>
            <a:custGeom>
              <a:avLst/>
              <a:gdLst>
                <a:gd name="connsiteX0" fmla="*/ 81172 w 80877"/>
                <a:gd name="connsiteY0" fmla="*/ 98860 h 123884"/>
                <a:gd name="connsiteX1" fmla="*/ 78809 w 80877"/>
                <a:gd name="connsiteY1" fmla="*/ 97944 h 123884"/>
                <a:gd name="connsiteX2" fmla="*/ 61543 w 80877"/>
                <a:gd name="connsiteY2" fmla="*/ 110039 h 123884"/>
                <a:gd name="connsiteX3" fmla="*/ 18106 w 80877"/>
                <a:gd name="connsiteY3" fmla="*/ 110039 h 123884"/>
                <a:gd name="connsiteX4" fmla="*/ 48639 w 80877"/>
                <a:gd name="connsiteY4" fmla="*/ 77785 h 123884"/>
                <a:gd name="connsiteX5" fmla="*/ 71903 w 80877"/>
                <a:gd name="connsiteY5" fmla="*/ 32520 h 123884"/>
                <a:gd name="connsiteX6" fmla="*/ 38280 w 80877"/>
                <a:gd name="connsiteY6" fmla="*/ 83 h 123884"/>
                <a:gd name="connsiteX7" fmla="*/ 12108 w 80877"/>
                <a:gd name="connsiteY7" fmla="*/ 11445 h 123884"/>
                <a:gd name="connsiteX8" fmla="*/ 477 w 80877"/>
                <a:gd name="connsiteY8" fmla="*/ 36552 h 123884"/>
                <a:gd name="connsiteX9" fmla="*/ 4293 w 80877"/>
                <a:gd name="connsiteY9" fmla="*/ 37468 h 123884"/>
                <a:gd name="connsiteX10" fmla="*/ 30647 w 80877"/>
                <a:gd name="connsiteY10" fmla="*/ 13644 h 123884"/>
                <a:gd name="connsiteX11" fmla="*/ 56273 w 80877"/>
                <a:gd name="connsiteY11" fmla="*/ 39484 h 123884"/>
                <a:gd name="connsiteX12" fmla="*/ 32646 w 80877"/>
                <a:gd name="connsiteY12" fmla="*/ 87132 h 123884"/>
                <a:gd name="connsiteX13" fmla="*/ 295 w 80877"/>
                <a:gd name="connsiteY13" fmla="*/ 121768 h 123884"/>
                <a:gd name="connsiteX14" fmla="*/ 295 w 80877"/>
                <a:gd name="connsiteY14" fmla="*/ 123967 h 123884"/>
                <a:gd name="connsiteX15" fmla="*/ 71176 w 80877"/>
                <a:gd name="connsiteY15" fmla="*/ 123967 h 123884"/>
                <a:gd name="connsiteX16" fmla="*/ 81172 w 80877"/>
                <a:gd name="connsiteY16" fmla="*/ 98860 h 123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0877" h="123884">
                  <a:moveTo>
                    <a:pt x="81172" y="98860"/>
                  </a:moveTo>
                  <a:lnTo>
                    <a:pt x="78809" y="97944"/>
                  </a:lnTo>
                  <a:cubicBezTo>
                    <a:pt x="72085" y="108390"/>
                    <a:pt x="69722" y="110039"/>
                    <a:pt x="61543" y="110039"/>
                  </a:cubicBezTo>
                  <a:lnTo>
                    <a:pt x="18106" y="110039"/>
                  </a:lnTo>
                  <a:lnTo>
                    <a:pt x="48639" y="77785"/>
                  </a:lnTo>
                  <a:cubicBezTo>
                    <a:pt x="64815" y="60742"/>
                    <a:pt x="71903" y="46814"/>
                    <a:pt x="71903" y="32520"/>
                  </a:cubicBezTo>
                  <a:cubicBezTo>
                    <a:pt x="71903" y="14194"/>
                    <a:pt x="57182" y="83"/>
                    <a:pt x="38280" y="83"/>
                  </a:cubicBezTo>
                  <a:cubicBezTo>
                    <a:pt x="28284" y="83"/>
                    <a:pt x="18833" y="4114"/>
                    <a:pt x="12108" y="11445"/>
                  </a:cubicBezTo>
                  <a:cubicBezTo>
                    <a:pt x="6293" y="17676"/>
                    <a:pt x="3566" y="23540"/>
                    <a:pt x="477" y="36552"/>
                  </a:cubicBezTo>
                  <a:lnTo>
                    <a:pt x="4293" y="37468"/>
                  </a:lnTo>
                  <a:cubicBezTo>
                    <a:pt x="11563" y="19508"/>
                    <a:pt x="18106" y="13644"/>
                    <a:pt x="30647" y="13644"/>
                  </a:cubicBezTo>
                  <a:cubicBezTo>
                    <a:pt x="45913" y="13644"/>
                    <a:pt x="56273" y="24090"/>
                    <a:pt x="56273" y="39484"/>
                  </a:cubicBezTo>
                  <a:cubicBezTo>
                    <a:pt x="56273" y="53778"/>
                    <a:pt x="47912" y="70822"/>
                    <a:pt x="32646" y="87132"/>
                  </a:cubicBezTo>
                  <a:lnTo>
                    <a:pt x="295" y="121768"/>
                  </a:lnTo>
                  <a:lnTo>
                    <a:pt x="295" y="123967"/>
                  </a:lnTo>
                  <a:lnTo>
                    <a:pt x="71176" y="123967"/>
                  </a:lnTo>
                  <a:lnTo>
                    <a:pt x="81172" y="98860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4E64C542-3678-75FC-802F-C0A48F23F7DC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12274190" y="4800914"/>
              <a:ext cx="106248" cy="102162"/>
            </a:xfrm>
            <a:custGeom>
              <a:avLst/>
              <a:gdLst>
                <a:gd name="connsiteX0" fmla="*/ 96444 w 106248"/>
                <a:gd name="connsiteY0" fmla="*/ 74685 h 102162"/>
                <a:gd name="connsiteX1" fmla="*/ 91513 w 106248"/>
                <a:gd name="connsiteY1" fmla="*/ 80788 h 102162"/>
                <a:gd name="connsiteX2" fmla="*/ 81201 w 106248"/>
                <a:gd name="connsiteY2" fmla="*/ 89829 h 102162"/>
                <a:gd name="connsiteX3" fmla="*/ 74253 w 106248"/>
                <a:gd name="connsiteY3" fmla="*/ 80562 h 102162"/>
                <a:gd name="connsiteX4" fmla="*/ 73356 w 106248"/>
                <a:gd name="connsiteY4" fmla="*/ 76719 h 102162"/>
                <a:gd name="connsiteX5" fmla="*/ 65287 w 106248"/>
                <a:gd name="connsiteY5" fmla="*/ 40104 h 102162"/>
                <a:gd name="connsiteX6" fmla="*/ 87254 w 106248"/>
                <a:gd name="connsiteY6" fmla="*/ 12755 h 102162"/>
                <a:gd name="connsiteX7" fmla="*/ 92633 w 106248"/>
                <a:gd name="connsiteY7" fmla="*/ 14563 h 102162"/>
                <a:gd name="connsiteX8" fmla="*/ 98685 w 106248"/>
                <a:gd name="connsiteY8" fmla="*/ 16597 h 102162"/>
                <a:gd name="connsiteX9" fmla="*/ 106531 w 106248"/>
                <a:gd name="connsiteY9" fmla="*/ 8461 h 102162"/>
                <a:gd name="connsiteX10" fmla="*/ 97341 w 106248"/>
                <a:gd name="connsiteY10" fmla="*/ 98 h 102162"/>
                <a:gd name="connsiteX11" fmla="*/ 63493 w 106248"/>
                <a:gd name="connsiteY11" fmla="*/ 32419 h 102162"/>
                <a:gd name="connsiteX12" fmla="*/ 61028 w 106248"/>
                <a:gd name="connsiteY12" fmla="*/ 19988 h 102162"/>
                <a:gd name="connsiteX13" fmla="*/ 49372 w 106248"/>
                <a:gd name="connsiteY13" fmla="*/ 98 h 102162"/>
                <a:gd name="connsiteX14" fmla="*/ 23146 w 106248"/>
                <a:gd name="connsiteY14" fmla="*/ 6652 h 102162"/>
                <a:gd name="connsiteX15" fmla="*/ 20680 w 106248"/>
                <a:gd name="connsiteY15" fmla="*/ 7557 h 102162"/>
                <a:gd name="connsiteX16" fmla="*/ 21577 w 106248"/>
                <a:gd name="connsiteY16" fmla="*/ 10947 h 102162"/>
                <a:gd name="connsiteX17" fmla="*/ 34129 w 106248"/>
                <a:gd name="connsiteY17" fmla="*/ 8461 h 102162"/>
                <a:gd name="connsiteX18" fmla="*/ 44216 w 106248"/>
                <a:gd name="connsiteY18" fmla="*/ 24056 h 102162"/>
                <a:gd name="connsiteX19" fmla="*/ 50717 w 106248"/>
                <a:gd name="connsiteY19" fmla="*/ 51857 h 102162"/>
                <a:gd name="connsiteX20" fmla="*/ 32336 w 106248"/>
                <a:gd name="connsiteY20" fmla="*/ 78302 h 102162"/>
                <a:gd name="connsiteX21" fmla="*/ 20904 w 106248"/>
                <a:gd name="connsiteY21" fmla="*/ 89151 h 102162"/>
                <a:gd name="connsiteX22" fmla="*/ 15076 w 106248"/>
                <a:gd name="connsiteY22" fmla="*/ 87116 h 102162"/>
                <a:gd name="connsiteX23" fmla="*/ 7903 w 106248"/>
                <a:gd name="connsiteY23" fmla="*/ 84856 h 102162"/>
                <a:gd name="connsiteX24" fmla="*/ 282 w 106248"/>
                <a:gd name="connsiteY24" fmla="*/ 92767 h 102162"/>
                <a:gd name="connsiteX25" fmla="*/ 11490 w 106248"/>
                <a:gd name="connsiteY25" fmla="*/ 102260 h 102162"/>
                <a:gd name="connsiteX26" fmla="*/ 32336 w 106248"/>
                <a:gd name="connsiteY26" fmla="*/ 86438 h 102162"/>
                <a:gd name="connsiteX27" fmla="*/ 52510 w 106248"/>
                <a:gd name="connsiteY27" fmla="*/ 59994 h 102162"/>
                <a:gd name="connsiteX28" fmla="*/ 59234 w 106248"/>
                <a:gd name="connsiteY28" fmla="*/ 87116 h 102162"/>
                <a:gd name="connsiteX29" fmla="*/ 72235 w 106248"/>
                <a:gd name="connsiteY29" fmla="*/ 102260 h 102162"/>
                <a:gd name="connsiteX30" fmla="*/ 99582 w 106248"/>
                <a:gd name="connsiteY30" fmla="*/ 76493 h 102162"/>
                <a:gd name="connsiteX31" fmla="*/ 96444 w 106248"/>
                <a:gd name="connsiteY31" fmla="*/ 74685 h 1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248" h="102162">
                  <a:moveTo>
                    <a:pt x="96444" y="74685"/>
                  </a:moveTo>
                  <a:cubicBezTo>
                    <a:pt x="94651" y="76719"/>
                    <a:pt x="93530" y="78075"/>
                    <a:pt x="91513" y="80788"/>
                  </a:cubicBezTo>
                  <a:cubicBezTo>
                    <a:pt x="86357" y="87568"/>
                    <a:pt x="83667" y="89829"/>
                    <a:pt x="81201" y="89829"/>
                  </a:cubicBezTo>
                  <a:cubicBezTo>
                    <a:pt x="77839" y="89829"/>
                    <a:pt x="75822" y="86890"/>
                    <a:pt x="74253" y="80562"/>
                  </a:cubicBezTo>
                  <a:cubicBezTo>
                    <a:pt x="73804" y="78754"/>
                    <a:pt x="73580" y="77397"/>
                    <a:pt x="73356" y="76719"/>
                  </a:cubicBezTo>
                  <a:cubicBezTo>
                    <a:pt x="67752" y="53891"/>
                    <a:pt x="65287" y="43494"/>
                    <a:pt x="65287" y="40104"/>
                  </a:cubicBezTo>
                  <a:cubicBezTo>
                    <a:pt x="75149" y="22700"/>
                    <a:pt x="83219" y="12755"/>
                    <a:pt x="87254" y="12755"/>
                  </a:cubicBezTo>
                  <a:cubicBezTo>
                    <a:pt x="88599" y="12755"/>
                    <a:pt x="90392" y="13433"/>
                    <a:pt x="92633" y="14563"/>
                  </a:cubicBezTo>
                  <a:cubicBezTo>
                    <a:pt x="95323" y="16145"/>
                    <a:pt x="96892" y="16597"/>
                    <a:pt x="98685" y="16597"/>
                  </a:cubicBezTo>
                  <a:cubicBezTo>
                    <a:pt x="103393" y="16597"/>
                    <a:pt x="106531" y="13207"/>
                    <a:pt x="106531" y="8461"/>
                  </a:cubicBezTo>
                  <a:cubicBezTo>
                    <a:pt x="106531" y="3714"/>
                    <a:pt x="102720" y="98"/>
                    <a:pt x="97341" y="98"/>
                  </a:cubicBezTo>
                  <a:cubicBezTo>
                    <a:pt x="87478" y="98"/>
                    <a:pt x="78960" y="8235"/>
                    <a:pt x="63493" y="32419"/>
                  </a:cubicBezTo>
                  <a:lnTo>
                    <a:pt x="61028" y="19988"/>
                  </a:lnTo>
                  <a:cubicBezTo>
                    <a:pt x="57889" y="4618"/>
                    <a:pt x="55424" y="98"/>
                    <a:pt x="49372" y="98"/>
                  </a:cubicBezTo>
                  <a:cubicBezTo>
                    <a:pt x="44440" y="98"/>
                    <a:pt x="36819" y="2132"/>
                    <a:pt x="23146" y="6652"/>
                  </a:cubicBezTo>
                  <a:lnTo>
                    <a:pt x="20680" y="7557"/>
                  </a:lnTo>
                  <a:lnTo>
                    <a:pt x="21577" y="10947"/>
                  </a:lnTo>
                  <a:cubicBezTo>
                    <a:pt x="30094" y="8913"/>
                    <a:pt x="32112" y="8461"/>
                    <a:pt x="34129" y="8461"/>
                  </a:cubicBezTo>
                  <a:cubicBezTo>
                    <a:pt x="39733" y="8461"/>
                    <a:pt x="41078" y="10495"/>
                    <a:pt x="44216" y="24056"/>
                  </a:cubicBezTo>
                  <a:lnTo>
                    <a:pt x="50717" y="51857"/>
                  </a:lnTo>
                  <a:lnTo>
                    <a:pt x="32336" y="78302"/>
                  </a:lnTo>
                  <a:cubicBezTo>
                    <a:pt x="27853" y="85082"/>
                    <a:pt x="23370" y="89151"/>
                    <a:pt x="20904" y="89151"/>
                  </a:cubicBezTo>
                  <a:cubicBezTo>
                    <a:pt x="19559" y="89151"/>
                    <a:pt x="17318" y="88472"/>
                    <a:pt x="15076" y="87116"/>
                  </a:cubicBezTo>
                  <a:cubicBezTo>
                    <a:pt x="12162" y="85534"/>
                    <a:pt x="9696" y="84856"/>
                    <a:pt x="7903" y="84856"/>
                  </a:cubicBezTo>
                  <a:cubicBezTo>
                    <a:pt x="3644" y="84856"/>
                    <a:pt x="282" y="88246"/>
                    <a:pt x="282" y="92767"/>
                  </a:cubicBezTo>
                  <a:cubicBezTo>
                    <a:pt x="282" y="98644"/>
                    <a:pt x="4765" y="102260"/>
                    <a:pt x="11490" y="102260"/>
                  </a:cubicBezTo>
                  <a:cubicBezTo>
                    <a:pt x="18438" y="102260"/>
                    <a:pt x="21128" y="100226"/>
                    <a:pt x="32336" y="86438"/>
                  </a:cubicBezTo>
                  <a:cubicBezTo>
                    <a:pt x="38388" y="79206"/>
                    <a:pt x="43095" y="73103"/>
                    <a:pt x="52510" y="59994"/>
                  </a:cubicBezTo>
                  <a:lnTo>
                    <a:pt x="59234" y="87116"/>
                  </a:lnTo>
                  <a:cubicBezTo>
                    <a:pt x="62148" y="98644"/>
                    <a:pt x="65062" y="102260"/>
                    <a:pt x="72235" y="102260"/>
                  </a:cubicBezTo>
                  <a:cubicBezTo>
                    <a:pt x="80753" y="102260"/>
                    <a:pt x="86581" y="96835"/>
                    <a:pt x="99582" y="76493"/>
                  </a:cubicBezTo>
                  <a:lnTo>
                    <a:pt x="96444" y="74685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45A8CD50-D838-E8E0-6AAC-B74E47B3FE00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12389044" y="4822077"/>
              <a:ext cx="39075" cy="121868"/>
            </a:xfrm>
            <a:custGeom>
              <a:avLst/>
              <a:gdLst>
                <a:gd name="connsiteX0" fmla="*/ 31727 w 39075"/>
                <a:gd name="connsiteY0" fmla="*/ 99061 h 121868"/>
                <a:gd name="connsiteX1" fmla="*/ 24276 w 39075"/>
                <a:gd name="connsiteY1" fmla="*/ 108407 h 121868"/>
                <a:gd name="connsiteX2" fmla="*/ 16824 w 39075"/>
                <a:gd name="connsiteY2" fmla="*/ 113355 h 121868"/>
                <a:gd name="connsiteX3" fmla="*/ 13916 w 39075"/>
                <a:gd name="connsiteY3" fmla="*/ 110606 h 121868"/>
                <a:gd name="connsiteX4" fmla="*/ 15733 w 39075"/>
                <a:gd name="connsiteY4" fmla="*/ 102543 h 121868"/>
                <a:gd name="connsiteX5" fmla="*/ 16642 w 39075"/>
                <a:gd name="connsiteY5" fmla="*/ 99244 h 121868"/>
                <a:gd name="connsiteX6" fmla="*/ 16642 w 39075"/>
                <a:gd name="connsiteY6" fmla="*/ 98877 h 121868"/>
                <a:gd name="connsiteX7" fmla="*/ 16824 w 39075"/>
                <a:gd name="connsiteY7" fmla="*/ 98511 h 121868"/>
                <a:gd name="connsiteX8" fmla="*/ 32818 w 39075"/>
                <a:gd name="connsiteY8" fmla="*/ 39501 h 121868"/>
                <a:gd name="connsiteX9" fmla="*/ 32272 w 39075"/>
                <a:gd name="connsiteY9" fmla="*/ 39134 h 121868"/>
                <a:gd name="connsiteX10" fmla="*/ 3193 w 39075"/>
                <a:gd name="connsiteY10" fmla="*/ 43716 h 121868"/>
                <a:gd name="connsiteX11" fmla="*/ 3193 w 39075"/>
                <a:gd name="connsiteY11" fmla="*/ 46648 h 121868"/>
                <a:gd name="connsiteX12" fmla="*/ 14643 w 39075"/>
                <a:gd name="connsiteY12" fmla="*/ 51046 h 121868"/>
                <a:gd name="connsiteX13" fmla="*/ 13007 w 39075"/>
                <a:gd name="connsiteY13" fmla="*/ 59110 h 121868"/>
                <a:gd name="connsiteX14" fmla="*/ 4283 w 39075"/>
                <a:gd name="connsiteY14" fmla="*/ 91547 h 121868"/>
                <a:gd name="connsiteX15" fmla="*/ 285 w 39075"/>
                <a:gd name="connsiteY15" fmla="*/ 111522 h 121868"/>
                <a:gd name="connsiteX16" fmla="*/ 8645 w 39075"/>
                <a:gd name="connsiteY16" fmla="*/ 121968 h 121868"/>
                <a:gd name="connsiteX17" fmla="*/ 34090 w 39075"/>
                <a:gd name="connsiteY17" fmla="*/ 101077 h 121868"/>
                <a:gd name="connsiteX18" fmla="*/ 31727 w 39075"/>
                <a:gd name="connsiteY18" fmla="*/ 99061 h 121868"/>
                <a:gd name="connsiteX19" fmla="*/ 30273 w 39075"/>
                <a:gd name="connsiteY19" fmla="*/ 99 h 121868"/>
                <a:gd name="connsiteX20" fmla="*/ 21731 w 39075"/>
                <a:gd name="connsiteY20" fmla="*/ 9812 h 121868"/>
                <a:gd name="connsiteX21" fmla="*/ 30455 w 39075"/>
                <a:gd name="connsiteY21" fmla="*/ 19525 h 121868"/>
                <a:gd name="connsiteX22" fmla="*/ 39360 w 39075"/>
                <a:gd name="connsiteY22" fmla="*/ 10179 h 121868"/>
                <a:gd name="connsiteX23" fmla="*/ 30273 w 39075"/>
                <a:gd name="connsiteY23" fmla="*/ 99 h 12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75" h="121868">
                  <a:moveTo>
                    <a:pt x="31727" y="99061"/>
                  </a:moveTo>
                  <a:cubicBezTo>
                    <a:pt x="27365" y="104925"/>
                    <a:pt x="26093" y="106391"/>
                    <a:pt x="24276" y="108407"/>
                  </a:cubicBezTo>
                  <a:cubicBezTo>
                    <a:pt x="21186" y="111522"/>
                    <a:pt x="18460" y="113355"/>
                    <a:pt x="16824" y="113355"/>
                  </a:cubicBezTo>
                  <a:cubicBezTo>
                    <a:pt x="15370" y="113355"/>
                    <a:pt x="13916" y="111889"/>
                    <a:pt x="13916" y="110606"/>
                  </a:cubicBezTo>
                  <a:cubicBezTo>
                    <a:pt x="13916" y="108774"/>
                    <a:pt x="14461" y="106025"/>
                    <a:pt x="15733" y="102543"/>
                  </a:cubicBezTo>
                  <a:cubicBezTo>
                    <a:pt x="15733" y="101993"/>
                    <a:pt x="16279" y="100710"/>
                    <a:pt x="16642" y="99244"/>
                  </a:cubicBezTo>
                  <a:lnTo>
                    <a:pt x="16642" y="98877"/>
                  </a:lnTo>
                  <a:lnTo>
                    <a:pt x="16824" y="98511"/>
                  </a:lnTo>
                  <a:lnTo>
                    <a:pt x="32818" y="39501"/>
                  </a:lnTo>
                  <a:lnTo>
                    <a:pt x="32272" y="39134"/>
                  </a:lnTo>
                  <a:cubicBezTo>
                    <a:pt x="13916" y="42616"/>
                    <a:pt x="10281" y="43166"/>
                    <a:pt x="3193" y="43716"/>
                  </a:cubicBezTo>
                  <a:lnTo>
                    <a:pt x="3193" y="46648"/>
                  </a:lnTo>
                  <a:cubicBezTo>
                    <a:pt x="12825" y="46831"/>
                    <a:pt x="14643" y="47381"/>
                    <a:pt x="14643" y="51046"/>
                  </a:cubicBezTo>
                  <a:cubicBezTo>
                    <a:pt x="14643" y="52512"/>
                    <a:pt x="14098" y="55444"/>
                    <a:pt x="13007" y="59110"/>
                  </a:cubicBezTo>
                  <a:lnTo>
                    <a:pt x="4283" y="91547"/>
                  </a:lnTo>
                  <a:cubicBezTo>
                    <a:pt x="1375" y="102176"/>
                    <a:pt x="285" y="107857"/>
                    <a:pt x="285" y="111522"/>
                  </a:cubicBezTo>
                  <a:cubicBezTo>
                    <a:pt x="285" y="118303"/>
                    <a:pt x="3193" y="121968"/>
                    <a:pt x="8645" y="121968"/>
                  </a:cubicBezTo>
                  <a:cubicBezTo>
                    <a:pt x="17006" y="121968"/>
                    <a:pt x="23730" y="116470"/>
                    <a:pt x="34090" y="101077"/>
                  </a:cubicBezTo>
                  <a:lnTo>
                    <a:pt x="31727" y="99061"/>
                  </a:lnTo>
                  <a:close/>
                  <a:moveTo>
                    <a:pt x="30273" y="99"/>
                  </a:moveTo>
                  <a:cubicBezTo>
                    <a:pt x="25366" y="99"/>
                    <a:pt x="21731" y="4314"/>
                    <a:pt x="21731" y="9812"/>
                  </a:cubicBezTo>
                  <a:cubicBezTo>
                    <a:pt x="21731" y="15677"/>
                    <a:pt x="25184" y="19525"/>
                    <a:pt x="30455" y="19525"/>
                  </a:cubicBezTo>
                  <a:cubicBezTo>
                    <a:pt x="35180" y="19525"/>
                    <a:pt x="39360" y="15310"/>
                    <a:pt x="39360" y="10179"/>
                  </a:cubicBezTo>
                  <a:cubicBezTo>
                    <a:pt x="39360" y="4864"/>
                    <a:pt x="35180" y="99"/>
                    <a:pt x="30273" y="99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53E80A68-1CE5-5255-E601-42BDFE0B8D1B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12850390" y="4452379"/>
              <a:ext cx="172962" cy="270310"/>
            </a:xfrm>
            <a:custGeom>
              <a:avLst/>
              <a:gdLst>
                <a:gd name="connsiteX0" fmla="*/ 55432 w 172962"/>
                <a:gd name="connsiteY0" fmla="*/ 86222 h 270310"/>
                <a:gd name="connsiteX1" fmla="*/ 82694 w 172962"/>
                <a:gd name="connsiteY1" fmla="*/ 86222 h 270310"/>
                <a:gd name="connsiteX2" fmla="*/ 56038 w 172962"/>
                <a:gd name="connsiteY2" fmla="*/ 214505 h 270310"/>
                <a:gd name="connsiteX3" fmla="*/ 26656 w 172962"/>
                <a:gd name="connsiteY3" fmla="*/ 263986 h 270310"/>
                <a:gd name="connsiteX4" fmla="*/ 20597 w 172962"/>
                <a:gd name="connsiteY4" fmla="*/ 259099 h 270310"/>
                <a:gd name="connsiteX5" fmla="*/ 21809 w 172962"/>
                <a:gd name="connsiteY5" fmla="*/ 255739 h 270310"/>
                <a:gd name="connsiteX6" fmla="*/ 23324 w 172962"/>
                <a:gd name="connsiteY6" fmla="*/ 250852 h 270310"/>
                <a:gd name="connsiteX7" fmla="*/ 11510 w 172962"/>
                <a:gd name="connsiteY7" fmla="*/ 239246 h 270310"/>
                <a:gd name="connsiteX8" fmla="*/ 302 w 172962"/>
                <a:gd name="connsiteY8" fmla="*/ 251768 h 270310"/>
                <a:gd name="connsiteX9" fmla="*/ 24232 w 172962"/>
                <a:gd name="connsiteY9" fmla="*/ 270400 h 270310"/>
                <a:gd name="connsiteX10" fmla="*/ 84814 w 172962"/>
                <a:gd name="connsiteY10" fmla="*/ 183962 h 270310"/>
                <a:gd name="connsiteX11" fmla="*/ 106624 w 172962"/>
                <a:gd name="connsiteY11" fmla="*/ 86222 h 270310"/>
                <a:gd name="connsiteX12" fmla="*/ 139641 w 172962"/>
                <a:gd name="connsiteY12" fmla="*/ 86222 h 270310"/>
                <a:gd name="connsiteX13" fmla="*/ 141459 w 172962"/>
                <a:gd name="connsiteY13" fmla="*/ 76448 h 270310"/>
                <a:gd name="connsiteX14" fmla="*/ 108744 w 172962"/>
                <a:gd name="connsiteY14" fmla="*/ 76448 h 270310"/>
                <a:gd name="connsiteX15" fmla="*/ 145700 w 172962"/>
                <a:gd name="connsiteY15" fmla="*/ 6809 h 270310"/>
                <a:gd name="connsiteX16" fmla="*/ 152364 w 172962"/>
                <a:gd name="connsiteY16" fmla="*/ 10474 h 270310"/>
                <a:gd name="connsiteX17" fmla="*/ 151152 w 172962"/>
                <a:gd name="connsiteY17" fmla="*/ 13529 h 270310"/>
                <a:gd name="connsiteX18" fmla="*/ 149335 w 172962"/>
                <a:gd name="connsiteY18" fmla="*/ 19943 h 270310"/>
                <a:gd name="connsiteX19" fmla="*/ 160542 w 172962"/>
                <a:gd name="connsiteY19" fmla="*/ 32160 h 270310"/>
                <a:gd name="connsiteX20" fmla="*/ 173265 w 172962"/>
                <a:gd name="connsiteY20" fmla="*/ 19943 h 270310"/>
                <a:gd name="connsiteX21" fmla="*/ 147214 w 172962"/>
                <a:gd name="connsiteY21" fmla="*/ 89 h 270310"/>
                <a:gd name="connsiteX22" fmla="*/ 109653 w 172962"/>
                <a:gd name="connsiteY22" fmla="*/ 21164 h 270310"/>
                <a:gd name="connsiteX23" fmla="*/ 85420 w 172962"/>
                <a:gd name="connsiteY23" fmla="*/ 76448 h 270310"/>
                <a:gd name="connsiteX24" fmla="*/ 57553 w 172962"/>
                <a:gd name="connsiteY24" fmla="*/ 76448 h 270310"/>
                <a:gd name="connsiteX25" fmla="*/ 55432 w 172962"/>
                <a:gd name="connsiteY25" fmla="*/ 86222 h 270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962" h="270310">
                  <a:moveTo>
                    <a:pt x="55432" y="86222"/>
                  </a:moveTo>
                  <a:lnTo>
                    <a:pt x="82694" y="86222"/>
                  </a:lnTo>
                  <a:lnTo>
                    <a:pt x="56038" y="214505"/>
                  </a:lnTo>
                  <a:cubicBezTo>
                    <a:pt x="49374" y="247187"/>
                    <a:pt x="39378" y="263986"/>
                    <a:pt x="26656" y="263986"/>
                  </a:cubicBezTo>
                  <a:cubicBezTo>
                    <a:pt x="23021" y="263986"/>
                    <a:pt x="20597" y="261848"/>
                    <a:pt x="20597" y="259099"/>
                  </a:cubicBezTo>
                  <a:cubicBezTo>
                    <a:pt x="20597" y="258183"/>
                    <a:pt x="20900" y="257266"/>
                    <a:pt x="21809" y="255739"/>
                  </a:cubicBezTo>
                  <a:cubicBezTo>
                    <a:pt x="23021" y="253907"/>
                    <a:pt x="23324" y="252685"/>
                    <a:pt x="23324" y="250852"/>
                  </a:cubicBezTo>
                  <a:cubicBezTo>
                    <a:pt x="23324" y="244438"/>
                    <a:pt x="17871" y="239246"/>
                    <a:pt x="11510" y="239246"/>
                  </a:cubicBezTo>
                  <a:cubicBezTo>
                    <a:pt x="5149" y="239246"/>
                    <a:pt x="302" y="244743"/>
                    <a:pt x="302" y="251768"/>
                  </a:cubicBezTo>
                  <a:cubicBezTo>
                    <a:pt x="302" y="262153"/>
                    <a:pt x="10904" y="270400"/>
                    <a:pt x="24232" y="270400"/>
                  </a:cubicBezTo>
                  <a:cubicBezTo>
                    <a:pt x="51191" y="270400"/>
                    <a:pt x="72395" y="240162"/>
                    <a:pt x="84814" y="183962"/>
                  </a:cubicBezTo>
                  <a:lnTo>
                    <a:pt x="106624" y="86222"/>
                  </a:lnTo>
                  <a:lnTo>
                    <a:pt x="139641" y="86222"/>
                  </a:lnTo>
                  <a:lnTo>
                    <a:pt x="141459" y="76448"/>
                  </a:lnTo>
                  <a:lnTo>
                    <a:pt x="108744" y="76448"/>
                  </a:lnTo>
                  <a:cubicBezTo>
                    <a:pt x="117529" y="28495"/>
                    <a:pt x="128737" y="6809"/>
                    <a:pt x="145700" y="6809"/>
                  </a:cubicBezTo>
                  <a:cubicBezTo>
                    <a:pt x="149637" y="6809"/>
                    <a:pt x="152364" y="8336"/>
                    <a:pt x="152364" y="10474"/>
                  </a:cubicBezTo>
                  <a:cubicBezTo>
                    <a:pt x="152364" y="11391"/>
                    <a:pt x="152061" y="12001"/>
                    <a:pt x="151152" y="13529"/>
                  </a:cubicBezTo>
                  <a:cubicBezTo>
                    <a:pt x="149940" y="16277"/>
                    <a:pt x="149335" y="17805"/>
                    <a:pt x="149335" y="19943"/>
                  </a:cubicBezTo>
                  <a:cubicBezTo>
                    <a:pt x="149335" y="27273"/>
                    <a:pt x="153878" y="32160"/>
                    <a:pt x="160542" y="32160"/>
                  </a:cubicBezTo>
                  <a:cubicBezTo>
                    <a:pt x="167509" y="32160"/>
                    <a:pt x="173265" y="26662"/>
                    <a:pt x="173265" y="19943"/>
                  </a:cubicBezTo>
                  <a:cubicBezTo>
                    <a:pt x="173265" y="8642"/>
                    <a:pt x="162057" y="89"/>
                    <a:pt x="147214" y="89"/>
                  </a:cubicBezTo>
                  <a:cubicBezTo>
                    <a:pt x="132372" y="89"/>
                    <a:pt x="120558" y="6809"/>
                    <a:pt x="109653" y="21164"/>
                  </a:cubicBezTo>
                  <a:cubicBezTo>
                    <a:pt x="100566" y="33076"/>
                    <a:pt x="94508" y="47126"/>
                    <a:pt x="85420" y="76448"/>
                  </a:cubicBezTo>
                  <a:lnTo>
                    <a:pt x="57553" y="76448"/>
                  </a:lnTo>
                  <a:lnTo>
                    <a:pt x="55432" y="86222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F3324E61-34C5-A641-6567-DA917FB7FAAD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12993766" y="4552986"/>
              <a:ext cx="99748" cy="152791"/>
            </a:xfrm>
            <a:custGeom>
              <a:avLst/>
              <a:gdLst>
                <a:gd name="connsiteX0" fmla="*/ 100053 w 99748"/>
                <a:gd name="connsiteY0" fmla="*/ 121918 h 152791"/>
                <a:gd name="connsiteX1" fmla="*/ 97139 w 99748"/>
                <a:gd name="connsiteY1" fmla="*/ 120788 h 152791"/>
                <a:gd name="connsiteX2" fmla="*/ 75845 w 99748"/>
                <a:gd name="connsiteY2" fmla="*/ 135705 h 152791"/>
                <a:gd name="connsiteX3" fmla="*/ 22272 w 99748"/>
                <a:gd name="connsiteY3" fmla="*/ 135705 h 152791"/>
                <a:gd name="connsiteX4" fmla="*/ 59930 w 99748"/>
                <a:gd name="connsiteY4" fmla="*/ 95925 h 152791"/>
                <a:gd name="connsiteX5" fmla="*/ 88621 w 99748"/>
                <a:gd name="connsiteY5" fmla="*/ 40098 h 152791"/>
                <a:gd name="connsiteX6" fmla="*/ 47153 w 99748"/>
                <a:gd name="connsiteY6" fmla="*/ 92 h 152791"/>
                <a:gd name="connsiteX7" fmla="*/ 14875 w 99748"/>
                <a:gd name="connsiteY7" fmla="*/ 14105 h 152791"/>
                <a:gd name="connsiteX8" fmla="*/ 529 w 99748"/>
                <a:gd name="connsiteY8" fmla="*/ 45070 h 152791"/>
                <a:gd name="connsiteX9" fmla="*/ 5236 w 99748"/>
                <a:gd name="connsiteY9" fmla="*/ 46200 h 152791"/>
                <a:gd name="connsiteX10" fmla="*/ 37739 w 99748"/>
                <a:gd name="connsiteY10" fmla="*/ 16817 h 152791"/>
                <a:gd name="connsiteX11" fmla="*/ 69344 w 99748"/>
                <a:gd name="connsiteY11" fmla="*/ 48687 h 152791"/>
                <a:gd name="connsiteX12" fmla="*/ 40204 w 99748"/>
                <a:gd name="connsiteY12" fmla="*/ 107452 h 152791"/>
                <a:gd name="connsiteX13" fmla="*/ 305 w 99748"/>
                <a:gd name="connsiteY13" fmla="*/ 150171 h 152791"/>
                <a:gd name="connsiteX14" fmla="*/ 305 w 99748"/>
                <a:gd name="connsiteY14" fmla="*/ 152883 h 152791"/>
                <a:gd name="connsiteX15" fmla="*/ 87725 w 99748"/>
                <a:gd name="connsiteY15" fmla="*/ 152883 h 152791"/>
                <a:gd name="connsiteX16" fmla="*/ 100053 w 99748"/>
                <a:gd name="connsiteY16" fmla="*/ 121918 h 15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748" h="152791">
                  <a:moveTo>
                    <a:pt x="100053" y="121918"/>
                  </a:moveTo>
                  <a:lnTo>
                    <a:pt x="97139" y="120788"/>
                  </a:lnTo>
                  <a:cubicBezTo>
                    <a:pt x="88846" y="133671"/>
                    <a:pt x="85932" y="135705"/>
                    <a:pt x="75845" y="135705"/>
                  </a:cubicBezTo>
                  <a:lnTo>
                    <a:pt x="22272" y="135705"/>
                  </a:lnTo>
                  <a:lnTo>
                    <a:pt x="59930" y="95925"/>
                  </a:lnTo>
                  <a:cubicBezTo>
                    <a:pt x="79879" y="74905"/>
                    <a:pt x="88621" y="57727"/>
                    <a:pt x="88621" y="40098"/>
                  </a:cubicBezTo>
                  <a:cubicBezTo>
                    <a:pt x="88621" y="17496"/>
                    <a:pt x="70465" y="92"/>
                    <a:pt x="47153" y="92"/>
                  </a:cubicBezTo>
                  <a:cubicBezTo>
                    <a:pt x="34825" y="92"/>
                    <a:pt x="23169" y="5064"/>
                    <a:pt x="14875" y="14105"/>
                  </a:cubicBezTo>
                  <a:cubicBezTo>
                    <a:pt x="7702" y="21790"/>
                    <a:pt x="4340" y="29023"/>
                    <a:pt x="529" y="45070"/>
                  </a:cubicBezTo>
                  <a:lnTo>
                    <a:pt x="5236" y="46200"/>
                  </a:lnTo>
                  <a:cubicBezTo>
                    <a:pt x="14202" y="24050"/>
                    <a:pt x="22272" y="16817"/>
                    <a:pt x="37739" y="16817"/>
                  </a:cubicBezTo>
                  <a:cubicBezTo>
                    <a:pt x="56567" y="16817"/>
                    <a:pt x="69344" y="29701"/>
                    <a:pt x="69344" y="48687"/>
                  </a:cubicBezTo>
                  <a:cubicBezTo>
                    <a:pt x="69344" y="66316"/>
                    <a:pt x="59033" y="87336"/>
                    <a:pt x="40204" y="107452"/>
                  </a:cubicBezTo>
                  <a:lnTo>
                    <a:pt x="305" y="150171"/>
                  </a:lnTo>
                  <a:lnTo>
                    <a:pt x="305" y="152883"/>
                  </a:lnTo>
                  <a:lnTo>
                    <a:pt x="87725" y="152883"/>
                  </a:lnTo>
                  <a:lnTo>
                    <a:pt x="100053" y="121918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F2CE5EC8-62EA-3D20-6163-7E9AA89BA4F8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13144729" y="4430388"/>
              <a:ext cx="70275" cy="305435"/>
            </a:xfrm>
            <a:custGeom>
              <a:avLst/>
              <a:gdLst>
                <a:gd name="connsiteX0" fmla="*/ 70585 w 70275"/>
                <a:gd name="connsiteY0" fmla="*/ 302471 h 305435"/>
                <a:gd name="connsiteX1" fmla="*/ 65436 w 70275"/>
                <a:gd name="connsiteY1" fmla="*/ 295751 h 305435"/>
                <a:gd name="connsiteX2" fmla="*/ 17879 w 70275"/>
                <a:gd name="connsiteY2" fmla="*/ 152807 h 305435"/>
                <a:gd name="connsiteX3" fmla="*/ 66647 w 70275"/>
                <a:gd name="connsiteY3" fmla="*/ 8336 h 305435"/>
                <a:gd name="connsiteX4" fmla="*/ 70585 w 70275"/>
                <a:gd name="connsiteY4" fmla="*/ 3144 h 305435"/>
                <a:gd name="connsiteX5" fmla="*/ 67556 w 70275"/>
                <a:gd name="connsiteY5" fmla="*/ 89 h 305435"/>
                <a:gd name="connsiteX6" fmla="*/ 19393 w 70275"/>
                <a:gd name="connsiteY6" fmla="*/ 59649 h 305435"/>
                <a:gd name="connsiteX7" fmla="*/ 310 w 70275"/>
                <a:gd name="connsiteY7" fmla="*/ 152807 h 305435"/>
                <a:gd name="connsiteX8" fmla="*/ 20302 w 70275"/>
                <a:gd name="connsiteY8" fmla="*/ 248103 h 305435"/>
                <a:gd name="connsiteX9" fmla="*/ 67556 w 70275"/>
                <a:gd name="connsiteY9" fmla="*/ 305525 h 305435"/>
                <a:gd name="connsiteX10" fmla="*/ 70585 w 70275"/>
                <a:gd name="connsiteY10" fmla="*/ 302471 h 30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75" h="305435">
                  <a:moveTo>
                    <a:pt x="70585" y="302471"/>
                  </a:moveTo>
                  <a:cubicBezTo>
                    <a:pt x="70585" y="301554"/>
                    <a:pt x="70585" y="300944"/>
                    <a:pt x="65436" y="295751"/>
                  </a:cubicBezTo>
                  <a:cubicBezTo>
                    <a:pt x="27572" y="257266"/>
                    <a:pt x="17879" y="199539"/>
                    <a:pt x="17879" y="152807"/>
                  </a:cubicBezTo>
                  <a:cubicBezTo>
                    <a:pt x="17879" y="99661"/>
                    <a:pt x="29389" y="46516"/>
                    <a:pt x="66647" y="8336"/>
                  </a:cubicBezTo>
                  <a:cubicBezTo>
                    <a:pt x="70585" y="4671"/>
                    <a:pt x="70585" y="4060"/>
                    <a:pt x="70585" y="3144"/>
                  </a:cubicBezTo>
                  <a:cubicBezTo>
                    <a:pt x="70585" y="1006"/>
                    <a:pt x="69374" y="89"/>
                    <a:pt x="67556" y="89"/>
                  </a:cubicBezTo>
                  <a:cubicBezTo>
                    <a:pt x="64527" y="89"/>
                    <a:pt x="37265" y="20859"/>
                    <a:pt x="19393" y="59649"/>
                  </a:cubicBezTo>
                  <a:cubicBezTo>
                    <a:pt x="3945" y="93247"/>
                    <a:pt x="310" y="127151"/>
                    <a:pt x="310" y="152807"/>
                  </a:cubicBezTo>
                  <a:cubicBezTo>
                    <a:pt x="310" y="176631"/>
                    <a:pt x="3642" y="213589"/>
                    <a:pt x="20302" y="248103"/>
                  </a:cubicBezTo>
                  <a:cubicBezTo>
                    <a:pt x="38477" y="285672"/>
                    <a:pt x="64527" y="305525"/>
                    <a:pt x="67556" y="305525"/>
                  </a:cubicBezTo>
                  <a:cubicBezTo>
                    <a:pt x="69374" y="305525"/>
                    <a:pt x="70585" y="304609"/>
                    <a:pt x="70585" y="302471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E465DB12-53F5-2A58-BB29-91890A155409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13224529" y="4524767"/>
              <a:ext cx="143579" cy="138056"/>
            </a:xfrm>
            <a:custGeom>
              <a:avLst/>
              <a:gdLst>
                <a:gd name="connsiteX0" fmla="*/ 130262 w 143579"/>
                <a:gd name="connsiteY0" fmla="*/ 100883 h 138056"/>
                <a:gd name="connsiteX1" fmla="*/ 123598 w 143579"/>
                <a:gd name="connsiteY1" fmla="*/ 109130 h 138056"/>
                <a:gd name="connsiteX2" fmla="*/ 109665 w 143579"/>
                <a:gd name="connsiteY2" fmla="*/ 121347 h 138056"/>
                <a:gd name="connsiteX3" fmla="*/ 100274 w 143579"/>
                <a:gd name="connsiteY3" fmla="*/ 108825 h 138056"/>
                <a:gd name="connsiteX4" fmla="*/ 99063 w 143579"/>
                <a:gd name="connsiteY4" fmla="*/ 103632 h 138056"/>
                <a:gd name="connsiteX5" fmla="*/ 88158 w 143579"/>
                <a:gd name="connsiteY5" fmla="*/ 54152 h 138056"/>
                <a:gd name="connsiteX6" fmla="*/ 117843 w 143579"/>
                <a:gd name="connsiteY6" fmla="*/ 17194 h 138056"/>
                <a:gd name="connsiteX7" fmla="*/ 125113 w 143579"/>
                <a:gd name="connsiteY7" fmla="*/ 19637 h 138056"/>
                <a:gd name="connsiteX8" fmla="*/ 133292 w 143579"/>
                <a:gd name="connsiteY8" fmla="*/ 22386 h 138056"/>
                <a:gd name="connsiteX9" fmla="*/ 143894 w 143579"/>
                <a:gd name="connsiteY9" fmla="*/ 11391 h 138056"/>
                <a:gd name="connsiteX10" fmla="*/ 131474 w 143579"/>
                <a:gd name="connsiteY10" fmla="*/ 89 h 138056"/>
                <a:gd name="connsiteX11" fmla="*/ 85735 w 143579"/>
                <a:gd name="connsiteY11" fmla="*/ 43767 h 138056"/>
                <a:gd name="connsiteX12" fmla="*/ 82403 w 143579"/>
                <a:gd name="connsiteY12" fmla="*/ 26968 h 138056"/>
                <a:gd name="connsiteX13" fmla="*/ 66651 w 143579"/>
                <a:gd name="connsiteY13" fmla="*/ 89 h 138056"/>
                <a:gd name="connsiteX14" fmla="*/ 31211 w 143579"/>
                <a:gd name="connsiteY14" fmla="*/ 8947 h 138056"/>
                <a:gd name="connsiteX15" fmla="*/ 27879 w 143579"/>
                <a:gd name="connsiteY15" fmla="*/ 10169 h 138056"/>
                <a:gd name="connsiteX16" fmla="*/ 29090 w 143579"/>
                <a:gd name="connsiteY16" fmla="*/ 14750 h 138056"/>
                <a:gd name="connsiteX17" fmla="*/ 46053 w 143579"/>
                <a:gd name="connsiteY17" fmla="*/ 11391 h 138056"/>
                <a:gd name="connsiteX18" fmla="*/ 59684 w 143579"/>
                <a:gd name="connsiteY18" fmla="*/ 32466 h 138056"/>
                <a:gd name="connsiteX19" fmla="*/ 68469 w 143579"/>
                <a:gd name="connsiteY19" fmla="*/ 70034 h 138056"/>
                <a:gd name="connsiteX20" fmla="*/ 43630 w 143579"/>
                <a:gd name="connsiteY20" fmla="*/ 105770 h 138056"/>
                <a:gd name="connsiteX21" fmla="*/ 28182 w 143579"/>
                <a:gd name="connsiteY21" fmla="*/ 120431 h 138056"/>
                <a:gd name="connsiteX22" fmla="*/ 20306 w 143579"/>
                <a:gd name="connsiteY22" fmla="*/ 117682 h 138056"/>
                <a:gd name="connsiteX23" fmla="*/ 10613 w 143579"/>
                <a:gd name="connsiteY23" fmla="*/ 114628 h 138056"/>
                <a:gd name="connsiteX24" fmla="*/ 314 w 143579"/>
                <a:gd name="connsiteY24" fmla="*/ 125318 h 138056"/>
                <a:gd name="connsiteX25" fmla="*/ 15459 w 143579"/>
                <a:gd name="connsiteY25" fmla="*/ 138146 h 138056"/>
                <a:gd name="connsiteX26" fmla="*/ 43630 w 143579"/>
                <a:gd name="connsiteY26" fmla="*/ 116766 h 138056"/>
                <a:gd name="connsiteX27" fmla="*/ 70892 w 143579"/>
                <a:gd name="connsiteY27" fmla="*/ 81030 h 138056"/>
                <a:gd name="connsiteX28" fmla="*/ 79979 w 143579"/>
                <a:gd name="connsiteY28" fmla="*/ 117682 h 138056"/>
                <a:gd name="connsiteX29" fmla="*/ 97548 w 143579"/>
                <a:gd name="connsiteY29" fmla="*/ 138146 h 138056"/>
                <a:gd name="connsiteX30" fmla="*/ 134503 w 143579"/>
                <a:gd name="connsiteY30" fmla="*/ 103327 h 138056"/>
                <a:gd name="connsiteX31" fmla="*/ 130262 w 143579"/>
                <a:gd name="connsiteY31" fmla="*/ 100883 h 13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79" h="138056">
                  <a:moveTo>
                    <a:pt x="130262" y="100883"/>
                  </a:moveTo>
                  <a:cubicBezTo>
                    <a:pt x="127839" y="103632"/>
                    <a:pt x="126325" y="105465"/>
                    <a:pt x="123598" y="109130"/>
                  </a:cubicBezTo>
                  <a:cubicBezTo>
                    <a:pt x="116632" y="118293"/>
                    <a:pt x="112997" y="121347"/>
                    <a:pt x="109665" y="121347"/>
                  </a:cubicBezTo>
                  <a:cubicBezTo>
                    <a:pt x="105121" y="121347"/>
                    <a:pt x="102395" y="117377"/>
                    <a:pt x="100274" y="108825"/>
                  </a:cubicBezTo>
                  <a:cubicBezTo>
                    <a:pt x="99669" y="106381"/>
                    <a:pt x="99366" y="104548"/>
                    <a:pt x="99063" y="103632"/>
                  </a:cubicBezTo>
                  <a:cubicBezTo>
                    <a:pt x="91490" y="72783"/>
                    <a:pt x="88158" y="58733"/>
                    <a:pt x="88158" y="54152"/>
                  </a:cubicBezTo>
                  <a:cubicBezTo>
                    <a:pt x="101486" y="30633"/>
                    <a:pt x="112391" y="17194"/>
                    <a:pt x="117843" y="17194"/>
                  </a:cubicBezTo>
                  <a:cubicBezTo>
                    <a:pt x="119661" y="17194"/>
                    <a:pt x="122084" y="18110"/>
                    <a:pt x="125113" y="19637"/>
                  </a:cubicBezTo>
                  <a:cubicBezTo>
                    <a:pt x="128748" y="21775"/>
                    <a:pt x="130868" y="22386"/>
                    <a:pt x="133292" y="22386"/>
                  </a:cubicBezTo>
                  <a:cubicBezTo>
                    <a:pt x="139653" y="22386"/>
                    <a:pt x="143894" y="17805"/>
                    <a:pt x="143894" y="11391"/>
                  </a:cubicBezTo>
                  <a:cubicBezTo>
                    <a:pt x="143894" y="4976"/>
                    <a:pt x="138744" y="89"/>
                    <a:pt x="131474" y="89"/>
                  </a:cubicBezTo>
                  <a:cubicBezTo>
                    <a:pt x="118146" y="89"/>
                    <a:pt x="106635" y="11085"/>
                    <a:pt x="85735" y="43767"/>
                  </a:cubicBezTo>
                  <a:lnTo>
                    <a:pt x="82403" y="26968"/>
                  </a:lnTo>
                  <a:cubicBezTo>
                    <a:pt x="78162" y="6198"/>
                    <a:pt x="74830" y="89"/>
                    <a:pt x="66651" y="89"/>
                  </a:cubicBezTo>
                  <a:cubicBezTo>
                    <a:pt x="59987" y="89"/>
                    <a:pt x="49688" y="2838"/>
                    <a:pt x="31211" y="8947"/>
                  </a:cubicBezTo>
                  <a:lnTo>
                    <a:pt x="27879" y="10169"/>
                  </a:lnTo>
                  <a:lnTo>
                    <a:pt x="29090" y="14750"/>
                  </a:lnTo>
                  <a:cubicBezTo>
                    <a:pt x="40601" y="12001"/>
                    <a:pt x="43327" y="11391"/>
                    <a:pt x="46053" y="11391"/>
                  </a:cubicBezTo>
                  <a:cubicBezTo>
                    <a:pt x="53626" y="11391"/>
                    <a:pt x="55444" y="14140"/>
                    <a:pt x="59684" y="32466"/>
                  </a:cubicBezTo>
                  <a:lnTo>
                    <a:pt x="68469" y="70034"/>
                  </a:lnTo>
                  <a:lnTo>
                    <a:pt x="43630" y="105770"/>
                  </a:lnTo>
                  <a:cubicBezTo>
                    <a:pt x="37572" y="114933"/>
                    <a:pt x="31514" y="120431"/>
                    <a:pt x="28182" y="120431"/>
                  </a:cubicBezTo>
                  <a:cubicBezTo>
                    <a:pt x="26364" y="120431"/>
                    <a:pt x="23335" y="119515"/>
                    <a:pt x="20306" y="117682"/>
                  </a:cubicBezTo>
                  <a:cubicBezTo>
                    <a:pt x="16368" y="115544"/>
                    <a:pt x="13036" y="114628"/>
                    <a:pt x="10613" y="114628"/>
                  </a:cubicBezTo>
                  <a:cubicBezTo>
                    <a:pt x="4857" y="114628"/>
                    <a:pt x="314" y="119209"/>
                    <a:pt x="314" y="125318"/>
                  </a:cubicBezTo>
                  <a:cubicBezTo>
                    <a:pt x="314" y="133259"/>
                    <a:pt x="6372" y="138146"/>
                    <a:pt x="15459" y="138146"/>
                  </a:cubicBezTo>
                  <a:cubicBezTo>
                    <a:pt x="24850" y="138146"/>
                    <a:pt x="28484" y="135398"/>
                    <a:pt x="43630" y="116766"/>
                  </a:cubicBezTo>
                  <a:cubicBezTo>
                    <a:pt x="51809" y="106992"/>
                    <a:pt x="58170" y="98745"/>
                    <a:pt x="70892" y="81030"/>
                  </a:cubicBezTo>
                  <a:lnTo>
                    <a:pt x="79979" y="117682"/>
                  </a:lnTo>
                  <a:cubicBezTo>
                    <a:pt x="83917" y="133259"/>
                    <a:pt x="87855" y="138146"/>
                    <a:pt x="97548" y="138146"/>
                  </a:cubicBezTo>
                  <a:cubicBezTo>
                    <a:pt x="109059" y="138146"/>
                    <a:pt x="116934" y="130816"/>
                    <a:pt x="134503" y="103327"/>
                  </a:cubicBezTo>
                  <a:lnTo>
                    <a:pt x="130262" y="10088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DF8281B-3746-445C-10DC-3D33B8BCDA4E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13385877" y="4430388"/>
              <a:ext cx="70275" cy="305435"/>
            </a:xfrm>
            <a:custGeom>
              <a:avLst/>
              <a:gdLst>
                <a:gd name="connsiteX0" fmla="*/ 70593 w 70275"/>
                <a:gd name="connsiteY0" fmla="*/ 152807 h 305435"/>
                <a:gd name="connsiteX1" fmla="*/ 50601 w 70275"/>
                <a:gd name="connsiteY1" fmla="*/ 57511 h 305435"/>
                <a:gd name="connsiteX2" fmla="*/ 3347 w 70275"/>
                <a:gd name="connsiteY2" fmla="*/ 89 h 305435"/>
                <a:gd name="connsiteX3" fmla="*/ 318 w 70275"/>
                <a:gd name="connsiteY3" fmla="*/ 3144 h 305435"/>
                <a:gd name="connsiteX4" fmla="*/ 6073 w 70275"/>
                <a:gd name="connsiteY4" fmla="*/ 10169 h 305435"/>
                <a:gd name="connsiteX5" fmla="*/ 53025 w 70275"/>
                <a:gd name="connsiteY5" fmla="*/ 152807 h 305435"/>
                <a:gd name="connsiteX6" fmla="*/ 4256 w 70275"/>
                <a:gd name="connsiteY6" fmla="*/ 297278 h 305435"/>
                <a:gd name="connsiteX7" fmla="*/ 318 w 70275"/>
                <a:gd name="connsiteY7" fmla="*/ 302471 h 305435"/>
                <a:gd name="connsiteX8" fmla="*/ 3347 w 70275"/>
                <a:gd name="connsiteY8" fmla="*/ 305525 h 305435"/>
                <a:gd name="connsiteX9" fmla="*/ 51510 w 70275"/>
                <a:gd name="connsiteY9" fmla="*/ 245965 h 305435"/>
                <a:gd name="connsiteX10" fmla="*/ 70593 w 70275"/>
                <a:gd name="connsiteY10" fmla="*/ 152807 h 30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75" h="305435">
                  <a:moveTo>
                    <a:pt x="70593" y="152807"/>
                  </a:moveTo>
                  <a:cubicBezTo>
                    <a:pt x="70593" y="128983"/>
                    <a:pt x="67261" y="92025"/>
                    <a:pt x="50601" y="57511"/>
                  </a:cubicBezTo>
                  <a:cubicBezTo>
                    <a:pt x="32427" y="19943"/>
                    <a:pt x="6376" y="89"/>
                    <a:pt x="3347" y="89"/>
                  </a:cubicBezTo>
                  <a:cubicBezTo>
                    <a:pt x="1530" y="89"/>
                    <a:pt x="318" y="1311"/>
                    <a:pt x="318" y="3144"/>
                  </a:cubicBezTo>
                  <a:cubicBezTo>
                    <a:pt x="318" y="4060"/>
                    <a:pt x="318" y="4671"/>
                    <a:pt x="6073" y="10169"/>
                  </a:cubicBezTo>
                  <a:cubicBezTo>
                    <a:pt x="35759" y="40407"/>
                    <a:pt x="53025" y="88971"/>
                    <a:pt x="53025" y="152807"/>
                  </a:cubicBezTo>
                  <a:cubicBezTo>
                    <a:pt x="53025" y="205037"/>
                    <a:pt x="41817" y="258793"/>
                    <a:pt x="4256" y="297278"/>
                  </a:cubicBezTo>
                  <a:cubicBezTo>
                    <a:pt x="318" y="300944"/>
                    <a:pt x="318" y="301554"/>
                    <a:pt x="318" y="302471"/>
                  </a:cubicBezTo>
                  <a:cubicBezTo>
                    <a:pt x="318" y="304303"/>
                    <a:pt x="1530" y="305525"/>
                    <a:pt x="3347" y="305525"/>
                  </a:cubicBezTo>
                  <a:cubicBezTo>
                    <a:pt x="6376" y="305525"/>
                    <a:pt x="33638" y="284755"/>
                    <a:pt x="51510" y="245965"/>
                  </a:cubicBezTo>
                  <a:cubicBezTo>
                    <a:pt x="66958" y="212367"/>
                    <a:pt x="70593" y="178464"/>
                    <a:pt x="70593" y="152807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AE69D956-EDBD-8DA0-E24E-FB51CFFA349E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13524904" y="4450852"/>
              <a:ext cx="155090" cy="212583"/>
            </a:xfrm>
            <a:custGeom>
              <a:avLst/>
              <a:gdLst>
                <a:gd name="connsiteX0" fmla="*/ 136027 w 155090"/>
                <a:gd name="connsiteY0" fmla="*/ 174798 h 212583"/>
                <a:gd name="connsiteX1" fmla="*/ 111189 w 155090"/>
                <a:gd name="connsiteY1" fmla="*/ 196484 h 212583"/>
                <a:gd name="connsiteX2" fmla="*/ 105736 w 155090"/>
                <a:gd name="connsiteY2" fmla="*/ 190375 h 212583"/>
                <a:gd name="connsiteX3" fmla="*/ 125426 w 155090"/>
                <a:gd name="connsiteY3" fmla="*/ 115238 h 212583"/>
                <a:gd name="connsiteX4" fmla="*/ 155414 w 155090"/>
                <a:gd name="connsiteY4" fmla="*/ 1616 h 212583"/>
                <a:gd name="connsiteX5" fmla="*/ 153899 w 155090"/>
                <a:gd name="connsiteY5" fmla="*/ 89 h 212583"/>
                <a:gd name="connsiteX6" fmla="*/ 107554 w 155090"/>
                <a:gd name="connsiteY6" fmla="*/ 7114 h 212583"/>
                <a:gd name="connsiteX7" fmla="*/ 107554 w 155090"/>
                <a:gd name="connsiteY7" fmla="*/ 12306 h 212583"/>
                <a:gd name="connsiteX8" fmla="*/ 126334 w 155090"/>
                <a:gd name="connsiteY8" fmla="*/ 20248 h 212583"/>
                <a:gd name="connsiteX9" fmla="*/ 121791 w 155090"/>
                <a:gd name="connsiteY9" fmla="*/ 41628 h 212583"/>
                <a:gd name="connsiteX10" fmla="*/ 108463 w 155090"/>
                <a:gd name="connsiteY10" fmla="*/ 91720 h 212583"/>
                <a:gd name="connsiteX11" fmla="*/ 88773 w 155090"/>
                <a:gd name="connsiteY11" fmla="*/ 74004 h 212583"/>
                <a:gd name="connsiteX12" fmla="*/ 323 w 155090"/>
                <a:gd name="connsiteY12" fmla="*/ 177242 h 212583"/>
                <a:gd name="connsiteX13" fmla="*/ 32129 w 155090"/>
                <a:gd name="connsiteY13" fmla="*/ 212061 h 212583"/>
                <a:gd name="connsiteX14" fmla="*/ 86653 w 155090"/>
                <a:gd name="connsiteY14" fmla="*/ 171744 h 212583"/>
                <a:gd name="connsiteX15" fmla="*/ 82715 w 155090"/>
                <a:gd name="connsiteY15" fmla="*/ 198928 h 212583"/>
                <a:gd name="connsiteX16" fmla="*/ 95437 w 155090"/>
                <a:gd name="connsiteY16" fmla="*/ 212672 h 212583"/>
                <a:gd name="connsiteX17" fmla="*/ 139662 w 155090"/>
                <a:gd name="connsiteY17" fmla="*/ 177853 h 212583"/>
                <a:gd name="connsiteX18" fmla="*/ 136027 w 155090"/>
                <a:gd name="connsiteY18" fmla="*/ 174798 h 212583"/>
                <a:gd name="connsiteX19" fmla="*/ 89985 w 155090"/>
                <a:gd name="connsiteY19" fmla="*/ 81029 h 212583"/>
                <a:gd name="connsiteX20" fmla="*/ 103616 w 155090"/>
                <a:gd name="connsiteY20" fmla="*/ 98439 h 212583"/>
                <a:gd name="connsiteX21" fmla="*/ 44245 w 155090"/>
                <a:gd name="connsiteY21" fmla="*/ 197401 h 212583"/>
                <a:gd name="connsiteX22" fmla="*/ 26677 w 155090"/>
                <a:gd name="connsiteY22" fmla="*/ 177242 h 212583"/>
                <a:gd name="connsiteX23" fmla="*/ 61814 w 155090"/>
                <a:gd name="connsiteY23" fmla="*/ 95079 h 212583"/>
                <a:gd name="connsiteX24" fmla="*/ 89985 w 155090"/>
                <a:gd name="connsiteY24" fmla="*/ 81029 h 212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090" h="212583">
                  <a:moveTo>
                    <a:pt x="136027" y="174798"/>
                  </a:moveTo>
                  <a:cubicBezTo>
                    <a:pt x="119670" y="193735"/>
                    <a:pt x="116338" y="196484"/>
                    <a:pt x="111189" y="196484"/>
                  </a:cubicBezTo>
                  <a:cubicBezTo>
                    <a:pt x="108160" y="196484"/>
                    <a:pt x="105736" y="193735"/>
                    <a:pt x="105736" y="190375"/>
                  </a:cubicBezTo>
                  <a:cubicBezTo>
                    <a:pt x="105736" y="186099"/>
                    <a:pt x="115429" y="148836"/>
                    <a:pt x="125426" y="115238"/>
                  </a:cubicBezTo>
                  <a:cubicBezTo>
                    <a:pt x="133604" y="87138"/>
                    <a:pt x="139965" y="62703"/>
                    <a:pt x="155414" y="1616"/>
                  </a:cubicBezTo>
                  <a:lnTo>
                    <a:pt x="153899" y="89"/>
                  </a:lnTo>
                  <a:cubicBezTo>
                    <a:pt x="137845" y="3449"/>
                    <a:pt x="126940" y="5281"/>
                    <a:pt x="107554" y="7114"/>
                  </a:cubicBezTo>
                  <a:lnTo>
                    <a:pt x="107554" y="12306"/>
                  </a:lnTo>
                  <a:cubicBezTo>
                    <a:pt x="124214" y="12917"/>
                    <a:pt x="126334" y="13834"/>
                    <a:pt x="126334" y="20248"/>
                  </a:cubicBezTo>
                  <a:cubicBezTo>
                    <a:pt x="126334" y="24218"/>
                    <a:pt x="126031" y="26051"/>
                    <a:pt x="121791" y="41628"/>
                  </a:cubicBezTo>
                  <a:lnTo>
                    <a:pt x="108463" y="91720"/>
                  </a:lnTo>
                  <a:cubicBezTo>
                    <a:pt x="106039" y="78891"/>
                    <a:pt x="100587" y="74004"/>
                    <a:pt x="88773" y="74004"/>
                  </a:cubicBezTo>
                  <a:cubicBezTo>
                    <a:pt x="49395" y="74004"/>
                    <a:pt x="323" y="131426"/>
                    <a:pt x="323" y="177242"/>
                  </a:cubicBezTo>
                  <a:cubicBezTo>
                    <a:pt x="323" y="198928"/>
                    <a:pt x="12440" y="212061"/>
                    <a:pt x="32129" y="212061"/>
                  </a:cubicBezTo>
                  <a:cubicBezTo>
                    <a:pt x="52727" y="212061"/>
                    <a:pt x="66055" y="202287"/>
                    <a:pt x="86653" y="171744"/>
                  </a:cubicBezTo>
                  <a:cubicBezTo>
                    <a:pt x="83321" y="187321"/>
                    <a:pt x="82715" y="191903"/>
                    <a:pt x="82715" y="198928"/>
                  </a:cubicBezTo>
                  <a:cubicBezTo>
                    <a:pt x="82715" y="207174"/>
                    <a:pt x="87865" y="212672"/>
                    <a:pt x="95437" y="212672"/>
                  </a:cubicBezTo>
                  <a:cubicBezTo>
                    <a:pt x="108160" y="212672"/>
                    <a:pt x="123911" y="200149"/>
                    <a:pt x="139662" y="177853"/>
                  </a:cubicBezTo>
                  <a:lnTo>
                    <a:pt x="136027" y="174798"/>
                  </a:lnTo>
                  <a:close/>
                  <a:moveTo>
                    <a:pt x="89985" y="81029"/>
                  </a:moveTo>
                  <a:cubicBezTo>
                    <a:pt x="99072" y="81640"/>
                    <a:pt x="103616" y="87444"/>
                    <a:pt x="103616" y="98439"/>
                  </a:cubicBezTo>
                  <a:cubicBezTo>
                    <a:pt x="103616" y="144866"/>
                    <a:pt x="72113" y="197401"/>
                    <a:pt x="44245" y="197401"/>
                  </a:cubicBezTo>
                  <a:cubicBezTo>
                    <a:pt x="33946" y="197401"/>
                    <a:pt x="26677" y="189154"/>
                    <a:pt x="26677" y="177242"/>
                  </a:cubicBezTo>
                  <a:cubicBezTo>
                    <a:pt x="26677" y="151891"/>
                    <a:pt x="41822" y="116460"/>
                    <a:pt x="61814" y="95079"/>
                  </a:cubicBezTo>
                  <a:cubicBezTo>
                    <a:pt x="70296" y="86222"/>
                    <a:pt x="81503" y="80419"/>
                    <a:pt x="89985" y="81029"/>
                  </a:cubicBez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57B2F93B-7539-2832-E428-868DB059E520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13680012" y="4524767"/>
              <a:ext cx="143579" cy="138056"/>
            </a:xfrm>
            <a:custGeom>
              <a:avLst/>
              <a:gdLst>
                <a:gd name="connsiteX0" fmla="*/ 130277 w 143579"/>
                <a:gd name="connsiteY0" fmla="*/ 100883 h 138056"/>
                <a:gd name="connsiteX1" fmla="*/ 123613 w 143579"/>
                <a:gd name="connsiteY1" fmla="*/ 109130 h 138056"/>
                <a:gd name="connsiteX2" fmla="*/ 109679 w 143579"/>
                <a:gd name="connsiteY2" fmla="*/ 121347 h 138056"/>
                <a:gd name="connsiteX3" fmla="*/ 100289 w 143579"/>
                <a:gd name="connsiteY3" fmla="*/ 108825 h 138056"/>
                <a:gd name="connsiteX4" fmla="*/ 99078 w 143579"/>
                <a:gd name="connsiteY4" fmla="*/ 103632 h 138056"/>
                <a:gd name="connsiteX5" fmla="*/ 88173 w 143579"/>
                <a:gd name="connsiteY5" fmla="*/ 54152 h 138056"/>
                <a:gd name="connsiteX6" fmla="*/ 117858 w 143579"/>
                <a:gd name="connsiteY6" fmla="*/ 17194 h 138056"/>
                <a:gd name="connsiteX7" fmla="*/ 125128 w 143579"/>
                <a:gd name="connsiteY7" fmla="*/ 19637 h 138056"/>
                <a:gd name="connsiteX8" fmla="*/ 133307 w 143579"/>
                <a:gd name="connsiteY8" fmla="*/ 22386 h 138056"/>
                <a:gd name="connsiteX9" fmla="*/ 143908 w 143579"/>
                <a:gd name="connsiteY9" fmla="*/ 11391 h 138056"/>
                <a:gd name="connsiteX10" fmla="*/ 131489 w 143579"/>
                <a:gd name="connsiteY10" fmla="*/ 89 h 138056"/>
                <a:gd name="connsiteX11" fmla="*/ 85750 w 143579"/>
                <a:gd name="connsiteY11" fmla="*/ 43767 h 138056"/>
                <a:gd name="connsiteX12" fmla="*/ 82417 w 143579"/>
                <a:gd name="connsiteY12" fmla="*/ 26968 h 138056"/>
                <a:gd name="connsiteX13" fmla="*/ 66666 w 143579"/>
                <a:gd name="connsiteY13" fmla="*/ 89 h 138056"/>
                <a:gd name="connsiteX14" fmla="*/ 31226 w 143579"/>
                <a:gd name="connsiteY14" fmla="*/ 8947 h 138056"/>
                <a:gd name="connsiteX15" fmla="*/ 27894 w 143579"/>
                <a:gd name="connsiteY15" fmla="*/ 10169 h 138056"/>
                <a:gd name="connsiteX16" fmla="*/ 29105 w 143579"/>
                <a:gd name="connsiteY16" fmla="*/ 14750 h 138056"/>
                <a:gd name="connsiteX17" fmla="*/ 46068 w 143579"/>
                <a:gd name="connsiteY17" fmla="*/ 11391 h 138056"/>
                <a:gd name="connsiteX18" fmla="*/ 59699 w 143579"/>
                <a:gd name="connsiteY18" fmla="*/ 32466 h 138056"/>
                <a:gd name="connsiteX19" fmla="*/ 68484 w 143579"/>
                <a:gd name="connsiteY19" fmla="*/ 70034 h 138056"/>
                <a:gd name="connsiteX20" fmla="*/ 43645 w 143579"/>
                <a:gd name="connsiteY20" fmla="*/ 105770 h 138056"/>
                <a:gd name="connsiteX21" fmla="*/ 28196 w 143579"/>
                <a:gd name="connsiteY21" fmla="*/ 120431 h 138056"/>
                <a:gd name="connsiteX22" fmla="*/ 20321 w 143579"/>
                <a:gd name="connsiteY22" fmla="*/ 117682 h 138056"/>
                <a:gd name="connsiteX23" fmla="*/ 10628 w 143579"/>
                <a:gd name="connsiteY23" fmla="*/ 114628 h 138056"/>
                <a:gd name="connsiteX24" fmla="*/ 329 w 143579"/>
                <a:gd name="connsiteY24" fmla="*/ 125318 h 138056"/>
                <a:gd name="connsiteX25" fmla="*/ 15474 w 143579"/>
                <a:gd name="connsiteY25" fmla="*/ 138146 h 138056"/>
                <a:gd name="connsiteX26" fmla="*/ 43645 w 143579"/>
                <a:gd name="connsiteY26" fmla="*/ 116766 h 138056"/>
                <a:gd name="connsiteX27" fmla="*/ 70907 w 143579"/>
                <a:gd name="connsiteY27" fmla="*/ 81030 h 138056"/>
                <a:gd name="connsiteX28" fmla="*/ 79994 w 143579"/>
                <a:gd name="connsiteY28" fmla="*/ 117682 h 138056"/>
                <a:gd name="connsiteX29" fmla="*/ 97563 w 143579"/>
                <a:gd name="connsiteY29" fmla="*/ 138146 h 138056"/>
                <a:gd name="connsiteX30" fmla="*/ 134518 w 143579"/>
                <a:gd name="connsiteY30" fmla="*/ 103327 h 138056"/>
                <a:gd name="connsiteX31" fmla="*/ 130277 w 143579"/>
                <a:gd name="connsiteY31" fmla="*/ 100883 h 138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79" h="138056">
                  <a:moveTo>
                    <a:pt x="130277" y="100883"/>
                  </a:moveTo>
                  <a:cubicBezTo>
                    <a:pt x="127854" y="103632"/>
                    <a:pt x="126340" y="105465"/>
                    <a:pt x="123613" y="109130"/>
                  </a:cubicBezTo>
                  <a:cubicBezTo>
                    <a:pt x="116646" y="118293"/>
                    <a:pt x="113012" y="121347"/>
                    <a:pt x="109679" y="121347"/>
                  </a:cubicBezTo>
                  <a:cubicBezTo>
                    <a:pt x="105136" y="121347"/>
                    <a:pt x="102410" y="117377"/>
                    <a:pt x="100289" y="108825"/>
                  </a:cubicBezTo>
                  <a:cubicBezTo>
                    <a:pt x="99683" y="106381"/>
                    <a:pt x="99381" y="104548"/>
                    <a:pt x="99078" y="103632"/>
                  </a:cubicBezTo>
                  <a:cubicBezTo>
                    <a:pt x="91505" y="72783"/>
                    <a:pt x="88173" y="58733"/>
                    <a:pt x="88173" y="54152"/>
                  </a:cubicBezTo>
                  <a:cubicBezTo>
                    <a:pt x="101501" y="30633"/>
                    <a:pt x="112406" y="17194"/>
                    <a:pt x="117858" y="17194"/>
                  </a:cubicBezTo>
                  <a:cubicBezTo>
                    <a:pt x="119676" y="17194"/>
                    <a:pt x="122099" y="18110"/>
                    <a:pt x="125128" y="19637"/>
                  </a:cubicBezTo>
                  <a:cubicBezTo>
                    <a:pt x="128763" y="21775"/>
                    <a:pt x="130883" y="22386"/>
                    <a:pt x="133307" y="22386"/>
                  </a:cubicBezTo>
                  <a:cubicBezTo>
                    <a:pt x="139668" y="22386"/>
                    <a:pt x="143908" y="17805"/>
                    <a:pt x="143908" y="11391"/>
                  </a:cubicBezTo>
                  <a:cubicBezTo>
                    <a:pt x="143908" y="4976"/>
                    <a:pt x="138759" y="89"/>
                    <a:pt x="131489" y="89"/>
                  </a:cubicBezTo>
                  <a:cubicBezTo>
                    <a:pt x="118161" y="89"/>
                    <a:pt x="106650" y="11085"/>
                    <a:pt x="85750" y="43767"/>
                  </a:cubicBezTo>
                  <a:lnTo>
                    <a:pt x="82417" y="26968"/>
                  </a:lnTo>
                  <a:cubicBezTo>
                    <a:pt x="78177" y="6198"/>
                    <a:pt x="74845" y="89"/>
                    <a:pt x="66666" y="89"/>
                  </a:cubicBezTo>
                  <a:cubicBezTo>
                    <a:pt x="60002" y="89"/>
                    <a:pt x="49703" y="2838"/>
                    <a:pt x="31226" y="8947"/>
                  </a:cubicBezTo>
                  <a:lnTo>
                    <a:pt x="27894" y="10169"/>
                  </a:lnTo>
                  <a:lnTo>
                    <a:pt x="29105" y="14750"/>
                  </a:lnTo>
                  <a:cubicBezTo>
                    <a:pt x="40616" y="12001"/>
                    <a:pt x="43342" y="11391"/>
                    <a:pt x="46068" y="11391"/>
                  </a:cubicBezTo>
                  <a:cubicBezTo>
                    <a:pt x="53641" y="11391"/>
                    <a:pt x="55458" y="14140"/>
                    <a:pt x="59699" y="32466"/>
                  </a:cubicBezTo>
                  <a:lnTo>
                    <a:pt x="68484" y="70034"/>
                  </a:lnTo>
                  <a:lnTo>
                    <a:pt x="43645" y="105770"/>
                  </a:lnTo>
                  <a:cubicBezTo>
                    <a:pt x="37587" y="114933"/>
                    <a:pt x="31528" y="120431"/>
                    <a:pt x="28196" y="120431"/>
                  </a:cubicBezTo>
                  <a:cubicBezTo>
                    <a:pt x="26379" y="120431"/>
                    <a:pt x="23350" y="119515"/>
                    <a:pt x="20321" y="117682"/>
                  </a:cubicBezTo>
                  <a:cubicBezTo>
                    <a:pt x="16383" y="115544"/>
                    <a:pt x="13051" y="114628"/>
                    <a:pt x="10628" y="114628"/>
                  </a:cubicBezTo>
                  <a:cubicBezTo>
                    <a:pt x="4872" y="114628"/>
                    <a:pt x="329" y="119209"/>
                    <a:pt x="329" y="125318"/>
                  </a:cubicBezTo>
                  <a:cubicBezTo>
                    <a:pt x="329" y="133259"/>
                    <a:pt x="6387" y="138146"/>
                    <a:pt x="15474" y="138146"/>
                  </a:cubicBezTo>
                  <a:cubicBezTo>
                    <a:pt x="24864" y="138146"/>
                    <a:pt x="28499" y="135398"/>
                    <a:pt x="43645" y="116766"/>
                  </a:cubicBezTo>
                  <a:cubicBezTo>
                    <a:pt x="51824" y="106992"/>
                    <a:pt x="58185" y="98745"/>
                    <a:pt x="70907" y="81030"/>
                  </a:cubicBezTo>
                  <a:lnTo>
                    <a:pt x="79994" y="117682"/>
                  </a:lnTo>
                  <a:cubicBezTo>
                    <a:pt x="83932" y="133259"/>
                    <a:pt x="87870" y="138146"/>
                    <a:pt x="97563" y="138146"/>
                  </a:cubicBezTo>
                  <a:cubicBezTo>
                    <a:pt x="109074" y="138146"/>
                    <a:pt x="116949" y="130816"/>
                    <a:pt x="134518" y="103327"/>
                  </a:cubicBezTo>
                  <a:lnTo>
                    <a:pt x="130277" y="100883"/>
                  </a:lnTo>
                  <a:close/>
                </a:path>
              </a:pathLst>
            </a:custGeom>
            <a:solidFill>
              <a:srgbClr val="FFFFFF"/>
            </a:solidFill>
            <a:ln w="413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870" name="Group 86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$n$ (even) intervals of $[a,b]$}: \,\,&#10;[x_0, x_2], \,\,[x_2,x_4],\,\, \cdots\, [x_{n-2},x_n]&#10;\end{align*}&#10;}&#10;\end{document}" title="IguanaTex Shape Display">
            <a:extLst>
              <a:ext uri="{FF2B5EF4-FFF2-40B4-BE49-F238E27FC236}">
                <a16:creationId xmlns:a16="http://schemas.microsoft.com/office/drawing/2014/main" id="{5A8A9F6B-59A4-FF02-0FA9-C49E0997EA57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335508" y="676768"/>
            <a:ext cx="7991857" cy="294963"/>
            <a:chOff x="5651159" y="4835369"/>
            <a:chExt cx="7991857" cy="294963"/>
          </a:xfrm>
        </p:grpSpPr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2B54B10F-E115-33FE-4480-03C779E0114F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5651159" y="4857196"/>
              <a:ext cx="183028" cy="203524"/>
            </a:xfrm>
            <a:custGeom>
              <a:avLst/>
              <a:gdLst>
                <a:gd name="connsiteX0" fmla="*/ 179198 w 183028"/>
                <a:gd name="connsiteY0" fmla="*/ 66746 h 203524"/>
                <a:gd name="connsiteX1" fmla="*/ 176476 w 183028"/>
                <a:gd name="connsiteY1" fmla="*/ 84 h 203524"/>
                <a:gd name="connsiteX2" fmla="*/ 170123 w 183028"/>
                <a:gd name="connsiteY2" fmla="*/ 84 h 203524"/>
                <a:gd name="connsiteX3" fmla="*/ 157417 w 183028"/>
                <a:gd name="connsiteY3" fmla="*/ 9818 h 203524"/>
                <a:gd name="connsiteX4" fmla="*/ 145618 w 183028"/>
                <a:gd name="connsiteY4" fmla="*/ 7163 h 203524"/>
                <a:gd name="connsiteX5" fmla="*/ 101449 w 183028"/>
                <a:gd name="connsiteY5" fmla="*/ 84 h 203524"/>
                <a:gd name="connsiteX6" fmla="*/ 32775 w 183028"/>
                <a:gd name="connsiteY6" fmla="*/ 25451 h 203524"/>
                <a:gd name="connsiteX7" fmla="*/ 103 w 183028"/>
                <a:gd name="connsiteY7" fmla="*/ 103616 h 203524"/>
                <a:gd name="connsiteX8" fmla="*/ 24607 w 183028"/>
                <a:gd name="connsiteY8" fmla="*/ 173227 h 203524"/>
                <a:gd name="connsiteX9" fmla="*/ 100542 w 183028"/>
                <a:gd name="connsiteY9" fmla="*/ 203609 h 203524"/>
                <a:gd name="connsiteX10" fmla="*/ 183131 w 183028"/>
                <a:gd name="connsiteY10" fmla="*/ 166148 h 203524"/>
                <a:gd name="connsiteX11" fmla="*/ 177686 w 183028"/>
                <a:gd name="connsiteY11" fmla="*/ 160839 h 203524"/>
                <a:gd name="connsiteX12" fmla="*/ 110222 w 183028"/>
                <a:gd name="connsiteY12" fmla="*/ 190630 h 203524"/>
                <a:gd name="connsiteX13" fmla="*/ 61213 w 183028"/>
                <a:gd name="connsiteY13" fmla="*/ 173522 h 203524"/>
                <a:gd name="connsiteX14" fmla="*/ 35196 w 183028"/>
                <a:gd name="connsiteY14" fmla="*/ 99782 h 203524"/>
                <a:gd name="connsiteX15" fmla="*/ 107197 w 183028"/>
                <a:gd name="connsiteY15" fmla="*/ 11882 h 203524"/>
                <a:gd name="connsiteX16" fmla="*/ 152274 w 183028"/>
                <a:gd name="connsiteY16" fmla="*/ 29875 h 203524"/>
                <a:gd name="connsiteX17" fmla="*/ 172240 w 183028"/>
                <a:gd name="connsiteY17" fmla="*/ 66746 h 203524"/>
                <a:gd name="connsiteX18" fmla="*/ 179198 w 183028"/>
                <a:gd name="connsiteY18" fmla="*/ 66746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028" h="203524">
                  <a:moveTo>
                    <a:pt x="179198" y="66746"/>
                  </a:moveTo>
                  <a:lnTo>
                    <a:pt x="176476" y="84"/>
                  </a:lnTo>
                  <a:lnTo>
                    <a:pt x="170123" y="84"/>
                  </a:lnTo>
                  <a:cubicBezTo>
                    <a:pt x="168307" y="6278"/>
                    <a:pt x="163467" y="9818"/>
                    <a:pt x="157417" y="9818"/>
                  </a:cubicBezTo>
                  <a:cubicBezTo>
                    <a:pt x="154694" y="9818"/>
                    <a:pt x="150156" y="8933"/>
                    <a:pt x="145618" y="7163"/>
                  </a:cubicBezTo>
                  <a:cubicBezTo>
                    <a:pt x="130794" y="2444"/>
                    <a:pt x="115668" y="84"/>
                    <a:pt x="101449" y="84"/>
                  </a:cubicBezTo>
                  <a:cubicBezTo>
                    <a:pt x="76642" y="84"/>
                    <a:pt x="51532" y="9228"/>
                    <a:pt x="32775" y="25451"/>
                  </a:cubicBezTo>
                  <a:cubicBezTo>
                    <a:pt x="11599" y="43738"/>
                    <a:pt x="103" y="71170"/>
                    <a:pt x="103" y="103616"/>
                  </a:cubicBezTo>
                  <a:cubicBezTo>
                    <a:pt x="103" y="131048"/>
                    <a:pt x="9178" y="156415"/>
                    <a:pt x="24607" y="173227"/>
                  </a:cubicBezTo>
                  <a:cubicBezTo>
                    <a:pt x="42759" y="192400"/>
                    <a:pt x="70591" y="203609"/>
                    <a:pt x="100542" y="203609"/>
                  </a:cubicBezTo>
                  <a:cubicBezTo>
                    <a:pt x="134727" y="203609"/>
                    <a:pt x="164677" y="190040"/>
                    <a:pt x="183131" y="166148"/>
                  </a:cubicBezTo>
                  <a:lnTo>
                    <a:pt x="177686" y="160839"/>
                  </a:lnTo>
                  <a:cubicBezTo>
                    <a:pt x="155299" y="181781"/>
                    <a:pt x="135332" y="190630"/>
                    <a:pt x="110222" y="190630"/>
                  </a:cubicBezTo>
                  <a:cubicBezTo>
                    <a:pt x="91163" y="190630"/>
                    <a:pt x="74222" y="184731"/>
                    <a:pt x="61213" y="173522"/>
                  </a:cubicBezTo>
                  <a:cubicBezTo>
                    <a:pt x="44574" y="159069"/>
                    <a:pt x="35196" y="132522"/>
                    <a:pt x="35196" y="99782"/>
                  </a:cubicBezTo>
                  <a:cubicBezTo>
                    <a:pt x="35196" y="46393"/>
                    <a:pt x="63331" y="11882"/>
                    <a:pt x="107197" y="11882"/>
                  </a:cubicBezTo>
                  <a:cubicBezTo>
                    <a:pt x="124441" y="11882"/>
                    <a:pt x="140172" y="18077"/>
                    <a:pt x="152274" y="29875"/>
                  </a:cubicBezTo>
                  <a:cubicBezTo>
                    <a:pt x="161954" y="39314"/>
                    <a:pt x="166492" y="47573"/>
                    <a:pt x="172240" y="66746"/>
                  </a:cubicBezTo>
                  <a:lnTo>
                    <a:pt x="179198" y="66746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FB1729DC-3C36-B5D2-D091-610A692F4E42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5854001" y="4920908"/>
              <a:ext cx="133414" cy="138632"/>
            </a:xfrm>
            <a:custGeom>
              <a:avLst/>
              <a:gdLst>
                <a:gd name="connsiteX0" fmla="*/ 66967 w 133414"/>
                <a:gd name="connsiteY0" fmla="*/ 84 h 138632"/>
                <a:gd name="connsiteX1" fmla="*/ 109 w 133414"/>
                <a:gd name="connsiteY1" fmla="*/ 69106 h 138632"/>
                <a:gd name="connsiteX2" fmla="*/ 66362 w 133414"/>
                <a:gd name="connsiteY2" fmla="*/ 138717 h 138632"/>
                <a:gd name="connsiteX3" fmla="*/ 133523 w 133414"/>
                <a:gd name="connsiteY3" fmla="*/ 66746 h 138632"/>
                <a:gd name="connsiteX4" fmla="*/ 66967 w 133414"/>
                <a:gd name="connsiteY4" fmla="*/ 84 h 138632"/>
                <a:gd name="connsiteX5" fmla="*/ 63035 w 133414"/>
                <a:gd name="connsiteY5" fmla="*/ 8343 h 138632"/>
                <a:gd name="connsiteX6" fmla="*/ 106296 w 133414"/>
                <a:gd name="connsiteY6" fmla="*/ 77070 h 138632"/>
                <a:gd name="connsiteX7" fmla="*/ 69993 w 133414"/>
                <a:gd name="connsiteY7" fmla="*/ 130458 h 138632"/>
                <a:gd name="connsiteX8" fmla="*/ 40648 w 133414"/>
                <a:gd name="connsiteY8" fmla="*/ 111580 h 138632"/>
                <a:gd name="connsiteX9" fmla="*/ 27337 w 133414"/>
                <a:gd name="connsiteY9" fmla="*/ 54652 h 138632"/>
                <a:gd name="connsiteX10" fmla="*/ 63035 w 133414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38632">
                  <a:moveTo>
                    <a:pt x="66967" y="84"/>
                  </a:moveTo>
                  <a:cubicBezTo>
                    <a:pt x="27639" y="84"/>
                    <a:pt x="109" y="28401"/>
                    <a:pt x="109" y="69106"/>
                  </a:cubicBezTo>
                  <a:cubicBezTo>
                    <a:pt x="109" y="108926"/>
                    <a:pt x="28244" y="138717"/>
                    <a:pt x="66362" y="138717"/>
                  </a:cubicBezTo>
                  <a:cubicBezTo>
                    <a:pt x="104481" y="138717"/>
                    <a:pt x="133523" y="107451"/>
                    <a:pt x="133523" y="66746"/>
                  </a:cubicBezTo>
                  <a:cubicBezTo>
                    <a:pt x="133523" y="28106"/>
                    <a:pt x="105691" y="84"/>
                    <a:pt x="66967" y="84"/>
                  </a:cubicBezTo>
                  <a:close/>
                  <a:moveTo>
                    <a:pt x="63035" y="8343"/>
                  </a:moveTo>
                  <a:cubicBezTo>
                    <a:pt x="88447" y="8343"/>
                    <a:pt x="106296" y="36660"/>
                    <a:pt x="106296" y="77070"/>
                  </a:cubicBezTo>
                  <a:cubicBezTo>
                    <a:pt x="106296" y="110400"/>
                    <a:pt x="92682" y="130458"/>
                    <a:pt x="69993" y="130458"/>
                  </a:cubicBezTo>
                  <a:cubicBezTo>
                    <a:pt x="58194" y="130458"/>
                    <a:pt x="47001" y="123379"/>
                    <a:pt x="40648" y="111580"/>
                  </a:cubicBezTo>
                  <a:cubicBezTo>
                    <a:pt x="32177" y="96242"/>
                    <a:pt x="27337" y="75595"/>
                    <a:pt x="27337" y="54652"/>
                  </a:cubicBezTo>
                  <a:cubicBezTo>
                    <a:pt x="27337" y="26631"/>
                    <a:pt x="41555" y="8343"/>
                    <a:pt x="63035" y="8343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437CC84B-4AAB-D060-2207-9DF378F4FDFB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6001899" y="4920908"/>
              <a:ext cx="141885" cy="135683"/>
            </a:xfrm>
            <a:custGeom>
              <a:avLst/>
              <a:gdLst>
                <a:gd name="connsiteX0" fmla="*/ 114 w 141885"/>
                <a:gd name="connsiteY0" fmla="*/ 18372 h 135683"/>
                <a:gd name="connsiteX1" fmla="*/ 8282 w 141885"/>
                <a:gd name="connsiteY1" fmla="*/ 17192 h 135683"/>
                <a:gd name="connsiteX2" fmla="*/ 19476 w 141885"/>
                <a:gd name="connsiteY2" fmla="*/ 36070 h 135683"/>
                <a:gd name="connsiteX3" fmla="*/ 19476 w 141885"/>
                <a:gd name="connsiteY3" fmla="*/ 109221 h 135683"/>
                <a:gd name="connsiteX4" fmla="*/ 719 w 141885"/>
                <a:gd name="connsiteY4" fmla="*/ 131343 h 135683"/>
                <a:gd name="connsiteX5" fmla="*/ 719 w 141885"/>
                <a:gd name="connsiteY5" fmla="*/ 135767 h 135683"/>
                <a:gd name="connsiteX6" fmla="*/ 64855 w 141885"/>
                <a:gd name="connsiteY6" fmla="*/ 135767 h 135683"/>
                <a:gd name="connsiteX7" fmla="*/ 64855 w 141885"/>
                <a:gd name="connsiteY7" fmla="*/ 131343 h 135683"/>
                <a:gd name="connsiteX8" fmla="*/ 44888 w 141885"/>
                <a:gd name="connsiteY8" fmla="*/ 116005 h 135683"/>
                <a:gd name="connsiteX9" fmla="*/ 44888 w 141885"/>
                <a:gd name="connsiteY9" fmla="*/ 33120 h 135683"/>
                <a:gd name="connsiteX10" fmla="*/ 76048 w 141885"/>
                <a:gd name="connsiteY10" fmla="*/ 16307 h 135683"/>
                <a:gd name="connsiteX11" fmla="*/ 98133 w 141885"/>
                <a:gd name="connsiteY11" fmla="*/ 44919 h 135683"/>
                <a:gd name="connsiteX12" fmla="*/ 98133 w 141885"/>
                <a:gd name="connsiteY12" fmla="*/ 106566 h 135683"/>
                <a:gd name="connsiteX13" fmla="*/ 79074 w 141885"/>
                <a:gd name="connsiteY13" fmla="*/ 131343 h 135683"/>
                <a:gd name="connsiteX14" fmla="*/ 79074 w 141885"/>
                <a:gd name="connsiteY14" fmla="*/ 135767 h 135683"/>
                <a:gd name="connsiteX15" fmla="*/ 141999 w 141885"/>
                <a:gd name="connsiteY15" fmla="*/ 135767 h 135683"/>
                <a:gd name="connsiteX16" fmla="*/ 141999 w 141885"/>
                <a:gd name="connsiteY16" fmla="*/ 131343 h 135683"/>
                <a:gd name="connsiteX17" fmla="*/ 123545 w 141885"/>
                <a:gd name="connsiteY17" fmla="*/ 111875 h 135683"/>
                <a:gd name="connsiteX18" fmla="*/ 123545 w 141885"/>
                <a:gd name="connsiteY18" fmla="*/ 44329 h 135683"/>
                <a:gd name="connsiteX19" fmla="*/ 87847 w 141885"/>
                <a:gd name="connsiteY19" fmla="*/ 84 h 135683"/>
                <a:gd name="connsiteX20" fmla="*/ 43980 w 141885"/>
                <a:gd name="connsiteY20" fmla="*/ 23976 h 135683"/>
                <a:gd name="connsiteX21" fmla="*/ 43980 w 141885"/>
                <a:gd name="connsiteY21" fmla="*/ 674 h 135683"/>
                <a:gd name="connsiteX22" fmla="*/ 41863 w 141885"/>
                <a:gd name="connsiteY22" fmla="*/ 84 h 135683"/>
                <a:gd name="connsiteX23" fmla="*/ 114 w 141885"/>
                <a:gd name="connsiteY23" fmla="*/ 13357 h 135683"/>
                <a:gd name="connsiteX24" fmla="*/ 114 w 141885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5683">
                  <a:moveTo>
                    <a:pt x="114" y="18372"/>
                  </a:moveTo>
                  <a:cubicBezTo>
                    <a:pt x="1929" y="17487"/>
                    <a:pt x="4954" y="17192"/>
                    <a:pt x="8282" y="17192"/>
                  </a:cubicBezTo>
                  <a:cubicBezTo>
                    <a:pt x="16753" y="17192"/>
                    <a:pt x="19476" y="21616"/>
                    <a:pt x="19476" y="36070"/>
                  </a:cubicBezTo>
                  <a:lnTo>
                    <a:pt x="19476" y="109221"/>
                  </a:lnTo>
                  <a:cubicBezTo>
                    <a:pt x="19476" y="126033"/>
                    <a:pt x="16148" y="130163"/>
                    <a:pt x="719" y="131343"/>
                  </a:cubicBezTo>
                  <a:lnTo>
                    <a:pt x="719" y="135767"/>
                  </a:lnTo>
                  <a:lnTo>
                    <a:pt x="64855" y="135767"/>
                  </a:lnTo>
                  <a:lnTo>
                    <a:pt x="64855" y="131343"/>
                  </a:lnTo>
                  <a:cubicBezTo>
                    <a:pt x="49426" y="130163"/>
                    <a:pt x="44888" y="126623"/>
                    <a:pt x="44888" y="116005"/>
                  </a:cubicBezTo>
                  <a:lnTo>
                    <a:pt x="44888" y="33120"/>
                  </a:lnTo>
                  <a:cubicBezTo>
                    <a:pt x="59409" y="19847"/>
                    <a:pt x="66065" y="16307"/>
                    <a:pt x="76048" y="16307"/>
                  </a:cubicBezTo>
                  <a:cubicBezTo>
                    <a:pt x="90872" y="16307"/>
                    <a:pt x="98133" y="25451"/>
                    <a:pt x="98133" y="44919"/>
                  </a:cubicBezTo>
                  <a:lnTo>
                    <a:pt x="98133" y="106566"/>
                  </a:lnTo>
                  <a:cubicBezTo>
                    <a:pt x="98133" y="125149"/>
                    <a:pt x="94200" y="130163"/>
                    <a:pt x="79074" y="131343"/>
                  </a:cubicBezTo>
                  <a:lnTo>
                    <a:pt x="79074" y="135767"/>
                  </a:lnTo>
                  <a:lnTo>
                    <a:pt x="141999" y="135767"/>
                  </a:lnTo>
                  <a:lnTo>
                    <a:pt x="141999" y="131343"/>
                  </a:lnTo>
                  <a:cubicBezTo>
                    <a:pt x="127175" y="129868"/>
                    <a:pt x="123545" y="126328"/>
                    <a:pt x="123545" y="111875"/>
                  </a:cubicBezTo>
                  <a:lnTo>
                    <a:pt x="123545" y="44329"/>
                  </a:lnTo>
                  <a:cubicBezTo>
                    <a:pt x="123545" y="16602"/>
                    <a:pt x="110234" y="84"/>
                    <a:pt x="87847" y="84"/>
                  </a:cubicBezTo>
                  <a:cubicBezTo>
                    <a:pt x="73931" y="84"/>
                    <a:pt x="64552" y="5098"/>
                    <a:pt x="43980" y="23976"/>
                  </a:cubicBezTo>
                  <a:lnTo>
                    <a:pt x="43980" y="674"/>
                  </a:lnTo>
                  <a:lnTo>
                    <a:pt x="41863" y="84"/>
                  </a:lnTo>
                  <a:cubicBezTo>
                    <a:pt x="27039" y="5393"/>
                    <a:pt x="16753" y="8638"/>
                    <a:pt x="114" y="13357"/>
                  </a:cubicBezTo>
                  <a:lnTo>
                    <a:pt x="114" y="1837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621FF784-F826-FE91-668B-D9F5B9FDF4C4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6164318" y="4921203"/>
              <a:ext cx="89850" cy="138337"/>
            </a:xfrm>
            <a:custGeom>
              <a:avLst/>
              <a:gdLst>
                <a:gd name="connsiteX0" fmla="*/ 79986 w 89850"/>
                <a:gd name="connsiteY0" fmla="*/ 42854 h 138337"/>
                <a:gd name="connsiteX1" fmla="*/ 78776 w 89850"/>
                <a:gd name="connsiteY1" fmla="*/ 2739 h 138337"/>
                <a:gd name="connsiteX2" fmla="*/ 75448 w 89850"/>
                <a:gd name="connsiteY2" fmla="*/ 2739 h 138337"/>
                <a:gd name="connsiteX3" fmla="*/ 74843 w 89850"/>
                <a:gd name="connsiteY3" fmla="*/ 3329 h 138337"/>
                <a:gd name="connsiteX4" fmla="*/ 70608 w 89850"/>
                <a:gd name="connsiteY4" fmla="*/ 5688 h 138337"/>
                <a:gd name="connsiteX5" fmla="*/ 62439 w 89850"/>
                <a:gd name="connsiteY5" fmla="*/ 3624 h 138337"/>
                <a:gd name="connsiteX6" fmla="*/ 41263 w 89850"/>
                <a:gd name="connsiteY6" fmla="*/ 84 h 138337"/>
                <a:gd name="connsiteX7" fmla="*/ 119 w 89850"/>
                <a:gd name="connsiteY7" fmla="*/ 36365 h 138337"/>
                <a:gd name="connsiteX8" fmla="*/ 35515 w 89850"/>
                <a:gd name="connsiteY8" fmla="*/ 78839 h 138337"/>
                <a:gd name="connsiteX9" fmla="*/ 53061 w 89850"/>
                <a:gd name="connsiteY9" fmla="*/ 88573 h 138337"/>
                <a:gd name="connsiteX10" fmla="*/ 68792 w 89850"/>
                <a:gd name="connsiteY10" fmla="*/ 110695 h 138337"/>
                <a:gd name="connsiteX11" fmla="*/ 43683 w 89850"/>
                <a:gd name="connsiteY11" fmla="*/ 131933 h 138337"/>
                <a:gd name="connsiteX12" fmla="*/ 18271 w 89850"/>
                <a:gd name="connsiteY12" fmla="*/ 121609 h 138337"/>
                <a:gd name="connsiteX13" fmla="*/ 5262 w 89850"/>
                <a:gd name="connsiteY13" fmla="*/ 90638 h 138337"/>
                <a:gd name="connsiteX14" fmla="*/ 421 w 89850"/>
                <a:gd name="connsiteY14" fmla="*/ 90638 h 138337"/>
                <a:gd name="connsiteX15" fmla="*/ 421 w 89850"/>
                <a:gd name="connsiteY15" fmla="*/ 136652 h 138337"/>
                <a:gd name="connsiteX16" fmla="*/ 4354 w 89850"/>
                <a:gd name="connsiteY16" fmla="*/ 136652 h 138337"/>
                <a:gd name="connsiteX17" fmla="*/ 11312 w 89850"/>
                <a:gd name="connsiteY17" fmla="*/ 133113 h 138337"/>
                <a:gd name="connsiteX18" fmla="*/ 25229 w 89850"/>
                <a:gd name="connsiteY18" fmla="*/ 135472 h 138337"/>
                <a:gd name="connsiteX19" fmla="*/ 47313 w 89850"/>
                <a:gd name="connsiteY19" fmla="*/ 138422 h 138337"/>
                <a:gd name="connsiteX20" fmla="*/ 89969 w 89850"/>
                <a:gd name="connsiteY20" fmla="*/ 100667 h 138337"/>
                <a:gd name="connsiteX21" fmla="*/ 64557 w 89850"/>
                <a:gd name="connsiteY21" fmla="*/ 65566 h 138337"/>
                <a:gd name="connsiteX22" fmla="*/ 31884 w 89850"/>
                <a:gd name="connsiteY22" fmla="*/ 46688 h 138337"/>
                <a:gd name="connsiteX23" fmla="*/ 18876 w 89850"/>
                <a:gd name="connsiteY23" fmla="*/ 26631 h 138337"/>
                <a:gd name="connsiteX24" fmla="*/ 42170 w 89850"/>
                <a:gd name="connsiteY24" fmla="*/ 6573 h 138337"/>
                <a:gd name="connsiteX25" fmla="*/ 75448 w 89850"/>
                <a:gd name="connsiteY25" fmla="*/ 42854 h 138337"/>
                <a:gd name="connsiteX26" fmla="*/ 79986 w 89850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50" h="138337">
                  <a:moveTo>
                    <a:pt x="79986" y="42854"/>
                  </a:moveTo>
                  <a:lnTo>
                    <a:pt x="78776" y="2739"/>
                  </a:lnTo>
                  <a:lnTo>
                    <a:pt x="75448" y="2739"/>
                  </a:lnTo>
                  <a:lnTo>
                    <a:pt x="74843" y="3329"/>
                  </a:lnTo>
                  <a:cubicBezTo>
                    <a:pt x="72120" y="5393"/>
                    <a:pt x="71818" y="5688"/>
                    <a:pt x="70608" y="5688"/>
                  </a:cubicBezTo>
                  <a:cubicBezTo>
                    <a:pt x="68792" y="5688"/>
                    <a:pt x="65767" y="5098"/>
                    <a:pt x="62439" y="3624"/>
                  </a:cubicBezTo>
                  <a:cubicBezTo>
                    <a:pt x="55784" y="1264"/>
                    <a:pt x="49128" y="84"/>
                    <a:pt x="41263" y="84"/>
                  </a:cubicBezTo>
                  <a:cubicBezTo>
                    <a:pt x="17363" y="84"/>
                    <a:pt x="119" y="15127"/>
                    <a:pt x="119" y="36365"/>
                  </a:cubicBezTo>
                  <a:cubicBezTo>
                    <a:pt x="119" y="52883"/>
                    <a:pt x="9800" y="64681"/>
                    <a:pt x="35515" y="78839"/>
                  </a:cubicBezTo>
                  <a:lnTo>
                    <a:pt x="53061" y="88573"/>
                  </a:lnTo>
                  <a:cubicBezTo>
                    <a:pt x="63650" y="94472"/>
                    <a:pt x="68792" y="101552"/>
                    <a:pt x="68792" y="110695"/>
                  </a:cubicBezTo>
                  <a:cubicBezTo>
                    <a:pt x="68792" y="123674"/>
                    <a:pt x="59112" y="131933"/>
                    <a:pt x="43683" y="131933"/>
                  </a:cubicBezTo>
                  <a:cubicBezTo>
                    <a:pt x="33397" y="131933"/>
                    <a:pt x="24019" y="128098"/>
                    <a:pt x="18271" y="121609"/>
                  </a:cubicBezTo>
                  <a:cubicBezTo>
                    <a:pt x="11917" y="114235"/>
                    <a:pt x="9195" y="107451"/>
                    <a:pt x="5262" y="90638"/>
                  </a:cubicBezTo>
                  <a:lnTo>
                    <a:pt x="421" y="90638"/>
                  </a:lnTo>
                  <a:lnTo>
                    <a:pt x="421" y="136652"/>
                  </a:lnTo>
                  <a:lnTo>
                    <a:pt x="4354" y="136652"/>
                  </a:lnTo>
                  <a:cubicBezTo>
                    <a:pt x="6472" y="133703"/>
                    <a:pt x="7682" y="133113"/>
                    <a:pt x="11312" y="133113"/>
                  </a:cubicBezTo>
                  <a:cubicBezTo>
                    <a:pt x="14035" y="133113"/>
                    <a:pt x="18271" y="133703"/>
                    <a:pt x="25229" y="135472"/>
                  </a:cubicBezTo>
                  <a:cubicBezTo>
                    <a:pt x="33699" y="137242"/>
                    <a:pt x="41868" y="138422"/>
                    <a:pt x="47313" y="138422"/>
                  </a:cubicBezTo>
                  <a:cubicBezTo>
                    <a:pt x="70608" y="138422"/>
                    <a:pt x="89969" y="121314"/>
                    <a:pt x="89969" y="100667"/>
                  </a:cubicBezTo>
                  <a:cubicBezTo>
                    <a:pt x="89969" y="85918"/>
                    <a:pt x="82709" y="76185"/>
                    <a:pt x="64557" y="65566"/>
                  </a:cubicBezTo>
                  <a:lnTo>
                    <a:pt x="31884" y="46688"/>
                  </a:lnTo>
                  <a:cubicBezTo>
                    <a:pt x="23413" y="41969"/>
                    <a:pt x="18876" y="34595"/>
                    <a:pt x="18876" y="26631"/>
                  </a:cubicBezTo>
                  <a:cubicBezTo>
                    <a:pt x="18876" y="14832"/>
                    <a:pt x="28254" y="6573"/>
                    <a:pt x="42170" y="6573"/>
                  </a:cubicBezTo>
                  <a:cubicBezTo>
                    <a:pt x="59414" y="6573"/>
                    <a:pt x="68490" y="16602"/>
                    <a:pt x="75448" y="42854"/>
                  </a:cubicBezTo>
                  <a:lnTo>
                    <a:pt x="79986" y="4285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21C7D9B9-C775-D60A-9762-C3F481D43ED6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6271851" y="4855131"/>
              <a:ext cx="71698" cy="201460"/>
            </a:xfrm>
            <a:custGeom>
              <a:avLst/>
              <a:gdLst>
                <a:gd name="connsiteX0" fmla="*/ 48224 w 71698"/>
                <a:gd name="connsiteY0" fmla="*/ 65861 h 201460"/>
                <a:gd name="connsiteX1" fmla="*/ 1333 w 71698"/>
                <a:gd name="connsiteY1" fmla="*/ 82084 h 201460"/>
                <a:gd name="connsiteX2" fmla="*/ 1333 w 71698"/>
                <a:gd name="connsiteY2" fmla="*/ 86508 h 201460"/>
                <a:gd name="connsiteX3" fmla="*/ 3753 w 71698"/>
                <a:gd name="connsiteY3" fmla="*/ 86213 h 201460"/>
                <a:gd name="connsiteX4" fmla="*/ 14039 w 71698"/>
                <a:gd name="connsiteY4" fmla="*/ 85328 h 201460"/>
                <a:gd name="connsiteX5" fmla="*/ 24022 w 71698"/>
                <a:gd name="connsiteY5" fmla="*/ 103026 h 201460"/>
                <a:gd name="connsiteX6" fmla="*/ 24022 w 71698"/>
                <a:gd name="connsiteY6" fmla="*/ 171458 h 201460"/>
                <a:gd name="connsiteX7" fmla="*/ 123 w 71698"/>
                <a:gd name="connsiteY7" fmla="*/ 197119 h 201460"/>
                <a:gd name="connsiteX8" fmla="*/ 123 w 71698"/>
                <a:gd name="connsiteY8" fmla="*/ 201544 h 201460"/>
                <a:gd name="connsiteX9" fmla="*/ 71821 w 71698"/>
                <a:gd name="connsiteY9" fmla="*/ 201544 h 201460"/>
                <a:gd name="connsiteX10" fmla="*/ 71821 w 71698"/>
                <a:gd name="connsiteY10" fmla="*/ 197119 h 201460"/>
                <a:gd name="connsiteX11" fmla="*/ 49434 w 71698"/>
                <a:gd name="connsiteY11" fmla="*/ 171458 h 201460"/>
                <a:gd name="connsiteX12" fmla="*/ 49434 w 71698"/>
                <a:gd name="connsiteY12" fmla="*/ 66746 h 201460"/>
                <a:gd name="connsiteX13" fmla="*/ 48224 w 71698"/>
                <a:gd name="connsiteY13" fmla="*/ 65861 h 201460"/>
                <a:gd name="connsiteX14" fmla="*/ 34006 w 71698"/>
                <a:gd name="connsiteY14" fmla="*/ 84 h 201460"/>
                <a:gd name="connsiteX15" fmla="*/ 18879 w 71698"/>
                <a:gd name="connsiteY15" fmla="*/ 15127 h 201460"/>
                <a:gd name="connsiteX16" fmla="*/ 34006 w 71698"/>
                <a:gd name="connsiteY16" fmla="*/ 30170 h 201460"/>
                <a:gd name="connsiteX17" fmla="*/ 49737 w 71698"/>
                <a:gd name="connsiteY17" fmla="*/ 15127 h 201460"/>
                <a:gd name="connsiteX18" fmla="*/ 34006 w 7169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1460">
                  <a:moveTo>
                    <a:pt x="48224" y="65861"/>
                  </a:moveTo>
                  <a:lnTo>
                    <a:pt x="1333" y="82084"/>
                  </a:lnTo>
                  <a:lnTo>
                    <a:pt x="1333" y="86508"/>
                  </a:lnTo>
                  <a:lnTo>
                    <a:pt x="3753" y="86213"/>
                  </a:lnTo>
                  <a:cubicBezTo>
                    <a:pt x="7383" y="85623"/>
                    <a:pt x="11316" y="85328"/>
                    <a:pt x="14039" y="85328"/>
                  </a:cubicBezTo>
                  <a:cubicBezTo>
                    <a:pt x="21299" y="85328"/>
                    <a:pt x="24022" y="90048"/>
                    <a:pt x="24022" y="103026"/>
                  </a:cubicBezTo>
                  <a:lnTo>
                    <a:pt x="24022" y="171458"/>
                  </a:lnTo>
                  <a:cubicBezTo>
                    <a:pt x="24022" y="192695"/>
                    <a:pt x="20997" y="195940"/>
                    <a:pt x="123" y="197119"/>
                  </a:cubicBezTo>
                  <a:lnTo>
                    <a:pt x="123" y="201544"/>
                  </a:lnTo>
                  <a:lnTo>
                    <a:pt x="71821" y="201544"/>
                  </a:lnTo>
                  <a:lnTo>
                    <a:pt x="71821" y="197119"/>
                  </a:lnTo>
                  <a:cubicBezTo>
                    <a:pt x="51855" y="195645"/>
                    <a:pt x="49434" y="192695"/>
                    <a:pt x="49434" y="171458"/>
                  </a:cubicBezTo>
                  <a:lnTo>
                    <a:pt x="49434" y="66746"/>
                  </a:lnTo>
                  <a:lnTo>
                    <a:pt x="48224" y="65861"/>
                  </a:lnTo>
                  <a:close/>
                  <a:moveTo>
                    <a:pt x="34006" y="84"/>
                  </a:moveTo>
                  <a:cubicBezTo>
                    <a:pt x="25837" y="84"/>
                    <a:pt x="18879" y="6868"/>
                    <a:pt x="18879" y="15127"/>
                  </a:cubicBezTo>
                  <a:cubicBezTo>
                    <a:pt x="18879" y="23386"/>
                    <a:pt x="25535" y="30170"/>
                    <a:pt x="34006" y="30170"/>
                  </a:cubicBezTo>
                  <a:cubicBezTo>
                    <a:pt x="42779" y="30170"/>
                    <a:pt x="49737" y="23681"/>
                    <a:pt x="49737" y="15127"/>
                  </a:cubicBezTo>
                  <a:cubicBezTo>
                    <a:pt x="49737" y="6868"/>
                    <a:pt x="42779" y="84"/>
                    <a:pt x="34006" y="84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F917D1A3-1A00-155A-2487-9CE2DE7DDEE7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6359594" y="4855131"/>
              <a:ext cx="140372" cy="204409"/>
            </a:xfrm>
            <a:custGeom>
              <a:avLst/>
              <a:gdLst>
                <a:gd name="connsiteX0" fmla="*/ 96027 w 140372"/>
                <a:gd name="connsiteY0" fmla="*/ 204494 h 204409"/>
                <a:gd name="connsiteX1" fmla="*/ 140498 w 140372"/>
                <a:gd name="connsiteY1" fmla="*/ 189155 h 204409"/>
                <a:gd name="connsiteX2" fmla="*/ 140498 w 140372"/>
                <a:gd name="connsiteY2" fmla="*/ 184436 h 204409"/>
                <a:gd name="connsiteX3" fmla="*/ 133540 w 140372"/>
                <a:gd name="connsiteY3" fmla="*/ 184731 h 204409"/>
                <a:gd name="connsiteX4" fmla="*/ 120229 w 140372"/>
                <a:gd name="connsiteY4" fmla="*/ 167918 h 204409"/>
                <a:gd name="connsiteX5" fmla="*/ 120229 w 140372"/>
                <a:gd name="connsiteY5" fmla="*/ 674 h 204409"/>
                <a:gd name="connsiteX6" fmla="*/ 118716 w 140372"/>
                <a:gd name="connsiteY6" fmla="*/ 84 h 204409"/>
                <a:gd name="connsiteX7" fmla="*/ 74245 w 140372"/>
                <a:gd name="connsiteY7" fmla="*/ 13062 h 204409"/>
                <a:gd name="connsiteX8" fmla="*/ 74245 w 140372"/>
                <a:gd name="connsiteY8" fmla="*/ 17782 h 204409"/>
                <a:gd name="connsiteX9" fmla="*/ 80900 w 140372"/>
                <a:gd name="connsiteY9" fmla="*/ 17487 h 204409"/>
                <a:gd name="connsiteX10" fmla="*/ 94817 w 140372"/>
                <a:gd name="connsiteY10" fmla="*/ 32530 h 204409"/>
                <a:gd name="connsiteX11" fmla="*/ 94817 w 140372"/>
                <a:gd name="connsiteY11" fmla="*/ 78544 h 204409"/>
                <a:gd name="connsiteX12" fmla="*/ 63051 w 140372"/>
                <a:gd name="connsiteY12" fmla="*/ 65861 h 204409"/>
                <a:gd name="connsiteX13" fmla="*/ 126 w 140372"/>
                <a:gd name="connsiteY13" fmla="*/ 141076 h 204409"/>
                <a:gd name="connsiteX14" fmla="*/ 56093 w 140372"/>
                <a:gd name="connsiteY14" fmla="*/ 204494 h 204409"/>
                <a:gd name="connsiteX15" fmla="*/ 94817 w 140372"/>
                <a:gd name="connsiteY15" fmla="*/ 184731 h 204409"/>
                <a:gd name="connsiteX16" fmla="*/ 94817 w 140372"/>
                <a:gd name="connsiteY16" fmla="*/ 203609 h 204409"/>
                <a:gd name="connsiteX17" fmla="*/ 96027 w 140372"/>
                <a:gd name="connsiteY17" fmla="*/ 204494 h 204409"/>
                <a:gd name="connsiteX18" fmla="*/ 94817 w 140372"/>
                <a:gd name="connsiteY18" fmla="*/ 171458 h 204409"/>
                <a:gd name="connsiteX19" fmla="*/ 89674 w 140372"/>
                <a:gd name="connsiteY19" fmla="*/ 180307 h 204409"/>
                <a:gd name="connsiteX20" fmla="*/ 67892 w 140372"/>
                <a:gd name="connsiteY20" fmla="*/ 189155 h 204409"/>
                <a:gd name="connsiteX21" fmla="*/ 26143 w 140372"/>
                <a:gd name="connsiteY21" fmla="*/ 129278 h 204409"/>
                <a:gd name="connsiteX22" fmla="*/ 63959 w 140372"/>
                <a:gd name="connsiteY22" fmla="*/ 74120 h 204409"/>
                <a:gd name="connsiteX23" fmla="*/ 94817 w 140372"/>
                <a:gd name="connsiteY23" fmla="*/ 103616 h 204409"/>
                <a:gd name="connsiteX24" fmla="*/ 94817 w 140372"/>
                <a:gd name="connsiteY24" fmla="*/ 171458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372" h="204409">
                  <a:moveTo>
                    <a:pt x="96027" y="204494"/>
                  </a:moveTo>
                  <a:lnTo>
                    <a:pt x="140498" y="189155"/>
                  </a:lnTo>
                  <a:lnTo>
                    <a:pt x="140498" y="184436"/>
                  </a:lnTo>
                  <a:cubicBezTo>
                    <a:pt x="135053" y="184731"/>
                    <a:pt x="134448" y="184731"/>
                    <a:pt x="133540" y="184731"/>
                  </a:cubicBezTo>
                  <a:cubicBezTo>
                    <a:pt x="122649" y="184731"/>
                    <a:pt x="120229" y="181486"/>
                    <a:pt x="120229" y="167918"/>
                  </a:cubicBezTo>
                  <a:lnTo>
                    <a:pt x="120229" y="674"/>
                  </a:lnTo>
                  <a:lnTo>
                    <a:pt x="118716" y="84"/>
                  </a:lnTo>
                  <a:cubicBezTo>
                    <a:pt x="104195" y="5098"/>
                    <a:pt x="93606" y="8048"/>
                    <a:pt x="74245" y="13062"/>
                  </a:cubicBezTo>
                  <a:lnTo>
                    <a:pt x="74245" y="17782"/>
                  </a:lnTo>
                  <a:cubicBezTo>
                    <a:pt x="76665" y="17487"/>
                    <a:pt x="78480" y="17487"/>
                    <a:pt x="80900" y="17487"/>
                  </a:cubicBezTo>
                  <a:cubicBezTo>
                    <a:pt x="92094" y="17487"/>
                    <a:pt x="94817" y="20436"/>
                    <a:pt x="94817" y="32530"/>
                  </a:cubicBezTo>
                  <a:lnTo>
                    <a:pt x="94817" y="78544"/>
                  </a:lnTo>
                  <a:cubicBezTo>
                    <a:pt x="83321" y="69105"/>
                    <a:pt x="75152" y="65861"/>
                    <a:pt x="63051" y="65861"/>
                  </a:cubicBezTo>
                  <a:cubicBezTo>
                    <a:pt x="28261" y="65861"/>
                    <a:pt x="126" y="99192"/>
                    <a:pt x="126" y="141076"/>
                  </a:cubicBezTo>
                  <a:cubicBezTo>
                    <a:pt x="126" y="178832"/>
                    <a:pt x="22815" y="204494"/>
                    <a:pt x="56093" y="204494"/>
                  </a:cubicBezTo>
                  <a:cubicBezTo>
                    <a:pt x="73035" y="204494"/>
                    <a:pt x="84531" y="198594"/>
                    <a:pt x="94817" y="184731"/>
                  </a:cubicBezTo>
                  <a:lnTo>
                    <a:pt x="94817" y="203609"/>
                  </a:lnTo>
                  <a:lnTo>
                    <a:pt x="96027" y="204494"/>
                  </a:lnTo>
                  <a:close/>
                  <a:moveTo>
                    <a:pt x="94817" y="171458"/>
                  </a:moveTo>
                  <a:cubicBezTo>
                    <a:pt x="94817" y="173522"/>
                    <a:pt x="92699" y="177062"/>
                    <a:pt x="89674" y="180307"/>
                  </a:cubicBezTo>
                  <a:cubicBezTo>
                    <a:pt x="84228" y="186206"/>
                    <a:pt x="76665" y="189155"/>
                    <a:pt x="67892" y="189155"/>
                  </a:cubicBezTo>
                  <a:cubicBezTo>
                    <a:pt x="42782" y="189155"/>
                    <a:pt x="26143" y="165558"/>
                    <a:pt x="26143" y="129278"/>
                  </a:cubicBezTo>
                  <a:cubicBezTo>
                    <a:pt x="26143" y="95947"/>
                    <a:pt x="40967" y="74120"/>
                    <a:pt x="63959" y="74120"/>
                  </a:cubicBezTo>
                  <a:cubicBezTo>
                    <a:pt x="79993" y="74120"/>
                    <a:pt x="94817" y="87983"/>
                    <a:pt x="94817" y="103616"/>
                  </a:cubicBezTo>
                  <a:lnTo>
                    <a:pt x="94817" y="171458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366FF104-266A-6838-5D5E-F7B2E255D17C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6510819" y="4920908"/>
              <a:ext cx="120708" cy="138632"/>
            </a:xfrm>
            <a:custGeom>
              <a:avLst/>
              <a:gdLst>
                <a:gd name="connsiteX0" fmla="*/ 115998 w 120708"/>
                <a:gd name="connsiteY0" fmla="*/ 87393 h 138632"/>
                <a:gd name="connsiteX1" fmla="*/ 69107 w 120708"/>
                <a:gd name="connsiteY1" fmla="*/ 118364 h 138632"/>
                <a:gd name="connsiteX2" fmla="*/ 30081 w 120708"/>
                <a:gd name="connsiteY2" fmla="*/ 92998 h 138632"/>
                <a:gd name="connsiteX3" fmla="*/ 21913 w 120708"/>
                <a:gd name="connsiteY3" fmla="*/ 54062 h 138632"/>
                <a:gd name="connsiteX4" fmla="*/ 115091 w 120708"/>
                <a:gd name="connsiteY4" fmla="*/ 54062 h 138632"/>
                <a:gd name="connsiteX5" fmla="*/ 102082 w 120708"/>
                <a:gd name="connsiteY5" fmla="*/ 16897 h 138632"/>
                <a:gd name="connsiteX6" fmla="*/ 63359 w 120708"/>
                <a:gd name="connsiteY6" fmla="*/ 84 h 138632"/>
                <a:gd name="connsiteX7" fmla="*/ 22518 w 120708"/>
                <a:gd name="connsiteY7" fmla="*/ 15422 h 138632"/>
                <a:gd name="connsiteX8" fmla="*/ 131 w 120708"/>
                <a:gd name="connsiteY8" fmla="*/ 72645 h 138632"/>
                <a:gd name="connsiteX9" fmla="*/ 56703 w 120708"/>
                <a:gd name="connsiteY9" fmla="*/ 138717 h 138632"/>
                <a:gd name="connsiteX10" fmla="*/ 120839 w 120708"/>
                <a:gd name="connsiteY10" fmla="*/ 89458 h 138632"/>
                <a:gd name="connsiteX11" fmla="*/ 115998 w 120708"/>
                <a:gd name="connsiteY11" fmla="*/ 87393 h 138632"/>
                <a:gd name="connsiteX12" fmla="*/ 22518 w 120708"/>
                <a:gd name="connsiteY12" fmla="*/ 44624 h 138632"/>
                <a:gd name="connsiteX13" fmla="*/ 54585 w 120708"/>
                <a:gd name="connsiteY13" fmla="*/ 10703 h 138632"/>
                <a:gd name="connsiteX14" fmla="*/ 84233 w 120708"/>
                <a:gd name="connsiteY14" fmla="*/ 44624 h 138632"/>
                <a:gd name="connsiteX15" fmla="*/ 22518 w 12070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38632">
                  <a:moveTo>
                    <a:pt x="115998" y="87393"/>
                  </a:moveTo>
                  <a:cubicBezTo>
                    <a:pt x="101477" y="109811"/>
                    <a:pt x="88468" y="118364"/>
                    <a:pt x="69107" y="118364"/>
                  </a:cubicBezTo>
                  <a:cubicBezTo>
                    <a:pt x="51863" y="118364"/>
                    <a:pt x="38854" y="109811"/>
                    <a:pt x="30081" y="92998"/>
                  </a:cubicBezTo>
                  <a:cubicBezTo>
                    <a:pt x="24635" y="81789"/>
                    <a:pt x="22518" y="72055"/>
                    <a:pt x="21913" y="54062"/>
                  </a:cubicBezTo>
                  <a:lnTo>
                    <a:pt x="115091" y="54062"/>
                  </a:lnTo>
                  <a:cubicBezTo>
                    <a:pt x="112671" y="34890"/>
                    <a:pt x="109645" y="26336"/>
                    <a:pt x="102082" y="16897"/>
                  </a:cubicBezTo>
                  <a:cubicBezTo>
                    <a:pt x="93006" y="6278"/>
                    <a:pt x="79090" y="84"/>
                    <a:pt x="63359" y="84"/>
                  </a:cubicBezTo>
                  <a:cubicBezTo>
                    <a:pt x="48232" y="84"/>
                    <a:pt x="34014" y="5393"/>
                    <a:pt x="22518" y="15422"/>
                  </a:cubicBezTo>
                  <a:cubicBezTo>
                    <a:pt x="8299" y="27516"/>
                    <a:pt x="131" y="48458"/>
                    <a:pt x="131" y="72645"/>
                  </a:cubicBezTo>
                  <a:cubicBezTo>
                    <a:pt x="131" y="113350"/>
                    <a:pt x="21913" y="138717"/>
                    <a:pt x="56703" y="138717"/>
                  </a:cubicBezTo>
                  <a:cubicBezTo>
                    <a:pt x="85443" y="138717"/>
                    <a:pt x="108133" y="121314"/>
                    <a:pt x="120839" y="89458"/>
                  </a:cubicBezTo>
                  <a:lnTo>
                    <a:pt x="115998" y="87393"/>
                  </a:lnTo>
                  <a:close/>
                  <a:moveTo>
                    <a:pt x="22518" y="44624"/>
                  </a:moveTo>
                  <a:cubicBezTo>
                    <a:pt x="25845" y="21616"/>
                    <a:pt x="36131" y="10703"/>
                    <a:pt x="54585" y="10703"/>
                  </a:cubicBezTo>
                  <a:cubicBezTo>
                    <a:pt x="73040" y="10703"/>
                    <a:pt x="80300" y="18962"/>
                    <a:pt x="84233" y="44624"/>
                  </a:cubicBezTo>
                  <a:lnTo>
                    <a:pt x="22518" y="4462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22B6DC84-442B-AB13-26B1-C47D6A2FA6BB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6639593" y="4920908"/>
              <a:ext cx="99833" cy="135683"/>
            </a:xfrm>
            <a:custGeom>
              <a:avLst/>
              <a:gdLst>
                <a:gd name="connsiteX0" fmla="*/ 740 w 99833"/>
                <a:gd name="connsiteY0" fmla="*/ 20732 h 135683"/>
                <a:gd name="connsiteX1" fmla="*/ 11328 w 99833"/>
                <a:gd name="connsiteY1" fmla="*/ 19552 h 135683"/>
                <a:gd name="connsiteX2" fmla="*/ 21614 w 99833"/>
                <a:gd name="connsiteY2" fmla="*/ 37249 h 135683"/>
                <a:gd name="connsiteX3" fmla="*/ 21614 w 99833"/>
                <a:gd name="connsiteY3" fmla="*/ 110990 h 135683"/>
                <a:gd name="connsiteX4" fmla="*/ 135 w 99833"/>
                <a:gd name="connsiteY4" fmla="*/ 131343 h 135683"/>
                <a:gd name="connsiteX5" fmla="*/ 135 w 99833"/>
                <a:gd name="connsiteY5" fmla="*/ 135767 h 135683"/>
                <a:gd name="connsiteX6" fmla="*/ 72741 w 99833"/>
                <a:gd name="connsiteY6" fmla="*/ 135767 h 135683"/>
                <a:gd name="connsiteX7" fmla="*/ 72741 w 99833"/>
                <a:gd name="connsiteY7" fmla="*/ 131343 h 135683"/>
                <a:gd name="connsiteX8" fmla="*/ 47027 w 99833"/>
                <a:gd name="connsiteY8" fmla="*/ 109221 h 135683"/>
                <a:gd name="connsiteX9" fmla="*/ 47027 w 99833"/>
                <a:gd name="connsiteY9" fmla="*/ 42854 h 135683"/>
                <a:gd name="connsiteX10" fmla="*/ 68203 w 99833"/>
                <a:gd name="connsiteY10" fmla="*/ 18667 h 135683"/>
                <a:gd name="connsiteX11" fmla="*/ 76069 w 99833"/>
                <a:gd name="connsiteY11" fmla="*/ 23091 h 135683"/>
                <a:gd name="connsiteX12" fmla="*/ 88170 w 99833"/>
                <a:gd name="connsiteY12" fmla="*/ 28991 h 135683"/>
                <a:gd name="connsiteX13" fmla="*/ 99969 w 99833"/>
                <a:gd name="connsiteY13" fmla="*/ 15717 h 135683"/>
                <a:gd name="connsiteX14" fmla="*/ 83330 w 99833"/>
                <a:gd name="connsiteY14" fmla="*/ 84 h 135683"/>
                <a:gd name="connsiteX15" fmla="*/ 47027 w 99833"/>
                <a:gd name="connsiteY15" fmla="*/ 27811 h 135683"/>
                <a:gd name="connsiteX16" fmla="*/ 47027 w 99833"/>
                <a:gd name="connsiteY16" fmla="*/ 674 h 135683"/>
                <a:gd name="connsiteX17" fmla="*/ 45514 w 99833"/>
                <a:gd name="connsiteY17" fmla="*/ 84 h 135683"/>
                <a:gd name="connsiteX18" fmla="*/ 740 w 99833"/>
                <a:gd name="connsiteY18" fmla="*/ 16012 h 135683"/>
                <a:gd name="connsiteX19" fmla="*/ 740 w 99833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5683">
                  <a:moveTo>
                    <a:pt x="740" y="20732"/>
                  </a:moveTo>
                  <a:cubicBezTo>
                    <a:pt x="4975" y="19847"/>
                    <a:pt x="7698" y="19552"/>
                    <a:pt x="11328" y="19552"/>
                  </a:cubicBezTo>
                  <a:cubicBezTo>
                    <a:pt x="18892" y="19552"/>
                    <a:pt x="21614" y="24271"/>
                    <a:pt x="21614" y="37249"/>
                  </a:cubicBezTo>
                  <a:lnTo>
                    <a:pt x="21614" y="110990"/>
                  </a:lnTo>
                  <a:cubicBezTo>
                    <a:pt x="21614" y="125739"/>
                    <a:pt x="19497" y="127803"/>
                    <a:pt x="135" y="131343"/>
                  </a:cubicBezTo>
                  <a:lnTo>
                    <a:pt x="135" y="135767"/>
                  </a:lnTo>
                  <a:lnTo>
                    <a:pt x="72741" y="135767"/>
                  </a:lnTo>
                  <a:lnTo>
                    <a:pt x="72741" y="131343"/>
                  </a:lnTo>
                  <a:cubicBezTo>
                    <a:pt x="52169" y="130458"/>
                    <a:pt x="47027" y="126033"/>
                    <a:pt x="47027" y="109221"/>
                  </a:cubicBezTo>
                  <a:lnTo>
                    <a:pt x="47027" y="42854"/>
                  </a:lnTo>
                  <a:cubicBezTo>
                    <a:pt x="47027" y="33415"/>
                    <a:pt x="60035" y="18667"/>
                    <a:pt x="68203" y="18667"/>
                  </a:cubicBezTo>
                  <a:cubicBezTo>
                    <a:pt x="70019" y="18667"/>
                    <a:pt x="72741" y="20142"/>
                    <a:pt x="76069" y="23091"/>
                  </a:cubicBezTo>
                  <a:cubicBezTo>
                    <a:pt x="80910" y="27221"/>
                    <a:pt x="84237" y="28991"/>
                    <a:pt x="88170" y="28991"/>
                  </a:cubicBezTo>
                  <a:cubicBezTo>
                    <a:pt x="95431" y="28991"/>
                    <a:pt x="99969" y="23976"/>
                    <a:pt x="99969" y="15717"/>
                  </a:cubicBezTo>
                  <a:cubicBezTo>
                    <a:pt x="99969" y="5983"/>
                    <a:pt x="93616" y="84"/>
                    <a:pt x="83330" y="84"/>
                  </a:cubicBezTo>
                  <a:cubicBezTo>
                    <a:pt x="70624" y="84"/>
                    <a:pt x="61850" y="6868"/>
                    <a:pt x="47027" y="27811"/>
                  </a:cubicBezTo>
                  <a:lnTo>
                    <a:pt x="47027" y="674"/>
                  </a:lnTo>
                  <a:lnTo>
                    <a:pt x="45514" y="84"/>
                  </a:lnTo>
                  <a:cubicBezTo>
                    <a:pt x="29480" y="6573"/>
                    <a:pt x="18589" y="10408"/>
                    <a:pt x="740" y="16012"/>
                  </a:cubicBezTo>
                  <a:lnTo>
                    <a:pt x="740" y="2073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5B69350B-02BB-7C1B-7074-1D879D2D4F93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6819349" y="4926512"/>
              <a:ext cx="139162" cy="132733"/>
            </a:xfrm>
            <a:custGeom>
              <a:avLst/>
              <a:gdLst>
                <a:gd name="connsiteX0" fmla="*/ 135068 w 139162"/>
                <a:gd name="connsiteY0" fmla="*/ 95652 h 132733"/>
                <a:gd name="connsiteX1" fmla="*/ 128715 w 139162"/>
                <a:gd name="connsiteY1" fmla="*/ 103321 h 132733"/>
                <a:gd name="connsiteX2" fmla="*/ 110261 w 139162"/>
                <a:gd name="connsiteY2" fmla="*/ 118954 h 132733"/>
                <a:gd name="connsiteX3" fmla="*/ 105420 w 139162"/>
                <a:gd name="connsiteY3" fmla="*/ 114235 h 132733"/>
                <a:gd name="connsiteX4" fmla="*/ 109656 w 139162"/>
                <a:gd name="connsiteY4" fmla="*/ 95652 h 132733"/>
                <a:gd name="connsiteX5" fmla="*/ 126900 w 139162"/>
                <a:gd name="connsiteY5" fmla="*/ 34890 h 132733"/>
                <a:gd name="connsiteX6" fmla="*/ 129622 w 139162"/>
                <a:gd name="connsiteY6" fmla="*/ 18077 h 132733"/>
                <a:gd name="connsiteX7" fmla="*/ 109656 w 139162"/>
                <a:gd name="connsiteY7" fmla="*/ 84 h 132733"/>
                <a:gd name="connsiteX8" fmla="*/ 40074 w 139162"/>
                <a:gd name="connsiteY8" fmla="*/ 64976 h 132733"/>
                <a:gd name="connsiteX9" fmla="*/ 60344 w 139162"/>
                <a:gd name="connsiteY9" fmla="*/ 674 h 132733"/>
                <a:gd name="connsiteX10" fmla="*/ 59436 w 139162"/>
                <a:gd name="connsiteY10" fmla="*/ 84 h 132733"/>
                <a:gd name="connsiteX11" fmla="*/ 10427 w 139162"/>
                <a:gd name="connsiteY11" fmla="*/ 9228 h 132733"/>
                <a:gd name="connsiteX12" fmla="*/ 10427 w 139162"/>
                <a:gd name="connsiteY12" fmla="*/ 13947 h 132733"/>
                <a:gd name="connsiteX13" fmla="*/ 29789 w 139162"/>
                <a:gd name="connsiteY13" fmla="*/ 21911 h 132733"/>
                <a:gd name="connsiteX14" fmla="*/ 29183 w 139162"/>
                <a:gd name="connsiteY14" fmla="*/ 26926 h 132733"/>
                <a:gd name="connsiteX15" fmla="*/ 141 w 139162"/>
                <a:gd name="connsiteY15" fmla="*/ 130163 h 132733"/>
                <a:gd name="connsiteX16" fmla="*/ 22830 w 139162"/>
                <a:gd name="connsiteY16" fmla="*/ 130163 h 132733"/>
                <a:gd name="connsiteX17" fmla="*/ 53083 w 139162"/>
                <a:gd name="connsiteY17" fmla="*/ 57012 h 132733"/>
                <a:gd name="connsiteX18" fmla="*/ 97857 w 139162"/>
                <a:gd name="connsiteY18" fmla="*/ 15127 h 132733"/>
                <a:gd name="connsiteX19" fmla="*/ 105118 w 139162"/>
                <a:gd name="connsiteY19" fmla="*/ 23681 h 132733"/>
                <a:gd name="connsiteX20" fmla="*/ 100882 w 139162"/>
                <a:gd name="connsiteY20" fmla="*/ 46098 h 132733"/>
                <a:gd name="connsiteX21" fmla="*/ 87571 w 139162"/>
                <a:gd name="connsiteY21" fmla="*/ 94767 h 132733"/>
                <a:gd name="connsiteX22" fmla="*/ 82731 w 139162"/>
                <a:gd name="connsiteY22" fmla="*/ 116890 h 132733"/>
                <a:gd name="connsiteX23" fmla="*/ 96949 w 139162"/>
                <a:gd name="connsiteY23" fmla="*/ 132818 h 132733"/>
                <a:gd name="connsiteX24" fmla="*/ 139303 w 139162"/>
                <a:gd name="connsiteY24" fmla="*/ 99487 h 132733"/>
                <a:gd name="connsiteX25" fmla="*/ 135068 w 139162"/>
                <a:gd name="connsiteY25" fmla="*/ 95652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162" h="132733">
                  <a:moveTo>
                    <a:pt x="135068" y="95652"/>
                  </a:moveTo>
                  <a:lnTo>
                    <a:pt x="128715" y="103321"/>
                  </a:lnTo>
                  <a:cubicBezTo>
                    <a:pt x="119941" y="114235"/>
                    <a:pt x="114496" y="118954"/>
                    <a:pt x="110261" y="118954"/>
                  </a:cubicBezTo>
                  <a:cubicBezTo>
                    <a:pt x="107840" y="118954"/>
                    <a:pt x="105420" y="116595"/>
                    <a:pt x="105420" y="114235"/>
                  </a:cubicBezTo>
                  <a:cubicBezTo>
                    <a:pt x="105420" y="112170"/>
                    <a:pt x="105420" y="112170"/>
                    <a:pt x="109656" y="95652"/>
                  </a:cubicBezTo>
                  <a:lnTo>
                    <a:pt x="126900" y="34890"/>
                  </a:lnTo>
                  <a:cubicBezTo>
                    <a:pt x="128412" y="28696"/>
                    <a:pt x="129622" y="22206"/>
                    <a:pt x="129622" y="18077"/>
                  </a:cubicBezTo>
                  <a:cubicBezTo>
                    <a:pt x="129622" y="7458"/>
                    <a:pt x="121454" y="84"/>
                    <a:pt x="109656" y="84"/>
                  </a:cubicBezTo>
                  <a:cubicBezTo>
                    <a:pt x="90294" y="84"/>
                    <a:pt x="71235" y="17782"/>
                    <a:pt x="40074" y="64976"/>
                  </a:cubicBezTo>
                  <a:lnTo>
                    <a:pt x="60344" y="674"/>
                  </a:lnTo>
                  <a:lnTo>
                    <a:pt x="59436" y="84"/>
                  </a:lnTo>
                  <a:cubicBezTo>
                    <a:pt x="43100" y="3329"/>
                    <a:pt x="36747" y="4509"/>
                    <a:pt x="10427" y="9228"/>
                  </a:cubicBezTo>
                  <a:lnTo>
                    <a:pt x="10427" y="13947"/>
                  </a:lnTo>
                  <a:cubicBezTo>
                    <a:pt x="25856" y="14242"/>
                    <a:pt x="29789" y="16012"/>
                    <a:pt x="29789" y="21911"/>
                  </a:cubicBezTo>
                  <a:cubicBezTo>
                    <a:pt x="29789" y="23681"/>
                    <a:pt x="29486" y="25451"/>
                    <a:pt x="29183" y="26926"/>
                  </a:cubicBezTo>
                  <a:lnTo>
                    <a:pt x="141" y="130163"/>
                  </a:lnTo>
                  <a:lnTo>
                    <a:pt x="22830" y="130163"/>
                  </a:lnTo>
                  <a:cubicBezTo>
                    <a:pt x="37049" y="83559"/>
                    <a:pt x="39772" y="77070"/>
                    <a:pt x="53083" y="57012"/>
                  </a:cubicBezTo>
                  <a:cubicBezTo>
                    <a:pt x="71235" y="29875"/>
                    <a:pt x="86664" y="15127"/>
                    <a:pt x="97857" y="15127"/>
                  </a:cubicBezTo>
                  <a:cubicBezTo>
                    <a:pt x="102395" y="15127"/>
                    <a:pt x="105118" y="18372"/>
                    <a:pt x="105118" y="23681"/>
                  </a:cubicBezTo>
                  <a:cubicBezTo>
                    <a:pt x="105118" y="27221"/>
                    <a:pt x="103303" y="36955"/>
                    <a:pt x="100882" y="46098"/>
                  </a:cubicBezTo>
                  <a:lnTo>
                    <a:pt x="87571" y="94767"/>
                  </a:lnTo>
                  <a:cubicBezTo>
                    <a:pt x="83638" y="109811"/>
                    <a:pt x="82731" y="113940"/>
                    <a:pt x="82731" y="116890"/>
                  </a:cubicBezTo>
                  <a:cubicBezTo>
                    <a:pt x="82731" y="128098"/>
                    <a:pt x="86966" y="132818"/>
                    <a:pt x="96949" y="132818"/>
                  </a:cubicBezTo>
                  <a:cubicBezTo>
                    <a:pt x="110563" y="132818"/>
                    <a:pt x="118429" y="126623"/>
                    <a:pt x="139303" y="99487"/>
                  </a:cubicBezTo>
                  <a:lnTo>
                    <a:pt x="135068" y="9565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AA3548-247A-C7F8-ADBB-3098D8DAC9CA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7057381" y="4857196"/>
              <a:ext cx="77446" cy="251603"/>
            </a:xfrm>
            <a:custGeom>
              <a:avLst/>
              <a:gdLst>
                <a:gd name="connsiteX0" fmla="*/ 74872 w 77446"/>
                <a:gd name="connsiteY0" fmla="*/ 84 h 251603"/>
                <a:gd name="connsiteX1" fmla="*/ 32216 w 77446"/>
                <a:gd name="connsiteY1" fmla="*/ 35480 h 251603"/>
                <a:gd name="connsiteX2" fmla="*/ 148 w 77446"/>
                <a:gd name="connsiteY2" fmla="*/ 125149 h 251603"/>
                <a:gd name="connsiteX3" fmla="*/ 37964 w 77446"/>
                <a:gd name="connsiteY3" fmla="*/ 221602 h 251603"/>
                <a:gd name="connsiteX4" fmla="*/ 73965 w 77446"/>
                <a:gd name="connsiteY4" fmla="*/ 251688 h 251603"/>
                <a:gd name="connsiteX5" fmla="*/ 77595 w 77446"/>
                <a:gd name="connsiteY5" fmla="*/ 246969 h 251603"/>
                <a:gd name="connsiteX6" fmla="*/ 36754 w 77446"/>
                <a:gd name="connsiteY6" fmla="*/ 195940 h 251603"/>
                <a:gd name="connsiteX7" fmla="*/ 26165 w 77446"/>
                <a:gd name="connsiteY7" fmla="*/ 124264 h 251603"/>
                <a:gd name="connsiteX8" fmla="*/ 38267 w 77446"/>
                <a:gd name="connsiteY8" fmla="*/ 50818 h 251603"/>
                <a:gd name="connsiteX9" fmla="*/ 77595 w 77446"/>
                <a:gd name="connsiteY9" fmla="*/ 4803 h 251603"/>
                <a:gd name="connsiteX10" fmla="*/ 74872 w 77446"/>
                <a:gd name="connsiteY10" fmla="*/ 84 h 25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446" h="251603">
                  <a:moveTo>
                    <a:pt x="74872" y="84"/>
                  </a:moveTo>
                  <a:cubicBezTo>
                    <a:pt x="52485" y="14242"/>
                    <a:pt x="43410" y="21911"/>
                    <a:pt x="32216" y="35480"/>
                  </a:cubicBezTo>
                  <a:cubicBezTo>
                    <a:pt x="10737" y="61141"/>
                    <a:pt x="148" y="90638"/>
                    <a:pt x="148" y="125149"/>
                  </a:cubicBezTo>
                  <a:cubicBezTo>
                    <a:pt x="148" y="162609"/>
                    <a:pt x="11342" y="191515"/>
                    <a:pt x="37964" y="221602"/>
                  </a:cubicBezTo>
                  <a:cubicBezTo>
                    <a:pt x="50368" y="235760"/>
                    <a:pt x="58233" y="242249"/>
                    <a:pt x="73965" y="251688"/>
                  </a:cubicBezTo>
                  <a:lnTo>
                    <a:pt x="77595" y="246969"/>
                  </a:lnTo>
                  <a:cubicBezTo>
                    <a:pt x="53393" y="228386"/>
                    <a:pt x="44922" y="218062"/>
                    <a:pt x="36754" y="195940"/>
                  </a:cubicBezTo>
                  <a:cubicBezTo>
                    <a:pt x="29493" y="176177"/>
                    <a:pt x="26165" y="153760"/>
                    <a:pt x="26165" y="124264"/>
                  </a:cubicBezTo>
                  <a:cubicBezTo>
                    <a:pt x="26165" y="93293"/>
                    <a:pt x="30098" y="69105"/>
                    <a:pt x="38267" y="50818"/>
                  </a:cubicBezTo>
                  <a:cubicBezTo>
                    <a:pt x="46737" y="32530"/>
                    <a:pt x="55813" y="21911"/>
                    <a:pt x="77595" y="4803"/>
                  </a:cubicBezTo>
                  <a:lnTo>
                    <a:pt x="74872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021DD8E3-A57A-0528-3AFD-B1B357B93DFC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7151541" y="4920908"/>
              <a:ext cx="120708" cy="138632"/>
            </a:xfrm>
            <a:custGeom>
              <a:avLst/>
              <a:gdLst>
                <a:gd name="connsiteX0" fmla="*/ 116019 w 120708"/>
                <a:gd name="connsiteY0" fmla="*/ 87393 h 138632"/>
                <a:gd name="connsiteX1" fmla="*/ 69128 w 120708"/>
                <a:gd name="connsiteY1" fmla="*/ 118364 h 138632"/>
                <a:gd name="connsiteX2" fmla="*/ 30102 w 120708"/>
                <a:gd name="connsiteY2" fmla="*/ 92998 h 138632"/>
                <a:gd name="connsiteX3" fmla="*/ 21934 w 120708"/>
                <a:gd name="connsiteY3" fmla="*/ 54062 h 138632"/>
                <a:gd name="connsiteX4" fmla="*/ 115112 w 120708"/>
                <a:gd name="connsiteY4" fmla="*/ 54062 h 138632"/>
                <a:gd name="connsiteX5" fmla="*/ 102103 w 120708"/>
                <a:gd name="connsiteY5" fmla="*/ 16897 h 138632"/>
                <a:gd name="connsiteX6" fmla="*/ 63380 w 120708"/>
                <a:gd name="connsiteY6" fmla="*/ 84 h 138632"/>
                <a:gd name="connsiteX7" fmla="*/ 22539 w 120708"/>
                <a:gd name="connsiteY7" fmla="*/ 15422 h 138632"/>
                <a:gd name="connsiteX8" fmla="*/ 152 w 120708"/>
                <a:gd name="connsiteY8" fmla="*/ 72645 h 138632"/>
                <a:gd name="connsiteX9" fmla="*/ 56724 w 120708"/>
                <a:gd name="connsiteY9" fmla="*/ 138717 h 138632"/>
                <a:gd name="connsiteX10" fmla="*/ 120860 w 120708"/>
                <a:gd name="connsiteY10" fmla="*/ 89458 h 138632"/>
                <a:gd name="connsiteX11" fmla="*/ 116019 w 120708"/>
                <a:gd name="connsiteY11" fmla="*/ 87393 h 138632"/>
                <a:gd name="connsiteX12" fmla="*/ 22539 w 120708"/>
                <a:gd name="connsiteY12" fmla="*/ 44624 h 138632"/>
                <a:gd name="connsiteX13" fmla="*/ 54606 w 120708"/>
                <a:gd name="connsiteY13" fmla="*/ 10703 h 138632"/>
                <a:gd name="connsiteX14" fmla="*/ 84254 w 120708"/>
                <a:gd name="connsiteY14" fmla="*/ 44624 h 138632"/>
                <a:gd name="connsiteX15" fmla="*/ 22539 w 12070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38632">
                  <a:moveTo>
                    <a:pt x="116019" y="87393"/>
                  </a:moveTo>
                  <a:cubicBezTo>
                    <a:pt x="101498" y="109811"/>
                    <a:pt x="88489" y="118364"/>
                    <a:pt x="69128" y="118364"/>
                  </a:cubicBezTo>
                  <a:cubicBezTo>
                    <a:pt x="51884" y="118364"/>
                    <a:pt x="38875" y="109811"/>
                    <a:pt x="30102" y="92998"/>
                  </a:cubicBezTo>
                  <a:cubicBezTo>
                    <a:pt x="24656" y="81789"/>
                    <a:pt x="22539" y="72055"/>
                    <a:pt x="21934" y="54062"/>
                  </a:cubicBezTo>
                  <a:lnTo>
                    <a:pt x="115112" y="54062"/>
                  </a:lnTo>
                  <a:cubicBezTo>
                    <a:pt x="112692" y="34890"/>
                    <a:pt x="109666" y="26336"/>
                    <a:pt x="102103" y="16897"/>
                  </a:cubicBezTo>
                  <a:cubicBezTo>
                    <a:pt x="93027" y="6278"/>
                    <a:pt x="79111" y="84"/>
                    <a:pt x="63380" y="84"/>
                  </a:cubicBezTo>
                  <a:cubicBezTo>
                    <a:pt x="48253" y="84"/>
                    <a:pt x="34035" y="5393"/>
                    <a:pt x="22539" y="15422"/>
                  </a:cubicBezTo>
                  <a:cubicBezTo>
                    <a:pt x="8320" y="27516"/>
                    <a:pt x="152" y="48458"/>
                    <a:pt x="152" y="72645"/>
                  </a:cubicBezTo>
                  <a:cubicBezTo>
                    <a:pt x="152" y="113350"/>
                    <a:pt x="21934" y="138717"/>
                    <a:pt x="56724" y="138717"/>
                  </a:cubicBezTo>
                  <a:cubicBezTo>
                    <a:pt x="85464" y="138717"/>
                    <a:pt x="108154" y="121314"/>
                    <a:pt x="120860" y="89458"/>
                  </a:cubicBezTo>
                  <a:lnTo>
                    <a:pt x="116019" y="87393"/>
                  </a:lnTo>
                  <a:close/>
                  <a:moveTo>
                    <a:pt x="22539" y="44624"/>
                  </a:moveTo>
                  <a:cubicBezTo>
                    <a:pt x="25866" y="21616"/>
                    <a:pt x="36152" y="10703"/>
                    <a:pt x="54606" y="10703"/>
                  </a:cubicBezTo>
                  <a:cubicBezTo>
                    <a:pt x="73061" y="10703"/>
                    <a:pt x="80321" y="18962"/>
                    <a:pt x="84254" y="44624"/>
                  </a:cubicBezTo>
                  <a:lnTo>
                    <a:pt x="22539" y="4462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FFC1F24D-AFCB-DBF3-CD2C-AC04CD173642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7276958" y="4923858"/>
              <a:ext cx="138557" cy="136863"/>
            </a:xfrm>
            <a:custGeom>
              <a:avLst/>
              <a:gdLst>
                <a:gd name="connsiteX0" fmla="*/ 138713 w 138557"/>
                <a:gd name="connsiteY0" fmla="*/ 84 h 136863"/>
                <a:gd name="connsiteX1" fmla="*/ 96662 w 138557"/>
                <a:gd name="connsiteY1" fmla="*/ 84 h 136863"/>
                <a:gd name="connsiteX2" fmla="*/ 96662 w 138557"/>
                <a:gd name="connsiteY2" fmla="*/ 4509 h 136863"/>
                <a:gd name="connsiteX3" fmla="*/ 110881 w 138557"/>
                <a:gd name="connsiteY3" fmla="*/ 13947 h 136863"/>
                <a:gd name="connsiteX4" fmla="*/ 109065 w 138557"/>
                <a:gd name="connsiteY4" fmla="*/ 22796 h 136863"/>
                <a:gd name="connsiteX5" fmla="*/ 79115 w 138557"/>
                <a:gd name="connsiteY5" fmla="*/ 99192 h 136863"/>
                <a:gd name="connsiteX6" fmla="*/ 48258 w 138557"/>
                <a:gd name="connsiteY6" fmla="*/ 23681 h 136863"/>
                <a:gd name="connsiteX7" fmla="*/ 45535 w 138557"/>
                <a:gd name="connsiteY7" fmla="*/ 12768 h 136863"/>
                <a:gd name="connsiteX8" fmla="*/ 59451 w 138557"/>
                <a:gd name="connsiteY8" fmla="*/ 4509 h 136863"/>
                <a:gd name="connsiteX9" fmla="*/ 59451 w 138557"/>
                <a:gd name="connsiteY9" fmla="*/ 84 h 136863"/>
                <a:gd name="connsiteX10" fmla="*/ 156 w 138557"/>
                <a:gd name="connsiteY10" fmla="*/ 84 h 136863"/>
                <a:gd name="connsiteX11" fmla="*/ 156 w 138557"/>
                <a:gd name="connsiteY11" fmla="*/ 4509 h 136863"/>
                <a:gd name="connsiteX12" fmla="*/ 27686 w 138557"/>
                <a:gd name="connsiteY12" fmla="*/ 38429 h 136863"/>
                <a:gd name="connsiteX13" fmla="*/ 63989 w 138557"/>
                <a:gd name="connsiteY13" fmla="*/ 123084 h 136863"/>
                <a:gd name="connsiteX14" fmla="*/ 66409 w 138557"/>
                <a:gd name="connsiteY14" fmla="*/ 129278 h 136863"/>
                <a:gd name="connsiteX15" fmla="*/ 71855 w 138557"/>
                <a:gd name="connsiteY15" fmla="*/ 136947 h 136863"/>
                <a:gd name="connsiteX16" fmla="*/ 80325 w 138557"/>
                <a:gd name="connsiteY16" fmla="*/ 122199 h 136863"/>
                <a:gd name="connsiteX17" fmla="*/ 119049 w 138557"/>
                <a:gd name="connsiteY17" fmla="*/ 27516 h 136863"/>
                <a:gd name="connsiteX18" fmla="*/ 138713 w 138557"/>
                <a:gd name="connsiteY18" fmla="*/ 4509 h 136863"/>
                <a:gd name="connsiteX19" fmla="*/ 138713 w 138557"/>
                <a:gd name="connsiteY19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557" h="136863">
                  <a:moveTo>
                    <a:pt x="138713" y="84"/>
                  </a:moveTo>
                  <a:lnTo>
                    <a:pt x="96662" y="84"/>
                  </a:lnTo>
                  <a:lnTo>
                    <a:pt x="96662" y="4509"/>
                  </a:lnTo>
                  <a:cubicBezTo>
                    <a:pt x="106343" y="5393"/>
                    <a:pt x="110881" y="8343"/>
                    <a:pt x="110881" y="13947"/>
                  </a:cubicBezTo>
                  <a:cubicBezTo>
                    <a:pt x="110881" y="16897"/>
                    <a:pt x="110276" y="19847"/>
                    <a:pt x="109065" y="22796"/>
                  </a:cubicBezTo>
                  <a:lnTo>
                    <a:pt x="79115" y="99192"/>
                  </a:lnTo>
                  <a:lnTo>
                    <a:pt x="48258" y="23681"/>
                  </a:lnTo>
                  <a:cubicBezTo>
                    <a:pt x="46442" y="19552"/>
                    <a:pt x="45535" y="15422"/>
                    <a:pt x="45535" y="12768"/>
                  </a:cubicBezTo>
                  <a:cubicBezTo>
                    <a:pt x="45535" y="7458"/>
                    <a:pt x="48863" y="5393"/>
                    <a:pt x="59451" y="4509"/>
                  </a:cubicBezTo>
                  <a:lnTo>
                    <a:pt x="59451" y="84"/>
                  </a:lnTo>
                  <a:lnTo>
                    <a:pt x="156" y="84"/>
                  </a:lnTo>
                  <a:lnTo>
                    <a:pt x="156" y="4509"/>
                  </a:lnTo>
                  <a:cubicBezTo>
                    <a:pt x="11652" y="5099"/>
                    <a:pt x="13770" y="8048"/>
                    <a:pt x="27686" y="38429"/>
                  </a:cubicBezTo>
                  <a:lnTo>
                    <a:pt x="63989" y="123084"/>
                  </a:lnTo>
                  <a:cubicBezTo>
                    <a:pt x="64594" y="124854"/>
                    <a:pt x="65502" y="126918"/>
                    <a:pt x="66409" y="129278"/>
                  </a:cubicBezTo>
                  <a:cubicBezTo>
                    <a:pt x="68224" y="134587"/>
                    <a:pt x="70040" y="136947"/>
                    <a:pt x="71855" y="136947"/>
                  </a:cubicBezTo>
                  <a:cubicBezTo>
                    <a:pt x="73670" y="136947"/>
                    <a:pt x="75788" y="133113"/>
                    <a:pt x="80325" y="122199"/>
                  </a:cubicBezTo>
                  <a:lnTo>
                    <a:pt x="119049" y="27516"/>
                  </a:lnTo>
                  <a:cubicBezTo>
                    <a:pt x="127822" y="7458"/>
                    <a:pt x="129637" y="5393"/>
                    <a:pt x="138713" y="4509"/>
                  </a:cubicBezTo>
                  <a:lnTo>
                    <a:pt x="138713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2D47D753-BC09-AE24-191E-7357E5BF8310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7426052" y="4920908"/>
              <a:ext cx="120708" cy="138632"/>
            </a:xfrm>
            <a:custGeom>
              <a:avLst/>
              <a:gdLst>
                <a:gd name="connsiteX0" fmla="*/ 116028 w 120708"/>
                <a:gd name="connsiteY0" fmla="*/ 87393 h 138632"/>
                <a:gd name="connsiteX1" fmla="*/ 69137 w 120708"/>
                <a:gd name="connsiteY1" fmla="*/ 118364 h 138632"/>
                <a:gd name="connsiteX2" fmla="*/ 30111 w 120708"/>
                <a:gd name="connsiteY2" fmla="*/ 92998 h 138632"/>
                <a:gd name="connsiteX3" fmla="*/ 21943 w 120708"/>
                <a:gd name="connsiteY3" fmla="*/ 54062 h 138632"/>
                <a:gd name="connsiteX4" fmla="*/ 115121 w 120708"/>
                <a:gd name="connsiteY4" fmla="*/ 54062 h 138632"/>
                <a:gd name="connsiteX5" fmla="*/ 102112 w 120708"/>
                <a:gd name="connsiteY5" fmla="*/ 16897 h 138632"/>
                <a:gd name="connsiteX6" fmla="*/ 63389 w 120708"/>
                <a:gd name="connsiteY6" fmla="*/ 84 h 138632"/>
                <a:gd name="connsiteX7" fmla="*/ 22548 w 120708"/>
                <a:gd name="connsiteY7" fmla="*/ 15422 h 138632"/>
                <a:gd name="connsiteX8" fmla="*/ 161 w 120708"/>
                <a:gd name="connsiteY8" fmla="*/ 72645 h 138632"/>
                <a:gd name="connsiteX9" fmla="*/ 56733 w 120708"/>
                <a:gd name="connsiteY9" fmla="*/ 138717 h 138632"/>
                <a:gd name="connsiteX10" fmla="*/ 120869 w 120708"/>
                <a:gd name="connsiteY10" fmla="*/ 89458 h 138632"/>
                <a:gd name="connsiteX11" fmla="*/ 116028 w 120708"/>
                <a:gd name="connsiteY11" fmla="*/ 87393 h 138632"/>
                <a:gd name="connsiteX12" fmla="*/ 22548 w 120708"/>
                <a:gd name="connsiteY12" fmla="*/ 44624 h 138632"/>
                <a:gd name="connsiteX13" fmla="*/ 54615 w 120708"/>
                <a:gd name="connsiteY13" fmla="*/ 10703 h 138632"/>
                <a:gd name="connsiteX14" fmla="*/ 84263 w 120708"/>
                <a:gd name="connsiteY14" fmla="*/ 44624 h 138632"/>
                <a:gd name="connsiteX15" fmla="*/ 22548 w 12070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38632">
                  <a:moveTo>
                    <a:pt x="116028" y="87393"/>
                  </a:moveTo>
                  <a:cubicBezTo>
                    <a:pt x="101507" y="109811"/>
                    <a:pt x="88498" y="118364"/>
                    <a:pt x="69137" y="118364"/>
                  </a:cubicBezTo>
                  <a:cubicBezTo>
                    <a:pt x="51893" y="118364"/>
                    <a:pt x="38884" y="109811"/>
                    <a:pt x="30111" y="92998"/>
                  </a:cubicBezTo>
                  <a:cubicBezTo>
                    <a:pt x="24665" y="81789"/>
                    <a:pt x="22548" y="72055"/>
                    <a:pt x="21943" y="54062"/>
                  </a:cubicBezTo>
                  <a:lnTo>
                    <a:pt x="115121" y="54062"/>
                  </a:lnTo>
                  <a:cubicBezTo>
                    <a:pt x="112701" y="34890"/>
                    <a:pt x="109675" y="26336"/>
                    <a:pt x="102112" y="16897"/>
                  </a:cubicBezTo>
                  <a:cubicBezTo>
                    <a:pt x="93036" y="6278"/>
                    <a:pt x="79120" y="84"/>
                    <a:pt x="63389" y="84"/>
                  </a:cubicBezTo>
                  <a:cubicBezTo>
                    <a:pt x="48262" y="84"/>
                    <a:pt x="34044" y="5393"/>
                    <a:pt x="22548" y="15422"/>
                  </a:cubicBezTo>
                  <a:cubicBezTo>
                    <a:pt x="8329" y="27516"/>
                    <a:pt x="161" y="48458"/>
                    <a:pt x="161" y="72645"/>
                  </a:cubicBezTo>
                  <a:cubicBezTo>
                    <a:pt x="161" y="113350"/>
                    <a:pt x="21943" y="138717"/>
                    <a:pt x="56733" y="138717"/>
                  </a:cubicBezTo>
                  <a:cubicBezTo>
                    <a:pt x="85473" y="138717"/>
                    <a:pt x="108163" y="121314"/>
                    <a:pt x="120869" y="89458"/>
                  </a:cubicBezTo>
                  <a:lnTo>
                    <a:pt x="116028" y="87393"/>
                  </a:lnTo>
                  <a:close/>
                  <a:moveTo>
                    <a:pt x="22548" y="44624"/>
                  </a:moveTo>
                  <a:cubicBezTo>
                    <a:pt x="25875" y="21616"/>
                    <a:pt x="36161" y="10703"/>
                    <a:pt x="54615" y="10703"/>
                  </a:cubicBezTo>
                  <a:cubicBezTo>
                    <a:pt x="73070" y="10703"/>
                    <a:pt x="80330" y="18962"/>
                    <a:pt x="84263" y="44624"/>
                  </a:cubicBezTo>
                  <a:lnTo>
                    <a:pt x="22548" y="4462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2878E412-1FF1-F541-0BAE-B787DF337E49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7558153" y="4920908"/>
              <a:ext cx="141885" cy="135683"/>
            </a:xfrm>
            <a:custGeom>
              <a:avLst/>
              <a:gdLst>
                <a:gd name="connsiteX0" fmla="*/ 165 w 141885"/>
                <a:gd name="connsiteY0" fmla="*/ 18372 h 135683"/>
                <a:gd name="connsiteX1" fmla="*/ 8333 w 141885"/>
                <a:gd name="connsiteY1" fmla="*/ 17192 h 135683"/>
                <a:gd name="connsiteX2" fmla="*/ 19527 w 141885"/>
                <a:gd name="connsiteY2" fmla="*/ 36070 h 135683"/>
                <a:gd name="connsiteX3" fmla="*/ 19527 w 141885"/>
                <a:gd name="connsiteY3" fmla="*/ 109221 h 135683"/>
                <a:gd name="connsiteX4" fmla="*/ 770 w 141885"/>
                <a:gd name="connsiteY4" fmla="*/ 131343 h 135683"/>
                <a:gd name="connsiteX5" fmla="*/ 770 w 141885"/>
                <a:gd name="connsiteY5" fmla="*/ 135767 h 135683"/>
                <a:gd name="connsiteX6" fmla="*/ 64906 w 141885"/>
                <a:gd name="connsiteY6" fmla="*/ 135767 h 135683"/>
                <a:gd name="connsiteX7" fmla="*/ 64906 w 141885"/>
                <a:gd name="connsiteY7" fmla="*/ 131343 h 135683"/>
                <a:gd name="connsiteX8" fmla="*/ 44939 w 141885"/>
                <a:gd name="connsiteY8" fmla="*/ 116005 h 135683"/>
                <a:gd name="connsiteX9" fmla="*/ 44939 w 141885"/>
                <a:gd name="connsiteY9" fmla="*/ 33120 h 135683"/>
                <a:gd name="connsiteX10" fmla="*/ 76099 w 141885"/>
                <a:gd name="connsiteY10" fmla="*/ 16307 h 135683"/>
                <a:gd name="connsiteX11" fmla="*/ 98184 w 141885"/>
                <a:gd name="connsiteY11" fmla="*/ 44919 h 135683"/>
                <a:gd name="connsiteX12" fmla="*/ 98184 w 141885"/>
                <a:gd name="connsiteY12" fmla="*/ 106566 h 135683"/>
                <a:gd name="connsiteX13" fmla="*/ 79125 w 141885"/>
                <a:gd name="connsiteY13" fmla="*/ 131343 h 135683"/>
                <a:gd name="connsiteX14" fmla="*/ 79125 w 141885"/>
                <a:gd name="connsiteY14" fmla="*/ 135767 h 135683"/>
                <a:gd name="connsiteX15" fmla="*/ 142050 w 141885"/>
                <a:gd name="connsiteY15" fmla="*/ 135767 h 135683"/>
                <a:gd name="connsiteX16" fmla="*/ 142050 w 141885"/>
                <a:gd name="connsiteY16" fmla="*/ 131343 h 135683"/>
                <a:gd name="connsiteX17" fmla="*/ 123596 w 141885"/>
                <a:gd name="connsiteY17" fmla="*/ 111875 h 135683"/>
                <a:gd name="connsiteX18" fmla="*/ 123596 w 141885"/>
                <a:gd name="connsiteY18" fmla="*/ 44329 h 135683"/>
                <a:gd name="connsiteX19" fmla="*/ 87898 w 141885"/>
                <a:gd name="connsiteY19" fmla="*/ 84 h 135683"/>
                <a:gd name="connsiteX20" fmla="*/ 44032 w 141885"/>
                <a:gd name="connsiteY20" fmla="*/ 23976 h 135683"/>
                <a:gd name="connsiteX21" fmla="*/ 44032 w 141885"/>
                <a:gd name="connsiteY21" fmla="*/ 674 h 135683"/>
                <a:gd name="connsiteX22" fmla="*/ 41914 w 141885"/>
                <a:gd name="connsiteY22" fmla="*/ 84 h 135683"/>
                <a:gd name="connsiteX23" fmla="*/ 165 w 141885"/>
                <a:gd name="connsiteY23" fmla="*/ 13357 h 135683"/>
                <a:gd name="connsiteX24" fmla="*/ 165 w 141885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5683">
                  <a:moveTo>
                    <a:pt x="165" y="18372"/>
                  </a:moveTo>
                  <a:cubicBezTo>
                    <a:pt x="1980" y="17487"/>
                    <a:pt x="5006" y="17192"/>
                    <a:pt x="8333" y="17192"/>
                  </a:cubicBezTo>
                  <a:cubicBezTo>
                    <a:pt x="16804" y="17192"/>
                    <a:pt x="19527" y="21616"/>
                    <a:pt x="19527" y="36070"/>
                  </a:cubicBezTo>
                  <a:lnTo>
                    <a:pt x="19527" y="109221"/>
                  </a:lnTo>
                  <a:cubicBezTo>
                    <a:pt x="19527" y="126033"/>
                    <a:pt x="16199" y="130163"/>
                    <a:pt x="770" y="131343"/>
                  </a:cubicBezTo>
                  <a:lnTo>
                    <a:pt x="770" y="135767"/>
                  </a:lnTo>
                  <a:lnTo>
                    <a:pt x="64906" y="135767"/>
                  </a:lnTo>
                  <a:lnTo>
                    <a:pt x="64906" y="131343"/>
                  </a:lnTo>
                  <a:cubicBezTo>
                    <a:pt x="49477" y="130163"/>
                    <a:pt x="44939" y="126623"/>
                    <a:pt x="44939" y="116005"/>
                  </a:cubicBezTo>
                  <a:lnTo>
                    <a:pt x="44939" y="33120"/>
                  </a:lnTo>
                  <a:cubicBezTo>
                    <a:pt x="59460" y="19847"/>
                    <a:pt x="66116" y="16307"/>
                    <a:pt x="76099" y="16307"/>
                  </a:cubicBezTo>
                  <a:cubicBezTo>
                    <a:pt x="90923" y="16307"/>
                    <a:pt x="98184" y="25451"/>
                    <a:pt x="98184" y="44919"/>
                  </a:cubicBezTo>
                  <a:lnTo>
                    <a:pt x="98184" y="106566"/>
                  </a:lnTo>
                  <a:cubicBezTo>
                    <a:pt x="98184" y="125149"/>
                    <a:pt x="94251" y="130163"/>
                    <a:pt x="79125" y="131343"/>
                  </a:cubicBezTo>
                  <a:lnTo>
                    <a:pt x="79125" y="135767"/>
                  </a:lnTo>
                  <a:lnTo>
                    <a:pt x="142050" y="135767"/>
                  </a:lnTo>
                  <a:lnTo>
                    <a:pt x="142050" y="131343"/>
                  </a:lnTo>
                  <a:cubicBezTo>
                    <a:pt x="127226" y="129868"/>
                    <a:pt x="123596" y="126328"/>
                    <a:pt x="123596" y="111875"/>
                  </a:cubicBezTo>
                  <a:lnTo>
                    <a:pt x="123596" y="44329"/>
                  </a:lnTo>
                  <a:cubicBezTo>
                    <a:pt x="123596" y="16602"/>
                    <a:pt x="110285" y="84"/>
                    <a:pt x="87898" y="84"/>
                  </a:cubicBezTo>
                  <a:cubicBezTo>
                    <a:pt x="73982" y="84"/>
                    <a:pt x="64603" y="5098"/>
                    <a:pt x="44032" y="23976"/>
                  </a:cubicBezTo>
                  <a:lnTo>
                    <a:pt x="44032" y="674"/>
                  </a:lnTo>
                  <a:lnTo>
                    <a:pt x="41914" y="84"/>
                  </a:lnTo>
                  <a:cubicBezTo>
                    <a:pt x="27090" y="5393"/>
                    <a:pt x="16804" y="8638"/>
                    <a:pt x="165" y="13357"/>
                  </a:cubicBezTo>
                  <a:lnTo>
                    <a:pt x="165" y="1837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1295A3FC-FD1E-71C9-B4F4-2B731C331A14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7713916" y="4857196"/>
              <a:ext cx="77446" cy="251603"/>
            </a:xfrm>
            <a:custGeom>
              <a:avLst/>
              <a:gdLst>
                <a:gd name="connsiteX0" fmla="*/ 2893 w 77446"/>
                <a:gd name="connsiteY0" fmla="*/ 251688 h 251603"/>
                <a:gd name="connsiteX1" fmla="*/ 45549 w 77446"/>
                <a:gd name="connsiteY1" fmla="*/ 216292 h 251603"/>
                <a:gd name="connsiteX2" fmla="*/ 77617 w 77446"/>
                <a:gd name="connsiteY2" fmla="*/ 126623 h 251603"/>
                <a:gd name="connsiteX3" fmla="*/ 39801 w 77446"/>
                <a:gd name="connsiteY3" fmla="*/ 30170 h 251603"/>
                <a:gd name="connsiteX4" fmla="*/ 3800 w 77446"/>
                <a:gd name="connsiteY4" fmla="*/ 84 h 251603"/>
                <a:gd name="connsiteX5" fmla="*/ 170 w 77446"/>
                <a:gd name="connsiteY5" fmla="*/ 4803 h 251603"/>
                <a:gd name="connsiteX6" fmla="*/ 41011 w 77446"/>
                <a:gd name="connsiteY6" fmla="*/ 55832 h 251603"/>
                <a:gd name="connsiteX7" fmla="*/ 51599 w 77446"/>
                <a:gd name="connsiteY7" fmla="*/ 127508 h 251603"/>
                <a:gd name="connsiteX8" fmla="*/ 39498 w 77446"/>
                <a:gd name="connsiteY8" fmla="*/ 200659 h 251603"/>
                <a:gd name="connsiteX9" fmla="*/ 170 w 77446"/>
                <a:gd name="connsiteY9" fmla="*/ 246969 h 251603"/>
                <a:gd name="connsiteX10" fmla="*/ 2893 w 77446"/>
                <a:gd name="connsiteY10" fmla="*/ 251688 h 25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446" h="251603">
                  <a:moveTo>
                    <a:pt x="2893" y="251688"/>
                  </a:moveTo>
                  <a:cubicBezTo>
                    <a:pt x="25280" y="237530"/>
                    <a:pt x="34355" y="229861"/>
                    <a:pt x="45549" y="216292"/>
                  </a:cubicBezTo>
                  <a:cubicBezTo>
                    <a:pt x="67028" y="190630"/>
                    <a:pt x="77617" y="161134"/>
                    <a:pt x="77617" y="126623"/>
                  </a:cubicBezTo>
                  <a:cubicBezTo>
                    <a:pt x="77617" y="88868"/>
                    <a:pt x="66423" y="60257"/>
                    <a:pt x="39801" y="30170"/>
                  </a:cubicBezTo>
                  <a:cubicBezTo>
                    <a:pt x="27397" y="16012"/>
                    <a:pt x="19532" y="9523"/>
                    <a:pt x="3800" y="84"/>
                  </a:cubicBezTo>
                  <a:lnTo>
                    <a:pt x="170" y="4803"/>
                  </a:lnTo>
                  <a:cubicBezTo>
                    <a:pt x="24372" y="23386"/>
                    <a:pt x="32540" y="33710"/>
                    <a:pt x="41011" y="55832"/>
                  </a:cubicBezTo>
                  <a:cubicBezTo>
                    <a:pt x="48272" y="75595"/>
                    <a:pt x="51599" y="98012"/>
                    <a:pt x="51599" y="127508"/>
                  </a:cubicBezTo>
                  <a:cubicBezTo>
                    <a:pt x="51599" y="158184"/>
                    <a:pt x="47667" y="182666"/>
                    <a:pt x="39498" y="200659"/>
                  </a:cubicBezTo>
                  <a:cubicBezTo>
                    <a:pt x="31028" y="219242"/>
                    <a:pt x="21952" y="229861"/>
                    <a:pt x="170" y="246969"/>
                  </a:cubicBezTo>
                  <a:lnTo>
                    <a:pt x="2893" y="251688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F1B6B717-A5C1-6C7C-AD96-685FC0CA5D7E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7887017" y="4855131"/>
              <a:ext cx="71698" cy="201460"/>
            </a:xfrm>
            <a:custGeom>
              <a:avLst/>
              <a:gdLst>
                <a:gd name="connsiteX0" fmla="*/ 48277 w 71698"/>
                <a:gd name="connsiteY0" fmla="*/ 65861 h 201460"/>
                <a:gd name="connsiteX1" fmla="*/ 1386 w 71698"/>
                <a:gd name="connsiteY1" fmla="*/ 82084 h 201460"/>
                <a:gd name="connsiteX2" fmla="*/ 1386 w 71698"/>
                <a:gd name="connsiteY2" fmla="*/ 86508 h 201460"/>
                <a:gd name="connsiteX3" fmla="*/ 3806 w 71698"/>
                <a:gd name="connsiteY3" fmla="*/ 86213 h 201460"/>
                <a:gd name="connsiteX4" fmla="*/ 14092 w 71698"/>
                <a:gd name="connsiteY4" fmla="*/ 85328 h 201460"/>
                <a:gd name="connsiteX5" fmla="*/ 24075 w 71698"/>
                <a:gd name="connsiteY5" fmla="*/ 103026 h 201460"/>
                <a:gd name="connsiteX6" fmla="*/ 24075 w 71698"/>
                <a:gd name="connsiteY6" fmla="*/ 171458 h 201460"/>
                <a:gd name="connsiteX7" fmla="*/ 176 w 71698"/>
                <a:gd name="connsiteY7" fmla="*/ 197119 h 201460"/>
                <a:gd name="connsiteX8" fmla="*/ 176 w 71698"/>
                <a:gd name="connsiteY8" fmla="*/ 201544 h 201460"/>
                <a:gd name="connsiteX9" fmla="*/ 71874 w 71698"/>
                <a:gd name="connsiteY9" fmla="*/ 201544 h 201460"/>
                <a:gd name="connsiteX10" fmla="*/ 71874 w 71698"/>
                <a:gd name="connsiteY10" fmla="*/ 197119 h 201460"/>
                <a:gd name="connsiteX11" fmla="*/ 49487 w 71698"/>
                <a:gd name="connsiteY11" fmla="*/ 171458 h 201460"/>
                <a:gd name="connsiteX12" fmla="*/ 49487 w 71698"/>
                <a:gd name="connsiteY12" fmla="*/ 66746 h 201460"/>
                <a:gd name="connsiteX13" fmla="*/ 48277 w 71698"/>
                <a:gd name="connsiteY13" fmla="*/ 65861 h 201460"/>
                <a:gd name="connsiteX14" fmla="*/ 34059 w 71698"/>
                <a:gd name="connsiteY14" fmla="*/ 84 h 201460"/>
                <a:gd name="connsiteX15" fmla="*/ 18932 w 71698"/>
                <a:gd name="connsiteY15" fmla="*/ 15127 h 201460"/>
                <a:gd name="connsiteX16" fmla="*/ 34059 w 71698"/>
                <a:gd name="connsiteY16" fmla="*/ 30170 h 201460"/>
                <a:gd name="connsiteX17" fmla="*/ 49790 w 71698"/>
                <a:gd name="connsiteY17" fmla="*/ 15127 h 201460"/>
                <a:gd name="connsiteX18" fmla="*/ 34059 w 71698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98" h="201460">
                  <a:moveTo>
                    <a:pt x="48277" y="65861"/>
                  </a:moveTo>
                  <a:lnTo>
                    <a:pt x="1386" y="82084"/>
                  </a:lnTo>
                  <a:lnTo>
                    <a:pt x="1386" y="86508"/>
                  </a:lnTo>
                  <a:lnTo>
                    <a:pt x="3806" y="86213"/>
                  </a:lnTo>
                  <a:cubicBezTo>
                    <a:pt x="7436" y="85623"/>
                    <a:pt x="11369" y="85328"/>
                    <a:pt x="14092" y="85328"/>
                  </a:cubicBezTo>
                  <a:cubicBezTo>
                    <a:pt x="21352" y="85328"/>
                    <a:pt x="24075" y="90048"/>
                    <a:pt x="24075" y="103026"/>
                  </a:cubicBezTo>
                  <a:lnTo>
                    <a:pt x="24075" y="171458"/>
                  </a:lnTo>
                  <a:cubicBezTo>
                    <a:pt x="24075" y="192695"/>
                    <a:pt x="21050" y="195940"/>
                    <a:pt x="176" y="197119"/>
                  </a:cubicBezTo>
                  <a:lnTo>
                    <a:pt x="176" y="201544"/>
                  </a:lnTo>
                  <a:lnTo>
                    <a:pt x="71874" y="201544"/>
                  </a:lnTo>
                  <a:lnTo>
                    <a:pt x="71874" y="197119"/>
                  </a:lnTo>
                  <a:cubicBezTo>
                    <a:pt x="51908" y="195645"/>
                    <a:pt x="49487" y="192695"/>
                    <a:pt x="49487" y="171458"/>
                  </a:cubicBezTo>
                  <a:lnTo>
                    <a:pt x="49487" y="66746"/>
                  </a:lnTo>
                  <a:lnTo>
                    <a:pt x="48277" y="65861"/>
                  </a:lnTo>
                  <a:close/>
                  <a:moveTo>
                    <a:pt x="34059" y="84"/>
                  </a:moveTo>
                  <a:cubicBezTo>
                    <a:pt x="25890" y="84"/>
                    <a:pt x="18932" y="6868"/>
                    <a:pt x="18932" y="15127"/>
                  </a:cubicBezTo>
                  <a:cubicBezTo>
                    <a:pt x="18932" y="23386"/>
                    <a:pt x="25588" y="30170"/>
                    <a:pt x="34059" y="30170"/>
                  </a:cubicBezTo>
                  <a:cubicBezTo>
                    <a:pt x="42832" y="30170"/>
                    <a:pt x="49790" y="23681"/>
                    <a:pt x="49790" y="15127"/>
                  </a:cubicBezTo>
                  <a:cubicBezTo>
                    <a:pt x="49790" y="6868"/>
                    <a:pt x="42832" y="84"/>
                    <a:pt x="34059" y="84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4266E5E1-DA1B-A418-A9C2-9A3F8C5EA0F4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7971432" y="4920908"/>
              <a:ext cx="141885" cy="135683"/>
            </a:xfrm>
            <a:custGeom>
              <a:avLst/>
              <a:gdLst>
                <a:gd name="connsiteX0" fmla="*/ 179 w 141885"/>
                <a:gd name="connsiteY0" fmla="*/ 18372 h 135683"/>
                <a:gd name="connsiteX1" fmla="*/ 8347 w 141885"/>
                <a:gd name="connsiteY1" fmla="*/ 17192 h 135683"/>
                <a:gd name="connsiteX2" fmla="*/ 19540 w 141885"/>
                <a:gd name="connsiteY2" fmla="*/ 36070 h 135683"/>
                <a:gd name="connsiteX3" fmla="*/ 19540 w 141885"/>
                <a:gd name="connsiteY3" fmla="*/ 109221 h 135683"/>
                <a:gd name="connsiteX4" fmla="*/ 784 w 141885"/>
                <a:gd name="connsiteY4" fmla="*/ 131343 h 135683"/>
                <a:gd name="connsiteX5" fmla="*/ 784 w 141885"/>
                <a:gd name="connsiteY5" fmla="*/ 135767 h 135683"/>
                <a:gd name="connsiteX6" fmla="*/ 64919 w 141885"/>
                <a:gd name="connsiteY6" fmla="*/ 135767 h 135683"/>
                <a:gd name="connsiteX7" fmla="*/ 64919 w 141885"/>
                <a:gd name="connsiteY7" fmla="*/ 131343 h 135683"/>
                <a:gd name="connsiteX8" fmla="*/ 44953 w 141885"/>
                <a:gd name="connsiteY8" fmla="*/ 116005 h 135683"/>
                <a:gd name="connsiteX9" fmla="*/ 44953 w 141885"/>
                <a:gd name="connsiteY9" fmla="*/ 33120 h 135683"/>
                <a:gd name="connsiteX10" fmla="*/ 76113 w 141885"/>
                <a:gd name="connsiteY10" fmla="*/ 16307 h 135683"/>
                <a:gd name="connsiteX11" fmla="*/ 98197 w 141885"/>
                <a:gd name="connsiteY11" fmla="*/ 44919 h 135683"/>
                <a:gd name="connsiteX12" fmla="*/ 98197 w 141885"/>
                <a:gd name="connsiteY12" fmla="*/ 106566 h 135683"/>
                <a:gd name="connsiteX13" fmla="*/ 79138 w 141885"/>
                <a:gd name="connsiteY13" fmla="*/ 131343 h 135683"/>
                <a:gd name="connsiteX14" fmla="*/ 79138 w 141885"/>
                <a:gd name="connsiteY14" fmla="*/ 135767 h 135683"/>
                <a:gd name="connsiteX15" fmla="*/ 142064 w 141885"/>
                <a:gd name="connsiteY15" fmla="*/ 135767 h 135683"/>
                <a:gd name="connsiteX16" fmla="*/ 142064 w 141885"/>
                <a:gd name="connsiteY16" fmla="*/ 131343 h 135683"/>
                <a:gd name="connsiteX17" fmla="*/ 123610 w 141885"/>
                <a:gd name="connsiteY17" fmla="*/ 111875 h 135683"/>
                <a:gd name="connsiteX18" fmla="*/ 123610 w 141885"/>
                <a:gd name="connsiteY18" fmla="*/ 44329 h 135683"/>
                <a:gd name="connsiteX19" fmla="*/ 87911 w 141885"/>
                <a:gd name="connsiteY19" fmla="*/ 84 h 135683"/>
                <a:gd name="connsiteX20" fmla="*/ 44045 w 141885"/>
                <a:gd name="connsiteY20" fmla="*/ 23976 h 135683"/>
                <a:gd name="connsiteX21" fmla="*/ 44045 w 141885"/>
                <a:gd name="connsiteY21" fmla="*/ 674 h 135683"/>
                <a:gd name="connsiteX22" fmla="*/ 41927 w 141885"/>
                <a:gd name="connsiteY22" fmla="*/ 84 h 135683"/>
                <a:gd name="connsiteX23" fmla="*/ 179 w 141885"/>
                <a:gd name="connsiteY23" fmla="*/ 13357 h 135683"/>
                <a:gd name="connsiteX24" fmla="*/ 179 w 141885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885" h="135683">
                  <a:moveTo>
                    <a:pt x="179" y="18372"/>
                  </a:moveTo>
                  <a:cubicBezTo>
                    <a:pt x="1994" y="17487"/>
                    <a:pt x="5019" y="17192"/>
                    <a:pt x="8347" y="17192"/>
                  </a:cubicBezTo>
                  <a:cubicBezTo>
                    <a:pt x="16818" y="17192"/>
                    <a:pt x="19540" y="21616"/>
                    <a:pt x="19540" y="36070"/>
                  </a:cubicBezTo>
                  <a:lnTo>
                    <a:pt x="19540" y="109221"/>
                  </a:lnTo>
                  <a:cubicBezTo>
                    <a:pt x="19540" y="126033"/>
                    <a:pt x="16213" y="130163"/>
                    <a:pt x="784" y="131343"/>
                  </a:cubicBezTo>
                  <a:lnTo>
                    <a:pt x="784" y="135767"/>
                  </a:lnTo>
                  <a:lnTo>
                    <a:pt x="64919" y="135767"/>
                  </a:lnTo>
                  <a:lnTo>
                    <a:pt x="64919" y="131343"/>
                  </a:lnTo>
                  <a:cubicBezTo>
                    <a:pt x="49491" y="130163"/>
                    <a:pt x="44953" y="126623"/>
                    <a:pt x="44953" y="116005"/>
                  </a:cubicBezTo>
                  <a:lnTo>
                    <a:pt x="44953" y="33120"/>
                  </a:lnTo>
                  <a:cubicBezTo>
                    <a:pt x="59474" y="19847"/>
                    <a:pt x="66129" y="16307"/>
                    <a:pt x="76113" y="16307"/>
                  </a:cubicBezTo>
                  <a:cubicBezTo>
                    <a:pt x="90937" y="16307"/>
                    <a:pt x="98197" y="25451"/>
                    <a:pt x="98197" y="44919"/>
                  </a:cubicBezTo>
                  <a:lnTo>
                    <a:pt x="98197" y="106566"/>
                  </a:lnTo>
                  <a:cubicBezTo>
                    <a:pt x="98197" y="125149"/>
                    <a:pt x="94264" y="130163"/>
                    <a:pt x="79138" y="131343"/>
                  </a:cubicBezTo>
                  <a:lnTo>
                    <a:pt x="79138" y="135767"/>
                  </a:lnTo>
                  <a:lnTo>
                    <a:pt x="142064" y="135767"/>
                  </a:lnTo>
                  <a:lnTo>
                    <a:pt x="142064" y="131343"/>
                  </a:lnTo>
                  <a:cubicBezTo>
                    <a:pt x="127240" y="129868"/>
                    <a:pt x="123610" y="126328"/>
                    <a:pt x="123610" y="111875"/>
                  </a:cubicBezTo>
                  <a:lnTo>
                    <a:pt x="123610" y="44329"/>
                  </a:lnTo>
                  <a:cubicBezTo>
                    <a:pt x="123610" y="16602"/>
                    <a:pt x="110298" y="84"/>
                    <a:pt x="87911" y="84"/>
                  </a:cubicBezTo>
                  <a:cubicBezTo>
                    <a:pt x="73995" y="84"/>
                    <a:pt x="64617" y="5098"/>
                    <a:pt x="44045" y="23976"/>
                  </a:cubicBezTo>
                  <a:lnTo>
                    <a:pt x="44045" y="674"/>
                  </a:lnTo>
                  <a:lnTo>
                    <a:pt x="41927" y="84"/>
                  </a:lnTo>
                  <a:cubicBezTo>
                    <a:pt x="27104" y="5393"/>
                    <a:pt x="16818" y="8638"/>
                    <a:pt x="179" y="13357"/>
                  </a:cubicBezTo>
                  <a:lnTo>
                    <a:pt x="179" y="1837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71B8AE44-83A1-E8D2-535E-4D83DAB02049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8122355" y="4885807"/>
              <a:ext cx="80472" cy="173733"/>
            </a:xfrm>
            <a:custGeom>
              <a:avLst/>
              <a:gdLst>
                <a:gd name="connsiteX0" fmla="*/ 73395 w 80472"/>
                <a:gd name="connsiteY0" fmla="*/ 38134 h 173733"/>
                <a:gd name="connsiteX1" fmla="*/ 42840 w 80472"/>
                <a:gd name="connsiteY1" fmla="*/ 38134 h 173733"/>
                <a:gd name="connsiteX2" fmla="*/ 42840 w 80472"/>
                <a:gd name="connsiteY2" fmla="*/ 3919 h 173733"/>
                <a:gd name="connsiteX3" fmla="*/ 40722 w 80472"/>
                <a:gd name="connsiteY3" fmla="*/ 84 h 173733"/>
                <a:gd name="connsiteX4" fmla="*/ 34671 w 80472"/>
                <a:gd name="connsiteY4" fmla="*/ 8343 h 173733"/>
                <a:gd name="connsiteX5" fmla="*/ 5326 w 80472"/>
                <a:gd name="connsiteY5" fmla="*/ 39904 h 173733"/>
                <a:gd name="connsiteX6" fmla="*/ 183 w 80472"/>
                <a:gd name="connsiteY6" fmla="*/ 45508 h 173733"/>
                <a:gd name="connsiteX7" fmla="*/ 1394 w 80472"/>
                <a:gd name="connsiteY7" fmla="*/ 47573 h 173733"/>
                <a:gd name="connsiteX8" fmla="*/ 17427 w 80472"/>
                <a:gd name="connsiteY8" fmla="*/ 47573 h 173733"/>
                <a:gd name="connsiteX9" fmla="*/ 17427 w 80472"/>
                <a:gd name="connsiteY9" fmla="*/ 136357 h 173733"/>
                <a:gd name="connsiteX10" fmla="*/ 44352 w 80472"/>
                <a:gd name="connsiteY10" fmla="*/ 173817 h 173733"/>
                <a:gd name="connsiteX11" fmla="*/ 80656 w 80472"/>
                <a:gd name="connsiteY11" fmla="*/ 151400 h 173733"/>
                <a:gd name="connsiteX12" fmla="*/ 76723 w 80472"/>
                <a:gd name="connsiteY12" fmla="*/ 148156 h 173733"/>
                <a:gd name="connsiteX13" fmla="*/ 58571 w 80472"/>
                <a:gd name="connsiteY13" fmla="*/ 158479 h 173733"/>
                <a:gd name="connsiteX14" fmla="*/ 42840 w 80472"/>
                <a:gd name="connsiteY14" fmla="*/ 131933 h 173733"/>
                <a:gd name="connsiteX15" fmla="*/ 42840 w 80472"/>
                <a:gd name="connsiteY15" fmla="*/ 47573 h 173733"/>
                <a:gd name="connsiteX16" fmla="*/ 73395 w 80472"/>
                <a:gd name="connsiteY16" fmla="*/ 47573 h 173733"/>
                <a:gd name="connsiteX17" fmla="*/ 73395 w 80472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72" h="173733">
                  <a:moveTo>
                    <a:pt x="73395" y="38134"/>
                  </a:moveTo>
                  <a:lnTo>
                    <a:pt x="42840" y="38134"/>
                  </a:lnTo>
                  <a:lnTo>
                    <a:pt x="42840" y="3919"/>
                  </a:lnTo>
                  <a:cubicBezTo>
                    <a:pt x="42840" y="969"/>
                    <a:pt x="42537" y="84"/>
                    <a:pt x="40722" y="84"/>
                  </a:cubicBezTo>
                  <a:cubicBezTo>
                    <a:pt x="38604" y="2739"/>
                    <a:pt x="36789" y="5393"/>
                    <a:pt x="34671" y="8343"/>
                  </a:cubicBezTo>
                  <a:cubicBezTo>
                    <a:pt x="23175" y="24566"/>
                    <a:pt x="10167" y="38724"/>
                    <a:pt x="5326" y="39904"/>
                  </a:cubicBezTo>
                  <a:cubicBezTo>
                    <a:pt x="1999" y="41969"/>
                    <a:pt x="183" y="44034"/>
                    <a:pt x="183" y="45508"/>
                  </a:cubicBezTo>
                  <a:cubicBezTo>
                    <a:pt x="183" y="46393"/>
                    <a:pt x="486" y="46983"/>
                    <a:pt x="1394" y="47573"/>
                  </a:cubicBezTo>
                  <a:lnTo>
                    <a:pt x="17427" y="47573"/>
                  </a:lnTo>
                  <a:lnTo>
                    <a:pt x="17427" y="136357"/>
                  </a:lnTo>
                  <a:cubicBezTo>
                    <a:pt x="17427" y="161134"/>
                    <a:pt x="26503" y="173817"/>
                    <a:pt x="44352" y="173817"/>
                  </a:cubicBezTo>
                  <a:cubicBezTo>
                    <a:pt x="59176" y="173817"/>
                    <a:pt x="70672" y="166738"/>
                    <a:pt x="80656" y="151400"/>
                  </a:cubicBezTo>
                  <a:lnTo>
                    <a:pt x="76723" y="148156"/>
                  </a:lnTo>
                  <a:cubicBezTo>
                    <a:pt x="70370" y="155530"/>
                    <a:pt x="65227" y="158479"/>
                    <a:pt x="58571" y="158479"/>
                  </a:cubicBezTo>
                  <a:cubicBezTo>
                    <a:pt x="47378" y="158479"/>
                    <a:pt x="42840" y="150515"/>
                    <a:pt x="42840" y="131933"/>
                  </a:cubicBezTo>
                  <a:lnTo>
                    <a:pt x="42840" y="47573"/>
                  </a:lnTo>
                  <a:lnTo>
                    <a:pt x="73395" y="47573"/>
                  </a:lnTo>
                  <a:lnTo>
                    <a:pt x="73395" y="3813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003BEEC9-57FE-0457-C14D-D47AC8ECC73B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8210400" y="4920908"/>
              <a:ext cx="120708" cy="138632"/>
            </a:xfrm>
            <a:custGeom>
              <a:avLst/>
              <a:gdLst>
                <a:gd name="connsiteX0" fmla="*/ 116054 w 120708"/>
                <a:gd name="connsiteY0" fmla="*/ 87393 h 138632"/>
                <a:gd name="connsiteX1" fmla="*/ 69162 w 120708"/>
                <a:gd name="connsiteY1" fmla="*/ 118364 h 138632"/>
                <a:gd name="connsiteX2" fmla="*/ 30137 w 120708"/>
                <a:gd name="connsiteY2" fmla="*/ 92998 h 138632"/>
                <a:gd name="connsiteX3" fmla="*/ 21968 w 120708"/>
                <a:gd name="connsiteY3" fmla="*/ 54062 h 138632"/>
                <a:gd name="connsiteX4" fmla="*/ 115147 w 120708"/>
                <a:gd name="connsiteY4" fmla="*/ 54062 h 138632"/>
                <a:gd name="connsiteX5" fmla="*/ 102138 w 120708"/>
                <a:gd name="connsiteY5" fmla="*/ 16897 h 138632"/>
                <a:gd name="connsiteX6" fmla="*/ 63414 w 120708"/>
                <a:gd name="connsiteY6" fmla="*/ 84 h 138632"/>
                <a:gd name="connsiteX7" fmla="*/ 22573 w 120708"/>
                <a:gd name="connsiteY7" fmla="*/ 15422 h 138632"/>
                <a:gd name="connsiteX8" fmla="*/ 186 w 120708"/>
                <a:gd name="connsiteY8" fmla="*/ 72645 h 138632"/>
                <a:gd name="connsiteX9" fmla="*/ 56759 w 120708"/>
                <a:gd name="connsiteY9" fmla="*/ 138717 h 138632"/>
                <a:gd name="connsiteX10" fmla="*/ 120895 w 120708"/>
                <a:gd name="connsiteY10" fmla="*/ 89458 h 138632"/>
                <a:gd name="connsiteX11" fmla="*/ 116054 w 120708"/>
                <a:gd name="connsiteY11" fmla="*/ 87393 h 138632"/>
                <a:gd name="connsiteX12" fmla="*/ 22573 w 120708"/>
                <a:gd name="connsiteY12" fmla="*/ 44624 h 138632"/>
                <a:gd name="connsiteX13" fmla="*/ 54641 w 120708"/>
                <a:gd name="connsiteY13" fmla="*/ 10703 h 138632"/>
                <a:gd name="connsiteX14" fmla="*/ 84289 w 120708"/>
                <a:gd name="connsiteY14" fmla="*/ 44624 h 138632"/>
                <a:gd name="connsiteX15" fmla="*/ 22573 w 12070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08" h="138632">
                  <a:moveTo>
                    <a:pt x="116054" y="87393"/>
                  </a:moveTo>
                  <a:cubicBezTo>
                    <a:pt x="101533" y="109811"/>
                    <a:pt x="88524" y="118364"/>
                    <a:pt x="69162" y="118364"/>
                  </a:cubicBezTo>
                  <a:cubicBezTo>
                    <a:pt x="51918" y="118364"/>
                    <a:pt x="38910" y="109811"/>
                    <a:pt x="30137" y="92998"/>
                  </a:cubicBezTo>
                  <a:cubicBezTo>
                    <a:pt x="24691" y="81789"/>
                    <a:pt x="22573" y="72055"/>
                    <a:pt x="21968" y="54062"/>
                  </a:cubicBezTo>
                  <a:lnTo>
                    <a:pt x="115147" y="54062"/>
                  </a:lnTo>
                  <a:cubicBezTo>
                    <a:pt x="112726" y="34890"/>
                    <a:pt x="109701" y="26336"/>
                    <a:pt x="102138" y="16897"/>
                  </a:cubicBezTo>
                  <a:cubicBezTo>
                    <a:pt x="93062" y="6278"/>
                    <a:pt x="79146" y="84"/>
                    <a:pt x="63414" y="84"/>
                  </a:cubicBezTo>
                  <a:cubicBezTo>
                    <a:pt x="48288" y="84"/>
                    <a:pt x="34069" y="5393"/>
                    <a:pt x="22573" y="15422"/>
                  </a:cubicBezTo>
                  <a:cubicBezTo>
                    <a:pt x="8355" y="27516"/>
                    <a:pt x="186" y="48458"/>
                    <a:pt x="186" y="72645"/>
                  </a:cubicBezTo>
                  <a:cubicBezTo>
                    <a:pt x="186" y="113350"/>
                    <a:pt x="21968" y="138717"/>
                    <a:pt x="56759" y="138717"/>
                  </a:cubicBezTo>
                  <a:cubicBezTo>
                    <a:pt x="85499" y="138717"/>
                    <a:pt x="108188" y="121314"/>
                    <a:pt x="120895" y="89458"/>
                  </a:cubicBezTo>
                  <a:lnTo>
                    <a:pt x="116054" y="87393"/>
                  </a:lnTo>
                  <a:close/>
                  <a:moveTo>
                    <a:pt x="22573" y="44624"/>
                  </a:moveTo>
                  <a:cubicBezTo>
                    <a:pt x="25901" y="21616"/>
                    <a:pt x="36187" y="10703"/>
                    <a:pt x="54641" y="10703"/>
                  </a:cubicBezTo>
                  <a:cubicBezTo>
                    <a:pt x="73095" y="10703"/>
                    <a:pt x="80356" y="18962"/>
                    <a:pt x="84289" y="44624"/>
                  </a:cubicBezTo>
                  <a:lnTo>
                    <a:pt x="22573" y="4462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960DC7B2-60E8-20BD-DCDD-7E42D76E08CD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8339174" y="4920908"/>
              <a:ext cx="99833" cy="135683"/>
            </a:xfrm>
            <a:custGeom>
              <a:avLst/>
              <a:gdLst>
                <a:gd name="connsiteX0" fmla="*/ 796 w 99833"/>
                <a:gd name="connsiteY0" fmla="*/ 20732 h 135683"/>
                <a:gd name="connsiteX1" fmla="*/ 11384 w 99833"/>
                <a:gd name="connsiteY1" fmla="*/ 19552 h 135683"/>
                <a:gd name="connsiteX2" fmla="*/ 21670 w 99833"/>
                <a:gd name="connsiteY2" fmla="*/ 37249 h 135683"/>
                <a:gd name="connsiteX3" fmla="*/ 21670 w 99833"/>
                <a:gd name="connsiteY3" fmla="*/ 110990 h 135683"/>
                <a:gd name="connsiteX4" fmla="*/ 191 w 99833"/>
                <a:gd name="connsiteY4" fmla="*/ 131343 h 135683"/>
                <a:gd name="connsiteX5" fmla="*/ 191 w 99833"/>
                <a:gd name="connsiteY5" fmla="*/ 135767 h 135683"/>
                <a:gd name="connsiteX6" fmla="*/ 72797 w 99833"/>
                <a:gd name="connsiteY6" fmla="*/ 135767 h 135683"/>
                <a:gd name="connsiteX7" fmla="*/ 72797 w 99833"/>
                <a:gd name="connsiteY7" fmla="*/ 131343 h 135683"/>
                <a:gd name="connsiteX8" fmla="*/ 47082 w 99833"/>
                <a:gd name="connsiteY8" fmla="*/ 109221 h 135683"/>
                <a:gd name="connsiteX9" fmla="*/ 47082 w 99833"/>
                <a:gd name="connsiteY9" fmla="*/ 42854 h 135683"/>
                <a:gd name="connsiteX10" fmla="*/ 68259 w 99833"/>
                <a:gd name="connsiteY10" fmla="*/ 18667 h 135683"/>
                <a:gd name="connsiteX11" fmla="*/ 76125 w 99833"/>
                <a:gd name="connsiteY11" fmla="*/ 23091 h 135683"/>
                <a:gd name="connsiteX12" fmla="*/ 88226 w 99833"/>
                <a:gd name="connsiteY12" fmla="*/ 28991 h 135683"/>
                <a:gd name="connsiteX13" fmla="*/ 100024 w 99833"/>
                <a:gd name="connsiteY13" fmla="*/ 15717 h 135683"/>
                <a:gd name="connsiteX14" fmla="*/ 83385 w 99833"/>
                <a:gd name="connsiteY14" fmla="*/ 84 h 135683"/>
                <a:gd name="connsiteX15" fmla="*/ 47082 w 99833"/>
                <a:gd name="connsiteY15" fmla="*/ 27811 h 135683"/>
                <a:gd name="connsiteX16" fmla="*/ 47082 w 99833"/>
                <a:gd name="connsiteY16" fmla="*/ 674 h 135683"/>
                <a:gd name="connsiteX17" fmla="*/ 45570 w 99833"/>
                <a:gd name="connsiteY17" fmla="*/ 84 h 135683"/>
                <a:gd name="connsiteX18" fmla="*/ 796 w 99833"/>
                <a:gd name="connsiteY18" fmla="*/ 16012 h 135683"/>
                <a:gd name="connsiteX19" fmla="*/ 796 w 99833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833" h="135683">
                  <a:moveTo>
                    <a:pt x="796" y="20732"/>
                  </a:moveTo>
                  <a:cubicBezTo>
                    <a:pt x="5031" y="19847"/>
                    <a:pt x="7754" y="19552"/>
                    <a:pt x="11384" y="19552"/>
                  </a:cubicBezTo>
                  <a:cubicBezTo>
                    <a:pt x="18947" y="19552"/>
                    <a:pt x="21670" y="24271"/>
                    <a:pt x="21670" y="37249"/>
                  </a:cubicBezTo>
                  <a:lnTo>
                    <a:pt x="21670" y="110990"/>
                  </a:lnTo>
                  <a:cubicBezTo>
                    <a:pt x="21670" y="125739"/>
                    <a:pt x="19552" y="127803"/>
                    <a:pt x="191" y="131343"/>
                  </a:cubicBezTo>
                  <a:lnTo>
                    <a:pt x="191" y="135767"/>
                  </a:lnTo>
                  <a:lnTo>
                    <a:pt x="72797" y="135767"/>
                  </a:lnTo>
                  <a:lnTo>
                    <a:pt x="72797" y="131343"/>
                  </a:lnTo>
                  <a:cubicBezTo>
                    <a:pt x="52225" y="130458"/>
                    <a:pt x="47082" y="126033"/>
                    <a:pt x="47082" y="109221"/>
                  </a:cubicBezTo>
                  <a:lnTo>
                    <a:pt x="47082" y="42854"/>
                  </a:lnTo>
                  <a:cubicBezTo>
                    <a:pt x="47082" y="33415"/>
                    <a:pt x="60091" y="18667"/>
                    <a:pt x="68259" y="18667"/>
                  </a:cubicBezTo>
                  <a:cubicBezTo>
                    <a:pt x="70074" y="18667"/>
                    <a:pt x="72797" y="20142"/>
                    <a:pt x="76125" y="23091"/>
                  </a:cubicBezTo>
                  <a:cubicBezTo>
                    <a:pt x="80965" y="27221"/>
                    <a:pt x="84293" y="28991"/>
                    <a:pt x="88226" y="28991"/>
                  </a:cubicBezTo>
                  <a:cubicBezTo>
                    <a:pt x="95487" y="28991"/>
                    <a:pt x="100024" y="23976"/>
                    <a:pt x="100024" y="15717"/>
                  </a:cubicBezTo>
                  <a:cubicBezTo>
                    <a:pt x="100024" y="5983"/>
                    <a:pt x="93671" y="84"/>
                    <a:pt x="83385" y="84"/>
                  </a:cubicBezTo>
                  <a:cubicBezTo>
                    <a:pt x="70679" y="84"/>
                    <a:pt x="61906" y="6868"/>
                    <a:pt x="47082" y="27811"/>
                  </a:cubicBezTo>
                  <a:lnTo>
                    <a:pt x="47082" y="674"/>
                  </a:lnTo>
                  <a:lnTo>
                    <a:pt x="45570" y="84"/>
                  </a:lnTo>
                  <a:cubicBezTo>
                    <a:pt x="29536" y="6573"/>
                    <a:pt x="18645" y="10408"/>
                    <a:pt x="796" y="16012"/>
                  </a:cubicBezTo>
                  <a:lnTo>
                    <a:pt x="796" y="2073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E09BBE7F-6CC5-FF57-FEB9-2C57A5B07A23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8444527" y="4923858"/>
              <a:ext cx="138557" cy="136863"/>
            </a:xfrm>
            <a:custGeom>
              <a:avLst/>
              <a:gdLst>
                <a:gd name="connsiteX0" fmla="*/ 138751 w 138557"/>
                <a:gd name="connsiteY0" fmla="*/ 84 h 136863"/>
                <a:gd name="connsiteX1" fmla="*/ 96700 w 138557"/>
                <a:gd name="connsiteY1" fmla="*/ 84 h 136863"/>
                <a:gd name="connsiteX2" fmla="*/ 96700 w 138557"/>
                <a:gd name="connsiteY2" fmla="*/ 4509 h 136863"/>
                <a:gd name="connsiteX3" fmla="*/ 110919 w 138557"/>
                <a:gd name="connsiteY3" fmla="*/ 13947 h 136863"/>
                <a:gd name="connsiteX4" fmla="*/ 109104 w 138557"/>
                <a:gd name="connsiteY4" fmla="*/ 22796 h 136863"/>
                <a:gd name="connsiteX5" fmla="*/ 79154 w 138557"/>
                <a:gd name="connsiteY5" fmla="*/ 99192 h 136863"/>
                <a:gd name="connsiteX6" fmla="*/ 48296 w 138557"/>
                <a:gd name="connsiteY6" fmla="*/ 23681 h 136863"/>
                <a:gd name="connsiteX7" fmla="*/ 45573 w 138557"/>
                <a:gd name="connsiteY7" fmla="*/ 12768 h 136863"/>
                <a:gd name="connsiteX8" fmla="*/ 59489 w 138557"/>
                <a:gd name="connsiteY8" fmla="*/ 4509 h 136863"/>
                <a:gd name="connsiteX9" fmla="*/ 59489 w 138557"/>
                <a:gd name="connsiteY9" fmla="*/ 84 h 136863"/>
                <a:gd name="connsiteX10" fmla="*/ 194 w 138557"/>
                <a:gd name="connsiteY10" fmla="*/ 84 h 136863"/>
                <a:gd name="connsiteX11" fmla="*/ 194 w 138557"/>
                <a:gd name="connsiteY11" fmla="*/ 4509 h 136863"/>
                <a:gd name="connsiteX12" fmla="*/ 27724 w 138557"/>
                <a:gd name="connsiteY12" fmla="*/ 38429 h 136863"/>
                <a:gd name="connsiteX13" fmla="*/ 64027 w 138557"/>
                <a:gd name="connsiteY13" fmla="*/ 123084 h 136863"/>
                <a:gd name="connsiteX14" fmla="*/ 66448 w 138557"/>
                <a:gd name="connsiteY14" fmla="*/ 129278 h 136863"/>
                <a:gd name="connsiteX15" fmla="*/ 71893 w 138557"/>
                <a:gd name="connsiteY15" fmla="*/ 136947 h 136863"/>
                <a:gd name="connsiteX16" fmla="*/ 80364 w 138557"/>
                <a:gd name="connsiteY16" fmla="*/ 122199 h 136863"/>
                <a:gd name="connsiteX17" fmla="*/ 119087 w 138557"/>
                <a:gd name="connsiteY17" fmla="*/ 27516 h 136863"/>
                <a:gd name="connsiteX18" fmla="*/ 138751 w 138557"/>
                <a:gd name="connsiteY18" fmla="*/ 4509 h 136863"/>
                <a:gd name="connsiteX19" fmla="*/ 138751 w 138557"/>
                <a:gd name="connsiteY19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557" h="136863">
                  <a:moveTo>
                    <a:pt x="138751" y="84"/>
                  </a:moveTo>
                  <a:lnTo>
                    <a:pt x="96700" y="84"/>
                  </a:lnTo>
                  <a:lnTo>
                    <a:pt x="96700" y="4509"/>
                  </a:lnTo>
                  <a:cubicBezTo>
                    <a:pt x="106381" y="5393"/>
                    <a:pt x="110919" y="8343"/>
                    <a:pt x="110919" y="13947"/>
                  </a:cubicBezTo>
                  <a:cubicBezTo>
                    <a:pt x="110919" y="16897"/>
                    <a:pt x="110314" y="19847"/>
                    <a:pt x="109104" y="22796"/>
                  </a:cubicBezTo>
                  <a:lnTo>
                    <a:pt x="79154" y="99192"/>
                  </a:lnTo>
                  <a:lnTo>
                    <a:pt x="48296" y="23681"/>
                  </a:lnTo>
                  <a:cubicBezTo>
                    <a:pt x="46481" y="19552"/>
                    <a:pt x="45573" y="15422"/>
                    <a:pt x="45573" y="12768"/>
                  </a:cubicBezTo>
                  <a:cubicBezTo>
                    <a:pt x="45573" y="7458"/>
                    <a:pt x="48901" y="5393"/>
                    <a:pt x="59489" y="4509"/>
                  </a:cubicBezTo>
                  <a:lnTo>
                    <a:pt x="59489" y="84"/>
                  </a:lnTo>
                  <a:lnTo>
                    <a:pt x="194" y="84"/>
                  </a:lnTo>
                  <a:lnTo>
                    <a:pt x="194" y="4509"/>
                  </a:lnTo>
                  <a:cubicBezTo>
                    <a:pt x="11690" y="5099"/>
                    <a:pt x="13808" y="8048"/>
                    <a:pt x="27724" y="38429"/>
                  </a:cubicBezTo>
                  <a:lnTo>
                    <a:pt x="64027" y="123084"/>
                  </a:lnTo>
                  <a:cubicBezTo>
                    <a:pt x="64632" y="124854"/>
                    <a:pt x="65540" y="126918"/>
                    <a:pt x="66448" y="129278"/>
                  </a:cubicBezTo>
                  <a:cubicBezTo>
                    <a:pt x="68263" y="134587"/>
                    <a:pt x="70078" y="136947"/>
                    <a:pt x="71893" y="136947"/>
                  </a:cubicBezTo>
                  <a:cubicBezTo>
                    <a:pt x="73708" y="136947"/>
                    <a:pt x="75826" y="133113"/>
                    <a:pt x="80364" y="122199"/>
                  </a:cubicBezTo>
                  <a:lnTo>
                    <a:pt x="119087" y="27516"/>
                  </a:lnTo>
                  <a:cubicBezTo>
                    <a:pt x="127860" y="7458"/>
                    <a:pt x="129676" y="5393"/>
                    <a:pt x="138751" y="4509"/>
                  </a:cubicBezTo>
                  <a:lnTo>
                    <a:pt x="138751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8FCFE897-04CE-AD72-D24A-356D914EBBE8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8594212" y="4920908"/>
              <a:ext cx="122523" cy="138632"/>
            </a:xfrm>
            <a:custGeom>
              <a:avLst/>
              <a:gdLst>
                <a:gd name="connsiteX0" fmla="*/ 122722 w 122523"/>
                <a:gd name="connsiteY0" fmla="*/ 116300 h 138632"/>
                <a:gd name="connsiteX1" fmla="*/ 109411 w 122523"/>
                <a:gd name="connsiteY1" fmla="*/ 121904 h 138632"/>
                <a:gd name="connsiteX2" fmla="*/ 100335 w 122523"/>
                <a:gd name="connsiteY2" fmla="*/ 104796 h 138632"/>
                <a:gd name="connsiteX3" fmla="*/ 100335 w 122523"/>
                <a:gd name="connsiteY3" fmla="*/ 47278 h 138632"/>
                <a:gd name="connsiteX4" fmla="*/ 94285 w 122523"/>
                <a:gd name="connsiteY4" fmla="*/ 16307 h 138632"/>
                <a:gd name="connsiteX5" fmla="*/ 56771 w 122523"/>
                <a:gd name="connsiteY5" fmla="*/ 84 h 138632"/>
                <a:gd name="connsiteX6" fmla="*/ 5947 w 122523"/>
                <a:gd name="connsiteY6" fmla="*/ 33120 h 138632"/>
                <a:gd name="connsiteX7" fmla="*/ 18956 w 122523"/>
                <a:gd name="connsiteY7" fmla="*/ 45803 h 138632"/>
                <a:gd name="connsiteX8" fmla="*/ 32569 w 122523"/>
                <a:gd name="connsiteY8" fmla="*/ 33415 h 138632"/>
                <a:gd name="connsiteX9" fmla="*/ 31964 w 122523"/>
                <a:gd name="connsiteY9" fmla="*/ 28696 h 138632"/>
                <a:gd name="connsiteX10" fmla="*/ 31057 w 122523"/>
                <a:gd name="connsiteY10" fmla="*/ 21616 h 138632"/>
                <a:gd name="connsiteX11" fmla="*/ 52839 w 122523"/>
                <a:gd name="connsiteY11" fmla="*/ 7163 h 138632"/>
                <a:gd name="connsiteX12" fmla="*/ 75831 w 122523"/>
                <a:gd name="connsiteY12" fmla="*/ 31645 h 138632"/>
                <a:gd name="connsiteX13" fmla="*/ 75831 w 122523"/>
                <a:gd name="connsiteY13" fmla="*/ 49638 h 138632"/>
                <a:gd name="connsiteX14" fmla="*/ 11090 w 122523"/>
                <a:gd name="connsiteY14" fmla="*/ 81494 h 138632"/>
                <a:gd name="connsiteX15" fmla="*/ 199 w 122523"/>
                <a:gd name="connsiteY15" fmla="*/ 107156 h 138632"/>
                <a:gd name="connsiteX16" fmla="*/ 31964 w 122523"/>
                <a:gd name="connsiteY16" fmla="*/ 138717 h 138632"/>
                <a:gd name="connsiteX17" fmla="*/ 76133 w 122523"/>
                <a:gd name="connsiteY17" fmla="*/ 117185 h 138632"/>
                <a:gd name="connsiteX18" fmla="*/ 95495 w 122523"/>
                <a:gd name="connsiteY18" fmla="*/ 138717 h 138632"/>
                <a:gd name="connsiteX19" fmla="*/ 122722 w 122523"/>
                <a:gd name="connsiteY19" fmla="*/ 123969 h 138632"/>
                <a:gd name="connsiteX20" fmla="*/ 122722 w 122523"/>
                <a:gd name="connsiteY20" fmla="*/ 116300 h 138632"/>
                <a:gd name="connsiteX21" fmla="*/ 75831 w 122523"/>
                <a:gd name="connsiteY21" fmla="*/ 99487 h 138632"/>
                <a:gd name="connsiteX22" fmla="*/ 67965 w 122523"/>
                <a:gd name="connsiteY22" fmla="*/ 114825 h 138632"/>
                <a:gd name="connsiteX23" fmla="*/ 45880 w 122523"/>
                <a:gd name="connsiteY23" fmla="*/ 121609 h 138632"/>
                <a:gd name="connsiteX24" fmla="*/ 26821 w 122523"/>
                <a:gd name="connsiteY24" fmla="*/ 98897 h 138632"/>
                <a:gd name="connsiteX25" fmla="*/ 26821 w 122523"/>
                <a:gd name="connsiteY25" fmla="*/ 97717 h 138632"/>
                <a:gd name="connsiteX26" fmla="*/ 75831 w 122523"/>
                <a:gd name="connsiteY26" fmla="*/ 56717 h 138632"/>
                <a:gd name="connsiteX27" fmla="*/ 75831 w 122523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523" h="138632">
                  <a:moveTo>
                    <a:pt x="122722" y="116300"/>
                  </a:moveTo>
                  <a:cubicBezTo>
                    <a:pt x="117579" y="120429"/>
                    <a:pt x="113949" y="121904"/>
                    <a:pt x="109411" y="121904"/>
                  </a:cubicBezTo>
                  <a:cubicBezTo>
                    <a:pt x="102453" y="121904"/>
                    <a:pt x="100335" y="117775"/>
                    <a:pt x="100335" y="104796"/>
                  </a:cubicBezTo>
                  <a:lnTo>
                    <a:pt x="100335" y="47278"/>
                  </a:lnTo>
                  <a:cubicBezTo>
                    <a:pt x="100335" y="31940"/>
                    <a:pt x="98823" y="23386"/>
                    <a:pt x="94285" y="16307"/>
                  </a:cubicBezTo>
                  <a:cubicBezTo>
                    <a:pt x="87629" y="5688"/>
                    <a:pt x="74620" y="84"/>
                    <a:pt x="56771" y="84"/>
                  </a:cubicBezTo>
                  <a:cubicBezTo>
                    <a:pt x="28334" y="84"/>
                    <a:pt x="5947" y="14537"/>
                    <a:pt x="5947" y="33120"/>
                  </a:cubicBezTo>
                  <a:cubicBezTo>
                    <a:pt x="5947" y="39904"/>
                    <a:pt x="11997" y="45803"/>
                    <a:pt x="18956" y="45803"/>
                  </a:cubicBezTo>
                  <a:cubicBezTo>
                    <a:pt x="26216" y="45803"/>
                    <a:pt x="32569" y="39904"/>
                    <a:pt x="32569" y="33415"/>
                  </a:cubicBezTo>
                  <a:cubicBezTo>
                    <a:pt x="32569" y="32235"/>
                    <a:pt x="32267" y="30760"/>
                    <a:pt x="31964" y="28696"/>
                  </a:cubicBezTo>
                  <a:cubicBezTo>
                    <a:pt x="31359" y="26041"/>
                    <a:pt x="31057" y="23681"/>
                    <a:pt x="31057" y="21616"/>
                  </a:cubicBezTo>
                  <a:cubicBezTo>
                    <a:pt x="31057" y="13652"/>
                    <a:pt x="40737" y="7163"/>
                    <a:pt x="52839" y="7163"/>
                  </a:cubicBezTo>
                  <a:cubicBezTo>
                    <a:pt x="67662" y="7163"/>
                    <a:pt x="75831" y="15717"/>
                    <a:pt x="75831" y="31645"/>
                  </a:cubicBezTo>
                  <a:lnTo>
                    <a:pt x="75831" y="49638"/>
                  </a:lnTo>
                  <a:cubicBezTo>
                    <a:pt x="29241" y="67926"/>
                    <a:pt x="24098" y="70285"/>
                    <a:pt x="11090" y="81494"/>
                  </a:cubicBezTo>
                  <a:cubicBezTo>
                    <a:pt x="4434" y="87393"/>
                    <a:pt x="199" y="97422"/>
                    <a:pt x="199" y="107156"/>
                  </a:cubicBezTo>
                  <a:cubicBezTo>
                    <a:pt x="199" y="125739"/>
                    <a:pt x="13510" y="138717"/>
                    <a:pt x="31964" y="138717"/>
                  </a:cubicBezTo>
                  <a:cubicBezTo>
                    <a:pt x="45275" y="138717"/>
                    <a:pt x="57679" y="132523"/>
                    <a:pt x="76133" y="117185"/>
                  </a:cubicBezTo>
                  <a:cubicBezTo>
                    <a:pt x="77646" y="132523"/>
                    <a:pt x="83091" y="138717"/>
                    <a:pt x="95495" y="138717"/>
                  </a:cubicBezTo>
                  <a:cubicBezTo>
                    <a:pt x="105781" y="138717"/>
                    <a:pt x="112134" y="135177"/>
                    <a:pt x="122722" y="123969"/>
                  </a:cubicBezTo>
                  <a:lnTo>
                    <a:pt x="122722" y="116300"/>
                  </a:lnTo>
                  <a:close/>
                  <a:moveTo>
                    <a:pt x="75831" y="99487"/>
                  </a:moveTo>
                  <a:cubicBezTo>
                    <a:pt x="75831" y="108631"/>
                    <a:pt x="74318" y="111285"/>
                    <a:pt x="67965" y="114825"/>
                  </a:cubicBezTo>
                  <a:cubicBezTo>
                    <a:pt x="60704" y="118954"/>
                    <a:pt x="52233" y="121609"/>
                    <a:pt x="45880" y="121609"/>
                  </a:cubicBezTo>
                  <a:cubicBezTo>
                    <a:pt x="35292" y="121609"/>
                    <a:pt x="26821" y="111580"/>
                    <a:pt x="26821" y="98897"/>
                  </a:cubicBezTo>
                  <a:lnTo>
                    <a:pt x="26821" y="97717"/>
                  </a:lnTo>
                  <a:cubicBezTo>
                    <a:pt x="26821" y="80314"/>
                    <a:pt x="39225" y="69695"/>
                    <a:pt x="75831" y="56717"/>
                  </a:cubicBezTo>
                  <a:lnTo>
                    <a:pt x="75831" y="99487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A7F1D31D-1C7E-6F88-6862-365432E0AC81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8723590" y="4855131"/>
              <a:ext cx="72001" cy="201460"/>
            </a:xfrm>
            <a:custGeom>
              <a:avLst/>
              <a:gdLst>
                <a:gd name="connsiteX0" fmla="*/ 203 w 72001"/>
                <a:gd name="connsiteY0" fmla="*/ 17782 h 201460"/>
                <a:gd name="connsiteX1" fmla="*/ 2018 w 72001"/>
                <a:gd name="connsiteY1" fmla="*/ 17782 h 201460"/>
                <a:gd name="connsiteX2" fmla="*/ 11397 w 72001"/>
                <a:gd name="connsiteY2" fmla="*/ 17192 h 201460"/>
                <a:gd name="connsiteX3" fmla="*/ 24103 w 72001"/>
                <a:gd name="connsiteY3" fmla="*/ 35184 h 201460"/>
                <a:gd name="connsiteX4" fmla="*/ 24103 w 72001"/>
                <a:gd name="connsiteY4" fmla="*/ 175882 h 201460"/>
                <a:gd name="connsiteX5" fmla="*/ 808 w 72001"/>
                <a:gd name="connsiteY5" fmla="*/ 197119 h 201460"/>
                <a:gd name="connsiteX6" fmla="*/ 808 w 72001"/>
                <a:gd name="connsiteY6" fmla="*/ 201544 h 201460"/>
                <a:gd name="connsiteX7" fmla="*/ 72204 w 72001"/>
                <a:gd name="connsiteY7" fmla="*/ 201544 h 201460"/>
                <a:gd name="connsiteX8" fmla="*/ 72204 w 72001"/>
                <a:gd name="connsiteY8" fmla="*/ 197119 h 201460"/>
                <a:gd name="connsiteX9" fmla="*/ 49515 w 72001"/>
                <a:gd name="connsiteY9" fmla="*/ 176767 h 201460"/>
                <a:gd name="connsiteX10" fmla="*/ 49515 w 72001"/>
                <a:gd name="connsiteY10" fmla="*/ 674 h 201460"/>
                <a:gd name="connsiteX11" fmla="*/ 48305 w 72001"/>
                <a:gd name="connsiteY11" fmla="*/ 84 h 201460"/>
                <a:gd name="connsiteX12" fmla="*/ 203 w 72001"/>
                <a:gd name="connsiteY12" fmla="*/ 13062 h 201460"/>
                <a:gd name="connsiteX13" fmla="*/ 203 w 72001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01" h="201460">
                  <a:moveTo>
                    <a:pt x="203" y="17782"/>
                  </a:moveTo>
                  <a:lnTo>
                    <a:pt x="2018" y="17782"/>
                  </a:lnTo>
                  <a:cubicBezTo>
                    <a:pt x="5346" y="17487"/>
                    <a:pt x="8976" y="17192"/>
                    <a:pt x="11397" y="17192"/>
                  </a:cubicBezTo>
                  <a:cubicBezTo>
                    <a:pt x="21077" y="17192"/>
                    <a:pt x="24103" y="21321"/>
                    <a:pt x="24103" y="35184"/>
                  </a:cubicBezTo>
                  <a:lnTo>
                    <a:pt x="24103" y="175882"/>
                  </a:lnTo>
                  <a:cubicBezTo>
                    <a:pt x="24103" y="191810"/>
                    <a:pt x="19867" y="195645"/>
                    <a:pt x="808" y="197119"/>
                  </a:cubicBezTo>
                  <a:lnTo>
                    <a:pt x="808" y="201544"/>
                  </a:lnTo>
                  <a:lnTo>
                    <a:pt x="72204" y="201544"/>
                  </a:lnTo>
                  <a:lnTo>
                    <a:pt x="72204" y="197119"/>
                  </a:lnTo>
                  <a:cubicBezTo>
                    <a:pt x="53145" y="195940"/>
                    <a:pt x="49515" y="192990"/>
                    <a:pt x="49515" y="176767"/>
                  </a:cubicBezTo>
                  <a:lnTo>
                    <a:pt x="49515" y="674"/>
                  </a:lnTo>
                  <a:lnTo>
                    <a:pt x="48305" y="84"/>
                  </a:lnTo>
                  <a:cubicBezTo>
                    <a:pt x="32573" y="5098"/>
                    <a:pt x="21077" y="8048"/>
                    <a:pt x="203" y="13062"/>
                  </a:cubicBezTo>
                  <a:lnTo>
                    <a:pt x="203" y="1778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D632694B-BBC6-92DF-0917-1EB6519B2988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8817686" y="4921203"/>
              <a:ext cx="89850" cy="138337"/>
            </a:xfrm>
            <a:custGeom>
              <a:avLst/>
              <a:gdLst>
                <a:gd name="connsiteX0" fmla="*/ 80073 w 89850"/>
                <a:gd name="connsiteY0" fmla="*/ 42854 h 138337"/>
                <a:gd name="connsiteX1" fmla="*/ 78863 w 89850"/>
                <a:gd name="connsiteY1" fmla="*/ 2739 h 138337"/>
                <a:gd name="connsiteX2" fmla="*/ 75535 w 89850"/>
                <a:gd name="connsiteY2" fmla="*/ 2739 h 138337"/>
                <a:gd name="connsiteX3" fmla="*/ 74930 w 89850"/>
                <a:gd name="connsiteY3" fmla="*/ 3329 h 138337"/>
                <a:gd name="connsiteX4" fmla="*/ 70695 w 89850"/>
                <a:gd name="connsiteY4" fmla="*/ 5688 h 138337"/>
                <a:gd name="connsiteX5" fmla="*/ 62526 w 89850"/>
                <a:gd name="connsiteY5" fmla="*/ 3624 h 138337"/>
                <a:gd name="connsiteX6" fmla="*/ 41350 w 89850"/>
                <a:gd name="connsiteY6" fmla="*/ 84 h 138337"/>
                <a:gd name="connsiteX7" fmla="*/ 206 w 89850"/>
                <a:gd name="connsiteY7" fmla="*/ 36365 h 138337"/>
                <a:gd name="connsiteX8" fmla="*/ 35602 w 89850"/>
                <a:gd name="connsiteY8" fmla="*/ 78839 h 138337"/>
                <a:gd name="connsiteX9" fmla="*/ 53148 w 89850"/>
                <a:gd name="connsiteY9" fmla="*/ 88573 h 138337"/>
                <a:gd name="connsiteX10" fmla="*/ 68880 w 89850"/>
                <a:gd name="connsiteY10" fmla="*/ 110695 h 138337"/>
                <a:gd name="connsiteX11" fmla="*/ 43770 w 89850"/>
                <a:gd name="connsiteY11" fmla="*/ 131933 h 138337"/>
                <a:gd name="connsiteX12" fmla="*/ 18358 w 89850"/>
                <a:gd name="connsiteY12" fmla="*/ 121609 h 138337"/>
                <a:gd name="connsiteX13" fmla="*/ 5349 w 89850"/>
                <a:gd name="connsiteY13" fmla="*/ 90638 h 138337"/>
                <a:gd name="connsiteX14" fmla="*/ 509 w 89850"/>
                <a:gd name="connsiteY14" fmla="*/ 90638 h 138337"/>
                <a:gd name="connsiteX15" fmla="*/ 509 w 89850"/>
                <a:gd name="connsiteY15" fmla="*/ 136652 h 138337"/>
                <a:gd name="connsiteX16" fmla="*/ 4441 w 89850"/>
                <a:gd name="connsiteY16" fmla="*/ 136652 h 138337"/>
                <a:gd name="connsiteX17" fmla="*/ 11399 w 89850"/>
                <a:gd name="connsiteY17" fmla="*/ 133113 h 138337"/>
                <a:gd name="connsiteX18" fmla="*/ 25316 w 89850"/>
                <a:gd name="connsiteY18" fmla="*/ 135472 h 138337"/>
                <a:gd name="connsiteX19" fmla="*/ 47400 w 89850"/>
                <a:gd name="connsiteY19" fmla="*/ 138422 h 138337"/>
                <a:gd name="connsiteX20" fmla="*/ 90056 w 89850"/>
                <a:gd name="connsiteY20" fmla="*/ 100667 h 138337"/>
                <a:gd name="connsiteX21" fmla="*/ 64644 w 89850"/>
                <a:gd name="connsiteY21" fmla="*/ 65566 h 138337"/>
                <a:gd name="connsiteX22" fmla="*/ 31971 w 89850"/>
                <a:gd name="connsiteY22" fmla="*/ 46688 h 138337"/>
                <a:gd name="connsiteX23" fmla="*/ 18963 w 89850"/>
                <a:gd name="connsiteY23" fmla="*/ 26631 h 138337"/>
                <a:gd name="connsiteX24" fmla="*/ 42257 w 89850"/>
                <a:gd name="connsiteY24" fmla="*/ 6573 h 138337"/>
                <a:gd name="connsiteX25" fmla="*/ 75535 w 89850"/>
                <a:gd name="connsiteY25" fmla="*/ 42854 h 138337"/>
                <a:gd name="connsiteX26" fmla="*/ 80073 w 89850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50" h="138337">
                  <a:moveTo>
                    <a:pt x="80073" y="42854"/>
                  </a:moveTo>
                  <a:lnTo>
                    <a:pt x="78863" y="2739"/>
                  </a:lnTo>
                  <a:lnTo>
                    <a:pt x="75535" y="2739"/>
                  </a:lnTo>
                  <a:lnTo>
                    <a:pt x="74930" y="3329"/>
                  </a:lnTo>
                  <a:cubicBezTo>
                    <a:pt x="72207" y="5393"/>
                    <a:pt x="71905" y="5688"/>
                    <a:pt x="70695" y="5688"/>
                  </a:cubicBezTo>
                  <a:cubicBezTo>
                    <a:pt x="68880" y="5688"/>
                    <a:pt x="65854" y="5098"/>
                    <a:pt x="62526" y="3624"/>
                  </a:cubicBezTo>
                  <a:cubicBezTo>
                    <a:pt x="55871" y="1264"/>
                    <a:pt x="49215" y="84"/>
                    <a:pt x="41350" y="84"/>
                  </a:cubicBezTo>
                  <a:cubicBezTo>
                    <a:pt x="17450" y="84"/>
                    <a:pt x="206" y="15127"/>
                    <a:pt x="206" y="36365"/>
                  </a:cubicBezTo>
                  <a:cubicBezTo>
                    <a:pt x="206" y="52883"/>
                    <a:pt x="9887" y="64681"/>
                    <a:pt x="35602" y="78839"/>
                  </a:cubicBezTo>
                  <a:lnTo>
                    <a:pt x="53148" y="88573"/>
                  </a:lnTo>
                  <a:cubicBezTo>
                    <a:pt x="63737" y="94472"/>
                    <a:pt x="68880" y="101552"/>
                    <a:pt x="68880" y="110695"/>
                  </a:cubicBezTo>
                  <a:cubicBezTo>
                    <a:pt x="68880" y="123674"/>
                    <a:pt x="59199" y="131933"/>
                    <a:pt x="43770" y="131933"/>
                  </a:cubicBezTo>
                  <a:cubicBezTo>
                    <a:pt x="33484" y="131933"/>
                    <a:pt x="24106" y="128098"/>
                    <a:pt x="18358" y="121609"/>
                  </a:cubicBezTo>
                  <a:cubicBezTo>
                    <a:pt x="12004" y="114235"/>
                    <a:pt x="9282" y="107451"/>
                    <a:pt x="5349" y="90638"/>
                  </a:cubicBezTo>
                  <a:lnTo>
                    <a:pt x="509" y="90638"/>
                  </a:lnTo>
                  <a:lnTo>
                    <a:pt x="509" y="136652"/>
                  </a:lnTo>
                  <a:lnTo>
                    <a:pt x="4441" y="136652"/>
                  </a:lnTo>
                  <a:cubicBezTo>
                    <a:pt x="6559" y="133703"/>
                    <a:pt x="7769" y="133113"/>
                    <a:pt x="11399" y="133113"/>
                  </a:cubicBezTo>
                  <a:cubicBezTo>
                    <a:pt x="14122" y="133113"/>
                    <a:pt x="18358" y="133703"/>
                    <a:pt x="25316" y="135472"/>
                  </a:cubicBezTo>
                  <a:cubicBezTo>
                    <a:pt x="33786" y="137242"/>
                    <a:pt x="41955" y="138422"/>
                    <a:pt x="47400" y="138422"/>
                  </a:cubicBezTo>
                  <a:cubicBezTo>
                    <a:pt x="70695" y="138422"/>
                    <a:pt x="90056" y="121314"/>
                    <a:pt x="90056" y="100667"/>
                  </a:cubicBezTo>
                  <a:cubicBezTo>
                    <a:pt x="90056" y="85918"/>
                    <a:pt x="82796" y="76185"/>
                    <a:pt x="64644" y="65566"/>
                  </a:cubicBezTo>
                  <a:lnTo>
                    <a:pt x="31971" y="46688"/>
                  </a:lnTo>
                  <a:cubicBezTo>
                    <a:pt x="23501" y="41969"/>
                    <a:pt x="18963" y="34595"/>
                    <a:pt x="18963" y="26631"/>
                  </a:cubicBezTo>
                  <a:cubicBezTo>
                    <a:pt x="18963" y="14832"/>
                    <a:pt x="28341" y="6573"/>
                    <a:pt x="42257" y="6573"/>
                  </a:cubicBezTo>
                  <a:cubicBezTo>
                    <a:pt x="59501" y="6573"/>
                    <a:pt x="68577" y="16602"/>
                    <a:pt x="75535" y="42854"/>
                  </a:cubicBezTo>
                  <a:lnTo>
                    <a:pt x="80073" y="4285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14E55812-99A3-1078-45AC-DBA25B7D339F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9005067" y="4920908"/>
              <a:ext cx="133414" cy="138632"/>
            </a:xfrm>
            <a:custGeom>
              <a:avLst/>
              <a:gdLst>
                <a:gd name="connsiteX0" fmla="*/ 67071 w 133414"/>
                <a:gd name="connsiteY0" fmla="*/ 84 h 138632"/>
                <a:gd name="connsiteX1" fmla="*/ 212 w 133414"/>
                <a:gd name="connsiteY1" fmla="*/ 69106 h 138632"/>
                <a:gd name="connsiteX2" fmla="*/ 66466 w 133414"/>
                <a:gd name="connsiteY2" fmla="*/ 138717 h 138632"/>
                <a:gd name="connsiteX3" fmla="*/ 133627 w 133414"/>
                <a:gd name="connsiteY3" fmla="*/ 66746 h 138632"/>
                <a:gd name="connsiteX4" fmla="*/ 67071 w 133414"/>
                <a:gd name="connsiteY4" fmla="*/ 84 h 138632"/>
                <a:gd name="connsiteX5" fmla="*/ 63138 w 133414"/>
                <a:gd name="connsiteY5" fmla="*/ 8343 h 138632"/>
                <a:gd name="connsiteX6" fmla="*/ 106399 w 133414"/>
                <a:gd name="connsiteY6" fmla="*/ 77070 h 138632"/>
                <a:gd name="connsiteX7" fmla="*/ 70096 w 133414"/>
                <a:gd name="connsiteY7" fmla="*/ 130458 h 138632"/>
                <a:gd name="connsiteX8" fmla="*/ 40751 w 133414"/>
                <a:gd name="connsiteY8" fmla="*/ 111580 h 138632"/>
                <a:gd name="connsiteX9" fmla="*/ 27440 w 133414"/>
                <a:gd name="connsiteY9" fmla="*/ 54652 h 138632"/>
                <a:gd name="connsiteX10" fmla="*/ 63138 w 133414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14" h="138632">
                  <a:moveTo>
                    <a:pt x="67071" y="84"/>
                  </a:moveTo>
                  <a:cubicBezTo>
                    <a:pt x="27742" y="84"/>
                    <a:pt x="212" y="28401"/>
                    <a:pt x="212" y="69106"/>
                  </a:cubicBezTo>
                  <a:cubicBezTo>
                    <a:pt x="212" y="108926"/>
                    <a:pt x="28347" y="138717"/>
                    <a:pt x="66466" y="138717"/>
                  </a:cubicBezTo>
                  <a:cubicBezTo>
                    <a:pt x="104584" y="138717"/>
                    <a:pt x="133627" y="107451"/>
                    <a:pt x="133627" y="66746"/>
                  </a:cubicBezTo>
                  <a:cubicBezTo>
                    <a:pt x="133627" y="28106"/>
                    <a:pt x="105794" y="84"/>
                    <a:pt x="67071" y="84"/>
                  </a:cubicBezTo>
                  <a:close/>
                  <a:moveTo>
                    <a:pt x="63138" y="8343"/>
                  </a:moveTo>
                  <a:cubicBezTo>
                    <a:pt x="88550" y="8343"/>
                    <a:pt x="106399" y="36660"/>
                    <a:pt x="106399" y="77070"/>
                  </a:cubicBezTo>
                  <a:cubicBezTo>
                    <a:pt x="106399" y="110400"/>
                    <a:pt x="92786" y="130458"/>
                    <a:pt x="70096" y="130458"/>
                  </a:cubicBezTo>
                  <a:cubicBezTo>
                    <a:pt x="58298" y="130458"/>
                    <a:pt x="47104" y="123379"/>
                    <a:pt x="40751" y="111580"/>
                  </a:cubicBezTo>
                  <a:cubicBezTo>
                    <a:pt x="32280" y="96242"/>
                    <a:pt x="27440" y="75595"/>
                    <a:pt x="27440" y="54652"/>
                  </a:cubicBezTo>
                  <a:cubicBezTo>
                    <a:pt x="27440" y="26631"/>
                    <a:pt x="41659" y="8343"/>
                    <a:pt x="63138" y="8343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6C7DEA54-8052-FC6E-15FF-4AD201890CDD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9154175" y="4855131"/>
              <a:ext cx="109817" cy="201460"/>
            </a:xfrm>
            <a:custGeom>
              <a:avLst/>
              <a:gdLst>
                <a:gd name="connsiteX0" fmla="*/ 87648 w 109817"/>
                <a:gd name="connsiteY0" fmla="*/ 68810 h 201460"/>
                <a:gd name="connsiteX1" fmla="*/ 50437 w 109817"/>
                <a:gd name="connsiteY1" fmla="*/ 68810 h 201460"/>
                <a:gd name="connsiteX2" fmla="*/ 50437 w 109817"/>
                <a:gd name="connsiteY2" fmla="*/ 34595 h 201460"/>
                <a:gd name="connsiteX3" fmla="*/ 67681 w 109817"/>
                <a:gd name="connsiteY3" fmla="*/ 8343 h 201460"/>
                <a:gd name="connsiteX4" fmla="*/ 83715 w 109817"/>
                <a:gd name="connsiteY4" fmla="*/ 19846 h 201460"/>
                <a:gd name="connsiteX5" fmla="*/ 97328 w 109817"/>
                <a:gd name="connsiteY5" fmla="*/ 30465 h 201460"/>
                <a:gd name="connsiteX6" fmla="*/ 110035 w 109817"/>
                <a:gd name="connsiteY6" fmla="*/ 18372 h 201460"/>
                <a:gd name="connsiteX7" fmla="*/ 78572 w 109817"/>
                <a:gd name="connsiteY7" fmla="*/ 84 h 201460"/>
                <a:gd name="connsiteX8" fmla="*/ 35915 w 109817"/>
                <a:gd name="connsiteY8" fmla="*/ 21616 h 201460"/>
                <a:gd name="connsiteX9" fmla="*/ 25327 w 109817"/>
                <a:gd name="connsiteY9" fmla="*/ 68810 h 201460"/>
                <a:gd name="connsiteX10" fmla="*/ 520 w 109817"/>
                <a:gd name="connsiteY10" fmla="*/ 68810 h 201460"/>
                <a:gd name="connsiteX11" fmla="*/ 520 w 109817"/>
                <a:gd name="connsiteY11" fmla="*/ 78249 h 201460"/>
                <a:gd name="connsiteX12" fmla="*/ 25327 w 109817"/>
                <a:gd name="connsiteY12" fmla="*/ 78249 h 201460"/>
                <a:gd name="connsiteX13" fmla="*/ 25327 w 109817"/>
                <a:gd name="connsiteY13" fmla="*/ 170868 h 201460"/>
                <a:gd name="connsiteX14" fmla="*/ 217 w 109817"/>
                <a:gd name="connsiteY14" fmla="*/ 197119 h 201460"/>
                <a:gd name="connsiteX15" fmla="*/ 217 w 109817"/>
                <a:gd name="connsiteY15" fmla="*/ 201544 h 201460"/>
                <a:gd name="connsiteX16" fmla="*/ 78874 w 109817"/>
                <a:gd name="connsiteY16" fmla="*/ 201544 h 201460"/>
                <a:gd name="connsiteX17" fmla="*/ 78874 w 109817"/>
                <a:gd name="connsiteY17" fmla="*/ 197119 h 201460"/>
                <a:gd name="connsiteX18" fmla="*/ 50739 w 109817"/>
                <a:gd name="connsiteY18" fmla="*/ 170868 h 201460"/>
                <a:gd name="connsiteX19" fmla="*/ 50739 w 109817"/>
                <a:gd name="connsiteY19" fmla="*/ 78249 h 201460"/>
                <a:gd name="connsiteX20" fmla="*/ 87648 w 109817"/>
                <a:gd name="connsiteY20" fmla="*/ 78249 h 201460"/>
                <a:gd name="connsiteX21" fmla="*/ 87648 w 109817"/>
                <a:gd name="connsiteY21" fmla="*/ 6881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817" h="201460">
                  <a:moveTo>
                    <a:pt x="87648" y="68810"/>
                  </a:moveTo>
                  <a:lnTo>
                    <a:pt x="50437" y="68810"/>
                  </a:lnTo>
                  <a:lnTo>
                    <a:pt x="50437" y="34595"/>
                  </a:lnTo>
                  <a:cubicBezTo>
                    <a:pt x="50437" y="17487"/>
                    <a:pt x="56185" y="8343"/>
                    <a:pt x="67681" y="8343"/>
                  </a:cubicBezTo>
                  <a:cubicBezTo>
                    <a:pt x="74034" y="8343"/>
                    <a:pt x="78269" y="11292"/>
                    <a:pt x="83715" y="19846"/>
                  </a:cubicBezTo>
                  <a:cubicBezTo>
                    <a:pt x="88555" y="27515"/>
                    <a:pt x="92185" y="30465"/>
                    <a:pt x="97328" y="30465"/>
                  </a:cubicBezTo>
                  <a:cubicBezTo>
                    <a:pt x="104287" y="30465"/>
                    <a:pt x="110035" y="25156"/>
                    <a:pt x="110035" y="18372"/>
                  </a:cubicBezTo>
                  <a:cubicBezTo>
                    <a:pt x="110035" y="7753"/>
                    <a:pt x="96723" y="84"/>
                    <a:pt x="78572" y="84"/>
                  </a:cubicBezTo>
                  <a:cubicBezTo>
                    <a:pt x="59815" y="84"/>
                    <a:pt x="43781" y="8048"/>
                    <a:pt x="35915" y="21616"/>
                  </a:cubicBezTo>
                  <a:cubicBezTo>
                    <a:pt x="28050" y="34595"/>
                    <a:pt x="25630" y="45213"/>
                    <a:pt x="25327" y="68810"/>
                  </a:cubicBezTo>
                  <a:lnTo>
                    <a:pt x="520" y="68810"/>
                  </a:lnTo>
                  <a:lnTo>
                    <a:pt x="520" y="78249"/>
                  </a:lnTo>
                  <a:lnTo>
                    <a:pt x="25327" y="78249"/>
                  </a:lnTo>
                  <a:lnTo>
                    <a:pt x="25327" y="170868"/>
                  </a:lnTo>
                  <a:cubicBezTo>
                    <a:pt x="25327" y="192400"/>
                    <a:pt x="21999" y="195940"/>
                    <a:pt x="217" y="197119"/>
                  </a:cubicBezTo>
                  <a:lnTo>
                    <a:pt x="217" y="201544"/>
                  </a:lnTo>
                  <a:lnTo>
                    <a:pt x="78874" y="201544"/>
                  </a:lnTo>
                  <a:lnTo>
                    <a:pt x="78874" y="197119"/>
                  </a:lnTo>
                  <a:cubicBezTo>
                    <a:pt x="54067" y="196235"/>
                    <a:pt x="50739" y="192990"/>
                    <a:pt x="50739" y="170868"/>
                  </a:cubicBezTo>
                  <a:lnTo>
                    <a:pt x="50739" y="78249"/>
                  </a:lnTo>
                  <a:lnTo>
                    <a:pt x="87648" y="78249"/>
                  </a:lnTo>
                  <a:lnTo>
                    <a:pt x="87648" y="68810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485D9D80-1767-73E4-6A14-5153BAEF52DA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9360856" y="4835369"/>
              <a:ext cx="41446" cy="294963"/>
            </a:xfrm>
            <a:custGeom>
              <a:avLst/>
              <a:gdLst>
                <a:gd name="connsiteX0" fmla="*/ 41669 w 41446"/>
                <a:gd name="connsiteY0" fmla="*/ 295048 h 294963"/>
                <a:gd name="connsiteX1" fmla="*/ 41669 w 41446"/>
                <a:gd name="connsiteY1" fmla="*/ 283249 h 294963"/>
                <a:gd name="connsiteX2" fmla="*/ 12324 w 41446"/>
                <a:gd name="connsiteY2" fmla="*/ 283249 h 294963"/>
                <a:gd name="connsiteX3" fmla="*/ 12324 w 41446"/>
                <a:gd name="connsiteY3" fmla="*/ 11883 h 294963"/>
                <a:gd name="connsiteX4" fmla="*/ 41669 w 41446"/>
                <a:gd name="connsiteY4" fmla="*/ 11883 h 294963"/>
                <a:gd name="connsiteX5" fmla="*/ 41669 w 41446"/>
                <a:gd name="connsiteY5" fmla="*/ 84 h 294963"/>
                <a:gd name="connsiteX6" fmla="*/ 223 w 41446"/>
                <a:gd name="connsiteY6" fmla="*/ 84 h 294963"/>
                <a:gd name="connsiteX7" fmla="*/ 223 w 41446"/>
                <a:gd name="connsiteY7" fmla="*/ 295048 h 294963"/>
                <a:gd name="connsiteX8" fmla="*/ 41669 w 4144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669" y="295048"/>
                  </a:moveTo>
                  <a:lnTo>
                    <a:pt x="41669" y="283249"/>
                  </a:lnTo>
                  <a:lnTo>
                    <a:pt x="12324" y="283249"/>
                  </a:lnTo>
                  <a:lnTo>
                    <a:pt x="12324" y="11883"/>
                  </a:lnTo>
                  <a:lnTo>
                    <a:pt x="41669" y="11883"/>
                  </a:lnTo>
                  <a:lnTo>
                    <a:pt x="41669" y="84"/>
                  </a:lnTo>
                  <a:lnTo>
                    <a:pt x="223" y="84"/>
                  </a:lnTo>
                  <a:lnTo>
                    <a:pt x="223" y="295048"/>
                  </a:lnTo>
                  <a:lnTo>
                    <a:pt x="41669" y="295048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67898CFB-C378-0833-4396-C6235F56474D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9414412" y="4926512"/>
              <a:ext cx="138859" cy="133323"/>
            </a:xfrm>
            <a:custGeom>
              <a:avLst/>
              <a:gdLst>
                <a:gd name="connsiteX0" fmla="*/ 135455 w 138859"/>
                <a:gd name="connsiteY0" fmla="*/ 97717 h 133323"/>
                <a:gd name="connsiteX1" fmla="*/ 126985 w 138859"/>
                <a:gd name="connsiteY1" fmla="*/ 105976 h 133323"/>
                <a:gd name="connsiteX2" fmla="*/ 111253 w 138859"/>
                <a:gd name="connsiteY2" fmla="*/ 118070 h 133323"/>
                <a:gd name="connsiteX3" fmla="*/ 107018 w 138859"/>
                <a:gd name="connsiteY3" fmla="*/ 114235 h 133323"/>
                <a:gd name="connsiteX4" fmla="*/ 133943 w 138859"/>
                <a:gd name="connsiteY4" fmla="*/ 7163 h 133323"/>
                <a:gd name="connsiteX5" fmla="*/ 135758 w 138859"/>
                <a:gd name="connsiteY5" fmla="*/ 969 h 133323"/>
                <a:gd name="connsiteX6" fmla="*/ 133640 w 138859"/>
                <a:gd name="connsiteY6" fmla="*/ 84 h 133323"/>
                <a:gd name="connsiteX7" fmla="*/ 115186 w 138859"/>
                <a:gd name="connsiteY7" fmla="*/ 2149 h 133323"/>
                <a:gd name="connsiteX8" fmla="*/ 114279 w 138859"/>
                <a:gd name="connsiteY8" fmla="*/ 3034 h 133323"/>
                <a:gd name="connsiteX9" fmla="*/ 110951 w 138859"/>
                <a:gd name="connsiteY9" fmla="*/ 17192 h 133323"/>
                <a:gd name="connsiteX10" fmla="*/ 86749 w 138859"/>
                <a:gd name="connsiteY10" fmla="*/ 84 h 133323"/>
                <a:gd name="connsiteX11" fmla="*/ 226 w 138859"/>
                <a:gd name="connsiteY11" fmla="*/ 100667 h 133323"/>
                <a:gd name="connsiteX12" fmla="*/ 31084 w 138859"/>
                <a:gd name="connsiteY12" fmla="*/ 133408 h 133323"/>
                <a:gd name="connsiteX13" fmla="*/ 91892 w 138859"/>
                <a:gd name="connsiteY13" fmla="*/ 87098 h 133323"/>
                <a:gd name="connsiteX14" fmla="*/ 84933 w 138859"/>
                <a:gd name="connsiteY14" fmla="*/ 121019 h 133323"/>
                <a:gd name="connsiteX15" fmla="*/ 97035 w 138859"/>
                <a:gd name="connsiteY15" fmla="*/ 133113 h 133323"/>
                <a:gd name="connsiteX16" fmla="*/ 139086 w 138859"/>
                <a:gd name="connsiteY16" fmla="*/ 100667 h 133323"/>
                <a:gd name="connsiteX17" fmla="*/ 135455 w 138859"/>
                <a:gd name="connsiteY17" fmla="*/ 97717 h 133323"/>
                <a:gd name="connsiteX18" fmla="*/ 88564 w 138859"/>
                <a:gd name="connsiteY18" fmla="*/ 6573 h 133323"/>
                <a:gd name="connsiteX19" fmla="*/ 105505 w 138859"/>
                <a:gd name="connsiteY19" fmla="*/ 24566 h 133323"/>
                <a:gd name="connsiteX20" fmla="*/ 69505 w 138859"/>
                <a:gd name="connsiteY20" fmla="*/ 105976 h 133323"/>
                <a:gd name="connsiteX21" fmla="*/ 43185 w 138859"/>
                <a:gd name="connsiteY21" fmla="*/ 118954 h 133323"/>
                <a:gd name="connsiteX22" fmla="*/ 25638 w 138859"/>
                <a:gd name="connsiteY22" fmla="*/ 96832 h 133323"/>
                <a:gd name="connsiteX23" fmla="*/ 50143 w 138859"/>
                <a:gd name="connsiteY23" fmla="*/ 32235 h 133323"/>
                <a:gd name="connsiteX24" fmla="*/ 88564 w 138859"/>
                <a:gd name="connsiteY24" fmla="*/ 657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859" h="133323">
                  <a:moveTo>
                    <a:pt x="135455" y="97717"/>
                  </a:moveTo>
                  <a:cubicBezTo>
                    <a:pt x="130918" y="102142"/>
                    <a:pt x="129102" y="103616"/>
                    <a:pt x="126985" y="105976"/>
                  </a:cubicBezTo>
                  <a:cubicBezTo>
                    <a:pt x="117909" y="115120"/>
                    <a:pt x="113976" y="118070"/>
                    <a:pt x="111253" y="118070"/>
                  </a:cubicBezTo>
                  <a:cubicBezTo>
                    <a:pt x="108833" y="118070"/>
                    <a:pt x="107018" y="116300"/>
                    <a:pt x="107018" y="114235"/>
                  </a:cubicBezTo>
                  <a:cubicBezTo>
                    <a:pt x="107018" y="108336"/>
                    <a:pt x="119724" y="57897"/>
                    <a:pt x="133943" y="7163"/>
                  </a:cubicBezTo>
                  <a:cubicBezTo>
                    <a:pt x="134850" y="4214"/>
                    <a:pt x="135153" y="3624"/>
                    <a:pt x="135758" y="969"/>
                  </a:cubicBezTo>
                  <a:lnTo>
                    <a:pt x="133640" y="84"/>
                  </a:lnTo>
                  <a:lnTo>
                    <a:pt x="115186" y="2149"/>
                  </a:lnTo>
                  <a:lnTo>
                    <a:pt x="114279" y="3034"/>
                  </a:lnTo>
                  <a:lnTo>
                    <a:pt x="110951" y="17192"/>
                  </a:lnTo>
                  <a:cubicBezTo>
                    <a:pt x="108531" y="6278"/>
                    <a:pt x="99757" y="84"/>
                    <a:pt x="86749" y="84"/>
                  </a:cubicBezTo>
                  <a:cubicBezTo>
                    <a:pt x="46815" y="84"/>
                    <a:pt x="226" y="54062"/>
                    <a:pt x="226" y="100667"/>
                  </a:cubicBezTo>
                  <a:cubicBezTo>
                    <a:pt x="226" y="121314"/>
                    <a:pt x="11722" y="133408"/>
                    <a:pt x="31084" y="133408"/>
                  </a:cubicBezTo>
                  <a:cubicBezTo>
                    <a:pt x="52261" y="133408"/>
                    <a:pt x="65269" y="123674"/>
                    <a:pt x="91892" y="87098"/>
                  </a:cubicBezTo>
                  <a:cubicBezTo>
                    <a:pt x="85841" y="110106"/>
                    <a:pt x="84933" y="113940"/>
                    <a:pt x="84933" y="121019"/>
                  </a:cubicBezTo>
                  <a:cubicBezTo>
                    <a:pt x="84933" y="129573"/>
                    <a:pt x="88564" y="133113"/>
                    <a:pt x="97035" y="133113"/>
                  </a:cubicBezTo>
                  <a:cubicBezTo>
                    <a:pt x="109136" y="133113"/>
                    <a:pt x="116699" y="127508"/>
                    <a:pt x="139086" y="100667"/>
                  </a:cubicBezTo>
                  <a:lnTo>
                    <a:pt x="135455" y="97717"/>
                  </a:lnTo>
                  <a:close/>
                  <a:moveTo>
                    <a:pt x="88564" y="6573"/>
                  </a:moveTo>
                  <a:cubicBezTo>
                    <a:pt x="98850" y="7163"/>
                    <a:pt x="105505" y="14242"/>
                    <a:pt x="105505" y="24566"/>
                  </a:cubicBezTo>
                  <a:cubicBezTo>
                    <a:pt x="105505" y="49343"/>
                    <a:pt x="90379" y="84149"/>
                    <a:pt x="69505" y="105976"/>
                  </a:cubicBezTo>
                  <a:cubicBezTo>
                    <a:pt x="62244" y="113940"/>
                    <a:pt x="51958" y="118954"/>
                    <a:pt x="43185" y="118954"/>
                  </a:cubicBezTo>
                  <a:cubicBezTo>
                    <a:pt x="32596" y="118954"/>
                    <a:pt x="25638" y="110400"/>
                    <a:pt x="25638" y="96832"/>
                  </a:cubicBezTo>
                  <a:cubicBezTo>
                    <a:pt x="25638" y="80904"/>
                    <a:pt x="37134" y="50523"/>
                    <a:pt x="50143" y="32235"/>
                  </a:cubicBezTo>
                  <a:cubicBezTo>
                    <a:pt x="62244" y="15127"/>
                    <a:pt x="76463" y="5688"/>
                    <a:pt x="88564" y="6573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B51577FA-B5E3-CA0D-892A-C986AAFF8F67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9587117" y="5025325"/>
              <a:ext cx="35395" cy="88194"/>
            </a:xfrm>
            <a:custGeom>
              <a:avLst/>
              <a:gdLst>
                <a:gd name="connsiteX0" fmla="*/ 35626 w 35395"/>
                <a:gd name="connsiteY0" fmla="*/ 31056 h 88194"/>
                <a:gd name="connsiteX1" fmla="*/ 16265 w 35395"/>
                <a:gd name="connsiteY1" fmla="*/ 85 h 88194"/>
                <a:gd name="connsiteX2" fmla="*/ 231 w 35395"/>
                <a:gd name="connsiteY2" fmla="*/ 15718 h 88194"/>
                <a:gd name="connsiteX3" fmla="*/ 16265 w 35395"/>
                <a:gd name="connsiteY3" fmla="*/ 31351 h 88194"/>
                <a:gd name="connsiteX4" fmla="*/ 26853 w 35395"/>
                <a:gd name="connsiteY4" fmla="*/ 27516 h 88194"/>
                <a:gd name="connsiteX5" fmla="*/ 28366 w 35395"/>
                <a:gd name="connsiteY5" fmla="*/ 26631 h 88194"/>
                <a:gd name="connsiteX6" fmla="*/ 28971 w 35395"/>
                <a:gd name="connsiteY6" fmla="*/ 31056 h 88194"/>
                <a:gd name="connsiteX7" fmla="*/ 8399 w 35395"/>
                <a:gd name="connsiteY7" fmla="*/ 80315 h 88194"/>
                <a:gd name="connsiteX8" fmla="*/ 5071 w 35395"/>
                <a:gd name="connsiteY8" fmla="*/ 85034 h 88194"/>
                <a:gd name="connsiteX9" fmla="*/ 8096 w 35395"/>
                <a:gd name="connsiteY9" fmla="*/ 88279 h 88194"/>
                <a:gd name="connsiteX10" fmla="*/ 35626 w 35395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626" y="31056"/>
                  </a:moveTo>
                  <a:cubicBezTo>
                    <a:pt x="35626" y="11588"/>
                    <a:pt x="28063" y="85"/>
                    <a:pt x="16265" y="85"/>
                  </a:cubicBezTo>
                  <a:cubicBezTo>
                    <a:pt x="6281" y="85"/>
                    <a:pt x="231" y="7459"/>
                    <a:pt x="231" y="15718"/>
                  </a:cubicBezTo>
                  <a:cubicBezTo>
                    <a:pt x="231" y="23682"/>
                    <a:pt x="6281" y="31351"/>
                    <a:pt x="16265" y="31351"/>
                  </a:cubicBezTo>
                  <a:cubicBezTo>
                    <a:pt x="19895" y="31351"/>
                    <a:pt x="23828" y="30171"/>
                    <a:pt x="26853" y="27516"/>
                  </a:cubicBezTo>
                  <a:cubicBezTo>
                    <a:pt x="27761" y="26926"/>
                    <a:pt x="28063" y="26631"/>
                    <a:pt x="28366" y="26631"/>
                  </a:cubicBezTo>
                  <a:cubicBezTo>
                    <a:pt x="28668" y="26631"/>
                    <a:pt x="28971" y="26926"/>
                    <a:pt x="28971" y="31056"/>
                  </a:cubicBezTo>
                  <a:cubicBezTo>
                    <a:pt x="28971" y="52883"/>
                    <a:pt x="18382" y="70581"/>
                    <a:pt x="8399" y="80315"/>
                  </a:cubicBezTo>
                  <a:cubicBezTo>
                    <a:pt x="5071" y="83559"/>
                    <a:pt x="5071" y="84149"/>
                    <a:pt x="5071" y="85034"/>
                  </a:cubicBezTo>
                  <a:cubicBezTo>
                    <a:pt x="5071" y="87099"/>
                    <a:pt x="6584" y="88279"/>
                    <a:pt x="8096" y="88279"/>
                  </a:cubicBezTo>
                  <a:cubicBezTo>
                    <a:pt x="11424" y="88279"/>
                    <a:pt x="35626" y="65567"/>
                    <a:pt x="35626" y="3105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AF50782C-29B7-C87E-A295-83E76B5FF89B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9685908" y="4855131"/>
              <a:ext cx="136137" cy="204704"/>
            </a:xfrm>
            <a:custGeom>
              <a:avLst/>
              <a:gdLst>
                <a:gd name="connsiteX0" fmla="*/ 26555 w 136137"/>
                <a:gd name="connsiteY0" fmla="*/ 11882 h 204704"/>
                <a:gd name="connsiteX1" fmla="*/ 46219 w 136137"/>
                <a:gd name="connsiteY1" fmla="*/ 19846 h 204704"/>
                <a:gd name="connsiteX2" fmla="*/ 43496 w 136137"/>
                <a:gd name="connsiteY2" fmla="*/ 32530 h 204704"/>
                <a:gd name="connsiteX3" fmla="*/ 41984 w 136137"/>
                <a:gd name="connsiteY3" fmla="*/ 38134 h 204704"/>
                <a:gd name="connsiteX4" fmla="*/ 41378 w 136137"/>
                <a:gd name="connsiteY4" fmla="*/ 40199 h 204704"/>
                <a:gd name="connsiteX5" fmla="*/ 235 w 136137"/>
                <a:gd name="connsiteY5" fmla="*/ 187976 h 204704"/>
                <a:gd name="connsiteX6" fmla="*/ 235 w 136137"/>
                <a:gd name="connsiteY6" fmla="*/ 189155 h 204704"/>
                <a:gd name="connsiteX7" fmla="*/ 40471 w 136137"/>
                <a:gd name="connsiteY7" fmla="*/ 204789 h 204704"/>
                <a:gd name="connsiteX8" fmla="*/ 136372 w 136137"/>
                <a:gd name="connsiteY8" fmla="*/ 106861 h 204704"/>
                <a:gd name="connsiteX9" fmla="*/ 101279 w 136137"/>
                <a:gd name="connsiteY9" fmla="*/ 71465 h 204704"/>
                <a:gd name="connsiteX10" fmla="*/ 42891 w 136137"/>
                <a:gd name="connsiteY10" fmla="*/ 116005 h 204704"/>
                <a:gd name="connsiteX11" fmla="*/ 74354 w 136137"/>
                <a:gd name="connsiteY11" fmla="*/ 1559 h 204704"/>
                <a:gd name="connsiteX12" fmla="*/ 72841 w 136137"/>
                <a:gd name="connsiteY12" fmla="*/ 84 h 204704"/>
                <a:gd name="connsiteX13" fmla="*/ 26555 w 136137"/>
                <a:gd name="connsiteY13" fmla="*/ 6868 h 204704"/>
                <a:gd name="connsiteX14" fmla="*/ 26555 w 136137"/>
                <a:gd name="connsiteY14" fmla="*/ 11882 h 204704"/>
                <a:gd name="connsiteX15" fmla="*/ 89480 w 136137"/>
                <a:gd name="connsiteY15" fmla="*/ 85918 h 204704"/>
                <a:gd name="connsiteX16" fmla="*/ 110657 w 136137"/>
                <a:gd name="connsiteY16" fmla="*/ 111285 h 204704"/>
                <a:gd name="connsiteX17" fmla="*/ 77379 w 136137"/>
                <a:gd name="connsiteY17" fmla="*/ 180602 h 204704"/>
                <a:gd name="connsiteX18" fmla="*/ 40168 w 136137"/>
                <a:gd name="connsiteY18" fmla="*/ 198004 h 204704"/>
                <a:gd name="connsiteX19" fmla="*/ 26252 w 136137"/>
                <a:gd name="connsiteY19" fmla="*/ 187976 h 204704"/>
                <a:gd name="connsiteX20" fmla="*/ 48034 w 136137"/>
                <a:gd name="connsiteY20" fmla="*/ 119839 h 204704"/>
                <a:gd name="connsiteX21" fmla="*/ 89480 w 136137"/>
                <a:gd name="connsiteY21" fmla="*/ 85918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137" h="204704">
                  <a:moveTo>
                    <a:pt x="26555" y="11882"/>
                  </a:moveTo>
                  <a:cubicBezTo>
                    <a:pt x="44404" y="12472"/>
                    <a:pt x="46219" y="13357"/>
                    <a:pt x="46219" y="19846"/>
                  </a:cubicBezTo>
                  <a:cubicBezTo>
                    <a:pt x="46219" y="22501"/>
                    <a:pt x="45311" y="26041"/>
                    <a:pt x="43496" y="32530"/>
                  </a:cubicBezTo>
                  <a:cubicBezTo>
                    <a:pt x="42891" y="34595"/>
                    <a:pt x="42286" y="36659"/>
                    <a:pt x="41984" y="38134"/>
                  </a:cubicBezTo>
                  <a:lnTo>
                    <a:pt x="41378" y="40199"/>
                  </a:lnTo>
                  <a:lnTo>
                    <a:pt x="235" y="187976"/>
                  </a:lnTo>
                  <a:lnTo>
                    <a:pt x="235" y="189155"/>
                  </a:lnTo>
                  <a:cubicBezTo>
                    <a:pt x="235" y="195940"/>
                    <a:pt x="23529" y="204789"/>
                    <a:pt x="40471" y="204789"/>
                  </a:cubicBezTo>
                  <a:cubicBezTo>
                    <a:pt x="86152" y="204789"/>
                    <a:pt x="136372" y="153170"/>
                    <a:pt x="136372" y="106861"/>
                  </a:cubicBezTo>
                  <a:cubicBezTo>
                    <a:pt x="136372" y="86213"/>
                    <a:pt x="121548" y="71465"/>
                    <a:pt x="101279" y="71465"/>
                  </a:cubicBezTo>
                  <a:cubicBezTo>
                    <a:pt x="80102" y="71465"/>
                    <a:pt x="64370" y="83559"/>
                    <a:pt x="42891" y="116005"/>
                  </a:cubicBezTo>
                  <a:cubicBezTo>
                    <a:pt x="58622" y="59961"/>
                    <a:pt x="60740" y="51997"/>
                    <a:pt x="74354" y="1559"/>
                  </a:cubicBezTo>
                  <a:lnTo>
                    <a:pt x="72841" y="84"/>
                  </a:lnTo>
                  <a:cubicBezTo>
                    <a:pt x="57715" y="2739"/>
                    <a:pt x="46824" y="4508"/>
                    <a:pt x="26555" y="6868"/>
                  </a:cubicBezTo>
                  <a:lnTo>
                    <a:pt x="26555" y="11882"/>
                  </a:lnTo>
                  <a:close/>
                  <a:moveTo>
                    <a:pt x="89480" y="85918"/>
                  </a:moveTo>
                  <a:cubicBezTo>
                    <a:pt x="102489" y="85918"/>
                    <a:pt x="110657" y="95652"/>
                    <a:pt x="110657" y="111285"/>
                  </a:cubicBezTo>
                  <a:cubicBezTo>
                    <a:pt x="110657" y="130753"/>
                    <a:pt x="95228" y="162314"/>
                    <a:pt x="77379" y="180602"/>
                  </a:cubicBezTo>
                  <a:cubicBezTo>
                    <a:pt x="66186" y="191810"/>
                    <a:pt x="53177" y="198004"/>
                    <a:pt x="40168" y="198004"/>
                  </a:cubicBezTo>
                  <a:cubicBezTo>
                    <a:pt x="30790" y="198004"/>
                    <a:pt x="26252" y="194760"/>
                    <a:pt x="26252" y="187976"/>
                  </a:cubicBezTo>
                  <a:cubicBezTo>
                    <a:pt x="26252" y="170278"/>
                    <a:pt x="35328" y="141666"/>
                    <a:pt x="48034" y="119839"/>
                  </a:cubicBezTo>
                  <a:cubicBezTo>
                    <a:pt x="61345" y="97127"/>
                    <a:pt x="74959" y="85918"/>
                    <a:pt x="89480" y="85918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699CDA0F-4E77-639D-C969-EF1389E9A1F0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9837436" y="4835369"/>
              <a:ext cx="41446" cy="294963"/>
            </a:xfrm>
            <a:custGeom>
              <a:avLst/>
              <a:gdLst>
                <a:gd name="connsiteX0" fmla="*/ 41686 w 41446"/>
                <a:gd name="connsiteY0" fmla="*/ 84 h 294963"/>
                <a:gd name="connsiteX1" fmla="*/ 239 w 41446"/>
                <a:gd name="connsiteY1" fmla="*/ 84 h 294963"/>
                <a:gd name="connsiteX2" fmla="*/ 239 w 41446"/>
                <a:gd name="connsiteY2" fmla="*/ 11883 h 294963"/>
                <a:gd name="connsiteX3" fmla="*/ 29585 w 41446"/>
                <a:gd name="connsiteY3" fmla="*/ 11883 h 294963"/>
                <a:gd name="connsiteX4" fmla="*/ 29585 w 41446"/>
                <a:gd name="connsiteY4" fmla="*/ 283249 h 294963"/>
                <a:gd name="connsiteX5" fmla="*/ 239 w 41446"/>
                <a:gd name="connsiteY5" fmla="*/ 283249 h 294963"/>
                <a:gd name="connsiteX6" fmla="*/ 239 w 41446"/>
                <a:gd name="connsiteY6" fmla="*/ 295048 h 294963"/>
                <a:gd name="connsiteX7" fmla="*/ 41686 w 41446"/>
                <a:gd name="connsiteY7" fmla="*/ 295048 h 294963"/>
                <a:gd name="connsiteX8" fmla="*/ 41686 w 4144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686" y="84"/>
                  </a:moveTo>
                  <a:lnTo>
                    <a:pt x="239" y="84"/>
                  </a:lnTo>
                  <a:lnTo>
                    <a:pt x="239" y="11883"/>
                  </a:lnTo>
                  <a:lnTo>
                    <a:pt x="29585" y="11883"/>
                  </a:lnTo>
                  <a:lnTo>
                    <a:pt x="29585" y="283249"/>
                  </a:lnTo>
                  <a:lnTo>
                    <a:pt x="239" y="283249"/>
                  </a:lnTo>
                  <a:lnTo>
                    <a:pt x="239" y="295048"/>
                  </a:lnTo>
                  <a:lnTo>
                    <a:pt x="41686" y="295048"/>
                  </a:lnTo>
                  <a:lnTo>
                    <a:pt x="41686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89CC52A0-6F92-D4FB-8686-136B9E93093D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0006871" y="4921203"/>
              <a:ext cx="33580" cy="138632"/>
            </a:xfrm>
            <a:custGeom>
              <a:avLst/>
              <a:gdLst>
                <a:gd name="connsiteX0" fmla="*/ 16883 w 33580"/>
                <a:gd name="connsiteY0" fmla="*/ 84 h 138632"/>
                <a:gd name="connsiteX1" fmla="*/ 245 w 33580"/>
                <a:gd name="connsiteY1" fmla="*/ 16897 h 138632"/>
                <a:gd name="connsiteX2" fmla="*/ 16581 w 33580"/>
                <a:gd name="connsiteY2" fmla="*/ 32825 h 138632"/>
                <a:gd name="connsiteX3" fmla="*/ 33825 w 33580"/>
                <a:gd name="connsiteY3" fmla="*/ 16897 h 138632"/>
                <a:gd name="connsiteX4" fmla="*/ 16883 w 33580"/>
                <a:gd name="connsiteY4" fmla="*/ 84 h 138632"/>
                <a:gd name="connsiteX5" fmla="*/ 16883 w 33580"/>
                <a:gd name="connsiteY5" fmla="*/ 105976 h 138632"/>
                <a:gd name="connsiteX6" fmla="*/ 245 w 33580"/>
                <a:gd name="connsiteY6" fmla="*/ 122789 h 138632"/>
                <a:gd name="connsiteX7" fmla="*/ 16581 w 33580"/>
                <a:gd name="connsiteY7" fmla="*/ 138717 h 138632"/>
                <a:gd name="connsiteX8" fmla="*/ 33825 w 33580"/>
                <a:gd name="connsiteY8" fmla="*/ 122789 h 138632"/>
                <a:gd name="connsiteX9" fmla="*/ 16883 w 33580"/>
                <a:gd name="connsiteY9" fmla="*/ 105976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80" h="138632">
                  <a:moveTo>
                    <a:pt x="16883" y="84"/>
                  </a:moveTo>
                  <a:cubicBezTo>
                    <a:pt x="7808" y="84"/>
                    <a:pt x="245" y="7753"/>
                    <a:pt x="245" y="16897"/>
                  </a:cubicBezTo>
                  <a:cubicBezTo>
                    <a:pt x="245" y="25451"/>
                    <a:pt x="7808" y="32825"/>
                    <a:pt x="16581" y="32825"/>
                  </a:cubicBezTo>
                  <a:cubicBezTo>
                    <a:pt x="25959" y="32825"/>
                    <a:pt x="33825" y="25451"/>
                    <a:pt x="33825" y="16897"/>
                  </a:cubicBezTo>
                  <a:cubicBezTo>
                    <a:pt x="33825" y="7753"/>
                    <a:pt x="25959" y="84"/>
                    <a:pt x="16883" y="84"/>
                  </a:cubicBezTo>
                  <a:close/>
                  <a:moveTo>
                    <a:pt x="16883" y="105976"/>
                  </a:moveTo>
                  <a:cubicBezTo>
                    <a:pt x="7808" y="105976"/>
                    <a:pt x="245" y="113645"/>
                    <a:pt x="245" y="122789"/>
                  </a:cubicBezTo>
                  <a:cubicBezTo>
                    <a:pt x="245" y="131343"/>
                    <a:pt x="7808" y="138717"/>
                    <a:pt x="16581" y="138717"/>
                  </a:cubicBezTo>
                  <a:cubicBezTo>
                    <a:pt x="25959" y="138717"/>
                    <a:pt x="33825" y="131343"/>
                    <a:pt x="33825" y="122789"/>
                  </a:cubicBezTo>
                  <a:cubicBezTo>
                    <a:pt x="33825" y="113645"/>
                    <a:pt x="25959" y="105976"/>
                    <a:pt x="16883" y="10597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3411E0FB-61A7-094F-AD47-10FC32B409B3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10237437" y="4835369"/>
              <a:ext cx="41446" cy="294963"/>
            </a:xfrm>
            <a:custGeom>
              <a:avLst/>
              <a:gdLst>
                <a:gd name="connsiteX0" fmla="*/ 41698 w 41446"/>
                <a:gd name="connsiteY0" fmla="*/ 295048 h 294963"/>
                <a:gd name="connsiteX1" fmla="*/ 41698 w 41446"/>
                <a:gd name="connsiteY1" fmla="*/ 283249 h 294963"/>
                <a:gd name="connsiteX2" fmla="*/ 12353 w 41446"/>
                <a:gd name="connsiteY2" fmla="*/ 283249 h 294963"/>
                <a:gd name="connsiteX3" fmla="*/ 12353 w 41446"/>
                <a:gd name="connsiteY3" fmla="*/ 11883 h 294963"/>
                <a:gd name="connsiteX4" fmla="*/ 41698 w 41446"/>
                <a:gd name="connsiteY4" fmla="*/ 11883 h 294963"/>
                <a:gd name="connsiteX5" fmla="*/ 41698 w 41446"/>
                <a:gd name="connsiteY5" fmla="*/ 84 h 294963"/>
                <a:gd name="connsiteX6" fmla="*/ 252 w 41446"/>
                <a:gd name="connsiteY6" fmla="*/ 84 h 294963"/>
                <a:gd name="connsiteX7" fmla="*/ 252 w 41446"/>
                <a:gd name="connsiteY7" fmla="*/ 295048 h 294963"/>
                <a:gd name="connsiteX8" fmla="*/ 41698 w 4144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698" y="295048"/>
                  </a:moveTo>
                  <a:lnTo>
                    <a:pt x="41698" y="283249"/>
                  </a:lnTo>
                  <a:lnTo>
                    <a:pt x="12353" y="283249"/>
                  </a:lnTo>
                  <a:lnTo>
                    <a:pt x="12353" y="11883"/>
                  </a:lnTo>
                  <a:lnTo>
                    <a:pt x="41698" y="11883"/>
                  </a:lnTo>
                  <a:lnTo>
                    <a:pt x="41698" y="84"/>
                  </a:lnTo>
                  <a:lnTo>
                    <a:pt x="252" y="84"/>
                  </a:lnTo>
                  <a:lnTo>
                    <a:pt x="252" y="295048"/>
                  </a:lnTo>
                  <a:lnTo>
                    <a:pt x="41698" y="295048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A8A73826-E26B-4E91-4A62-7B7844885179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10277681" y="4926512"/>
              <a:ext cx="143397" cy="133323"/>
            </a:xfrm>
            <a:custGeom>
              <a:avLst/>
              <a:gdLst>
                <a:gd name="connsiteX0" fmla="*/ 130039 w 143397"/>
                <a:gd name="connsiteY0" fmla="*/ 97422 h 133323"/>
                <a:gd name="connsiteX1" fmla="*/ 123383 w 143397"/>
                <a:gd name="connsiteY1" fmla="*/ 105386 h 133323"/>
                <a:gd name="connsiteX2" fmla="*/ 109467 w 143397"/>
                <a:gd name="connsiteY2" fmla="*/ 117185 h 133323"/>
                <a:gd name="connsiteX3" fmla="*/ 100089 w 143397"/>
                <a:gd name="connsiteY3" fmla="*/ 105091 h 133323"/>
                <a:gd name="connsiteX4" fmla="*/ 98878 w 143397"/>
                <a:gd name="connsiteY4" fmla="*/ 100077 h 133323"/>
                <a:gd name="connsiteX5" fmla="*/ 87987 w 143397"/>
                <a:gd name="connsiteY5" fmla="*/ 52293 h 133323"/>
                <a:gd name="connsiteX6" fmla="*/ 117635 w 143397"/>
                <a:gd name="connsiteY6" fmla="*/ 16602 h 133323"/>
                <a:gd name="connsiteX7" fmla="*/ 124896 w 143397"/>
                <a:gd name="connsiteY7" fmla="*/ 18962 h 133323"/>
                <a:gd name="connsiteX8" fmla="*/ 133064 w 143397"/>
                <a:gd name="connsiteY8" fmla="*/ 21616 h 133323"/>
                <a:gd name="connsiteX9" fmla="*/ 143652 w 143397"/>
                <a:gd name="connsiteY9" fmla="*/ 10998 h 133323"/>
                <a:gd name="connsiteX10" fmla="*/ 131249 w 143397"/>
                <a:gd name="connsiteY10" fmla="*/ 84 h 133323"/>
                <a:gd name="connsiteX11" fmla="*/ 85567 w 143397"/>
                <a:gd name="connsiteY11" fmla="*/ 42264 h 133323"/>
                <a:gd name="connsiteX12" fmla="*/ 82239 w 143397"/>
                <a:gd name="connsiteY12" fmla="*/ 26041 h 133323"/>
                <a:gd name="connsiteX13" fmla="*/ 66508 w 143397"/>
                <a:gd name="connsiteY13" fmla="*/ 84 h 133323"/>
                <a:gd name="connsiteX14" fmla="*/ 31112 w 143397"/>
                <a:gd name="connsiteY14" fmla="*/ 8638 h 133323"/>
                <a:gd name="connsiteX15" fmla="*/ 27785 w 143397"/>
                <a:gd name="connsiteY15" fmla="*/ 9818 h 133323"/>
                <a:gd name="connsiteX16" fmla="*/ 28995 w 143397"/>
                <a:gd name="connsiteY16" fmla="*/ 14242 h 133323"/>
                <a:gd name="connsiteX17" fmla="*/ 45936 w 143397"/>
                <a:gd name="connsiteY17" fmla="*/ 10998 h 133323"/>
                <a:gd name="connsiteX18" fmla="*/ 59550 w 143397"/>
                <a:gd name="connsiteY18" fmla="*/ 31350 h 133323"/>
                <a:gd name="connsiteX19" fmla="*/ 68323 w 143397"/>
                <a:gd name="connsiteY19" fmla="*/ 67631 h 133323"/>
                <a:gd name="connsiteX20" fmla="*/ 43516 w 143397"/>
                <a:gd name="connsiteY20" fmla="*/ 102142 h 133323"/>
                <a:gd name="connsiteX21" fmla="*/ 28087 w 143397"/>
                <a:gd name="connsiteY21" fmla="*/ 116300 h 133323"/>
                <a:gd name="connsiteX22" fmla="*/ 20221 w 143397"/>
                <a:gd name="connsiteY22" fmla="*/ 113645 h 133323"/>
                <a:gd name="connsiteX23" fmla="*/ 10541 w 143397"/>
                <a:gd name="connsiteY23" fmla="*/ 110695 h 133323"/>
                <a:gd name="connsiteX24" fmla="*/ 255 w 143397"/>
                <a:gd name="connsiteY24" fmla="*/ 121019 h 133323"/>
                <a:gd name="connsiteX25" fmla="*/ 15381 w 143397"/>
                <a:gd name="connsiteY25" fmla="*/ 133408 h 133323"/>
                <a:gd name="connsiteX26" fmla="*/ 43516 w 143397"/>
                <a:gd name="connsiteY26" fmla="*/ 112760 h 133323"/>
                <a:gd name="connsiteX27" fmla="*/ 70743 w 143397"/>
                <a:gd name="connsiteY27" fmla="*/ 78249 h 133323"/>
                <a:gd name="connsiteX28" fmla="*/ 79819 w 143397"/>
                <a:gd name="connsiteY28" fmla="*/ 113645 h 133323"/>
                <a:gd name="connsiteX29" fmla="*/ 97366 w 143397"/>
                <a:gd name="connsiteY29" fmla="*/ 133408 h 133323"/>
                <a:gd name="connsiteX30" fmla="*/ 134274 w 143397"/>
                <a:gd name="connsiteY30" fmla="*/ 99782 h 133323"/>
                <a:gd name="connsiteX31" fmla="*/ 130039 w 143397"/>
                <a:gd name="connsiteY31" fmla="*/ 97422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3323">
                  <a:moveTo>
                    <a:pt x="130039" y="97422"/>
                  </a:moveTo>
                  <a:cubicBezTo>
                    <a:pt x="127618" y="100077"/>
                    <a:pt x="126106" y="101847"/>
                    <a:pt x="123383" y="105386"/>
                  </a:cubicBezTo>
                  <a:cubicBezTo>
                    <a:pt x="116425" y="114235"/>
                    <a:pt x="112795" y="117185"/>
                    <a:pt x="109467" y="117185"/>
                  </a:cubicBezTo>
                  <a:cubicBezTo>
                    <a:pt x="104929" y="117185"/>
                    <a:pt x="102206" y="113350"/>
                    <a:pt x="100089" y="105091"/>
                  </a:cubicBezTo>
                  <a:cubicBezTo>
                    <a:pt x="99483" y="102731"/>
                    <a:pt x="99181" y="100962"/>
                    <a:pt x="98878" y="100077"/>
                  </a:cubicBezTo>
                  <a:cubicBezTo>
                    <a:pt x="91315" y="70285"/>
                    <a:pt x="87987" y="56717"/>
                    <a:pt x="87987" y="52293"/>
                  </a:cubicBezTo>
                  <a:cubicBezTo>
                    <a:pt x="101299" y="29580"/>
                    <a:pt x="112190" y="16602"/>
                    <a:pt x="117635" y="16602"/>
                  </a:cubicBezTo>
                  <a:cubicBezTo>
                    <a:pt x="119450" y="16602"/>
                    <a:pt x="121870" y="17487"/>
                    <a:pt x="124896" y="18962"/>
                  </a:cubicBezTo>
                  <a:cubicBezTo>
                    <a:pt x="128526" y="21027"/>
                    <a:pt x="130644" y="21616"/>
                    <a:pt x="133064" y="21616"/>
                  </a:cubicBezTo>
                  <a:cubicBezTo>
                    <a:pt x="139417" y="21616"/>
                    <a:pt x="143652" y="17192"/>
                    <a:pt x="143652" y="10998"/>
                  </a:cubicBezTo>
                  <a:cubicBezTo>
                    <a:pt x="143652" y="4804"/>
                    <a:pt x="138509" y="84"/>
                    <a:pt x="131249" y="84"/>
                  </a:cubicBezTo>
                  <a:cubicBezTo>
                    <a:pt x="117938" y="84"/>
                    <a:pt x="106442" y="10703"/>
                    <a:pt x="85567" y="42264"/>
                  </a:cubicBezTo>
                  <a:lnTo>
                    <a:pt x="82239" y="26041"/>
                  </a:lnTo>
                  <a:cubicBezTo>
                    <a:pt x="78004" y="5983"/>
                    <a:pt x="74676" y="84"/>
                    <a:pt x="66508" y="84"/>
                  </a:cubicBezTo>
                  <a:cubicBezTo>
                    <a:pt x="59852" y="84"/>
                    <a:pt x="49567" y="2739"/>
                    <a:pt x="31112" y="8638"/>
                  </a:cubicBezTo>
                  <a:lnTo>
                    <a:pt x="27785" y="9818"/>
                  </a:lnTo>
                  <a:lnTo>
                    <a:pt x="28995" y="14242"/>
                  </a:lnTo>
                  <a:cubicBezTo>
                    <a:pt x="40491" y="11588"/>
                    <a:pt x="43213" y="10998"/>
                    <a:pt x="45936" y="10998"/>
                  </a:cubicBezTo>
                  <a:cubicBezTo>
                    <a:pt x="53499" y="10998"/>
                    <a:pt x="55315" y="13652"/>
                    <a:pt x="59550" y="31350"/>
                  </a:cubicBezTo>
                  <a:lnTo>
                    <a:pt x="68323" y="67631"/>
                  </a:lnTo>
                  <a:lnTo>
                    <a:pt x="43516" y="102142"/>
                  </a:lnTo>
                  <a:cubicBezTo>
                    <a:pt x="37465" y="110990"/>
                    <a:pt x="31415" y="116300"/>
                    <a:pt x="28087" y="116300"/>
                  </a:cubicBezTo>
                  <a:cubicBezTo>
                    <a:pt x="26272" y="116300"/>
                    <a:pt x="23247" y="115415"/>
                    <a:pt x="20221" y="113645"/>
                  </a:cubicBezTo>
                  <a:cubicBezTo>
                    <a:pt x="16289" y="111580"/>
                    <a:pt x="12961" y="110695"/>
                    <a:pt x="10541" y="110695"/>
                  </a:cubicBezTo>
                  <a:cubicBezTo>
                    <a:pt x="4793" y="110695"/>
                    <a:pt x="255" y="115120"/>
                    <a:pt x="255" y="121019"/>
                  </a:cubicBezTo>
                  <a:cubicBezTo>
                    <a:pt x="255" y="128688"/>
                    <a:pt x="6305" y="133408"/>
                    <a:pt x="15381" y="133408"/>
                  </a:cubicBezTo>
                  <a:cubicBezTo>
                    <a:pt x="24759" y="133408"/>
                    <a:pt x="28390" y="130753"/>
                    <a:pt x="43516" y="112760"/>
                  </a:cubicBezTo>
                  <a:cubicBezTo>
                    <a:pt x="51684" y="103321"/>
                    <a:pt x="58037" y="95357"/>
                    <a:pt x="70743" y="78249"/>
                  </a:cubicBezTo>
                  <a:lnTo>
                    <a:pt x="79819" y="113645"/>
                  </a:lnTo>
                  <a:cubicBezTo>
                    <a:pt x="83752" y="128688"/>
                    <a:pt x="87685" y="133408"/>
                    <a:pt x="97366" y="133408"/>
                  </a:cubicBezTo>
                  <a:cubicBezTo>
                    <a:pt x="108862" y="133408"/>
                    <a:pt x="116727" y="126329"/>
                    <a:pt x="134274" y="99782"/>
                  </a:cubicBezTo>
                  <a:lnTo>
                    <a:pt x="130039" y="9742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74A804E1-A846-886A-99CF-1BD9214281D1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0426046" y="4953763"/>
              <a:ext cx="101189" cy="150608"/>
            </a:xfrm>
            <a:custGeom>
              <a:avLst/>
              <a:gdLst>
                <a:gd name="connsiteX0" fmla="*/ 51749 w 101189"/>
                <a:gd name="connsiteY0" fmla="*/ 86 h 150608"/>
                <a:gd name="connsiteX1" fmla="*/ 21750 w 101189"/>
                <a:gd name="connsiteY1" fmla="*/ 11436 h 150608"/>
                <a:gd name="connsiteX2" fmla="*/ 259 w 101189"/>
                <a:gd name="connsiteY2" fmla="*/ 74299 h 150608"/>
                <a:gd name="connsiteX3" fmla="*/ 18168 w 101189"/>
                <a:gd name="connsiteY3" fmla="*/ 135852 h 150608"/>
                <a:gd name="connsiteX4" fmla="*/ 50853 w 101189"/>
                <a:gd name="connsiteY4" fmla="*/ 150694 h 150608"/>
                <a:gd name="connsiteX5" fmla="*/ 79956 w 101189"/>
                <a:gd name="connsiteY5" fmla="*/ 139344 h 150608"/>
                <a:gd name="connsiteX6" fmla="*/ 101448 w 101189"/>
                <a:gd name="connsiteY6" fmla="*/ 75609 h 150608"/>
                <a:gd name="connsiteX7" fmla="*/ 51749 w 101189"/>
                <a:gd name="connsiteY7" fmla="*/ 86 h 150608"/>
                <a:gd name="connsiteX8" fmla="*/ 51077 w 101189"/>
                <a:gd name="connsiteY8" fmla="*/ 5761 h 150608"/>
                <a:gd name="connsiteX9" fmla="*/ 79956 w 101189"/>
                <a:gd name="connsiteY9" fmla="*/ 76045 h 150608"/>
                <a:gd name="connsiteX10" fmla="*/ 50853 w 101189"/>
                <a:gd name="connsiteY10" fmla="*/ 145019 h 150608"/>
                <a:gd name="connsiteX11" fmla="*/ 21750 w 101189"/>
                <a:gd name="connsiteY11" fmla="*/ 76263 h 150608"/>
                <a:gd name="connsiteX12" fmla="*/ 51077 w 101189"/>
                <a:gd name="connsiteY12" fmla="*/ 5761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189" h="150608">
                  <a:moveTo>
                    <a:pt x="51749" y="86"/>
                  </a:moveTo>
                  <a:cubicBezTo>
                    <a:pt x="39436" y="86"/>
                    <a:pt x="30033" y="3797"/>
                    <a:pt x="21750" y="11436"/>
                  </a:cubicBezTo>
                  <a:cubicBezTo>
                    <a:pt x="8766" y="23660"/>
                    <a:pt x="259" y="48761"/>
                    <a:pt x="259" y="74299"/>
                  </a:cubicBezTo>
                  <a:cubicBezTo>
                    <a:pt x="259" y="98091"/>
                    <a:pt x="7646" y="123629"/>
                    <a:pt x="18168" y="135852"/>
                  </a:cubicBezTo>
                  <a:cubicBezTo>
                    <a:pt x="26451" y="145456"/>
                    <a:pt x="37869" y="150694"/>
                    <a:pt x="50853" y="150694"/>
                  </a:cubicBezTo>
                  <a:cubicBezTo>
                    <a:pt x="62270" y="150694"/>
                    <a:pt x="71897" y="146984"/>
                    <a:pt x="79956" y="139344"/>
                  </a:cubicBezTo>
                  <a:cubicBezTo>
                    <a:pt x="92941" y="127339"/>
                    <a:pt x="101448" y="102020"/>
                    <a:pt x="101448" y="75609"/>
                  </a:cubicBezTo>
                  <a:cubicBezTo>
                    <a:pt x="101448" y="30863"/>
                    <a:pt x="81076" y="86"/>
                    <a:pt x="51749" y="86"/>
                  </a:cubicBezTo>
                  <a:close/>
                  <a:moveTo>
                    <a:pt x="51077" y="5761"/>
                  </a:moveTo>
                  <a:cubicBezTo>
                    <a:pt x="69882" y="5761"/>
                    <a:pt x="79956" y="30426"/>
                    <a:pt x="79956" y="76045"/>
                  </a:cubicBezTo>
                  <a:cubicBezTo>
                    <a:pt x="79956" y="121664"/>
                    <a:pt x="70106" y="145019"/>
                    <a:pt x="50853" y="145019"/>
                  </a:cubicBezTo>
                  <a:cubicBezTo>
                    <a:pt x="31600" y="145019"/>
                    <a:pt x="21750" y="121664"/>
                    <a:pt x="21750" y="76263"/>
                  </a:cubicBezTo>
                  <a:cubicBezTo>
                    <a:pt x="21750" y="29990"/>
                    <a:pt x="31824" y="5761"/>
                    <a:pt x="51077" y="5761"/>
                  </a:cubicBez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7192397-A374-58F4-7FD5-B8AD10A40908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0574228" y="5025325"/>
              <a:ext cx="35395" cy="88194"/>
            </a:xfrm>
            <a:custGeom>
              <a:avLst/>
              <a:gdLst>
                <a:gd name="connsiteX0" fmla="*/ 35659 w 35395"/>
                <a:gd name="connsiteY0" fmla="*/ 31056 h 88194"/>
                <a:gd name="connsiteX1" fmla="*/ 16297 w 35395"/>
                <a:gd name="connsiteY1" fmla="*/ 85 h 88194"/>
                <a:gd name="connsiteX2" fmla="*/ 263 w 35395"/>
                <a:gd name="connsiteY2" fmla="*/ 15718 h 88194"/>
                <a:gd name="connsiteX3" fmla="*/ 16297 w 35395"/>
                <a:gd name="connsiteY3" fmla="*/ 31351 h 88194"/>
                <a:gd name="connsiteX4" fmla="*/ 26885 w 35395"/>
                <a:gd name="connsiteY4" fmla="*/ 27516 h 88194"/>
                <a:gd name="connsiteX5" fmla="*/ 28398 w 35395"/>
                <a:gd name="connsiteY5" fmla="*/ 26631 h 88194"/>
                <a:gd name="connsiteX6" fmla="*/ 29003 w 35395"/>
                <a:gd name="connsiteY6" fmla="*/ 31056 h 88194"/>
                <a:gd name="connsiteX7" fmla="*/ 8431 w 35395"/>
                <a:gd name="connsiteY7" fmla="*/ 80315 h 88194"/>
                <a:gd name="connsiteX8" fmla="*/ 5104 w 35395"/>
                <a:gd name="connsiteY8" fmla="*/ 85034 h 88194"/>
                <a:gd name="connsiteX9" fmla="*/ 8129 w 35395"/>
                <a:gd name="connsiteY9" fmla="*/ 88279 h 88194"/>
                <a:gd name="connsiteX10" fmla="*/ 35659 w 35395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659" y="31056"/>
                  </a:moveTo>
                  <a:cubicBezTo>
                    <a:pt x="35659" y="11588"/>
                    <a:pt x="28096" y="85"/>
                    <a:pt x="16297" y="85"/>
                  </a:cubicBezTo>
                  <a:cubicBezTo>
                    <a:pt x="6314" y="85"/>
                    <a:pt x="263" y="7459"/>
                    <a:pt x="263" y="15718"/>
                  </a:cubicBezTo>
                  <a:cubicBezTo>
                    <a:pt x="263" y="23682"/>
                    <a:pt x="6314" y="31351"/>
                    <a:pt x="16297" y="31351"/>
                  </a:cubicBezTo>
                  <a:cubicBezTo>
                    <a:pt x="19927" y="31351"/>
                    <a:pt x="23860" y="30171"/>
                    <a:pt x="26885" y="27516"/>
                  </a:cubicBezTo>
                  <a:cubicBezTo>
                    <a:pt x="27793" y="26926"/>
                    <a:pt x="28096" y="26631"/>
                    <a:pt x="28398" y="26631"/>
                  </a:cubicBezTo>
                  <a:cubicBezTo>
                    <a:pt x="28701" y="26631"/>
                    <a:pt x="29003" y="26926"/>
                    <a:pt x="29003" y="31056"/>
                  </a:cubicBezTo>
                  <a:cubicBezTo>
                    <a:pt x="29003" y="52883"/>
                    <a:pt x="18415" y="70581"/>
                    <a:pt x="8431" y="80315"/>
                  </a:cubicBezTo>
                  <a:cubicBezTo>
                    <a:pt x="5104" y="83559"/>
                    <a:pt x="5104" y="84149"/>
                    <a:pt x="5104" y="85034"/>
                  </a:cubicBezTo>
                  <a:cubicBezTo>
                    <a:pt x="5104" y="87099"/>
                    <a:pt x="6616" y="88279"/>
                    <a:pt x="8129" y="88279"/>
                  </a:cubicBezTo>
                  <a:cubicBezTo>
                    <a:pt x="11457" y="88279"/>
                    <a:pt x="35659" y="65567"/>
                    <a:pt x="35659" y="3105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0BA2C28-BD6B-703B-680B-AF3539734D04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0657893" y="4926512"/>
              <a:ext cx="143397" cy="133323"/>
            </a:xfrm>
            <a:custGeom>
              <a:avLst/>
              <a:gdLst>
                <a:gd name="connsiteX0" fmla="*/ 130051 w 143397"/>
                <a:gd name="connsiteY0" fmla="*/ 97422 h 133323"/>
                <a:gd name="connsiteX1" fmla="*/ 123396 w 143397"/>
                <a:gd name="connsiteY1" fmla="*/ 105386 h 133323"/>
                <a:gd name="connsiteX2" fmla="*/ 109479 w 143397"/>
                <a:gd name="connsiteY2" fmla="*/ 117185 h 133323"/>
                <a:gd name="connsiteX3" fmla="*/ 100101 w 143397"/>
                <a:gd name="connsiteY3" fmla="*/ 105091 h 133323"/>
                <a:gd name="connsiteX4" fmla="*/ 98891 w 143397"/>
                <a:gd name="connsiteY4" fmla="*/ 100077 h 133323"/>
                <a:gd name="connsiteX5" fmla="*/ 88000 w 143397"/>
                <a:gd name="connsiteY5" fmla="*/ 52293 h 133323"/>
                <a:gd name="connsiteX6" fmla="*/ 117647 w 143397"/>
                <a:gd name="connsiteY6" fmla="*/ 16602 h 133323"/>
                <a:gd name="connsiteX7" fmla="*/ 124908 w 143397"/>
                <a:gd name="connsiteY7" fmla="*/ 18962 h 133323"/>
                <a:gd name="connsiteX8" fmla="*/ 133076 w 143397"/>
                <a:gd name="connsiteY8" fmla="*/ 21616 h 133323"/>
                <a:gd name="connsiteX9" fmla="*/ 143665 w 143397"/>
                <a:gd name="connsiteY9" fmla="*/ 10998 h 133323"/>
                <a:gd name="connsiteX10" fmla="*/ 131261 w 143397"/>
                <a:gd name="connsiteY10" fmla="*/ 84 h 133323"/>
                <a:gd name="connsiteX11" fmla="*/ 85580 w 143397"/>
                <a:gd name="connsiteY11" fmla="*/ 42264 h 133323"/>
                <a:gd name="connsiteX12" fmla="*/ 82252 w 143397"/>
                <a:gd name="connsiteY12" fmla="*/ 26041 h 133323"/>
                <a:gd name="connsiteX13" fmla="*/ 66520 w 143397"/>
                <a:gd name="connsiteY13" fmla="*/ 84 h 133323"/>
                <a:gd name="connsiteX14" fmla="*/ 31125 w 143397"/>
                <a:gd name="connsiteY14" fmla="*/ 8638 h 133323"/>
                <a:gd name="connsiteX15" fmla="*/ 27797 w 143397"/>
                <a:gd name="connsiteY15" fmla="*/ 9818 h 133323"/>
                <a:gd name="connsiteX16" fmla="*/ 29007 w 143397"/>
                <a:gd name="connsiteY16" fmla="*/ 14242 h 133323"/>
                <a:gd name="connsiteX17" fmla="*/ 45949 w 143397"/>
                <a:gd name="connsiteY17" fmla="*/ 10998 h 133323"/>
                <a:gd name="connsiteX18" fmla="*/ 59562 w 143397"/>
                <a:gd name="connsiteY18" fmla="*/ 31350 h 133323"/>
                <a:gd name="connsiteX19" fmla="*/ 68336 w 143397"/>
                <a:gd name="connsiteY19" fmla="*/ 67631 h 133323"/>
                <a:gd name="connsiteX20" fmla="*/ 43528 w 143397"/>
                <a:gd name="connsiteY20" fmla="*/ 102142 h 133323"/>
                <a:gd name="connsiteX21" fmla="*/ 28100 w 143397"/>
                <a:gd name="connsiteY21" fmla="*/ 116300 h 133323"/>
                <a:gd name="connsiteX22" fmla="*/ 20234 w 143397"/>
                <a:gd name="connsiteY22" fmla="*/ 113645 h 133323"/>
                <a:gd name="connsiteX23" fmla="*/ 10553 w 143397"/>
                <a:gd name="connsiteY23" fmla="*/ 110695 h 133323"/>
                <a:gd name="connsiteX24" fmla="*/ 267 w 143397"/>
                <a:gd name="connsiteY24" fmla="*/ 121019 h 133323"/>
                <a:gd name="connsiteX25" fmla="*/ 15394 w 143397"/>
                <a:gd name="connsiteY25" fmla="*/ 133408 h 133323"/>
                <a:gd name="connsiteX26" fmla="*/ 43528 w 143397"/>
                <a:gd name="connsiteY26" fmla="*/ 112760 h 133323"/>
                <a:gd name="connsiteX27" fmla="*/ 70756 w 143397"/>
                <a:gd name="connsiteY27" fmla="*/ 78249 h 133323"/>
                <a:gd name="connsiteX28" fmla="*/ 79832 w 143397"/>
                <a:gd name="connsiteY28" fmla="*/ 113645 h 133323"/>
                <a:gd name="connsiteX29" fmla="*/ 97378 w 143397"/>
                <a:gd name="connsiteY29" fmla="*/ 133408 h 133323"/>
                <a:gd name="connsiteX30" fmla="*/ 134287 w 143397"/>
                <a:gd name="connsiteY30" fmla="*/ 99782 h 133323"/>
                <a:gd name="connsiteX31" fmla="*/ 130051 w 143397"/>
                <a:gd name="connsiteY31" fmla="*/ 97422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3323">
                  <a:moveTo>
                    <a:pt x="130051" y="97422"/>
                  </a:moveTo>
                  <a:cubicBezTo>
                    <a:pt x="127631" y="100077"/>
                    <a:pt x="126118" y="101847"/>
                    <a:pt x="123396" y="105386"/>
                  </a:cubicBezTo>
                  <a:cubicBezTo>
                    <a:pt x="116437" y="114235"/>
                    <a:pt x="112807" y="117185"/>
                    <a:pt x="109479" y="117185"/>
                  </a:cubicBezTo>
                  <a:cubicBezTo>
                    <a:pt x="104941" y="117185"/>
                    <a:pt x="102219" y="113350"/>
                    <a:pt x="100101" y="105091"/>
                  </a:cubicBezTo>
                  <a:cubicBezTo>
                    <a:pt x="99496" y="102731"/>
                    <a:pt x="99193" y="100962"/>
                    <a:pt x="98891" y="100077"/>
                  </a:cubicBezTo>
                  <a:cubicBezTo>
                    <a:pt x="91328" y="70285"/>
                    <a:pt x="88000" y="56717"/>
                    <a:pt x="88000" y="52293"/>
                  </a:cubicBezTo>
                  <a:cubicBezTo>
                    <a:pt x="101311" y="29580"/>
                    <a:pt x="112202" y="16602"/>
                    <a:pt x="117647" y="16602"/>
                  </a:cubicBezTo>
                  <a:cubicBezTo>
                    <a:pt x="119463" y="16602"/>
                    <a:pt x="121883" y="17487"/>
                    <a:pt x="124908" y="18962"/>
                  </a:cubicBezTo>
                  <a:cubicBezTo>
                    <a:pt x="128538" y="21027"/>
                    <a:pt x="130656" y="21616"/>
                    <a:pt x="133076" y="21616"/>
                  </a:cubicBezTo>
                  <a:cubicBezTo>
                    <a:pt x="139429" y="21616"/>
                    <a:pt x="143665" y="17192"/>
                    <a:pt x="143665" y="10998"/>
                  </a:cubicBezTo>
                  <a:cubicBezTo>
                    <a:pt x="143665" y="4804"/>
                    <a:pt x="138522" y="84"/>
                    <a:pt x="131261" y="84"/>
                  </a:cubicBezTo>
                  <a:cubicBezTo>
                    <a:pt x="117950" y="84"/>
                    <a:pt x="106454" y="10703"/>
                    <a:pt x="85580" y="42264"/>
                  </a:cubicBezTo>
                  <a:lnTo>
                    <a:pt x="82252" y="26041"/>
                  </a:lnTo>
                  <a:cubicBezTo>
                    <a:pt x="78017" y="5983"/>
                    <a:pt x="74689" y="84"/>
                    <a:pt x="66520" y="84"/>
                  </a:cubicBezTo>
                  <a:cubicBezTo>
                    <a:pt x="59865" y="84"/>
                    <a:pt x="49579" y="2739"/>
                    <a:pt x="31125" y="8638"/>
                  </a:cubicBezTo>
                  <a:lnTo>
                    <a:pt x="27797" y="9818"/>
                  </a:lnTo>
                  <a:lnTo>
                    <a:pt x="29007" y="14242"/>
                  </a:lnTo>
                  <a:cubicBezTo>
                    <a:pt x="40503" y="11588"/>
                    <a:pt x="43226" y="10998"/>
                    <a:pt x="45949" y="10998"/>
                  </a:cubicBezTo>
                  <a:cubicBezTo>
                    <a:pt x="53512" y="10998"/>
                    <a:pt x="55327" y="13652"/>
                    <a:pt x="59562" y="31350"/>
                  </a:cubicBezTo>
                  <a:lnTo>
                    <a:pt x="68336" y="67631"/>
                  </a:lnTo>
                  <a:lnTo>
                    <a:pt x="43528" y="102142"/>
                  </a:lnTo>
                  <a:cubicBezTo>
                    <a:pt x="37478" y="110990"/>
                    <a:pt x="31427" y="116300"/>
                    <a:pt x="28100" y="116300"/>
                  </a:cubicBezTo>
                  <a:cubicBezTo>
                    <a:pt x="26284" y="116300"/>
                    <a:pt x="23259" y="115415"/>
                    <a:pt x="20234" y="113645"/>
                  </a:cubicBezTo>
                  <a:cubicBezTo>
                    <a:pt x="16301" y="111580"/>
                    <a:pt x="12973" y="110695"/>
                    <a:pt x="10553" y="110695"/>
                  </a:cubicBezTo>
                  <a:cubicBezTo>
                    <a:pt x="4805" y="110695"/>
                    <a:pt x="267" y="115120"/>
                    <a:pt x="267" y="121019"/>
                  </a:cubicBezTo>
                  <a:cubicBezTo>
                    <a:pt x="267" y="128688"/>
                    <a:pt x="6318" y="133408"/>
                    <a:pt x="15394" y="133408"/>
                  </a:cubicBezTo>
                  <a:cubicBezTo>
                    <a:pt x="24772" y="133408"/>
                    <a:pt x="28402" y="130753"/>
                    <a:pt x="43528" y="112760"/>
                  </a:cubicBezTo>
                  <a:cubicBezTo>
                    <a:pt x="51697" y="103321"/>
                    <a:pt x="58050" y="95357"/>
                    <a:pt x="70756" y="78249"/>
                  </a:cubicBezTo>
                  <a:lnTo>
                    <a:pt x="79832" y="113645"/>
                  </a:lnTo>
                  <a:cubicBezTo>
                    <a:pt x="83765" y="128688"/>
                    <a:pt x="87697" y="133408"/>
                    <a:pt x="97378" y="133408"/>
                  </a:cubicBezTo>
                  <a:cubicBezTo>
                    <a:pt x="108874" y="133408"/>
                    <a:pt x="116740" y="126329"/>
                    <a:pt x="134287" y="99782"/>
                  </a:cubicBezTo>
                  <a:lnTo>
                    <a:pt x="130051" y="9742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10160997-EF0B-63BF-A58F-10D8133051EB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0807602" y="4953763"/>
              <a:ext cx="99621" cy="147552"/>
            </a:xfrm>
            <a:custGeom>
              <a:avLst/>
              <a:gdLst>
                <a:gd name="connsiteX0" fmla="*/ 99893 w 99621"/>
                <a:gd name="connsiteY0" fmla="*/ 117735 h 147552"/>
                <a:gd name="connsiteX1" fmla="*/ 96983 w 99621"/>
                <a:gd name="connsiteY1" fmla="*/ 116644 h 147552"/>
                <a:gd name="connsiteX2" fmla="*/ 75715 w 99621"/>
                <a:gd name="connsiteY2" fmla="*/ 131050 h 147552"/>
                <a:gd name="connsiteX3" fmla="*/ 22210 w 99621"/>
                <a:gd name="connsiteY3" fmla="*/ 131050 h 147552"/>
                <a:gd name="connsiteX4" fmla="*/ 59820 w 99621"/>
                <a:gd name="connsiteY4" fmla="*/ 92634 h 147552"/>
                <a:gd name="connsiteX5" fmla="*/ 88476 w 99621"/>
                <a:gd name="connsiteY5" fmla="*/ 38721 h 147552"/>
                <a:gd name="connsiteX6" fmla="*/ 47060 w 99621"/>
                <a:gd name="connsiteY6" fmla="*/ 86 h 147552"/>
                <a:gd name="connsiteX7" fmla="*/ 14823 w 99621"/>
                <a:gd name="connsiteY7" fmla="*/ 13619 h 147552"/>
                <a:gd name="connsiteX8" fmla="*/ 495 w 99621"/>
                <a:gd name="connsiteY8" fmla="*/ 43522 h 147552"/>
                <a:gd name="connsiteX9" fmla="*/ 5196 w 99621"/>
                <a:gd name="connsiteY9" fmla="*/ 44614 h 147552"/>
                <a:gd name="connsiteX10" fmla="*/ 37657 w 99621"/>
                <a:gd name="connsiteY10" fmla="*/ 16238 h 147552"/>
                <a:gd name="connsiteX11" fmla="*/ 69223 w 99621"/>
                <a:gd name="connsiteY11" fmla="*/ 47015 h 147552"/>
                <a:gd name="connsiteX12" fmla="*/ 40120 w 99621"/>
                <a:gd name="connsiteY12" fmla="*/ 103766 h 147552"/>
                <a:gd name="connsiteX13" fmla="*/ 271 w 99621"/>
                <a:gd name="connsiteY13" fmla="*/ 145019 h 147552"/>
                <a:gd name="connsiteX14" fmla="*/ 271 w 99621"/>
                <a:gd name="connsiteY14" fmla="*/ 147639 h 147552"/>
                <a:gd name="connsiteX15" fmla="*/ 87580 w 99621"/>
                <a:gd name="connsiteY15" fmla="*/ 147639 h 147552"/>
                <a:gd name="connsiteX16" fmla="*/ 99893 w 99621"/>
                <a:gd name="connsiteY16" fmla="*/ 117735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621" h="147552">
                  <a:moveTo>
                    <a:pt x="99893" y="117735"/>
                  </a:moveTo>
                  <a:lnTo>
                    <a:pt x="96983" y="116644"/>
                  </a:lnTo>
                  <a:cubicBezTo>
                    <a:pt x="88700" y="129085"/>
                    <a:pt x="85789" y="131050"/>
                    <a:pt x="75715" y="131050"/>
                  </a:cubicBezTo>
                  <a:lnTo>
                    <a:pt x="22210" y="131050"/>
                  </a:lnTo>
                  <a:lnTo>
                    <a:pt x="59820" y="92634"/>
                  </a:lnTo>
                  <a:cubicBezTo>
                    <a:pt x="79745" y="72335"/>
                    <a:pt x="88476" y="55746"/>
                    <a:pt x="88476" y="38721"/>
                  </a:cubicBezTo>
                  <a:cubicBezTo>
                    <a:pt x="88476" y="16893"/>
                    <a:pt x="70342" y="86"/>
                    <a:pt x="47060" y="86"/>
                  </a:cubicBezTo>
                  <a:cubicBezTo>
                    <a:pt x="34747" y="86"/>
                    <a:pt x="23106" y="4888"/>
                    <a:pt x="14823" y="13619"/>
                  </a:cubicBezTo>
                  <a:cubicBezTo>
                    <a:pt x="7659" y="21040"/>
                    <a:pt x="4301" y="28025"/>
                    <a:pt x="495" y="43522"/>
                  </a:cubicBezTo>
                  <a:lnTo>
                    <a:pt x="5196" y="44614"/>
                  </a:lnTo>
                  <a:cubicBezTo>
                    <a:pt x="14151" y="23223"/>
                    <a:pt x="22210" y="16238"/>
                    <a:pt x="37657" y="16238"/>
                  </a:cubicBezTo>
                  <a:cubicBezTo>
                    <a:pt x="56462" y="16238"/>
                    <a:pt x="69223" y="28680"/>
                    <a:pt x="69223" y="47015"/>
                  </a:cubicBezTo>
                  <a:cubicBezTo>
                    <a:pt x="69223" y="64040"/>
                    <a:pt x="58925" y="84340"/>
                    <a:pt x="40120" y="103766"/>
                  </a:cubicBezTo>
                  <a:lnTo>
                    <a:pt x="271" y="145019"/>
                  </a:lnTo>
                  <a:lnTo>
                    <a:pt x="271" y="147639"/>
                  </a:lnTo>
                  <a:lnTo>
                    <a:pt x="87580" y="147639"/>
                  </a:lnTo>
                  <a:lnTo>
                    <a:pt x="99893" y="117735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BD053A82-5951-CEC1-51A7-E8942A4EF4E5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0935079" y="4835369"/>
              <a:ext cx="41446" cy="294963"/>
            </a:xfrm>
            <a:custGeom>
              <a:avLst/>
              <a:gdLst>
                <a:gd name="connsiteX0" fmla="*/ 41722 w 41446"/>
                <a:gd name="connsiteY0" fmla="*/ 84 h 294963"/>
                <a:gd name="connsiteX1" fmla="*/ 275 w 41446"/>
                <a:gd name="connsiteY1" fmla="*/ 84 h 294963"/>
                <a:gd name="connsiteX2" fmla="*/ 275 w 41446"/>
                <a:gd name="connsiteY2" fmla="*/ 11883 h 294963"/>
                <a:gd name="connsiteX3" fmla="*/ 29621 w 41446"/>
                <a:gd name="connsiteY3" fmla="*/ 11883 h 294963"/>
                <a:gd name="connsiteX4" fmla="*/ 29621 w 41446"/>
                <a:gd name="connsiteY4" fmla="*/ 283249 h 294963"/>
                <a:gd name="connsiteX5" fmla="*/ 275 w 41446"/>
                <a:gd name="connsiteY5" fmla="*/ 283249 h 294963"/>
                <a:gd name="connsiteX6" fmla="*/ 275 w 41446"/>
                <a:gd name="connsiteY6" fmla="*/ 295048 h 294963"/>
                <a:gd name="connsiteX7" fmla="*/ 41722 w 41446"/>
                <a:gd name="connsiteY7" fmla="*/ 295048 h 294963"/>
                <a:gd name="connsiteX8" fmla="*/ 41722 w 4144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722" y="84"/>
                  </a:moveTo>
                  <a:lnTo>
                    <a:pt x="275" y="84"/>
                  </a:lnTo>
                  <a:lnTo>
                    <a:pt x="275" y="11883"/>
                  </a:lnTo>
                  <a:lnTo>
                    <a:pt x="29621" y="11883"/>
                  </a:lnTo>
                  <a:lnTo>
                    <a:pt x="29621" y="283249"/>
                  </a:lnTo>
                  <a:lnTo>
                    <a:pt x="275" y="283249"/>
                  </a:lnTo>
                  <a:lnTo>
                    <a:pt x="275" y="295048"/>
                  </a:lnTo>
                  <a:lnTo>
                    <a:pt x="41722" y="295048"/>
                  </a:lnTo>
                  <a:lnTo>
                    <a:pt x="41722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5CFC075-DF1E-D38E-40CD-995A5246C3A3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1038552" y="5025325"/>
              <a:ext cx="35395" cy="88194"/>
            </a:xfrm>
            <a:custGeom>
              <a:avLst/>
              <a:gdLst>
                <a:gd name="connsiteX0" fmla="*/ 35674 w 35395"/>
                <a:gd name="connsiteY0" fmla="*/ 31056 h 88194"/>
                <a:gd name="connsiteX1" fmla="*/ 16312 w 35395"/>
                <a:gd name="connsiteY1" fmla="*/ 85 h 88194"/>
                <a:gd name="connsiteX2" fmla="*/ 278 w 35395"/>
                <a:gd name="connsiteY2" fmla="*/ 15718 h 88194"/>
                <a:gd name="connsiteX3" fmla="*/ 16312 w 35395"/>
                <a:gd name="connsiteY3" fmla="*/ 31351 h 88194"/>
                <a:gd name="connsiteX4" fmla="*/ 26901 w 35395"/>
                <a:gd name="connsiteY4" fmla="*/ 27516 h 88194"/>
                <a:gd name="connsiteX5" fmla="*/ 28413 w 35395"/>
                <a:gd name="connsiteY5" fmla="*/ 26631 h 88194"/>
                <a:gd name="connsiteX6" fmla="*/ 29018 w 35395"/>
                <a:gd name="connsiteY6" fmla="*/ 31056 h 88194"/>
                <a:gd name="connsiteX7" fmla="*/ 8447 w 35395"/>
                <a:gd name="connsiteY7" fmla="*/ 80315 h 88194"/>
                <a:gd name="connsiteX8" fmla="*/ 5119 w 35395"/>
                <a:gd name="connsiteY8" fmla="*/ 85034 h 88194"/>
                <a:gd name="connsiteX9" fmla="*/ 8144 w 35395"/>
                <a:gd name="connsiteY9" fmla="*/ 88279 h 88194"/>
                <a:gd name="connsiteX10" fmla="*/ 35674 w 35395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674" y="31056"/>
                  </a:moveTo>
                  <a:cubicBezTo>
                    <a:pt x="35674" y="11588"/>
                    <a:pt x="28111" y="85"/>
                    <a:pt x="16312" y="85"/>
                  </a:cubicBezTo>
                  <a:cubicBezTo>
                    <a:pt x="6329" y="85"/>
                    <a:pt x="278" y="7459"/>
                    <a:pt x="278" y="15718"/>
                  </a:cubicBezTo>
                  <a:cubicBezTo>
                    <a:pt x="278" y="23682"/>
                    <a:pt x="6329" y="31351"/>
                    <a:pt x="16312" y="31351"/>
                  </a:cubicBezTo>
                  <a:cubicBezTo>
                    <a:pt x="19943" y="31351"/>
                    <a:pt x="23875" y="30171"/>
                    <a:pt x="26901" y="27516"/>
                  </a:cubicBezTo>
                  <a:cubicBezTo>
                    <a:pt x="27808" y="26926"/>
                    <a:pt x="28111" y="26631"/>
                    <a:pt x="28413" y="26631"/>
                  </a:cubicBezTo>
                  <a:cubicBezTo>
                    <a:pt x="28716" y="26631"/>
                    <a:pt x="29018" y="26926"/>
                    <a:pt x="29018" y="31056"/>
                  </a:cubicBezTo>
                  <a:cubicBezTo>
                    <a:pt x="29018" y="52883"/>
                    <a:pt x="18430" y="70581"/>
                    <a:pt x="8447" y="80315"/>
                  </a:cubicBezTo>
                  <a:cubicBezTo>
                    <a:pt x="5119" y="83559"/>
                    <a:pt x="5119" y="84149"/>
                    <a:pt x="5119" y="85034"/>
                  </a:cubicBezTo>
                  <a:cubicBezTo>
                    <a:pt x="5119" y="87099"/>
                    <a:pt x="6631" y="88279"/>
                    <a:pt x="8144" y="88279"/>
                  </a:cubicBezTo>
                  <a:cubicBezTo>
                    <a:pt x="11472" y="88279"/>
                    <a:pt x="35674" y="65567"/>
                    <a:pt x="35674" y="3105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DBD85F95-6989-7515-18AE-721BD3904928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11233561" y="4835369"/>
              <a:ext cx="41446" cy="294963"/>
            </a:xfrm>
            <a:custGeom>
              <a:avLst/>
              <a:gdLst>
                <a:gd name="connsiteX0" fmla="*/ 41731 w 41446"/>
                <a:gd name="connsiteY0" fmla="*/ 295048 h 294963"/>
                <a:gd name="connsiteX1" fmla="*/ 41731 w 41446"/>
                <a:gd name="connsiteY1" fmla="*/ 283249 h 294963"/>
                <a:gd name="connsiteX2" fmla="*/ 12386 w 41446"/>
                <a:gd name="connsiteY2" fmla="*/ 283249 h 294963"/>
                <a:gd name="connsiteX3" fmla="*/ 12386 w 41446"/>
                <a:gd name="connsiteY3" fmla="*/ 11883 h 294963"/>
                <a:gd name="connsiteX4" fmla="*/ 41731 w 41446"/>
                <a:gd name="connsiteY4" fmla="*/ 11883 h 294963"/>
                <a:gd name="connsiteX5" fmla="*/ 41731 w 41446"/>
                <a:gd name="connsiteY5" fmla="*/ 84 h 294963"/>
                <a:gd name="connsiteX6" fmla="*/ 285 w 41446"/>
                <a:gd name="connsiteY6" fmla="*/ 84 h 294963"/>
                <a:gd name="connsiteX7" fmla="*/ 285 w 41446"/>
                <a:gd name="connsiteY7" fmla="*/ 295048 h 294963"/>
                <a:gd name="connsiteX8" fmla="*/ 41731 w 4144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731" y="295048"/>
                  </a:moveTo>
                  <a:lnTo>
                    <a:pt x="41731" y="283249"/>
                  </a:lnTo>
                  <a:lnTo>
                    <a:pt x="12386" y="283249"/>
                  </a:lnTo>
                  <a:lnTo>
                    <a:pt x="12386" y="11883"/>
                  </a:lnTo>
                  <a:lnTo>
                    <a:pt x="41731" y="11883"/>
                  </a:lnTo>
                  <a:lnTo>
                    <a:pt x="41731" y="84"/>
                  </a:lnTo>
                  <a:lnTo>
                    <a:pt x="285" y="84"/>
                  </a:lnTo>
                  <a:lnTo>
                    <a:pt x="285" y="295048"/>
                  </a:lnTo>
                  <a:lnTo>
                    <a:pt x="41731" y="295048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DA642044-9341-875E-2ABC-8E7FC6435B2F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11273806" y="4926512"/>
              <a:ext cx="143397" cy="133323"/>
            </a:xfrm>
            <a:custGeom>
              <a:avLst/>
              <a:gdLst>
                <a:gd name="connsiteX0" fmla="*/ 130071 w 143397"/>
                <a:gd name="connsiteY0" fmla="*/ 97422 h 133323"/>
                <a:gd name="connsiteX1" fmla="*/ 123416 w 143397"/>
                <a:gd name="connsiteY1" fmla="*/ 105386 h 133323"/>
                <a:gd name="connsiteX2" fmla="*/ 109500 w 143397"/>
                <a:gd name="connsiteY2" fmla="*/ 117185 h 133323"/>
                <a:gd name="connsiteX3" fmla="*/ 100121 w 143397"/>
                <a:gd name="connsiteY3" fmla="*/ 105091 h 133323"/>
                <a:gd name="connsiteX4" fmla="*/ 98911 w 143397"/>
                <a:gd name="connsiteY4" fmla="*/ 100077 h 133323"/>
                <a:gd name="connsiteX5" fmla="*/ 88020 w 143397"/>
                <a:gd name="connsiteY5" fmla="*/ 52293 h 133323"/>
                <a:gd name="connsiteX6" fmla="*/ 117668 w 143397"/>
                <a:gd name="connsiteY6" fmla="*/ 16602 h 133323"/>
                <a:gd name="connsiteX7" fmla="*/ 124928 w 143397"/>
                <a:gd name="connsiteY7" fmla="*/ 18962 h 133323"/>
                <a:gd name="connsiteX8" fmla="*/ 133097 w 143397"/>
                <a:gd name="connsiteY8" fmla="*/ 21616 h 133323"/>
                <a:gd name="connsiteX9" fmla="*/ 143685 w 143397"/>
                <a:gd name="connsiteY9" fmla="*/ 10998 h 133323"/>
                <a:gd name="connsiteX10" fmla="*/ 131281 w 143397"/>
                <a:gd name="connsiteY10" fmla="*/ 84 h 133323"/>
                <a:gd name="connsiteX11" fmla="*/ 85600 w 143397"/>
                <a:gd name="connsiteY11" fmla="*/ 42264 h 133323"/>
                <a:gd name="connsiteX12" fmla="*/ 82272 w 143397"/>
                <a:gd name="connsiteY12" fmla="*/ 26041 h 133323"/>
                <a:gd name="connsiteX13" fmla="*/ 66541 w 143397"/>
                <a:gd name="connsiteY13" fmla="*/ 84 h 133323"/>
                <a:gd name="connsiteX14" fmla="*/ 31145 w 143397"/>
                <a:gd name="connsiteY14" fmla="*/ 8638 h 133323"/>
                <a:gd name="connsiteX15" fmla="*/ 27817 w 143397"/>
                <a:gd name="connsiteY15" fmla="*/ 9818 h 133323"/>
                <a:gd name="connsiteX16" fmla="*/ 29027 w 143397"/>
                <a:gd name="connsiteY16" fmla="*/ 14242 h 133323"/>
                <a:gd name="connsiteX17" fmla="*/ 45969 w 143397"/>
                <a:gd name="connsiteY17" fmla="*/ 10998 h 133323"/>
                <a:gd name="connsiteX18" fmla="*/ 59583 w 143397"/>
                <a:gd name="connsiteY18" fmla="*/ 31350 h 133323"/>
                <a:gd name="connsiteX19" fmla="*/ 68356 w 143397"/>
                <a:gd name="connsiteY19" fmla="*/ 67631 h 133323"/>
                <a:gd name="connsiteX20" fmla="*/ 43549 w 143397"/>
                <a:gd name="connsiteY20" fmla="*/ 102142 h 133323"/>
                <a:gd name="connsiteX21" fmla="*/ 28120 w 143397"/>
                <a:gd name="connsiteY21" fmla="*/ 116300 h 133323"/>
                <a:gd name="connsiteX22" fmla="*/ 20254 w 143397"/>
                <a:gd name="connsiteY22" fmla="*/ 113645 h 133323"/>
                <a:gd name="connsiteX23" fmla="*/ 10573 w 143397"/>
                <a:gd name="connsiteY23" fmla="*/ 110695 h 133323"/>
                <a:gd name="connsiteX24" fmla="*/ 287 w 143397"/>
                <a:gd name="connsiteY24" fmla="*/ 121019 h 133323"/>
                <a:gd name="connsiteX25" fmla="*/ 15414 w 143397"/>
                <a:gd name="connsiteY25" fmla="*/ 133408 h 133323"/>
                <a:gd name="connsiteX26" fmla="*/ 43549 w 143397"/>
                <a:gd name="connsiteY26" fmla="*/ 112760 h 133323"/>
                <a:gd name="connsiteX27" fmla="*/ 70776 w 143397"/>
                <a:gd name="connsiteY27" fmla="*/ 78249 h 133323"/>
                <a:gd name="connsiteX28" fmla="*/ 79852 w 143397"/>
                <a:gd name="connsiteY28" fmla="*/ 113645 h 133323"/>
                <a:gd name="connsiteX29" fmla="*/ 97398 w 143397"/>
                <a:gd name="connsiteY29" fmla="*/ 133408 h 133323"/>
                <a:gd name="connsiteX30" fmla="*/ 134307 w 143397"/>
                <a:gd name="connsiteY30" fmla="*/ 99782 h 133323"/>
                <a:gd name="connsiteX31" fmla="*/ 130071 w 143397"/>
                <a:gd name="connsiteY31" fmla="*/ 97422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3323">
                  <a:moveTo>
                    <a:pt x="130071" y="97422"/>
                  </a:moveTo>
                  <a:cubicBezTo>
                    <a:pt x="127651" y="100077"/>
                    <a:pt x="126138" y="101847"/>
                    <a:pt x="123416" y="105386"/>
                  </a:cubicBezTo>
                  <a:cubicBezTo>
                    <a:pt x="116458" y="114235"/>
                    <a:pt x="112827" y="117185"/>
                    <a:pt x="109500" y="117185"/>
                  </a:cubicBezTo>
                  <a:cubicBezTo>
                    <a:pt x="104962" y="117185"/>
                    <a:pt x="102239" y="113350"/>
                    <a:pt x="100121" y="105091"/>
                  </a:cubicBezTo>
                  <a:cubicBezTo>
                    <a:pt x="99516" y="102731"/>
                    <a:pt x="99214" y="100962"/>
                    <a:pt x="98911" y="100077"/>
                  </a:cubicBezTo>
                  <a:cubicBezTo>
                    <a:pt x="91348" y="70285"/>
                    <a:pt x="88020" y="56717"/>
                    <a:pt x="88020" y="52293"/>
                  </a:cubicBezTo>
                  <a:cubicBezTo>
                    <a:pt x="101331" y="29580"/>
                    <a:pt x="112222" y="16602"/>
                    <a:pt x="117668" y="16602"/>
                  </a:cubicBezTo>
                  <a:cubicBezTo>
                    <a:pt x="119483" y="16602"/>
                    <a:pt x="121903" y="17487"/>
                    <a:pt x="124928" y="18962"/>
                  </a:cubicBezTo>
                  <a:cubicBezTo>
                    <a:pt x="128559" y="21027"/>
                    <a:pt x="130676" y="21616"/>
                    <a:pt x="133097" y="21616"/>
                  </a:cubicBezTo>
                  <a:cubicBezTo>
                    <a:pt x="139450" y="21616"/>
                    <a:pt x="143685" y="17192"/>
                    <a:pt x="143685" y="10998"/>
                  </a:cubicBezTo>
                  <a:cubicBezTo>
                    <a:pt x="143685" y="4804"/>
                    <a:pt x="138542" y="84"/>
                    <a:pt x="131281" y="84"/>
                  </a:cubicBezTo>
                  <a:cubicBezTo>
                    <a:pt x="117970" y="84"/>
                    <a:pt x="106474" y="10703"/>
                    <a:pt x="85600" y="42264"/>
                  </a:cubicBezTo>
                  <a:lnTo>
                    <a:pt x="82272" y="26041"/>
                  </a:lnTo>
                  <a:cubicBezTo>
                    <a:pt x="78037" y="5983"/>
                    <a:pt x="74709" y="84"/>
                    <a:pt x="66541" y="84"/>
                  </a:cubicBezTo>
                  <a:cubicBezTo>
                    <a:pt x="59885" y="84"/>
                    <a:pt x="49599" y="2739"/>
                    <a:pt x="31145" y="8638"/>
                  </a:cubicBezTo>
                  <a:lnTo>
                    <a:pt x="27817" y="9818"/>
                  </a:lnTo>
                  <a:lnTo>
                    <a:pt x="29027" y="14242"/>
                  </a:lnTo>
                  <a:cubicBezTo>
                    <a:pt x="40523" y="11588"/>
                    <a:pt x="43246" y="10998"/>
                    <a:pt x="45969" y="10998"/>
                  </a:cubicBezTo>
                  <a:cubicBezTo>
                    <a:pt x="53532" y="10998"/>
                    <a:pt x="55347" y="13652"/>
                    <a:pt x="59583" y="31350"/>
                  </a:cubicBezTo>
                  <a:lnTo>
                    <a:pt x="68356" y="67631"/>
                  </a:lnTo>
                  <a:lnTo>
                    <a:pt x="43549" y="102142"/>
                  </a:lnTo>
                  <a:cubicBezTo>
                    <a:pt x="37498" y="110990"/>
                    <a:pt x="31448" y="116300"/>
                    <a:pt x="28120" y="116300"/>
                  </a:cubicBezTo>
                  <a:cubicBezTo>
                    <a:pt x="26305" y="116300"/>
                    <a:pt x="23279" y="115415"/>
                    <a:pt x="20254" y="113645"/>
                  </a:cubicBezTo>
                  <a:cubicBezTo>
                    <a:pt x="16321" y="111580"/>
                    <a:pt x="12993" y="110695"/>
                    <a:pt x="10573" y="110695"/>
                  </a:cubicBezTo>
                  <a:cubicBezTo>
                    <a:pt x="4825" y="110695"/>
                    <a:pt x="287" y="115120"/>
                    <a:pt x="287" y="121019"/>
                  </a:cubicBezTo>
                  <a:cubicBezTo>
                    <a:pt x="287" y="128688"/>
                    <a:pt x="6338" y="133408"/>
                    <a:pt x="15414" y="133408"/>
                  </a:cubicBezTo>
                  <a:cubicBezTo>
                    <a:pt x="24792" y="133408"/>
                    <a:pt x="28422" y="130753"/>
                    <a:pt x="43549" y="112760"/>
                  </a:cubicBezTo>
                  <a:cubicBezTo>
                    <a:pt x="51717" y="103321"/>
                    <a:pt x="58070" y="95357"/>
                    <a:pt x="70776" y="78249"/>
                  </a:cubicBezTo>
                  <a:lnTo>
                    <a:pt x="79852" y="113645"/>
                  </a:lnTo>
                  <a:cubicBezTo>
                    <a:pt x="83785" y="128688"/>
                    <a:pt x="87718" y="133408"/>
                    <a:pt x="97398" y="133408"/>
                  </a:cubicBezTo>
                  <a:cubicBezTo>
                    <a:pt x="108894" y="133408"/>
                    <a:pt x="116760" y="126329"/>
                    <a:pt x="134307" y="99782"/>
                  </a:cubicBezTo>
                  <a:lnTo>
                    <a:pt x="130071" y="9742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1E14F36-D531-66A6-9F62-9EDC3E8E0B5D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11423514" y="4953763"/>
              <a:ext cx="99621" cy="147552"/>
            </a:xfrm>
            <a:custGeom>
              <a:avLst/>
              <a:gdLst>
                <a:gd name="connsiteX0" fmla="*/ 99913 w 99621"/>
                <a:gd name="connsiteY0" fmla="*/ 117735 h 147552"/>
                <a:gd name="connsiteX1" fmla="*/ 97003 w 99621"/>
                <a:gd name="connsiteY1" fmla="*/ 116644 h 147552"/>
                <a:gd name="connsiteX2" fmla="*/ 75735 w 99621"/>
                <a:gd name="connsiteY2" fmla="*/ 131050 h 147552"/>
                <a:gd name="connsiteX3" fmla="*/ 22230 w 99621"/>
                <a:gd name="connsiteY3" fmla="*/ 131050 h 147552"/>
                <a:gd name="connsiteX4" fmla="*/ 59841 w 99621"/>
                <a:gd name="connsiteY4" fmla="*/ 92634 h 147552"/>
                <a:gd name="connsiteX5" fmla="*/ 88496 w 99621"/>
                <a:gd name="connsiteY5" fmla="*/ 38721 h 147552"/>
                <a:gd name="connsiteX6" fmla="*/ 47080 w 99621"/>
                <a:gd name="connsiteY6" fmla="*/ 86 h 147552"/>
                <a:gd name="connsiteX7" fmla="*/ 14843 w 99621"/>
                <a:gd name="connsiteY7" fmla="*/ 13619 h 147552"/>
                <a:gd name="connsiteX8" fmla="*/ 515 w 99621"/>
                <a:gd name="connsiteY8" fmla="*/ 43522 h 147552"/>
                <a:gd name="connsiteX9" fmla="*/ 5216 w 99621"/>
                <a:gd name="connsiteY9" fmla="*/ 44614 h 147552"/>
                <a:gd name="connsiteX10" fmla="*/ 37677 w 99621"/>
                <a:gd name="connsiteY10" fmla="*/ 16238 h 147552"/>
                <a:gd name="connsiteX11" fmla="*/ 69243 w 99621"/>
                <a:gd name="connsiteY11" fmla="*/ 47015 h 147552"/>
                <a:gd name="connsiteX12" fmla="*/ 40140 w 99621"/>
                <a:gd name="connsiteY12" fmla="*/ 103766 h 147552"/>
                <a:gd name="connsiteX13" fmla="*/ 291 w 99621"/>
                <a:gd name="connsiteY13" fmla="*/ 145019 h 147552"/>
                <a:gd name="connsiteX14" fmla="*/ 291 w 99621"/>
                <a:gd name="connsiteY14" fmla="*/ 147639 h 147552"/>
                <a:gd name="connsiteX15" fmla="*/ 87600 w 99621"/>
                <a:gd name="connsiteY15" fmla="*/ 147639 h 147552"/>
                <a:gd name="connsiteX16" fmla="*/ 99913 w 99621"/>
                <a:gd name="connsiteY16" fmla="*/ 117735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621" h="147552">
                  <a:moveTo>
                    <a:pt x="99913" y="117735"/>
                  </a:moveTo>
                  <a:lnTo>
                    <a:pt x="97003" y="116644"/>
                  </a:lnTo>
                  <a:cubicBezTo>
                    <a:pt x="88720" y="129085"/>
                    <a:pt x="85809" y="131050"/>
                    <a:pt x="75735" y="131050"/>
                  </a:cubicBezTo>
                  <a:lnTo>
                    <a:pt x="22230" y="131050"/>
                  </a:lnTo>
                  <a:lnTo>
                    <a:pt x="59841" y="92634"/>
                  </a:lnTo>
                  <a:cubicBezTo>
                    <a:pt x="79765" y="72335"/>
                    <a:pt x="88496" y="55746"/>
                    <a:pt x="88496" y="38721"/>
                  </a:cubicBezTo>
                  <a:cubicBezTo>
                    <a:pt x="88496" y="16893"/>
                    <a:pt x="70362" y="86"/>
                    <a:pt x="47080" y="86"/>
                  </a:cubicBezTo>
                  <a:cubicBezTo>
                    <a:pt x="34767" y="86"/>
                    <a:pt x="23126" y="4888"/>
                    <a:pt x="14843" y="13619"/>
                  </a:cubicBezTo>
                  <a:cubicBezTo>
                    <a:pt x="7679" y="21040"/>
                    <a:pt x="4321" y="28025"/>
                    <a:pt x="515" y="43522"/>
                  </a:cubicBezTo>
                  <a:lnTo>
                    <a:pt x="5216" y="44614"/>
                  </a:lnTo>
                  <a:cubicBezTo>
                    <a:pt x="14171" y="23223"/>
                    <a:pt x="22230" y="16238"/>
                    <a:pt x="37677" y="16238"/>
                  </a:cubicBezTo>
                  <a:cubicBezTo>
                    <a:pt x="56483" y="16238"/>
                    <a:pt x="69243" y="28680"/>
                    <a:pt x="69243" y="47015"/>
                  </a:cubicBezTo>
                  <a:cubicBezTo>
                    <a:pt x="69243" y="64040"/>
                    <a:pt x="58945" y="84340"/>
                    <a:pt x="40140" y="103766"/>
                  </a:cubicBezTo>
                  <a:lnTo>
                    <a:pt x="291" y="145019"/>
                  </a:lnTo>
                  <a:lnTo>
                    <a:pt x="291" y="147639"/>
                  </a:lnTo>
                  <a:lnTo>
                    <a:pt x="87600" y="147639"/>
                  </a:lnTo>
                  <a:lnTo>
                    <a:pt x="99913" y="117735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F34E946F-00A6-C6D6-EFF3-E34E8871A197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1570353" y="5025325"/>
              <a:ext cx="35395" cy="88194"/>
            </a:xfrm>
            <a:custGeom>
              <a:avLst/>
              <a:gdLst>
                <a:gd name="connsiteX0" fmla="*/ 35691 w 35395"/>
                <a:gd name="connsiteY0" fmla="*/ 31056 h 88194"/>
                <a:gd name="connsiteX1" fmla="*/ 16330 w 35395"/>
                <a:gd name="connsiteY1" fmla="*/ 85 h 88194"/>
                <a:gd name="connsiteX2" fmla="*/ 296 w 35395"/>
                <a:gd name="connsiteY2" fmla="*/ 15718 h 88194"/>
                <a:gd name="connsiteX3" fmla="*/ 16330 w 35395"/>
                <a:gd name="connsiteY3" fmla="*/ 31351 h 88194"/>
                <a:gd name="connsiteX4" fmla="*/ 26918 w 35395"/>
                <a:gd name="connsiteY4" fmla="*/ 27516 h 88194"/>
                <a:gd name="connsiteX5" fmla="*/ 28431 w 35395"/>
                <a:gd name="connsiteY5" fmla="*/ 26631 h 88194"/>
                <a:gd name="connsiteX6" fmla="*/ 29036 w 35395"/>
                <a:gd name="connsiteY6" fmla="*/ 31056 h 88194"/>
                <a:gd name="connsiteX7" fmla="*/ 8464 w 35395"/>
                <a:gd name="connsiteY7" fmla="*/ 80315 h 88194"/>
                <a:gd name="connsiteX8" fmla="*/ 5136 w 35395"/>
                <a:gd name="connsiteY8" fmla="*/ 85034 h 88194"/>
                <a:gd name="connsiteX9" fmla="*/ 8161 w 35395"/>
                <a:gd name="connsiteY9" fmla="*/ 88279 h 88194"/>
                <a:gd name="connsiteX10" fmla="*/ 35691 w 35395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691" y="31056"/>
                  </a:moveTo>
                  <a:cubicBezTo>
                    <a:pt x="35691" y="11588"/>
                    <a:pt x="28128" y="85"/>
                    <a:pt x="16330" y="85"/>
                  </a:cubicBezTo>
                  <a:cubicBezTo>
                    <a:pt x="6346" y="85"/>
                    <a:pt x="296" y="7459"/>
                    <a:pt x="296" y="15718"/>
                  </a:cubicBezTo>
                  <a:cubicBezTo>
                    <a:pt x="296" y="23682"/>
                    <a:pt x="6346" y="31351"/>
                    <a:pt x="16330" y="31351"/>
                  </a:cubicBezTo>
                  <a:cubicBezTo>
                    <a:pt x="19960" y="31351"/>
                    <a:pt x="23893" y="30171"/>
                    <a:pt x="26918" y="27516"/>
                  </a:cubicBezTo>
                  <a:cubicBezTo>
                    <a:pt x="27826" y="26926"/>
                    <a:pt x="28128" y="26631"/>
                    <a:pt x="28431" y="26631"/>
                  </a:cubicBezTo>
                  <a:cubicBezTo>
                    <a:pt x="28733" y="26631"/>
                    <a:pt x="29036" y="26926"/>
                    <a:pt x="29036" y="31056"/>
                  </a:cubicBezTo>
                  <a:cubicBezTo>
                    <a:pt x="29036" y="52883"/>
                    <a:pt x="18447" y="70581"/>
                    <a:pt x="8464" y="80315"/>
                  </a:cubicBezTo>
                  <a:cubicBezTo>
                    <a:pt x="5136" y="83559"/>
                    <a:pt x="5136" y="84149"/>
                    <a:pt x="5136" y="85034"/>
                  </a:cubicBezTo>
                  <a:cubicBezTo>
                    <a:pt x="5136" y="87099"/>
                    <a:pt x="6649" y="88279"/>
                    <a:pt x="8161" y="88279"/>
                  </a:cubicBezTo>
                  <a:cubicBezTo>
                    <a:pt x="11489" y="88279"/>
                    <a:pt x="35691" y="65567"/>
                    <a:pt x="35691" y="3105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B4CCC46D-3FCE-C1E5-D7AA-44E673318E90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1654018" y="4926512"/>
              <a:ext cx="143397" cy="133323"/>
            </a:xfrm>
            <a:custGeom>
              <a:avLst/>
              <a:gdLst>
                <a:gd name="connsiteX0" fmla="*/ 130084 w 143397"/>
                <a:gd name="connsiteY0" fmla="*/ 97422 h 133323"/>
                <a:gd name="connsiteX1" fmla="*/ 123428 w 143397"/>
                <a:gd name="connsiteY1" fmla="*/ 105386 h 133323"/>
                <a:gd name="connsiteX2" fmla="*/ 109512 w 143397"/>
                <a:gd name="connsiteY2" fmla="*/ 117185 h 133323"/>
                <a:gd name="connsiteX3" fmla="*/ 100134 w 143397"/>
                <a:gd name="connsiteY3" fmla="*/ 105091 h 133323"/>
                <a:gd name="connsiteX4" fmla="*/ 98924 w 143397"/>
                <a:gd name="connsiteY4" fmla="*/ 100077 h 133323"/>
                <a:gd name="connsiteX5" fmla="*/ 88033 w 143397"/>
                <a:gd name="connsiteY5" fmla="*/ 52293 h 133323"/>
                <a:gd name="connsiteX6" fmla="*/ 117680 w 143397"/>
                <a:gd name="connsiteY6" fmla="*/ 16602 h 133323"/>
                <a:gd name="connsiteX7" fmla="*/ 124941 w 143397"/>
                <a:gd name="connsiteY7" fmla="*/ 18962 h 133323"/>
                <a:gd name="connsiteX8" fmla="*/ 133109 w 143397"/>
                <a:gd name="connsiteY8" fmla="*/ 21616 h 133323"/>
                <a:gd name="connsiteX9" fmla="*/ 143698 w 143397"/>
                <a:gd name="connsiteY9" fmla="*/ 10998 h 133323"/>
                <a:gd name="connsiteX10" fmla="*/ 131294 w 143397"/>
                <a:gd name="connsiteY10" fmla="*/ 84 h 133323"/>
                <a:gd name="connsiteX11" fmla="*/ 85612 w 143397"/>
                <a:gd name="connsiteY11" fmla="*/ 42264 h 133323"/>
                <a:gd name="connsiteX12" fmla="*/ 82285 w 143397"/>
                <a:gd name="connsiteY12" fmla="*/ 26041 h 133323"/>
                <a:gd name="connsiteX13" fmla="*/ 66553 w 143397"/>
                <a:gd name="connsiteY13" fmla="*/ 84 h 133323"/>
                <a:gd name="connsiteX14" fmla="*/ 31158 w 143397"/>
                <a:gd name="connsiteY14" fmla="*/ 8638 h 133323"/>
                <a:gd name="connsiteX15" fmla="*/ 27830 w 143397"/>
                <a:gd name="connsiteY15" fmla="*/ 9818 h 133323"/>
                <a:gd name="connsiteX16" fmla="*/ 29040 w 143397"/>
                <a:gd name="connsiteY16" fmla="*/ 14242 h 133323"/>
                <a:gd name="connsiteX17" fmla="*/ 45981 w 143397"/>
                <a:gd name="connsiteY17" fmla="*/ 10998 h 133323"/>
                <a:gd name="connsiteX18" fmla="*/ 59595 w 143397"/>
                <a:gd name="connsiteY18" fmla="*/ 31350 h 133323"/>
                <a:gd name="connsiteX19" fmla="*/ 68368 w 143397"/>
                <a:gd name="connsiteY19" fmla="*/ 67631 h 133323"/>
                <a:gd name="connsiteX20" fmla="*/ 43561 w 143397"/>
                <a:gd name="connsiteY20" fmla="*/ 102142 h 133323"/>
                <a:gd name="connsiteX21" fmla="*/ 28132 w 143397"/>
                <a:gd name="connsiteY21" fmla="*/ 116300 h 133323"/>
                <a:gd name="connsiteX22" fmla="*/ 20267 w 143397"/>
                <a:gd name="connsiteY22" fmla="*/ 113645 h 133323"/>
                <a:gd name="connsiteX23" fmla="*/ 10586 w 143397"/>
                <a:gd name="connsiteY23" fmla="*/ 110695 h 133323"/>
                <a:gd name="connsiteX24" fmla="*/ 300 w 143397"/>
                <a:gd name="connsiteY24" fmla="*/ 121019 h 133323"/>
                <a:gd name="connsiteX25" fmla="*/ 15426 w 143397"/>
                <a:gd name="connsiteY25" fmla="*/ 133408 h 133323"/>
                <a:gd name="connsiteX26" fmla="*/ 43561 w 143397"/>
                <a:gd name="connsiteY26" fmla="*/ 112760 h 133323"/>
                <a:gd name="connsiteX27" fmla="*/ 70789 w 143397"/>
                <a:gd name="connsiteY27" fmla="*/ 78249 h 133323"/>
                <a:gd name="connsiteX28" fmla="*/ 79864 w 143397"/>
                <a:gd name="connsiteY28" fmla="*/ 113645 h 133323"/>
                <a:gd name="connsiteX29" fmla="*/ 97411 w 143397"/>
                <a:gd name="connsiteY29" fmla="*/ 133408 h 133323"/>
                <a:gd name="connsiteX30" fmla="*/ 134319 w 143397"/>
                <a:gd name="connsiteY30" fmla="*/ 99782 h 133323"/>
                <a:gd name="connsiteX31" fmla="*/ 130084 w 143397"/>
                <a:gd name="connsiteY31" fmla="*/ 97422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3323">
                  <a:moveTo>
                    <a:pt x="130084" y="97422"/>
                  </a:moveTo>
                  <a:cubicBezTo>
                    <a:pt x="127664" y="100077"/>
                    <a:pt x="126151" y="101847"/>
                    <a:pt x="123428" y="105386"/>
                  </a:cubicBezTo>
                  <a:cubicBezTo>
                    <a:pt x="116470" y="114235"/>
                    <a:pt x="112840" y="117185"/>
                    <a:pt x="109512" y="117185"/>
                  </a:cubicBezTo>
                  <a:cubicBezTo>
                    <a:pt x="104974" y="117185"/>
                    <a:pt x="102251" y="113350"/>
                    <a:pt x="100134" y="105091"/>
                  </a:cubicBezTo>
                  <a:cubicBezTo>
                    <a:pt x="99529" y="102731"/>
                    <a:pt x="99226" y="100962"/>
                    <a:pt x="98924" y="100077"/>
                  </a:cubicBezTo>
                  <a:cubicBezTo>
                    <a:pt x="91360" y="70285"/>
                    <a:pt x="88033" y="56717"/>
                    <a:pt x="88033" y="52293"/>
                  </a:cubicBezTo>
                  <a:cubicBezTo>
                    <a:pt x="101344" y="29580"/>
                    <a:pt x="112235" y="16602"/>
                    <a:pt x="117680" y="16602"/>
                  </a:cubicBezTo>
                  <a:cubicBezTo>
                    <a:pt x="119495" y="16602"/>
                    <a:pt x="121916" y="17487"/>
                    <a:pt x="124941" y="18962"/>
                  </a:cubicBezTo>
                  <a:cubicBezTo>
                    <a:pt x="128571" y="21027"/>
                    <a:pt x="130689" y="21616"/>
                    <a:pt x="133109" y="21616"/>
                  </a:cubicBezTo>
                  <a:cubicBezTo>
                    <a:pt x="139462" y="21616"/>
                    <a:pt x="143698" y="17192"/>
                    <a:pt x="143698" y="10998"/>
                  </a:cubicBezTo>
                  <a:cubicBezTo>
                    <a:pt x="143698" y="4804"/>
                    <a:pt x="138555" y="84"/>
                    <a:pt x="131294" y="84"/>
                  </a:cubicBezTo>
                  <a:cubicBezTo>
                    <a:pt x="117983" y="84"/>
                    <a:pt x="106487" y="10703"/>
                    <a:pt x="85612" y="42264"/>
                  </a:cubicBezTo>
                  <a:lnTo>
                    <a:pt x="82285" y="26041"/>
                  </a:lnTo>
                  <a:cubicBezTo>
                    <a:pt x="78049" y="5983"/>
                    <a:pt x="74721" y="84"/>
                    <a:pt x="66553" y="84"/>
                  </a:cubicBezTo>
                  <a:cubicBezTo>
                    <a:pt x="59898" y="84"/>
                    <a:pt x="49612" y="2739"/>
                    <a:pt x="31158" y="8638"/>
                  </a:cubicBezTo>
                  <a:lnTo>
                    <a:pt x="27830" y="9818"/>
                  </a:lnTo>
                  <a:lnTo>
                    <a:pt x="29040" y="14242"/>
                  </a:lnTo>
                  <a:cubicBezTo>
                    <a:pt x="40536" y="11588"/>
                    <a:pt x="43259" y="10998"/>
                    <a:pt x="45981" y="10998"/>
                  </a:cubicBezTo>
                  <a:cubicBezTo>
                    <a:pt x="53545" y="10998"/>
                    <a:pt x="55360" y="13652"/>
                    <a:pt x="59595" y="31350"/>
                  </a:cubicBezTo>
                  <a:lnTo>
                    <a:pt x="68368" y="67631"/>
                  </a:lnTo>
                  <a:lnTo>
                    <a:pt x="43561" y="102142"/>
                  </a:lnTo>
                  <a:cubicBezTo>
                    <a:pt x="37511" y="110990"/>
                    <a:pt x="31460" y="116300"/>
                    <a:pt x="28132" y="116300"/>
                  </a:cubicBezTo>
                  <a:cubicBezTo>
                    <a:pt x="26317" y="116300"/>
                    <a:pt x="23292" y="115415"/>
                    <a:pt x="20267" y="113645"/>
                  </a:cubicBezTo>
                  <a:cubicBezTo>
                    <a:pt x="16334" y="111580"/>
                    <a:pt x="13006" y="110695"/>
                    <a:pt x="10586" y="110695"/>
                  </a:cubicBezTo>
                  <a:cubicBezTo>
                    <a:pt x="4838" y="110695"/>
                    <a:pt x="300" y="115120"/>
                    <a:pt x="300" y="121019"/>
                  </a:cubicBezTo>
                  <a:cubicBezTo>
                    <a:pt x="300" y="128688"/>
                    <a:pt x="6350" y="133408"/>
                    <a:pt x="15426" y="133408"/>
                  </a:cubicBezTo>
                  <a:cubicBezTo>
                    <a:pt x="24804" y="133408"/>
                    <a:pt x="28435" y="130753"/>
                    <a:pt x="43561" y="112760"/>
                  </a:cubicBezTo>
                  <a:cubicBezTo>
                    <a:pt x="51729" y="103321"/>
                    <a:pt x="58082" y="95357"/>
                    <a:pt x="70789" y="78249"/>
                  </a:cubicBezTo>
                  <a:lnTo>
                    <a:pt x="79864" y="113645"/>
                  </a:lnTo>
                  <a:cubicBezTo>
                    <a:pt x="83797" y="128688"/>
                    <a:pt x="87730" y="133408"/>
                    <a:pt x="97411" y="133408"/>
                  </a:cubicBezTo>
                  <a:cubicBezTo>
                    <a:pt x="108907" y="133408"/>
                    <a:pt x="116773" y="126329"/>
                    <a:pt x="134319" y="99782"/>
                  </a:cubicBezTo>
                  <a:lnTo>
                    <a:pt x="130084" y="9742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DA85B144-1243-8146-F933-7B1AA86AC6A3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1799697" y="4953763"/>
              <a:ext cx="102980" cy="147552"/>
            </a:xfrm>
            <a:custGeom>
              <a:avLst/>
              <a:gdLst>
                <a:gd name="connsiteX0" fmla="*/ 103284 w 102980"/>
                <a:gd name="connsiteY0" fmla="*/ 97218 h 147552"/>
                <a:gd name="connsiteX1" fmla="*/ 80449 w 102980"/>
                <a:gd name="connsiteY1" fmla="*/ 97218 h 147552"/>
                <a:gd name="connsiteX2" fmla="*/ 80449 w 102980"/>
                <a:gd name="connsiteY2" fmla="*/ 86 h 147552"/>
                <a:gd name="connsiteX3" fmla="*/ 70599 w 102980"/>
                <a:gd name="connsiteY3" fmla="*/ 86 h 147552"/>
                <a:gd name="connsiteX4" fmla="*/ 304 w 102980"/>
                <a:gd name="connsiteY4" fmla="*/ 97218 h 147552"/>
                <a:gd name="connsiteX5" fmla="*/ 304 w 102980"/>
                <a:gd name="connsiteY5" fmla="*/ 111187 h 147552"/>
                <a:gd name="connsiteX6" fmla="*/ 63211 w 102980"/>
                <a:gd name="connsiteY6" fmla="*/ 111187 h 147552"/>
                <a:gd name="connsiteX7" fmla="*/ 63211 w 102980"/>
                <a:gd name="connsiteY7" fmla="*/ 147639 h 147552"/>
                <a:gd name="connsiteX8" fmla="*/ 80449 w 102980"/>
                <a:gd name="connsiteY8" fmla="*/ 147639 h 147552"/>
                <a:gd name="connsiteX9" fmla="*/ 80449 w 102980"/>
                <a:gd name="connsiteY9" fmla="*/ 111187 h 147552"/>
                <a:gd name="connsiteX10" fmla="*/ 103284 w 102980"/>
                <a:gd name="connsiteY10" fmla="*/ 111187 h 147552"/>
                <a:gd name="connsiteX11" fmla="*/ 103284 w 102980"/>
                <a:gd name="connsiteY11" fmla="*/ 97218 h 147552"/>
                <a:gd name="connsiteX12" fmla="*/ 62987 w 102980"/>
                <a:gd name="connsiteY12" fmla="*/ 97218 h 147552"/>
                <a:gd name="connsiteX13" fmla="*/ 9258 w 102980"/>
                <a:gd name="connsiteY13" fmla="*/ 97218 h 147552"/>
                <a:gd name="connsiteX14" fmla="*/ 62987 w 102980"/>
                <a:gd name="connsiteY14" fmla="*/ 22350 h 147552"/>
                <a:gd name="connsiteX15" fmla="*/ 62987 w 102980"/>
                <a:gd name="connsiteY15" fmla="*/ 97218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2980" h="147552">
                  <a:moveTo>
                    <a:pt x="103284" y="97218"/>
                  </a:moveTo>
                  <a:lnTo>
                    <a:pt x="80449" y="97218"/>
                  </a:lnTo>
                  <a:lnTo>
                    <a:pt x="80449" y="86"/>
                  </a:lnTo>
                  <a:lnTo>
                    <a:pt x="70599" y="86"/>
                  </a:lnTo>
                  <a:lnTo>
                    <a:pt x="304" y="97218"/>
                  </a:lnTo>
                  <a:lnTo>
                    <a:pt x="304" y="111187"/>
                  </a:lnTo>
                  <a:lnTo>
                    <a:pt x="63211" y="111187"/>
                  </a:lnTo>
                  <a:lnTo>
                    <a:pt x="63211" y="147639"/>
                  </a:lnTo>
                  <a:lnTo>
                    <a:pt x="80449" y="147639"/>
                  </a:lnTo>
                  <a:lnTo>
                    <a:pt x="80449" y="111187"/>
                  </a:lnTo>
                  <a:lnTo>
                    <a:pt x="103284" y="111187"/>
                  </a:lnTo>
                  <a:lnTo>
                    <a:pt x="103284" y="97218"/>
                  </a:lnTo>
                  <a:close/>
                  <a:moveTo>
                    <a:pt x="62987" y="97218"/>
                  </a:moveTo>
                  <a:lnTo>
                    <a:pt x="9258" y="97218"/>
                  </a:lnTo>
                  <a:lnTo>
                    <a:pt x="62987" y="22350"/>
                  </a:lnTo>
                  <a:lnTo>
                    <a:pt x="62987" y="97218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B1EBD63A-00D5-A1CB-7D22-5B7264986D02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1931204" y="4835369"/>
              <a:ext cx="41446" cy="294963"/>
            </a:xfrm>
            <a:custGeom>
              <a:avLst/>
              <a:gdLst>
                <a:gd name="connsiteX0" fmla="*/ 41754 w 41446"/>
                <a:gd name="connsiteY0" fmla="*/ 84 h 294963"/>
                <a:gd name="connsiteX1" fmla="*/ 308 w 41446"/>
                <a:gd name="connsiteY1" fmla="*/ 84 h 294963"/>
                <a:gd name="connsiteX2" fmla="*/ 308 w 41446"/>
                <a:gd name="connsiteY2" fmla="*/ 11883 h 294963"/>
                <a:gd name="connsiteX3" fmla="*/ 29653 w 41446"/>
                <a:gd name="connsiteY3" fmla="*/ 11883 h 294963"/>
                <a:gd name="connsiteX4" fmla="*/ 29653 w 41446"/>
                <a:gd name="connsiteY4" fmla="*/ 283249 h 294963"/>
                <a:gd name="connsiteX5" fmla="*/ 308 w 41446"/>
                <a:gd name="connsiteY5" fmla="*/ 283249 h 294963"/>
                <a:gd name="connsiteX6" fmla="*/ 308 w 41446"/>
                <a:gd name="connsiteY6" fmla="*/ 295048 h 294963"/>
                <a:gd name="connsiteX7" fmla="*/ 41754 w 41446"/>
                <a:gd name="connsiteY7" fmla="*/ 295048 h 294963"/>
                <a:gd name="connsiteX8" fmla="*/ 41754 w 4144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754" y="84"/>
                  </a:moveTo>
                  <a:lnTo>
                    <a:pt x="308" y="84"/>
                  </a:lnTo>
                  <a:lnTo>
                    <a:pt x="308" y="11883"/>
                  </a:lnTo>
                  <a:lnTo>
                    <a:pt x="29653" y="11883"/>
                  </a:lnTo>
                  <a:lnTo>
                    <a:pt x="29653" y="283249"/>
                  </a:lnTo>
                  <a:lnTo>
                    <a:pt x="308" y="283249"/>
                  </a:lnTo>
                  <a:lnTo>
                    <a:pt x="308" y="295048"/>
                  </a:lnTo>
                  <a:lnTo>
                    <a:pt x="41754" y="295048"/>
                  </a:lnTo>
                  <a:lnTo>
                    <a:pt x="41754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655F99F3-0AC3-AAA9-D1FA-B5E0540BC6F7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2034676" y="5025325"/>
              <a:ext cx="35395" cy="88194"/>
            </a:xfrm>
            <a:custGeom>
              <a:avLst/>
              <a:gdLst>
                <a:gd name="connsiteX0" fmla="*/ 35707 w 35395"/>
                <a:gd name="connsiteY0" fmla="*/ 31056 h 88194"/>
                <a:gd name="connsiteX1" fmla="*/ 16345 w 35395"/>
                <a:gd name="connsiteY1" fmla="*/ 85 h 88194"/>
                <a:gd name="connsiteX2" fmla="*/ 311 w 35395"/>
                <a:gd name="connsiteY2" fmla="*/ 15718 h 88194"/>
                <a:gd name="connsiteX3" fmla="*/ 16345 w 35395"/>
                <a:gd name="connsiteY3" fmla="*/ 31351 h 88194"/>
                <a:gd name="connsiteX4" fmla="*/ 26933 w 35395"/>
                <a:gd name="connsiteY4" fmla="*/ 27516 h 88194"/>
                <a:gd name="connsiteX5" fmla="*/ 28446 w 35395"/>
                <a:gd name="connsiteY5" fmla="*/ 26631 h 88194"/>
                <a:gd name="connsiteX6" fmla="*/ 29051 w 35395"/>
                <a:gd name="connsiteY6" fmla="*/ 31056 h 88194"/>
                <a:gd name="connsiteX7" fmla="*/ 8479 w 35395"/>
                <a:gd name="connsiteY7" fmla="*/ 80315 h 88194"/>
                <a:gd name="connsiteX8" fmla="*/ 5151 w 35395"/>
                <a:gd name="connsiteY8" fmla="*/ 85034 h 88194"/>
                <a:gd name="connsiteX9" fmla="*/ 8177 w 35395"/>
                <a:gd name="connsiteY9" fmla="*/ 88279 h 88194"/>
                <a:gd name="connsiteX10" fmla="*/ 35707 w 35395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707" y="31056"/>
                  </a:moveTo>
                  <a:cubicBezTo>
                    <a:pt x="35707" y="11588"/>
                    <a:pt x="28143" y="85"/>
                    <a:pt x="16345" y="85"/>
                  </a:cubicBezTo>
                  <a:cubicBezTo>
                    <a:pt x="6362" y="85"/>
                    <a:pt x="311" y="7459"/>
                    <a:pt x="311" y="15718"/>
                  </a:cubicBezTo>
                  <a:cubicBezTo>
                    <a:pt x="311" y="23682"/>
                    <a:pt x="6362" y="31351"/>
                    <a:pt x="16345" y="31351"/>
                  </a:cubicBezTo>
                  <a:cubicBezTo>
                    <a:pt x="19975" y="31351"/>
                    <a:pt x="23908" y="30171"/>
                    <a:pt x="26933" y="27516"/>
                  </a:cubicBezTo>
                  <a:cubicBezTo>
                    <a:pt x="27841" y="26926"/>
                    <a:pt x="28143" y="26631"/>
                    <a:pt x="28446" y="26631"/>
                  </a:cubicBezTo>
                  <a:cubicBezTo>
                    <a:pt x="28749" y="26631"/>
                    <a:pt x="29051" y="26926"/>
                    <a:pt x="29051" y="31056"/>
                  </a:cubicBezTo>
                  <a:cubicBezTo>
                    <a:pt x="29051" y="52883"/>
                    <a:pt x="18463" y="70581"/>
                    <a:pt x="8479" y="80315"/>
                  </a:cubicBezTo>
                  <a:cubicBezTo>
                    <a:pt x="5151" y="83559"/>
                    <a:pt x="5151" y="84149"/>
                    <a:pt x="5151" y="85034"/>
                  </a:cubicBezTo>
                  <a:cubicBezTo>
                    <a:pt x="5151" y="87099"/>
                    <a:pt x="6664" y="88279"/>
                    <a:pt x="8177" y="88279"/>
                  </a:cubicBezTo>
                  <a:cubicBezTo>
                    <a:pt x="11505" y="88279"/>
                    <a:pt x="35707" y="65567"/>
                    <a:pt x="35707" y="3105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C0AF8E3B-5320-D472-062A-9CA650340BD0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12220006" y="4967217"/>
              <a:ext cx="32067" cy="31266"/>
            </a:xfrm>
            <a:custGeom>
              <a:avLst/>
              <a:gdLst>
                <a:gd name="connsiteX0" fmla="*/ 32385 w 32067"/>
                <a:gd name="connsiteY0" fmla="*/ 15717 h 31266"/>
                <a:gd name="connsiteX1" fmla="*/ 16351 w 32067"/>
                <a:gd name="connsiteY1" fmla="*/ 84 h 31266"/>
                <a:gd name="connsiteX2" fmla="*/ 317 w 32067"/>
                <a:gd name="connsiteY2" fmla="*/ 15717 h 31266"/>
                <a:gd name="connsiteX3" fmla="*/ 16351 w 32067"/>
                <a:gd name="connsiteY3" fmla="*/ 31350 h 31266"/>
                <a:gd name="connsiteX4" fmla="*/ 32385 w 32067"/>
                <a:gd name="connsiteY4" fmla="*/ 15717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1266">
                  <a:moveTo>
                    <a:pt x="32385" y="15717"/>
                  </a:moveTo>
                  <a:cubicBezTo>
                    <a:pt x="32385" y="7163"/>
                    <a:pt x="25124" y="84"/>
                    <a:pt x="16351" y="84"/>
                  </a:cubicBezTo>
                  <a:cubicBezTo>
                    <a:pt x="7578" y="84"/>
                    <a:pt x="317" y="7163"/>
                    <a:pt x="317" y="15717"/>
                  </a:cubicBezTo>
                  <a:cubicBezTo>
                    <a:pt x="317" y="24271"/>
                    <a:pt x="7578" y="31350"/>
                    <a:pt x="16351" y="31350"/>
                  </a:cubicBezTo>
                  <a:cubicBezTo>
                    <a:pt x="25124" y="31350"/>
                    <a:pt x="32385" y="24271"/>
                    <a:pt x="32385" y="15717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4BF3D4DC-76B2-7BF8-5F48-1B49BE097C02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12337856" y="4967217"/>
              <a:ext cx="32067" cy="31266"/>
            </a:xfrm>
            <a:custGeom>
              <a:avLst/>
              <a:gdLst>
                <a:gd name="connsiteX0" fmla="*/ 32389 w 32067"/>
                <a:gd name="connsiteY0" fmla="*/ 15717 h 31266"/>
                <a:gd name="connsiteX1" fmla="*/ 16355 w 32067"/>
                <a:gd name="connsiteY1" fmla="*/ 84 h 31266"/>
                <a:gd name="connsiteX2" fmla="*/ 321 w 32067"/>
                <a:gd name="connsiteY2" fmla="*/ 15717 h 31266"/>
                <a:gd name="connsiteX3" fmla="*/ 16355 w 32067"/>
                <a:gd name="connsiteY3" fmla="*/ 31350 h 31266"/>
                <a:gd name="connsiteX4" fmla="*/ 32389 w 32067"/>
                <a:gd name="connsiteY4" fmla="*/ 15717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1266">
                  <a:moveTo>
                    <a:pt x="32389" y="15717"/>
                  </a:moveTo>
                  <a:cubicBezTo>
                    <a:pt x="32389" y="7163"/>
                    <a:pt x="25128" y="84"/>
                    <a:pt x="16355" y="84"/>
                  </a:cubicBezTo>
                  <a:cubicBezTo>
                    <a:pt x="7582" y="84"/>
                    <a:pt x="321" y="7163"/>
                    <a:pt x="321" y="15717"/>
                  </a:cubicBezTo>
                  <a:cubicBezTo>
                    <a:pt x="321" y="24271"/>
                    <a:pt x="7582" y="31350"/>
                    <a:pt x="16355" y="31350"/>
                  </a:cubicBezTo>
                  <a:cubicBezTo>
                    <a:pt x="25128" y="31350"/>
                    <a:pt x="32389" y="24271"/>
                    <a:pt x="32389" y="15717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9B29E29-76C9-3468-C2D0-4B2EDAA64F29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12455706" y="4967217"/>
              <a:ext cx="32067" cy="31266"/>
            </a:xfrm>
            <a:custGeom>
              <a:avLst/>
              <a:gdLst>
                <a:gd name="connsiteX0" fmla="*/ 32393 w 32067"/>
                <a:gd name="connsiteY0" fmla="*/ 15717 h 31266"/>
                <a:gd name="connsiteX1" fmla="*/ 16359 w 32067"/>
                <a:gd name="connsiteY1" fmla="*/ 84 h 31266"/>
                <a:gd name="connsiteX2" fmla="*/ 325 w 32067"/>
                <a:gd name="connsiteY2" fmla="*/ 15717 h 31266"/>
                <a:gd name="connsiteX3" fmla="*/ 16359 w 32067"/>
                <a:gd name="connsiteY3" fmla="*/ 31350 h 31266"/>
                <a:gd name="connsiteX4" fmla="*/ 32393 w 32067"/>
                <a:gd name="connsiteY4" fmla="*/ 15717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1266">
                  <a:moveTo>
                    <a:pt x="32393" y="15717"/>
                  </a:moveTo>
                  <a:cubicBezTo>
                    <a:pt x="32393" y="7163"/>
                    <a:pt x="25132" y="84"/>
                    <a:pt x="16359" y="84"/>
                  </a:cubicBezTo>
                  <a:cubicBezTo>
                    <a:pt x="7585" y="84"/>
                    <a:pt x="325" y="7163"/>
                    <a:pt x="325" y="15717"/>
                  </a:cubicBezTo>
                  <a:cubicBezTo>
                    <a:pt x="325" y="24271"/>
                    <a:pt x="7585" y="31350"/>
                    <a:pt x="16359" y="31350"/>
                  </a:cubicBezTo>
                  <a:cubicBezTo>
                    <a:pt x="25132" y="31350"/>
                    <a:pt x="32393" y="24271"/>
                    <a:pt x="32393" y="15717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037CA566-281C-E062-4F73-F335552A88D4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12616977" y="4835369"/>
              <a:ext cx="41446" cy="294963"/>
            </a:xfrm>
            <a:custGeom>
              <a:avLst/>
              <a:gdLst>
                <a:gd name="connsiteX0" fmla="*/ 41776 w 41446"/>
                <a:gd name="connsiteY0" fmla="*/ 295048 h 294963"/>
                <a:gd name="connsiteX1" fmla="*/ 41776 w 41446"/>
                <a:gd name="connsiteY1" fmla="*/ 283249 h 294963"/>
                <a:gd name="connsiteX2" fmla="*/ 12431 w 41446"/>
                <a:gd name="connsiteY2" fmla="*/ 283249 h 294963"/>
                <a:gd name="connsiteX3" fmla="*/ 12431 w 41446"/>
                <a:gd name="connsiteY3" fmla="*/ 11883 h 294963"/>
                <a:gd name="connsiteX4" fmla="*/ 41776 w 41446"/>
                <a:gd name="connsiteY4" fmla="*/ 11883 h 294963"/>
                <a:gd name="connsiteX5" fmla="*/ 41776 w 41446"/>
                <a:gd name="connsiteY5" fmla="*/ 84 h 294963"/>
                <a:gd name="connsiteX6" fmla="*/ 330 w 41446"/>
                <a:gd name="connsiteY6" fmla="*/ 84 h 294963"/>
                <a:gd name="connsiteX7" fmla="*/ 330 w 41446"/>
                <a:gd name="connsiteY7" fmla="*/ 295048 h 294963"/>
                <a:gd name="connsiteX8" fmla="*/ 41776 w 4144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776" y="295048"/>
                  </a:moveTo>
                  <a:lnTo>
                    <a:pt x="41776" y="283249"/>
                  </a:lnTo>
                  <a:lnTo>
                    <a:pt x="12431" y="283249"/>
                  </a:lnTo>
                  <a:lnTo>
                    <a:pt x="12431" y="11883"/>
                  </a:lnTo>
                  <a:lnTo>
                    <a:pt x="41776" y="11883"/>
                  </a:lnTo>
                  <a:lnTo>
                    <a:pt x="41776" y="84"/>
                  </a:lnTo>
                  <a:lnTo>
                    <a:pt x="330" y="84"/>
                  </a:lnTo>
                  <a:lnTo>
                    <a:pt x="330" y="295048"/>
                  </a:lnTo>
                  <a:lnTo>
                    <a:pt x="41776" y="295048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5A66E74B-9A16-BB9E-56A2-54D0942002D7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12657222" y="4926512"/>
              <a:ext cx="143397" cy="133323"/>
            </a:xfrm>
            <a:custGeom>
              <a:avLst/>
              <a:gdLst>
                <a:gd name="connsiteX0" fmla="*/ 130117 w 143397"/>
                <a:gd name="connsiteY0" fmla="*/ 97422 h 133323"/>
                <a:gd name="connsiteX1" fmla="*/ 123461 w 143397"/>
                <a:gd name="connsiteY1" fmla="*/ 105386 h 133323"/>
                <a:gd name="connsiteX2" fmla="*/ 109545 w 143397"/>
                <a:gd name="connsiteY2" fmla="*/ 117185 h 133323"/>
                <a:gd name="connsiteX3" fmla="*/ 100167 w 143397"/>
                <a:gd name="connsiteY3" fmla="*/ 105091 h 133323"/>
                <a:gd name="connsiteX4" fmla="*/ 98956 w 143397"/>
                <a:gd name="connsiteY4" fmla="*/ 100077 h 133323"/>
                <a:gd name="connsiteX5" fmla="*/ 88066 w 143397"/>
                <a:gd name="connsiteY5" fmla="*/ 52293 h 133323"/>
                <a:gd name="connsiteX6" fmla="*/ 117713 w 143397"/>
                <a:gd name="connsiteY6" fmla="*/ 16602 h 133323"/>
                <a:gd name="connsiteX7" fmla="*/ 124974 w 143397"/>
                <a:gd name="connsiteY7" fmla="*/ 18962 h 133323"/>
                <a:gd name="connsiteX8" fmla="*/ 133142 w 143397"/>
                <a:gd name="connsiteY8" fmla="*/ 21616 h 133323"/>
                <a:gd name="connsiteX9" fmla="*/ 143730 w 143397"/>
                <a:gd name="connsiteY9" fmla="*/ 10998 h 133323"/>
                <a:gd name="connsiteX10" fmla="*/ 131327 w 143397"/>
                <a:gd name="connsiteY10" fmla="*/ 84 h 133323"/>
                <a:gd name="connsiteX11" fmla="*/ 85645 w 143397"/>
                <a:gd name="connsiteY11" fmla="*/ 42264 h 133323"/>
                <a:gd name="connsiteX12" fmla="*/ 82317 w 143397"/>
                <a:gd name="connsiteY12" fmla="*/ 26041 h 133323"/>
                <a:gd name="connsiteX13" fmla="*/ 66586 w 143397"/>
                <a:gd name="connsiteY13" fmla="*/ 84 h 133323"/>
                <a:gd name="connsiteX14" fmla="*/ 31190 w 143397"/>
                <a:gd name="connsiteY14" fmla="*/ 8638 h 133323"/>
                <a:gd name="connsiteX15" fmla="*/ 27863 w 143397"/>
                <a:gd name="connsiteY15" fmla="*/ 9818 h 133323"/>
                <a:gd name="connsiteX16" fmla="*/ 29073 w 143397"/>
                <a:gd name="connsiteY16" fmla="*/ 14242 h 133323"/>
                <a:gd name="connsiteX17" fmla="*/ 46014 w 143397"/>
                <a:gd name="connsiteY17" fmla="*/ 10998 h 133323"/>
                <a:gd name="connsiteX18" fmla="*/ 59628 w 143397"/>
                <a:gd name="connsiteY18" fmla="*/ 31350 h 133323"/>
                <a:gd name="connsiteX19" fmla="*/ 68401 w 143397"/>
                <a:gd name="connsiteY19" fmla="*/ 67631 h 133323"/>
                <a:gd name="connsiteX20" fmla="*/ 43594 w 143397"/>
                <a:gd name="connsiteY20" fmla="*/ 102142 h 133323"/>
                <a:gd name="connsiteX21" fmla="*/ 28165 w 143397"/>
                <a:gd name="connsiteY21" fmla="*/ 116300 h 133323"/>
                <a:gd name="connsiteX22" fmla="*/ 20299 w 143397"/>
                <a:gd name="connsiteY22" fmla="*/ 113645 h 133323"/>
                <a:gd name="connsiteX23" fmla="*/ 10619 w 143397"/>
                <a:gd name="connsiteY23" fmla="*/ 110695 h 133323"/>
                <a:gd name="connsiteX24" fmla="*/ 333 w 143397"/>
                <a:gd name="connsiteY24" fmla="*/ 121019 h 133323"/>
                <a:gd name="connsiteX25" fmla="*/ 15459 w 143397"/>
                <a:gd name="connsiteY25" fmla="*/ 133408 h 133323"/>
                <a:gd name="connsiteX26" fmla="*/ 43594 w 143397"/>
                <a:gd name="connsiteY26" fmla="*/ 112760 h 133323"/>
                <a:gd name="connsiteX27" fmla="*/ 70821 w 143397"/>
                <a:gd name="connsiteY27" fmla="*/ 78249 h 133323"/>
                <a:gd name="connsiteX28" fmla="*/ 79897 w 143397"/>
                <a:gd name="connsiteY28" fmla="*/ 113645 h 133323"/>
                <a:gd name="connsiteX29" fmla="*/ 97444 w 143397"/>
                <a:gd name="connsiteY29" fmla="*/ 133408 h 133323"/>
                <a:gd name="connsiteX30" fmla="*/ 134352 w 143397"/>
                <a:gd name="connsiteY30" fmla="*/ 99782 h 133323"/>
                <a:gd name="connsiteX31" fmla="*/ 130117 w 143397"/>
                <a:gd name="connsiteY31" fmla="*/ 97422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3323">
                  <a:moveTo>
                    <a:pt x="130117" y="97422"/>
                  </a:moveTo>
                  <a:cubicBezTo>
                    <a:pt x="127696" y="100077"/>
                    <a:pt x="126184" y="101847"/>
                    <a:pt x="123461" y="105386"/>
                  </a:cubicBezTo>
                  <a:cubicBezTo>
                    <a:pt x="116503" y="114235"/>
                    <a:pt x="112873" y="117185"/>
                    <a:pt x="109545" y="117185"/>
                  </a:cubicBezTo>
                  <a:cubicBezTo>
                    <a:pt x="105007" y="117185"/>
                    <a:pt x="102284" y="113350"/>
                    <a:pt x="100167" y="105091"/>
                  </a:cubicBezTo>
                  <a:cubicBezTo>
                    <a:pt x="99562" y="102731"/>
                    <a:pt x="99259" y="100962"/>
                    <a:pt x="98956" y="100077"/>
                  </a:cubicBezTo>
                  <a:cubicBezTo>
                    <a:pt x="91393" y="70285"/>
                    <a:pt x="88066" y="56717"/>
                    <a:pt x="88066" y="52293"/>
                  </a:cubicBezTo>
                  <a:cubicBezTo>
                    <a:pt x="101377" y="29580"/>
                    <a:pt x="112268" y="16602"/>
                    <a:pt x="117713" y="16602"/>
                  </a:cubicBezTo>
                  <a:cubicBezTo>
                    <a:pt x="119528" y="16602"/>
                    <a:pt x="121948" y="17487"/>
                    <a:pt x="124974" y="18962"/>
                  </a:cubicBezTo>
                  <a:cubicBezTo>
                    <a:pt x="128604" y="21027"/>
                    <a:pt x="130722" y="21616"/>
                    <a:pt x="133142" y="21616"/>
                  </a:cubicBezTo>
                  <a:cubicBezTo>
                    <a:pt x="139495" y="21616"/>
                    <a:pt x="143730" y="17192"/>
                    <a:pt x="143730" y="10998"/>
                  </a:cubicBezTo>
                  <a:cubicBezTo>
                    <a:pt x="143730" y="4804"/>
                    <a:pt x="138587" y="84"/>
                    <a:pt x="131327" y="84"/>
                  </a:cubicBezTo>
                  <a:cubicBezTo>
                    <a:pt x="118016" y="84"/>
                    <a:pt x="106520" y="10703"/>
                    <a:pt x="85645" y="42264"/>
                  </a:cubicBezTo>
                  <a:lnTo>
                    <a:pt x="82317" y="26041"/>
                  </a:lnTo>
                  <a:cubicBezTo>
                    <a:pt x="78082" y="5983"/>
                    <a:pt x="74754" y="84"/>
                    <a:pt x="66586" y="84"/>
                  </a:cubicBezTo>
                  <a:cubicBezTo>
                    <a:pt x="59931" y="84"/>
                    <a:pt x="49645" y="2739"/>
                    <a:pt x="31190" y="8638"/>
                  </a:cubicBezTo>
                  <a:lnTo>
                    <a:pt x="27863" y="9818"/>
                  </a:lnTo>
                  <a:lnTo>
                    <a:pt x="29073" y="14242"/>
                  </a:lnTo>
                  <a:cubicBezTo>
                    <a:pt x="40569" y="11588"/>
                    <a:pt x="43292" y="10998"/>
                    <a:pt x="46014" y="10998"/>
                  </a:cubicBezTo>
                  <a:cubicBezTo>
                    <a:pt x="53577" y="10998"/>
                    <a:pt x="55393" y="13652"/>
                    <a:pt x="59628" y="31350"/>
                  </a:cubicBezTo>
                  <a:lnTo>
                    <a:pt x="68401" y="67631"/>
                  </a:lnTo>
                  <a:lnTo>
                    <a:pt x="43594" y="102142"/>
                  </a:lnTo>
                  <a:cubicBezTo>
                    <a:pt x="37544" y="110990"/>
                    <a:pt x="31493" y="116300"/>
                    <a:pt x="28165" y="116300"/>
                  </a:cubicBezTo>
                  <a:cubicBezTo>
                    <a:pt x="26350" y="116300"/>
                    <a:pt x="23325" y="115415"/>
                    <a:pt x="20299" y="113645"/>
                  </a:cubicBezTo>
                  <a:cubicBezTo>
                    <a:pt x="16367" y="111580"/>
                    <a:pt x="13039" y="110695"/>
                    <a:pt x="10619" y="110695"/>
                  </a:cubicBezTo>
                  <a:cubicBezTo>
                    <a:pt x="4871" y="110695"/>
                    <a:pt x="333" y="115120"/>
                    <a:pt x="333" y="121019"/>
                  </a:cubicBezTo>
                  <a:cubicBezTo>
                    <a:pt x="333" y="128688"/>
                    <a:pt x="6383" y="133408"/>
                    <a:pt x="15459" y="133408"/>
                  </a:cubicBezTo>
                  <a:cubicBezTo>
                    <a:pt x="24837" y="133408"/>
                    <a:pt x="28468" y="130753"/>
                    <a:pt x="43594" y="112760"/>
                  </a:cubicBezTo>
                  <a:cubicBezTo>
                    <a:pt x="51762" y="103321"/>
                    <a:pt x="58115" y="95357"/>
                    <a:pt x="70821" y="78249"/>
                  </a:cubicBezTo>
                  <a:lnTo>
                    <a:pt x="79897" y="113645"/>
                  </a:lnTo>
                  <a:cubicBezTo>
                    <a:pt x="83830" y="128688"/>
                    <a:pt x="87763" y="133408"/>
                    <a:pt x="97444" y="133408"/>
                  </a:cubicBezTo>
                  <a:cubicBezTo>
                    <a:pt x="108940" y="133408"/>
                    <a:pt x="116806" y="126329"/>
                    <a:pt x="134352" y="99782"/>
                  </a:cubicBezTo>
                  <a:lnTo>
                    <a:pt x="130117" y="9742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C8DDCE1E-815F-F124-17F5-1780FF71C576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12803348" y="5005057"/>
              <a:ext cx="102980" cy="98222"/>
            </a:xfrm>
            <a:custGeom>
              <a:avLst/>
              <a:gdLst>
                <a:gd name="connsiteX0" fmla="*/ 100182 w 102980"/>
                <a:gd name="connsiteY0" fmla="*/ 70807 h 98222"/>
                <a:gd name="connsiteX1" fmla="*/ 95481 w 102980"/>
                <a:gd name="connsiteY1" fmla="*/ 76482 h 98222"/>
                <a:gd name="connsiteX2" fmla="*/ 81825 w 102980"/>
                <a:gd name="connsiteY2" fmla="*/ 88050 h 98222"/>
                <a:gd name="connsiteX3" fmla="*/ 78243 w 102980"/>
                <a:gd name="connsiteY3" fmla="*/ 84558 h 98222"/>
                <a:gd name="connsiteX4" fmla="*/ 81377 w 102980"/>
                <a:gd name="connsiteY4" fmla="*/ 70807 h 98222"/>
                <a:gd name="connsiteX5" fmla="*/ 94138 w 102980"/>
                <a:gd name="connsiteY5" fmla="*/ 25842 h 98222"/>
                <a:gd name="connsiteX6" fmla="*/ 96153 w 102980"/>
                <a:gd name="connsiteY6" fmla="*/ 13401 h 98222"/>
                <a:gd name="connsiteX7" fmla="*/ 81377 w 102980"/>
                <a:gd name="connsiteY7" fmla="*/ 86 h 98222"/>
                <a:gd name="connsiteX8" fmla="*/ 29887 w 102980"/>
                <a:gd name="connsiteY8" fmla="*/ 48106 h 98222"/>
                <a:gd name="connsiteX9" fmla="*/ 44887 w 102980"/>
                <a:gd name="connsiteY9" fmla="*/ 523 h 98222"/>
                <a:gd name="connsiteX10" fmla="*/ 44215 w 102980"/>
                <a:gd name="connsiteY10" fmla="*/ 86 h 98222"/>
                <a:gd name="connsiteX11" fmla="*/ 7948 w 102980"/>
                <a:gd name="connsiteY11" fmla="*/ 6853 h 98222"/>
                <a:gd name="connsiteX12" fmla="*/ 7948 w 102980"/>
                <a:gd name="connsiteY12" fmla="*/ 10345 h 98222"/>
                <a:gd name="connsiteX13" fmla="*/ 22276 w 102980"/>
                <a:gd name="connsiteY13" fmla="*/ 16238 h 98222"/>
                <a:gd name="connsiteX14" fmla="*/ 21828 w 102980"/>
                <a:gd name="connsiteY14" fmla="*/ 19949 h 98222"/>
                <a:gd name="connsiteX15" fmla="*/ 337 w 102980"/>
                <a:gd name="connsiteY15" fmla="*/ 96345 h 98222"/>
                <a:gd name="connsiteX16" fmla="*/ 17127 w 102980"/>
                <a:gd name="connsiteY16" fmla="*/ 96345 h 98222"/>
                <a:gd name="connsiteX17" fmla="*/ 39514 w 102980"/>
                <a:gd name="connsiteY17" fmla="*/ 42213 h 98222"/>
                <a:gd name="connsiteX18" fmla="*/ 72647 w 102980"/>
                <a:gd name="connsiteY18" fmla="*/ 11218 h 98222"/>
                <a:gd name="connsiteX19" fmla="*/ 78019 w 102980"/>
                <a:gd name="connsiteY19" fmla="*/ 17548 h 98222"/>
                <a:gd name="connsiteX20" fmla="*/ 74885 w 102980"/>
                <a:gd name="connsiteY20" fmla="*/ 34137 h 98222"/>
                <a:gd name="connsiteX21" fmla="*/ 65035 w 102980"/>
                <a:gd name="connsiteY21" fmla="*/ 70152 h 98222"/>
                <a:gd name="connsiteX22" fmla="*/ 61453 w 102980"/>
                <a:gd name="connsiteY22" fmla="*/ 86522 h 98222"/>
                <a:gd name="connsiteX23" fmla="*/ 71975 w 102980"/>
                <a:gd name="connsiteY23" fmla="*/ 98309 h 98222"/>
                <a:gd name="connsiteX24" fmla="*/ 103317 w 102980"/>
                <a:gd name="connsiteY24" fmla="*/ 73644 h 98222"/>
                <a:gd name="connsiteX25" fmla="*/ 100182 w 102980"/>
                <a:gd name="connsiteY25" fmla="*/ 70807 h 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980" h="98222">
                  <a:moveTo>
                    <a:pt x="100182" y="70807"/>
                  </a:moveTo>
                  <a:lnTo>
                    <a:pt x="95481" y="76482"/>
                  </a:lnTo>
                  <a:cubicBezTo>
                    <a:pt x="88989" y="84558"/>
                    <a:pt x="84959" y="88050"/>
                    <a:pt x="81825" y="88050"/>
                  </a:cubicBezTo>
                  <a:cubicBezTo>
                    <a:pt x="80034" y="88050"/>
                    <a:pt x="78243" y="86304"/>
                    <a:pt x="78243" y="84558"/>
                  </a:cubicBezTo>
                  <a:cubicBezTo>
                    <a:pt x="78243" y="83030"/>
                    <a:pt x="78243" y="83030"/>
                    <a:pt x="81377" y="70807"/>
                  </a:cubicBezTo>
                  <a:lnTo>
                    <a:pt x="94138" y="25842"/>
                  </a:lnTo>
                  <a:cubicBezTo>
                    <a:pt x="95257" y="21259"/>
                    <a:pt x="96153" y="16457"/>
                    <a:pt x="96153" y="13401"/>
                  </a:cubicBezTo>
                  <a:cubicBezTo>
                    <a:pt x="96153" y="5543"/>
                    <a:pt x="90108" y="86"/>
                    <a:pt x="81377" y="86"/>
                  </a:cubicBezTo>
                  <a:cubicBezTo>
                    <a:pt x="67050" y="86"/>
                    <a:pt x="52946" y="13183"/>
                    <a:pt x="29887" y="48106"/>
                  </a:cubicBezTo>
                  <a:lnTo>
                    <a:pt x="44887" y="523"/>
                  </a:lnTo>
                  <a:lnTo>
                    <a:pt x="44215" y="86"/>
                  </a:lnTo>
                  <a:cubicBezTo>
                    <a:pt x="32126" y="2487"/>
                    <a:pt x="27425" y="3360"/>
                    <a:pt x="7948" y="6853"/>
                  </a:cubicBezTo>
                  <a:lnTo>
                    <a:pt x="7948" y="10345"/>
                  </a:lnTo>
                  <a:cubicBezTo>
                    <a:pt x="19366" y="10563"/>
                    <a:pt x="22276" y="11873"/>
                    <a:pt x="22276" y="16238"/>
                  </a:cubicBezTo>
                  <a:cubicBezTo>
                    <a:pt x="22276" y="17548"/>
                    <a:pt x="22052" y="18858"/>
                    <a:pt x="21828" y="19949"/>
                  </a:cubicBezTo>
                  <a:lnTo>
                    <a:pt x="337" y="96345"/>
                  </a:lnTo>
                  <a:lnTo>
                    <a:pt x="17127" y="96345"/>
                  </a:lnTo>
                  <a:cubicBezTo>
                    <a:pt x="27649" y="61857"/>
                    <a:pt x="29664" y="57055"/>
                    <a:pt x="39514" y="42213"/>
                  </a:cubicBezTo>
                  <a:cubicBezTo>
                    <a:pt x="52946" y="22132"/>
                    <a:pt x="64363" y="11218"/>
                    <a:pt x="72647" y="11218"/>
                  </a:cubicBezTo>
                  <a:cubicBezTo>
                    <a:pt x="76005" y="11218"/>
                    <a:pt x="78019" y="13619"/>
                    <a:pt x="78019" y="17548"/>
                  </a:cubicBezTo>
                  <a:cubicBezTo>
                    <a:pt x="78019" y="20167"/>
                    <a:pt x="76676" y="27370"/>
                    <a:pt x="74885" y="34137"/>
                  </a:cubicBezTo>
                  <a:lnTo>
                    <a:pt x="65035" y="70152"/>
                  </a:lnTo>
                  <a:cubicBezTo>
                    <a:pt x="62125" y="81284"/>
                    <a:pt x="61453" y="84340"/>
                    <a:pt x="61453" y="86522"/>
                  </a:cubicBezTo>
                  <a:cubicBezTo>
                    <a:pt x="61453" y="94817"/>
                    <a:pt x="64587" y="98309"/>
                    <a:pt x="71975" y="98309"/>
                  </a:cubicBezTo>
                  <a:cubicBezTo>
                    <a:pt x="82049" y="98309"/>
                    <a:pt x="87870" y="93725"/>
                    <a:pt x="103317" y="73644"/>
                  </a:cubicBezTo>
                  <a:lnTo>
                    <a:pt x="100182" y="70807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8418DF6C-D09C-B882-3553-E83301A9243E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12931150" y="5042382"/>
              <a:ext cx="136784" cy="8730"/>
            </a:xfrm>
            <a:custGeom>
              <a:avLst/>
              <a:gdLst>
                <a:gd name="connsiteX0" fmla="*/ 129289 w 136784"/>
                <a:gd name="connsiteY0" fmla="*/ 8817 h 8730"/>
                <a:gd name="connsiteX1" fmla="*/ 137125 w 136784"/>
                <a:gd name="connsiteY1" fmla="*/ 4452 h 8730"/>
                <a:gd name="connsiteX2" fmla="*/ 129289 w 136784"/>
                <a:gd name="connsiteY2" fmla="*/ 86 h 8730"/>
                <a:gd name="connsiteX3" fmla="*/ 8176 w 136784"/>
                <a:gd name="connsiteY3" fmla="*/ 86 h 8730"/>
                <a:gd name="connsiteX4" fmla="*/ 340 w 136784"/>
                <a:gd name="connsiteY4" fmla="*/ 4452 h 8730"/>
                <a:gd name="connsiteX5" fmla="*/ 8176 w 136784"/>
                <a:gd name="connsiteY5" fmla="*/ 8817 h 8730"/>
                <a:gd name="connsiteX6" fmla="*/ 129289 w 136784"/>
                <a:gd name="connsiteY6" fmla="*/ 8817 h 8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84" h="8730">
                  <a:moveTo>
                    <a:pt x="129289" y="8817"/>
                  </a:moveTo>
                  <a:cubicBezTo>
                    <a:pt x="133095" y="8817"/>
                    <a:pt x="137125" y="8817"/>
                    <a:pt x="137125" y="4452"/>
                  </a:cubicBezTo>
                  <a:cubicBezTo>
                    <a:pt x="137125" y="86"/>
                    <a:pt x="133095" y="86"/>
                    <a:pt x="129289" y="86"/>
                  </a:cubicBezTo>
                  <a:lnTo>
                    <a:pt x="8176" y="86"/>
                  </a:lnTo>
                  <a:cubicBezTo>
                    <a:pt x="4370" y="86"/>
                    <a:pt x="340" y="86"/>
                    <a:pt x="340" y="4452"/>
                  </a:cubicBezTo>
                  <a:cubicBezTo>
                    <a:pt x="340" y="8817"/>
                    <a:pt x="4370" y="8817"/>
                    <a:pt x="8176" y="8817"/>
                  </a:cubicBezTo>
                  <a:lnTo>
                    <a:pt x="129289" y="8817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ECEAC323-087F-0333-6EDA-E1754BD6DAD2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13093881" y="4953763"/>
              <a:ext cx="99621" cy="147552"/>
            </a:xfrm>
            <a:custGeom>
              <a:avLst/>
              <a:gdLst>
                <a:gd name="connsiteX0" fmla="*/ 99968 w 99621"/>
                <a:gd name="connsiteY0" fmla="*/ 117735 h 147552"/>
                <a:gd name="connsiteX1" fmla="*/ 97058 w 99621"/>
                <a:gd name="connsiteY1" fmla="*/ 116644 h 147552"/>
                <a:gd name="connsiteX2" fmla="*/ 75790 w 99621"/>
                <a:gd name="connsiteY2" fmla="*/ 131050 h 147552"/>
                <a:gd name="connsiteX3" fmla="*/ 22285 w 99621"/>
                <a:gd name="connsiteY3" fmla="*/ 131050 h 147552"/>
                <a:gd name="connsiteX4" fmla="*/ 59895 w 99621"/>
                <a:gd name="connsiteY4" fmla="*/ 92634 h 147552"/>
                <a:gd name="connsiteX5" fmla="*/ 88551 w 99621"/>
                <a:gd name="connsiteY5" fmla="*/ 38721 h 147552"/>
                <a:gd name="connsiteX6" fmla="*/ 47135 w 99621"/>
                <a:gd name="connsiteY6" fmla="*/ 86 h 147552"/>
                <a:gd name="connsiteX7" fmla="*/ 14898 w 99621"/>
                <a:gd name="connsiteY7" fmla="*/ 13619 h 147552"/>
                <a:gd name="connsiteX8" fmla="*/ 570 w 99621"/>
                <a:gd name="connsiteY8" fmla="*/ 43522 h 147552"/>
                <a:gd name="connsiteX9" fmla="*/ 5271 w 99621"/>
                <a:gd name="connsiteY9" fmla="*/ 44614 h 147552"/>
                <a:gd name="connsiteX10" fmla="*/ 37732 w 99621"/>
                <a:gd name="connsiteY10" fmla="*/ 16238 h 147552"/>
                <a:gd name="connsiteX11" fmla="*/ 69298 w 99621"/>
                <a:gd name="connsiteY11" fmla="*/ 47015 h 147552"/>
                <a:gd name="connsiteX12" fmla="*/ 40195 w 99621"/>
                <a:gd name="connsiteY12" fmla="*/ 103766 h 147552"/>
                <a:gd name="connsiteX13" fmla="*/ 346 w 99621"/>
                <a:gd name="connsiteY13" fmla="*/ 145019 h 147552"/>
                <a:gd name="connsiteX14" fmla="*/ 346 w 99621"/>
                <a:gd name="connsiteY14" fmla="*/ 147639 h 147552"/>
                <a:gd name="connsiteX15" fmla="*/ 87655 w 99621"/>
                <a:gd name="connsiteY15" fmla="*/ 147639 h 147552"/>
                <a:gd name="connsiteX16" fmla="*/ 99968 w 99621"/>
                <a:gd name="connsiteY16" fmla="*/ 117735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621" h="147552">
                  <a:moveTo>
                    <a:pt x="99968" y="117735"/>
                  </a:moveTo>
                  <a:lnTo>
                    <a:pt x="97058" y="116644"/>
                  </a:lnTo>
                  <a:cubicBezTo>
                    <a:pt x="88775" y="129085"/>
                    <a:pt x="85864" y="131050"/>
                    <a:pt x="75790" y="131050"/>
                  </a:cubicBezTo>
                  <a:lnTo>
                    <a:pt x="22285" y="131050"/>
                  </a:lnTo>
                  <a:lnTo>
                    <a:pt x="59895" y="92634"/>
                  </a:lnTo>
                  <a:cubicBezTo>
                    <a:pt x="79820" y="72335"/>
                    <a:pt x="88551" y="55746"/>
                    <a:pt x="88551" y="38721"/>
                  </a:cubicBezTo>
                  <a:cubicBezTo>
                    <a:pt x="88551" y="16893"/>
                    <a:pt x="70417" y="86"/>
                    <a:pt x="47135" y="86"/>
                  </a:cubicBezTo>
                  <a:cubicBezTo>
                    <a:pt x="34822" y="86"/>
                    <a:pt x="23181" y="4888"/>
                    <a:pt x="14898" y="13619"/>
                  </a:cubicBezTo>
                  <a:cubicBezTo>
                    <a:pt x="7734" y="21040"/>
                    <a:pt x="4376" y="28025"/>
                    <a:pt x="570" y="43522"/>
                  </a:cubicBezTo>
                  <a:lnTo>
                    <a:pt x="5271" y="44614"/>
                  </a:lnTo>
                  <a:cubicBezTo>
                    <a:pt x="14226" y="23223"/>
                    <a:pt x="22285" y="16238"/>
                    <a:pt x="37732" y="16238"/>
                  </a:cubicBezTo>
                  <a:cubicBezTo>
                    <a:pt x="56537" y="16238"/>
                    <a:pt x="69298" y="28680"/>
                    <a:pt x="69298" y="47015"/>
                  </a:cubicBezTo>
                  <a:cubicBezTo>
                    <a:pt x="69298" y="64040"/>
                    <a:pt x="59000" y="84340"/>
                    <a:pt x="40195" y="103766"/>
                  </a:cubicBezTo>
                  <a:lnTo>
                    <a:pt x="346" y="145019"/>
                  </a:lnTo>
                  <a:lnTo>
                    <a:pt x="346" y="147639"/>
                  </a:lnTo>
                  <a:lnTo>
                    <a:pt x="87655" y="147639"/>
                  </a:lnTo>
                  <a:lnTo>
                    <a:pt x="99968" y="117735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ED6B88D7-0A60-3013-E56B-5B26C6F63169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13240720" y="5025325"/>
              <a:ext cx="35395" cy="88194"/>
            </a:xfrm>
            <a:custGeom>
              <a:avLst/>
              <a:gdLst>
                <a:gd name="connsiteX0" fmla="*/ 35746 w 35395"/>
                <a:gd name="connsiteY0" fmla="*/ 31056 h 88194"/>
                <a:gd name="connsiteX1" fmla="*/ 16385 w 35395"/>
                <a:gd name="connsiteY1" fmla="*/ 85 h 88194"/>
                <a:gd name="connsiteX2" fmla="*/ 351 w 35395"/>
                <a:gd name="connsiteY2" fmla="*/ 15718 h 88194"/>
                <a:gd name="connsiteX3" fmla="*/ 16385 w 35395"/>
                <a:gd name="connsiteY3" fmla="*/ 31351 h 88194"/>
                <a:gd name="connsiteX4" fmla="*/ 26973 w 35395"/>
                <a:gd name="connsiteY4" fmla="*/ 27516 h 88194"/>
                <a:gd name="connsiteX5" fmla="*/ 28486 w 35395"/>
                <a:gd name="connsiteY5" fmla="*/ 26631 h 88194"/>
                <a:gd name="connsiteX6" fmla="*/ 29091 w 35395"/>
                <a:gd name="connsiteY6" fmla="*/ 31056 h 88194"/>
                <a:gd name="connsiteX7" fmla="*/ 8519 w 35395"/>
                <a:gd name="connsiteY7" fmla="*/ 80315 h 88194"/>
                <a:gd name="connsiteX8" fmla="*/ 5191 w 35395"/>
                <a:gd name="connsiteY8" fmla="*/ 85034 h 88194"/>
                <a:gd name="connsiteX9" fmla="*/ 8216 w 35395"/>
                <a:gd name="connsiteY9" fmla="*/ 88279 h 88194"/>
                <a:gd name="connsiteX10" fmla="*/ 35746 w 35395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95" h="88194">
                  <a:moveTo>
                    <a:pt x="35746" y="31056"/>
                  </a:moveTo>
                  <a:cubicBezTo>
                    <a:pt x="35746" y="11588"/>
                    <a:pt x="28183" y="85"/>
                    <a:pt x="16385" y="85"/>
                  </a:cubicBezTo>
                  <a:cubicBezTo>
                    <a:pt x="6401" y="85"/>
                    <a:pt x="351" y="7459"/>
                    <a:pt x="351" y="15718"/>
                  </a:cubicBezTo>
                  <a:cubicBezTo>
                    <a:pt x="351" y="23682"/>
                    <a:pt x="6401" y="31351"/>
                    <a:pt x="16385" y="31351"/>
                  </a:cubicBezTo>
                  <a:cubicBezTo>
                    <a:pt x="20015" y="31351"/>
                    <a:pt x="23948" y="30171"/>
                    <a:pt x="26973" y="27516"/>
                  </a:cubicBezTo>
                  <a:cubicBezTo>
                    <a:pt x="27881" y="26926"/>
                    <a:pt x="28183" y="26631"/>
                    <a:pt x="28486" y="26631"/>
                  </a:cubicBezTo>
                  <a:cubicBezTo>
                    <a:pt x="28788" y="26631"/>
                    <a:pt x="29091" y="26926"/>
                    <a:pt x="29091" y="31056"/>
                  </a:cubicBezTo>
                  <a:cubicBezTo>
                    <a:pt x="29091" y="52883"/>
                    <a:pt x="18502" y="70581"/>
                    <a:pt x="8519" y="80315"/>
                  </a:cubicBezTo>
                  <a:cubicBezTo>
                    <a:pt x="5191" y="83559"/>
                    <a:pt x="5191" y="84149"/>
                    <a:pt x="5191" y="85034"/>
                  </a:cubicBezTo>
                  <a:cubicBezTo>
                    <a:pt x="5191" y="87099"/>
                    <a:pt x="6704" y="88279"/>
                    <a:pt x="8216" y="88279"/>
                  </a:cubicBezTo>
                  <a:cubicBezTo>
                    <a:pt x="11544" y="88279"/>
                    <a:pt x="35746" y="65567"/>
                    <a:pt x="35746" y="31056"/>
                  </a:cubicBez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DA48CCE1-0C8C-554F-FD5B-15DA8C170B45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13324385" y="4926512"/>
              <a:ext cx="143397" cy="133323"/>
            </a:xfrm>
            <a:custGeom>
              <a:avLst/>
              <a:gdLst>
                <a:gd name="connsiteX0" fmla="*/ 130139 w 143397"/>
                <a:gd name="connsiteY0" fmla="*/ 97422 h 133323"/>
                <a:gd name="connsiteX1" fmla="*/ 123483 w 143397"/>
                <a:gd name="connsiteY1" fmla="*/ 105386 h 133323"/>
                <a:gd name="connsiteX2" fmla="*/ 109567 w 143397"/>
                <a:gd name="connsiteY2" fmla="*/ 117185 h 133323"/>
                <a:gd name="connsiteX3" fmla="*/ 100188 w 143397"/>
                <a:gd name="connsiteY3" fmla="*/ 105091 h 133323"/>
                <a:gd name="connsiteX4" fmla="*/ 98978 w 143397"/>
                <a:gd name="connsiteY4" fmla="*/ 100077 h 133323"/>
                <a:gd name="connsiteX5" fmla="*/ 88087 w 143397"/>
                <a:gd name="connsiteY5" fmla="*/ 52293 h 133323"/>
                <a:gd name="connsiteX6" fmla="*/ 117735 w 143397"/>
                <a:gd name="connsiteY6" fmla="*/ 16602 h 133323"/>
                <a:gd name="connsiteX7" fmla="*/ 124996 w 143397"/>
                <a:gd name="connsiteY7" fmla="*/ 18962 h 133323"/>
                <a:gd name="connsiteX8" fmla="*/ 133164 w 143397"/>
                <a:gd name="connsiteY8" fmla="*/ 21616 h 133323"/>
                <a:gd name="connsiteX9" fmla="*/ 143752 w 143397"/>
                <a:gd name="connsiteY9" fmla="*/ 10998 h 133323"/>
                <a:gd name="connsiteX10" fmla="*/ 131349 w 143397"/>
                <a:gd name="connsiteY10" fmla="*/ 84 h 133323"/>
                <a:gd name="connsiteX11" fmla="*/ 85667 w 143397"/>
                <a:gd name="connsiteY11" fmla="*/ 42264 h 133323"/>
                <a:gd name="connsiteX12" fmla="*/ 82339 w 143397"/>
                <a:gd name="connsiteY12" fmla="*/ 26041 h 133323"/>
                <a:gd name="connsiteX13" fmla="*/ 66608 w 143397"/>
                <a:gd name="connsiteY13" fmla="*/ 84 h 133323"/>
                <a:gd name="connsiteX14" fmla="*/ 31212 w 143397"/>
                <a:gd name="connsiteY14" fmla="*/ 8638 h 133323"/>
                <a:gd name="connsiteX15" fmla="*/ 27885 w 143397"/>
                <a:gd name="connsiteY15" fmla="*/ 9818 h 133323"/>
                <a:gd name="connsiteX16" fmla="*/ 29095 w 143397"/>
                <a:gd name="connsiteY16" fmla="*/ 14242 h 133323"/>
                <a:gd name="connsiteX17" fmla="*/ 46036 w 143397"/>
                <a:gd name="connsiteY17" fmla="*/ 10998 h 133323"/>
                <a:gd name="connsiteX18" fmla="*/ 59650 w 143397"/>
                <a:gd name="connsiteY18" fmla="*/ 31350 h 133323"/>
                <a:gd name="connsiteX19" fmla="*/ 68423 w 143397"/>
                <a:gd name="connsiteY19" fmla="*/ 67631 h 133323"/>
                <a:gd name="connsiteX20" fmla="*/ 43616 w 143397"/>
                <a:gd name="connsiteY20" fmla="*/ 102142 h 133323"/>
                <a:gd name="connsiteX21" fmla="*/ 28187 w 143397"/>
                <a:gd name="connsiteY21" fmla="*/ 116300 h 133323"/>
                <a:gd name="connsiteX22" fmla="*/ 20321 w 143397"/>
                <a:gd name="connsiteY22" fmla="*/ 113645 h 133323"/>
                <a:gd name="connsiteX23" fmla="*/ 10641 w 143397"/>
                <a:gd name="connsiteY23" fmla="*/ 110695 h 133323"/>
                <a:gd name="connsiteX24" fmla="*/ 355 w 143397"/>
                <a:gd name="connsiteY24" fmla="*/ 121019 h 133323"/>
                <a:gd name="connsiteX25" fmla="*/ 15481 w 143397"/>
                <a:gd name="connsiteY25" fmla="*/ 133408 h 133323"/>
                <a:gd name="connsiteX26" fmla="*/ 43616 w 143397"/>
                <a:gd name="connsiteY26" fmla="*/ 112760 h 133323"/>
                <a:gd name="connsiteX27" fmla="*/ 70843 w 143397"/>
                <a:gd name="connsiteY27" fmla="*/ 78249 h 133323"/>
                <a:gd name="connsiteX28" fmla="*/ 79919 w 143397"/>
                <a:gd name="connsiteY28" fmla="*/ 113645 h 133323"/>
                <a:gd name="connsiteX29" fmla="*/ 97466 w 143397"/>
                <a:gd name="connsiteY29" fmla="*/ 133408 h 133323"/>
                <a:gd name="connsiteX30" fmla="*/ 134374 w 143397"/>
                <a:gd name="connsiteY30" fmla="*/ 99782 h 133323"/>
                <a:gd name="connsiteX31" fmla="*/ 130139 w 143397"/>
                <a:gd name="connsiteY31" fmla="*/ 97422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397" h="133323">
                  <a:moveTo>
                    <a:pt x="130139" y="97422"/>
                  </a:moveTo>
                  <a:cubicBezTo>
                    <a:pt x="127718" y="100077"/>
                    <a:pt x="126206" y="101847"/>
                    <a:pt x="123483" y="105386"/>
                  </a:cubicBezTo>
                  <a:cubicBezTo>
                    <a:pt x="116525" y="114235"/>
                    <a:pt x="112895" y="117185"/>
                    <a:pt x="109567" y="117185"/>
                  </a:cubicBezTo>
                  <a:cubicBezTo>
                    <a:pt x="105029" y="117185"/>
                    <a:pt x="102306" y="113350"/>
                    <a:pt x="100188" y="105091"/>
                  </a:cubicBezTo>
                  <a:cubicBezTo>
                    <a:pt x="99583" y="102731"/>
                    <a:pt x="99281" y="100962"/>
                    <a:pt x="98978" y="100077"/>
                  </a:cubicBezTo>
                  <a:cubicBezTo>
                    <a:pt x="91415" y="70285"/>
                    <a:pt x="88087" y="56717"/>
                    <a:pt x="88087" y="52293"/>
                  </a:cubicBezTo>
                  <a:cubicBezTo>
                    <a:pt x="101399" y="29580"/>
                    <a:pt x="112290" y="16602"/>
                    <a:pt x="117735" y="16602"/>
                  </a:cubicBezTo>
                  <a:cubicBezTo>
                    <a:pt x="119550" y="16602"/>
                    <a:pt x="121970" y="17487"/>
                    <a:pt x="124996" y="18962"/>
                  </a:cubicBezTo>
                  <a:cubicBezTo>
                    <a:pt x="128626" y="21027"/>
                    <a:pt x="130744" y="21616"/>
                    <a:pt x="133164" y="21616"/>
                  </a:cubicBezTo>
                  <a:cubicBezTo>
                    <a:pt x="139517" y="21616"/>
                    <a:pt x="143752" y="17192"/>
                    <a:pt x="143752" y="10998"/>
                  </a:cubicBezTo>
                  <a:cubicBezTo>
                    <a:pt x="143752" y="4804"/>
                    <a:pt x="138609" y="84"/>
                    <a:pt x="131349" y="84"/>
                  </a:cubicBezTo>
                  <a:cubicBezTo>
                    <a:pt x="118038" y="84"/>
                    <a:pt x="106542" y="10703"/>
                    <a:pt x="85667" y="42264"/>
                  </a:cubicBezTo>
                  <a:lnTo>
                    <a:pt x="82339" y="26041"/>
                  </a:lnTo>
                  <a:cubicBezTo>
                    <a:pt x="78104" y="5983"/>
                    <a:pt x="74776" y="84"/>
                    <a:pt x="66608" y="84"/>
                  </a:cubicBezTo>
                  <a:cubicBezTo>
                    <a:pt x="59952" y="84"/>
                    <a:pt x="49666" y="2739"/>
                    <a:pt x="31212" y="8638"/>
                  </a:cubicBezTo>
                  <a:lnTo>
                    <a:pt x="27885" y="9818"/>
                  </a:lnTo>
                  <a:lnTo>
                    <a:pt x="29095" y="14242"/>
                  </a:lnTo>
                  <a:cubicBezTo>
                    <a:pt x="40591" y="11588"/>
                    <a:pt x="43313" y="10998"/>
                    <a:pt x="46036" y="10998"/>
                  </a:cubicBezTo>
                  <a:cubicBezTo>
                    <a:pt x="53599" y="10998"/>
                    <a:pt x="55415" y="13652"/>
                    <a:pt x="59650" y="31350"/>
                  </a:cubicBezTo>
                  <a:lnTo>
                    <a:pt x="68423" y="67631"/>
                  </a:lnTo>
                  <a:lnTo>
                    <a:pt x="43616" y="102142"/>
                  </a:lnTo>
                  <a:cubicBezTo>
                    <a:pt x="37565" y="110990"/>
                    <a:pt x="31515" y="116300"/>
                    <a:pt x="28187" y="116300"/>
                  </a:cubicBezTo>
                  <a:cubicBezTo>
                    <a:pt x="26372" y="116300"/>
                    <a:pt x="23347" y="115415"/>
                    <a:pt x="20321" y="113645"/>
                  </a:cubicBezTo>
                  <a:cubicBezTo>
                    <a:pt x="16389" y="111580"/>
                    <a:pt x="13061" y="110695"/>
                    <a:pt x="10641" y="110695"/>
                  </a:cubicBezTo>
                  <a:cubicBezTo>
                    <a:pt x="4893" y="110695"/>
                    <a:pt x="355" y="115120"/>
                    <a:pt x="355" y="121019"/>
                  </a:cubicBezTo>
                  <a:cubicBezTo>
                    <a:pt x="355" y="128688"/>
                    <a:pt x="6405" y="133408"/>
                    <a:pt x="15481" y="133408"/>
                  </a:cubicBezTo>
                  <a:cubicBezTo>
                    <a:pt x="24859" y="133408"/>
                    <a:pt x="28490" y="130753"/>
                    <a:pt x="43616" y="112760"/>
                  </a:cubicBezTo>
                  <a:cubicBezTo>
                    <a:pt x="51784" y="103321"/>
                    <a:pt x="58137" y="95357"/>
                    <a:pt x="70843" y="78249"/>
                  </a:cubicBezTo>
                  <a:lnTo>
                    <a:pt x="79919" y="113645"/>
                  </a:lnTo>
                  <a:cubicBezTo>
                    <a:pt x="83852" y="128688"/>
                    <a:pt x="87785" y="133408"/>
                    <a:pt x="97466" y="133408"/>
                  </a:cubicBezTo>
                  <a:cubicBezTo>
                    <a:pt x="108962" y="133408"/>
                    <a:pt x="116827" y="126329"/>
                    <a:pt x="134374" y="99782"/>
                  </a:cubicBezTo>
                  <a:lnTo>
                    <a:pt x="130139" y="97422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FE72C78B-A14E-878B-3965-074BA640157F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13470511" y="5004743"/>
              <a:ext cx="102980" cy="98222"/>
            </a:xfrm>
            <a:custGeom>
              <a:avLst/>
              <a:gdLst>
                <a:gd name="connsiteX0" fmla="*/ 100204 w 102980"/>
                <a:gd name="connsiteY0" fmla="*/ 70807 h 98222"/>
                <a:gd name="connsiteX1" fmla="*/ 95503 w 102980"/>
                <a:gd name="connsiteY1" fmla="*/ 76482 h 98222"/>
                <a:gd name="connsiteX2" fmla="*/ 81847 w 102980"/>
                <a:gd name="connsiteY2" fmla="*/ 88050 h 98222"/>
                <a:gd name="connsiteX3" fmla="*/ 78265 w 102980"/>
                <a:gd name="connsiteY3" fmla="*/ 84558 h 98222"/>
                <a:gd name="connsiteX4" fmla="*/ 81399 w 102980"/>
                <a:gd name="connsiteY4" fmla="*/ 70807 h 98222"/>
                <a:gd name="connsiteX5" fmla="*/ 94160 w 102980"/>
                <a:gd name="connsiteY5" fmla="*/ 25842 h 98222"/>
                <a:gd name="connsiteX6" fmla="*/ 96175 w 102980"/>
                <a:gd name="connsiteY6" fmla="*/ 13401 h 98222"/>
                <a:gd name="connsiteX7" fmla="*/ 81399 w 102980"/>
                <a:gd name="connsiteY7" fmla="*/ 86 h 98222"/>
                <a:gd name="connsiteX8" fmla="*/ 29909 w 102980"/>
                <a:gd name="connsiteY8" fmla="*/ 48106 h 98222"/>
                <a:gd name="connsiteX9" fmla="*/ 44909 w 102980"/>
                <a:gd name="connsiteY9" fmla="*/ 523 h 98222"/>
                <a:gd name="connsiteX10" fmla="*/ 44237 w 102980"/>
                <a:gd name="connsiteY10" fmla="*/ 86 h 98222"/>
                <a:gd name="connsiteX11" fmla="*/ 7970 w 102980"/>
                <a:gd name="connsiteY11" fmla="*/ 6853 h 98222"/>
                <a:gd name="connsiteX12" fmla="*/ 7970 w 102980"/>
                <a:gd name="connsiteY12" fmla="*/ 10345 h 98222"/>
                <a:gd name="connsiteX13" fmla="*/ 22298 w 102980"/>
                <a:gd name="connsiteY13" fmla="*/ 16238 h 98222"/>
                <a:gd name="connsiteX14" fmla="*/ 21850 w 102980"/>
                <a:gd name="connsiteY14" fmla="*/ 19949 h 98222"/>
                <a:gd name="connsiteX15" fmla="*/ 359 w 102980"/>
                <a:gd name="connsiteY15" fmla="*/ 96345 h 98222"/>
                <a:gd name="connsiteX16" fmla="*/ 17149 w 102980"/>
                <a:gd name="connsiteY16" fmla="*/ 96345 h 98222"/>
                <a:gd name="connsiteX17" fmla="*/ 39536 w 102980"/>
                <a:gd name="connsiteY17" fmla="*/ 42213 h 98222"/>
                <a:gd name="connsiteX18" fmla="*/ 72668 w 102980"/>
                <a:gd name="connsiteY18" fmla="*/ 11218 h 98222"/>
                <a:gd name="connsiteX19" fmla="*/ 78041 w 102980"/>
                <a:gd name="connsiteY19" fmla="*/ 17548 h 98222"/>
                <a:gd name="connsiteX20" fmla="*/ 74907 w 102980"/>
                <a:gd name="connsiteY20" fmla="*/ 34137 h 98222"/>
                <a:gd name="connsiteX21" fmla="*/ 65057 w 102980"/>
                <a:gd name="connsiteY21" fmla="*/ 70152 h 98222"/>
                <a:gd name="connsiteX22" fmla="*/ 61475 w 102980"/>
                <a:gd name="connsiteY22" fmla="*/ 86522 h 98222"/>
                <a:gd name="connsiteX23" fmla="*/ 71997 w 102980"/>
                <a:gd name="connsiteY23" fmla="*/ 98309 h 98222"/>
                <a:gd name="connsiteX24" fmla="*/ 103339 w 102980"/>
                <a:gd name="connsiteY24" fmla="*/ 73644 h 98222"/>
                <a:gd name="connsiteX25" fmla="*/ 100204 w 102980"/>
                <a:gd name="connsiteY25" fmla="*/ 70807 h 98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2980" h="98222">
                  <a:moveTo>
                    <a:pt x="100204" y="70807"/>
                  </a:moveTo>
                  <a:lnTo>
                    <a:pt x="95503" y="76482"/>
                  </a:lnTo>
                  <a:cubicBezTo>
                    <a:pt x="89011" y="84558"/>
                    <a:pt x="84981" y="88050"/>
                    <a:pt x="81847" y="88050"/>
                  </a:cubicBezTo>
                  <a:cubicBezTo>
                    <a:pt x="80056" y="88050"/>
                    <a:pt x="78265" y="86304"/>
                    <a:pt x="78265" y="84558"/>
                  </a:cubicBezTo>
                  <a:cubicBezTo>
                    <a:pt x="78265" y="83030"/>
                    <a:pt x="78265" y="83030"/>
                    <a:pt x="81399" y="70807"/>
                  </a:cubicBezTo>
                  <a:lnTo>
                    <a:pt x="94160" y="25842"/>
                  </a:lnTo>
                  <a:cubicBezTo>
                    <a:pt x="95279" y="21259"/>
                    <a:pt x="96175" y="16457"/>
                    <a:pt x="96175" y="13401"/>
                  </a:cubicBezTo>
                  <a:cubicBezTo>
                    <a:pt x="96175" y="5543"/>
                    <a:pt x="90130" y="86"/>
                    <a:pt x="81399" y="86"/>
                  </a:cubicBezTo>
                  <a:cubicBezTo>
                    <a:pt x="67072" y="86"/>
                    <a:pt x="52968" y="13183"/>
                    <a:pt x="29909" y="48106"/>
                  </a:cubicBezTo>
                  <a:lnTo>
                    <a:pt x="44909" y="523"/>
                  </a:lnTo>
                  <a:lnTo>
                    <a:pt x="44237" y="86"/>
                  </a:lnTo>
                  <a:cubicBezTo>
                    <a:pt x="32148" y="2487"/>
                    <a:pt x="27447" y="3360"/>
                    <a:pt x="7970" y="6853"/>
                  </a:cubicBezTo>
                  <a:lnTo>
                    <a:pt x="7970" y="10345"/>
                  </a:lnTo>
                  <a:cubicBezTo>
                    <a:pt x="19387" y="10563"/>
                    <a:pt x="22298" y="11873"/>
                    <a:pt x="22298" y="16238"/>
                  </a:cubicBezTo>
                  <a:cubicBezTo>
                    <a:pt x="22298" y="17548"/>
                    <a:pt x="22074" y="18858"/>
                    <a:pt x="21850" y="19949"/>
                  </a:cubicBezTo>
                  <a:lnTo>
                    <a:pt x="359" y="96345"/>
                  </a:lnTo>
                  <a:lnTo>
                    <a:pt x="17149" y="96345"/>
                  </a:lnTo>
                  <a:cubicBezTo>
                    <a:pt x="27671" y="61857"/>
                    <a:pt x="29685" y="57055"/>
                    <a:pt x="39536" y="42213"/>
                  </a:cubicBezTo>
                  <a:cubicBezTo>
                    <a:pt x="52968" y="22132"/>
                    <a:pt x="64385" y="11218"/>
                    <a:pt x="72668" y="11218"/>
                  </a:cubicBezTo>
                  <a:cubicBezTo>
                    <a:pt x="76026" y="11218"/>
                    <a:pt x="78041" y="13619"/>
                    <a:pt x="78041" y="17548"/>
                  </a:cubicBezTo>
                  <a:cubicBezTo>
                    <a:pt x="78041" y="20167"/>
                    <a:pt x="76698" y="27370"/>
                    <a:pt x="74907" y="34137"/>
                  </a:cubicBezTo>
                  <a:lnTo>
                    <a:pt x="65057" y="70152"/>
                  </a:lnTo>
                  <a:cubicBezTo>
                    <a:pt x="62147" y="81284"/>
                    <a:pt x="61475" y="84340"/>
                    <a:pt x="61475" y="86522"/>
                  </a:cubicBezTo>
                  <a:cubicBezTo>
                    <a:pt x="61475" y="94817"/>
                    <a:pt x="64609" y="98309"/>
                    <a:pt x="71997" y="98309"/>
                  </a:cubicBezTo>
                  <a:cubicBezTo>
                    <a:pt x="82071" y="98309"/>
                    <a:pt x="87892" y="93725"/>
                    <a:pt x="103339" y="73644"/>
                  </a:cubicBezTo>
                  <a:lnTo>
                    <a:pt x="100204" y="70807"/>
                  </a:lnTo>
                  <a:close/>
                </a:path>
              </a:pathLst>
            </a:custGeom>
            <a:solidFill>
              <a:srgbClr val="FFFFFF"/>
            </a:solidFill>
            <a:ln w="304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450DE248-3572-8422-5BE7-0F9F9D2081A4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13601570" y="4835369"/>
              <a:ext cx="41446" cy="294963"/>
            </a:xfrm>
            <a:custGeom>
              <a:avLst/>
              <a:gdLst>
                <a:gd name="connsiteX0" fmla="*/ 41809 w 41446"/>
                <a:gd name="connsiteY0" fmla="*/ 84 h 294963"/>
                <a:gd name="connsiteX1" fmla="*/ 363 w 41446"/>
                <a:gd name="connsiteY1" fmla="*/ 84 h 294963"/>
                <a:gd name="connsiteX2" fmla="*/ 363 w 41446"/>
                <a:gd name="connsiteY2" fmla="*/ 11883 h 294963"/>
                <a:gd name="connsiteX3" fmla="*/ 29708 w 41446"/>
                <a:gd name="connsiteY3" fmla="*/ 11883 h 294963"/>
                <a:gd name="connsiteX4" fmla="*/ 29708 w 41446"/>
                <a:gd name="connsiteY4" fmla="*/ 283249 h 294963"/>
                <a:gd name="connsiteX5" fmla="*/ 363 w 41446"/>
                <a:gd name="connsiteY5" fmla="*/ 283249 h 294963"/>
                <a:gd name="connsiteX6" fmla="*/ 363 w 41446"/>
                <a:gd name="connsiteY6" fmla="*/ 295048 h 294963"/>
                <a:gd name="connsiteX7" fmla="*/ 41809 w 41446"/>
                <a:gd name="connsiteY7" fmla="*/ 295048 h 294963"/>
                <a:gd name="connsiteX8" fmla="*/ 41809 w 4144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46" h="294963">
                  <a:moveTo>
                    <a:pt x="41809" y="84"/>
                  </a:moveTo>
                  <a:lnTo>
                    <a:pt x="363" y="84"/>
                  </a:lnTo>
                  <a:lnTo>
                    <a:pt x="363" y="11883"/>
                  </a:lnTo>
                  <a:lnTo>
                    <a:pt x="29708" y="11883"/>
                  </a:lnTo>
                  <a:lnTo>
                    <a:pt x="29708" y="283249"/>
                  </a:lnTo>
                  <a:lnTo>
                    <a:pt x="363" y="283249"/>
                  </a:lnTo>
                  <a:lnTo>
                    <a:pt x="363" y="295048"/>
                  </a:lnTo>
                  <a:lnTo>
                    <a:pt x="41809" y="295048"/>
                  </a:lnTo>
                  <a:lnTo>
                    <a:pt x="41809" y="84"/>
                  </a:lnTo>
                  <a:close/>
                </a:path>
              </a:pathLst>
            </a:custGeom>
            <a:solidFill>
              <a:srgbClr val="FFFFFF"/>
            </a:solidFill>
            <a:ln w="41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47" name="Group 946">
            <a:extLst>
              <a:ext uri="{FF2B5EF4-FFF2-40B4-BE49-F238E27FC236}">
                <a16:creationId xmlns:a16="http://schemas.microsoft.com/office/drawing/2014/main" id="{FFD773B0-D33C-D73A-B638-D54C79C8BE15}"/>
              </a:ext>
            </a:extLst>
          </p:cNvPr>
          <p:cNvGrpSpPr/>
          <p:nvPr/>
        </p:nvGrpSpPr>
        <p:grpSpPr>
          <a:xfrm>
            <a:off x="2421799" y="2090201"/>
            <a:ext cx="8174123" cy="1428174"/>
            <a:chOff x="2321791" y="3256969"/>
            <a:chExt cx="8174123" cy="1428174"/>
          </a:xfrm>
        </p:grpSpPr>
        <p:grpSp>
          <p:nvGrpSpPr>
            <p:cNvPr id="806" name="Group 805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I&amp;\cong2h\frac{f(x_0)+4 f(x_1)+ f(x_2)}6+2h\frac{f(x_2)+4 f(x_3)+ f(x_4)}6\\&amp;+\cdots+2h\frac{f(x_{n-2})+4 f(x_{n-1})+ f(x_{n})}6\end{aligned}&#10;\end{align*}&#10;}&#10;\end{document}" title="IguanaTex Shape Display">
              <a:extLst>
                <a:ext uri="{FF2B5EF4-FFF2-40B4-BE49-F238E27FC236}">
                  <a16:creationId xmlns:a16="http://schemas.microsoft.com/office/drawing/2014/main" id="{35B3932C-2F77-AF1C-B87D-B7FFDCFD46A4}"/>
                </a:ext>
              </a:extLst>
            </p:cNvPr>
            <p:cNvGrpSpPr>
              <a:grpSpLocks noChangeAspect="1"/>
            </p:cNvGrpSpPr>
            <p:nvPr>
              <p:custDataLst>
                <p:tags r:id="rId149"/>
              </p:custDataLst>
            </p:nvPr>
          </p:nvGrpSpPr>
          <p:grpSpPr>
            <a:xfrm>
              <a:off x="3350493" y="3256969"/>
              <a:ext cx="7145421" cy="1428174"/>
              <a:chOff x="6068716" y="4812378"/>
              <a:chExt cx="7145421" cy="1428174"/>
            </a:xfrm>
          </p:grpSpPr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BABEE55B-542C-70FD-720D-ADD8C3763C22}"/>
                  </a:ext>
                </a:extLst>
              </p:cNvPr>
              <p:cNvSpPr/>
              <p:nvPr>
                <p:custDataLst>
                  <p:tags r:id="rId151"/>
                </p:custDataLst>
              </p:nvPr>
            </p:nvSpPr>
            <p:spPr>
              <a:xfrm>
                <a:off x="6068716" y="5049852"/>
                <a:ext cx="118590" cy="199697"/>
              </a:xfrm>
              <a:custGeom>
                <a:avLst/>
                <a:gdLst>
                  <a:gd name="connsiteX0" fmla="*/ 116 w 118590"/>
                  <a:gd name="connsiteY0" fmla="*/ 199784 h 199697"/>
                  <a:gd name="connsiteX1" fmla="*/ 73933 w 118590"/>
                  <a:gd name="connsiteY1" fmla="*/ 199784 h 199697"/>
                  <a:gd name="connsiteX2" fmla="*/ 73933 w 118590"/>
                  <a:gd name="connsiteY2" fmla="*/ 194891 h 199697"/>
                  <a:gd name="connsiteX3" fmla="*/ 53361 w 118590"/>
                  <a:gd name="connsiteY3" fmla="*/ 182353 h 199697"/>
                  <a:gd name="connsiteX4" fmla="*/ 56689 w 118590"/>
                  <a:gd name="connsiteY4" fmla="*/ 163086 h 199697"/>
                  <a:gd name="connsiteX5" fmla="*/ 93900 w 118590"/>
                  <a:gd name="connsiteY5" fmla="*/ 27610 h 199697"/>
                  <a:gd name="connsiteX6" fmla="*/ 118707 w 118590"/>
                  <a:gd name="connsiteY6" fmla="*/ 4980 h 199697"/>
                  <a:gd name="connsiteX7" fmla="*/ 118707 w 118590"/>
                  <a:gd name="connsiteY7" fmla="*/ 87 h 199697"/>
                  <a:gd name="connsiteX8" fmla="*/ 43983 w 118590"/>
                  <a:gd name="connsiteY8" fmla="*/ 87 h 199697"/>
                  <a:gd name="connsiteX9" fmla="*/ 43983 w 118590"/>
                  <a:gd name="connsiteY9" fmla="*/ 4980 h 199697"/>
                  <a:gd name="connsiteX10" fmla="*/ 65160 w 118590"/>
                  <a:gd name="connsiteY10" fmla="*/ 18130 h 199697"/>
                  <a:gd name="connsiteX11" fmla="*/ 61832 w 118590"/>
                  <a:gd name="connsiteY11" fmla="*/ 37091 h 199697"/>
                  <a:gd name="connsiteX12" fmla="*/ 24621 w 118590"/>
                  <a:gd name="connsiteY12" fmla="*/ 172261 h 199697"/>
                  <a:gd name="connsiteX13" fmla="*/ 116 w 118590"/>
                  <a:gd name="connsiteY13" fmla="*/ 194891 h 199697"/>
                  <a:gd name="connsiteX14" fmla="*/ 116 w 118590"/>
                  <a:gd name="connsiteY14" fmla="*/ 199784 h 199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8590" h="199697">
                    <a:moveTo>
                      <a:pt x="116" y="199784"/>
                    </a:moveTo>
                    <a:lnTo>
                      <a:pt x="73933" y="199784"/>
                    </a:lnTo>
                    <a:lnTo>
                      <a:pt x="73933" y="194891"/>
                    </a:lnTo>
                    <a:cubicBezTo>
                      <a:pt x="56689" y="192751"/>
                      <a:pt x="53361" y="190916"/>
                      <a:pt x="53361" y="182353"/>
                    </a:cubicBezTo>
                    <a:cubicBezTo>
                      <a:pt x="53361" y="176542"/>
                      <a:pt x="53966" y="172873"/>
                      <a:pt x="56689" y="163086"/>
                    </a:cubicBezTo>
                    <a:lnTo>
                      <a:pt x="93900" y="27610"/>
                    </a:lnTo>
                    <a:cubicBezTo>
                      <a:pt x="99345" y="9873"/>
                      <a:pt x="101463" y="8038"/>
                      <a:pt x="118707" y="4980"/>
                    </a:cubicBezTo>
                    <a:lnTo>
                      <a:pt x="118707" y="87"/>
                    </a:lnTo>
                    <a:lnTo>
                      <a:pt x="43983" y="87"/>
                    </a:lnTo>
                    <a:lnTo>
                      <a:pt x="43983" y="4980"/>
                    </a:lnTo>
                    <a:cubicBezTo>
                      <a:pt x="61529" y="7121"/>
                      <a:pt x="65160" y="9567"/>
                      <a:pt x="65160" y="18130"/>
                    </a:cubicBezTo>
                    <a:cubicBezTo>
                      <a:pt x="65160" y="22412"/>
                      <a:pt x="63949" y="29445"/>
                      <a:pt x="61832" y="37091"/>
                    </a:cubicBezTo>
                    <a:lnTo>
                      <a:pt x="24621" y="172261"/>
                    </a:lnTo>
                    <a:cubicBezTo>
                      <a:pt x="19175" y="189998"/>
                      <a:pt x="17058" y="191833"/>
                      <a:pt x="116" y="194891"/>
                    </a:cubicBezTo>
                    <a:lnTo>
                      <a:pt x="116" y="199784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F2B53387-508D-7F0C-0B1B-69D128076701}"/>
                  </a:ext>
                </a:extLst>
              </p:cNvPr>
              <p:cNvSpPr/>
              <p:nvPr>
                <p:custDataLst>
                  <p:tags r:id="rId152"/>
                </p:custDataLst>
              </p:nvPr>
            </p:nvSpPr>
            <p:spPr>
              <a:xfrm>
                <a:off x="6271855" y="5055667"/>
                <a:ext cx="201785" cy="71560"/>
              </a:xfrm>
              <a:custGeom>
                <a:avLst/>
                <a:gdLst>
                  <a:gd name="connsiteX0" fmla="*/ 201908 w 201785"/>
                  <a:gd name="connsiteY0" fmla="*/ 10177 h 71560"/>
                  <a:gd name="connsiteX1" fmla="*/ 197673 w 201785"/>
                  <a:gd name="connsiteY1" fmla="*/ 390 h 71560"/>
                  <a:gd name="connsiteX2" fmla="*/ 193437 w 201785"/>
                  <a:gd name="connsiteY2" fmla="*/ 8342 h 71560"/>
                  <a:gd name="connsiteX3" fmla="*/ 151084 w 201785"/>
                  <a:gd name="connsiteY3" fmla="*/ 54520 h 71560"/>
                  <a:gd name="connsiteX4" fmla="*/ 102679 w 201785"/>
                  <a:gd name="connsiteY4" fmla="*/ 28220 h 71560"/>
                  <a:gd name="connsiteX5" fmla="*/ 50947 w 201785"/>
                  <a:gd name="connsiteY5" fmla="*/ 85 h 71560"/>
                  <a:gd name="connsiteX6" fmla="*/ 123 w 201785"/>
                  <a:gd name="connsiteY6" fmla="*/ 61553 h 71560"/>
                  <a:gd name="connsiteX7" fmla="*/ 4358 w 201785"/>
                  <a:gd name="connsiteY7" fmla="*/ 71340 h 71560"/>
                  <a:gd name="connsiteX8" fmla="*/ 8594 w 201785"/>
                  <a:gd name="connsiteY8" fmla="*/ 64306 h 71560"/>
                  <a:gd name="connsiteX9" fmla="*/ 50947 w 201785"/>
                  <a:gd name="connsiteY9" fmla="*/ 17210 h 71560"/>
                  <a:gd name="connsiteX10" fmla="*/ 99352 w 201785"/>
                  <a:gd name="connsiteY10" fmla="*/ 43510 h 71560"/>
                  <a:gd name="connsiteX11" fmla="*/ 151084 w 201785"/>
                  <a:gd name="connsiteY11" fmla="*/ 71645 h 71560"/>
                  <a:gd name="connsiteX12" fmla="*/ 201908 w 201785"/>
                  <a:gd name="connsiteY12" fmla="*/ 10177 h 71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785" h="71560">
                    <a:moveTo>
                      <a:pt x="201908" y="10177"/>
                    </a:moveTo>
                    <a:cubicBezTo>
                      <a:pt x="201908" y="3449"/>
                      <a:pt x="200093" y="390"/>
                      <a:pt x="197673" y="390"/>
                    </a:cubicBezTo>
                    <a:cubicBezTo>
                      <a:pt x="196160" y="390"/>
                      <a:pt x="193740" y="2531"/>
                      <a:pt x="193437" y="8342"/>
                    </a:cubicBezTo>
                    <a:cubicBezTo>
                      <a:pt x="192227" y="37700"/>
                      <a:pt x="172261" y="54520"/>
                      <a:pt x="151084" y="54520"/>
                    </a:cubicBezTo>
                    <a:cubicBezTo>
                      <a:pt x="132025" y="54520"/>
                      <a:pt x="117503" y="41370"/>
                      <a:pt x="102679" y="28220"/>
                    </a:cubicBezTo>
                    <a:cubicBezTo>
                      <a:pt x="87251" y="14152"/>
                      <a:pt x="71519" y="85"/>
                      <a:pt x="50947" y="85"/>
                    </a:cubicBezTo>
                    <a:cubicBezTo>
                      <a:pt x="17972" y="85"/>
                      <a:pt x="123" y="33724"/>
                      <a:pt x="123" y="61553"/>
                    </a:cubicBezTo>
                    <a:cubicBezTo>
                      <a:pt x="123" y="71340"/>
                      <a:pt x="4056" y="71340"/>
                      <a:pt x="4358" y="71340"/>
                    </a:cubicBezTo>
                    <a:cubicBezTo>
                      <a:pt x="7686" y="71340"/>
                      <a:pt x="8594" y="65223"/>
                      <a:pt x="8594" y="64306"/>
                    </a:cubicBezTo>
                    <a:cubicBezTo>
                      <a:pt x="9804" y="30666"/>
                      <a:pt x="32493" y="17210"/>
                      <a:pt x="50947" y="17210"/>
                    </a:cubicBezTo>
                    <a:cubicBezTo>
                      <a:pt x="70007" y="17210"/>
                      <a:pt x="84528" y="30360"/>
                      <a:pt x="99352" y="43510"/>
                    </a:cubicBezTo>
                    <a:cubicBezTo>
                      <a:pt x="114781" y="57578"/>
                      <a:pt x="130512" y="71645"/>
                      <a:pt x="151084" y="71645"/>
                    </a:cubicBezTo>
                    <a:cubicBezTo>
                      <a:pt x="184059" y="71645"/>
                      <a:pt x="201908" y="38006"/>
                      <a:pt x="201908" y="101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AFBFBD4F-35B9-5CD1-3A71-BB3EE8653B5E}"/>
                  </a:ext>
                </a:extLst>
              </p:cNvPr>
              <p:cNvSpPr/>
              <p:nvPr>
                <p:custDataLst>
                  <p:tags r:id="rId153"/>
                </p:custDataLst>
              </p:nvPr>
            </p:nvSpPr>
            <p:spPr>
              <a:xfrm>
                <a:off x="6272157" y="5152663"/>
                <a:ext cx="201180" cy="71560"/>
              </a:xfrm>
              <a:custGeom>
                <a:avLst/>
                <a:gdLst>
                  <a:gd name="connsiteX0" fmla="*/ 191017 w 201180"/>
                  <a:gd name="connsiteY0" fmla="*/ 12320 h 71560"/>
                  <a:gd name="connsiteX1" fmla="*/ 201303 w 201180"/>
                  <a:gd name="connsiteY1" fmla="*/ 6204 h 71560"/>
                  <a:gd name="connsiteX2" fmla="*/ 191320 w 201180"/>
                  <a:gd name="connsiteY2" fmla="*/ 88 h 71560"/>
                  <a:gd name="connsiteX3" fmla="*/ 10106 w 201180"/>
                  <a:gd name="connsiteY3" fmla="*/ 88 h 71560"/>
                  <a:gd name="connsiteX4" fmla="*/ 123 w 201180"/>
                  <a:gd name="connsiteY4" fmla="*/ 6204 h 71560"/>
                  <a:gd name="connsiteX5" fmla="*/ 10409 w 201180"/>
                  <a:gd name="connsiteY5" fmla="*/ 12320 h 71560"/>
                  <a:gd name="connsiteX6" fmla="*/ 191017 w 201180"/>
                  <a:gd name="connsiteY6" fmla="*/ 12320 h 71560"/>
                  <a:gd name="connsiteX7" fmla="*/ 191320 w 201180"/>
                  <a:gd name="connsiteY7" fmla="*/ 71649 h 71560"/>
                  <a:gd name="connsiteX8" fmla="*/ 201303 w 201180"/>
                  <a:gd name="connsiteY8" fmla="*/ 65532 h 71560"/>
                  <a:gd name="connsiteX9" fmla="*/ 191017 w 201180"/>
                  <a:gd name="connsiteY9" fmla="*/ 59416 h 71560"/>
                  <a:gd name="connsiteX10" fmla="*/ 10409 w 201180"/>
                  <a:gd name="connsiteY10" fmla="*/ 59416 h 71560"/>
                  <a:gd name="connsiteX11" fmla="*/ 123 w 201180"/>
                  <a:gd name="connsiteY11" fmla="*/ 65532 h 71560"/>
                  <a:gd name="connsiteX12" fmla="*/ 10106 w 201180"/>
                  <a:gd name="connsiteY12" fmla="*/ 71649 h 71560"/>
                  <a:gd name="connsiteX13" fmla="*/ 191320 w 201180"/>
                  <a:gd name="connsiteY13" fmla="*/ 71649 h 71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180" h="71560">
                    <a:moveTo>
                      <a:pt x="191017" y="12320"/>
                    </a:moveTo>
                    <a:cubicBezTo>
                      <a:pt x="195555" y="12320"/>
                      <a:pt x="201303" y="12320"/>
                      <a:pt x="201303" y="6204"/>
                    </a:cubicBezTo>
                    <a:cubicBezTo>
                      <a:pt x="201303" y="88"/>
                      <a:pt x="195555" y="88"/>
                      <a:pt x="191320" y="88"/>
                    </a:cubicBezTo>
                    <a:lnTo>
                      <a:pt x="10106" y="88"/>
                    </a:lnTo>
                    <a:cubicBezTo>
                      <a:pt x="5871" y="88"/>
                      <a:pt x="123" y="88"/>
                      <a:pt x="123" y="6204"/>
                    </a:cubicBezTo>
                    <a:cubicBezTo>
                      <a:pt x="123" y="12320"/>
                      <a:pt x="5871" y="12320"/>
                      <a:pt x="10409" y="12320"/>
                    </a:cubicBezTo>
                    <a:lnTo>
                      <a:pt x="191017" y="12320"/>
                    </a:lnTo>
                    <a:close/>
                    <a:moveTo>
                      <a:pt x="191320" y="71649"/>
                    </a:moveTo>
                    <a:cubicBezTo>
                      <a:pt x="195555" y="71649"/>
                      <a:pt x="201303" y="71649"/>
                      <a:pt x="201303" y="65532"/>
                    </a:cubicBezTo>
                    <a:cubicBezTo>
                      <a:pt x="201303" y="59416"/>
                      <a:pt x="195555" y="59416"/>
                      <a:pt x="191017" y="59416"/>
                    </a:cubicBezTo>
                    <a:lnTo>
                      <a:pt x="10409" y="59416"/>
                    </a:lnTo>
                    <a:cubicBezTo>
                      <a:pt x="5871" y="59416"/>
                      <a:pt x="123" y="59416"/>
                      <a:pt x="123" y="65532"/>
                    </a:cubicBezTo>
                    <a:cubicBezTo>
                      <a:pt x="123" y="71649"/>
                      <a:pt x="5871" y="71649"/>
                      <a:pt x="10106" y="71649"/>
                    </a:cubicBezTo>
                    <a:lnTo>
                      <a:pt x="191320" y="71649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84B21368-1A8F-7812-5E17-EA9573D1E176}"/>
                  </a:ext>
                </a:extLst>
              </p:cNvPr>
              <p:cNvSpPr/>
              <p:nvPr>
                <p:custDataLst>
                  <p:tags r:id="rId154"/>
                </p:custDataLst>
              </p:nvPr>
            </p:nvSpPr>
            <p:spPr>
              <a:xfrm>
                <a:off x="6567712" y="5042818"/>
                <a:ext cx="134624" cy="206730"/>
              </a:xfrm>
              <a:custGeom>
                <a:avLst/>
                <a:gdLst>
                  <a:gd name="connsiteX0" fmla="*/ 134757 w 134624"/>
                  <a:gd name="connsiteY0" fmla="*/ 164921 h 206730"/>
                  <a:gd name="connsiteX1" fmla="*/ 130824 w 134624"/>
                  <a:gd name="connsiteY1" fmla="*/ 163392 h 206730"/>
                  <a:gd name="connsiteX2" fmla="*/ 102084 w 134624"/>
                  <a:gd name="connsiteY2" fmla="*/ 183576 h 206730"/>
                  <a:gd name="connsiteX3" fmla="*/ 29780 w 134624"/>
                  <a:gd name="connsiteY3" fmla="*/ 183576 h 206730"/>
                  <a:gd name="connsiteX4" fmla="*/ 80605 w 134624"/>
                  <a:gd name="connsiteY4" fmla="*/ 129753 h 206730"/>
                  <a:gd name="connsiteX5" fmla="*/ 119328 w 134624"/>
                  <a:gd name="connsiteY5" fmla="*/ 54216 h 206730"/>
                  <a:gd name="connsiteX6" fmla="*/ 63361 w 134624"/>
                  <a:gd name="connsiteY6" fmla="*/ 87 h 206730"/>
                  <a:gd name="connsiteX7" fmla="*/ 19797 w 134624"/>
                  <a:gd name="connsiteY7" fmla="*/ 19048 h 206730"/>
                  <a:gd name="connsiteX8" fmla="*/ 435 w 134624"/>
                  <a:gd name="connsiteY8" fmla="*/ 60944 h 206730"/>
                  <a:gd name="connsiteX9" fmla="*/ 6788 w 134624"/>
                  <a:gd name="connsiteY9" fmla="*/ 62473 h 206730"/>
                  <a:gd name="connsiteX10" fmla="*/ 50654 w 134624"/>
                  <a:gd name="connsiteY10" fmla="*/ 22717 h 206730"/>
                  <a:gd name="connsiteX11" fmla="*/ 93311 w 134624"/>
                  <a:gd name="connsiteY11" fmla="*/ 65837 h 206730"/>
                  <a:gd name="connsiteX12" fmla="*/ 53982 w 134624"/>
                  <a:gd name="connsiteY12" fmla="*/ 145349 h 206730"/>
                  <a:gd name="connsiteX13" fmla="*/ 132 w 134624"/>
                  <a:gd name="connsiteY13" fmla="*/ 203148 h 206730"/>
                  <a:gd name="connsiteX14" fmla="*/ 132 w 134624"/>
                  <a:gd name="connsiteY14" fmla="*/ 206818 h 206730"/>
                  <a:gd name="connsiteX15" fmla="*/ 118118 w 134624"/>
                  <a:gd name="connsiteY15" fmla="*/ 206818 h 206730"/>
                  <a:gd name="connsiteX16" fmla="*/ 134757 w 134624"/>
                  <a:gd name="connsiteY16" fmla="*/ 164921 h 206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624" h="206730">
                    <a:moveTo>
                      <a:pt x="134757" y="164921"/>
                    </a:moveTo>
                    <a:lnTo>
                      <a:pt x="130824" y="163392"/>
                    </a:lnTo>
                    <a:cubicBezTo>
                      <a:pt x="119631" y="180824"/>
                      <a:pt x="115698" y="183576"/>
                      <a:pt x="102084" y="183576"/>
                    </a:cubicBezTo>
                    <a:lnTo>
                      <a:pt x="29780" y="183576"/>
                    </a:lnTo>
                    <a:lnTo>
                      <a:pt x="80605" y="129753"/>
                    </a:lnTo>
                    <a:cubicBezTo>
                      <a:pt x="107529" y="101312"/>
                      <a:pt x="119328" y="78070"/>
                      <a:pt x="119328" y="54216"/>
                    </a:cubicBezTo>
                    <a:cubicBezTo>
                      <a:pt x="119328" y="23635"/>
                      <a:pt x="94823" y="87"/>
                      <a:pt x="63361" y="87"/>
                    </a:cubicBezTo>
                    <a:cubicBezTo>
                      <a:pt x="46722" y="87"/>
                      <a:pt x="30990" y="6815"/>
                      <a:pt x="19797" y="19048"/>
                    </a:cubicBezTo>
                    <a:cubicBezTo>
                      <a:pt x="10116" y="29445"/>
                      <a:pt x="5578" y="39231"/>
                      <a:pt x="435" y="60944"/>
                    </a:cubicBezTo>
                    <a:lnTo>
                      <a:pt x="6788" y="62473"/>
                    </a:lnTo>
                    <a:cubicBezTo>
                      <a:pt x="18889" y="32503"/>
                      <a:pt x="29780" y="22717"/>
                      <a:pt x="50654" y="22717"/>
                    </a:cubicBezTo>
                    <a:cubicBezTo>
                      <a:pt x="76067" y="22717"/>
                      <a:pt x="93311" y="40149"/>
                      <a:pt x="93311" y="65837"/>
                    </a:cubicBezTo>
                    <a:cubicBezTo>
                      <a:pt x="93311" y="89691"/>
                      <a:pt x="79394" y="118132"/>
                      <a:pt x="53982" y="145349"/>
                    </a:cubicBezTo>
                    <a:lnTo>
                      <a:pt x="132" y="203148"/>
                    </a:lnTo>
                    <a:lnTo>
                      <a:pt x="132" y="206818"/>
                    </a:lnTo>
                    <a:lnTo>
                      <a:pt x="118118" y="206818"/>
                    </a:lnTo>
                    <a:lnTo>
                      <a:pt x="134757" y="164921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92CE5DED-5A0A-19A9-CCD4-F262821FA4E7}"/>
                  </a:ext>
                </a:extLst>
              </p:cNvPr>
              <p:cNvSpPr/>
              <p:nvPr>
                <p:custDataLst>
                  <p:tags r:id="rId155"/>
                </p:custDataLst>
              </p:nvPr>
            </p:nvSpPr>
            <p:spPr>
              <a:xfrm>
                <a:off x="6716215" y="5040678"/>
                <a:ext cx="138859" cy="211624"/>
              </a:xfrm>
              <a:custGeom>
                <a:avLst/>
                <a:gdLst>
                  <a:gd name="connsiteX0" fmla="*/ 135064 w 138859"/>
                  <a:gd name="connsiteY0" fmla="*/ 173178 h 211624"/>
                  <a:gd name="connsiteX1" fmla="*/ 110257 w 138859"/>
                  <a:gd name="connsiteY1" fmla="*/ 197338 h 211624"/>
                  <a:gd name="connsiteX2" fmla="*/ 105417 w 138859"/>
                  <a:gd name="connsiteY2" fmla="*/ 191833 h 211624"/>
                  <a:gd name="connsiteX3" fmla="*/ 115400 w 138859"/>
                  <a:gd name="connsiteY3" fmla="*/ 153606 h 211624"/>
                  <a:gd name="connsiteX4" fmla="*/ 129921 w 138859"/>
                  <a:gd name="connsiteY4" fmla="*/ 94584 h 211624"/>
                  <a:gd name="connsiteX5" fmla="*/ 109955 w 138859"/>
                  <a:gd name="connsiteY5" fmla="*/ 74094 h 211624"/>
                  <a:gd name="connsiteX6" fmla="*/ 40676 w 138859"/>
                  <a:gd name="connsiteY6" fmla="*/ 138621 h 211624"/>
                  <a:gd name="connsiteX7" fmla="*/ 76979 w 138859"/>
                  <a:gd name="connsiteY7" fmla="*/ 1616 h 211624"/>
                  <a:gd name="connsiteX8" fmla="*/ 75467 w 138859"/>
                  <a:gd name="connsiteY8" fmla="*/ 87 h 211624"/>
                  <a:gd name="connsiteX9" fmla="*/ 27970 w 138859"/>
                  <a:gd name="connsiteY9" fmla="*/ 8344 h 211624"/>
                  <a:gd name="connsiteX10" fmla="*/ 27970 w 138859"/>
                  <a:gd name="connsiteY10" fmla="*/ 12931 h 211624"/>
                  <a:gd name="connsiteX11" fmla="*/ 35836 w 138859"/>
                  <a:gd name="connsiteY11" fmla="*/ 12931 h 211624"/>
                  <a:gd name="connsiteX12" fmla="*/ 36743 w 138859"/>
                  <a:gd name="connsiteY12" fmla="*/ 12625 h 211624"/>
                  <a:gd name="connsiteX13" fmla="*/ 48239 w 138859"/>
                  <a:gd name="connsiteY13" fmla="*/ 20271 h 211624"/>
                  <a:gd name="connsiteX14" fmla="*/ 44004 w 138859"/>
                  <a:gd name="connsiteY14" fmla="*/ 41066 h 211624"/>
                  <a:gd name="connsiteX15" fmla="*/ 40979 w 138859"/>
                  <a:gd name="connsiteY15" fmla="*/ 52381 h 211624"/>
                  <a:gd name="connsiteX16" fmla="*/ 137 w 138859"/>
                  <a:gd name="connsiteY16" fmla="*/ 208959 h 211624"/>
                  <a:gd name="connsiteX17" fmla="*/ 22827 w 138859"/>
                  <a:gd name="connsiteY17" fmla="*/ 208959 h 211624"/>
                  <a:gd name="connsiteX18" fmla="*/ 50962 w 138859"/>
                  <a:gd name="connsiteY18" fmla="*/ 132811 h 211624"/>
                  <a:gd name="connsiteX19" fmla="*/ 97854 w 138859"/>
                  <a:gd name="connsiteY19" fmla="*/ 89691 h 211624"/>
                  <a:gd name="connsiteX20" fmla="*/ 106324 w 138859"/>
                  <a:gd name="connsiteY20" fmla="*/ 97336 h 211624"/>
                  <a:gd name="connsiteX21" fmla="*/ 104207 w 138859"/>
                  <a:gd name="connsiteY21" fmla="*/ 107428 h 211624"/>
                  <a:gd name="connsiteX22" fmla="*/ 87568 w 138859"/>
                  <a:gd name="connsiteY22" fmla="*/ 170732 h 211624"/>
                  <a:gd name="connsiteX23" fmla="*/ 81517 w 138859"/>
                  <a:gd name="connsiteY23" fmla="*/ 198867 h 211624"/>
                  <a:gd name="connsiteX24" fmla="*/ 94828 w 138859"/>
                  <a:gd name="connsiteY24" fmla="*/ 211711 h 211624"/>
                  <a:gd name="connsiteX25" fmla="*/ 138997 w 138859"/>
                  <a:gd name="connsiteY25" fmla="*/ 176848 h 211624"/>
                  <a:gd name="connsiteX26" fmla="*/ 135064 w 138859"/>
                  <a:gd name="connsiteY26" fmla="*/ 173178 h 211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8859" h="211624">
                    <a:moveTo>
                      <a:pt x="135064" y="173178"/>
                    </a:moveTo>
                    <a:cubicBezTo>
                      <a:pt x="118728" y="193974"/>
                      <a:pt x="115098" y="197338"/>
                      <a:pt x="110257" y="197338"/>
                    </a:cubicBezTo>
                    <a:cubicBezTo>
                      <a:pt x="107534" y="197338"/>
                      <a:pt x="105417" y="194585"/>
                      <a:pt x="105417" y="191833"/>
                    </a:cubicBezTo>
                    <a:cubicBezTo>
                      <a:pt x="105417" y="188775"/>
                      <a:pt x="110257" y="169509"/>
                      <a:pt x="115400" y="153606"/>
                    </a:cubicBezTo>
                    <a:cubicBezTo>
                      <a:pt x="124173" y="124554"/>
                      <a:pt x="129921" y="101923"/>
                      <a:pt x="129921" y="94584"/>
                    </a:cubicBezTo>
                    <a:cubicBezTo>
                      <a:pt x="129921" y="82351"/>
                      <a:pt x="121753" y="74094"/>
                      <a:pt x="109955" y="74094"/>
                    </a:cubicBezTo>
                    <a:cubicBezTo>
                      <a:pt x="90290" y="74094"/>
                      <a:pt x="68811" y="94278"/>
                      <a:pt x="40676" y="138621"/>
                    </a:cubicBezTo>
                    <a:lnTo>
                      <a:pt x="76979" y="1616"/>
                    </a:lnTo>
                    <a:lnTo>
                      <a:pt x="75467" y="87"/>
                    </a:lnTo>
                    <a:cubicBezTo>
                      <a:pt x="57920" y="4063"/>
                      <a:pt x="46122" y="6203"/>
                      <a:pt x="27970" y="8344"/>
                    </a:cubicBezTo>
                    <a:lnTo>
                      <a:pt x="27970" y="12931"/>
                    </a:lnTo>
                    <a:lnTo>
                      <a:pt x="35836" y="12931"/>
                    </a:lnTo>
                    <a:cubicBezTo>
                      <a:pt x="36138" y="12931"/>
                      <a:pt x="36441" y="12931"/>
                      <a:pt x="36743" y="12625"/>
                    </a:cubicBezTo>
                    <a:cubicBezTo>
                      <a:pt x="40979" y="10791"/>
                      <a:pt x="48239" y="15989"/>
                      <a:pt x="48239" y="20271"/>
                    </a:cubicBezTo>
                    <a:cubicBezTo>
                      <a:pt x="48239" y="24552"/>
                      <a:pt x="46727" y="32198"/>
                      <a:pt x="44004" y="41066"/>
                    </a:cubicBezTo>
                    <a:cubicBezTo>
                      <a:pt x="43701" y="41372"/>
                      <a:pt x="42794" y="45654"/>
                      <a:pt x="40979" y="52381"/>
                    </a:cubicBezTo>
                    <a:lnTo>
                      <a:pt x="137" y="208959"/>
                    </a:lnTo>
                    <a:lnTo>
                      <a:pt x="22827" y="208959"/>
                    </a:lnTo>
                    <a:cubicBezTo>
                      <a:pt x="34928" y="161863"/>
                      <a:pt x="38861" y="151466"/>
                      <a:pt x="50962" y="132811"/>
                    </a:cubicBezTo>
                    <a:cubicBezTo>
                      <a:pt x="66693" y="108651"/>
                      <a:pt x="87265" y="89691"/>
                      <a:pt x="97854" y="89691"/>
                    </a:cubicBezTo>
                    <a:cubicBezTo>
                      <a:pt x="102391" y="89691"/>
                      <a:pt x="106324" y="93361"/>
                      <a:pt x="106324" y="97336"/>
                    </a:cubicBezTo>
                    <a:cubicBezTo>
                      <a:pt x="106324" y="98560"/>
                      <a:pt x="105417" y="102535"/>
                      <a:pt x="104207" y="107428"/>
                    </a:cubicBezTo>
                    <a:lnTo>
                      <a:pt x="87568" y="170732"/>
                    </a:lnTo>
                    <a:cubicBezTo>
                      <a:pt x="83635" y="185717"/>
                      <a:pt x="81517" y="195197"/>
                      <a:pt x="81517" y="198867"/>
                    </a:cubicBezTo>
                    <a:cubicBezTo>
                      <a:pt x="81517" y="206818"/>
                      <a:pt x="86660" y="211711"/>
                      <a:pt x="94828" y="211711"/>
                    </a:cubicBezTo>
                    <a:cubicBezTo>
                      <a:pt x="110257" y="211711"/>
                      <a:pt x="120846" y="203454"/>
                      <a:pt x="138997" y="176848"/>
                    </a:cubicBezTo>
                    <a:lnTo>
                      <a:pt x="135064" y="17317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704250CB-A217-C00F-21CE-B92090AA6AC5}"/>
                  </a:ext>
                </a:extLst>
              </p:cNvPr>
              <p:cNvSpPr/>
              <p:nvPr>
                <p:custDataLst>
                  <p:tags r:id="rId156"/>
                </p:custDataLst>
              </p:nvPr>
            </p:nvSpPr>
            <p:spPr>
              <a:xfrm>
                <a:off x="6899814" y="4834397"/>
                <a:ext cx="172742" cy="270646"/>
              </a:xfrm>
              <a:custGeom>
                <a:avLst/>
                <a:gdLst>
                  <a:gd name="connsiteX0" fmla="*/ 55205 w 172742"/>
                  <a:gd name="connsiteY0" fmla="*/ 86320 h 270646"/>
                  <a:gd name="connsiteX1" fmla="*/ 82432 w 172742"/>
                  <a:gd name="connsiteY1" fmla="*/ 86320 h 270646"/>
                  <a:gd name="connsiteX2" fmla="*/ 55810 w 172742"/>
                  <a:gd name="connsiteY2" fmla="*/ 214763 h 270646"/>
                  <a:gd name="connsiteX3" fmla="*/ 26465 w 172742"/>
                  <a:gd name="connsiteY3" fmla="*/ 264305 h 270646"/>
                  <a:gd name="connsiteX4" fmla="*/ 20414 w 172742"/>
                  <a:gd name="connsiteY4" fmla="*/ 259412 h 270646"/>
                  <a:gd name="connsiteX5" fmla="*/ 21624 w 172742"/>
                  <a:gd name="connsiteY5" fmla="*/ 256048 h 270646"/>
                  <a:gd name="connsiteX6" fmla="*/ 23137 w 172742"/>
                  <a:gd name="connsiteY6" fmla="*/ 251155 h 270646"/>
                  <a:gd name="connsiteX7" fmla="*/ 11338 w 172742"/>
                  <a:gd name="connsiteY7" fmla="*/ 239534 h 270646"/>
                  <a:gd name="connsiteX8" fmla="*/ 145 w 172742"/>
                  <a:gd name="connsiteY8" fmla="*/ 252072 h 270646"/>
                  <a:gd name="connsiteX9" fmla="*/ 24044 w 172742"/>
                  <a:gd name="connsiteY9" fmla="*/ 270727 h 270646"/>
                  <a:gd name="connsiteX10" fmla="*/ 84550 w 172742"/>
                  <a:gd name="connsiteY10" fmla="*/ 184181 h 270646"/>
                  <a:gd name="connsiteX11" fmla="*/ 106332 w 172742"/>
                  <a:gd name="connsiteY11" fmla="*/ 86320 h 270646"/>
                  <a:gd name="connsiteX12" fmla="*/ 139307 w 172742"/>
                  <a:gd name="connsiteY12" fmla="*/ 86320 h 270646"/>
                  <a:gd name="connsiteX13" fmla="*/ 141122 w 172742"/>
                  <a:gd name="connsiteY13" fmla="*/ 76534 h 270646"/>
                  <a:gd name="connsiteX14" fmla="*/ 108449 w 172742"/>
                  <a:gd name="connsiteY14" fmla="*/ 76534 h 270646"/>
                  <a:gd name="connsiteX15" fmla="*/ 145358 w 172742"/>
                  <a:gd name="connsiteY15" fmla="*/ 6809 h 270646"/>
                  <a:gd name="connsiteX16" fmla="*/ 152013 w 172742"/>
                  <a:gd name="connsiteY16" fmla="*/ 10478 h 270646"/>
                  <a:gd name="connsiteX17" fmla="*/ 150803 w 172742"/>
                  <a:gd name="connsiteY17" fmla="*/ 13536 h 270646"/>
                  <a:gd name="connsiteX18" fmla="*/ 148988 w 172742"/>
                  <a:gd name="connsiteY18" fmla="*/ 19959 h 270646"/>
                  <a:gd name="connsiteX19" fmla="*/ 160181 w 172742"/>
                  <a:gd name="connsiteY19" fmla="*/ 32191 h 270646"/>
                  <a:gd name="connsiteX20" fmla="*/ 172888 w 172742"/>
                  <a:gd name="connsiteY20" fmla="*/ 19959 h 270646"/>
                  <a:gd name="connsiteX21" fmla="*/ 146870 w 172742"/>
                  <a:gd name="connsiteY21" fmla="*/ 81 h 270646"/>
                  <a:gd name="connsiteX22" fmla="*/ 109357 w 172742"/>
                  <a:gd name="connsiteY22" fmla="*/ 21182 h 270646"/>
                  <a:gd name="connsiteX23" fmla="*/ 85155 w 172742"/>
                  <a:gd name="connsiteY23" fmla="*/ 76534 h 270646"/>
                  <a:gd name="connsiteX24" fmla="*/ 57322 w 172742"/>
                  <a:gd name="connsiteY24" fmla="*/ 76534 h 270646"/>
                  <a:gd name="connsiteX25" fmla="*/ 55205 w 172742"/>
                  <a:gd name="connsiteY25" fmla="*/ 86320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205" y="86320"/>
                    </a:moveTo>
                    <a:lnTo>
                      <a:pt x="82432" y="86320"/>
                    </a:lnTo>
                    <a:lnTo>
                      <a:pt x="55810" y="214763"/>
                    </a:lnTo>
                    <a:cubicBezTo>
                      <a:pt x="49154" y="247485"/>
                      <a:pt x="39171" y="264305"/>
                      <a:pt x="26465" y="264305"/>
                    </a:cubicBezTo>
                    <a:cubicBezTo>
                      <a:pt x="22834" y="264305"/>
                      <a:pt x="20414" y="262164"/>
                      <a:pt x="20414" y="259412"/>
                    </a:cubicBezTo>
                    <a:cubicBezTo>
                      <a:pt x="20414" y="258494"/>
                      <a:pt x="20717" y="257577"/>
                      <a:pt x="21624" y="256048"/>
                    </a:cubicBezTo>
                    <a:cubicBezTo>
                      <a:pt x="22834" y="254213"/>
                      <a:pt x="23137" y="252990"/>
                      <a:pt x="23137" y="251155"/>
                    </a:cubicBezTo>
                    <a:cubicBezTo>
                      <a:pt x="23137" y="244733"/>
                      <a:pt x="17691" y="239534"/>
                      <a:pt x="11338" y="239534"/>
                    </a:cubicBezTo>
                    <a:cubicBezTo>
                      <a:pt x="4985" y="239534"/>
                      <a:pt x="145" y="245038"/>
                      <a:pt x="145" y="252072"/>
                    </a:cubicBezTo>
                    <a:cubicBezTo>
                      <a:pt x="145" y="262470"/>
                      <a:pt x="10733" y="270727"/>
                      <a:pt x="24044" y="270727"/>
                    </a:cubicBezTo>
                    <a:cubicBezTo>
                      <a:pt x="50969" y="270727"/>
                      <a:pt x="72146" y="240451"/>
                      <a:pt x="84550" y="184181"/>
                    </a:cubicBezTo>
                    <a:lnTo>
                      <a:pt x="106332" y="86320"/>
                    </a:lnTo>
                    <a:lnTo>
                      <a:pt x="139307" y="86320"/>
                    </a:lnTo>
                    <a:lnTo>
                      <a:pt x="141122" y="76534"/>
                    </a:lnTo>
                    <a:lnTo>
                      <a:pt x="108449" y="76534"/>
                    </a:lnTo>
                    <a:cubicBezTo>
                      <a:pt x="117223" y="28521"/>
                      <a:pt x="128416" y="6809"/>
                      <a:pt x="145358" y="6809"/>
                    </a:cubicBezTo>
                    <a:cubicBezTo>
                      <a:pt x="149290" y="6809"/>
                      <a:pt x="152013" y="8338"/>
                      <a:pt x="152013" y="10478"/>
                    </a:cubicBezTo>
                    <a:cubicBezTo>
                      <a:pt x="152013" y="11396"/>
                      <a:pt x="151711" y="12007"/>
                      <a:pt x="150803" y="13536"/>
                    </a:cubicBezTo>
                    <a:cubicBezTo>
                      <a:pt x="149593" y="16289"/>
                      <a:pt x="148988" y="17818"/>
                      <a:pt x="148988" y="19959"/>
                    </a:cubicBezTo>
                    <a:cubicBezTo>
                      <a:pt x="148988" y="27298"/>
                      <a:pt x="153526" y="32191"/>
                      <a:pt x="160181" y="32191"/>
                    </a:cubicBezTo>
                    <a:cubicBezTo>
                      <a:pt x="167140" y="32191"/>
                      <a:pt x="172888" y="26686"/>
                      <a:pt x="172888" y="19959"/>
                    </a:cubicBezTo>
                    <a:cubicBezTo>
                      <a:pt x="172888" y="8643"/>
                      <a:pt x="161694" y="81"/>
                      <a:pt x="146870" y="81"/>
                    </a:cubicBezTo>
                    <a:cubicBezTo>
                      <a:pt x="132047" y="81"/>
                      <a:pt x="120248" y="6809"/>
                      <a:pt x="109357" y="21182"/>
                    </a:cubicBezTo>
                    <a:cubicBezTo>
                      <a:pt x="100281" y="33109"/>
                      <a:pt x="94231" y="47176"/>
                      <a:pt x="85155" y="76534"/>
                    </a:cubicBezTo>
                    <a:lnTo>
                      <a:pt x="57322" y="76534"/>
                    </a:lnTo>
                    <a:lnTo>
                      <a:pt x="55205" y="8632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E95D1E07-E9EB-DF8E-F6F8-E96EA6C8D5EB}"/>
                  </a:ext>
                </a:extLst>
              </p:cNvPr>
              <p:cNvSpPr/>
              <p:nvPr>
                <p:custDataLst>
                  <p:tags r:id="rId157"/>
                </p:custDataLst>
              </p:nvPr>
            </p:nvSpPr>
            <p:spPr>
              <a:xfrm>
                <a:off x="7102984" y="4812378"/>
                <a:ext cx="70186" cy="305815"/>
              </a:xfrm>
              <a:custGeom>
                <a:avLst/>
                <a:gdLst>
                  <a:gd name="connsiteX0" fmla="*/ 70335 w 70186"/>
                  <a:gd name="connsiteY0" fmla="*/ 302837 h 305815"/>
                  <a:gd name="connsiteX1" fmla="*/ 65193 w 70186"/>
                  <a:gd name="connsiteY1" fmla="*/ 296109 h 305815"/>
                  <a:gd name="connsiteX2" fmla="*/ 17696 w 70186"/>
                  <a:gd name="connsiteY2" fmla="*/ 152988 h 305815"/>
                  <a:gd name="connsiteX3" fmla="*/ 66403 w 70186"/>
                  <a:gd name="connsiteY3" fmla="*/ 8338 h 305815"/>
                  <a:gd name="connsiteX4" fmla="*/ 70335 w 70186"/>
                  <a:gd name="connsiteY4" fmla="*/ 3139 h 305815"/>
                  <a:gd name="connsiteX5" fmla="*/ 67310 w 70186"/>
                  <a:gd name="connsiteY5" fmla="*/ 81 h 305815"/>
                  <a:gd name="connsiteX6" fmla="*/ 19208 w 70186"/>
                  <a:gd name="connsiteY6" fmla="*/ 59714 h 305815"/>
                  <a:gd name="connsiteX7" fmla="*/ 149 w 70186"/>
                  <a:gd name="connsiteY7" fmla="*/ 152988 h 305815"/>
                  <a:gd name="connsiteX8" fmla="*/ 20116 w 70186"/>
                  <a:gd name="connsiteY8" fmla="*/ 248402 h 305815"/>
                  <a:gd name="connsiteX9" fmla="*/ 67310 w 70186"/>
                  <a:gd name="connsiteY9" fmla="*/ 305896 h 305815"/>
                  <a:gd name="connsiteX10" fmla="*/ 70335 w 70186"/>
                  <a:gd name="connsiteY10" fmla="*/ 302837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335" y="302837"/>
                    </a:moveTo>
                    <a:cubicBezTo>
                      <a:pt x="70335" y="301920"/>
                      <a:pt x="70335" y="301308"/>
                      <a:pt x="65193" y="296109"/>
                    </a:cubicBezTo>
                    <a:cubicBezTo>
                      <a:pt x="27377" y="257577"/>
                      <a:pt x="17696" y="199778"/>
                      <a:pt x="17696" y="152988"/>
                    </a:cubicBezTo>
                    <a:cubicBezTo>
                      <a:pt x="17696" y="99776"/>
                      <a:pt x="29192" y="46564"/>
                      <a:pt x="66403" y="8338"/>
                    </a:cubicBezTo>
                    <a:cubicBezTo>
                      <a:pt x="70335" y="4668"/>
                      <a:pt x="70335" y="4056"/>
                      <a:pt x="70335" y="3139"/>
                    </a:cubicBezTo>
                    <a:cubicBezTo>
                      <a:pt x="70335" y="998"/>
                      <a:pt x="69125" y="81"/>
                      <a:pt x="67310" y="81"/>
                    </a:cubicBezTo>
                    <a:cubicBezTo>
                      <a:pt x="64285" y="81"/>
                      <a:pt x="37058" y="20876"/>
                      <a:pt x="19208" y="59714"/>
                    </a:cubicBezTo>
                    <a:cubicBezTo>
                      <a:pt x="3780" y="93354"/>
                      <a:pt x="149" y="127300"/>
                      <a:pt x="149" y="152988"/>
                    </a:cubicBezTo>
                    <a:cubicBezTo>
                      <a:pt x="149" y="176842"/>
                      <a:pt x="3477" y="213845"/>
                      <a:pt x="20116" y="248402"/>
                    </a:cubicBezTo>
                    <a:cubicBezTo>
                      <a:pt x="38268" y="286018"/>
                      <a:pt x="64285" y="305896"/>
                      <a:pt x="67310" y="305896"/>
                    </a:cubicBezTo>
                    <a:cubicBezTo>
                      <a:pt x="69125" y="305896"/>
                      <a:pt x="70335" y="304978"/>
                      <a:pt x="70335" y="302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27965582-9FAA-D92E-99F4-A80B31BD6FF8}"/>
                  </a:ext>
                </a:extLst>
              </p:cNvPr>
              <p:cNvSpPr/>
              <p:nvPr>
                <p:custDataLst>
                  <p:tags r:id="rId158"/>
                </p:custDataLst>
              </p:nvPr>
            </p:nvSpPr>
            <p:spPr>
              <a:xfrm>
                <a:off x="7182682" y="4906875"/>
                <a:ext cx="143397" cy="138228"/>
              </a:xfrm>
              <a:custGeom>
                <a:avLst/>
                <a:gdLst>
                  <a:gd name="connsiteX0" fmla="*/ 129937 w 143397"/>
                  <a:gd name="connsiteY0" fmla="*/ 101000 h 138228"/>
                  <a:gd name="connsiteX1" fmla="*/ 123282 w 143397"/>
                  <a:gd name="connsiteY1" fmla="*/ 109257 h 138228"/>
                  <a:gd name="connsiteX2" fmla="*/ 109365 w 143397"/>
                  <a:gd name="connsiteY2" fmla="*/ 121489 h 138228"/>
                  <a:gd name="connsiteX3" fmla="*/ 99987 w 143397"/>
                  <a:gd name="connsiteY3" fmla="*/ 108951 h 138228"/>
                  <a:gd name="connsiteX4" fmla="*/ 98777 w 143397"/>
                  <a:gd name="connsiteY4" fmla="*/ 103752 h 138228"/>
                  <a:gd name="connsiteX5" fmla="*/ 87886 w 143397"/>
                  <a:gd name="connsiteY5" fmla="*/ 54210 h 138228"/>
                  <a:gd name="connsiteX6" fmla="*/ 117533 w 143397"/>
                  <a:gd name="connsiteY6" fmla="*/ 17206 h 138228"/>
                  <a:gd name="connsiteX7" fmla="*/ 124794 w 143397"/>
                  <a:gd name="connsiteY7" fmla="*/ 19653 h 138228"/>
                  <a:gd name="connsiteX8" fmla="*/ 132962 w 143397"/>
                  <a:gd name="connsiteY8" fmla="*/ 22405 h 138228"/>
                  <a:gd name="connsiteX9" fmla="*/ 143551 w 143397"/>
                  <a:gd name="connsiteY9" fmla="*/ 11396 h 138228"/>
                  <a:gd name="connsiteX10" fmla="*/ 131147 w 143397"/>
                  <a:gd name="connsiteY10" fmla="*/ 81 h 138228"/>
                  <a:gd name="connsiteX11" fmla="*/ 85466 w 143397"/>
                  <a:gd name="connsiteY11" fmla="*/ 43812 h 138228"/>
                  <a:gd name="connsiteX12" fmla="*/ 82138 w 143397"/>
                  <a:gd name="connsiteY12" fmla="*/ 26992 h 138228"/>
                  <a:gd name="connsiteX13" fmla="*/ 66406 w 143397"/>
                  <a:gd name="connsiteY13" fmla="*/ 81 h 138228"/>
                  <a:gd name="connsiteX14" fmla="*/ 31011 w 143397"/>
                  <a:gd name="connsiteY14" fmla="*/ 8949 h 138228"/>
                  <a:gd name="connsiteX15" fmla="*/ 27683 w 143397"/>
                  <a:gd name="connsiteY15" fmla="*/ 10173 h 138228"/>
                  <a:gd name="connsiteX16" fmla="*/ 28893 w 143397"/>
                  <a:gd name="connsiteY16" fmla="*/ 14760 h 138228"/>
                  <a:gd name="connsiteX17" fmla="*/ 45835 w 143397"/>
                  <a:gd name="connsiteY17" fmla="*/ 11396 h 138228"/>
                  <a:gd name="connsiteX18" fmla="*/ 59448 w 143397"/>
                  <a:gd name="connsiteY18" fmla="*/ 32497 h 138228"/>
                  <a:gd name="connsiteX19" fmla="*/ 68222 w 143397"/>
                  <a:gd name="connsiteY19" fmla="*/ 70112 h 138228"/>
                  <a:gd name="connsiteX20" fmla="*/ 43414 w 143397"/>
                  <a:gd name="connsiteY20" fmla="*/ 105893 h 138228"/>
                  <a:gd name="connsiteX21" fmla="*/ 27986 w 143397"/>
                  <a:gd name="connsiteY21" fmla="*/ 120572 h 138228"/>
                  <a:gd name="connsiteX22" fmla="*/ 20120 w 143397"/>
                  <a:gd name="connsiteY22" fmla="*/ 117819 h 138228"/>
                  <a:gd name="connsiteX23" fmla="*/ 10439 w 143397"/>
                  <a:gd name="connsiteY23" fmla="*/ 114761 h 138228"/>
                  <a:gd name="connsiteX24" fmla="*/ 153 w 143397"/>
                  <a:gd name="connsiteY24" fmla="*/ 125465 h 138228"/>
                  <a:gd name="connsiteX25" fmla="*/ 15279 w 143397"/>
                  <a:gd name="connsiteY25" fmla="*/ 138309 h 138228"/>
                  <a:gd name="connsiteX26" fmla="*/ 43414 w 143397"/>
                  <a:gd name="connsiteY26" fmla="*/ 116902 h 138228"/>
                  <a:gd name="connsiteX27" fmla="*/ 70642 w 143397"/>
                  <a:gd name="connsiteY27" fmla="*/ 81122 h 138228"/>
                  <a:gd name="connsiteX28" fmla="*/ 79718 w 143397"/>
                  <a:gd name="connsiteY28" fmla="*/ 117819 h 138228"/>
                  <a:gd name="connsiteX29" fmla="*/ 97264 w 143397"/>
                  <a:gd name="connsiteY29" fmla="*/ 138309 h 138228"/>
                  <a:gd name="connsiteX30" fmla="*/ 134172 w 143397"/>
                  <a:gd name="connsiteY30" fmla="*/ 103446 h 138228"/>
                  <a:gd name="connsiteX31" fmla="*/ 129937 w 143397"/>
                  <a:gd name="connsiteY31" fmla="*/ 101000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29937" y="101000"/>
                    </a:moveTo>
                    <a:cubicBezTo>
                      <a:pt x="127517" y="103752"/>
                      <a:pt x="126004" y="105587"/>
                      <a:pt x="123282" y="109257"/>
                    </a:cubicBezTo>
                    <a:cubicBezTo>
                      <a:pt x="116323" y="118431"/>
                      <a:pt x="112693" y="121489"/>
                      <a:pt x="109365" y="121489"/>
                    </a:cubicBezTo>
                    <a:cubicBezTo>
                      <a:pt x="104827" y="121489"/>
                      <a:pt x="102105" y="117514"/>
                      <a:pt x="99987" y="108951"/>
                    </a:cubicBezTo>
                    <a:cubicBezTo>
                      <a:pt x="99382" y="106504"/>
                      <a:pt x="99079" y="104669"/>
                      <a:pt x="98777" y="103752"/>
                    </a:cubicBezTo>
                    <a:cubicBezTo>
                      <a:pt x="91214" y="72865"/>
                      <a:pt x="87886" y="58797"/>
                      <a:pt x="87886" y="54210"/>
                    </a:cubicBezTo>
                    <a:cubicBezTo>
                      <a:pt x="101197" y="30662"/>
                      <a:pt x="112088" y="17206"/>
                      <a:pt x="117533" y="17206"/>
                    </a:cubicBezTo>
                    <a:cubicBezTo>
                      <a:pt x="119349" y="17206"/>
                      <a:pt x="121769" y="18124"/>
                      <a:pt x="124794" y="19653"/>
                    </a:cubicBezTo>
                    <a:cubicBezTo>
                      <a:pt x="128424" y="21794"/>
                      <a:pt x="130542" y="22405"/>
                      <a:pt x="132962" y="22405"/>
                    </a:cubicBezTo>
                    <a:cubicBezTo>
                      <a:pt x="139315" y="22405"/>
                      <a:pt x="143551" y="17818"/>
                      <a:pt x="143551" y="11396"/>
                    </a:cubicBezTo>
                    <a:cubicBezTo>
                      <a:pt x="143551" y="4974"/>
                      <a:pt x="138408" y="81"/>
                      <a:pt x="131147" y="81"/>
                    </a:cubicBezTo>
                    <a:cubicBezTo>
                      <a:pt x="117836" y="81"/>
                      <a:pt x="106340" y="11090"/>
                      <a:pt x="85466" y="43812"/>
                    </a:cubicBezTo>
                    <a:lnTo>
                      <a:pt x="82138" y="26992"/>
                    </a:lnTo>
                    <a:cubicBezTo>
                      <a:pt x="77902" y="6197"/>
                      <a:pt x="74575" y="81"/>
                      <a:pt x="66406" y="81"/>
                    </a:cubicBezTo>
                    <a:cubicBezTo>
                      <a:pt x="59751" y="81"/>
                      <a:pt x="49465" y="2833"/>
                      <a:pt x="31011" y="8949"/>
                    </a:cubicBezTo>
                    <a:lnTo>
                      <a:pt x="27683" y="10173"/>
                    </a:lnTo>
                    <a:lnTo>
                      <a:pt x="28893" y="14760"/>
                    </a:lnTo>
                    <a:cubicBezTo>
                      <a:pt x="40389" y="12007"/>
                      <a:pt x="43112" y="11396"/>
                      <a:pt x="45835" y="11396"/>
                    </a:cubicBezTo>
                    <a:cubicBezTo>
                      <a:pt x="53398" y="11396"/>
                      <a:pt x="55213" y="14148"/>
                      <a:pt x="59448" y="32497"/>
                    </a:cubicBezTo>
                    <a:lnTo>
                      <a:pt x="68222" y="70112"/>
                    </a:lnTo>
                    <a:lnTo>
                      <a:pt x="43414" y="105893"/>
                    </a:lnTo>
                    <a:cubicBezTo>
                      <a:pt x="37364" y="115067"/>
                      <a:pt x="31313" y="120572"/>
                      <a:pt x="27986" y="120572"/>
                    </a:cubicBezTo>
                    <a:cubicBezTo>
                      <a:pt x="26170" y="120572"/>
                      <a:pt x="23145" y="119654"/>
                      <a:pt x="20120" y="117819"/>
                    </a:cubicBezTo>
                    <a:cubicBezTo>
                      <a:pt x="16187" y="115679"/>
                      <a:pt x="12859" y="114761"/>
                      <a:pt x="10439" y="114761"/>
                    </a:cubicBezTo>
                    <a:cubicBezTo>
                      <a:pt x="4691" y="114761"/>
                      <a:pt x="153" y="119349"/>
                      <a:pt x="153" y="125465"/>
                    </a:cubicBezTo>
                    <a:cubicBezTo>
                      <a:pt x="153" y="133416"/>
                      <a:pt x="6204" y="138309"/>
                      <a:pt x="15279" y="138309"/>
                    </a:cubicBezTo>
                    <a:cubicBezTo>
                      <a:pt x="24658" y="138309"/>
                      <a:pt x="28288" y="135557"/>
                      <a:pt x="43414" y="116902"/>
                    </a:cubicBezTo>
                    <a:cubicBezTo>
                      <a:pt x="51583" y="107116"/>
                      <a:pt x="57936" y="98859"/>
                      <a:pt x="70642" y="81122"/>
                    </a:cubicBezTo>
                    <a:lnTo>
                      <a:pt x="79718" y="117819"/>
                    </a:lnTo>
                    <a:cubicBezTo>
                      <a:pt x="83650" y="133416"/>
                      <a:pt x="87583" y="138309"/>
                      <a:pt x="97264" y="138309"/>
                    </a:cubicBezTo>
                    <a:cubicBezTo>
                      <a:pt x="108760" y="138309"/>
                      <a:pt x="116626" y="130970"/>
                      <a:pt x="134172" y="103446"/>
                    </a:cubicBezTo>
                    <a:lnTo>
                      <a:pt x="129937" y="10100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E1C8AECB-85A7-BE06-DD59-76967AA301EC}"/>
                  </a:ext>
                </a:extLst>
              </p:cNvPr>
              <p:cNvSpPr/>
              <p:nvPr>
                <p:custDataLst>
                  <p:tags r:id="rId159"/>
                </p:custDataLst>
              </p:nvPr>
            </p:nvSpPr>
            <p:spPr>
              <a:xfrm>
                <a:off x="7331047" y="4935128"/>
                <a:ext cx="101189" cy="156149"/>
              </a:xfrm>
              <a:custGeom>
                <a:avLst/>
                <a:gdLst>
                  <a:gd name="connsiteX0" fmla="*/ 51647 w 101189"/>
                  <a:gd name="connsiteY0" fmla="*/ 83 h 156149"/>
                  <a:gd name="connsiteX1" fmla="*/ 21649 w 101189"/>
                  <a:gd name="connsiteY1" fmla="*/ 11850 h 156149"/>
                  <a:gd name="connsiteX2" fmla="*/ 157 w 101189"/>
                  <a:gd name="connsiteY2" fmla="*/ 77026 h 156149"/>
                  <a:gd name="connsiteX3" fmla="*/ 18067 w 101189"/>
                  <a:gd name="connsiteY3" fmla="*/ 140843 h 156149"/>
                  <a:gd name="connsiteX4" fmla="*/ 50752 w 101189"/>
                  <a:gd name="connsiteY4" fmla="*/ 156232 h 156149"/>
                  <a:gd name="connsiteX5" fmla="*/ 79855 w 101189"/>
                  <a:gd name="connsiteY5" fmla="*/ 144464 h 156149"/>
                  <a:gd name="connsiteX6" fmla="*/ 101346 w 101189"/>
                  <a:gd name="connsiteY6" fmla="*/ 78384 h 156149"/>
                  <a:gd name="connsiteX7" fmla="*/ 51647 w 101189"/>
                  <a:gd name="connsiteY7" fmla="*/ 83 h 156149"/>
                  <a:gd name="connsiteX8" fmla="*/ 50975 w 101189"/>
                  <a:gd name="connsiteY8" fmla="*/ 5967 h 156149"/>
                  <a:gd name="connsiteX9" fmla="*/ 79855 w 101189"/>
                  <a:gd name="connsiteY9" fmla="*/ 78836 h 156149"/>
                  <a:gd name="connsiteX10" fmla="*/ 50752 w 101189"/>
                  <a:gd name="connsiteY10" fmla="*/ 150348 h 156149"/>
                  <a:gd name="connsiteX11" fmla="*/ 21649 w 101189"/>
                  <a:gd name="connsiteY11" fmla="*/ 79062 h 156149"/>
                  <a:gd name="connsiteX12" fmla="*/ 50975 w 101189"/>
                  <a:gd name="connsiteY12" fmla="*/ 5967 h 15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189" h="156149">
                    <a:moveTo>
                      <a:pt x="51647" y="83"/>
                    </a:moveTo>
                    <a:cubicBezTo>
                      <a:pt x="39334" y="83"/>
                      <a:pt x="29932" y="3930"/>
                      <a:pt x="21649" y="11850"/>
                    </a:cubicBezTo>
                    <a:cubicBezTo>
                      <a:pt x="8664" y="24523"/>
                      <a:pt x="157" y="50548"/>
                      <a:pt x="157" y="77026"/>
                    </a:cubicBezTo>
                    <a:cubicBezTo>
                      <a:pt x="157" y="101693"/>
                      <a:pt x="7545" y="128170"/>
                      <a:pt x="18067" y="140843"/>
                    </a:cubicBezTo>
                    <a:cubicBezTo>
                      <a:pt x="26350" y="150801"/>
                      <a:pt x="37767" y="156232"/>
                      <a:pt x="50752" y="156232"/>
                    </a:cubicBezTo>
                    <a:cubicBezTo>
                      <a:pt x="62169" y="156232"/>
                      <a:pt x="71795" y="152385"/>
                      <a:pt x="79855" y="144464"/>
                    </a:cubicBezTo>
                    <a:cubicBezTo>
                      <a:pt x="92839" y="132017"/>
                      <a:pt x="101346" y="105766"/>
                      <a:pt x="101346" y="78384"/>
                    </a:cubicBezTo>
                    <a:cubicBezTo>
                      <a:pt x="101346" y="31991"/>
                      <a:pt x="80974" y="83"/>
                      <a:pt x="51647" y="83"/>
                    </a:cubicBezTo>
                    <a:close/>
                    <a:moveTo>
                      <a:pt x="50975" y="5967"/>
                    </a:moveTo>
                    <a:cubicBezTo>
                      <a:pt x="69780" y="5967"/>
                      <a:pt x="79855" y="31539"/>
                      <a:pt x="79855" y="78836"/>
                    </a:cubicBezTo>
                    <a:cubicBezTo>
                      <a:pt x="79855" y="126133"/>
                      <a:pt x="70004" y="150348"/>
                      <a:pt x="50752" y="150348"/>
                    </a:cubicBezTo>
                    <a:cubicBezTo>
                      <a:pt x="31499" y="150348"/>
                      <a:pt x="21649" y="126133"/>
                      <a:pt x="21649" y="79062"/>
                    </a:cubicBezTo>
                    <a:cubicBezTo>
                      <a:pt x="21649" y="31086"/>
                      <a:pt x="31723" y="5967"/>
                      <a:pt x="50975" y="5967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A8D891F3-27DC-85DF-D9C4-0ADA77D988FD}"/>
                  </a:ext>
                </a:extLst>
              </p:cNvPr>
              <p:cNvSpPr/>
              <p:nvPr>
                <p:custDataLst>
                  <p:tags r:id="rId160"/>
                </p:custDataLst>
              </p:nvPr>
            </p:nvSpPr>
            <p:spPr>
              <a:xfrm>
                <a:off x="7470456" y="4812378"/>
                <a:ext cx="70186" cy="305815"/>
              </a:xfrm>
              <a:custGeom>
                <a:avLst/>
                <a:gdLst>
                  <a:gd name="connsiteX0" fmla="*/ 70348 w 70186"/>
                  <a:gd name="connsiteY0" fmla="*/ 152988 h 305815"/>
                  <a:gd name="connsiteX1" fmla="*/ 50381 w 70186"/>
                  <a:gd name="connsiteY1" fmla="*/ 57574 h 305815"/>
                  <a:gd name="connsiteX2" fmla="*/ 3187 w 70186"/>
                  <a:gd name="connsiteY2" fmla="*/ 81 h 305815"/>
                  <a:gd name="connsiteX3" fmla="*/ 162 w 70186"/>
                  <a:gd name="connsiteY3" fmla="*/ 3139 h 305815"/>
                  <a:gd name="connsiteX4" fmla="*/ 5910 w 70186"/>
                  <a:gd name="connsiteY4" fmla="*/ 10172 h 305815"/>
                  <a:gd name="connsiteX5" fmla="*/ 52801 w 70186"/>
                  <a:gd name="connsiteY5" fmla="*/ 152988 h 305815"/>
                  <a:gd name="connsiteX6" fmla="*/ 4094 w 70186"/>
                  <a:gd name="connsiteY6" fmla="*/ 297639 h 305815"/>
                  <a:gd name="connsiteX7" fmla="*/ 162 w 70186"/>
                  <a:gd name="connsiteY7" fmla="*/ 302837 h 305815"/>
                  <a:gd name="connsiteX8" fmla="*/ 3187 w 70186"/>
                  <a:gd name="connsiteY8" fmla="*/ 305896 h 305815"/>
                  <a:gd name="connsiteX9" fmla="*/ 51289 w 70186"/>
                  <a:gd name="connsiteY9" fmla="*/ 246262 h 305815"/>
                  <a:gd name="connsiteX10" fmla="*/ 70348 w 70186"/>
                  <a:gd name="connsiteY10" fmla="*/ 152988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348" y="152988"/>
                    </a:moveTo>
                    <a:cubicBezTo>
                      <a:pt x="70348" y="129134"/>
                      <a:pt x="67020" y="92131"/>
                      <a:pt x="50381" y="57574"/>
                    </a:cubicBezTo>
                    <a:cubicBezTo>
                      <a:pt x="32229" y="19959"/>
                      <a:pt x="6212" y="81"/>
                      <a:pt x="3187" y="81"/>
                    </a:cubicBezTo>
                    <a:cubicBezTo>
                      <a:pt x="1372" y="81"/>
                      <a:pt x="162" y="1304"/>
                      <a:pt x="162" y="3139"/>
                    </a:cubicBezTo>
                    <a:cubicBezTo>
                      <a:pt x="162" y="4056"/>
                      <a:pt x="162" y="4668"/>
                      <a:pt x="5910" y="10172"/>
                    </a:cubicBezTo>
                    <a:cubicBezTo>
                      <a:pt x="35557" y="40448"/>
                      <a:pt x="52801" y="89073"/>
                      <a:pt x="52801" y="152988"/>
                    </a:cubicBezTo>
                    <a:cubicBezTo>
                      <a:pt x="52801" y="205282"/>
                      <a:pt x="41608" y="259106"/>
                      <a:pt x="4094" y="297639"/>
                    </a:cubicBezTo>
                    <a:cubicBezTo>
                      <a:pt x="162" y="301308"/>
                      <a:pt x="162" y="301920"/>
                      <a:pt x="162" y="302837"/>
                    </a:cubicBezTo>
                    <a:cubicBezTo>
                      <a:pt x="162" y="304672"/>
                      <a:pt x="1372" y="305896"/>
                      <a:pt x="3187" y="305896"/>
                    </a:cubicBezTo>
                    <a:cubicBezTo>
                      <a:pt x="6212" y="305896"/>
                      <a:pt x="33440" y="285100"/>
                      <a:pt x="51289" y="246262"/>
                    </a:cubicBezTo>
                    <a:cubicBezTo>
                      <a:pt x="66718" y="212622"/>
                      <a:pt x="70348" y="178676"/>
                      <a:pt x="70348" y="152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97497585-B7C6-022D-D7E6-A097A895E42B}"/>
                  </a:ext>
                </a:extLst>
              </p:cNvPr>
              <p:cNvSpPr/>
              <p:nvPr>
                <p:custDataLst>
                  <p:tags r:id="rId161"/>
                </p:custDataLst>
              </p:nvPr>
            </p:nvSpPr>
            <p:spPr>
              <a:xfrm>
                <a:off x="7630145" y="4863449"/>
                <a:ext cx="201180" cy="203672"/>
              </a:xfrm>
              <a:custGeom>
                <a:avLst/>
                <a:gdLst>
                  <a:gd name="connsiteX0" fmla="*/ 106959 w 201180"/>
                  <a:gd name="connsiteY0" fmla="*/ 108033 h 203672"/>
                  <a:gd name="connsiteX1" fmla="*/ 191364 w 201180"/>
                  <a:gd name="connsiteY1" fmla="*/ 108033 h 203672"/>
                  <a:gd name="connsiteX2" fmla="*/ 201348 w 201180"/>
                  <a:gd name="connsiteY2" fmla="*/ 101917 h 203672"/>
                  <a:gd name="connsiteX3" fmla="*/ 191364 w 201180"/>
                  <a:gd name="connsiteY3" fmla="*/ 95801 h 203672"/>
                  <a:gd name="connsiteX4" fmla="*/ 106959 w 201180"/>
                  <a:gd name="connsiteY4" fmla="*/ 95801 h 203672"/>
                  <a:gd name="connsiteX5" fmla="*/ 106959 w 201180"/>
                  <a:gd name="connsiteY5" fmla="*/ 10172 h 203672"/>
                  <a:gd name="connsiteX6" fmla="*/ 100909 w 201180"/>
                  <a:gd name="connsiteY6" fmla="*/ 81 h 203672"/>
                  <a:gd name="connsiteX7" fmla="*/ 94858 w 201180"/>
                  <a:gd name="connsiteY7" fmla="*/ 10172 h 203672"/>
                  <a:gd name="connsiteX8" fmla="*/ 94858 w 201180"/>
                  <a:gd name="connsiteY8" fmla="*/ 95801 h 203672"/>
                  <a:gd name="connsiteX9" fmla="*/ 10151 w 201180"/>
                  <a:gd name="connsiteY9" fmla="*/ 95801 h 203672"/>
                  <a:gd name="connsiteX10" fmla="*/ 167 w 201180"/>
                  <a:gd name="connsiteY10" fmla="*/ 101917 h 203672"/>
                  <a:gd name="connsiteX11" fmla="*/ 10151 w 201180"/>
                  <a:gd name="connsiteY11" fmla="*/ 108033 h 203672"/>
                  <a:gd name="connsiteX12" fmla="*/ 94858 w 201180"/>
                  <a:gd name="connsiteY12" fmla="*/ 108033 h 203672"/>
                  <a:gd name="connsiteX13" fmla="*/ 94858 w 201180"/>
                  <a:gd name="connsiteY13" fmla="*/ 193661 h 203672"/>
                  <a:gd name="connsiteX14" fmla="*/ 100909 w 201180"/>
                  <a:gd name="connsiteY14" fmla="*/ 203753 h 203672"/>
                  <a:gd name="connsiteX15" fmla="*/ 106959 w 201180"/>
                  <a:gd name="connsiteY15" fmla="*/ 193661 h 203672"/>
                  <a:gd name="connsiteX16" fmla="*/ 106959 w 201180"/>
                  <a:gd name="connsiteY16" fmla="*/ 108033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6959" y="108033"/>
                    </a:moveTo>
                    <a:lnTo>
                      <a:pt x="191364" y="108033"/>
                    </a:lnTo>
                    <a:cubicBezTo>
                      <a:pt x="195600" y="108033"/>
                      <a:pt x="201348" y="108033"/>
                      <a:pt x="201348" y="101917"/>
                    </a:cubicBezTo>
                    <a:cubicBezTo>
                      <a:pt x="201348" y="95801"/>
                      <a:pt x="195600" y="95801"/>
                      <a:pt x="191364" y="95801"/>
                    </a:cubicBezTo>
                    <a:lnTo>
                      <a:pt x="106959" y="95801"/>
                    </a:lnTo>
                    <a:lnTo>
                      <a:pt x="106959" y="10172"/>
                    </a:lnTo>
                    <a:cubicBezTo>
                      <a:pt x="106959" y="5891"/>
                      <a:pt x="106959" y="81"/>
                      <a:pt x="100909" y="81"/>
                    </a:cubicBezTo>
                    <a:cubicBezTo>
                      <a:pt x="94858" y="81"/>
                      <a:pt x="94858" y="5891"/>
                      <a:pt x="94858" y="10172"/>
                    </a:cubicBezTo>
                    <a:lnTo>
                      <a:pt x="94858" y="95801"/>
                    </a:lnTo>
                    <a:lnTo>
                      <a:pt x="10151" y="95801"/>
                    </a:lnTo>
                    <a:cubicBezTo>
                      <a:pt x="5915" y="95801"/>
                      <a:pt x="167" y="95801"/>
                      <a:pt x="167" y="101917"/>
                    </a:cubicBezTo>
                    <a:cubicBezTo>
                      <a:pt x="167" y="108033"/>
                      <a:pt x="5915" y="108033"/>
                      <a:pt x="10151" y="108033"/>
                    </a:cubicBezTo>
                    <a:lnTo>
                      <a:pt x="94858" y="108033"/>
                    </a:lnTo>
                    <a:lnTo>
                      <a:pt x="94858" y="193661"/>
                    </a:lnTo>
                    <a:cubicBezTo>
                      <a:pt x="94858" y="197943"/>
                      <a:pt x="94858" y="203753"/>
                      <a:pt x="100909" y="203753"/>
                    </a:cubicBezTo>
                    <a:cubicBezTo>
                      <a:pt x="106959" y="203753"/>
                      <a:pt x="106959" y="197943"/>
                      <a:pt x="106959" y="193661"/>
                    </a:cubicBezTo>
                    <a:lnTo>
                      <a:pt x="106959" y="108033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1D2A2482-6353-C849-257A-7CDAA38FBE29}"/>
                  </a:ext>
                </a:extLst>
              </p:cNvPr>
              <p:cNvSpPr/>
              <p:nvPr>
                <p:custDataLst>
                  <p:tags r:id="rId162"/>
                </p:custDataLst>
              </p:nvPr>
            </p:nvSpPr>
            <p:spPr>
              <a:xfrm>
                <a:off x="7894950" y="4835008"/>
                <a:ext cx="139162" cy="206730"/>
              </a:xfrm>
              <a:custGeom>
                <a:avLst/>
                <a:gdLst>
                  <a:gd name="connsiteX0" fmla="*/ 139338 w 139162"/>
                  <a:gd name="connsiteY0" fmla="*/ 136168 h 206730"/>
                  <a:gd name="connsiteX1" fmla="*/ 108481 w 139162"/>
                  <a:gd name="connsiteY1" fmla="*/ 136168 h 206730"/>
                  <a:gd name="connsiteX2" fmla="*/ 108481 w 139162"/>
                  <a:gd name="connsiteY2" fmla="*/ 80 h 206730"/>
                  <a:gd name="connsiteX3" fmla="*/ 95170 w 139162"/>
                  <a:gd name="connsiteY3" fmla="*/ 80 h 206730"/>
                  <a:gd name="connsiteX4" fmla="*/ 176 w 139162"/>
                  <a:gd name="connsiteY4" fmla="*/ 136168 h 206730"/>
                  <a:gd name="connsiteX5" fmla="*/ 176 w 139162"/>
                  <a:gd name="connsiteY5" fmla="*/ 155740 h 206730"/>
                  <a:gd name="connsiteX6" fmla="*/ 85186 w 139162"/>
                  <a:gd name="connsiteY6" fmla="*/ 155740 h 206730"/>
                  <a:gd name="connsiteX7" fmla="*/ 85186 w 139162"/>
                  <a:gd name="connsiteY7" fmla="*/ 206811 h 206730"/>
                  <a:gd name="connsiteX8" fmla="*/ 108481 w 139162"/>
                  <a:gd name="connsiteY8" fmla="*/ 206811 h 206730"/>
                  <a:gd name="connsiteX9" fmla="*/ 108481 w 139162"/>
                  <a:gd name="connsiteY9" fmla="*/ 155740 h 206730"/>
                  <a:gd name="connsiteX10" fmla="*/ 139338 w 139162"/>
                  <a:gd name="connsiteY10" fmla="*/ 155740 h 206730"/>
                  <a:gd name="connsiteX11" fmla="*/ 139338 w 139162"/>
                  <a:gd name="connsiteY11" fmla="*/ 136168 h 206730"/>
                  <a:gd name="connsiteX12" fmla="*/ 84884 w 139162"/>
                  <a:gd name="connsiteY12" fmla="*/ 136168 h 206730"/>
                  <a:gd name="connsiteX13" fmla="*/ 12277 w 139162"/>
                  <a:gd name="connsiteY13" fmla="*/ 136168 h 206730"/>
                  <a:gd name="connsiteX14" fmla="*/ 84884 w 139162"/>
                  <a:gd name="connsiteY14" fmla="*/ 31273 h 206730"/>
                  <a:gd name="connsiteX15" fmla="*/ 84884 w 139162"/>
                  <a:gd name="connsiteY15" fmla="*/ 136168 h 206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162" h="206730">
                    <a:moveTo>
                      <a:pt x="139338" y="136168"/>
                    </a:moveTo>
                    <a:lnTo>
                      <a:pt x="108481" y="136168"/>
                    </a:lnTo>
                    <a:lnTo>
                      <a:pt x="108481" y="80"/>
                    </a:lnTo>
                    <a:lnTo>
                      <a:pt x="95170" y="80"/>
                    </a:lnTo>
                    <a:lnTo>
                      <a:pt x="176" y="136168"/>
                    </a:lnTo>
                    <a:lnTo>
                      <a:pt x="176" y="155740"/>
                    </a:lnTo>
                    <a:lnTo>
                      <a:pt x="85186" y="155740"/>
                    </a:lnTo>
                    <a:lnTo>
                      <a:pt x="85186" y="206811"/>
                    </a:lnTo>
                    <a:lnTo>
                      <a:pt x="108481" y="206811"/>
                    </a:lnTo>
                    <a:lnTo>
                      <a:pt x="108481" y="155740"/>
                    </a:lnTo>
                    <a:lnTo>
                      <a:pt x="139338" y="155740"/>
                    </a:lnTo>
                    <a:lnTo>
                      <a:pt x="139338" y="136168"/>
                    </a:lnTo>
                    <a:close/>
                    <a:moveTo>
                      <a:pt x="84884" y="136168"/>
                    </a:moveTo>
                    <a:lnTo>
                      <a:pt x="12277" y="136168"/>
                    </a:lnTo>
                    <a:lnTo>
                      <a:pt x="84884" y="31273"/>
                    </a:lnTo>
                    <a:lnTo>
                      <a:pt x="84884" y="13616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D8A36F10-CD3F-7202-BDD5-73B178B7B9B5}"/>
                  </a:ext>
                </a:extLst>
              </p:cNvPr>
              <p:cNvSpPr/>
              <p:nvPr>
                <p:custDataLst>
                  <p:tags r:id="rId163"/>
                </p:custDataLst>
              </p:nvPr>
            </p:nvSpPr>
            <p:spPr>
              <a:xfrm>
                <a:off x="8044228" y="4834397"/>
                <a:ext cx="172742" cy="270646"/>
              </a:xfrm>
              <a:custGeom>
                <a:avLst/>
                <a:gdLst>
                  <a:gd name="connsiteX0" fmla="*/ 55242 w 172742"/>
                  <a:gd name="connsiteY0" fmla="*/ 86320 h 270646"/>
                  <a:gd name="connsiteX1" fmla="*/ 82470 w 172742"/>
                  <a:gd name="connsiteY1" fmla="*/ 86320 h 270646"/>
                  <a:gd name="connsiteX2" fmla="*/ 55847 w 172742"/>
                  <a:gd name="connsiteY2" fmla="*/ 214763 h 270646"/>
                  <a:gd name="connsiteX3" fmla="*/ 26502 w 172742"/>
                  <a:gd name="connsiteY3" fmla="*/ 264305 h 270646"/>
                  <a:gd name="connsiteX4" fmla="*/ 20452 w 172742"/>
                  <a:gd name="connsiteY4" fmla="*/ 259412 h 270646"/>
                  <a:gd name="connsiteX5" fmla="*/ 21662 w 172742"/>
                  <a:gd name="connsiteY5" fmla="*/ 256048 h 270646"/>
                  <a:gd name="connsiteX6" fmla="*/ 23174 w 172742"/>
                  <a:gd name="connsiteY6" fmla="*/ 251155 h 270646"/>
                  <a:gd name="connsiteX7" fmla="*/ 11376 w 172742"/>
                  <a:gd name="connsiteY7" fmla="*/ 239534 h 270646"/>
                  <a:gd name="connsiteX8" fmla="*/ 182 w 172742"/>
                  <a:gd name="connsiteY8" fmla="*/ 252072 h 270646"/>
                  <a:gd name="connsiteX9" fmla="*/ 24082 w 172742"/>
                  <a:gd name="connsiteY9" fmla="*/ 270727 h 270646"/>
                  <a:gd name="connsiteX10" fmla="*/ 84587 w 172742"/>
                  <a:gd name="connsiteY10" fmla="*/ 184181 h 270646"/>
                  <a:gd name="connsiteX11" fmla="*/ 106369 w 172742"/>
                  <a:gd name="connsiteY11" fmla="*/ 86320 h 270646"/>
                  <a:gd name="connsiteX12" fmla="*/ 139345 w 172742"/>
                  <a:gd name="connsiteY12" fmla="*/ 86320 h 270646"/>
                  <a:gd name="connsiteX13" fmla="*/ 141160 w 172742"/>
                  <a:gd name="connsiteY13" fmla="*/ 76534 h 270646"/>
                  <a:gd name="connsiteX14" fmla="*/ 108487 w 172742"/>
                  <a:gd name="connsiteY14" fmla="*/ 76534 h 270646"/>
                  <a:gd name="connsiteX15" fmla="*/ 145395 w 172742"/>
                  <a:gd name="connsiteY15" fmla="*/ 6809 h 270646"/>
                  <a:gd name="connsiteX16" fmla="*/ 152051 w 172742"/>
                  <a:gd name="connsiteY16" fmla="*/ 10478 h 270646"/>
                  <a:gd name="connsiteX17" fmla="*/ 150841 w 172742"/>
                  <a:gd name="connsiteY17" fmla="*/ 13536 h 270646"/>
                  <a:gd name="connsiteX18" fmla="*/ 149026 w 172742"/>
                  <a:gd name="connsiteY18" fmla="*/ 19959 h 270646"/>
                  <a:gd name="connsiteX19" fmla="*/ 160219 w 172742"/>
                  <a:gd name="connsiteY19" fmla="*/ 32191 h 270646"/>
                  <a:gd name="connsiteX20" fmla="*/ 172925 w 172742"/>
                  <a:gd name="connsiteY20" fmla="*/ 19959 h 270646"/>
                  <a:gd name="connsiteX21" fmla="*/ 146908 w 172742"/>
                  <a:gd name="connsiteY21" fmla="*/ 81 h 270646"/>
                  <a:gd name="connsiteX22" fmla="*/ 109395 w 172742"/>
                  <a:gd name="connsiteY22" fmla="*/ 21182 h 270646"/>
                  <a:gd name="connsiteX23" fmla="*/ 85192 w 172742"/>
                  <a:gd name="connsiteY23" fmla="*/ 76534 h 270646"/>
                  <a:gd name="connsiteX24" fmla="*/ 57360 w 172742"/>
                  <a:gd name="connsiteY24" fmla="*/ 76534 h 270646"/>
                  <a:gd name="connsiteX25" fmla="*/ 55242 w 172742"/>
                  <a:gd name="connsiteY25" fmla="*/ 86320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242" y="86320"/>
                    </a:moveTo>
                    <a:lnTo>
                      <a:pt x="82470" y="86320"/>
                    </a:lnTo>
                    <a:lnTo>
                      <a:pt x="55847" y="214763"/>
                    </a:lnTo>
                    <a:cubicBezTo>
                      <a:pt x="49192" y="247485"/>
                      <a:pt x="39208" y="264305"/>
                      <a:pt x="26502" y="264305"/>
                    </a:cubicBezTo>
                    <a:cubicBezTo>
                      <a:pt x="22872" y="264305"/>
                      <a:pt x="20452" y="262164"/>
                      <a:pt x="20452" y="259412"/>
                    </a:cubicBezTo>
                    <a:cubicBezTo>
                      <a:pt x="20452" y="258494"/>
                      <a:pt x="20754" y="257577"/>
                      <a:pt x="21662" y="256048"/>
                    </a:cubicBezTo>
                    <a:cubicBezTo>
                      <a:pt x="22872" y="254213"/>
                      <a:pt x="23174" y="252990"/>
                      <a:pt x="23174" y="251155"/>
                    </a:cubicBezTo>
                    <a:cubicBezTo>
                      <a:pt x="23174" y="244733"/>
                      <a:pt x="17729" y="239534"/>
                      <a:pt x="11376" y="239534"/>
                    </a:cubicBezTo>
                    <a:cubicBezTo>
                      <a:pt x="5023" y="239534"/>
                      <a:pt x="182" y="245038"/>
                      <a:pt x="182" y="252072"/>
                    </a:cubicBezTo>
                    <a:cubicBezTo>
                      <a:pt x="182" y="262470"/>
                      <a:pt x="10771" y="270727"/>
                      <a:pt x="24082" y="270727"/>
                    </a:cubicBezTo>
                    <a:cubicBezTo>
                      <a:pt x="51007" y="270727"/>
                      <a:pt x="72184" y="240451"/>
                      <a:pt x="84587" y="184181"/>
                    </a:cubicBezTo>
                    <a:lnTo>
                      <a:pt x="106369" y="86320"/>
                    </a:lnTo>
                    <a:lnTo>
                      <a:pt x="139345" y="86320"/>
                    </a:lnTo>
                    <a:lnTo>
                      <a:pt x="141160" y="76534"/>
                    </a:lnTo>
                    <a:lnTo>
                      <a:pt x="108487" y="76534"/>
                    </a:lnTo>
                    <a:cubicBezTo>
                      <a:pt x="117260" y="28521"/>
                      <a:pt x="128454" y="6809"/>
                      <a:pt x="145395" y="6809"/>
                    </a:cubicBezTo>
                    <a:cubicBezTo>
                      <a:pt x="149328" y="6809"/>
                      <a:pt x="152051" y="8338"/>
                      <a:pt x="152051" y="10478"/>
                    </a:cubicBezTo>
                    <a:cubicBezTo>
                      <a:pt x="152051" y="11396"/>
                      <a:pt x="151748" y="12007"/>
                      <a:pt x="150841" y="13536"/>
                    </a:cubicBezTo>
                    <a:cubicBezTo>
                      <a:pt x="149631" y="16289"/>
                      <a:pt x="149026" y="17818"/>
                      <a:pt x="149026" y="19959"/>
                    </a:cubicBezTo>
                    <a:cubicBezTo>
                      <a:pt x="149026" y="27298"/>
                      <a:pt x="153563" y="32191"/>
                      <a:pt x="160219" y="32191"/>
                    </a:cubicBezTo>
                    <a:cubicBezTo>
                      <a:pt x="167177" y="32191"/>
                      <a:pt x="172925" y="26686"/>
                      <a:pt x="172925" y="19959"/>
                    </a:cubicBezTo>
                    <a:cubicBezTo>
                      <a:pt x="172925" y="8643"/>
                      <a:pt x="161732" y="81"/>
                      <a:pt x="146908" y="81"/>
                    </a:cubicBezTo>
                    <a:cubicBezTo>
                      <a:pt x="132084" y="81"/>
                      <a:pt x="120285" y="6809"/>
                      <a:pt x="109395" y="21182"/>
                    </a:cubicBezTo>
                    <a:cubicBezTo>
                      <a:pt x="100319" y="33109"/>
                      <a:pt x="94268" y="47176"/>
                      <a:pt x="85192" y="76534"/>
                    </a:cubicBezTo>
                    <a:lnTo>
                      <a:pt x="57360" y="76534"/>
                    </a:lnTo>
                    <a:lnTo>
                      <a:pt x="55242" y="8632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023D1D86-C57F-D6AF-A07A-C360F4001C50}"/>
                  </a:ext>
                </a:extLst>
              </p:cNvPr>
              <p:cNvSpPr/>
              <p:nvPr>
                <p:custDataLst>
                  <p:tags r:id="rId164"/>
                </p:custDataLst>
              </p:nvPr>
            </p:nvSpPr>
            <p:spPr>
              <a:xfrm>
                <a:off x="8247397" y="4812378"/>
                <a:ext cx="70186" cy="305815"/>
              </a:xfrm>
              <a:custGeom>
                <a:avLst/>
                <a:gdLst>
                  <a:gd name="connsiteX0" fmla="*/ 70373 w 70186"/>
                  <a:gd name="connsiteY0" fmla="*/ 302837 h 305815"/>
                  <a:gd name="connsiteX1" fmla="*/ 65230 w 70186"/>
                  <a:gd name="connsiteY1" fmla="*/ 296109 h 305815"/>
                  <a:gd name="connsiteX2" fmla="*/ 17733 w 70186"/>
                  <a:gd name="connsiteY2" fmla="*/ 152988 h 305815"/>
                  <a:gd name="connsiteX3" fmla="*/ 66440 w 70186"/>
                  <a:gd name="connsiteY3" fmla="*/ 8338 h 305815"/>
                  <a:gd name="connsiteX4" fmla="*/ 70373 w 70186"/>
                  <a:gd name="connsiteY4" fmla="*/ 3139 h 305815"/>
                  <a:gd name="connsiteX5" fmla="*/ 67348 w 70186"/>
                  <a:gd name="connsiteY5" fmla="*/ 81 h 305815"/>
                  <a:gd name="connsiteX6" fmla="*/ 19246 w 70186"/>
                  <a:gd name="connsiteY6" fmla="*/ 59714 h 305815"/>
                  <a:gd name="connsiteX7" fmla="*/ 187 w 70186"/>
                  <a:gd name="connsiteY7" fmla="*/ 152988 h 305815"/>
                  <a:gd name="connsiteX8" fmla="*/ 20154 w 70186"/>
                  <a:gd name="connsiteY8" fmla="*/ 248402 h 305815"/>
                  <a:gd name="connsiteX9" fmla="*/ 67348 w 70186"/>
                  <a:gd name="connsiteY9" fmla="*/ 305896 h 305815"/>
                  <a:gd name="connsiteX10" fmla="*/ 70373 w 70186"/>
                  <a:gd name="connsiteY10" fmla="*/ 302837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373" y="302837"/>
                    </a:moveTo>
                    <a:cubicBezTo>
                      <a:pt x="70373" y="301920"/>
                      <a:pt x="70373" y="301308"/>
                      <a:pt x="65230" y="296109"/>
                    </a:cubicBezTo>
                    <a:cubicBezTo>
                      <a:pt x="27414" y="257577"/>
                      <a:pt x="17733" y="199778"/>
                      <a:pt x="17733" y="152988"/>
                    </a:cubicBezTo>
                    <a:cubicBezTo>
                      <a:pt x="17733" y="99776"/>
                      <a:pt x="29229" y="46564"/>
                      <a:pt x="66440" y="8338"/>
                    </a:cubicBezTo>
                    <a:cubicBezTo>
                      <a:pt x="70373" y="4668"/>
                      <a:pt x="70373" y="4056"/>
                      <a:pt x="70373" y="3139"/>
                    </a:cubicBezTo>
                    <a:cubicBezTo>
                      <a:pt x="70373" y="998"/>
                      <a:pt x="69163" y="81"/>
                      <a:pt x="67348" y="81"/>
                    </a:cubicBezTo>
                    <a:cubicBezTo>
                      <a:pt x="64322" y="81"/>
                      <a:pt x="37095" y="20876"/>
                      <a:pt x="19246" y="59714"/>
                    </a:cubicBezTo>
                    <a:cubicBezTo>
                      <a:pt x="3817" y="93354"/>
                      <a:pt x="187" y="127300"/>
                      <a:pt x="187" y="152988"/>
                    </a:cubicBezTo>
                    <a:cubicBezTo>
                      <a:pt x="187" y="176842"/>
                      <a:pt x="3515" y="213845"/>
                      <a:pt x="20154" y="248402"/>
                    </a:cubicBezTo>
                    <a:cubicBezTo>
                      <a:pt x="38305" y="286018"/>
                      <a:pt x="64322" y="305896"/>
                      <a:pt x="67348" y="305896"/>
                    </a:cubicBezTo>
                    <a:cubicBezTo>
                      <a:pt x="69163" y="305896"/>
                      <a:pt x="70373" y="304978"/>
                      <a:pt x="70373" y="302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CE4015F-60AC-F9FE-DADD-F64A0E9007AA}"/>
                  </a:ext>
                </a:extLst>
              </p:cNvPr>
              <p:cNvSpPr/>
              <p:nvPr>
                <p:custDataLst>
                  <p:tags r:id="rId165"/>
                </p:custDataLst>
              </p:nvPr>
            </p:nvSpPr>
            <p:spPr>
              <a:xfrm>
                <a:off x="8327096" y="4906875"/>
                <a:ext cx="143397" cy="138228"/>
              </a:xfrm>
              <a:custGeom>
                <a:avLst/>
                <a:gdLst>
                  <a:gd name="connsiteX0" fmla="*/ 129975 w 143397"/>
                  <a:gd name="connsiteY0" fmla="*/ 101000 h 138228"/>
                  <a:gd name="connsiteX1" fmla="*/ 123319 w 143397"/>
                  <a:gd name="connsiteY1" fmla="*/ 109257 h 138228"/>
                  <a:gd name="connsiteX2" fmla="*/ 109403 w 143397"/>
                  <a:gd name="connsiteY2" fmla="*/ 121489 h 138228"/>
                  <a:gd name="connsiteX3" fmla="*/ 100025 w 143397"/>
                  <a:gd name="connsiteY3" fmla="*/ 108951 h 138228"/>
                  <a:gd name="connsiteX4" fmla="*/ 98814 w 143397"/>
                  <a:gd name="connsiteY4" fmla="*/ 103752 h 138228"/>
                  <a:gd name="connsiteX5" fmla="*/ 87923 w 143397"/>
                  <a:gd name="connsiteY5" fmla="*/ 54210 h 138228"/>
                  <a:gd name="connsiteX6" fmla="*/ 117571 w 143397"/>
                  <a:gd name="connsiteY6" fmla="*/ 17206 h 138228"/>
                  <a:gd name="connsiteX7" fmla="*/ 124832 w 143397"/>
                  <a:gd name="connsiteY7" fmla="*/ 19653 h 138228"/>
                  <a:gd name="connsiteX8" fmla="*/ 133000 w 143397"/>
                  <a:gd name="connsiteY8" fmla="*/ 22405 h 138228"/>
                  <a:gd name="connsiteX9" fmla="*/ 143588 w 143397"/>
                  <a:gd name="connsiteY9" fmla="*/ 11396 h 138228"/>
                  <a:gd name="connsiteX10" fmla="*/ 131185 w 143397"/>
                  <a:gd name="connsiteY10" fmla="*/ 81 h 138228"/>
                  <a:gd name="connsiteX11" fmla="*/ 85503 w 143397"/>
                  <a:gd name="connsiteY11" fmla="*/ 43812 h 138228"/>
                  <a:gd name="connsiteX12" fmla="*/ 82175 w 143397"/>
                  <a:gd name="connsiteY12" fmla="*/ 26992 h 138228"/>
                  <a:gd name="connsiteX13" fmla="*/ 66444 w 143397"/>
                  <a:gd name="connsiteY13" fmla="*/ 81 h 138228"/>
                  <a:gd name="connsiteX14" fmla="*/ 31048 w 143397"/>
                  <a:gd name="connsiteY14" fmla="*/ 8949 h 138228"/>
                  <a:gd name="connsiteX15" fmla="*/ 27721 w 143397"/>
                  <a:gd name="connsiteY15" fmla="*/ 10173 h 138228"/>
                  <a:gd name="connsiteX16" fmla="*/ 28931 w 143397"/>
                  <a:gd name="connsiteY16" fmla="*/ 14760 h 138228"/>
                  <a:gd name="connsiteX17" fmla="*/ 45872 w 143397"/>
                  <a:gd name="connsiteY17" fmla="*/ 11396 h 138228"/>
                  <a:gd name="connsiteX18" fmla="*/ 59486 w 143397"/>
                  <a:gd name="connsiteY18" fmla="*/ 32497 h 138228"/>
                  <a:gd name="connsiteX19" fmla="*/ 68259 w 143397"/>
                  <a:gd name="connsiteY19" fmla="*/ 70112 h 138228"/>
                  <a:gd name="connsiteX20" fmla="*/ 43452 w 143397"/>
                  <a:gd name="connsiteY20" fmla="*/ 105893 h 138228"/>
                  <a:gd name="connsiteX21" fmla="*/ 28023 w 143397"/>
                  <a:gd name="connsiteY21" fmla="*/ 120572 h 138228"/>
                  <a:gd name="connsiteX22" fmla="*/ 20157 w 143397"/>
                  <a:gd name="connsiteY22" fmla="*/ 117819 h 138228"/>
                  <a:gd name="connsiteX23" fmla="*/ 10477 w 143397"/>
                  <a:gd name="connsiteY23" fmla="*/ 114761 h 138228"/>
                  <a:gd name="connsiteX24" fmla="*/ 191 w 143397"/>
                  <a:gd name="connsiteY24" fmla="*/ 125465 h 138228"/>
                  <a:gd name="connsiteX25" fmla="*/ 15317 w 143397"/>
                  <a:gd name="connsiteY25" fmla="*/ 138309 h 138228"/>
                  <a:gd name="connsiteX26" fmla="*/ 43452 w 143397"/>
                  <a:gd name="connsiteY26" fmla="*/ 116902 h 138228"/>
                  <a:gd name="connsiteX27" fmla="*/ 70679 w 143397"/>
                  <a:gd name="connsiteY27" fmla="*/ 81122 h 138228"/>
                  <a:gd name="connsiteX28" fmla="*/ 79755 w 143397"/>
                  <a:gd name="connsiteY28" fmla="*/ 117819 h 138228"/>
                  <a:gd name="connsiteX29" fmla="*/ 97302 w 143397"/>
                  <a:gd name="connsiteY29" fmla="*/ 138309 h 138228"/>
                  <a:gd name="connsiteX30" fmla="*/ 134210 w 143397"/>
                  <a:gd name="connsiteY30" fmla="*/ 103446 h 138228"/>
                  <a:gd name="connsiteX31" fmla="*/ 129975 w 143397"/>
                  <a:gd name="connsiteY31" fmla="*/ 101000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29975" y="101000"/>
                    </a:moveTo>
                    <a:cubicBezTo>
                      <a:pt x="127554" y="103752"/>
                      <a:pt x="126042" y="105587"/>
                      <a:pt x="123319" y="109257"/>
                    </a:cubicBezTo>
                    <a:cubicBezTo>
                      <a:pt x="116361" y="118431"/>
                      <a:pt x="112731" y="121489"/>
                      <a:pt x="109403" y="121489"/>
                    </a:cubicBezTo>
                    <a:cubicBezTo>
                      <a:pt x="104865" y="121489"/>
                      <a:pt x="102142" y="117514"/>
                      <a:pt x="100025" y="108951"/>
                    </a:cubicBezTo>
                    <a:cubicBezTo>
                      <a:pt x="99419" y="106504"/>
                      <a:pt x="99117" y="104669"/>
                      <a:pt x="98814" y="103752"/>
                    </a:cubicBezTo>
                    <a:cubicBezTo>
                      <a:pt x="91251" y="72865"/>
                      <a:pt x="87923" y="58797"/>
                      <a:pt x="87923" y="54210"/>
                    </a:cubicBezTo>
                    <a:cubicBezTo>
                      <a:pt x="101235" y="30662"/>
                      <a:pt x="112126" y="17206"/>
                      <a:pt x="117571" y="17206"/>
                    </a:cubicBezTo>
                    <a:cubicBezTo>
                      <a:pt x="119386" y="17206"/>
                      <a:pt x="121806" y="18124"/>
                      <a:pt x="124832" y="19653"/>
                    </a:cubicBezTo>
                    <a:cubicBezTo>
                      <a:pt x="128462" y="21794"/>
                      <a:pt x="130580" y="22405"/>
                      <a:pt x="133000" y="22405"/>
                    </a:cubicBezTo>
                    <a:cubicBezTo>
                      <a:pt x="139353" y="22405"/>
                      <a:pt x="143588" y="17818"/>
                      <a:pt x="143588" y="11396"/>
                    </a:cubicBezTo>
                    <a:cubicBezTo>
                      <a:pt x="143588" y="4974"/>
                      <a:pt x="138445" y="81"/>
                      <a:pt x="131185" y="81"/>
                    </a:cubicBezTo>
                    <a:cubicBezTo>
                      <a:pt x="117874" y="81"/>
                      <a:pt x="106378" y="11090"/>
                      <a:pt x="85503" y="43812"/>
                    </a:cubicBezTo>
                    <a:lnTo>
                      <a:pt x="82175" y="26992"/>
                    </a:lnTo>
                    <a:cubicBezTo>
                      <a:pt x="77940" y="6197"/>
                      <a:pt x="74612" y="81"/>
                      <a:pt x="66444" y="81"/>
                    </a:cubicBezTo>
                    <a:cubicBezTo>
                      <a:pt x="59788" y="81"/>
                      <a:pt x="49503" y="2833"/>
                      <a:pt x="31048" y="8949"/>
                    </a:cubicBezTo>
                    <a:lnTo>
                      <a:pt x="27721" y="10173"/>
                    </a:lnTo>
                    <a:lnTo>
                      <a:pt x="28931" y="14760"/>
                    </a:lnTo>
                    <a:cubicBezTo>
                      <a:pt x="40427" y="12007"/>
                      <a:pt x="43149" y="11396"/>
                      <a:pt x="45872" y="11396"/>
                    </a:cubicBezTo>
                    <a:cubicBezTo>
                      <a:pt x="53435" y="11396"/>
                      <a:pt x="55251" y="14148"/>
                      <a:pt x="59486" y="32497"/>
                    </a:cubicBezTo>
                    <a:lnTo>
                      <a:pt x="68259" y="70112"/>
                    </a:lnTo>
                    <a:lnTo>
                      <a:pt x="43452" y="105893"/>
                    </a:lnTo>
                    <a:cubicBezTo>
                      <a:pt x="37401" y="115067"/>
                      <a:pt x="31351" y="120572"/>
                      <a:pt x="28023" y="120572"/>
                    </a:cubicBezTo>
                    <a:cubicBezTo>
                      <a:pt x="26208" y="120572"/>
                      <a:pt x="23183" y="119654"/>
                      <a:pt x="20157" y="117819"/>
                    </a:cubicBezTo>
                    <a:cubicBezTo>
                      <a:pt x="16225" y="115679"/>
                      <a:pt x="12897" y="114761"/>
                      <a:pt x="10477" y="114761"/>
                    </a:cubicBezTo>
                    <a:cubicBezTo>
                      <a:pt x="4729" y="114761"/>
                      <a:pt x="191" y="119349"/>
                      <a:pt x="191" y="125465"/>
                    </a:cubicBezTo>
                    <a:cubicBezTo>
                      <a:pt x="191" y="133416"/>
                      <a:pt x="6241" y="138309"/>
                      <a:pt x="15317" y="138309"/>
                    </a:cubicBezTo>
                    <a:cubicBezTo>
                      <a:pt x="24695" y="138309"/>
                      <a:pt x="28326" y="135557"/>
                      <a:pt x="43452" y="116902"/>
                    </a:cubicBezTo>
                    <a:cubicBezTo>
                      <a:pt x="51620" y="107116"/>
                      <a:pt x="57973" y="98859"/>
                      <a:pt x="70679" y="81122"/>
                    </a:cubicBezTo>
                    <a:lnTo>
                      <a:pt x="79755" y="117819"/>
                    </a:lnTo>
                    <a:cubicBezTo>
                      <a:pt x="83688" y="133416"/>
                      <a:pt x="87621" y="138309"/>
                      <a:pt x="97302" y="138309"/>
                    </a:cubicBezTo>
                    <a:cubicBezTo>
                      <a:pt x="108798" y="138309"/>
                      <a:pt x="116663" y="130970"/>
                      <a:pt x="134210" y="103446"/>
                    </a:cubicBezTo>
                    <a:lnTo>
                      <a:pt x="129975" y="10100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2E600883-73E4-8C0A-236D-FD272344416F}"/>
                  </a:ext>
                </a:extLst>
              </p:cNvPr>
              <p:cNvSpPr/>
              <p:nvPr>
                <p:custDataLst>
                  <p:tags r:id="rId166"/>
                </p:custDataLst>
              </p:nvPr>
            </p:nvSpPr>
            <p:spPr>
              <a:xfrm>
                <a:off x="8494938" y="4935128"/>
                <a:ext cx="63355" cy="152980"/>
              </a:xfrm>
              <a:custGeom>
                <a:avLst/>
                <a:gdLst>
                  <a:gd name="connsiteX0" fmla="*/ 40491 w 63355"/>
                  <a:gd name="connsiteY0" fmla="*/ 83 h 152980"/>
                  <a:gd name="connsiteX1" fmla="*/ 195 w 63355"/>
                  <a:gd name="connsiteY1" fmla="*/ 20676 h 152980"/>
                  <a:gd name="connsiteX2" fmla="*/ 195 w 63355"/>
                  <a:gd name="connsiteY2" fmla="*/ 23845 h 152980"/>
                  <a:gd name="connsiteX3" fmla="*/ 6239 w 63355"/>
                  <a:gd name="connsiteY3" fmla="*/ 21355 h 152980"/>
                  <a:gd name="connsiteX4" fmla="*/ 16313 w 63355"/>
                  <a:gd name="connsiteY4" fmla="*/ 18866 h 152980"/>
                  <a:gd name="connsiteX5" fmla="*/ 23029 w 63355"/>
                  <a:gd name="connsiteY5" fmla="*/ 29502 h 152980"/>
                  <a:gd name="connsiteX6" fmla="*/ 23029 w 63355"/>
                  <a:gd name="connsiteY6" fmla="*/ 132017 h 152980"/>
                  <a:gd name="connsiteX7" fmla="*/ 17656 w 63355"/>
                  <a:gd name="connsiteY7" fmla="*/ 146727 h 152980"/>
                  <a:gd name="connsiteX8" fmla="*/ 1762 w 63355"/>
                  <a:gd name="connsiteY8" fmla="*/ 149669 h 152980"/>
                  <a:gd name="connsiteX9" fmla="*/ 1762 w 63355"/>
                  <a:gd name="connsiteY9" fmla="*/ 153064 h 152980"/>
                  <a:gd name="connsiteX10" fmla="*/ 63550 w 63355"/>
                  <a:gd name="connsiteY10" fmla="*/ 153064 h 152980"/>
                  <a:gd name="connsiteX11" fmla="*/ 63550 w 63355"/>
                  <a:gd name="connsiteY11" fmla="*/ 149669 h 152980"/>
                  <a:gd name="connsiteX12" fmla="*/ 42282 w 63355"/>
                  <a:gd name="connsiteY12" fmla="*/ 136317 h 152980"/>
                  <a:gd name="connsiteX13" fmla="*/ 42282 w 63355"/>
                  <a:gd name="connsiteY13" fmla="*/ 535 h 152980"/>
                  <a:gd name="connsiteX14" fmla="*/ 40491 w 63355"/>
                  <a:gd name="connsiteY14" fmla="*/ 83 h 15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355" h="152980">
                    <a:moveTo>
                      <a:pt x="40491" y="83"/>
                    </a:moveTo>
                    <a:lnTo>
                      <a:pt x="195" y="20676"/>
                    </a:lnTo>
                    <a:lnTo>
                      <a:pt x="195" y="23845"/>
                    </a:lnTo>
                    <a:cubicBezTo>
                      <a:pt x="2881" y="22713"/>
                      <a:pt x="5344" y="21808"/>
                      <a:pt x="6239" y="21355"/>
                    </a:cubicBezTo>
                    <a:cubicBezTo>
                      <a:pt x="10269" y="19771"/>
                      <a:pt x="14074" y="18866"/>
                      <a:pt x="16313" y="18866"/>
                    </a:cubicBezTo>
                    <a:cubicBezTo>
                      <a:pt x="21014" y="18866"/>
                      <a:pt x="23029" y="22260"/>
                      <a:pt x="23029" y="29502"/>
                    </a:cubicBezTo>
                    <a:lnTo>
                      <a:pt x="23029" y="132017"/>
                    </a:lnTo>
                    <a:cubicBezTo>
                      <a:pt x="23029" y="139485"/>
                      <a:pt x="21238" y="144690"/>
                      <a:pt x="17656" y="146727"/>
                    </a:cubicBezTo>
                    <a:cubicBezTo>
                      <a:pt x="14298" y="148764"/>
                      <a:pt x="11164" y="149443"/>
                      <a:pt x="1762" y="149669"/>
                    </a:cubicBezTo>
                    <a:lnTo>
                      <a:pt x="1762" y="153064"/>
                    </a:lnTo>
                    <a:lnTo>
                      <a:pt x="63550" y="153064"/>
                    </a:lnTo>
                    <a:lnTo>
                      <a:pt x="63550" y="149669"/>
                    </a:lnTo>
                    <a:cubicBezTo>
                      <a:pt x="45864" y="149443"/>
                      <a:pt x="42282" y="147180"/>
                      <a:pt x="42282" y="136317"/>
                    </a:cubicBezTo>
                    <a:lnTo>
                      <a:pt x="42282" y="535"/>
                    </a:lnTo>
                    <a:lnTo>
                      <a:pt x="40491" y="83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FA447FD5-ADB7-80DA-0691-30D33561A002}"/>
                  </a:ext>
                </a:extLst>
              </p:cNvPr>
              <p:cNvSpPr/>
              <p:nvPr>
                <p:custDataLst>
                  <p:tags r:id="rId167"/>
                </p:custDataLst>
              </p:nvPr>
            </p:nvSpPr>
            <p:spPr>
              <a:xfrm>
                <a:off x="8614870" y="4812378"/>
                <a:ext cx="70186" cy="305815"/>
              </a:xfrm>
              <a:custGeom>
                <a:avLst/>
                <a:gdLst>
                  <a:gd name="connsiteX0" fmla="*/ 70385 w 70186"/>
                  <a:gd name="connsiteY0" fmla="*/ 152988 h 305815"/>
                  <a:gd name="connsiteX1" fmla="*/ 50419 w 70186"/>
                  <a:gd name="connsiteY1" fmla="*/ 57574 h 305815"/>
                  <a:gd name="connsiteX2" fmla="*/ 3224 w 70186"/>
                  <a:gd name="connsiteY2" fmla="*/ 81 h 305815"/>
                  <a:gd name="connsiteX3" fmla="*/ 199 w 70186"/>
                  <a:gd name="connsiteY3" fmla="*/ 3139 h 305815"/>
                  <a:gd name="connsiteX4" fmla="*/ 5947 w 70186"/>
                  <a:gd name="connsiteY4" fmla="*/ 10172 h 305815"/>
                  <a:gd name="connsiteX5" fmla="*/ 52839 w 70186"/>
                  <a:gd name="connsiteY5" fmla="*/ 152988 h 305815"/>
                  <a:gd name="connsiteX6" fmla="*/ 4132 w 70186"/>
                  <a:gd name="connsiteY6" fmla="*/ 297639 h 305815"/>
                  <a:gd name="connsiteX7" fmla="*/ 199 w 70186"/>
                  <a:gd name="connsiteY7" fmla="*/ 302837 h 305815"/>
                  <a:gd name="connsiteX8" fmla="*/ 3224 w 70186"/>
                  <a:gd name="connsiteY8" fmla="*/ 305896 h 305815"/>
                  <a:gd name="connsiteX9" fmla="*/ 51326 w 70186"/>
                  <a:gd name="connsiteY9" fmla="*/ 246262 h 305815"/>
                  <a:gd name="connsiteX10" fmla="*/ 70385 w 70186"/>
                  <a:gd name="connsiteY10" fmla="*/ 152988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385" y="152988"/>
                    </a:moveTo>
                    <a:cubicBezTo>
                      <a:pt x="70385" y="129134"/>
                      <a:pt x="67058" y="92131"/>
                      <a:pt x="50419" y="57574"/>
                    </a:cubicBezTo>
                    <a:cubicBezTo>
                      <a:pt x="32267" y="19959"/>
                      <a:pt x="6250" y="81"/>
                      <a:pt x="3224" y="81"/>
                    </a:cubicBezTo>
                    <a:cubicBezTo>
                      <a:pt x="1409" y="81"/>
                      <a:pt x="199" y="1304"/>
                      <a:pt x="199" y="3139"/>
                    </a:cubicBezTo>
                    <a:cubicBezTo>
                      <a:pt x="199" y="4056"/>
                      <a:pt x="199" y="4668"/>
                      <a:pt x="5947" y="10172"/>
                    </a:cubicBezTo>
                    <a:cubicBezTo>
                      <a:pt x="35595" y="40448"/>
                      <a:pt x="52839" y="89073"/>
                      <a:pt x="52839" y="152988"/>
                    </a:cubicBezTo>
                    <a:cubicBezTo>
                      <a:pt x="52839" y="205282"/>
                      <a:pt x="41645" y="259106"/>
                      <a:pt x="4132" y="297639"/>
                    </a:cubicBezTo>
                    <a:cubicBezTo>
                      <a:pt x="199" y="301308"/>
                      <a:pt x="199" y="301920"/>
                      <a:pt x="199" y="302837"/>
                    </a:cubicBezTo>
                    <a:cubicBezTo>
                      <a:pt x="199" y="304672"/>
                      <a:pt x="1409" y="305896"/>
                      <a:pt x="3224" y="305896"/>
                    </a:cubicBezTo>
                    <a:cubicBezTo>
                      <a:pt x="6250" y="305896"/>
                      <a:pt x="33477" y="285100"/>
                      <a:pt x="51326" y="246262"/>
                    </a:cubicBezTo>
                    <a:cubicBezTo>
                      <a:pt x="66755" y="212622"/>
                      <a:pt x="70385" y="178676"/>
                      <a:pt x="70385" y="152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8B8B42F0-C079-4C84-AE5B-3CDF4615539D}"/>
                  </a:ext>
                </a:extLst>
              </p:cNvPr>
              <p:cNvSpPr/>
              <p:nvPr>
                <p:custDataLst>
                  <p:tags r:id="rId168"/>
                </p:custDataLst>
              </p:nvPr>
            </p:nvSpPr>
            <p:spPr>
              <a:xfrm>
                <a:off x="8774558" y="4863449"/>
                <a:ext cx="201180" cy="203672"/>
              </a:xfrm>
              <a:custGeom>
                <a:avLst/>
                <a:gdLst>
                  <a:gd name="connsiteX0" fmla="*/ 106997 w 201180"/>
                  <a:gd name="connsiteY0" fmla="*/ 108033 h 203672"/>
                  <a:gd name="connsiteX1" fmla="*/ 191402 w 201180"/>
                  <a:gd name="connsiteY1" fmla="*/ 108033 h 203672"/>
                  <a:gd name="connsiteX2" fmla="*/ 201385 w 201180"/>
                  <a:gd name="connsiteY2" fmla="*/ 101917 h 203672"/>
                  <a:gd name="connsiteX3" fmla="*/ 191402 w 201180"/>
                  <a:gd name="connsiteY3" fmla="*/ 95801 h 203672"/>
                  <a:gd name="connsiteX4" fmla="*/ 106997 w 201180"/>
                  <a:gd name="connsiteY4" fmla="*/ 95801 h 203672"/>
                  <a:gd name="connsiteX5" fmla="*/ 106997 w 201180"/>
                  <a:gd name="connsiteY5" fmla="*/ 10172 h 203672"/>
                  <a:gd name="connsiteX6" fmla="*/ 100946 w 201180"/>
                  <a:gd name="connsiteY6" fmla="*/ 81 h 203672"/>
                  <a:gd name="connsiteX7" fmla="*/ 94896 w 201180"/>
                  <a:gd name="connsiteY7" fmla="*/ 10172 h 203672"/>
                  <a:gd name="connsiteX8" fmla="*/ 94896 w 201180"/>
                  <a:gd name="connsiteY8" fmla="*/ 95801 h 203672"/>
                  <a:gd name="connsiteX9" fmla="*/ 10188 w 201180"/>
                  <a:gd name="connsiteY9" fmla="*/ 95801 h 203672"/>
                  <a:gd name="connsiteX10" fmla="*/ 205 w 201180"/>
                  <a:gd name="connsiteY10" fmla="*/ 101917 h 203672"/>
                  <a:gd name="connsiteX11" fmla="*/ 10188 w 201180"/>
                  <a:gd name="connsiteY11" fmla="*/ 108033 h 203672"/>
                  <a:gd name="connsiteX12" fmla="*/ 94896 w 201180"/>
                  <a:gd name="connsiteY12" fmla="*/ 108033 h 203672"/>
                  <a:gd name="connsiteX13" fmla="*/ 94896 w 201180"/>
                  <a:gd name="connsiteY13" fmla="*/ 193661 h 203672"/>
                  <a:gd name="connsiteX14" fmla="*/ 100946 w 201180"/>
                  <a:gd name="connsiteY14" fmla="*/ 203753 h 203672"/>
                  <a:gd name="connsiteX15" fmla="*/ 106997 w 201180"/>
                  <a:gd name="connsiteY15" fmla="*/ 193661 h 203672"/>
                  <a:gd name="connsiteX16" fmla="*/ 106997 w 201180"/>
                  <a:gd name="connsiteY16" fmla="*/ 108033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6997" y="108033"/>
                    </a:moveTo>
                    <a:lnTo>
                      <a:pt x="191402" y="108033"/>
                    </a:lnTo>
                    <a:cubicBezTo>
                      <a:pt x="195637" y="108033"/>
                      <a:pt x="201385" y="108033"/>
                      <a:pt x="201385" y="101917"/>
                    </a:cubicBezTo>
                    <a:cubicBezTo>
                      <a:pt x="201385" y="95801"/>
                      <a:pt x="195637" y="95801"/>
                      <a:pt x="191402" y="95801"/>
                    </a:cubicBezTo>
                    <a:lnTo>
                      <a:pt x="106997" y="95801"/>
                    </a:lnTo>
                    <a:lnTo>
                      <a:pt x="106997" y="10172"/>
                    </a:lnTo>
                    <a:cubicBezTo>
                      <a:pt x="106997" y="5891"/>
                      <a:pt x="106997" y="81"/>
                      <a:pt x="100946" y="81"/>
                    </a:cubicBezTo>
                    <a:cubicBezTo>
                      <a:pt x="94896" y="81"/>
                      <a:pt x="94896" y="5891"/>
                      <a:pt x="94896" y="10172"/>
                    </a:cubicBezTo>
                    <a:lnTo>
                      <a:pt x="94896" y="95801"/>
                    </a:lnTo>
                    <a:lnTo>
                      <a:pt x="10188" y="95801"/>
                    </a:lnTo>
                    <a:cubicBezTo>
                      <a:pt x="5953" y="95801"/>
                      <a:pt x="205" y="95801"/>
                      <a:pt x="205" y="101917"/>
                    </a:cubicBezTo>
                    <a:cubicBezTo>
                      <a:pt x="205" y="108033"/>
                      <a:pt x="5953" y="108033"/>
                      <a:pt x="10188" y="108033"/>
                    </a:cubicBezTo>
                    <a:lnTo>
                      <a:pt x="94896" y="108033"/>
                    </a:lnTo>
                    <a:lnTo>
                      <a:pt x="94896" y="193661"/>
                    </a:lnTo>
                    <a:cubicBezTo>
                      <a:pt x="94896" y="197943"/>
                      <a:pt x="94896" y="203753"/>
                      <a:pt x="100946" y="203753"/>
                    </a:cubicBezTo>
                    <a:cubicBezTo>
                      <a:pt x="106997" y="203753"/>
                      <a:pt x="106997" y="197943"/>
                      <a:pt x="106997" y="193661"/>
                    </a:cubicBezTo>
                    <a:lnTo>
                      <a:pt x="106997" y="108033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FE024400-BD95-00B7-6A09-46CB703D40CC}"/>
                  </a:ext>
                </a:extLst>
              </p:cNvPr>
              <p:cNvSpPr/>
              <p:nvPr>
                <p:custDataLst>
                  <p:tags r:id="rId169"/>
                </p:custDataLst>
              </p:nvPr>
            </p:nvSpPr>
            <p:spPr>
              <a:xfrm>
                <a:off x="9036810" y="4834397"/>
                <a:ext cx="172742" cy="270646"/>
              </a:xfrm>
              <a:custGeom>
                <a:avLst/>
                <a:gdLst>
                  <a:gd name="connsiteX0" fmla="*/ 55275 w 172742"/>
                  <a:gd name="connsiteY0" fmla="*/ 86320 h 270646"/>
                  <a:gd name="connsiteX1" fmla="*/ 82502 w 172742"/>
                  <a:gd name="connsiteY1" fmla="*/ 86320 h 270646"/>
                  <a:gd name="connsiteX2" fmla="*/ 55880 w 172742"/>
                  <a:gd name="connsiteY2" fmla="*/ 214763 h 270646"/>
                  <a:gd name="connsiteX3" fmla="*/ 26535 w 172742"/>
                  <a:gd name="connsiteY3" fmla="*/ 264305 h 270646"/>
                  <a:gd name="connsiteX4" fmla="*/ 20484 w 172742"/>
                  <a:gd name="connsiteY4" fmla="*/ 259412 h 270646"/>
                  <a:gd name="connsiteX5" fmla="*/ 21694 w 172742"/>
                  <a:gd name="connsiteY5" fmla="*/ 256048 h 270646"/>
                  <a:gd name="connsiteX6" fmla="*/ 23207 w 172742"/>
                  <a:gd name="connsiteY6" fmla="*/ 251155 h 270646"/>
                  <a:gd name="connsiteX7" fmla="*/ 11408 w 172742"/>
                  <a:gd name="connsiteY7" fmla="*/ 239534 h 270646"/>
                  <a:gd name="connsiteX8" fmla="*/ 215 w 172742"/>
                  <a:gd name="connsiteY8" fmla="*/ 252072 h 270646"/>
                  <a:gd name="connsiteX9" fmla="*/ 24115 w 172742"/>
                  <a:gd name="connsiteY9" fmla="*/ 270727 h 270646"/>
                  <a:gd name="connsiteX10" fmla="*/ 84620 w 172742"/>
                  <a:gd name="connsiteY10" fmla="*/ 184181 h 270646"/>
                  <a:gd name="connsiteX11" fmla="*/ 106402 w 172742"/>
                  <a:gd name="connsiteY11" fmla="*/ 86320 h 270646"/>
                  <a:gd name="connsiteX12" fmla="*/ 139377 w 172742"/>
                  <a:gd name="connsiteY12" fmla="*/ 86320 h 270646"/>
                  <a:gd name="connsiteX13" fmla="*/ 141192 w 172742"/>
                  <a:gd name="connsiteY13" fmla="*/ 76534 h 270646"/>
                  <a:gd name="connsiteX14" fmla="*/ 108520 w 172742"/>
                  <a:gd name="connsiteY14" fmla="*/ 76534 h 270646"/>
                  <a:gd name="connsiteX15" fmla="*/ 145428 w 172742"/>
                  <a:gd name="connsiteY15" fmla="*/ 6809 h 270646"/>
                  <a:gd name="connsiteX16" fmla="*/ 152083 w 172742"/>
                  <a:gd name="connsiteY16" fmla="*/ 10478 h 270646"/>
                  <a:gd name="connsiteX17" fmla="*/ 150873 w 172742"/>
                  <a:gd name="connsiteY17" fmla="*/ 13536 h 270646"/>
                  <a:gd name="connsiteX18" fmla="*/ 149058 w 172742"/>
                  <a:gd name="connsiteY18" fmla="*/ 19959 h 270646"/>
                  <a:gd name="connsiteX19" fmla="*/ 160252 w 172742"/>
                  <a:gd name="connsiteY19" fmla="*/ 32191 h 270646"/>
                  <a:gd name="connsiteX20" fmla="*/ 172958 w 172742"/>
                  <a:gd name="connsiteY20" fmla="*/ 19959 h 270646"/>
                  <a:gd name="connsiteX21" fmla="*/ 146940 w 172742"/>
                  <a:gd name="connsiteY21" fmla="*/ 81 h 270646"/>
                  <a:gd name="connsiteX22" fmla="*/ 109427 w 172742"/>
                  <a:gd name="connsiteY22" fmla="*/ 21182 h 270646"/>
                  <a:gd name="connsiteX23" fmla="*/ 85225 w 172742"/>
                  <a:gd name="connsiteY23" fmla="*/ 76534 h 270646"/>
                  <a:gd name="connsiteX24" fmla="*/ 57393 w 172742"/>
                  <a:gd name="connsiteY24" fmla="*/ 76534 h 270646"/>
                  <a:gd name="connsiteX25" fmla="*/ 55275 w 172742"/>
                  <a:gd name="connsiteY25" fmla="*/ 86320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275" y="86320"/>
                    </a:moveTo>
                    <a:lnTo>
                      <a:pt x="82502" y="86320"/>
                    </a:lnTo>
                    <a:lnTo>
                      <a:pt x="55880" y="214763"/>
                    </a:lnTo>
                    <a:cubicBezTo>
                      <a:pt x="49224" y="247485"/>
                      <a:pt x="39241" y="264305"/>
                      <a:pt x="26535" y="264305"/>
                    </a:cubicBezTo>
                    <a:cubicBezTo>
                      <a:pt x="22904" y="264305"/>
                      <a:pt x="20484" y="262164"/>
                      <a:pt x="20484" y="259412"/>
                    </a:cubicBezTo>
                    <a:cubicBezTo>
                      <a:pt x="20484" y="258494"/>
                      <a:pt x="20787" y="257577"/>
                      <a:pt x="21694" y="256048"/>
                    </a:cubicBezTo>
                    <a:cubicBezTo>
                      <a:pt x="22904" y="254213"/>
                      <a:pt x="23207" y="252990"/>
                      <a:pt x="23207" y="251155"/>
                    </a:cubicBezTo>
                    <a:cubicBezTo>
                      <a:pt x="23207" y="244733"/>
                      <a:pt x="17761" y="239534"/>
                      <a:pt x="11408" y="239534"/>
                    </a:cubicBezTo>
                    <a:cubicBezTo>
                      <a:pt x="5055" y="239534"/>
                      <a:pt x="215" y="245038"/>
                      <a:pt x="215" y="252072"/>
                    </a:cubicBezTo>
                    <a:cubicBezTo>
                      <a:pt x="215" y="262470"/>
                      <a:pt x="10803" y="270727"/>
                      <a:pt x="24115" y="270727"/>
                    </a:cubicBezTo>
                    <a:cubicBezTo>
                      <a:pt x="51039" y="270727"/>
                      <a:pt x="72216" y="240451"/>
                      <a:pt x="84620" y="184181"/>
                    </a:cubicBezTo>
                    <a:lnTo>
                      <a:pt x="106402" y="86320"/>
                    </a:lnTo>
                    <a:lnTo>
                      <a:pt x="139377" y="86320"/>
                    </a:lnTo>
                    <a:lnTo>
                      <a:pt x="141192" y="76534"/>
                    </a:lnTo>
                    <a:lnTo>
                      <a:pt x="108520" y="76534"/>
                    </a:lnTo>
                    <a:cubicBezTo>
                      <a:pt x="117293" y="28521"/>
                      <a:pt x="128486" y="6809"/>
                      <a:pt x="145428" y="6809"/>
                    </a:cubicBezTo>
                    <a:cubicBezTo>
                      <a:pt x="149361" y="6809"/>
                      <a:pt x="152083" y="8338"/>
                      <a:pt x="152083" y="10478"/>
                    </a:cubicBezTo>
                    <a:cubicBezTo>
                      <a:pt x="152083" y="11396"/>
                      <a:pt x="151781" y="12007"/>
                      <a:pt x="150873" y="13536"/>
                    </a:cubicBezTo>
                    <a:cubicBezTo>
                      <a:pt x="149663" y="16289"/>
                      <a:pt x="149058" y="17818"/>
                      <a:pt x="149058" y="19959"/>
                    </a:cubicBezTo>
                    <a:cubicBezTo>
                      <a:pt x="149058" y="27298"/>
                      <a:pt x="153596" y="32191"/>
                      <a:pt x="160252" y="32191"/>
                    </a:cubicBezTo>
                    <a:cubicBezTo>
                      <a:pt x="167210" y="32191"/>
                      <a:pt x="172958" y="26686"/>
                      <a:pt x="172958" y="19959"/>
                    </a:cubicBezTo>
                    <a:cubicBezTo>
                      <a:pt x="172958" y="8643"/>
                      <a:pt x="161764" y="81"/>
                      <a:pt x="146940" y="81"/>
                    </a:cubicBezTo>
                    <a:cubicBezTo>
                      <a:pt x="132117" y="81"/>
                      <a:pt x="120318" y="6809"/>
                      <a:pt x="109427" y="21182"/>
                    </a:cubicBezTo>
                    <a:cubicBezTo>
                      <a:pt x="100351" y="33109"/>
                      <a:pt x="94301" y="47176"/>
                      <a:pt x="85225" y="76534"/>
                    </a:cubicBezTo>
                    <a:lnTo>
                      <a:pt x="57393" y="76534"/>
                    </a:lnTo>
                    <a:lnTo>
                      <a:pt x="55275" y="8632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095EAFDC-FD78-340F-4994-641965B232D7}"/>
                  </a:ext>
                </a:extLst>
              </p:cNvPr>
              <p:cNvSpPr/>
              <p:nvPr>
                <p:custDataLst>
                  <p:tags r:id="rId170"/>
                </p:custDataLst>
              </p:nvPr>
            </p:nvSpPr>
            <p:spPr>
              <a:xfrm>
                <a:off x="9239980" y="4812378"/>
                <a:ext cx="70186" cy="305815"/>
              </a:xfrm>
              <a:custGeom>
                <a:avLst/>
                <a:gdLst>
                  <a:gd name="connsiteX0" fmla="*/ 70406 w 70186"/>
                  <a:gd name="connsiteY0" fmla="*/ 302837 h 305815"/>
                  <a:gd name="connsiteX1" fmla="*/ 65263 w 70186"/>
                  <a:gd name="connsiteY1" fmla="*/ 296109 h 305815"/>
                  <a:gd name="connsiteX2" fmla="*/ 17766 w 70186"/>
                  <a:gd name="connsiteY2" fmla="*/ 152988 h 305815"/>
                  <a:gd name="connsiteX3" fmla="*/ 66473 w 70186"/>
                  <a:gd name="connsiteY3" fmla="*/ 8338 h 305815"/>
                  <a:gd name="connsiteX4" fmla="*/ 70406 w 70186"/>
                  <a:gd name="connsiteY4" fmla="*/ 3139 h 305815"/>
                  <a:gd name="connsiteX5" fmla="*/ 67380 w 70186"/>
                  <a:gd name="connsiteY5" fmla="*/ 81 h 305815"/>
                  <a:gd name="connsiteX6" fmla="*/ 19279 w 70186"/>
                  <a:gd name="connsiteY6" fmla="*/ 59714 h 305815"/>
                  <a:gd name="connsiteX7" fmla="*/ 219 w 70186"/>
                  <a:gd name="connsiteY7" fmla="*/ 152988 h 305815"/>
                  <a:gd name="connsiteX8" fmla="*/ 20186 w 70186"/>
                  <a:gd name="connsiteY8" fmla="*/ 248402 h 305815"/>
                  <a:gd name="connsiteX9" fmla="*/ 67380 w 70186"/>
                  <a:gd name="connsiteY9" fmla="*/ 305896 h 305815"/>
                  <a:gd name="connsiteX10" fmla="*/ 70406 w 70186"/>
                  <a:gd name="connsiteY10" fmla="*/ 302837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06" y="302837"/>
                    </a:moveTo>
                    <a:cubicBezTo>
                      <a:pt x="70406" y="301920"/>
                      <a:pt x="70406" y="301308"/>
                      <a:pt x="65263" y="296109"/>
                    </a:cubicBezTo>
                    <a:cubicBezTo>
                      <a:pt x="27447" y="257577"/>
                      <a:pt x="17766" y="199778"/>
                      <a:pt x="17766" y="152988"/>
                    </a:cubicBezTo>
                    <a:cubicBezTo>
                      <a:pt x="17766" y="99776"/>
                      <a:pt x="29262" y="46564"/>
                      <a:pt x="66473" y="8338"/>
                    </a:cubicBezTo>
                    <a:cubicBezTo>
                      <a:pt x="70406" y="4668"/>
                      <a:pt x="70406" y="4056"/>
                      <a:pt x="70406" y="3139"/>
                    </a:cubicBezTo>
                    <a:cubicBezTo>
                      <a:pt x="70406" y="998"/>
                      <a:pt x="69195" y="81"/>
                      <a:pt x="67380" y="81"/>
                    </a:cubicBezTo>
                    <a:cubicBezTo>
                      <a:pt x="64355" y="81"/>
                      <a:pt x="37128" y="20876"/>
                      <a:pt x="19279" y="59714"/>
                    </a:cubicBezTo>
                    <a:cubicBezTo>
                      <a:pt x="3850" y="93354"/>
                      <a:pt x="219" y="127300"/>
                      <a:pt x="219" y="152988"/>
                    </a:cubicBezTo>
                    <a:cubicBezTo>
                      <a:pt x="219" y="176842"/>
                      <a:pt x="3547" y="213845"/>
                      <a:pt x="20186" y="248402"/>
                    </a:cubicBezTo>
                    <a:cubicBezTo>
                      <a:pt x="38338" y="286018"/>
                      <a:pt x="64355" y="305896"/>
                      <a:pt x="67380" y="305896"/>
                    </a:cubicBezTo>
                    <a:cubicBezTo>
                      <a:pt x="69195" y="305896"/>
                      <a:pt x="70406" y="304978"/>
                      <a:pt x="70406" y="302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1AFD958F-AAE1-3872-E29A-E7D450382A75}"/>
                  </a:ext>
                </a:extLst>
              </p:cNvPr>
              <p:cNvSpPr/>
              <p:nvPr>
                <p:custDataLst>
                  <p:tags r:id="rId171"/>
                </p:custDataLst>
              </p:nvPr>
            </p:nvSpPr>
            <p:spPr>
              <a:xfrm>
                <a:off x="9319679" y="4906875"/>
                <a:ext cx="143397" cy="138228"/>
              </a:xfrm>
              <a:custGeom>
                <a:avLst/>
                <a:gdLst>
                  <a:gd name="connsiteX0" fmla="*/ 130007 w 143397"/>
                  <a:gd name="connsiteY0" fmla="*/ 101000 h 138228"/>
                  <a:gd name="connsiteX1" fmla="*/ 123352 w 143397"/>
                  <a:gd name="connsiteY1" fmla="*/ 109257 h 138228"/>
                  <a:gd name="connsiteX2" fmla="*/ 109435 w 143397"/>
                  <a:gd name="connsiteY2" fmla="*/ 121489 h 138228"/>
                  <a:gd name="connsiteX3" fmla="*/ 100057 w 143397"/>
                  <a:gd name="connsiteY3" fmla="*/ 108951 h 138228"/>
                  <a:gd name="connsiteX4" fmla="*/ 98847 w 143397"/>
                  <a:gd name="connsiteY4" fmla="*/ 103752 h 138228"/>
                  <a:gd name="connsiteX5" fmla="*/ 87956 w 143397"/>
                  <a:gd name="connsiteY5" fmla="*/ 54210 h 138228"/>
                  <a:gd name="connsiteX6" fmla="*/ 117604 w 143397"/>
                  <a:gd name="connsiteY6" fmla="*/ 17206 h 138228"/>
                  <a:gd name="connsiteX7" fmla="*/ 124864 w 143397"/>
                  <a:gd name="connsiteY7" fmla="*/ 19653 h 138228"/>
                  <a:gd name="connsiteX8" fmla="*/ 133032 w 143397"/>
                  <a:gd name="connsiteY8" fmla="*/ 22405 h 138228"/>
                  <a:gd name="connsiteX9" fmla="*/ 143621 w 143397"/>
                  <a:gd name="connsiteY9" fmla="*/ 11396 h 138228"/>
                  <a:gd name="connsiteX10" fmla="*/ 131217 w 143397"/>
                  <a:gd name="connsiteY10" fmla="*/ 81 h 138228"/>
                  <a:gd name="connsiteX11" fmla="*/ 85536 w 143397"/>
                  <a:gd name="connsiteY11" fmla="*/ 43812 h 138228"/>
                  <a:gd name="connsiteX12" fmla="*/ 82208 w 143397"/>
                  <a:gd name="connsiteY12" fmla="*/ 26992 h 138228"/>
                  <a:gd name="connsiteX13" fmla="*/ 66477 w 143397"/>
                  <a:gd name="connsiteY13" fmla="*/ 81 h 138228"/>
                  <a:gd name="connsiteX14" fmla="*/ 31081 w 143397"/>
                  <a:gd name="connsiteY14" fmla="*/ 8949 h 138228"/>
                  <a:gd name="connsiteX15" fmla="*/ 27753 w 143397"/>
                  <a:gd name="connsiteY15" fmla="*/ 10173 h 138228"/>
                  <a:gd name="connsiteX16" fmla="*/ 28963 w 143397"/>
                  <a:gd name="connsiteY16" fmla="*/ 14760 h 138228"/>
                  <a:gd name="connsiteX17" fmla="*/ 45905 w 143397"/>
                  <a:gd name="connsiteY17" fmla="*/ 11396 h 138228"/>
                  <a:gd name="connsiteX18" fmla="*/ 59518 w 143397"/>
                  <a:gd name="connsiteY18" fmla="*/ 32497 h 138228"/>
                  <a:gd name="connsiteX19" fmla="*/ 68292 w 143397"/>
                  <a:gd name="connsiteY19" fmla="*/ 70112 h 138228"/>
                  <a:gd name="connsiteX20" fmla="*/ 43485 w 143397"/>
                  <a:gd name="connsiteY20" fmla="*/ 105893 h 138228"/>
                  <a:gd name="connsiteX21" fmla="*/ 28056 w 143397"/>
                  <a:gd name="connsiteY21" fmla="*/ 120572 h 138228"/>
                  <a:gd name="connsiteX22" fmla="*/ 20190 w 143397"/>
                  <a:gd name="connsiteY22" fmla="*/ 117819 h 138228"/>
                  <a:gd name="connsiteX23" fmla="*/ 10509 w 143397"/>
                  <a:gd name="connsiteY23" fmla="*/ 114761 h 138228"/>
                  <a:gd name="connsiteX24" fmla="*/ 223 w 143397"/>
                  <a:gd name="connsiteY24" fmla="*/ 125465 h 138228"/>
                  <a:gd name="connsiteX25" fmla="*/ 15350 w 143397"/>
                  <a:gd name="connsiteY25" fmla="*/ 138309 h 138228"/>
                  <a:gd name="connsiteX26" fmla="*/ 43485 w 143397"/>
                  <a:gd name="connsiteY26" fmla="*/ 116902 h 138228"/>
                  <a:gd name="connsiteX27" fmla="*/ 70712 w 143397"/>
                  <a:gd name="connsiteY27" fmla="*/ 81122 h 138228"/>
                  <a:gd name="connsiteX28" fmla="*/ 79788 w 143397"/>
                  <a:gd name="connsiteY28" fmla="*/ 117819 h 138228"/>
                  <a:gd name="connsiteX29" fmla="*/ 97334 w 143397"/>
                  <a:gd name="connsiteY29" fmla="*/ 138309 h 138228"/>
                  <a:gd name="connsiteX30" fmla="*/ 134243 w 143397"/>
                  <a:gd name="connsiteY30" fmla="*/ 103446 h 138228"/>
                  <a:gd name="connsiteX31" fmla="*/ 130007 w 143397"/>
                  <a:gd name="connsiteY31" fmla="*/ 101000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30007" y="101000"/>
                    </a:moveTo>
                    <a:cubicBezTo>
                      <a:pt x="127587" y="103752"/>
                      <a:pt x="126074" y="105587"/>
                      <a:pt x="123352" y="109257"/>
                    </a:cubicBezTo>
                    <a:cubicBezTo>
                      <a:pt x="116393" y="118431"/>
                      <a:pt x="112763" y="121489"/>
                      <a:pt x="109435" y="121489"/>
                    </a:cubicBezTo>
                    <a:cubicBezTo>
                      <a:pt x="104898" y="121489"/>
                      <a:pt x="102175" y="117514"/>
                      <a:pt x="100057" y="108951"/>
                    </a:cubicBezTo>
                    <a:cubicBezTo>
                      <a:pt x="99452" y="106504"/>
                      <a:pt x="99149" y="104669"/>
                      <a:pt x="98847" y="103752"/>
                    </a:cubicBezTo>
                    <a:cubicBezTo>
                      <a:pt x="91284" y="72865"/>
                      <a:pt x="87956" y="58797"/>
                      <a:pt x="87956" y="54210"/>
                    </a:cubicBezTo>
                    <a:cubicBezTo>
                      <a:pt x="101267" y="30662"/>
                      <a:pt x="112158" y="17206"/>
                      <a:pt x="117604" y="17206"/>
                    </a:cubicBezTo>
                    <a:cubicBezTo>
                      <a:pt x="119419" y="17206"/>
                      <a:pt x="121839" y="18124"/>
                      <a:pt x="124864" y="19653"/>
                    </a:cubicBezTo>
                    <a:cubicBezTo>
                      <a:pt x="128495" y="21794"/>
                      <a:pt x="130612" y="22405"/>
                      <a:pt x="133032" y="22405"/>
                    </a:cubicBezTo>
                    <a:cubicBezTo>
                      <a:pt x="139386" y="22405"/>
                      <a:pt x="143621" y="17818"/>
                      <a:pt x="143621" y="11396"/>
                    </a:cubicBezTo>
                    <a:cubicBezTo>
                      <a:pt x="143621" y="4974"/>
                      <a:pt x="138478" y="81"/>
                      <a:pt x="131217" y="81"/>
                    </a:cubicBezTo>
                    <a:cubicBezTo>
                      <a:pt x="117906" y="81"/>
                      <a:pt x="106410" y="11090"/>
                      <a:pt x="85536" y="43812"/>
                    </a:cubicBezTo>
                    <a:lnTo>
                      <a:pt x="82208" y="26992"/>
                    </a:lnTo>
                    <a:cubicBezTo>
                      <a:pt x="77973" y="6197"/>
                      <a:pt x="74645" y="81"/>
                      <a:pt x="66477" y="81"/>
                    </a:cubicBezTo>
                    <a:cubicBezTo>
                      <a:pt x="59821" y="81"/>
                      <a:pt x="49535" y="2833"/>
                      <a:pt x="31081" y="8949"/>
                    </a:cubicBezTo>
                    <a:lnTo>
                      <a:pt x="27753" y="10173"/>
                    </a:lnTo>
                    <a:lnTo>
                      <a:pt x="28963" y="14760"/>
                    </a:lnTo>
                    <a:cubicBezTo>
                      <a:pt x="40459" y="12007"/>
                      <a:pt x="43182" y="11396"/>
                      <a:pt x="45905" y="11396"/>
                    </a:cubicBezTo>
                    <a:cubicBezTo>
                      <a:pt x="53468" y="11396"/>
                      <a:pt x="55283" y="14148"/>
                      <a:pt x="59518" y="32497"/>
                    </a:cubicBezTo>
                    <a:lnTo>
                      <a:pt x="68292" y="70112"/>
                    </a:lnTo>
                    <a:lnTo>
                      <a:pt x="43485" y="105893"/>
                    </a:lnTo>
                    <a:cubicBezTo>
                      <a:pt x="37434" y="115067"/>
                      <a:pt x="31383" y="120572"/>
                      <a:pt x="28056" y="120572"/>
                    </a:cubicBezTo>
                    <a:cubicBezTo>
                      <a:pt x="26241" y="120572"/>
                      <a:pt x="23215" y="119654"/>
                      <a:pt x="20190" y="117819"/>
                    </a:cubicBezTo>
                    <a:cubicBezTo>
                      <a:pt x="16257" y="115679"/>
                      <a:pt x="12929" y="114761"/>
                      <a:pt x="10509" y="114761"/>
                    </a:cubicBezTo>
                    <a:cubicBezTo>
                      <a:pt x="4761" y="114761"/>
                      <a:pt x="223" y="119349"/>
                      <a:pt x="223" y="125465"/>
                    </a:cubicBezTo>
                    <a:cubicBezTo>
                      <a:pt x="223" y="133416"/>
                      <a:pt x="6274" y="138309"/>
                      <a:pt x="15350" y="138309"/>
                    </a:cubicBezTo>
                    <a:cubicBezTo>
                      <a:pt x="24728" y="138309"/>
                      <a:pt x="28358" y="135557"/>
                      <a:pt x="43485" y="116902"/>
                    </a:cubicBezTo>
                    <a:cubicBezTo>
                      <a:pt x="51653" y="107116"/>
                      <a:pt x="58006" y="98859"/>
                      <a:pt x="70712" y="81122"/>
                    </a:cubicBezTo>
                    <a:lnTo>
                      <a:pt x="79788" y="117819"/>
                    </a:lnTo>
                    <a:cubicBezTo>
                      <a:pt x="83721" y="133416"/>
                      <a:pt x="87653" y="138309"/>
                      <a:pt x="97334" y="138309"/>
                    </a:cubicBezTo>
                    <a:cubicBezTo>
                      <a:pt x="108830" y="138309"/>
                      <a:pt x="116696" y="130970"/>
                      <a:pt x="134243" y="103446"/>
                    </a:cubicBezTo>
                    <a:lnTo>
                      <a:pt x="130007" y="10100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6FD144BD-0168-2A72-AD6A-2431B2B5EE44}"/>
                  </a:ext>
                </a:extLst>
              </p:cNvPr>
              <p:cNvSpPr/>
              <p:nvPr>
                <p:custDataLst>
                  <p:tags r:id="rId172"/>
                </p:custDataLst>
              </p:nvPr>
            </p:nvSpPr>
            <p:spPr>
              <a:xfrm>
                <a:off x="9469387" y="4935128"/>
                <a:ext cx="99621" cy="152980"/>
              </a:xfrm>
              <a:custGeom>
                <a:avLst/>
                <a:gdLst>
                  <a:gd name="connsiteX0" fmla="*/ 99849 w 99621"/>
                  <a:gd name="connsiteY0" fmla="*/ 122060 h 152980"/>
                  <a:gd name="connsiteX1" fmla="*/ 96939 w 99621"/>
                  <a:gd name="connsiteY1" fmla="*/ 120929 h 152980"/>
                  <a:gd name="connsiteX2" fmla="*/ 75671 w 99621"/>
                  <a:gd name="connsiteY2" fmla="*/ 135865 h 152980"/>
                  <a:gd name="connsiteX3" fmla="*/ 22166 w 99621"/>
                  <a:gd name="connsiteY3" fmla="*/ 135865 h 152980"/>
                  <a:gd name="connsiteX4" fmla="*/ 59776 w 99621"/>
                  <a:gd name="connsiteY4" fmla="*/ 96035 h 152980"/>
                  <a:gd name="connsiteX5" fmla="*/ 88432 w 99621"/>
                  <a:gd name="connsiteY5" fmla="*/ 40138 h 152980"/>
                  <a:gd name="connsiteX6" fmla="*/ 47016 w 99621"/>
                  <a:gd name="connsiteY6" fmla="*/ 83 h 152980"/>
                  <a:gd name="connsiteX7" fmla="*/ 14779 w 99621"/>
                  <a:gd name="connsiteY7" fmla="*/ 14113 h 152980"/>
                  <a:gd name="connsiteX8" fmla="*/ 451 w 99621"/>
                  <a:gd name="connsiteY8" fmla="*/ 45117 h 152980"/>
                  <a:gd name="connsiteX9" fmla="*/ 5152 w 99621"/>
                  <a:gd name="connsiteY9" fmla="*/ 46249 h 152980"/>
                  <a:gd name="connsiteX10" fmla="*/ 37613 w 99621"/>
                  <a:gd name="connsiteY10" fmla="*/ 16829 h 152980"/>
                  <a:gd name="connsiteX11" fmla="*/ 69179 w 99621"/>
                  <a:gd name="connsiteY11" fmla="*/ 48738 h 152980"/>
                  <a:gd name="connsiteX12" fmla="*/ 40076 w 99621"/>
                  <a:gd name="connsiteY12" fmla="*/ 107577 h 152980"/>
                  <a:gd name="connsiteX13" fmla="*/ 227 w 99621"/>
                  <a:gd name="connsiteY13" fmla="*/ 150348 h 152980"/>
                  <a:gd name="connsiteX14" fmla="*/ 227 w 99621"/>
                  <a:gd name="connsiteY14" fmla="*/ 153064 h 152980"/>
                  <a:gd name="connsiteX15" fmla="*/ 87536 w 99621"/>
                  <a:gd name="connsiteY15" fmla="*/ 153064 h 152980"/>
                  <a:gd name="connsiteX16" fmla="*/ 99849 w 99621"/>
                  <a:gd name="connsiteY16" fmla="*/ 122060 h 15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621" h="152980">
                    <a:moveTo>
                      <a:pt x="99849" y="122060"/>
                    </a:moveTo>
                    <a:lnTo>
                      <a:pt x="96939" y="120929"/>
                    </a:lnTo>
                    <a:cubicBezTo>
                      <a:pt x="88656" y="133828"/>
                      <a:pt x="85745" y="135865"/>
                      <a:pt x="75671" y="135865"/>
                    </a:cubicBezTo>
                    <a:lnTo>
                      <a:pt x="22166" y="135865"/>
                    </a:lnTo>
                    <a:lnTo>
                      <a:pt x="59776" y="96035"/>
                    </a:lnTo>
                    <a:cubicBezTo>
                      <a:pt x="79701" y="74989"/>
                      <a:pt x="88432" y="57790"/>
                      <a:pt x="88432" y="40138"/>
                    </a:cubicBezTo>
                    <a:cubicBezTo>
                      <a:pt x="88432" y="17508"/>
                      <a:pt x="70298" y="83"/>
                      <a:pt x="47016" y="83"/>
                    </a:cubicBezTo>
                    <a:cubicBezTo>
                      <a:pt x="34703" y="83"/>
                      <a:pt x="23062" y="5061"/>
                      <a:pt x="14779" y="14113"/>
                    </a:cubicBezTo>
                    <a:cubicBezTo>
                      <a:pt x="7615" y="21808"/>
                      <a:pt x="4257" y="29049"/>
                      <a:pt x="451" y="45117"/>
                    </a:cubicBezTo>
                    <a:lnTo>
                      <a:pt x="5152" y="46249"/>
                    </a:lnTo>
                    <a:cubicBezTo>
                      <a:pt x="14107" y="24071"/>
                      <a:pt x="22166" y="16829"/>
                      <a:pt x="37613" y="16829"/>
                    </a:cubicBezTo>
                    <a:cubicBezTo>
                      <a:pt x="56418" y="16829"/>
                      <a:pt x="69179" y="29728"/>
                      <a:pt x="69179" y="48738"/>
                    </a:cubicBezTo>
                    <a:cubicBezTo>
                      <a:pt x="69179" y="66389"/>
                      <a:pt x="58881" y="87436"/>
                      <a:pt x="40076" y="107577"/>
                    </a:cubicBezTo>
                    <a:lnTo>
                      <a:pt x="227" y="150348"/>
                    </a:lnTo>
                    <a:lnTo>
                      <a:pt x="227" y="153064"/>
                    </a:lnTo>
                    <a:lnTo>
                      <a:pt x="87536" y="153064"/>
                    </a:lnTo>
                    <a:lnTo>
                      <a:pt x="99849" y="12206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86A19F37-E6C4-5B91-0A71-170D9ECDFD3E}"/>
                  </a:ext>
                </a:extLst>
              </p:cNvPr>
              <p:cNvSpPr/>
              <p:nvPr>
                <p:custDataLst>
                  <p:tags r:id="rId173"/>
                </p:custDataLst>
              </p:nvPr>
            </p:nvSpPr>
            <p:spPr>
              <a:xfrm>
                <a:off x="9607452" y="4812378"/>
                <a:ext cx="70186" cy="305815"/>
              </a:xfrm>
              <a:custGeom>
                <a:avLst/>
                <a:gdLst>
                  <a:gd name="connsiteX0" fmla="*/ 70418 w 70186"/>
                  <a:gd name="connsiteY0" fmla="*/ 152988 h 305815"/>
                  <a:gd name="connsiteX1" fmla="*/ 50451 w 70186"/>
                  <a:gd name="connsiteY1" fmla="*/ 57574 h 305815"/>
                  <a:gd name="connsiteX2" fmla="*/ 3257 w 70186"/>
                  <a:gd name="connsiteY2" fmla="*/ 81 h 305815"/>
                  <a:gd name="connsiteX3" fmla="*/ 232 w 70186"/>
                  <a:gd name="connsiteY3" fmla="*/ 3139 h 305815"/>
                  <a:gd name="connsiteX4" fmla="*/ 5980 w 70186"/>
                  <a:gd name="connsiteY4" fmla="*/ 10172 h 305815"/>
                  <a:gd name="connsiteX5" fmla="*/ 52871 w 70186"/>
                  <a:gd name="connsiteY5" fmla="*/ 152988 h 305815"/>
                  <a:gd name="connsiteX6" fmla="*/ 4165 w 70186"/>
                  <a:gd name="connsiteY6" fmla="*/ 297639 h 305815"/>
                  <a:gd name="connsiteX7" fmla="*/ 232 w 70186"/>
                  <a:gd name="connsiteY7" fmla="*/ 302837 h 305815"/>
                  <a:gd name="connsiteX8" fmla="*/ 3257 w 70186"/>
                  <a:gd name="connsiteY8" fmla="*/ 305896 h 305815"/>
                  <a:gd name="connsiteX9" fmla="*/ 51359 w 70186"/>
                  <a:gd name="connsiteY9" fmla="*/ 246262 h 305815"/>
                  <a:gd name="connsiteX10" fmla="*/ 70418 w 70186"/>
                  <a:gd name="connsiteY10" fmla="*/ 152988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18" y="152988"/>
                    </a:moveTo>
                    <a:cubicBezTo>
                      <a:pt x="70418" y="129134"/>
                      <a:pt x="67090" y="92131"/>
                      <a:pt x="50451" y="57574"/>
                    </a:cubicBezTo>
                    <a:cubicBezTo>
                      <a:pt x="32300" y="19959"/>
                      <a:pt x="6282" y="81"/>
                      <a:pt x="3257" y="81"/>
                    </a:cubicBezTo>
                    <a:cubicBezTo>
                      <a:pt x="1442" y="81"/>
                      <a:pt x="232" y="1304"/>
                      <a:pt x="232" y="3139"/>
                    </a:cubicBezTo>
                    <a:cubicBezTo>
                      <a:pt x="232" y="4056"/>
                      <a:pt x="232" y="4668"/>
                      <a:pt x="5980" y="10172"/>
                    </a:cubicBezTo>
                    <a:cubicBezTo>
                      <a:pt x="35627" y="40448"/>
                      <a:pt x="52871" y="89073"/>
                      <a:pt x="52871" y="152988"/>
                    </a:cubicBezTo>
                    <a:cubicBezTo>
                      <a:pt x="52871" y="205282"/>
                      <a:pt x="41678" y="259106"/>
                      <a:pt x="4165" y="297639"/>
                    </a:cubicBezTo>
                    <a:cubicBezTo>
                      <a:pt x="232" y="301308"/>
                      <a:pt x="232" y="301920"/>
                      <a:pt x="232" y="302837"/>
                    </a:cubicBezTo>
                    <a:cubicBezTo>
                      <a:pt x="232" y="304672"/>
                      <a:pt x="1442" y="305896"/>
                      <a:pt x="3257" y="305896"/>
                    </a:cubicBezTo>
                    <a:cubicBezTo>
                      <a:pt x="6282" y="305896"/>
                      <a:pt x="33510" y="285100"/>
                      <a:pt x="51359" y="246262"/>
                    </a:cubicBezTo>
                    <a:cubicBezTo>
                      <a:pt x="66788" y="212622"/>
                      <a:pt x="70418" y="178676"/>
                      <a:pt x="70418" y="152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66698435-716E-613A-5530-25CD9BB2F5B2}"/>
                  </a:ext>
                </a:extLst>
              </p:cNvPr>
              <p:cNvSpPr/>
              <p:nvPr>
                <p:custDataLst>
                  <p:tags r:id="rId174"/>
                </p:custDataLst>
              </p:nvPr>
            </p:nvSpPr>
            <p:spPr>
              <a:xfrm>
                <a:off x="6898736" y="5166671"/>
                <a:ext cx="2809285" cy="12275"/>
              </a:xfrm>
              <a:custGeom>
                <a:avLst/>
                <a:gdLst>
                  <a:gd name="connsiteX0" fmla="*/ 0 w 2809285"/>
                  <a:gd name="connsiteY0" fmla="*/ 0 h 12275"/>
                  <a:gd name="connsiteX1" fmla="*/ 2809286 w 2809285"/>
                  <a:gd name="connsiteY1" fmla="*/ 0 h 12275"/>
                  <a:gd name="connsiteX2" fmla="*/ 2809286 w 2809285"/>
                  <a:gd name="connsiteY2" fmla="*/ 12275 h 12275"/>
                  <a:gd name="connsiteX3" fmla="*/ 0 w 2809285"/>
                  <a:gd name="connsiteY3" fmla="*/ 12275 h 1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09285" h="12275">
                    <a:moveTo>
                      <a:pt x="0" y="0"/>
                    </a:moveTo>
                    <a:lnTo>
                      <a:pt x="2809286" y="0"/>
                    </a:lnTo>
                    <a:lnTo>
                      <a:pt x="2809286" y="12275"/>
                    </a:lnTo>
                    <a:lnTo>
                      <a:pt x="0" y="12275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D7D1F65F-0B59-18AC-00F0-8C1097BC4916}"/>
                  </a:ext>
                </a:extLst>
              </p:cNvPr>
              <p:cNvSpPr/>
              <p:nvPr>
                <p:custDataLst>
                  <p:tags r:id="rId175"/>
                </p:custDataLst>
              </p:nvPr>
            </p:nvSpPr>
            <p:spPr>
              <a:xfrm>
                <a:off x="8237750" y="5250947"/>
                <a:ext cx="131296" cy="213458"/>
              </a:xfrm>
              <a:custGeom>
                <a:avLst/>
                <a:gdLst>
                  <a:gd name="connsiteX0" fmla="*/ 124828 w 131296"/>
                  <a:gd name="connsiteY0" fmla="*/ 94 h 213458"/>
                  <a:gd name="connsiteX1" fmla="*/ 50709 w 131296"/>
                  <a:gd name="connsiteY1" fmla="*/ 24559 h 213458"/>
                  <a:gd name="connsiteX2" fmla="*/ 187 w 131296"/>
                  <a:gd name="connsiteY2" fmla="*/ 123949 h 213458"/>
                  <a:gd name="connsiteX3" fmla="*/ 21364 w 131296"/>
                  <a:gd name="connsiteY3" fmla="*/ 192757 h 213458"/>
                  <a:gd name="connsiteX4" fmla="*/ 67953 w 131296"/>
                  <a:gd name="connsiteY4" fmla="*/ 213553 h 213458"/>
                  <a:gd name="connsiteX5" fmla="*/ 131484 w 131296"/>
                  <a:gd name="connsiteY5" fmla="*/ 142298 h 213458"/>
                  <a:gd name="connsiteX6" fmla="*/ 74609 w 131296"/>
                  <a:gd name="connsiteY6" fmla="*/ 78383 h 213458"/>
                  <a:gd name="connsiteX7" fmla="*/ 35885 w 131296"/>
                  <a:gd name="connsiteY7" fmla="*/ 92144 h 213458"/>
                  <a:gd name="connsiteX8" fmla="*/ 125433 w 131296"/>
                  <a:gd name="connsiteY8" fmla="*/ 4987 h 213458"/>
                  <a:gd name="connsiteX9" fmla="*/ 124828 w 131296"/>
                  <a:gd name="connsiteY9" fmla="*/ 94 h 213458"/>
                  <a:gd name="connsiteX10" fmla="*/ 63113 w 131296"/>
                  <a:gd name="connsiteY10" fmla="*/ 92450 h 213458"/>
                  <a:gd name="connsiteX11" fmla="*/ 104256 w 131296"/>
                  <a:gd name="connsiteY11" fmla="*/ 152696 h 213458"/>
                  <a:gd name="connsiteX12" fmla="*/ 71281 w 131296"/>
                  <a:gd name="connsiteY12" fmla="*/ 204990 h 213458"/>
                  <a:gd name="connsiteX13" fmla="*/ 28322 w 131296"/>
                  <a:gd name="connsiteY13" fmla="*/ 128842 h 213458"/>
                  <a:gd name="connsiteX14" fmla="*/ 36793 w 131296"/>
                  <a:gd name="connsiteY14" fmla="*/ 100095 h 213458"/>
                  <a:gd name="connsiteX15" fmla="*/ 63113 w 131296"/>
                  <a:gd name="connsiteY15" fmla="*/ 92450 h 21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296" h="213458">
                    <a:moveTo>
                      <a:pt x="124828" y="94"/>
                    </a:moveTo>
                    <a:cubicBezTo>
                      <a:pt x="90340" y="3152"/>
                      <a:pt x="72794" y="8963"/>
                      <a:pt x="50709" y="24559"/>
                    </a:cubicBezTo>
                    <a:cubicBezTo>
                      <a:pt x="18036" y="48107"/>
                      <a:pt x="187" y="82970"/>
                      <a:pt x="187" y="123949"/>
                    </a:cubicBezTo>
                    <a:cubicBezTo>
                      <a:pt x="187" y="150555"/>
                      <a:pt x="8355" y="177467"/>
                      <a:pt x="21364" y="192757"/>
                    </a:cubicBezTo>
                    <a:cubicBezTo>
                      <a:pt x="32860" y="206213"/>
                      <a:pt x="49197" y="213553"/>
                      <a:pt x="67953" y="213553"/>
                    </a:cubicBezTo>
                    <a:cubicBezTo>
                      <a:pt x="105467" y="213553"/>
                      <a:pt x="131484" y="184500"/>
                      <a:pt x="131484" y="142298"/>
                    </a:cubicBezTo>
                    <a:cubicBezTo>
                      <a:pt x="131484" y="103154"/>
                      <a:pt x="109399" y="78383"/>
                      <a:pt x="74609" y="78383"/>
                    </a:cubicBezTo>
                    <a:cubicBezTo>
                      <a:pt x="61298" y="78383"/>
                      <a:pt x="54945" y="80523"/>
                      <a:pt x="35885" y="92144"/>
                    </a:cubicBezTo>
                    <a:cubicBezTo>
                      <a:pt x="44054" y="45966"/>
                      <a:pt x="77937" y="12938"/>
                      <a:pt x="125433" y="4987"/>
                    </a:cubicBezTo>
                    <a:lnTo>
                      <a:pt x="124828" y="94"/>
                    </a:lnTo>
                    <a:close/>
                    <a:moveTo>
                      <a:pt x="63113" y="92450"/>
                    </a:moveTo>
                    <a:cubicBezTo>
                      <a:pt x="89130" y="92450"/>
                      <a:pt x="104256" y="114469"/>
                      <a:pt x="104256" y="152696"/>
                    </a:cubicBezTo>
                    <a:cubicBezTo>
                      <a:pt x="104256" y="186335"/>
                      <a:pt x="92458" y="204990"/>
                      <a:pt x="71281" y="204990"/>
                    </a:cubicBezTo>
                    <a:cubicBezTo>
                      <a:pt x="44659" y="204990"/>
                      <a:pt x="28322" y="176243"/>
                      <a:pt x="28322" y="128842"/>
                    </a:cubicBezTo>
                    <a:cubicBezTo>
                      <a:pt x="28322" y="113245"/>
                      <a:pt x="30742" y="104683"/>
                      <a:pt x="36793" y="100095"/>
                    </a:cubicBezTo>
                    <a:cubicBezTo>
                      <a:pt x="43146" y="95202"/>
                      <a:pt x="52524" y="92450"/>
                      <a:pt x="63113" y="924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11A1ADE0-1795-263E-44D5-4795BFEE7277}"/>
                  </a:ext>
                </a:extLst>
              </p:cNvPr>
              <p:cNvSpPr/>
              <p:nvPr>
                <p:custDataLst>
                  <p:tags r:id="rId176"/>
                </p:custDataLst>
              </p:nvPr>
            </p:nvSpPr>
            <p:spPr>
              <a:xfrm>
                <a:off x="9803577" y="5071259"/>
                <a:ext cx="201180" cy="203672"/>
              </a:xfrm>
              <a:custGeom>
                <a:avLst/>
                <a:gdLst>
                  <a:gd name="connsiteX0" fmla="*/ 107031 w 201180"/>
                  <a:gd name="connsiteY0" fmla="*/ 108040 h 203672"/>
                  <a:gd name="connsiteX1" fmla="*/ 191436 w 201180"/>
                  <a:gd name="connsiteY1" fmla="*/ 108040 h 203672"/>
                  <a:gd name="connsiteX2" fmla="*/ 201419 w 201180"/>
                  <a:gd name="connsiteY2" fmla="*/ 101924 h 203672"/>
                  <a:gd name="connsiteX3" fmla="*/ 191436 w 201180"/>
                  <a:gd name="connsiteY3" fmla="*/ 95807 h 203672"/>
                  <a:gd name="connsiteX4" fmla="*/ 107031 w 201180"/>
                  <a:gd name="connsiteY4" fmla="*/ 95807 h 203672"/>
                  <a:gd name="connsiteX5" fmla="*/ 107031 w 201180"/>
                  <a:gd name="connsiteY5" fmla="*/ 10179 h 203672"/>
                  <a:gd name="connsiteX6" fmla="*/ 100980 w 201180"/>
                  <a:gd name="connsiteY6" fmla="*/ 87 h 203672"/>
                  <a:gd name="connsiteX7" fmla="*/ 94930 w 201180"/>
                  <a:gd name="connsiteY7" fmla="*/ 10179 h 203672"/>
                  <a:gd name="connsiteX8" fmla="*/ 94930 w 201180"/>
                  <a:gd name="connsiteY8" fmla="*/ 95807 h 203672"/>
                  <a:gd name="connsiteX9" fmla="*/ 10222 w 201180"/>
                  <a:gd name="connsiteY9" fmla="*/ 95807 h 203672"/>
                  <a:gd name="connsiteX10" fmla="*/ 239 w 201180"/>
                  <a:gd name="connsiteY10" fmla="*/ 101924 h 203672"/>
                  <a:gd name="connsiteX11" fmla="*/ 10222 w 201180"/>
                  <a:gd name="connsiteY11" fmla="*/ 108040 h 203672"/>
                  <a:gd name="connsiteX12" fmla="*/ 94930 w 201180"/>
                  <a:gd name="connsiteY12" fmla="*/ 108040 h 203672"/>
                  <a:gd name="connsiteX13" fmla="*/ 94930 w 201180"/>
                  <a:gd name="connsiteY13" fmla="*/ 193668 h 203672"/>
                  <a:gd name="connsiteX14" fmla="*/ 100980 w 201180"/>
                  <a:gd name="connsiteY14" fmla="*/ 203760 h 203672"/>
                  <a:gd name="connsiteX15" fmla="*/ 107031 w 201180"/>
                  <a:gd name="connsiteY15" fmla="*/ 193668 h 203672"/>
                  <a:gd name="connsiteX16" fmla="*/ 107031 w 201180"/>
                  <a:gd name="connsiteY16" fmla="*/ 108040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7031" y="108040"/>
                    </a:moveTo>
                    <a:lnTo>
                      <a:pt x="191436" y="108040"/>
                    </a:lnTo>
                    <a:cubicBezTo>
                      <a:pt x="195671" y="108040"/>
                      <a:pt x="201419" y="108040"/>
                      <a:pt x="201419" y="101924"/>
                    </a:cubicBezTo>
                    <a:cubicBezTo>
                      <a:pt x="201419" y="95807"/>
                      <a:pt x="195671" y="95807"/>
                      <a:pt x="191436" y="95807"/>
                    </a:cubicBezTo>
                    <a:lnTo>
                      <a:pt x="107031" y="95807"/>
                    </a:lnTo>
                    <a:lnTo>
                      <a:pt x="107031" y="10179"/>
                    </a:lnTo>
                    <a:cubicBezTo>
                      <a:pt x="107031" y="5898"/>
                      <a:pt x="107031" y="87"/>
                      <a:pt x="100980" y="87"/>
                    </a:cubicBezTo>
                    <a:cubicBezTo>
                      <a:pt x="94930" y="87"/>
                      <a:pt x="94930" y="5898"/>
                      <a:pt x="94930" y="10179"/>
                    </a:cubicBezTo>
                    <a:lnTo>
                      <a:pt x="94930" y="95807"/>
                    </a:lnTo>
                    <a:lnTo>
                      <a:pt x="10222" y="95807"/>
                    </a:lnTo>
                    <a:cubicBezTo>
                      <a:pt x="5987" y="95807"/>
                      <a:pt x="239" y="95807"/>
                      <a:pt x="239" y="101924"/>
                    </a:cubicBezTo>
                    <a:cubicBezTo>
                      <a:pt x="239" y="108040"/>
                      <a:pt x="5987" y="108040"/>
                      <a:pt x="10222" y="108040"/>
                    </a:cubicBezTo>
                    <a:lnTo>
                      <a:pt x="94930" y="108040"/>
                    </a:lnTo>
                    <a:lnTo>
                      <a:pt x="94930" y="193668"/>
                    </a:lnTo>
                    <a:cubicBezTo>
                      <a:pt x="94930" y="197950"/>
                      <a:pt x="94930" y="203760"/>
                      <a:pt x="100980" y="203760"/>
                    </a:cubicBezTo>
                    <a:cubicBezTo>
                      <a:pt x="107031" y="203760"/>
                      <a:pt x="107031" y="197950"/>
                      <a:pt x="107031" y="193668"/>
                    </a:cubicBezTo>
                    <a:lnTo>
                      <a:pt x="107031" y="10804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757D5CFB-10DF-3185-752A-21F52FCFE102}"/>
                  </a:ext>
                </a:extLst>
              </p:cNvPr>
              <p:cNvSpPr/>
              <p:nvPr>
                <p:custDataLst>
                  <p:tags r:id="rId177"/>
                </p:custDataLst>
              </p:nvPr>
            </p:nvSpPr>
            <p:spPr>
              <a:xfrm>
                <a:off x="10073827" y="5042818"/>
                <a:ext cx="134624" cy="206730"/>
              </a:xfrm>
              <a:custGeom>
                <a:avLst/>
                <a:gdLst>
                  <a:gd name="connsiteX0" fmla="*/ 134872 w 134624"/>
                  <a:gd name="connsiteY0" fmla="*/ 164921 h 206730"/>
                  <a:gd name="connsiteX1" fmla="*/ 130939 w 134624"/>
                  <a:gd name="connsiteY1" fmla="*/ 163392 h 206730"/>
                  <a:gd name="connsiteX2" fmla="*/ 102199 w 134624"/>
                  <a:gd name="connsiteY2" fmla="*/ 183576 h 206730"/>
                  <a:gd name="connsiteX3" fmla="*/ 29895 w 134624"/>
                  <a:gd name="connsiteY3" fmla="*/ 183576 h 206730"/>
                  <a:gd name="connsiteX4" fmla="*/ 80720 w 134624"/>
                  <a:gd name="connsiteY4" fmla="*/ 129753 h 206730"/>
                  <a:gd name="connsiteX5" fmla="*/ 119443 w 134624"/>
                  <a:gd name="connsiteY5" fmla="*/ 54216 h 206730"/>
                  <a:gd name="connsiteX6" fmla="*/ 63476 w 134624"/>
                  <a:gd name="connsiteY6" fmla="*/ 87 h 206730"/>
                  <a:gd name="connsiteX7" fmla="*/ 19912 w 134624"/>
                  <a:gd name="connsiteY7" fmla="*/ 19048 h 206730"/>
                  <a:gd name="connsiteX8" fmla="*/ 550 w 134624"/>
                  <a:gd name="connsiteY8" fmla="*/ 60944 h 206730"/>
                  <a:gd name="connsiteX9" fmla="*/ 6903 w 134624"/>
                  <a:gd name="connsiteY9" fmla="*/ 62473 h 206730"/>
                  <a:gd name="connsiteX10" fmla="*/ 50770 w 134624"/>
                  <a:gd name="connsiteY10" fmla="*/ 22717 h 206730"/>
                  <a:gd name="connsiteX11" fmla="*/ 93426 w 134624"/>
                  <a:gd name="connsiteY11" fmla="*/ 65837 h 206730"/>
                  <a:gd name="connsiteX12" fmla="*/ 54097 w 134624"/>
                  <a:gd name="connsiteY12" fmla="*/ 145349 h 206730"/>
                  <a:gd name="connsiteX13" fmla="*/ 248 w 134624"/>
                  <a:gd name="connsiteY13" fmla="*/ 203148 h 206730"/>
                  <a:gd name="connsiteX14" fmla="*/ 248 w 134624"/>
                  <a:gd name="connsiteY14" fmla="*/ 206818 h 206730"/>
                  <a:gd name="connsiteX15" fmla="*/ 118233 w 134624"/>
                  <a:gd name="connsiteY15" fmla="*/ 206818 h 206730"/>
                  <a:gd name="connsiteX16" fmla="*/ 134872 w 134624"/>
                  <a:gd name="connsiteY16" fmla="*/ 164921 h 206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624" h="206730">
                    <a:moveTo>
                      <a:pt x="134872" y="164921"/>
                    </a:moveTo>
                    <a:lnTo>
                      <a:pt x="130939" y="163392"/>
                    </a:lnTo>
                    <a:cubicBezTo>
                      <a:pt x="119746" y="180824"/>
                      <a:pt x="115813" y="183576"/>
                      <a:pt x="102199" y="183576"/>
                    </a:cubicBezTo>
                    <a:lnTo>
                      <a:pt x="29895" y="183576"/>
                    </a:lnTo>
                    <a:lnTo>
                      <a:pt x="80720" y="129753"/>
                    </a:lnTo>
                    <a:cubicBezTo>
                      <a:pt x="107645" y="101312"/>
                      <a:pt x="119443" y="78070"/>
                      <a:pt x="119443" y="54216"/>
                    </a:cubicBezTo>
                    <a:cubicBezTo>
                      <a:pt x="119443" y="23635"/>
                      <a:pt x="94938" y="87"/>
                      <a:pt x="63476" y="87"/>
                    </a:cubicBezTo>
                    <a:cubicBezTo>
                      <a:pt x="46837" y="87"/>
                      <a:pt x="31105" y="6815"/>
                      <a:pt x="19912" y="19048"/>
                    </a:cubicBezTo>
                    <a:cubicBezTo>
                      <a:pt x="10231" y="29445"/>
                      <a:pt x="5693" y="39231"/>
                      <a:pt x="550" y="60944"/>
                    </a:cubicBezTo>
                    <a:lnTo>
                      <a:pt x="6903" y="62473"/>
                    </a:lnTo>
                    <a:cubicBezTo>
                      <a:pt x="19004" y="32503"/>
                      <a:pt x="29895" y="22717"/>
                      <a:pt x="50770" y="22717"/>
                    </a:cubicBezTo>
                    <a:cubicBezTo>
                      <a:pt x="76182" y="22717"/>
                      <a:pt x="93426" y="40149"/>
                      <a:pt x="93426" y="65837"/>
                    </a:cubicBezTo>
                    <a:cubicBezTo>
                      <a:pt x="93426" y="89691"/>
                      <a:pt x="79510" y="118132"/>
                      <a:pt x="54097" y="145349"/>
                    </a:cubicBezTo>
                    <a:lnTo>
                      <a:pt x="248" y="203148"/>
                    </a:lnTo>
                    <a:lnTo>
                      <a:pt x="248" y="206818"/>
                    </a:lnTo>
                    <a:lnTo>
                      <a:pt x="118233" y="206818"/>
                    </a:lnTo>
                    <a:lnTo>
                      <a:pt x="134872" y="164921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ADE783BA-E923-264E-7578-A90D50A42BE8}"/>
                  </a:ext>
                </a:extLst>
              </p:cNvPr>
              <p:cNvSpPr/>
              <p:nvPr>
                <p:custDataLst>
                  <p:tags r:id="rId178"/>
                </p:custDataLst>
              </p:nvPr>
            </p:nvSpPr>
            <p:spPr>
              <a:xfrm>
                <a:off x="10222330" y="5040678"/>
                <a:ext cx="138859" cy="211624"/>
              </a:xfrm>
              <a:custGeom>
                <a:avLst/>
                <a:gdLst>
                  <a:gd name="connsiteX0" fmla="*/ 135179 w 138859"/>
                  <a:gd name="connsiteY0" fmla="*/ 173178 h 211624"/>
                  <a:gd name="connsiteX1" fmla="*/ 110372 w 138859"/>
                  <a:gd name="connsiteY1" fmla="*/ 197338 h 211624"/>
                  <a:gd name="connsiteX2" fmla="*/ 105532 w 138859"/>
                  <a:gd name="connsiteY2" fmla="*/ 191833 h 211624"/>
                  <a:gd name="connsiteX3" fmla="*/ 115515 w 138859"/>
                  <a:gd name="connsiteY3" fmla="*/ 153606 h 211624"/>
                  <a:gd name="connsiteX4" fmla="*/ 130036 w 138859"/>
                  <a:gd name="connsiteY4" fmla="*/ 94584 h 211624"/>
                  <a:gd name="connsiteX5" fmla="*/ 110070 w 138859"/>
                  <a:gd name="connsiteY5" fmla="*/ 74094 h 211624"/>
                  <a:gd name="connsiteX6" fmla="*/ 40791 w 138859"/>
                  <a:gd name="connsiteY6" fmla="*/ 138621 h 211624"/>
                  <a:gd name="connsiteX7" fmla="*/ 77094 w 138859"/>
                  <a:gd name="connsiteY7" fmla="*/ 1616 h 211624"/>
                  <a:gd name="connsiteX8" fmla="*/ 75582 w 138859"/>
                  <a:gd name="connsiteY8" fmla="*/ 87 h 211624"/>
                  <a:gd name="connsiteX9" fmla="*/ 28085 w 138859"/>
                  <a:gd name="connsiteY9" fmla="*/ 8344 h 211624"/>
                  <a:gd name="connsiteX10" fmla="*/ 28085 w 138859"/>
                  <a:gd name="connsiteY10" fmla="*/ 12931 h 211624"/>
                  <a:gd name="connsiteX11" fmla="*/ 35951 w 138859"/>
                  <a:gd name="connsiteY11" fmla="*/ 12931 h 211624"/>
                  <a:gd name="connsiteX12" fmla="*/ 36858 w 138859"/>
                  <a:gd name="connsiteY12" fmla="*/ 12625 h 211624"/>
                  <a:gd name="connsiteX13" fmla="*/ 48354 w 138859"/>
                  <a:gd name="connsiteY13" fmla="*/ 20271 h 211624"/>
                  <a:gd name="connsiteX14" fmla="*/ 44119 w 138859"/>
                  <a:gd name="connsiteY14" fmla="*/ 41066 h 211624"/>
                  <a:gd name="connsiteX15" fmla="*/ 41094 w 138859"/>
                  <a:gd name="connsiteY15" fmla="*/ 52381 h 211624"/>
                  <a:gd name="connsiteX16" fmla="*/ 252 w 138859"/>
                  <a:gd name="connsiteY16" fmla="*/ 208959 h 211624"/>
                  <a:gd name="connsiteX17" fmla="*/ 22942 w 138859"/>
                  <a:gd name="connsiteY17" fmla="*/ 208959 h 211624"/>
                  <a:gd name="connsiteX18" fmla="*/ 51077 w 138859"/>
                  <a:gd name="connsiteY18" fmla="*/ 132811 h 211624"/>
                  <a:gd name="connsiteX19" fmla="*/ 97969 w 138859"/>
                  <a:gd name="connsiteY19" fmla="*/ 89691 h 211624"/>
                  <a:gd name="connsiteX20" fmla="*/ 106439 w 138859"/>
                  <a:gd name="connsiteY20" fmla="*/ 97336 h 211624"/>
                  <a:gd name="connsiteX21" fmla="*/ 104322 w 138859"/>
                  <a:gd name="connsiteY21" fmla="*/ 107428 h 211624"/>
                  <a:gd name="connsiteX22" fmla="*/ 87683 w 138859"/>
                  <a:gd name="connsiteY22" fmla="*/ 170732 h 211624"/>
                  <a:gd name="connsiteX23" fmla="*/ 81632 w 138859"/>
                  <a:gd name="connsiteY23" fmla="*/ 198867 h 211624"/>
                  <a:gd name="connsiteX24" fmla="*/ 94943 w 138859"/>
                  <a:gd name="connsiteY24" fmla="*/ 211711 h 211624"/>
                  <a:gd name="connsiteX25" fmla="*/ 139112 w 138859"/>
                  <a:gd name="connsiteY25" fmla="*/ 176848 h 211624"/>
                  <a:gd name="connsiteX26" fmla="*/ 135179 w 138859"/>
                  <a:gd name="connsiteY26" fmla="*/ 173178 h 211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8859" h="211624">
                    <a:moveTo>
                      <a:pt x="135179" y="173178"/>
                    </a:moveTo>
                    <a:cubicBezTo>
                      <a:pt x="118843" y="193974"/>
                      <a:pt x="115213" y="197338"/>
                      <a:pt x="110372" y="197338"/>
                    </a:cubicBezTo>
                    <a:cubicBezTo>
                      <a:pt x="107649" y="197338"/>
                      <a:pt x="105532" y="194585"/>
                      <a:pt x="105532" y="191833"/>
                    </a:cubicBezTo>
                    <a:cubicBezTo>
                      <a:pt x="105532" y="188775"/>
                      <a:pt x="110372" y="169509"/>
                      <a:pt x="115515" y="153606"/>
                    </a:cubicBezTo>
                    <a:cubicBezTo>
                      <a:pt x="124288" y="124554"/>
                      <a:pt x="130036" y="101923"/>
                      <a:pt x="130036" y="94584"/>
                    </a:cubicBezTo>
                    <a:cubicBezTo>
                      <a:pt x="130036" y="82351"/>
                      <a:pt x="121868" y="74094"/>
                      <a:pt x="110070" y="74094"/>
                    </a:cubicBezTo>
                    <a:cubicBezTo>
                      <a:pt x="90405" y="74094"/>
                      <a:pt x="68926" y="94278"/>
                      <a:pt x="40791" y="138621"/>
                    </a:cubicBezTo>
                    <a:lnTo>
                      <a:pt x="77094" y="1616"/>
                    </a:lnTo>
                    <a:lnTo>
                      <a:pt x="75582" y="87"/>
                    </a:lnTo>
                    <a:cubicBezTo>
                      <a:pt x="58035" y="4063"/>
                      <a:pt x="46237" y="6203"/>
                      <a:pt x="28085" y="8344"/>
                    </a:cubicBezTo>
                    <a:lnTo>
                      <a:pt x="28085" y="12931"/>
                    </a:lnTo>
                    <a:lnTo>
                      <a:pt x="35951" y="12931"/>
                    </a:lnTo>
                    <a:cubicBezTo>
                      <a:pt x="36253" y="12931"/>
                      <a:pt x="36556" y="12931"/>
                      <a:pt x="36858" y="12625"/>
                    </a:cubicBezTo>
                    <a:cubicBezTo>
                      <a:pt x="41094" y="10791"/>
                      <a:pt x="48354" y="15989"/>
                      <a:pt x="48354" y="20271"/>
                    </a:cubicBezTo>
                    <a:cubicBezTo>
                      <a:pt x="48354" y="24552"/>
                      <a:pt x="46842" y="32198"/>
                      <a:pt x="44119" y="41066"/>
                    </a:cubicBezTo>
                    <a:cubicBezTo>
                      <a:pt x="43816" y="41372"/>
                      <a:pt x="42909" y="45654"/>
                      <a:pt x="41094" y="52381"/>
                    </a:cubicBezTo>
                    <a:lnTo>
                      <a:pt x="252" y="208959"/>
                    </a:lnTo>
                    <a:lnTo>
                      <a:pt x="22942" y="208959"/>
                    </a:lnTo>
                    <a:cubicBezTo>
                      <a:pt x="35043" y="161863"/>
                      <a:pt x="38976" y="151466"/>
                      <a:pt x="51077" y="132811"/>
                    </a:cubicBezTo>
                    <a:cubicBezTo>
                      <a:pt x="66808" y="108651"/>
                      <a:pt x="87380" y="89691"/>
                      <a:pt x="97969" y="89691"/>
                    </a:cubicBezTo>
                    <a:cubicBezTo>
                      <a:pt x="102507" y="89691"/>
                      <a:pt x="106439" y="93361"/>
                      <a:pt x="106439" y="97336"/>
                    </a:cubicBezTo>
                    <a:cubicBezTo>
                      <a:pt x="106439" y="98560"/>
                      <a:pt x="105532" y="102535"/>
                      <a:pt x="104322" y="107428"/>
                    </a:cubicBezTo>
                    <a:lnTo>
                      <a:pt x="87683" y="170732"/>
                    </a:lnTo>
                    <a:cubicBezTo>
                      <a:pt x="83750" y="185717"/>
                      <a:pt x="81632" y="195197"/>
                      <a:pt x="81632" y="198867"/>
                    </a:cubicBezTo>
                    <a:cubicBezTo>
                      <a:pt x="81632" y="206818"/>
                      <a:pt x="86775" y="211711"/>
                      <a:pt x="94943" y="211711"/>
                    </a:cubicBezTo>
                    <a:cubicBezTo>
                      <a:pt x="110372" y="211711"/>
                      <a:pt x="120961" y="203454"/>
                      <a:pt x="139112" y="176848"/>
                    </a:cubicBezTo>
                    <a:lnTo>
                      <a:pt x="135179" y="17317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674569DC-EDB9-E108-FD53-54C86573B337}"/>
                  </a:ext>
                </a:extLst>
              </p:cNvPr>
              <p:cNvSpPr/>
              <p:nvPr>
                <p:custDataLst>
                  <p:tags r:id="rId179"/>
                </p:custDataLst>
              </p:nvPr>
            </p:nvSpPr>
            <p:spPr>
              <a:xfrm>
                <a:off x="10405930" y="4834397"/>
                <a:ext cx="172742" cy="270646"/>
              </a:xfrm>
              <a:custGeom>
                <a:avLst/>
                <a:gdLst>
                  <a:gd name="connsiteX0" fmla="*/ 55320 w 172742"/>
                  <a:gd name="connsiteY0" fmla="*/ 86320 h 270646"/>
                  <a:gd name="connsiteX1" fmla="*/ 82547 w 172742"/>
                  <a:gd name="connsiteY1" fmla="*/ 86320 h 270646"/>
                  <a:gd name="connsiteX2" fmla="*/ 55925 w 172742"/>
                  <a:gd name="connsiteY2" fmla="*/ 214763 h 270646"/>
                  <a:gd name="connsiteX3" fmla="*/ 26580 w 172742"/>
                  <a:gd name="connsiteY3" fmla="*/ 264305 h 270646"/>
                  <a:gd name="connsiteX4" fmla="*/ 20529 w 172742"/>
                  <a:gd name="connsiteY4" fmla="*/ 259412 h 270646"/>
                  <a:gd name="connsiteX5" fmla="*/ 21739 w 172742"/>
                  <a:gd name="connsiteY5" fmla="*/ 256048 h 270646"/>
                  <a:gd name="connsiteX6" fmla="*/ 23252 w 172742"/>
                  <a:gd name="connsiteY6" fmla="*/ 251155 h 270646"/>
                  <a:gd name="connsiteX7" fmla="*/ 11453 w 172742"/>
                  <a:gd name="connsiteY7" fmla="*/ 239534 h 270646"/>
                  <a:gd name="connsiteX8" fmla="*/ 260 w 172742"/>
                  <a:gd name="connsiteY8" fmla="*/ 252072 h 270646"/>
                  <a:gd name="connsiteX9" fmla="*/ 24159 w 172742"/>
                  <a:gd name="connsiteY9" fmla="*/ 270727 h 270646"/>
                  <a:gd name="connsiteX10" fmla="*/ 84665 w 172742"/>
                  <a:gd name="connsiteY10" fmla="*/ 184181 h 270646"/>
                  <a:gd name="connsiteX11" fmla="*/ 106447 w 172742"/>
                  <a:gd name="connsiteY11" fmla="*/ 86320 h 270646"/>
                  <a:gd name="connsiteX12" fmla="*/ 139422 w 172742"/>
                  <a:gd name="connsiteY12" fmla="*/ 86320 h 270646"/>
                  <a:gd name="connsiteX13" fmla="*/ 141237 w 172742"/>
                  <a:gd name="connsiteY13" fmla="*/ 76534 h 270646"/>
                  <a:gd name="connsiteX14" fmla="*/ 108564 w 172742"/>
                  <a:gd name="connsiteY14" fmla="*/ 76534 h 270646"/>
                  <a:gd name="connsiteX15" fmla="*/ 145473 w 172742"/>
                  <a:gd name="connsiteY15" fmla="*/ 6809 h 270646"/>
                  <a:gd name="connsiteX16" fmla="*/ 152128 w 172742"/>
                  <a:gd name="connsiteY16" fmla="*/ 10478 h 270646"/>
                  <a:gd name="connsiteX17" fmla="*/ 150918 w 172742"/>
                  <a:gd name="connsiteY17" fmla="*/ 13536 h 270646"/>
                  <a:gd name="connsiteX18" fmla="*/ 149103 w 172742"/>
                  <a:gd name="connsiteY18" fmla="*/ 19959 h 270646"/>
                  <a:gd name="connsiteX19" fmla="*/ 160296 w 172742"/>
                  <a:gd name="connsiteY19" fmla="*/ 32191 h 270646"/>
                  <a:gd name="connsiteX20" fmla="*/ 173003 w 172742"/>
                  <a:gd name="connsiteY20" fmla="*/ 19959 h 270646"/>
                  <a:gd name="connsiteX21" fmla="*/ 146985 w 172742"/>
                  <a:gd name="connsiteY21" fmla="*/ 81 h 270646"/>
                  <a:gd name="connsiteX22" fmla="*/ 109472 w 172742"/>
                  <a:gd name="connsiteY22" fmla="*/ 21182 h 270646"/>
                  <a:gd name="connsiteX23" fmla="*/ 85270 w 172742"/>
                  <a:gd name="connsiteY23" fmla="*/ 76534 h 270646"/>
                  <a:gd name="connsiteX24" fmla="*/ 57437 w 172742"/>
                  <a:gd name="connsiteY24" fmla="*/ 76534 h 270646"/>
                  <a:gd name="connsiteX25" fmla="*/ 55320 w 172742"/>
                  <a:gd name="connsiteY25" fmla="*/ 86320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320" y="86320"/>
                    </a:moveTo>
                    <a:lnTo>
                      <a:pt x="82547" y="86320"/>
                    </a:lnTo>
                    <a:lnTo>
                      <a:pt x="55925" y="214763"/>
                    </a:lnTo>
                    <a:cubicBezTo>
                      <a:pt x="49269" y="247485"/>
                      <a:pt x="39286" y="264305"/>
                      <a:pt x="26580" y="264305"/>
                    </a:cubicBezTo>
                    <a:cubicBezTo>
                      <a:pt x="22949" y="264305"/>
                      <a:pt x="20529" y="262164"/>
                      <a:pt x="20529" y="259412"/>
                    </a:cubicBezTo>
                    <a:cubicBezTo>
                      <a:pt x="20529" y="258494"/>
                      <a:pt x="20832" y="257577"/>
                      <a:pt x="21739" y="256048"/>
                    </a:cubicBezTo>
                    <a:cubicBezTo>
                      <a:pt x="22949" y="254213"/>
                      <a:pt x="23252" y="252990"/>
                      <a:pt x="23252" y="251155"/>
                    </a:cubicBezTo>
                    <a:cubicBezTo>
                      <a:pt x="23252" y="244733"/>
                      <a:pt x="17806" y="239534"/>
                      <a:pt x="11453" y="239534"/>
                    </a:cubicBezTo>
                    <a:cubicBezTo>
                      <a:pt x="5100" y="239534"/>
                      <a:pt x="260" y="245038"/>
                      <a:pt x="260" y="252072"/>
                    </a:cubicBezTo>
                    <a:cubicBezTo>
                      <a:pt x="260" y="262470"/>
                      <a:pt x="10848" y="270727"/>
                      <a:pt x="24159" y="270727"/>
                    </a:cubicBezTo>
                    <a:cubicBezTo>
                      <a:pt x="51084" y="270727"/>
                      <a:pt x="72261" y="240451"/>
                      <a:pt x="84665" y="184181"/>
                    </a:cubicBezTo>
                    <a:lnTo>
                      <a:pt x="106447" y="86320"/>
                    </a:lnTo>
                    <a:lnTo>
                      <a:pt x="139422" y="86320"/>
                    </a:lnTo>
                    <a:lnTo>
                      <a:pt x="141237" y="76534"/>
                    </a:lnTo>
                    <a:lnTo>
                      <a:pt x="108564" y="76534"/>
                    </a:lnTo>
                    <a:cubicBezTo>
                      <a:pt x="117338" y="28521"/>
                      <a:pt x="128531" y="6809"/>
                      <a:pt x="145473" y="6809"/>
                    </a:cubicBezTo>
                    <a:cubicBezTo>
                      <a:pt x="149406" y="6809"/>
                      <a:pt x="152128" y="8338"/>
                      <a:pt x="152128" y="10478"/>
                    </a:cubicBezTo>
                    <a:cubicBezTo>
                      <a:pt x="152128" y="11396"/>
                      <a:pt x="151826" y="12007"/>
                      <a:pt x="150918" y="13536"/>
                    </a:cubicBezTo>
                    <a:cubicBezTo>
                      <a:pt x="149708" y="16289"/>
                      <a:pt x="149103" y="17818"/>
                      <a:pt x="149103" y="19959"/>
                    </a:cubicBezTo>
                    <a:cubicBezTo>
                      <a:pt x="149103" y="27298"/>
                      <a:pt x="153641" y="32191"/>
                      <a:pt x="160296" y="32191"/>
                    </a:cubicBezTo>
                    <a:cubicBezTo>
                      <a:pt x="167255" y="32191"/>
                      <a:pt x="173003" y="26686"/>
                      <a:pt x="173003" y="19959"/>
                    </a:cubicBezTo>
                    <a:cubicBezTo>
                      <a:pt x="173003" y="8643"/>
                      <a:pt x="161809" y="81"/>
                      <a:pt x="146985" y="81"/>
                    </a:cubicBezTo>
                    <a:cubicBezTo>
                      <a:pt x="132162" y="81"/>
                      <a:pt x="120363" y="6809"/>
                      <a:pt x="109472" y="21182"/>
                    </a:cubicBezTo>
                    <a:cubicBezTo>
                      <a:pt x="100396" y="33109"/>
                      <a:pt x="94346" y="47176"/>
                      <a:pt x="85270" y="76534"/>
                    </a:cubicBezTo>
                    <a:lnTo>
                      <a:pt x="57437" y="76534"/>
                    </a:lnTo>
                    <a:lnTo>
                      <a:pt x="55320" y="8632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30B4A35B-CD0F-1193-B1CF-192248A65DFB}"/>
                  </a:ext>
                </a:extLst>
              </p:cNvPr>
              <p:cNvSpPr/>
              <p:nvPr>
                <p:custDataLst>
                  <p:tags r:id="rId180"/>
                </p:custDataLst>
              </p:nvPr>
            </p:nvSpPr>
            <p:spPr>
              <a:xfrm>
                <a:off x="10609099" y="4812378"/>
                <a:ext cx="70186" cy="305815"/>
              </a:xfrm>
              <a:custGeom>
                <a:avLst/>
                <a:gdLst>
                  <a:gd name="connsiteX0" fmla="*/ 70450 w 70186"/>
                  <a:gd name="connsiteY0" fmla="*/ 302837 h 305815"/>
                  <a:gd name="connsiteX1" fmla="*/ 65308 w 70186"/>
                  <a:gd name="connsiteY1" fmla="*/ 296109 h 305815"/>
                  <a:gd name="connsiteX2" fmla="*/ 17811 w 70186"/>
                  <a:gd name="connsiteY2" fmla="*/ 152988 h 305815"/>
                  <a:gd name="connsiteX3" fmla="*/ 66518 w 70186"/>
                  <a:gd name="connsiteY3" fmla="*/ 8338 h 305815"/>
                  <a:gd name="connsiteX4" fmla="*/ 70450 w 70186"/>
                  <a:gd name="connsiteY4" fmla="*/ 3139 h 305815"/>
                  <a:gd name="connsiteX5" fmla="*/ 67425 w 70186"/>
                  <a:gd name="connsiteY5" fmla="*/ 81 h 305815"/>
                  <a:gd name="connsiteX6" fmla="*/ 19323 w 70186"/>
                  <a:gd name="connsiteY6" fmla="*/ 59714 h 305815"/>
                  <a:gd name="connsiteX7" fmla="*/ 264 w 70186"/>
                  <a:gd name="connsiteY7" fmla="*/ 152988 h 305815"/>
                  <a:gd name="connsiteX8" fmla="*/ 20231 w 70186"/>
                  <a:gd name="connsiteY8" fmla="*/ 248402 h 305815"/>
                  <a:gd name="connsiteX9" fmla="*/ 67425 w 70186"/>
                  <a:gd name="connsiteY9" fmla="*/ 305896 h 305815"/>
                  <a:gd name="connsiteX10" fmla="*/ 70450 w 70186"/>
                  <a:gd name="connsiteY10" fmla="*/ 302837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50" y="302837"/>
                    </a:moveTo>
                    <a:cubicBezTo>
                      <a:pt x="70450" y="301920"/>
                      <a:pt x="70450" y="301308"/>
                      <a:pt x="65308" y="296109"/>
                    </a:cubicBezTo>
                    <a:cubicBezTo>
                      <a:pt x="27492" y="257577"/>
                      <a:pt x="17811" y="199778"/>
                      <a:pt x="17811" y="152988"/>
                    </a:cubicBezTo>
                    <a:cubicBezTo>
                      <a:pt x="17811" y="99776"/>
                      <a:pt x="29307" y="46564"/>
                      <a:pt x="66518" y="8338"/>
                    </a:cubicBezTo>
                    <a:cubicBezTo>
                      <a:pt x="70450" y="4668"/>
                      <a:pt x="70450" y="4056"/>
                      <a:pt x="70450" y="3139"/>
                    </a:cubicBezTo>
                    <a:cubicBezTo>
                      <a:pt x="70450" y="998"/>
                      <a:pt x="69240" y="81"/>
                      <a:pt x="67425" y="81"/>
                    </a:cubicBezTo>
                    <a:cubicBezTo>
                      <a:pt x="64400" y="81"/>
                      <a:pt x="37173" y="20876"/>
                      <a:pt x="19323" y="59714"/>
                    </a:cubicBezTo>
                    <a:cubicBezTo>
                      <a:pt x="3895" y="93354"/>
                      <a:pt x="264" y="127300"/>
                      <a:pt x="264" y="152988"/>
                    </a:cubicBezTo>
                    <a:cubicBezTo>
                      <a:pt x="264" y="176842"/>
                      <a:pt x="3592" y="213845"/>
                      <a:pt x="20231" y="248402"/>
                    </a:cubicBezTo>
                    <a:cubicBezTo>
                      <a:pt x="38383" y="286018"/>
                      <a:pt x="64400" y="305896"/>
                      <a:pt x="67425" y="305896"/>
                    </a:cubicBezTo>
                    <a:cubicBezTo>
                      <a:pt x="69240" y="305896"/>
                      <a:pt x="70450" y="304978"/>
                      <a:pt x="70450" y="302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82619200-510C-9008-AD2F-4446BEE7F53D}"/>
                  </a:ext>
                </a:extLst>
              </p:cNvPr>
              <p:cNvSpPr/>
              <p:nvPr>
                <p:custDataLst>
                  <p:tags r:id="rId181"/>
                </p:custDataLst>
              </p:nvPr>
            </p:nvSpPr>
            <p:spPr>
              <a:xfrm>
                <a:off x="10688798" y="4906875"/>
                <a:ext cx="143397" cy="138228"/>
              </a:xfrm>
              <a:custGeom>
                <a:avLst/>
                <a:gdLst>
                  <a:gd name="connsiteX0" fmla="*/ 130052 w 143397"/>
                  <a:gd name="connsiteY0" fmla="*/ 101000 h 138228"/>
                  <a:gd name="connsiteX1" fmla="*/ 123397 w 143397"/>
                  <a:gd name="connsiteY1" fmla="*/ 109257 h 138228"/>
                  <a:gd name="connsiteX2" fmla="*/ 109480 w 143397"/>
                  <a:gd name="connsiteY2" fmla="*/ 121489 h 138228"/>
                  <a:gd name="connsiteX3" fmla="*/ 100102 w 143397"/>
                  <a:gd name="connsiteY3" fmla="*/ 108951 h 138228"/>
                  <a:gd name="connsiteX4" fmla="*/ 98892 w 143397"/>
                  <a:gd name="connsiteY4" fmla="*/ 103752 h 138228"/>
                  <a:gd name="connsiteX5" fmla="*/ 88001 w 143397"/>
                  <a:gd name="connsiteY5" fmla="*/ 54210 h 138228"/>
                  <a:gd name="connsiteX6" fmla="*/ 117649 w 143397"/>
                  <a:gd name="connsiteY6" fmla="*/ 17206 h 138228"/>
                  <a:gd name="connsiteX7" fmla="*/ 124909 w 143397"/>
                  <a:gd name="connsiteY7" fmla="*/ 19653 h 138228"/>
                  <a:gd name="connsiteX8" fmla="*/ 133077 w 143397"/>
                  <a:gd name="connsiteY8" fmla="*/ 22405 h 138228"/>
                  <a:gd name="connsiteX9" fmla="*/ 143666 w 143397"/>
                  <a:gd name="connsiteY9" fmla="*/ 11396 h 138228"/>
                  <a:gd name="connsiteX10" fmla="*/ 131262 w 143397"/>
                  <a:gd name="connsiteY10" fmla="*/ 81 h 138228"/>
                  <a:gd name="connsiteX11" fmla="*/ 85581 w 143397"/>
                  <a:gd name="connsiteY11" fmla="*/ 43812 h 138228"/>
                  <a:gd name="connsiteX12" fmla="*/ 82253 w 143397"/>
                  <a:gd name="connsiteY12" fmla="*/ 26992 h 138228"/>
                  <a:gd name="connsiteX13" fmla="*/ 66522 w 143397"/>
                  <a:gd name="connsiteY13" fmla="*/ 81 h 138228"/>
                  <a:gd name="connsiteX14" fmla="*/ 31126 w 143397"/>
                  <a:gd name="connsiteY14" fmla="*/ 8949 h 138228"/>
                  <a:gd name="connsiteX15" fmla="*/ 27798 w 143397"/>
                  <a:gd name="connsiteY15" fmla="*/ 10173 h 138228"/>
                  <a:gd name="connsiteX16" fmla="*/ 29008 w 143397"/>
                  <a:gd name="connsiteY16" fmla="*/ 14760 h 138228"/>
                  <a:gd name="connsiteX17" fmla="*/ 45950 w 143397"/>
                  <a:gd name="connsiteY17" fmla="*/ 11396 h 138228"/>
                  <a:gd name="connsiteX18" fmla="*/ 59563 w 143397"/>
                  <a:gd name="connsiteY18" fmla="*/ 32497 h 138228"/>
                  <a:gd name="connsiteX19" fmla="*/ 68337 w 143397"/>
                  <a:gd name="connsiteY19" fmla="*/ 70112 h 138228"/>
                  <a:gd name="connsiteX20" fmla="*/ 43529 w 143397"/>
                  <a:gd name="connsiteY20" fmla="*/ 105893 h 138228"/>
                  <a:gd name="connsiteX21" fmla="*/ 28101 w 143397"/>
                  <a:gd name="connsiteY21" fmla="*/ 120572 h 138228"/>
                  <a:gd name="connsiteX22" fmla="*/ 20235 w 143397"/>
                  <a:gd name="connsiteY22" fmla="*/ 117819 h 138228"/>
                  <a:gd name="connsiteX23" fmla="*/ 10554 w 143397"/>
                  <a:gd name="connsiteY23" fmla="*/ 114761 h 138228"/>
                  <a:gd name="connsiteX24" fmla="*/ 268 w 143397"/>
                  <a:gd name="connsiteY24" fmla="*/ 125465 h 138228"/>
                  <a:gd name="connsiteX25" fmla="*/ 15395 w 143397"/>
                  <a:gd name="connsiteY25" fmla="*/ 138309 h 138228"/>
                  <a:gd name="connsiteX26" fmla="*/ 43529 w 143397"/>
                  <a:gd name="connsiteY26" fmla="*/ 116902 h 138228"/>
                  <a:gd name="connsiteX27" fmla="*/ 70757 w 143397"/>
                  <a:gd name="connsiteY27" fmla="*/ 81122 h 138228"/>
                  <a:gd name="connsiteX28" fmla="*/ 79833 w 143397"/>
                  <a:gd name="connsiteY28" fmla="*/ 117819 h 138228"/>
                  <a:gd name="connsiteX29" fmla="*/ 97379 w 143397"/>
                  <a:gd name="connsiteY29" fmla="*/ 138309 h 138228"/>
                  <a:gd name="connsiteX30" fmla="*/ 134288 w 143397"/>
                  <a:gd name="connsiteY30" fmla="*/ 103446 h 138228"/>
                  <a:gd name="connsiteX31" fmla="*/ 130052 w 143397"/>
                  <a:gd name="connsiteY31" fmla="*/ 101000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30052" y="101000"/>
                    </a:moveTo>
                    <a:cubicBezTo>
                      <a:pt x="127632" y="103752"/>
                      <a:pt x="126119" y="105587"/>
                      <a:pt x="123397" y="109257"/>
                    </a:cubicBezTo>
                    <a:cubicBezTo>
                      <a:pt x="116438" y="118431"/>
                      <a:pt x="112808" y="121489"/>
                      <a:pt x="109480" y="121489"/>
                    </a:cubicBezTo>
                    <a:cubicBezTo>
                      <a:pt x="104942" y="121489"/>
                      <a:pt x="102220" y="117514"/>
                      <a:pt x="100102" y="108951"/>
                    </a:cubicBezTo>
                    <a:cubicBezTo>
                      <a:pt x="99497" y="106504"/>
                      <a:pt x="99194" y="104669"/>
                      <a:pt x="98892" y="103752"/>
                    </a:cubicBezTo>
                    <a:cubicBezTo>
                      <a:pt x="91329" y="72865"/>
                      <a:pt x="88001" y="58797"/>
                      <a:pt x="88001" y="54210"/>
                    </a:cubicBezTo>
                    <a:cubicBezTo>
                      <a:pt x="101312" y="30662"/>
                      <a:pt x="112203" y="17206"/>
                      <a:pt x="117649" y="17206"/>
                    </a:cubicBezTo>
                    <a:cubicBezTo>
                      <a:pt x="119464" y="17206"/>
                      <a:pt x="121884" y="18124"/>
                      <a:pt x="124909" y="19653"/>
                    </a:cubicBezTo>
                    <a:cubicBezTo>
                      <a:pt x="128539" y="21794"/>
                      <a:pt x="130657" y="22405"/>
                      <a:pt x="133077" y="22405"/>
                    </a:cubicBezTo>
                    <a:cubicBezTo>
                      <a:pt x="139430" y="22405"/>
                      <a:pt x="143666" y="17818"/>
                      <a:pt x="143666" y="11396"/>
                    </a:cubicBezTo>
                    <a:cubicBezTo>
                      <a:pt x="143666" y="4974"/>
                      <a:pt x="138523" y="81"/>
                      <a:pt x="131262" y="81"/>
                    </a:cubicBezTo>
                    <a:cubicBezTo>
                      <a:pt x="117951" y="81"/>
                      <a:pt x="106455" y="11090"/>
                      <a:pt x="85581" y="43812"/>
                    </a:cubicBezTo>
                    <a:lnTo>
                      <a:pt x="82253" y="26992"/>
                    </a:lnTo>
                    <a:cubicBezTo>
                      <a:pt x="78018" y="6197"/>
                      <a:pt x="74690" y="81"/>
                      <a:pt x="66522" y="81"/>
                    </a:cubicBezTo>
                    <a:cubicBezTo>
                      <a:pt x="59866" y="81"/>
                      <a:pt x="49580" y="2833"/>
                      <a:pt x="31126" y="8949"/>
                    </a:cubicBezTo>
                    <a:lnTo>
                      <a:pt x="27798" y="10173"/>
                    </a:lnTo>
                    <a:lnTo>
                      <a:pt x="29008" y="14760"/>
                    </a:lnTo>
                    <a:cubicBezTo>
                      <a:pt x="40504" y="12007"/>
                      <a:pt x="43227" y="11396"/>
                      <a:pt x="45950" y="11396"/>
                    </a:cubicBezTo>
                    <a:cubicBezTo>
                      <a:pt x="53513" y="11396"/>
                      <a:pt x="55328" y="14148"/>
                      <a:pt x="59563" y="32497"/>
                    </a:cubicBezTo>
                    <a:lnTo>
                      <a:pt x="68337" y="70112"/>
                    </a:lnTo>
                    <a:lnTo>
                      <a:pt x="43529" y="105893"/>
                    </a:lnTo>
                    <a:cubicBezTo>
                      <a:pt x="37479" y="115067"/>
                      <a:pt x="31428" y="120572"/>
                      <a:pt x="28101" y="120572"/>
                    </a:cubicBezTo>
                    <a:cubicBezTo>
                      <a:pt x="26285" y="120572"/>
                      <a:pt x="23260" y="119654"/>
                      <a:pt x="20235" y="117819"/>
                    </a:cubicBezTo>
                    <a:cubicBezTo>
                      <a:pt x="16302" y="115679"/>
                      <a:pt x="12974" y="114761"/>
                      <a:pt x="10554" y="114761"/>
                    </a:cubicBezTo>
                    <a:cubicBezTo>
                      <a:pt x="4806" y="114761"/>
                      <a:pt x="268" y="119349"/>
                      <a:pt x="268" y="125465"/>
                    </a:cubicBezTo>
                    <a:cubicBezTo>
                      <a:pt x="268" y="133416"/>
                      <a:pt x="6319" y="138309"/>
                      <a:pt x="15395" y="138309"/>
                    </a:cubicBezTo>
                    <a:cubicBezTo>
                      <a:pt x="24773" y="138309"/>
                      <a:pt x="28403" y="135557"/>
                      <a:pt x="43529" y="116902"/>
                    </a:cubicBezTo>
                    <a:cubicBezTo>
                      <a:pt x="51698" y="107116"/>
                      <a:pt x="58051" y="98859"/>
                      <a:pt x="70757" y="81122"/>
                    </a:cubicBezTo>
                    <a:lnTo>
                      <a:pt x="79833" y="117819"/>
                    </a:lnTo>
                    <a:cubicBezTo>
                      <a:pt x="83766" y="133416"/>
                      <a:pt x="87698" y="138309"/>
                      <a:pt x="97379" y="138309"/>
                    </a:cubicBezTo>
                    <a:cubicBezTo>
                      <a:pt x="108875" y="138309"/>
                      <a:pt x="116741" y="130970"/>
                      <a:pt x="134288" y="103446"/>
                    </a:cubicBezTo>
                    <a:lnTo>
                      <a:pt x="130052" y="10100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7ADE9357-257B-73CB-02DA-613D35C6A109}"/>
                  </a:ext>
                </a:extLst>
              </p:cNvPr>
              <p:cNvSpPr/>
              <p:nvPr>
                <p:custDataLst>
                  <p:tags r:id="rId182"/>
                </p:custDataLst>
              </p:nvPr>
            </p:nvSpPr>
            <p:spPr>
              <a:xfrm>
                <a:off x="10838506" y="4935128"/>
                <a:ext cx="99621" cy="152980"/>
              </a:xfrm>
              <a:custGeom>
                <a:avLst/>
                <a:gdLst>
                  <a:gd name="connsiteX0" fmla="*/ 99894 w 99621"/>
                  <a:gd name="connsiteY0" fmla="*/ 122060 h 152980"/>
                  <a:gd name="connsiteX1" fmla="*/ 96984 w 99621"/>
                  <a:gd name="connsiteY1" fmla="*/ 120929 h 152980"/>
                  <a:gd name="connsiteX2" fmla="*/ 75716 w 99621"/>
                  <a:gd name="connsiteY2" fmla="*/ 135865 h 152980"/>
                  <a:gd name="connsiteX3" fmla="*/ 22211 w 99621"/>
                  <a:gd name="connsiteY3" fmla="*/ 135865 h 152980"/>
                  <a:gd name="connsiteX4" fmla="*/ 59821 w 99621"/>
                  <a:gd name="connsiteY4" fmla="*/ 96035 h 152980"/>
                  <a:gd name="connsiteX5" fmla="*/ 88477 w 99621"/>
                  <a:gd name="connsiteY5" fmla="*/ 40138 h 152980"/>
                  <a:gd name="connsiteX6" fmla="*/ 47061 w 99621"/>
                  <a:gd name="connsiteY6" fmla="*/ 83 h 152980"/>
                  <a:gd name="connsiteX7" fmla="*/ 14824 w 99621"/>
                  <a:gd name="connsiteY7" fmla="*/ 14113 h 152980"/>
                  <a:gd name="connsiteX8" fmla="*/ 496 w 99621"/>
                  <a:gd name="connsiteY8" fmla="*/ 45117 h 152980"/>
                  <a:gd name="connsiteX9" fmla="*/ 5197 w 99621"/>
                  <a:gd name="connsiteY9" fmla="*/ 46249 h 152980"/>
                  <a:gd name="connsiteX10" fmla="*/ 37658 w 99621"/>
                  <a:gd name="connsiteY10" fmla="*/ 16829 h 152980"/>
                  <a:gd name="connsiteX11" fmla="*/ 69224 w 99621"/>
                  <a:gd name="connsiteY11" fmla="*/ 48738 h 152980"/>
                  <a:gd name="connsiteX12" fmla="*/ 40121 w 99621"/>
                  <a:gd name="connsiteY12" fmla="*/ 107577 h 152980"/>
                  <a:gd name="connsiteX13" fmla="*/ 272 w 99621"/>
                  <a:gd name="connsiteY13" fmla="*/ 150348 h 152980"/>
                  <a:gd name="connsiteX14" fmla="*/ 272 w 99621"/>
                  <a:gd name="connsiteY14" fmla="*/ 153064 h 152980"/>
                  <a:gd name="connsiteX15" fmla="*/ 87581 w 99621"/>
                  <a:gd name="connsiteY15" fmla="*/ 153064 h 152980"/>
                  <a:gd name="connsiteX16" fmla="*/ 99894 w 99621"/>
                  <a:gd name="connsiteY16" fmla="*/ 122060 h 15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621" h="152980">
                    <a:moveTo>
                      <a:pt x="99894" y="122060"/>
                    </a:moveTo>
                    <a:lnTo>
                      <a:pt x="96984" y="120929"/>
                    </a:lnTo>
                    <a:cubicBezTo>
                      <a:pt x="88701" y="133828"/>
                      <a:pt x="85790" y="135865"/>
                      <a:pt x="75716" y="135865"/>
                    </a:cubicBezTo>
                    <a:lnTo>
                      <a:pt x="22211" y="135865"/>
                    </a:lnTo>
                    <a:lnTo>
                      <a:pt x="59821" y="96035"/>
                    </a:lnTo>
                    <a:cubicBezTo>
                      <a:pt x="79746" y="74989"/>
                      <a:pt x="88477" y="57790"/>
                      <a:pt x="88477" y="40138"/>
                    </a:cubicBezTo>
                    <a:cubicBezTo>
                      <a:pt x="88477" y="17508"/>
                      <a:pt x="70343" y="83"/>
                      <a:pt x="47061" y="83"/>
                    </a:cubicBezTo>
                    <a:cubicBezTo>
                      <a:pt x="34748" y="83"/>
                      <a:pt x="23107" y="5061"/>
                      <a:pt x="14824" y="14113"/>
                    </a:cubicBezTo>
                    <a:cubicBezTo>
                      <a:pt x="7660" y="21808"/>
                      <a:pt x="4302" y="29049"/>
                      <a:pt x="496" y="45117"/>
                    </a:cubicBezTo>
                    <a:lnTo>
                      <a:pt x="5197" y="46249"/>
                    </a:lnTo>
                    <a:cubicBezTo>
                      <a:pt x="14152" y="24071"/>
                      <a:pt x="22211" y="16829"/>
                      <a:pt x="37658" y="16829"/>
                    </a:cubicBezTo>
                    <a:cubicBezTo>
                      <a:pt x="56463" y="16829"/>
                      <a:pt x="69224" y="29728"/>
                      <a:pt x="69224" y="48738"/>
                    </a:cubicBezTo>
                    <a:cubicBezTo>
                      <a:pt x="69224" y="66389"/>
                      <a:pt x="58926" y="87436"/>
                      <a:pt x="40121" y="107577"/>
                    </a:cubicBezTo>
                    <a:lnTo>
                      <a:pt x="272" y="150348"/>
                    </a:lnTo>
                    <a:lnTo>
                      <a:pt x="272" y="153064"/>
                    </a:lnTo>
                    <a:lnTo>
                      <a:pt x="87581" y="153064"/>
                    </a:lnTo>
                    <a:lnTo>
                      <a:pt x="99894" y="12206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5894DC34-87AB-0BF1-B24B-224671DAF749}"/>
                  </a:ext>
                </a:extLst>
              </p:cNvPr>
              <p:cNvSpPr/>
              <p:nvPr>
                <p:custDataLst>
                  <p:tags r:id="rId183"/>
                </p:custDataLst>
              </p:nvPr>
            </p:nvSpPr>
            <p:spPr>
              <a:xfrm>
                <a:off x="10976572" y="4812378"/>
                <a:ext cx="70186" cy="305815"/>
              </a:xfrm>
              <a:custGeom>
                <a:avLst/>
                <a:gdLst>
                  <a:gd name="connsiteX0" fmla="*/ 70463 w 70186"/>
                  <a:gd name="connsiteY0" fmla="*/ 152988 h 305815"/>
                  <a:gd name="connsiteX1" fmla="*/ 50496 w 70186"/>
                  <a:gd name="connsiteY1" fmla="*/ 57574 h 305815"/>
                  <a:gd name="connsiteX2" fmla="*/ 3302 w 70186"/>
                  <a:gd name="connsiteY2" fmla="*/ 81 h 305815"/>
                  <a:gd name="connsiteX3" fmla="*/ 277 w 70186"/>
                  <a:gd name="connsiteY3" fmla="*/ 3139 h 305815"/>
                  <a:gd name="connsiteX4" fmla="*/ 6025 w 70186"/>
                  <a:gd name="connsiteY4" fmla="*/ 10172 h 305815"/>
                  <a:gd name="connsiteX5" fmla="*/ 52916 w 70186"/>
                  <a:gd name="connsiteY5" fmla="*/ 152988 h 305815"/>
                  <a:gd name="connsiteX6" fmla="*/ 4210 w 70186"/>
                  <a:gd name="connsiteY6" fmla="*/ 297639 h 305815"/>
                  <a:gd name="connsiteX7" fmla="*/ 277 w 70186"/>
                  <a:gd name="connsiteY7" fmla="*/ 302837 h 305815"/>
                  <a:gd name="connsiteX8" fmla="*/ 3302 w 70186"/>
                  <a:gd name="connsiteY8" fmla="*/ 305896 h 305815"/>
                  <a:gd name="connsiteX9" fmla="*/ 51404 w 70186"/>
                  <a:gd name="connsiteY9" fmla="*/ 246262 h 305815"/>
                  <a:gd name="connsiteX10" fmla="*/ 70463 w 70186"/>
                  <a:gd name="connsiteY10" fmla="*/ 152988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63" y="152988"/>
                    </a:moveTo>
                    <a:cubicBezTo>
                      <a:pt x="70463" y="129134"/>
                      <a:pt x="67135" y="92131"/>
                      <a:pt x="50496" y="57574"/>
                    </a:cubicBezTo>
                    <a:cubicBezTo>
                      <a:pt x="32344" y="19959"/>
                      <a:pt x="6327" y="81"/>
                      <a:pt x="3302" y="81"/>
                    </a:cubicBezTo>
                    <a:cubicBezTo>
                      <a:pt x="1487" y="81"/>
                      <a:pt x="277" y="1304"/>
                      <a:pt x="277" y="3139"/>
                    </a:cubicBezTo>
                    <a:cubicBezTo>
                      <a:pt x="277" y="4056"/>
                      <a:pt x="277" y="4668"/>
                      <a:pt x="6025" y="10172"/>
                    </a:cubicBezTo>
                    <a:cubicBezTo>
                      <a:pt x="35672" y="40448"/>
                      <a:pt x="52916" y="89073"/>
                      <a:pt x="52916" y="152988"/>
                    </a:cubicBezTo>
                    <a:cubicBezTo>
                      <a:pt x="52916" y="205282"/>
                      <a:pt x="41723" y="259106"/>
                      <a:pt x="4210" y="297639"/>
                    </a:cubicBezTo>
                    <a:cubicBezTo>
                      <a:pt x="277" y="301308"/>
                      <a:pt x="277" y="301920"/>
                      <a:pt x="277" y="302837"/>
                    </a:cubicBezTo>
                    <a:cubicBezTo>
                      <a:pt x="277" y="304672"/>
                      <a:pt x="1487" y="305896"/>
                      <a:pt x="3302" y="305896"/>
                    </a:cubicBezTo>
                    <a:cubicBezTo>
                      <a:pt x="6327" y="305896"/>
                      <a:pt x="33555" y="285100"/>
                      <a:pt x="51404" y="246262"/>
                    </a:cubicBezTo>
                    <a:cubicBezTo>
                      <a:pt x="66833" y="212622"/>
                      <a:pt x="70463" y="178676"/>
                      <a:pt x="70463" y="152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2191EA2D-F363-DA59-ADCD-C3D3A8C80284}"/>
                  </a:ext>
                </a:extLst>
              </p:cNvPr>
              <p:cNvSpPr/>
              <p:nvPr>
                <p:custDataLst>
                  <p:tags r:id="rId184"/>
                </p:custDataLst>
              </p:nvPr>
            </p:nvSpPr>
            <p:spPr>
              <a:xfrm>
                <a:off x="11136260" y="4863449"/>
                <a:ext cx="201180" cy="203672"/>
              </a:xfrm>
              <a:custGeom>
                <a:avLst/>
                <a:gdLst>
                  <a:gd name="connsiteX0" fmla="*/ 107074 w 201180"/>
                  <a:gd name="connsiteY0" fmla="*/ 108033 h 203672"/>
                  <a:gd name="connsiteX1" fmla="*/ 191479 w 201180"/>
                  <a:gd name="connsiteY1" fmla="*/ 108033 h 203672"/>
                  <a:gd name="connsiteX2" fmla="*/ 201463 w 201180"/>
                  <a:gd name="connsiteY2" fmla="*/ 101917 h 203672"/>
                  <a:gd name="connsiteX3" fmla="*/ 191479 w 201180"/>
                  <a:gd name="connsiteY3" fmla="*/ 95801 h 203672"/>
                  <a:gd name="connsiteX4" fmla="*/ 107074 w 201180"/>
                  <a:gd name="connsiteY4" fmla="*/ 95801 h 203672"/>
                  <a:gd name="connsiteX5" fmla="*/ 107074 w 201180"/>
                  <a:gd name="connsiteY5" fmla="*/ 10172 h 203672"/>
                  <a:gd name="connsiteX6" fmla="*/ 101024 w 201180"/>
                  <a:gd name="connsiteY6" fmla="*/ 81 h 203672"/>
                  <a:gd name="connsiteX7" fmla="*/ 94973 w 201180"/>
                  <a:gd name="connsiteY7" fmla="*/ 10172 h 203672"/>
                  <a:gd name="connsiteX8" fmla="*/ 94973 w 201180"/>
                  <a:gd name="connsiteY8" fmla="*/ 95801 h 203672"/>
                  <a:gd name="connsiteX9" fmla="*/ 10266 w 201180"/>
                  <a:gd name="connsiteY9" fmla="*/ 95801 h 203672"/>
                  <a:gd name="connsiteX10" fmla="*/ 282 w 201180"/>
                  <a:gd name="connsiteY10" fmla="*/ 101917 h 203672"/>
                  <a:gd name="connsiteX11" fmla="*/ 10266 w 201180"/>
                  <a:gd name="connsiteY11" fmla="*/ 108033 h 203672"/>
                  <a:gd name="connsiteX12" fmla="*/ 94973 w 201180"/>
                  <a:gd name="connsiteY12" fmla="*/ 108033 h 203672"/>
                  <a:gd name="connsiteX13" fmla="*/ 94973 w 201180"/>
                  <a:gd name="connsiteY13" fmla="*/ 193661 h 203672"/>
                  <a:gd name="connsiteX14" fmla="*/ 101024 w 201180"/>
                  <a:gd name="connsiteY14" fmla="*/ 203753 h 203672"/>
                  <a:gd name="connsiteX15" fmla="*/ 107074 w 201180"/>
                  <a:gd name="connsiteY15" fmla="*/ 193661 h 203672"/>
                  <a:gd name="connsiteX16" fmla="*/ 107074 w 201180"/>
                  <a:gd name="connsiteY16" fmla="*/ 108033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7074" y="108033"/>
                    </a:moveTo>
                    <a:lnTo>
                      <a:pt x="191479" y="108033"/>
                    </a:lnTo>
                    <a:cubicBezTo>
                      <a:pt x="195715" y="108033"/>
                      <a:pt x="201463" y="108033"/>
                      <a:pt x="201463" y="101917"/>
                    </a:cubicBezTo>
                    <a:cubicBezTo>
                      <a:pt x="201463" y="95801"/>
                      <a:pt x="195715" y="95801"/>
                      <a:pt x="191479" y="95801"/>
                    </a:cubicBezTo>
                    <a:lnTo>
                      <a:pt x="107074" y="95801"/>
                    </a:lnTo>
                    <a:lnTo>
                      <a:pt x="107074" y="10172"/>
                    </a:lnTo>
                    <a:cubicBezTo>
                      <a:pt x="107074" y="5891"/>
                      <a:pt x="107074" y="81"/>
                      <a:pt x="101024" y="81"/>
                    </a:cubicBezTo>
                    <a:cubicBezTo>
                      <a:pt x="94973" y="81"/>
                      <a:pt x="94973" y="5891"/>
                      <a:pt x="94973" y="10172"/>
                    </a:cubicBezTo>
                    <a:lnTo>
                      <a:pt x="94973" y="95801"/>
                    </a:lnTo>
                    <a:lnTo>
                      <a:pt x="10266" y="95801"/>
                    </a:lnTo>
                    <a:cubicBezTo>
                      <a:pt x="6030" y="95801"/>
                      <a:pt x="282" y="95801"/>
                      <a:pt x="282" y="101917"/>
                    </a:cubicBezTo>
                    <a:cubicBezTo>
                      <a:pt x="282" y="108033"/>
                      <a:pt x="6030" y="108033"/>
                      <a:pt x="10266" y="108033"/>
                    </a:cubicBezTo>
                    <a:lnTo>
                      <a:pt x="94973" y="108033"/>
                    </a:lnTo>
                    <a:lnTo>
                      <a:pt x="94973" y="193661"/>
                    </a:lnTo>
                    <a:cubicBezTo>
                      <a:pt x="94973" y="197943"/>
                      <a:pt x="94973" y="203753"/>
                      <a:pt x="101024" y="203753"/>
                    </a:cubicBezTo>
                    <a:cubicBezTo>
                      <a:pt x="107074" y="203753"/>
                      <a:pt x="107074" y="197943"/>
                      <a:pt x="107074" y="193661"/>
                    </a:cubicBezTo>
                    <a:lnTo>
                      <a:pt x="107074" y="108033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039BB35D-3225-CA89-A6BF-26CE59E85AE0}"/>
                  </a:ext>
                </a:extLst>
              </p:cNvPr>
              <p:cNvSpPr/>
              <p:nvPr>
                <p:custDataLst>
                  <p:tags r:id="rId185"/>
                </p:custDataLst>
              </p:nvPr>
            </p:nvSpPr>
            <p:spPr>
              <a:xfrm>
                <a:off x="11401065" y="4835008"/>
                <a:ext cx="139162" cy="206730"/>
              </a:xfrm>
              <a:custGeom>
                <a:avLst/>
                <a:gdLst>
                  <a:gd name="connsiteX0" fmla="*/ 139454 w 139162"/>
                  <a:gd name="connsiteY0" fmla="*/ 136168 h 206730"/>
                  <a:gd name="connsiteX1" fmla="*/ 108596 w 139162"/>
                  <a:gd name="connsiteY1" fmla="*/ 136168 h 206730"/>
                  <a:gd name="connsiteX2" fmla="*/ 108596 w 139162"/>
                  <a:gd name="connsiteY2" fmla="*/ 80 h 206730"/>
                  <a:gd name="connsiteX3" fmla="*/ 95285 w 139162"/>
                  <a:gd name="connsiteY3" fmla="*/ 80 h 206730"/>
                  <a:gd name="connsiteX4" fmla="*/ 291 w 139162"/>
                  <a:gd name="connsiteY4" fmla="*/ 136168 h 206730"/>
                  <a:gd name="connsiteX5" fmla="*/ 291 w 139162"/>
                  <a:gd name="connsiteY5" fmla="*/ 155740 h 206730"/>
                  <a:gd name="connsiteX6" fmla="*/ 85301 w 139162"/>
                  <a:gd name="connsiteY6" fmla="*/ 155740 h 206730"/>
                  <a:gd name="connsiteX7" fmla="*/ 85301 w 139162"/>
                  <a:gd name="connsiteY7" fmla="*/ 206811 h 206730"/>
                  <a:gd name="connsiteX8" fmla="*/ 108596 w 139162"/>
                  <a:gd name="connsiteY8" fmla="*/ 206811 h 206730"/>
                  <a:gd name="connsiteX9" fmla="*/ 108596 w 139162"/>
                  <a:gd name="connsiteY9" fmla="*/ 155740 h 206730"/>
                  <a:gd name="connsiteX10" fmla="*/ 139454 w 139162"/>
                  <a:gd name="connsiteY10" fmla="*/ 155740 h 206730"/>
                  <a:gd name="connsiteX11" fmla="*/ 139454 w 139162"/>
                  <a:gd name="connsiteY11" fmla="*/ 136168 h 206730"/>
                  <a:gd name="connsiteX12" fmla="*/ 84999 w 139162"/>
                  <a:gd name="connsiteY12" fmla="*/ 136168 h 206730"/>
                  <a:gd name="connsiteX13" fmla="*/ 12392 w 139162"/>
                  <a:gd name="connsiteY13" fmla="*/ 136168 h 206730"/>
                  <a:gd name="connsiteX14" fmla="*/ 84999 w 139162"/>
                  <a:gd name="connsiteY14" fmla="*/ 31273 h 206730"/>
                  <a:gd name="connsiteX15" fmla="*/ 84999 w 139162"/>
                  <a:gd name="connsiteY15" fmla="*/ 136168 h 206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162" h="206730">
                    <a:moveTo>
                      <a:pt x="139454" y="136168"/>
                    </a:moveTo>
                    <a:lnTo>
                      <a:pt x="108596" y="136168"/>
                    </a:lnTo>
                    <a:lnTo>
                      <a:pt x="108596" y="80"/>
                    </a:lnTo>
                    <a:lnTo>
                      <a:pt x="95285" y="80"/>
                    </a:lnTo>
                    <a:lnTo>
                      <a:pt x="291" y="136168"/>
                    </a:lnTo>
                    <a:lnTo>
                      <a:pt x="291" y="155740"/>
                    </a:lnTo>
                    <a:lnTo>
                      <a:pt x="85301" y="155740"/>
                    </a:lnTo>
                    <a:lnTo>
                      <a:pt x="85301" y="206811"/>
                    </a:lnTo>
                    <a:lnTo>
                      <a:pt x="108596" y="206811"/>
                    </a:lnTo>
                    <a:lnTo>
                      <a:pt x="108596" y="155740"/>
                    </a:lnTo>
                    <a:lnTo>
                      <a:pt x="139454" y="155740"/>
                    </a:lnTo>
                    <a:lnTo>
                      <a:pt x="139454" y="136168"/>
                    </a:lnTo>
                    <a:close/>
                    <a:moveTo>
                      <a:pt x="84999" y="136168"/>
                    </a:moveTo>
                    <a:lnTo>
                      <a:pt x="12392" y="136168"/>
                    </a:lnTo>
                    <a:lnTo>
                      <a:pt x="84999" y="31273"/>
                    </a:lnTo>
                    <a:lnTo>
                      <a:pt x="84999" y="13616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1853AD65-0721-2AAF-9681-8444FDE0B6A1}"/>
                  </a:ext>
                </a:extLst>
              </p:cNvPr>
              <p:cNvSpPr/>
              <p:nvPr>
                <p:custDataLst>
                  <p:tags r:id="rId186"/>
                </p:custDataLst>
              </p:nvPr>
            </p:nvSpPr>
            <p:spPr>
              <a:xfrm>
                <a:off x="11550343" y="4834397"/>
                <a:ext cx="172742" cy="270646"/>
              </a:xfrm>
              <a:custGeom>
                <a:avLst/>
                <a:gdLst>
                  <a:gd name="connsiteX0" fmla="*/ 55357 w 172742"/>
                  <a:gd name="connsiteY0" fmla="*/ 86320 h 270646"/>
                  <a:gd name="connsiteX1" fmla="*/ 82585 w 172742"/>
                  <a:gd name="connsiteY1" fmla="*/ 86320 h 270646"/>
                  <a:gd name="connsiteX2" fmla="*/ 55962 w 172742"/>
                  <a:gd name="connsiteY2" fmla="*/ 214763 h 270646"/>
                  <a:gd name="connsiteX3" fmla="*/ 26617 w 172742"/>
                  <a:gd name="connsiteY3" fmla="*/ 264305 h 270646"/>
                  <a:gd name="connsiteX4" fmla="*/ 20567 w 172742"/>
                  <a:gd name="connsiteY4" fmla="*/ 259412 h 270646"/>
                  <a:gd name="connsiteX5" fmla="*/ 21777 w 172742"/>
                  <a:gd name="connsiteY5" fmla="*/ 256048 h 270646"/>
                  <a:gd name="connsiteX6" fmla="*/ 23289 w 172742"/>
                  <a:gd name="connsiteY6" fmla="*/ 251155 h 270646"/>
                  <a:gd name="connsiteX7" fmla="*/ 11491 w 172742"/>
                  <a:gd name="connsiteY7" fmla="*/ 239534 h 270646"/>
                  <a:gd name="connsiteX8" fmla="*/ 297 w 172742"/>
                  <a:gd name="connsiteY8" fmla="*/ 252072 h 270646"/>
                  <a:gd name="connsiteX9" fmla="*/ 24197 w 172742"/>
                  <a:gd name="connsiteY9" fmla="*/ 270727 h 270646"/>
                  <a:gd name="connsiteX10" fmla="*/ 84702 w 172742"/>
                  <a:gd name="connsiteY10" fmla="*/ 184181 h 270646"/>
                  <a:gd name="connsiteX11" fmla="*/ 106484 w 172742"/>
                  <a:gd name="connsiteY11" fmla="*/ 86320 h 270646"/>
                  <a:gd name="connsiteX12" fmla="*/ 139460 w 172742"/>
                  <a:gd name="connsiteY12" fmla="*/ 86320 h 270646"/>
                  <a:gd name="connsiteX13" fmla="*/ 141275 w 172742"/>
                  <a:gd name="connsiteY13" fmla="*/ 76534 h 270646"/>
                  <a:gd name="connsiteX14" fmla="*/ 108602 w 172742"/>
                  <a:gd name="connsiteY14" fmla="*/ 76534 h 270646"/>
                  <a:gd name="connsiteX15" fmla="*/ 145510 w 172742"/>
                  <a:gd name="connsiteY15" fmla="*/ 6809 h 270646"/>
                  <a:gd name="connsiteX16" fmla="*/ 152166 w 172742"/>
                  <a:gd name="connsiteY16" fmla="*/ 10478 h 270646"/>
                  <a:gd name="connsiteX17" fmla="*/ 150956 w 172742"/>
                  <a:gd name="connsiteY17" fmla="*/ 13536 h 270646"/>
                  <a:gd name="connsiteX18" fmla="*/ 149141 w 172742"/>
                  <a:gd name="connsiteY18" fmla="*/ 19959 h 270646"/>
                  <a:gd name="connsiteX19" fmla="*/ 160334 w 172742"/>
                  <a:gd name="connsiteY19" fmla="*/ 32191 h 270646"/>
                  <a:gd name="connsiteX20" fmla="*/ 173040 w 172742"/>
                  <a:gd name="connsiteY20" fmla="*/ 19959 h 270646"/>
                  <a:gd name="connsiteX21" fmla="*/ 147023 w 172742"/>
                  <a:gd name="connsiteY21" fmla="*/ 81 h 270646"/>
                  <a:gd name="connsiteX22" fmla="*/ 109510 w 172742"/>
                  <a:gd name="connsiteY22" fmla="*/ 21182 h 270646"/>
                  <a:gd name="connsiteX23" fmla="*/ 85307 w 172742"/>
                  <a:gd name="connsiteY23" fmla="*/ 76534 h 270646"/>
                  <a:gd name="connsiteX24" fmla="*/ 57475 w 172742"/>
                  <a:gd name="connsiteY24" fmla="*/ 76534 h 270646"/>
                  <a:gd name="connsiteX25" fmla="*/ 55357 w 172742"/>
                  <a:gd name="connsiteY25" fmla="*/ 86320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357" y="86320"/>
                    </a:moveTo>
                    <a:lnTo>
                      <a:pt x="82585" y="86320"/>
                    </a:lnTo>
                    <a:lnTo>
                      <a:pt x="55962" y="214763"/>
                    </a:lnTo>
                    <a:cubicBezTo>
                      <a:pt x="49307" y="247485"/>
                      <a:pt x="39323" y="264305"/>
                      <a:pt x="26617" y="264305"/>
                    </a:cubicBezTo>
                    <a:cubicBezTo>
                      <a:pt x="22987" y="264305"/>
                      <a:pt x="20567" y="262164"/>
                      <a:pt x="20567" y="259412"/>
                    </a:cubicBezTo>
                    <a:cubicBezTo>
                      <a:pt x="20567" y="258494"/>
                      <a:pt x="20869" y="257577"/>
                      <a:pt x="21777" y="256048"/>
                    </a:cubicBezTo>
                    <a:cubicBezTo>
                      <a:pt x="22987" y="254213"/>
                      <a:pt x="23289" y="252990"/>
                      <a:pt x="23289" y="251155"/>
                    </a:cubicBezTo>
                    <a:cubicBezTo>
                      <a:pt x="23289" y="244733"/>
                      <a:pt x="17844" y="239534"/>
                      <a:pt x="11491" y="239534"/>
                    </a:cubicBezTo>
                    <a:cubicBezTo>
                      <a:pt x="5138" y="239534"/>
                      <a:pt x="297" y="245038"/>
                      <a:pt x="297" y="252072"/>
                    </a:cubicBezTo>
                    <a:cubicBezTo>
                      <a:pt x="297" y="262470"/>
                      <a:pt x="10886" y="270727"/>
                      <a:pt x="24197" y="270727"/>
                    </a:cubicBezTo>
                    <a:cubicBezTo>
                      <a:pt x="51122" y="270727"/>
                      <a:pt x="72299" y="240451"/>
                      <a:pt x="84702" y="184181"/>
                    </a:cubicBezTo>
                    <a:lnTo>
                      <a:pt x="106484" y="86320"/>
                    </a:lnTo>
                    <a:lnTo>
                      <a:pt x="139460" y="86320"/>
                    </a:lnTo>
                    <a:lnTo>
                      <a:pt x="141275" y="76534"/>
                    </a:lnTo>
                    <a:lnTo>
                      <a:pt x="108602" y="76534"/>
                    </a:lnTo>
                    <a:cubicBezTo>
                      <a:pt x="117375" y="28521"/>
                      <a:pt x="128569" y="6809"/>
                      <a:pt x="145510" y="6809"/>
                    </a:cubicBezTo>
                    <a:cubicBezTo>
                      <a:pt x="149443" y="6809"/>
                      <a:pt x="152166" y="8338"/>
                      <a:pt x="152166" y="10478"/>
                    </a:cubicBezTo>
                    <a:cubicBezTo>
                      <a:pt x="152166" y="11396"/>
                      <a:pt x="151863" y="12007"/>
                      <a:pt x="150956" y="13536"/>
                    </a:cubicBezTo>
                    <a:cubicBezTo>
                      <a:pt x="149746" y="16289"/>
                      <a:pt x="149141" y="17818"/>
                      <a:pt x="149141" y="19959"/>
                    </a:cubicBezTo>
                    <a:cubicBezTo>
                      <a:pt x="149141" y="27298"/>
                      <a:pt x="153678" y="32191"/>
                      <a:pt x="160334" y="32191"/>
                    </a:cubicBezTo>
                    <a:cubicBezTo>
                      <a:pt x="167292" y="32191"/>
                      <a:pt x="173040" y="26686"/>
                      <a:pt x="173040" y="19959"/>
                    </a:cubicBezTo>
                    <a:cubicBezTo>
                      <a:pt x="173040" y="8643"/>
                      <a:pt x="161847" y="81"/>
                      <a:pt x="147023" y="81"/>
                    </a:cubicBezTo>
                    <a:cubicBezTo>
                      <a:pt x="132199" y="81"/>
                      <a:pt x="120401" y="6809"/>
                      <a:pt x="109510" y="21182"/>
                    </a:cubicBezTo>
                    <a:cubicBezTo>
                      <a:pt x="100434" y="33109"/>
                      <a:pt x="94383" y="47176"/>
                      <a:pt x="85307" y="76534"/>
                    </a:cubicBezTo>
                    <a:lnTo>
                      <a:pt x="57475" y="76534"/>
                    </a:lnTo>
                    <a:lnTo>
                      <a:pt x="55357" y="8632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C92B87F9-1063-A95F-B5F0-3A48124D7959}"/>
                  </a:ext>
                </a:extLst>
              </p:cNvPr>
              <p:cNvSpPr/>
              <p:nvPr>
                <p:custDataLst>
                  <p:tags r:id="rId187"/>
                </p:custDataLst>
              </p:nvPr>
            </p:nvSpPr>
            <p:spPr>
              <a:xfrm>
                <a:off x="11753513" y="4812378"/>
                <a:ext cx="70186" cy="305815"/>
              </a:xfrm>
              <a:custGeom>
                <a:avLst/>
                <a:gdLst>
                  <a:gd name="connsiteX0" fmla="*/ 70488 w 70186"/>
                  <a:gd name="connsiteY0" fmla="*/ 302837 h 305815"/>
                  <a:gd name="connsiteX1" fmla="*/ 65345 w 70186"/>
                  <a:gd name="connsiteY1" fmla="*/ 296109 h 305815"/>
                  <a:gd name="connsiteX2" fmla="*/ 17848 w 70186"/>
                  <a:gd name="connsiteY2" fmla="*/ 152988 h 305815"/>
                  <a:gd name="connsiteX3" fmla="*/ 66555 w 70186"/>
                  <a:gd name="connsiteY3" fmla="*/ 8338 h 305815"/>
                  <a:gd name="connsiteX4" fmla="*/ 70488 w 70186"/>
                  <a:gd name="connsiteY4" fmla="*/ 3139 h 305815"/>
                  <a:gd name="connsiteX5" fmla="*/ 67463 w 70186"/>
                  <a:gd name="connsiteY5" fmla="*/ 81 h 305815"/>
                  <a:gd name="connsiteX6" fmla="*/ 19361 w 70186"/>
                  <a:gd name="connsiteY6" fmla="*/ 59714 h 305815"/>
                  <a:gd name="connsiteX7" fmla="*/ 302 w 70186"/>
                  <a:gd name="connsiteY7" fmla="*/ 152988 h 305815"/>
                  <a:gd name="connsiteX8" fmla="*/ 20269 w 70186"/>
                  <a:gd name="connsiteY8" fmla="*/ 248402 h 305815"/>
                  <a:gd name="connsiteX9" fmla="*/ 67463 w 70186"/>
                  <a:gd name="connsiteY9" fmla="*/ 305896 h 305815"/>
                  <a:gd name="connsiteX10" fmla="*/ 70488 w 70186"/>
                  <a:gd name="connsiteY10" fmla="*/ 302837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88" y="302837"/>
                    </a:moveTo>
                    <a:cubicBezTo>
                      <a:pt x="70488" y="301920"/>
                      <a:pt x="70488" y="301308"/>
                      <a:pt x="65345" y="296109"/>
                    </a:cubicBezTo>
                    <a:cubicBezTo>
                      <a:pt x="27529" y="257577"/>
                      <a:pt x="17848" y="199778"/>
                      <a:pt x="17848" y="152988"/>
                    </a:cubicBezTo>
                    <a:cubicBezTo>
                      <a:pt x="17848" y="99776"/>
                      <a:pt x="29344" y="46564"/>
                      <a:pt x="66555" y="8338"/>
                    </a:cubicBezTo>
                    <a:cubicBezTo>
                      <a:pt x="70488" y="4668"/>
                      <a:pt x="70488" y="4056"/>
                      <a:pt x="70488" y="3139"/>
                    </a:cubicBezTo>
                    <a:cubicBezTo>
                      <a:pt x="70488" y="998"/>
                      <a:pt x="69278" y="81"/>
                      <a:pt x="67463" y="81"/>
                    </a:cubicBezTo>
                    <a:cubicBezTo>
                      <a:pt x="64437" y="81"/>
                      <a:pt x="37210" y="20876"/>
                      <a:pt x="19361" y="59714"/>
                    </a:cubicBezTo>
                    <a:cubicBezTo>
                      <a:pt x="3932" y="93354"/>
                      <a:pt x="302" y="127300"/>
                      <a:pt x="302" y="152988"/>
                    </a:cubicBezTo>
                    <a:cubicBezTo>
                      <a:pt x="302" y="176842"/>
                      <a:pt x="3630" y="213845"/>
                      <a:pt x="20269" y="248402"/>
                    </a:cubicBezTo>
                    <a:cubicBezTo>
                      <a:pt x="38420" y="286018"/>
                      <a:pt x="64437" y="305896"/>
                      <a:pt x="67463" y="305896"/>
                    </a:cubicBezTo>
                    <a:cubicBezTo>
                      <a:pt x="69278" y="305896"/>
                      <a:pt x="70488" y="304978"/>
                      <a:pt x="70488" y="302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2371D719-7F4B-03E4-83CF-90856E3691E3}"/>
                  </a:ext>
                </a:extLst>
              </p:cNvPr>
              <p:cNvSpPr/>
              <p:nvPr>
                <p:custDataLst>
                  <p:tags r:id="rId188"/>
                </p:custDataLst>
              </p:nvPr>
            </p:nvSpPr>
            <p:spPr>
              <a:xfrm>
                <a:off x="11833211" y="4906875"/>
                <a:ext cx="143397" cy="138228"/>
              </a:xfrm>
              <a:custGeom>
                <a:avLst/>
                <a:gdLst>
                  <a:gd name="connsiteX0" fmla="*/ 130090 w 143397"/>
                  <a:gd name="connsiteY0" fmla="*/ 101000 h 138228"/>
                  <a:gd name="connsiteX1" fmla="*/ 123434 w 143397"/>
                  <a:gd name="connsiteY1" fmla="*/ 109257 h 138228"/>
                  <a:gd name="connsiteX2" fmla="*/ 109518 w 143397"/>
                  <a:gd name="connsiteY2" fmla="*/ 121489 h 138228"/>
                  <a:gd name="connsiteX3" fmla="*/ 100140 w 143397"/>
                  <a:gd name="connsiteY3" fmla="*/ 108951 h 138228"/>
                  <a:gd name="connsiteX4" fmla="*/ 98929 w 143397"/>
                  <a:gd name="connsiteY4" fmla="*/ 103752 h 138228"/>
                  <a:gd name="connsiteX5" fmla="*/ 88038 w 143397"/>
                  <a:gd name="connsiteY5" fmla="*/ 54210 h 138228"/>
                  <a:gd name="connsiteX6" fmla="*/ 117686 w 143397"/>
                  <a:gd name="connsiteY6" fmla="*/ 17206 h 138228"/>
                  <a:gd name="connsiteX7" fmla="*/ 124947 w 143397"/>
                  <a:gd name="connsiteY7" fmla="*/ 19653 h 138228"/>
                  <a:gd name="connsiteX8" fmla="*/ 133115 w 143397"/>
                  <a:gd name="connsiteY8" fmla="*/ 22405 h 138228"/>
                  <a:gd name="connsiteX9" fmla="*/ 143703 w 143397"/>
                  <a:gd name="connsiteY9" fmla="*/ 11396 h 138228"/>
                  <a:gd name="connsiteX10" fmla="*/ 131300 w 143397"/>
                  <a:gd name="connsiteY10" fmla="*/ 81 h 138228"/>
                  <a:gd name="connsiteX11" fmla="*/ 85618 w 143397"/>
                  <a:gd name="connsiteY11" fmla="*/ 43812 h 138228"/>
                  <a:gd name="connsiteX12" fmla="*/ 82290 w 143397"/>
                  <a:gd name="connsiteY12" fmla="*/ 26992 h 138228"/>
                  <a:gd name="connsiteX13" fmla="*/ 66559 w 143397"/>
                  <a:gd name="connsiteY13" fmla="*/ 81 h 138228"/>
                  <a:gd name="connsiteX14" fmla="*/ 31163 w 143397"/>
                  <a:gd name="connsiteY14" fmla="*/ 8949 h 138228"/>
                  <a:gd name="connsiteX15" fmla="*/ 27836 w 143397"/>
                  <a:gd name="connsiteY15" fmla="*/ 10173 h 138228"/>
                  <a:gd name="connsiteX16" fmla="*/ 29046 w 143397"/>
                  <a:gd name="connsiteY16" fmla="*/ 14760 h 138228"/>
                  <a:gd name="connsiteX17" fmla="*/ 45987 w 143397"/>
                  <a:gd name="connsiteY17" fmla="*/ 11396 h 138228"/>
                  <a:gd name="connsiteX18" fmla="*/ 59601 w 143397"/>
                  <a:gd name="connsiteY18" fmla="*/ 32497 h 138228"/>
                  <a:gd name="connsiteX19" fmla="*/ 68374 w 143397"/>
                  <a:gd name="connsiteY19" fmla="*/ 70112 h 138228"/>
                  <a:gd name="connsiteX20" fmla="*/ 43567 w 143397"/>
                  <a:gd name="connsiteY20" fmla="*/ 105893 h 138228"/>
                  <a:gd name="connsiteX21" fmla="*/ 28138 w 143397"/>
                  <a:gd name="connsiteY21" fmla="*/ 120572 h 138228"/>
                  <a:gd name="connsiteX22" fmla="*/ 20272 w 143397"/>
                  <a:gd name="connsiteY22" fmla="*/ 117819 h 138228"/>
                  <a:gd name="connsiteX23" fmla="*/ 10592 w 143397"/>
                  <a:gd name="connsiteY23" fmla="*/ 114761 h 138228"/>
                  <a:gd name="connsiteX24" fmla="*/ 306 w 143397"/>
                  <a:gd name="connsiteY24" fmla="*/ 125465 h 138228"/>
                  <a:gd name="connsiteX25" fmla="*/ 15432 w 143397"/>
                  <a:gd name="connsiteY25" fmla="*/ 138309 h 138228"/>
                  <a:gd name="connsiteX26" fmla="*/ 43567 w 143397"/>
                  <a:gd name="connsiteY26" fmla="*/ 116902 h 138228"/>
                  <a:gd name="connsiteX27" fmla="*/ 70794 w 143397"/>
                  <a:gd name="connsiteY27" fmla="*/ 81122 h 138228"/>
                  <a:gd name="connsiteX28" fmla="*/ 79870 w 143397"/>
                  <a:gd name="connsiteY28" fmla="*/ 117819 h 138228"/>
                  <a:gd name="connsiteX29" fmla="*/ 97417 w 143397"/>
                  <a:gd name="connsiteY29" fmla="*/ 138309 h 138228"/>
                  <a:gd name="connsiteX30" fmla="*/ 134325 w 143397"/>
                  <a:gd name="connsiteY30" fmla="*/ 103446 h 138228"/>
                  <a:gd name="connsiteX31" fmla="*/ 130090 w 143397"/>
                  <a:gd name="connsiteY31" fmla="*/ 101000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30090" y="101000"/>
                    </a:moveTo>
                    <a:cubicBezTo>
                      <a:pt x="127669" y="103752"/>
                      <a:pt x="126157" y="105587"/>
                      <a:pt x="123434" y="109257"/>
                    </a:cubicBezTo>
                    <a:cubicBezTo>
                      <a:pt x="116476" y="118431"/>
                      <a:pt x="112846" y="121489"/>
                      <a:pt x="109518" y="121489"/>
                    </a:cubicBezTo>
                    <a:cubicBezTo>
                      <a:pt x="104980" y="121489"/>
                      <a:pt x="102257" y="117514"/>
                      <a:pt x="100140" y="108951"/>
                    </a:cubicBezTo>
                    <a:cubicBezTo>
                      <a:pt x="99534" y="106504"/>
                      <a:pt x="99232" y="104669"/>
                      <a:pt x="98929" y="103752"/>
                    </a:cubicBezTo>
                    <a:cubicBezTo>
                      <a:pt x="91366" y="72865"/>
                      <a:pt x="88038" y="58797"/>
                      <a:pt x="88038" y="54210"/>
                    </a:cubicBezTo>
                    <a:cubicBezTo>
                      <a:pt x="101350" y="30662"/>
                      <a:pt x="112241" y="17206"/>
                      <a:pt x="117686" y="17206"/>
                    </a:cubicBezTo>
                    <a:cubicBezTo>
                      <a:pt x="119501" y="17206"/>
                      <a:pt x="121921" y="18124"/>
                      <a:pt x="124947" y="19653"/>
                    </a:cubicBezTo>
                    <a:cubicBezTo>
                      <a:pt x="128577" y="21794"/>
                      <a:pt x="130695" y="22405"/>
                      <a:pt x="133115" y="22405"/>
                    </a:cubicBezTo>
                    <a:cubicBezTo>
                      <a:pt x="139468" y="22405"/>
                      <a:pt x="143703" y="17818"/>
                      <a:pt x="143703" y="11396"/>
                    </a:cubicBezTo>
                    <a:cubicBezTo>
                      <a:pt x="143703" y="4974"/>
                      <a:pt x="138560" y="81"/>
                      <a:pt x="131300" y="81"/>
                    </a:cubicBezTo>
                    <a:cubicBezTo>
                      <a:pt x="117989" y="81"/>
                      <a:pt x="106493" y="11090"/>
                      <a:pt x="85618" y="43812"/>
                    </a:cubicBezTo>
                    <a:lnTo>
                      <a:pt x="82290" y="26992"/>
                    </a:lnTo>
                    <a:cubicBezTo>
                      <a:pt x="78055" y="6197"/>
                      <a:pt x="74727" y="81"/>
                      <a:pt x="66559" y="81"/>
                    </a:cubicBezTo>
                    <a:cubicBezTo>
                      <a:pt x="59903" y="81"/>
                      <a:pt x="49618" y="2833"/>
                      <a:pt x="31163" y="8949"/>
                    </a:cubicBezTo>
                    <a:lnTo>
                      <a:pt x="27836" y="10173"/>
                    </a:lnTo>
                    <a:lnTo>
                      <a:pt x="29046" y="14760"/>
                    </a:lnTo>
                    <a:cubicBezTo>
                      <a:pt x="40542" y="12007"/>
                      <a:pt x="43265" y="11396"/>
                      <a:pt x="45987" y="11396"/>
                    </a:cubicBezTo>
                    <a:cubicBezTo>
                      <a:pt x="53550" y="11396"/>
                      <a:pt x="55366" y="14148"/>
                      <a:pt x="59601" y="32497"/>
                    </a:cubicBezTo>
                    <a:lnTo>
                      <a:pt x="68374" y="70112"/>
                    </a:lnTo>
                    <a:lnTo>
                      <a:pt x="43567" y="105893"/>
                    </a:lnTo>
                    <a:cubicBezTo>
                      <a:pt x="37516" y="115067"/>
                      <a:pt x="31466" y="120572"/>
                      <a:pt x="28138" y="120572"/>
                    </a:cubicBezTo>
                    <a:cubicBezTo>
                      <a:pt x="26323" y="120572"/>
                      <a:pt x="23298" y="119654"/>
                      <a:pt x="20272" y="117819"/>
                    </a:cubicBezTo>
                    <a:cubicBezTo>
                      <a:pt x="16340" y="115679"/>
                      <a:pt x="13012" y="114761"/>
                      <a:pt x="10592" y="114761"/>
                    </a:cubicBezTo>
                    <a:cubicBezTo>
                      <a:pt x="4844" y="114761"/>
                      <a:pt x="306" y="119349"/>
                      <a:pt x="306" y="125465"/>
                    </a:cubicBezTo>
                    <a:cubicBezTo>
                      <a:pt x="306" y="133416"/>
                      <a:pt x="6356" y="138309"/>
                      <a:pt x="15432" y="138309"/>
                    </a:cubicBezTo>
                    <a:cubicBezTo>
                      <a:pt x="24810" y="138309"/>
                      <a:pt x="28441" y="135557"/>
                      <a:pt x="43567" y="116902"/>
                    </a:cubicBezTo>
                    <a:cubicBezTo>
                      <a:pt x="51735" y="107116"/>
                      <a:pt x="58088" y="98859"/>
                      <a:pt x="70794" y="81122"/>
                    </a:cubicBezTo>
                    <a:lnTo>
                      <a:pt x="79870" y="117819"/>
                    </a:lnTo>
                    <a:cubicBezTo>
                      <a:pt x="83803" y="133416"/>
                      <a:pt x="87736" y="138309"/>
                      <a:pt x="97417" y="138309"/>
                    </a:cubicBezTo>
                    <a:cubicBezTo>
                      <a:pt x="108913" y="138309"/>
                      <a:pt x="116778" y="130970"/>
                      <a:pt x="134325" y="103446"/>
                    </a:cubicBezTo>
                    <a:lnTo>
                      <a:pt x="130090" y="10100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9B94BDE4-52CC-E746-CEC4-E131DD733432}"/>
                  </a:ext>
                </a:extLst>
              </p:cNvPr>
              <p:cNvSpPr/>
              <p:nvPr>
                <p:custDataLst>
                  <p:tags r:id="rId189"/>
                </p:custDataLst>
              </p:nvPr>
            </p:nvSpPr>
            <p:spPr>
              <a:xfrm>
                <a:off x="11985830" y="4935128"/>
                <a:ext cx="87085" cy="156149"/>
              </a:xfrm>
              <a:custGeom>
                <a:avLst/>
                <a:gdLst>
                  <a:gd name="connsiteX0" fmla="*/ 24935 w 87085"/>
                  <a:gd name="connsiteY0" fmla="*/ 78384 h 156149"/>
                  <a:gd name="connsiteX1" fmla="*/ 48665 w 87085"/>
                  <a:gd name="connsiteY1" fmla="*/ 80873 h 156149"/>
                  <a:gd name="connsiteX2" fmla="*/ 71276 w 87085"/>
                  <a:gd name="connsiteY2" fmla="*/ 114366 h 156149"/>
                  <a:gd name="connsiteX3" fmla="*/ 41949 w 87085"/>
                  <a:gd name="connsiteY3" fmla="*/ 148085 h 156149"/>
                  <a:gd name="connsiteX4" fmla="*/ 23144 w 87085"/>
                  <a:gd name="connsiteY4" fmla="*/ 141069 h 156149"/>
                  <a:gd name="connsiteX5" fmla="*/ 8817 w 87085"/>
                  <a:gd name="connsiteY5" fmla="*/ 135412 h 156149"/>
                  <a:gd name="connsiteX6" fmla="*/ 310 w 87085"/>
                  <a:gd name="connsiteY6" fmla="*/ 143333 h 156149"/>
                  <a:gd name="connsiteX7" fmla="*/ 25607 w 87085"/>
                  <a:gd name="connsiteY7" fmla="*/ 156232 h 156149"/>
                  <a:gd name="connsiteX8" fmla="*/ 71052 w 87085"/>
                  <a:gd name="connsiteY8" fmla="*/ 141069 h 156149"/>
                  <a:gd name="connsiteX9" fmla="*/ 87395 w 87085"/>
                  <a:gd name="connsiteY9" fmla="*/ 103503 h 156149"/>
                  <a:gd name="connsiteX10" fmla="*/ 77321 w 87085"/>
                  <a:gd name="connsiteY10" fmla="*/ 74310 h 156149"/>
                  <a:gd name="connsiteX11" fmla="*/ 58740 w 87085"/>
                  <a:gd name="connsiteY11" fmla="*/ 62316 h 156149"/>
                  <a:gd name="connsiteX12" fmla="*/ 79783 w 87085"/>
                  <a:gd name="connsiteY12" fmla="*/ 31086 h 156149"/>
                  <a:gd name="connsiteX13" fmla="*/ 44860 w 87085"/>
                  <a:gd name="connsiteY13" fmla="*/ 83 h 156149"/>
                  <a:gd name="connsiteX14" fmla="*/ 15757 w 87085"/>
                  <a:gd name="connsiteY14" fmla="*/ 11172 h 156149"/>
                  <a:gd name="connsiteX15" fmla="*/ 757 w 87085"/>
                  <a:gd name="connsiteY15" fmla="*/ 36744 h 156149"/>
                  <a:gd name="connsiteX16" fmla="*/ 4115 w 87085"/>
                  <a:gd name="connsiteY16" fmla="*/ 37649 h 156149"/>
                  <a:gd name="connsiteX17" fmla="*/ 37472 w 87085"/>
                  <a:gd name="connsiteY17" fmla="*/ 13661 h 156149"/>
                  <a:gd name="connsiteX18" fmla="*/ 62098 w 87085"/>
                  <a:gd name="connsiteY18" fmla="*/ 37875 h 156149"/>
                  <a:gd name="connsiteX19" fmla="*/ 53143 w 87085"/>
                  <a:gd name="connsiteY19" fmla="*/ 59827 h 156149"/>
                  <a:gd name="connsiteX20" fmla="*/ 24935 w 87085"/>
                  <a:gd name="connsiteY20" fmla="*/ 75442 h 156149"/>
                  <a:gd name="connsiteX21" fmla="*/ 24935 w 87085"/>
                  <a:gd name="connsiteY21" fmla="*/ 78384 h 15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7085" h="156149">
                    <a:moveTo>
                      <a:pt x="24935" y="78384"/>
                    </a:moveTo>
                    <a:cubicBezTo>
                      <a:pt x="38144" y="78384"/>
                      <a:pt x="43293" y="78836"/>
                      <a:pt x="48665" y="80873"/>
                    </a:cubicBezTo>
                    <a:cubicBezTo>
                      <a:pt x="62545" y="85852"/>
                      <a:pt x="71276" y="98751"/>
                      <a:pt x="71276" y="114366"/>
                    </a:cubicBezTo>
                    <a:cubicBezTo>
                      <a:pt x="71276" y="133375"/>
                      <a:pt x="58516" y="148085"/>
                      <a:pt x="41949" y="148085"/>
                    </a:cubicBezTo>
                    <a:cubicBezTo>
                      <a:pt x="35905" y="148085"/>
                      <a:pt x="31427" y="146501"/>
                      <a:pt x="23144" y="141069"/>
                    </a:cubicBezTo>
                    <a:cubicBezTo>
                      <a:pt x="16428" y="136996"/>
                      <a:pt x="12622" y="135412"/>
                      <a:pt x="8817" y="135412"/>
                    </a:cubicBezTo>
                    <a:cubicBezTo>
                      <a:pt x="3668" y="135412"/>
                      <a:pt x="310" y="138580"/>
                      <a:pt x="310" y="143333"/>
                    </a:cubicBezTo>
                    <a:cubicBezTo>
                      <a:pt x="310" y="151253"/>
                      <a:pt x="9936" y="156232"/>
                      <a:pt x="25607" y="156232"/>
                    </a:cubicBezTo>
                    <a:cubicBezTo>
                      <a:pt x="42845" y="156232"/>
                      <a:pt x="60531" y="150348"/>
                      <a:pt x="71052" y="141069"/>
                    </a:cubicBezTo>
                    <a:cubicBezTo>
                      <a:pt x="81574" y="131791"/>
                      <a:pt x="87395" y="118665"/>
                      <a:pt x="87395" y="103503"/>
                    </a:cubicBezTo>
                    <a:cubicBezTo>
                      <a:pt x="87395" y="91962"/>
                      <a:pt x="83813" y="81325"/>
                      <a:pt x="77321" y="74310"/>
                    </a:cubicBezTo>
                    <a:cubicBezTo>
                      <a:pt x="72843" y="69331"/>
                      <a:pt x="68590" y="66616"/>
                      <a:pt x="58740" y="62316"/>
                    </a:cubicBezTo>
                    <a:cubicBezTo>
                      <a:pt x="74187" y="51680"/>
                      <a:pt x="79783" y="43307"/>
                      <a:pt x="79783" y="31086"/>
                    </a:cubicBezTo>
                    <a:cubicBezTo>
                      <a:pt x="79783" y="12756"/>
                      <a:pt x="65456" y="83"/>
                      <a:pt x="44860" y="83"/>
                    </a:cubicBezTo>
                    <a:cubicBezTo>
                      <a:pt x="33666" y="83"/>
                      <a:pt x="23816" y="3930"/>
                      <a:pt x="15757" y="11172"/>
                    </a:cubicBezTo>
                    <a:cubicBezTo>
                      <a:pt x="9040" y="17282"/>
                      <a:pt x="5682" y="23166"/>
                      <a:pt x="757" y="36744"/>
                    </a:cubicBezTo>
                    <a:lnTo>
                      <a:pt x="4115" y="37649"/>
                    </a:lnTo>
                    <a:cubicBezTo>
                      <a:pt x="13294" y="21129"/>
                      <a:pt x="23368" y="13661"/>
                      <a:pt x="37472" y="13661"/>
                    </a:cubicBezTo>
                    <a:cubicBezTo>
                      <a:pt x="52023" y="13661"/>
                      <a:pt x="62098" y="23618"/>
                      <a:pt x="62098" y="37875"/>
                    </a:cubicBezTo>
                    <a:cubicBezTo>
                      <a:pt x="62098" y="46022"/>
                      <a:pt x="58740" y="54169"/>
                      <a:pt x="53143" y="59827"/>
                    </a:cubicBezTo>
                    <a:cubicBezTo>
                      <a:pt x="46427" y="66616"/>
                      <a:pt x="40158" y="70010"/>
                      <a:pt x="24935" y="75442"/>
                    </a:cubicBezTo>
                    <a:lnTo>
                      <a:pt x="24935" y="78384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24EE1F1A-1E2C-AFC9-DC6E-BA6584934B67}"/>
                  </a:ext>
                </a:extLst>
              </p:cNvPr>
              <p:cNvSpPr/>
              <p:nvPr>
                <p:custDataLst>
                  <p:tags r:id="rId190"/>
                </p:custDataLst>
              </p:nvPr>
            </p:nvSpPr>
            <p:spPr>
              <a:xfrm>
                <a:off x="12120985" y="4812378"/>
                <a:ext cx="70186" cy="305815"/>
              </a:xfrm>
              <a:custGeom>
                <a:avLst/>
                <a:gdLst>
                  <a:gd name="connsiteX0" fmla="*/ 70500 w 70186"/>
                  <a:gd name="connsiteY0" fmla="*/ 152988 h 305815"/>
                  <a:gd name="connsiteX1" fmla="*/ 50534 w 70186"/>
                  <a:gd name="connsiteY1" fmla="*/ 57574 h 305815"/>
                  <a:gd name="connsiteX2" fmla="*/ 3339 w 70186"/>
                  <a:gd name="connsiteY2" fmla="*/ 81 h 305815"/>
                  <a:gd name="connsiteX3" fmla="*/ 314 w 70186"/>
                  <a:gd name="connsiteY3" fmla="*/ 3139 h 305815"/>
                  <a:gd name="connsiteX4" fmla="*/ 6062 w 70186"/>
                  <a:gd name="connsiteY4" fmla="*/ 10172 h 305815"/>
                  <a:gd name="connsiteX5" fmla="*/ 52954 w 70186"/>
                  <a:gd name="connsiteY5" fmla="*/ 152988 h 305815"/>
                  <a:gd name="connsiteX6" fmla="*/ 4247 w 70186"/>
                  <a:gd name="connsiteY6" fmla="*/ 297639 h 305815"/>
                  <a:gd name="connsiteX7" fmla="*/ 314 w 70186"/>
                  <a:gd name="connsiteY7" fmla="*/ 302837 h 305815"/>
                  <a:gd name="connsiteX8" fmla="*/ 3339 w 70186"/>
                  <a:gd name="connsiteY8" fmla="*/ 305896 h 305815"/>
                  <a:gd name="connsiteX9" fmla="*/ 51441 w 70186"/>
                  <a:gd name="connsiteY9" fmla="*/ 246262 h 305815"/>
                  <a:gd name="connsiteX10" fmla="*/ 70500 w 70186"/>
                  <a:gd name="connsiteY10" fmla="*/ 152988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500" y="152988"/>
                    </a:moveTo>
                    <a:cubicBezTo>
                      <a:pt x="70500" y="129134"/>
                      <a:pt x="67173" y="92131"/>
                      <a:pt x="50534" y="57574"/>
                    </a:cubicBezTo>
                    <a:cubicBezTo>
                      <a:pt x="32382" y="19959"/>
                      <a:pt x="6365" y="81"/>
                      <a:pt x="3339" y="81"/>
                    </a:cubicBezTo>
                    <a:cubicBezTo>
                      <a:pt x="1524" y="81"/>
                      <a:pt x="314" y="1304"/>
                      <a:pt x="314" y="3139"/>
                    </a:cubicBezTo>
                    <a:cubicBezTo>
                      <a:pt x="314" y="4056"/>
                      <a:pt x="314" y="4668"/>
                      <a:pt x="6062" y="10172"/>
                    </a:cubicBezTo>
                    <a:cubicBezTo>
                      <a:pt x="35710" y="40448"/>
                      <a:pt x="52954" y="89073"/>
                      <a:pt x="52954" y="152988"/>
                    </a:cubicBezTo>
                    <a:cubicBezTo>
                      <a:pt x="52954" y="205282"/>
                      <a:pt x="41760" y="259106"/>
                      <a:pt x="4247" y="297639"/>
                    </a:cubicBezTo>
                    <a:cubicBezTo>
                      <a:pt x="314" y="301308"/>
                      <a:pt x="314" y="301920"/>
                      <a:pt x="314" y="302837"/>
                    </a:cubicBezTo>
                    <a:cubicBezTo>
                      <a:pt x="314" y="304672"/>
                      <a:pt x="1524" y="305896"/>
                      <a:pt x="3339" y="305896"/>
                    </a:cubicBezTo>
                    <a:cubicBezTo>
                      <a:pt x="6365" y="305896"/>
                      <a:pt x="33592" y="285100"/>
                      <a:pt x="51441" y="246262"/>
                    </a:cubicBezTo>
                    <a:cubicBezTo>
                      <a:pt x="66870" y="212622"/>
                      <a:pt x="70500" y="178676"/>
                      <a:pt x="70500" y="152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78B85F5D-B897-26EA-A322-D3BC3496976A}"/>
                  </a:ext>
                </a:extLst>
              </p:cNvPr>
              <p:cNvSpPr/>
              <p:nvPr>
                <p:custDataLst>
                  <p:tags r:id="rId191"/>
                </p:custDataLst>
              </p:nvPr>
            </p:nvSpPr>
            <p:spPr>
              <a:xfrm>
                <a:off x="12280674" y="4863449"/>
                <a:ext cx="201180" cy="203672"/>
              </a:xfrm>
              <a:custGeom>
                <a:avLst/>
                <a:gdLst>
                  <a:gd name="connsiteX0" fmla="*/ 107112 w 201180"/>
                  <a:gd name="connsiteY0" fmla="*/ 108033 h 203672"/>
                  <a:gd name="connsiteX1" fmla="*/ 191517 w 201180"/>
                  <a:gd name="connsiteY1" fmla="*/ 108033 h 203672"/>
                  <a:gd name="connsiteX2" fmla="*/ 201500 w 201180"/>
                  <a:gd name="connsiteY2" fmla="*/ 101917 h 203672"/>
                  <a:gd name="connsiteX3" fmla="*/ 191517 w 201180"/>
                  <a:gd name="connsiteY3" fmla="*/ 95801 h 203672"/>
                  <a:gd name="connsiteX4" fmla="*/ 107112 w 201180"/>
                  <a:gd name="connsiteY4" fmla="*/ 95801 h 203672"/>
                  <a:gd name="connsiteX5" fmla="*/ 107112 w 201180"/>
                  <a:gd name="connsiteY5" fmla="*/ 10172 h 203672"/>
                  <a:gd name="connsiteX6" fmla="*/ 101061 w 201180"/>
                  <a:gd name="connsiteY6" fmla="*/ 81 h 203672"/>
                  <a:gd name="connsiteX7" fmla="*/ 95011 w 201180"/>
                  <a:gd name="connsiteY7" fmla="*/ 10172 h 203672"/>
                  <a:gd name="connsiteX8" fmla="*/ 95011 w 201180"/>
                  <a:gd name="connsiteY8" fmla="*/ 95801 h 203672"/>
                  <a:gd name="connsiteX9" fmla="*/ 10303 w 201180"/>
                  <a:gd name="connsiteY9" fmla="*/ 95801 h 203672"/>
                  <a:gd name="connsiteX10" fmla="*/ 320 w 201180"/>
                  <a:gd name="connsiteY10" fmla="*/ 101917 h 203672"/>
                  <a:gd name="connsiteX11" fmla="*/ 10303 w 201180"/>
                  <a:gd name="connsiteY11" fmla="*/ 108033 h 203672"/>
                  <a:gd name="connsiteX12" fmla="*/ 95011 w 201180"/>
                  <a:gd name="connsiteY12" fmla="*/ 108033 h 203672"/>
                  <a:gd name="connsiteX13" fmla="*/ 95011 w 201180"/>
                  <a:gd name="connsiteY13" fmla="*/ 193661 h 203672"/>
                  <a:gd name="connsiteX14" fmla="*/ 101061 w 201180"/>
                  <a:gd name="connsiteY14" fmla="*/ 203753 h 203672"/>
                  <a:gd name="connsiteX15" fmla="*/ 107112 w 201180"/>
                  <a:gd name="connsiteY15" fmla="*/ 193661 h 203672"/>
                  <a:gd name="connsiteX16" fmla="*/ 107112 w 201180"/>
                  <a:gd name="connsiteY16" fmla="*/ 108033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7112" y="108033"/>
                    </a:moveTo>
                    <a:lnTo>
                      <a:pt x="191517" y="108033"/>
                    </a:lnTo>
                    <a:cubicBezTo>
                      <a:pt x="195752" y="108033"/>
                      <a:pt x="201500" y="108033"/>
                      <a:pt x="201500" y="101917"/>
                    </a:cubicBezTo>
                    <a:cubicBezTo>
                      <a:pt x="201500" y="95801"/>
                      <a:pt x="195752" y="95801"/>
                      <a:pt x="191517" y="95801"/>
                    </a:cubicBezTo>
                    <a:lnTo>
                      <a:pt x="107112" y="95801"/>
                    </a:lnTo>
                    <a:lnTo>
                      <a:pt x="107112" y="10172"/>
                    </a:lnTo>
                    <a:cubicBezTo>
                      <a:pt x="107112" y="5891"/>
                      <a:pt x="107112" y="81"/>
                      <a:pt x="101061" y="81"/>
                    </a:cubicBezTo>
                    <a:cubicBezTo>
                      <a:pt x="95011" y="81"/>
                      <a:pt x="95011" y="5891"/>
                      <a:pt x="95011" y="10172"/>
                    </a:cubicBezTo>
                    <a:lnTo>
                      <a:pt x="95011" y="95801"/>
                    </a:lnTo>
                    <a:lnTo>
                      <a:pt x="10303" y="95801"/>
                    </a:lnTo>
                    <a:cubicBezTo>
                      <a:pt x="6068" y="95801"/>
                      <a:pt x="320" y="95801"/>
                      <a:pt x="320" y="101917"/>
                    </a:cubicBezTo>
                    <a:cubicBezTo>
                      <a:pt x="320" y="108033"/>
                      <a:pt x="6068" y="108033"/>
                      <a:pt x="10303" y="108033"/>
                    </a:cubicBezTo>
                    <a:lnTo>
                      <a:pt x="95011" y="108033"/>
                    </a:lnTo>
                    <a:lnTo>
                      <a:pt x="95011" y="193661"/>
                    </a:lnTo>
                    <a:cubicBezTo>
                      <a:pt x="95011" y="197943"/>
                      <a:pt x="95011" y="203753"/>
                      <a:pt x="101061" y="203753"/>
                    </a:cubicBezTo>
                    <a:cubicBezTo>
                      <a:pt x="107112" y="203753"/>
                      <a:pt x="107112" y="197943"/>
                      <a:pt x="107112" y="193661"/>
                    </a:cubicBezTo>
                    <a:lnTo>
                      <a:pt x="107112" y="108033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08580DDC-469B-F6DE-4A8E-B1CBEF20A9FC}"/>
                  </a:ext>
                </a:extLst>
              </p:cNvPr>
              <p:cNvSpPr/>
              <p:nvPr>
                <p:custDataLst>
                  <p:tags r:id="rId192"/>
                </p:custDataLst>
              </p:nvPr>
            </p:nvSpPr>
            <p:spPr>
              <a:xfrm>
                <a:off x="12542926" y="4834397"/>
                <a:ext cx="172742" cy="270646"/>
              </a:xfrm>
              <a:custGeom>
                <a:avLst/>
                <a:gdLst>
                  <a:gd name="connsiteX0" fmla="*/ 55390 w 172742"/>
                  <a:gd name="connsiteY0" fmla="*/ 86320 h 270646"/>
                  <a:gd name="connsiteX1" fmla="*/ 82617 w 172742"/>
                  <a:gd name="connsiteY1" fmla="*/ 86320 h 270646"/>
                  <a:gd name="connsiteX2" fmla="*/ 55995 w 172742"/>
                  <a:gd name="connsiteY2" fmla="*/ 214763 h 270646"/>
                  <a:gd name="connsiteX3" fmla="*/ 26650 w 172742"/>
                  <a:gd name="connsiteY3" fmla="*/ 264305 h 270646"/>
                  <a:gd name="connsiteX4" fmla="*/ 20599 w 172742"/>
                  <a:gd name="connsiteY4" fmla="*/ 259412 h 270646"/>
                  <a:gd name="connsiteX5" fmla="*/ 21809 w 172742"/>
                  <a:gd name="connsiteY5" fmla="*/ 256048 h 270646"/>
                  <a:gd name="connsiteX6" fmla="*/ 23322 w 172742"/>
                  <a:gd name="connsiteY6" fmla="*/ 251155 h 270646"/>
                  <a:gd name="connsiteX7" fmla="*/ 11523 w 172742"/>
                  <a:gd name="connsiteY7" fmla="*/ 239534 h 270646"/>
                  <a:gd name="connsiteX8" fmla="*/ 330 w 172742"/>
                  <a:gd name="connsiteY8" fmla="*/ 252072 h 270646"/>
                  <a:gd name="connsiteX9" fmla="*/ 24230 w 172742"/>
                  <a:gd name="connsiteY9" fmla="*/ 270727 h 270646"/>
                  <a:gd name="connsiteX10" fmla="*/ 84735 w 172742"/>
                  <a:gd name="connsiteY10" fmla="*/ 184181 h 270646"/>
                  <a:gd name="connsiteX11" fmla="*/ 106517 w 172742"/>
                  <a:gd name="connsiteY11" fmla="*/ 86320 h 270646"/>
                  <a:gd name="connsiteX12" fmla="*/ 139492 w 172742"/>
                  <a:gd name="connsiteY12" fmla="*/ 86320 h 270646"/>
                  <a:gd name="connsiteX13" fmla="*/ 141307 w 172742"/>
                  <a:gd name="connsiteY13" fmla="*/ 76534 h 270646"/>
                  <a:gd name="connsiteX14" fmla="*/ 108635 w 172742"/>
                  <a:gd name="connsiteY14" fmla="*/ 76534 h 270646"/>
                  <a:gd name="connsiteX15" fmla="*/ 145543 w 172742"/>
                  <a:gd name="connsiteY15" fmla="*/ 6809 h 270646"/>
                  <a:gd name="connsiteX16" fmla="*/ 152198 w 172742"/>
                  <a:gd name="connsiteY16" fmla="*/ 10478 h 270646"/>
                  <a:gd name="connsiteX17" fmla="*/ 150988 w 172742"/>
                  <a:gd name="connsiteY17" fmla="*/ 13536 h 270646"/>
                  <a:gd name="connsiteX18" fmla="*/ 149173 w 172742"/>
                  <a:gd name="connsiteY18" fmla="*/ 19959 h 270646"/>
                  <a:gd name="connsiteX19" fmla="*/ 160367 w 172742"/>
                  <a:gd name="connsiteY19" fmla="*/ 32191 h 270646"/>
                  <a:gd name="connsiteX20" fmla="*/ 173073 w 172742"/>
                  <a:gd name="connsiteY20" fmla="*/ 19959 h 270646"/>
                  <a:gd name="connsiteX21" fmla="*/ 147055 w 172742"/>
                  <a:gd name="connsiteY21" fmla="*/ 81 h 270646"/>
                  <a:gd name="connsiteX22" fmla="*/ 109542 w 172742"/>
                  <a:gd name="connsiteY22" fmla="*/ 21182 h 270646"/>
                  <a:gd name="connsiteX23" fmla="*/ 85340 w 172742"/>
                  <a:gd name="connsiteY23" fmla="*/ 76534 h 270646"/>
                  <a:gd name="connsiteX24" fmla="*/ 57508 w 172742"/>
                  <a:gd name="connsiteY24" fmla="*/ 76534 h 270646"/>
                  <a:gd name="connsiteX25" fmla="*/ 55390 w 172742"/>
                  <a:gd name="connsiteY25" fmla="*/ 86320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390" y="86320"/>
                    </a:moveTo>
                    <a:lnTo>
                      <a:pt x="82617" y="86320"/>
                    </a:lnTo>
                    <a:lnTo>
                      <a:pt x="55995" y="214763"/>
                    </a:lnTo>
                    <a:cubicBezTo>
                      <a:pt x="49339" y="247485"/>
                      <a:pt x="39356" y="264305"/>
                      <a:pt x="26650" y="264305"/>
                    </a:cubicBezTo>
                    <a:cubicBezTo>
                      <a:pt x="23019" y="264305"/>
                      <a:pt x="20599" y="262164"/>
                      <a:pt x="20599" y="259412"/>
                    </a:cubicBezTo>
                    <a:cubicBezTo>
                      <a:pt x="20599" y="258494"/>
                      <a:pt x="20902" y="257577"/>
                      <a:pt x="21809" y="256048"/>
                    </a:cubicBezTo>
                    <a:cubicBezTo>
                      <a:pt x="23019" y="254213"/>
                      <a:pt x="23322" y="252990"/>
                      <a:pt x="23322" y="251155"/>
                    </a:cubicBezTo>
                    <a:cubicBezTo>
                      <a:pt x="23322" y="244733"/>
                      <a:pt x="17877" y="239534"/>
                      <a:pt x="11523" y="239534"/>
                    </a:cubicBezTo>
                    <a:cubicBezTo>
                      <a:pt x="5170" y="239534"/>
                      <a:pt x="330" y="245038"/>
                      <a:pt x="330" y="252072"/>
                    </a:cubicBezTo>
                    <a:cubicBezTo>
                      <a:pt x="330" y="262470"/>
                      <a:pt x="10918" y="270727"/>
                      <a:pt x="24230" y="270727"/>
                    </a:cubicBezTo>
                    <a:cubicBezTo>
                      <a:pt x="51154" y="270727"/>
                      <a:pt x="72331" y="240451"/>
                      <a:pt x="84735" y="184181"/>
                    </a:cubicBezTo>
                    <a:lnTo>
                      <a:pt x="106517" y="86320"/>
                    </a:lnTo>
                    <a:lnTo>
                      <a:pt x="139492" y="86320"/>
                    </a:lnTo>
                    <a:lnTo>
                      <a:pt x="141307" y="76534"/>
                    </a:lnTo>
                    <a:lnTo>
                      <a:pt x="108635" y="76534"/>
                    </a:lnTo>
                    <a:cubicBezTo>
                      <a:pt x="117408" y="28521"/>
                      <a:pt x="128601" y="6809"/>
                      <a:pt x="145543" y="6809"/>
                    </a:cubicBezTo>
                    <a:cubicBezTo>
                      <a:pt x="149476" y="6809"/>
                      <a:pt x="152198" y="8338"/>
                      <a:pt x="152198" y="10478"/>
                    </a:cubicBezTo>
                    <a:cubicBezTo>
                      <a:pt x="152198" y="11396"/>
                      <a:pt x="151896" y="12007"/>
                      <a:pt x="150988" y="13536"/>
                    </a:cubicBezTo>
                    <a:cubicBezTo>
                      <a:pt x="149778" y="16289"/>
                      <a:pt x="149173" y="17818"/>
                      <a:pt x="149173" y="19959"/>
                    </a:cubicBezTo>
                    <a:cubicBezTo>
                      <a:pt x="149173" y="27298"/>
                      <a:pt x="153711" y="32191"/>
                      <a:pt x="160367" y="32191"/>
                    </a:cubicBezTo>
                    <a:cubicBezTo>
                      <a:pt x="167325" y="32191"/>
                      <a:pt x="173073" y="26686"/>
                      <a:pt x="173073" y="19959"/>
                    </a:cubicBezTo>
                    <a:cubicBezTo>
                      <a:pt x="173073" y="8643"/>
                      <a:pt x="161879" y="81"/>
                      <a:pt x="147055" y="81"/>
                    </a:cubicBezTo>
                    <a:cubicBezTo>
                      <a:pt x="132232" y="81"/>
                      <a:pt x="120433" y="6809"/>
                      <a:pt x="109542" y="21182"/>
                    </a:cubicBezTo>
                    <a:cubicBezTo>
                      <a:pt x="100466" y="33109"/>
                      <a:pt x="94416" y="47176"/>
                      <a:pt x="85340" y="76534"/>
                    </a:cubicBezTo>
                    <a:lnTo>
                      <a:pt x="57508" y="76534"/>
                    </a:lnTo>
                    <a:lnTo>
                      <a:pt x="55390" y="8632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88B02078-05F1-70F8-B17E-C9773EC1FCD6}"/>
                  </a:ext>
                </a:extLst>
              </p:cNvPr>
              <p:cNvSpPr/>
              <p:nvPr>
                <p:custDataLst>
                  <p:tags r:id="rId193"/>
                </p:custDataLst>
              </p:nvPr>
            </p:nvSpPr>
            <p:spPr>
              <a:xfrm>
                <a:off x="12746095" y="4812378"/>
                <a:ext cx="70186" cy="305815"/>
              </a:xfrm>
              <a:custGeom>
                <a:avLst/>
                <a:gdLst>
                  <a:gd name="connsiteX0" fmla="*/ 70521 w 70186"/>
                  <a:gd name="connsiteY0" fmla="*/ 302837 h 305815"/>
                  <a:gd name="connsiteX1" fmla="*/ 65378 w 70186"/>
                  <a:gd name="connsiteY1" fmla="*/ 296109 h 305815"/>
                  <a:gd name="connsiteX2" fmla="*/ 17881 w 70186"/>
                  <a:gd name="connsiteY2" fmla="*/ 152988 h 305815"/>
                  <a:gd name="connsiteX3" fmla="*/ 66588 w 70186"/>
                  <a:gd name="connsiteY3" fmla="*/ 8338 h 305815"/>
                  <a:gd name="connsiteX4" fmla="*/ 70521 w 70186"/>
                  <a:gd name="connsiteY4" fmla="*/ 3139 h 305815"/>
                  <a:gd name="connsiteX5" fmla="*/ 67495 w 70186"/>
                  <a:gd name="connsiteY5" fmla="*/ 81 h 305815"/>
                  <a:gd name="connsiteX6" fmla="*/ 19394 w 70186"/>
                  <a:gd name="connsiteY6" fmla="*/ 59714 h 305815"/>
                  <a:gd name="connsiteX7" fmla="*/ 334 w 70186"/>
                  <a:gd name="connsiteY7" fmla="*/ 152988 h 305815"/>
                  <a:gd name="connsiteX8" fmla="*/ 20301 w 70186"/>
                  <a:gd name="connsiteY8" fmla="*/ 248402 h 305815"/>
                  <a:gd name="connsiteX9" fmla="*/ 67495 w 70186"/>
                  <a:gd name="connsiteY9" fmla="*/ 305896 h 305815"/>
                  <a:gd name="connsiteX10" fmla="*/ 70521 w 70186"/>
                  <a:gd name="connsiteY10" fmla="*/ 302837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521" y="302837"/>
                    </a:moveTo>
                    <a:cubicBezTo>
                      <a:pt x="70521" y="301920"/>
                      <a:pt x="70521" y="301308"/>
                      <a:pt x="65378" y="296109"/>
                    </a:cubicBezTo>
                    <a:cubicBezTo>
                      <a:pt x="27562" y="257577"/>
                      <a:pt x="17881" y="199778"/>
                      <a:pt x="17881" y="152988"/>
                    </a:cubicBezTo>
                    <a:cubicBezTo>
                      <a:pt x="17881" y="99776"/>
                      <a:pt x="29377" y="46564"/>
                      <a:pt x="66588" y="8338"/>
                    </a:cubicBezTo>
                    <a:cubicBezTo>
                      <a:pt x="70521" y="4668"/>
                      <a:pt x="70521" y="4056"/>
                      <a:pt x="70521" y="3139"/>
                    </a:cubicBezTo>
                    <a:cubicBezTo>
                      <a:pt x="70521" y="998"/>
                      <a:pt x="69310" y="81"/>
                      <a:pt x="67495" y="81"/>
                    </a:cubicBezTo>
                    <a:cubicBezTo>
                      <a:pt x="64470" y="81"/>
                      <a:pt x="37243" y="20876"/>
                      <a:pt x="19394" y="59714"/>
                    </a:cubicBezTo>
                    <a:cubicBezTo>
                      <a:pt x="3965" y="93354"/>
                      <a:pt x="334" y="127300"/>
                      <a:pt x="334" y="152988"/>
                    </a:cubicBezTo>
                    <a:cubicBezTo>
                      <a:pt x="334" y="176842"/>
                      <a:pt x="3662" y="213845"/>
                      <a:pt x="20301" y="248402"/>
                    </a:cubicBezTo>
                    <a:cubicBezTo>
                      <a:pt x="38453" y="286018"/>
                      <a:pt x="64470" y="305896"/>
                      <a:pt x="67495" y="305896"/>
                    </a:cubicBezTo>
                    <a:cubicBezTo>
                      <a:pt x="69310" y="305896"/>
                      <a:pt x="70521" y="304978"/>
                      <a:pt x="70521" y="3028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3D7461E5-FA58-47CA-07B7-A98875F68231}"/>
                  </a:ext>
                </a:extLst>
              </p:cNvPr>
              <p:cNvSpPr/>
              <p:nvPr>
                <p:custDataLst>
                  <p:tags r:id="rId194"/>
                </p:custDataLst>
              </p:nvPr>
            </p:nvSpPr>
            <p:spPr>
              <a:xfrm>
                <a:off x="12825794" y="4906875"/>
                <a:ext cx="143397" cy="138228"/>
              </a:xfrm>
              <a:custGeom>
                <a:avLst/>
                <a:gdLst>
                  <a:gd name="connsiteX0" fmla="*/ 130122 w 143397"/>
                  <a:gd name="connsiteY0" fmla="*/ 101000 h 138228"/>
                  <a:gd name="connsiteX1" fmla="*/ 123467 w 143397"/>
                  <a:gd name="connsiteY1" fmla="*/ 109257 h 138228"/>
                  <a:gd name="connsiteX2" fmla="*/ 109550 w 143397"/>
                  <a:gd name="connsiteY2" fmla="*/ 121489 h 138228"/>
                  <a:gd name="connsiteX3" fmla="*/ 100172 w 143397"/>
                  <a:gd name="connsiteY3" fmla="*/ 108951 h 138228"/>
                  <a:gd name="connsiteX4" fmla="*/ 98962 w 143397"/>
                  <a:gd name="connsiteY4" fmla="*/ 103752 h 138228"/>
                  <a:gd name="connsiteX5" fmla="*/ 88071 w 143397"/>
                  <a:gd name="connsiteY5" fmla="*/ 54210 h 138228"/>
                  <a:gd name="connsiteX6" fmla="*/ 117719 w 143397"/>
                  <a:gd name="connsiteY6" fmla="*/ 17206 h 138228"/>
                  <a:gd name="connsiteX7" fmla="*/ 124979 w 143397"/>
                  <a:gd name="connsiteY7" fmla="*/ 19653 h 138228"/>
                  <a:gd name="connsiteX8" fmla="*/ 133147 w 143397"/>
                  <a:gd name="connsiteY8" fmla="*/ 22405 h 138228"/>
                  <a:gd name="connsiteX9" fmla="*/ 143736 w 143397"/>
                  <a:gd name="connsiteY9" fmla="*/ 11396 h 138228"/>
                  <a:gd name="connsiteX10" fmla="*/ 131332 w 143397"/>
                  <a:gd name="connsiteY10" fmla="*/ 81 h 138228"/>
                  <a:gd name="connsiteX11" fmla="*/ 85651 w 143397"/>
                  <a:gd name="connsiteY11" fmla="*/ 43812 h 138228"/>
                  <a:gd name="connsiteX12" fmla="*/ 82323 w 143397"/>
                  <a:gd name="connsiteY12" fmla="*/ 26992 h 138228"/>
                  <a:gd name="connsiteX13" fmla="*/ 66592 w 143397"/>
                  <a:gd name="connsiteY13" fmla="*/ 81 h 138228"/>
                  <a:gd name="connsiteX14" fmla="*/ 31196 w 143397"/>
                  <a:gd name="connsiteY14" fmla="*/ 8949 h 138228"/>
                  <a:gd name="connsiteX15" fmla="*/ 27868 w 143397"/>
                  <a:gd name="connsiteY15" fmla="*/ 10173 h 138228"/>
                  <a:gd name="connsiteX16" fmla="*/ 29078 w 143397"/>
                  <a:gd name="connsiteY16" fmla="*/ 14760 h 138228"/>
                  <a:gd name="connsiteX17" fmla="*/ 46020 w 143397"/>
                  <a:gd name="connsiteY17" fmla="*/ 11396 h 138228"/>
                  <a:gd name="connsiteX18" fmla="*/ 59634 w 143397"/>
                  <a:gd name="connsiteY18" fmla="*/ 32497 h 138228"/>
                  <a:gd name="connsiteX19" fmla="*/ 68407 w 143397"/>
                  <a:gd name="connsiteY19" fmla="*/ 70112 h 138228"/>
                  <a:gd name="connsiteX20" fmla="*/ 43600 w 143397"/>
                  <a:gd name="connsiteY20" fmla="*/ 105893 h 138228"/>
                  <a:gd name="connsiteX21" fmla="*/ 28171 w 143397"/>
                  <a:gd name="connsiteY21" fmla="*/ 120572 h 138228"/>
                  <a:gd name="connsiteX22" fmla="*/ 20305 w 143397"/>
                  <a:gd name="connsiteY22" fmla="*/ 117819 h 138228"/>
                  <a:gd name="connsiteX23" fmla="*/ 10624 w 143397"/>
                  <a:gd name="connsiteY23" fmla="*/ 114761 h 138228"/>
                  <a:gd name="connsiteX24" fmla="*/ 338 w 143397"/>
                  <a:gd name="connsiteY24" fmla="*/ 125465 h 138228"/>
                  <a:gd name="connsiteX25" fmla="*/ 15465 w 143397"/>
                  <a:gd name="connsiteY25" fmla="*/ 138309 h 138228"/>
                  <a:gd name="connsiteX26" fmla="*/ 43600 w 143397"/>
                  <a:gd name="connsiteY26" fmla="*/ 116902 h 138228"/>
                  <a:gd name="connsiteX27" fmla="*/ 70827 w 143397"/>
                  <a:gd name="connsiteY27" fmla="*/ 81122 h 138228"/>
                  <a:gd name="connsiteX28" fmla="*/ 79903 w 143397"/>
                  <a:gd name="connsiteY28" fmla="*/ 117819 h 138228"/>
                  <a:gd name="connsiteX29" fmla="*/ 97449 w 143397"/>
                  <a:gd name="connsiteY29" fmla="*/ 138309 h 138228"/>
                  <a:gd name="connsiteX30" fmla="*/ 134358 w 143397"/>
                  <a:gd name="connsiteY30" fmla="*/ 103446 h 138228"/>
                  <a:gd name="connsiteX31" fmla="*/ 130122 w 143397"/>
                  <a:gd name="connsiteY31" fmla="*/ 101000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30122" y="101000"/>
                    </a:moveTo>
                    <a:cubicBezTo>
                      <a:pt x="127702" y="103752"/>
                      <a:pt x="126189" y="105587"/>
                      <a:pt x="123467" y="109257"/>
                    </a:cubicBezTo>
                    <a:cubicBezTo>
                      <a:pt x="116509" y="118431"/>
                      <a:pt x="112878" y="121489"/>
                      <a:pt x="109550" y="121489"/>
                    </a:cubicBezTo>
                    <a:cubicBezTo>
                      <a:pt x="105013" y="121489"/>
                      <a:pt x="102290" y="117514"/>
                      <a:pt x="100172" y="108951"/>
                    </a:cubicBezTo>
                    <a:cubicBezTo>
                      <a:pt x="99567" y="106504"/>
                      <a:pt x="99264" y="104669"/>
                      <a:pt x="98962" y="103752"/>
                    </a:cubicBezTo>
                    <a:cubicBezTo>
                      <a:pt x="91399" y="72865"/>
                      <a:pt x="88071" y="58797"/>
                      <a:pt x="88071" y="54210"/>
                    </a:cubicBezTo>
                    <a:cubicBezTo>
                      <a:pt x="101382" y="30662"/>
                      <a:pt x="112273" y="17206"/>
                      <a:pt x="117719" y="17206"/>
                    </a:cubicBezTo>
                    <a:cubicBezTo>
                      <a:pt x="119534" y="17206"/>
                      <a:pt x="121954" y="18124"/>
                      <a:pt x="124979" y="19653"/>
                    </a:cubicBezTo>
                    <a:cubicBezTo>
                      <a:pt x="128610" y="21794"/>
                      <a:pt x="130727" y="22405"/>
                      <a:pt x="133147" y="22405"/>
                    </a:cubicBezTo>
                    <a:cubicBezTo>
                      <a:pt x="139501" y="22405"/>
                      <a:pt x="143736" y="17818"/>
                      <a:pt x="143736" y="11396"/>
                    </a:cubicBezTo>
                    <a:cubicBezTo>
                      <a:pt x="143736" y="4974"/>
                      <a:pt x="138593" y="81"/>
                      <a:pt x="131332" y="81"/>
                    </a:cubicBezTo>
                    <a:cubicBezTo>
                      <a:pt x="118021" y="81"/>
                      <a:pt x="106525" y="11090"/>
                      <a:pt x="85651" y="43812"/>
                    </a:cubicBezTo>
                    <a:lnTo>
                      <a:pt x="82323" y="26992"/>
                    </a:lnTo>
                    <a:cubicBezTo>
                      <a:pt x="78088" y="6197"/>
                      <a:pt x="74760" y="81"/>
                      <a:pt x="66592" y="81"/>
                    </a:cubicBezTo>
                    <a:cubicBezTo>
                      <a:pt x="59936" y="81"/>
                      <a:pt x="49650" y="2833"/>
                      <a:pt x="31196" y="8949"/>
                    </a:cubicBezTo>
                    <a:lnTo>
                      <a:pt x="27868" y="10173"/>
                    </a:lnTo>
                    <a:lnTo>
                      <a:pt x="29078" y="14760"/>
                    </a:lnTo>
                    <a:cubicBezTo>
                      <a:pt x="40574" y="12007"/>
                      <a:pt x="43297" y="11396"/>
                      <a:pt x="46020" y="11396"/>
                    </a:cubicBezTo>
                    <a:cubicBezTo>
                      <a:pt x="53583" y="11396"/>
                      <a:pt x="55398" y="14148"/>
                      <a:pt x="59634" y="32497"/>
                    </a:cubicBezTo>
                    <a:lnTo>
                      <a:pt x="68407" y="70112"/>
                    </a:lnTo>
                    <a:lnTo>
                      <a:pt x="43600" y="105893"/>
                    </a:lnTo>
                    <a:cubicBezTo>
                      <a:pt x="37549" y="115067"/>
                      <a:pt x="31499" y="120572"/>
                      <a:pt x="28171" y="120572"/>
                    </a:cubicBezTo>
                    <a:cubicBezTo>
                      <a:pt x="26356" y="120572"/>
                      <a:pt x="23330" y="119654"/>
                      <a:pt x="20305" y="117819"/>
                    </a:cubicBezTo>
                    <a:cubicBezTo>
                      <a:pt x="16372" y="115679"/>
                      <a:pt x="13044" y="114761"/>
                      <a:pt x="10624" y="114761"/>
                    </a:cubicBezTo>
                    <a:cubicBezTo>
                      <a:pt x="4876" y="114761"/>
                      <a:pt x="338" y="119349"/>
                      <a:pt x="338" y="125465"/>
                    </a:cubicBezTo>
                    <a:cubicBezTo>
                      <a:pt x="338" y="133416"/>
                      <a:pt x="6389" y="138309"/>
                      <a:pt x="15465" y="138309"/>
                    </a:cubicBezTo>
                    <a:cubicBezTo>
                      <a:pt x="24843" y="138309"/>
                      <a:pt x="28473" y="135557"/>
                      <a:pt x="43600" y="116902"/>
                    </a:cubicBezTo>
                    <a:cubicBezTo>
                      <a:pt x="51768" y="107116"/>
                      <a:pt x="58121" y="98859"/>
                      <a:pt x="70827" y="81122"/>
                    </a:cubicBezTo>
                    <a:lnTo>
                      <a:pt x="79903" y="117819"/>
                    </a:lnTo>
                    <a:cubicBezTo>
                      <a:pt x="83836" y="133416"/>
                      <a:pt x="87769" y="138309"/>
                      <a:pt x="97449" y="138309"/>
                    </a:cubicBezTo>
                    <a:cubicBezTo>
                      <a:pt x="108945" y="138309"/>
                      <a:pt x="116811" y="130970"/>
                      <a:pt x="134358" y="103446"/>
                    </a:cubicBezTo>
                    <a:lnTo>
                      <a:pt x="130122" y="101000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742B98F0-BA1A-864C-64AC-8D37FED523E7}"/>
                  </a:ext>
                </a:extLst>
              </p:cNvPr>
              <p:cNvSpPr/>
              <p:nvPr>
                <p:custDataLst>
                  <p:tags r:id="rId195"/>
                </p:custDataLst>
              </p:nvPr>
            </p:nvSpPr>
            <p:spPr>
              <a:xfrm>
                <a:off x="12971473" y="4935128"/>
                <a:ext cx="102980" cy="152980"/>
              </a:xfrm>
              <a:custGeom>
                <a:avLst/>
                <a:gdLst>
                  <a:gd name="connsiteX0" fmla="*/ 103322 w 102980"/>
                  <a:gd name="connsiteY0" fmla="*/ 100788 h 152980"/>
                  <a:gd name="connsiteX1" fmla="*/ 80487 w 102980"/>
                  <a:gd name="connsiteY1" fmla="*/ 100788 h 152980"/>
                  <a:gd name="connsiteX2" fmla="*/ 80487 w 102980"/>
                  <a:gd name="connsiteY2" fmla="*/ 83 h 152980"/>
                  <a:gd name="connsiteX3" fmla="*/ 70637 w 102980"/>
                  <a:gd name="connsiteY3" fmla="*/ 83 h 152980"/>
                  <a:gd name="connsiteX4" fmla="*/ 342 w 102980"/>
                  <a:gd name="connsiteY4" fmla="*/ 100788 h 152980"/>
                  <a:gd name="connsiteX5" fmla="*/ 342 w 102980"/>
                  <a:gd name="connsiteY5" fmla="*/ 115271 h 152980"/>
                  <a:gd name="connsiteX6" fmla="*/ 63250 w 102980"/>
                  <a:gd name="connsiteY6" fmla="*/ 115271 h 152980"/>
                  <a:gd name="connsiteX7" fmla="*/ 63250 w 102980"/>
                  <a:gd name="connsiteY7" fmla="*/ 153064 h 152980"/>
                  <a:gd name="connsiteX8" fmla="*/ 80487 w 102980"/>
                  <a:gd name="connsiteY8" fmla="*/ 153064 h 152980"/>
                  <a:gd name="connsiteX9" fmla="*/ 80487 w 102980"/>
                  <a:gd name="connsiteY9" fmla="*/ 115271 h 152980"/>
                  <a:gd name="connsiteX10" fmla="*/ 103322 w 102980"/>
                  <a:gd name="connsiteY10" fmla="*/ 115271 h 152980"/>
                  <a:gd name="connsiteX11" fmla="*/ 103322 w 102980"/>
                  <a:gd name="connsiteY11" fmla="*/ 100788 h 152980"/>
                  <a:gd name="connsiteX12" fmla="*/ 63026 w 102980"/>
                  <a:gd name="connsiteY12" fmla="*/ 100788 h 152980"/>
                  <a:gd name="connsiteX13" fmla="*/ 9297 w 102980"/>
                  <a:gd name="connsiteY13" fmla="*/ 100788 h 152980"/>
                  <a:gd name="connsiteX14" fmla="*/ 63026 w 102980"/>
                  <a:gd name="connsiteY14" fmla="*/ 23166 h 152980"/>
                  <a:gd name="connsiteX15" fmla="*/ 63026 w 102980"/>
                  <a:gd name="connsiteY15" fmla="*/ 100788 h 15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2980" h="152980">
                    <a:moveTo>
                      <a:pt x="103322" y="100788"/>
                    </a:moveTo>
                    <a:lnTo>
                      <a:pt x="80487" y="100788"/>
                    </a:lnTo>
                    <a:lnTo>
                      <a:pt x="80487" y="83"/>
                    </a:lnTo>
                    <a:lnTo>
                      <a:pt x="70637" y="83"/>
                    </a:lnTo>
                    <a:lnTo>
                      <a:pt x="342" y="100788"/>
                    </a:lnTo>
                    <a:lnTo>
                      <a:pt x="342" y="115271"/>
                    </a:lnTo>
                    <a:lnTo>
                      <a:pt x="63250" y="115271"/>
                    </a:lnTo>
                    <a:lnTo>
                      <a:pt x="63250" y="153064"/>
                    </a:lnTo>
                    <a:lnTo>
                      <a:pt x="80487" y="153064"/>
                    </a:lnTo>
                    <a:lnTo>
                      <a:pt x="80487" y="115271"/>
                    </a:lnTo>
                    <a:lnTo>
                      <a:pt x="103322" y="115271"/>
                    </a:lnTo>
                    <a:lnTo>
                      <a:pt x="103322" y="100788"/>
                    </a:lnTo>
                    <a:close/>
                    <a:moveTo>
                      <a:pt x="63026" y="100788"/>
                    </a:moveTo>
                    <a:lnTo>
                      <a:pt x="9297" y="100788"/>
                    </a:lnTo>
                    <a:lnTo>
                      <a:pt x="63026" y="23166"/>
                    </a:lnTo>
                    <a:lnTo>
                      <a:pt x="63026" y="100788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C6DD4706-84AE-0876-DE67-F3A38914234C}"/>
                  </a:ext>
                </a:extLst>
              </p:cNvPr>
              <p:cNvSpPr/>
              <p:nvPr>
                <p:custDataLst>
                  <p:tags r:id="rId196"/>
                </p:custDataLst>
              </p:nvPr>
            </p:nvSpPr>
            <p:spPr>
              <a:xfrm>
                <a:off x="13113568" y="4812378"/>
                <a:ext cx="70186" cy="305815"/>
              </a:xfrm>
              <a:custGeom>
                <a:avLst/>
                <a:gdLst>
                  <a:gd name="connsiteX0" fmla="*/ 70533 w 70186"/>
                  <a:gd name="connsiteY0" fmla="*/ 152988 h 305815"/>
                  <a:gd name="connsiteX1" fmla="*/ 50566 w 70186"/>
                  <a:gd name="connsiteY1" fmla="*/ 57574 h 305815"/>
                  <a:gd name="connsiteX2" fmla="*/ 3372 w 70186"/>
                  <a:gd name="connsiteY2" fmla="*/ 81 h 305815"/>
                  <a:gd name="connsiteX3" fmla="*/ 347 w 70186"/>
                  <a:gd name="connsiteY3" fmla="*/ 3139 h 305815"/>
                  <a:gd name="connsiteX4" fmla="*/ 6095 w 70186"/>
                  <a:gd name="connsiteY4" fmla="*/ 10172 h 305815"/>
                  <a:gd name="connsiteX5" fmla="*/ 52986 w 70186"/>
                  <a:gd name="connsiteY5" fmla="*/ 152988 h 305815"/>
                  <a:gd name="connsiteX6" fmla="*/ 4280 w 70186"/>
                  <a:gd name="connsiteY6" fmla="*/ 297639 h 305815"/>
                  <a:gd name="connsiteX7" fmla="*/ 347 w 70186"/>
                  <a:gd name="connsiteY7" fmla="*/ 302837 h 305815"/>
                  <a:gd name="connsiteX8" fmla="*/ 3372 w 70186"/>
                  <a:gd name="connsiteY8" fmla="*/ 305896 h 305815"/>
                  <a:gd name="connsiteX9" fmla="*/ 51474 w 70186"/>
                  <a:gd name="connsiteY9" fmla="*/ 246262 h 305815"/>
                  <a:gd name="connsiteX10" fmla="*/ 70533 w 70186"/>
                  <a:gd name="connsiteY10" fmla="*/ 152988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533" y="152988"/>
                    </a:moveTo>
                    <a:cubicBezTo>
                      <a:pt x="70533" y="129134"/>
                      <a:pt x="67205" y="92131"/>
                      <a:pt x="50566" y="57574"/>
                    </a:cubicBezTo>
                    <a:cubicBezTo>
                      <a:pt x="32415" y="19959"/>
                      <a:pt x="6397" y="81"/>
                      <a:pt x="3372" y="81"/>
                    </a:cubicBezTo>
                    <a:cubicBezTo>
                      <a:pt x="1557" y="81"/>
                      <a:pt x="347" y="1304"/>
                      <a:pt x="347" y="3139"/>
                    </a:cubicBezTo>
                    <a:cubicBezTo>
                      <a:pt x="347" y="4056"/>
                      <a:pt x="347" y="4668"/>
                      <a:pt x="6095" y="10172"/>
                    </a:cubicBezTo>
                    <a:cubicBezTo>
                      <a:pt x="35742" y="40448"/>
                      <a:pt x="52986" y="89073"/>
                      <a:pt x="52986" y="152988"/>
                    </a:cubicBezTo>
                    <a:cubicBezTo>
                      <a:pt x="52986" y="205282"/>
                      <a:pt x="41793" y="259106"/>
                      <a:pt x="4280" y="297639"/>
                    </a:cubicBezTo>
                    <a:cubicBezTo>
                      <a:pt x="347" y="301308"/>
                      <a:pt x="347" y="301920"/>
                      <a:pt x="347" y="302837"/>
                    </a:cubicBezTo>
                    <a:cubicBezTo>
                      <a:pt x="347" y="304672"/>
                      <a:pt x="1557" y="305896"/>
                      <a:pt x="3372" y="305896"/>
                    </a:cubicBezTo>
                    <a:cubicBezTo>
                      <a:pt x="6397" y="305896"/>
                      <a:pt x="33625" y="285100"/>
                      <a:pt x="51474" y="246262"/>
                    </a:cubicBezTo>
                    <a:cubicBezTo>
                      <a:pt x="66903" y="212622"/>
                      <a:pt x="70533" y="178676"/>
                      <a:pt x="70533" y="1529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9F205055-0776-B374-5C70-3071A1869698}"/>
                  </a:ext>
                </a:extLst>
              </p:cNvPr>
              <p:cNvSpPr/>
              <p:nvPr>
                <p:custDataLst>
                  <p:tags r:id="rId197"/>
                </p:custDataLst>
              </p:nvPr>
            </p:nvSpPr>
            <p:spPr>
              <a:xfrm>
                <a:off x="10404852" y="5166671"/>
                <a:ext cx="2809285" cy="12275"/>
              </a:xfrm>
              <a:custGeom>
                <a:avLst/>
                <a:gdLst>
                  <a:gd name="connsiteX0" fmla="*/ 0 w 2809285"/>
                  <a:gd name="connsiteY0" fmla="*/ 0 h 12275"/>
                  <a:gd name="connsiteX1" fmla="*/ 2809285 w 2809285"/>
                  <a:gd name="connsiteY1" fmla="*/ 0 h 12275"/>
                  <a:gd name="connsiteX2" fmla="*/ 2809285 w 2809285"/>
                  <a:gd name="connsiteY2" fmla="*/ 12275 h 12275"/>
                  <a:gd name="connsiteX3" fmla="*/ 0 w 2809285"/>
                  <a:gd name="connsiteY3" fmla="*/ 12275 h 1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09285" h="12275">
                    <a:moveTo>
                      <a:pt x="0" y="0"/>
                    </a:moveTo>
                    <a:lnTo>
                      <a:pt x="2809285" y="0"/>
                    </a:lnTo>
                    <a:lnTo>
                      <a:pt x="2809285" y="12275"/>
                    </a:lnTo>
                    <a:lnTo>
                      <a:pt x="0" y="12275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8803588E-D6B9-0426-0B65-7BB24173AD76}"/>
                  </a:ext>
                </a:extLst>
              </p:cNvPr>
              <p:cNvSpPr/>
              <p:nvPr>
                <p:custDataLst>
                  <p:tags r:id="rId198"/>
                </p:custDataLst>
              </p:nvPr>
            </p:nvSpPr>
            <p:spPr>
              <a:xfrm>
                <a:off x="11743865" y="5250947"/>
                <a:ext cx="131296" cy="213458"/>
              </a:xfrm>
              <a:custGeom>
                <a:avLst/>
                <a:gdLst>
                  <a:gd name="connsiteX0" fmla="*/ 124943 w 131296"/>
                  <a:gd name="connsiteY0" fmla="*/ 94 h 213458"/>
                  <a:gd name="connsiteX1" fmla="*/ 50824 w 131296"/>
                  <a:gd name="connsiteY1" fmla="*/ 24559 h 213458"/>
                  <a:gd name="connsiteX2" fmla="*/ 302 w 131296"/>
                  <a:gd name="connsiteY2" fmla="*/ 123949 h 213458"/>
                  <a:gd name="connsiteX3" fmla="*/ 21479 w 131296"/>
                  <a:gd name="connsiteY3" fmla="*/ 192757 h 213458"/>
                  <a:gd name="connsiteX4" fmla="*/ 68068 w 131296"/>
                  <a:gd name="connsiteY4" fmla="*/ 213553 h 213458"/>
                  <a:gd name="connsiteX5" fmla="*/ 131599 w 131296"/>
                  <a:gd name="connsiteY5" fmla="*/ 142298 h 213458"/>
                  <a:gd name="connsiteX6" fmla="*/ 74724 w 131296"/>
                  <a:gd name="connsiteY6" fmla="*/ 78383 h 213458"/>
                  <a:gd name="connsiteX7" fmla="*/ 36000 w 131296"/>
                  <a:gd name="connsiteY7" fmla="*/ 92144 h 213458"/>
                  <a:gd name="connsiteX8" fmla="*/ 125548 w 131296"/>
                  <a:gd name="connsiteY8" fmla="*/ 4987 h 213458"/>
                  <a:gd name="connsiteX9" fmla="*/ 124943 w 131296"/>
                  <a:gd name="connsiteY9" fmla="*/ 94 h 213458"/>
                  <a:gd name="connsiteX10" fmla="*/ 63228 w 131296"/>
                  <a:gd name="connsiteY10" fmla="*/ 92450 h 213458"/>
                  <a:gd name="connsiteX11" fmla="*/ 104371 w 131296"/>
                  <a:gd name="connsiteY11" fmla="*/ 152696 h 213458"/>
                  <a:gd name="connsiteX12" fmla="*/ 71396 w 131296"/>
                  <a:gd name="connsiteY12" fmla="*/ 204990 h 213458"/>
                  <a:gd name="connsiteX13" fmla="*/ 28437 w 131296"/>
                  <a:gd name="connsiteY13" fmla="*/ 128842 h 213458"/>
                  <a:gd name="connsiteX14" fmla="*/ 36908 w 131296"/>
                  <a:gd name="connsiteY14" fmla="*/ 100095 h 213458"/>
                  <a:gd name="connsiteX15" fmla="*/ 63228 w 131296"/>
                  <a:gd name="connsiteY15" fmla="*/ 92450 h 21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296" h="213458">
                    <a:moveTo>
                      <a:pt x="124943" y="94"/>
                    </a:moveTo>
                    <a:cubicBezTo>
                      <a:pt x="90455" y="3152"/>
                      <a:pt x="72909" y="8963"/>
                      <a:pt x="50824" y="24559"/>
                    </a:cubicBezTo>
                    <a:cubicBezTo>
                      <a:pt x="18151" y="48107"/>
                      <a:pt x="302" y="82970"/>
                      <a:pt x="302" y="123949"/>
                    </a:cubicBezTo>
                    <a:cubicBezTo>
                      <a:pt x="302" y="150555"/>
                      <a:pt x="8471" y="177467"/>
                      <a:pt x="21479" y="192757"/>
                    </a:cubicBezTo>
                    <a:cubicBezTo>
                      <a:pt x="32975" y="206213"/>
                      <a:pt x="49312" y="213553"/>
                      <a:pt x="68068" y="213553"/>
                    </a:cubicBezTo>
                    <a:cubicBezTo>
                      <a:pt x="105582" y="213553"/>
                      <a:pt x="131599" y="184500"/>
                      <a:pt x="131599" y="142298"/>
                    </a:cubicBezTo>
                    <a:cubicBezTo>
                      <a:pt x="131599" y="103154"/>
                      <a:pt x="109514" y="78383"/>
                      <a:pt x="74724" y="78383"/>
                    </a:cubicBezTo>
                    <a:cubicBezTo>
                      <a:pt x="61413" y="78383"/>
                      <a:pt x="55060" y="80523"/>
                      <a:pt x="36000" y="92144"/>
                    </a:cubicBezTo>
                    <a:cubicBezTo>
                      <a:pt x="44169" y="45966"/>
                      <a:pt x="78052" y="12938"/>
                      <a:pt x="125548" y="4987"/>
                    </a:cubicBezTo>
                    <a:lnTo>
                      <a:pt x="124943" y="94"/>
                    </a:lnTo>
                    <a:close/>
                    <a:moveTo>
                      <a:pt x="63228" y="92450"/>
                    </a:moveTo>
                    <a:cubicBezTo>
                      <a:pt x="89245" y="92450"/>
                      <a:pt x="104371" y="114469"/>
                      <a:pt x="104371" y="152696"/>
                    </a:cubicBezTo>
                    <a:cubicBezTo>
                      <a:pt x="104371" y="186335"/>
                      <a:pt x="92573" y="204990"/>
                      <a:pt x="71396" y="204990"/>
                    </a:cubicBezTo>
                    <a:cubicBezTo>
                      <a:pt x="44774" y="204990"/>
                      <a:pt x="28437" y="176243"/>
                      <a:pt x="28437" y="128842"/>
                    </a:cubicBezTo>
                    <a:cubicBezTo>
                      <a:pt x="28437" y="113245"/>
                      <a:pt x="30858" y="104683"/>
                      <a:pt x="36908" y="100095"/>
                    </a:cubicBezTo>
                    <a:cubicBezTo>
                      <a:pt x="43261" y="95202"/>
                      <a:pt x="52639" y="92450"/>
                      <a:pt x="63228" y="924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4A153157-6828-950C-01F7-49E8874B1C32}"/>
                  </a:ext>
                </a:extLst>
              </p:cNvPr>
              <p:cNvSpPr/>
              <p:nvPr>
                <p:custDataLst>
                  <p:tags r:id="rId199"/>
                </p:custDataLst>
              </p:nvPr>
            </p:nvSpPr>
            <p:spPr>
              <a:xfrm>
                <a:off x="6246853" y="5847406"/>
                <a:ext cx="201180" cy="203672"/>
              </a:xfrm>
              <a:custGeom>
                <a:avLst/>
                <a:gdLst>
                  <a:gd name="connsiteX0" fmla="*/ 106914 w 201180"/>
                  <a:gd name="connsiteY0" fmla="*/ 108065 h 203672"/>
                  <a:gd name="connsiteX1" fmla="*/ 191319 w 201180"/>
                  <a:gd name="connsiteY1" fmla="*/ 108065 h 203672"/>
                  <a:gd name="connsiteX2" fmla="*/ 201302 w 201180"/>
                  <a:gd name="connsiteY2" fmla="*/ 101949 h 203672"/>
                  <a:gd name="connsiteX3" fmla="*/ 191319 w 201180"/>
                  <a:gd name="connsiteY3" fmla="*/ 95833 h 203672"/>
                  <a:gd name="connsiteX4" fmla="*/ 106914 w 201180"/>
                  <a:gd name="connsiteY4" fmla="*/ 95833 h 203672"/>
                  <a:gd name="connsiteX5" fmla="*/ 106914 w 201180"/>
                  <a:gd name="connsiteY5" fmla="*/ 10204 h 203672"/>
                  <a:gd name="connsiteX6" fmla="*/ 100863 w 201180"/>
                  <a:gd name="connsiteY6" fmla="*/ 112 h 203672"/>
                  <a:gd name="connsiteX7" fmla="*/ 94813 w 201180"/>
                  <a:gd name="connsiteY7" fmla="*/ 10204 h 203672"/>
                  <a:gd name="connsiteX8" fmla="*/ 94813 w 201180"/>
                  <a:gd name="connsiteY8" fmla="*/ 95833 h 203672"/>
                  <a:gd name="connsiteX9" fmla="*/ 10105 w 201180"/>
                  <a:gd name="connsiteY9" fmla="*/ 95833 h 203672"/>
                  <a:gd name="connsiteX10" fmla="*/ 122 w 201180"/>
                  <a:gd name="connsiteY10" fmla="*/ 101949 h 203672"/>
                  <a:gd name="connsiteX11" fmla="*/ 10105 w 201180"/>
                  <a:gd name="connsiteY11" fmla="*/ 108065 h 203672"/>
                  <a:gd name="connsiteX12" fmla="*/ 94813 w 201180"/>
                  <a:gd name="connsiteY12" fmla="*/ 108065 h 203672"/>
                  <a:gd name="connsiteX13" fmla="*/ 94813 w 201180"/>
                  <a:gd name="connsiteY13" fmla="*/ 193693 h 203672"/>
                  <a:gd name="connsiteX14" fmla="*/ 100863 w 201180"/>
                  <a:gd name="connsiteY14" fmla="*/ 203785 h 203672"/>
                  <a:gd name="connsiteX15" fmla="*/ 106914 w 201180"/>
                  <a:gd name="connsiteY15" fmla="*/ 193693 h 203672"/>
                  <a:gd name="connsiteX16" fmla="*/ 106914 w 201180"/>
                  <a:gd name="connsiteY16" fmla="*/ 108065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6914" y="108065"/>
                    </a:moveTo>
                    <a:lnTo>
                      <a:pt x="191319" y="108065"/>
                    </a:lnTo>
                    <a:cubicBezTo>
                      <a:pt x="195554" y="108065"/>
                      <a:pt x="201302" y="108065"/>
                      <a:pt x="201302" y="101949"/>
                    </a:cubicBezTo>
                    <a:cubicBezTo>
                      <a:pt x="201302" y="95833"/>
                      <a:pt x="195554" y="95833"/>
                      <a:pt x="191319" y="95833"/>
                    </a:cubicBezTo>
                    <a:lnTo>
                      <a:pt x="106914" y="95833"/>
                    </a:lnTo>
                    <a:lnTo>
                      <a:pt x="106914" y="10204"/>
                    </a:lnTo>
                    <a:cubicBezTo>
                      <a:pt x="106914" y="5923"/>
                      <a:pt x="106914" y="112"/>
                      <a:pt x="100863" y="112"/>
                    </a:cubicBezTo>
                    <a:cubicBezTo>
                      <a:pt x="94813" y="112"/>
                      <a:pt x="94813" y="5923"/>
                      <a:pt x="94813" y="10204"/>
                    </a:cubicBezTo>
                    <a:lnTo>
                      <a:pt x="94813" y="95833"/>
                    </a:lnTo>
                    <a:lnTo>
                      <a:pt x="10105" y="95833"/>
                    </a:lnTo>
                    <a:cubicBezTo>
                      <a:pt x="5870" y="95833"/>
                      <a:pt x="122" y="95833"/>
                      <a:pt x="122" y="101949"/>
                    </a:cubicBezTo>
                    <a:cubicBezTo>
                      <a:pt x="122" y="108065"/>
                      <a:pt x="5870" y="108065"/>
                      <a:pt x="10105" y="108065"/>
                    </a:cubicBezTo>
                    <a:lnTo>
                      <a:pt x="94813" y="108065"/>
                    </a:lnTo>
                    <a:lnTo>
                      <a:pt x="94813" y="193693"/>
                    </a:lnTo>
                    <a:cubicBezTo>
                      <a:pt x="94813" y="197975"/>
                      <a:pt x="94813" y="203785"/>
                      <a:pt x="100863" y="203785"/>
                    </a:cubicBezTo>
                    <a:cubicBezTo>
                      <a:pt x="106914" y="203785"/>
                      <a:pt x="106914" y="197975"/>
                      <a:pt x="106914" y="193693"/>
                    </a:cubicBezTo>
                    <a:lnTo>
                      <a:pt x="106914" y="10806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6E2A1747-C411-3A9C-107E-4AC70A30841D}"/>
                  </a:ext>
                </a:extLst>
              </p:cNvPr>
              <p:cNvSpPr/>
              <p:nvPr>
                <p:custDataLst>
                  <p:tags r:id="rId200"/>
                </p:custDataLst>
              </p:nvPr>
            </p:nvSpPr>
            <p:spPr>
              <a:xfrm>
                <a:off x="6534044" y="5933034"/>
                <a:ext cx="32067" cy="32416"/>
              </a:xfrm>
              <a:custGeom>
                <a:avLst/>
                <a:gdLst>
                  <a:gd name="connsiteX0" fmla="*/ 32198 w 32067"/>
                  <a:gd name="connsiteY0" fmla="*/ 16321 h 32416"/>
                  <a:gd name="connsiteX1" fmla="*/ 16164 w 32067"/>
                  <a:gd name="connsiteY1" fmla="*/ 112 h 32416"/>
                  <a:gd name="connsiteX2" fmla="*/ 131 w 32067"/>
                  <a:gd name="connsiteY2" fmla="*/ 16321 h 32416"/>
                  <a:gd name="connsiteX3" fmla="*/ 16164 w 32067"/>
                  <a:gd name="connsiteY3" fmla="*/ 32529 h 32416"/>
                  <a:gd name="connsiteX4" fmla="*/ 32198 w 32067"/>
                  <a:gd name="connsiteY4" fmla="*/ 16321 h 32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067" h="32416">
                    <a:moveTo>
                      <a:pt x="32198" y="16321"/>
                    </a:moveTo>
                    <a:cubicBezTo>
                      <a:pt x="32198" y="7452"/>
                      <a:pt x="24938" y="112"/>
                      <a:pt x="16164" y="112"/>
                    </a:cubicBezTo>
                    <a:cubicBezTo>
                      <a:pt x="7391" y="112"/>
                      <a:pt x="131" y="7452"/>
                      <a:pt x="131" y="16321"/>
                    </a:cubicBezTo>
                    <a:cubicBezTo>
                      <a:pt x="131" y="25189"/>
                      <a:pt x="7391" y="32529"/>
                      <a:pt x="16164" y="32529"/>
                    </a:cubicBezTo>
                    <a:cubicBezTo>
                      <a:pt x="24938" y="32529"/>
                      <a:pt x="32198" y="25189"/>
                      <a:pt x="32198" y="163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CAD9F0D8-5729-99E2-E5D3-162169F5C290}"/>
                  </a:ext>
                </a:extLst>
              </p:cNvPr>
              <p:cNvSpPr/>
              <p:nvPr>
                <p:custDataLst>
                  <p:tags r:id="rId201"/>
                </p:custDataLst>
              </p:nvPr>
            </p:nvSpPr>
            <p:spPr>
              <a:xfrm>
                <a:off x="6651895" y="5933034"/>
                <a:ext cx="32067" cy="32416"/>
              </a:xfrm>
              <a:custGeom>
                <a:avLst/>
                <a:gdLst>
                  <a:gd name="connsiteX0" fmla="*/ 32202 w 32067"/>
                  <a:gd name="connsiteY0" fmla="*/ 16321 h 32416"/>
                  <a:gd name="connsiteX1" fmla="*/ 16168 w 32067"/>
                  <a:gd name="connsiteY1" fmla="*/ 112 h 32416"/>
                  <a:gd name="connsiteX2" fmla="*/ 134 w 32067"/>
                  <a:gd name="connsiteY2" fmla="*/ 16321 h 32416"/>
                  <a:gd name="connsiteX3" fmla="*/ 16168 w 32067"/>
                  <a:gd name="connsiteY3" fmla="*/ 32529 h 32416"/>
                  <a:gd name="connsiteX4" fmla="*/ 32202 w 32067"/>
                  <a:gd name="connsiteY4" fmla="*/ 16321 h 32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067" h="32416">
                    <a:moveTo>
                      <a:pt x="32202" y="16321"/>
                    </a:moveTo>
                    <a:cubicBezTo>
                      <a:pt x="32202" y="7452"/>
                      <a:pt x="24942" y="112"/>
                      <a:pt x="16168" y="112"/>
                    </a:cubicBezTo>
                    <a:cubicBezTo>
                      <a:pt x="7395" y="112"/>
                      <a:pt x="134" y="7452"/>
                      <a:pt x="134" y="16321"/>
                    </a:cubicBezTo>
                    <a:cubicBezTo>
                      <a:pt x="134" y="25189"/>
                      <a:pt x="7395" y="32529"/>
                      <a:pt x="16168" y="32529"/>
                    </a:cubicBezTo>
                    <a:cubicBezTo>
                      <a:pt x="24942" y="32529"/>
                      <a:pt x="32202" y="25189"/>
                      <a:pt x="32202" y="163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6413E8B7-AA68-D26E-3270-1A2784AAE885}"/>
                  </a:ext>
                </a:extLst>
              </p:cNvPr>
              <p:cNvSpPr/>
              <p:nvPr>
                <p:custDataLst>
                  <p:tags r:id="rId202"/>
                </p:custDataLst>
              </p:nvPr>
            </p:nvSpPr>
            <p:spPr>
              <a:xfrm>
                <a:off x="6769745" y="5933034"/>
                <a:ext cx="32067" cy="32416"/>
              </a:xfrm>
              <a:custGeom>
                <a:avLst/>
                <a:gdLst>
                  <a:gd name="connsiteX0" fmla="*/ 32206 w 32067"/>
                  <a:gd name="connsiteY0" fmla="*/ 16321 h 32416"/>
                  <a:gd name="connsiteX1" fmla="*/ 16172 w 32067"/>
                  <a:gd name="connsiteY1" fmla="*/ 112 h 32416"/>
                  <a:gd name="connsiteX2" fmla="*/ 138 w 32067"/>
                  <a:gd name="connsiteY2" fmla="*/ 16321 h 32416"/>
                  <a:gd name="connsiteX3" fmla="*/ 16172 w 32067"/>
                  <a:gd name="connsiteY3" fmla="*/ 32529 h 32416"/>
                  <a:gd name="connsiteX4" fmla="*/ 32206 w 32067"/>
                  <a:gd name="connsiteY4" fmla="*/ 16321 h 32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067" h="32416">
                    <a:moveTo>
                      <a:pt x="32206" y="16321"/>
                    </a:moveTo>
                    <a:cubicBezTo>
                      <a:pt x="32206" y="7452"/>
                      <a:pt x="24945" y="112"/>
                      <a:pt x="16172" y="112"/>
                    </a:cubicBezTo>
                    <a:cubicBezTo>
                      <a:pt x="7399" y="112"/>
                      <a:pt x="138" y="7452"/>
                      <a:pt x="138" y="16321"/>
                    </a:cubicBezTo>
                    <a:cubicBezTo>
                      <a:pt x="138" y="25189"/>
                      <a:pt x="7399" y="32529"/>
                      <a:pt x="16172" y="32529"/>
                    </a:cubicBezTo>
                    <a:cubicBezTo>
                      <a:pt x="24945" y="32529"/>
                      <a:pt x="32206" y="25189"/>
                      <a:pt x="32206" y="163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863535BA-7EF9-FB60-0B04-142114CC0A7B}"/>
                  </a:ext>
                </a:extLst>
              </p:cNvPr>
              <p:cNvSpPr/>
              <p:nvPr>
                <p:custDataLst>
                  <p:tags r:id="rId203"/>
                </p:custDataLst>
              </p:nvPr>
            </p:nvSpPr>
            <p:spPr>
              <a:xfrm>
                <a:off x="6886954" y="5847406"/>
                <a:ext cx="201180" cy="203672"/>
              </a:xfrm>
              <a:custGeom>
                <a:avLst/>
                <a:gdLst>
                  <a:gd name="connsiteX0" fmla="*/ 106935 w 201180"/>
                  <a:gd name="connsiteY0" fmla="*/ 108065 h 203672"/>
                  <a:gd name="connsiteX1" fmla="*/ 191340 w 201180"/>
                  <a:gd name="connsiteY1" fmla="*/ 108065 h 203672"/>
                  <a:gd name="connsiteX2" fmla="*/ 201323 w 201180"/>
                  <a:gd name="connsiteY2" fmla="*/ 101949 h 203672"/>
                  <a:gd name="connsiteX3" fmla="*/ 191340 w 201180"/>
                  <a:gd name="connsiteY3" fmla="*/ 95833 h 203672"/>
                  <a:gd name="connsiteX4" fmla="*/ 106935 w 201180"/>
                  <a:gd name="connsiteY4" fmla="*/ 95833 h 203672"/>
                  <a:gd name="connsiteX5" fmla="*/ 106935 w 201180"/>
                  <a:gd name="connsiteY5" fmla="*/ 10204 h 203672"/>
                  <a:gd name="connsiteX6" fmla="*/ 100884 w 201180"/>
                  <a:gd name="connsiteY6" fmla="*/ 112 h 203672"/>
                  <a:gd name="connsiteX7" fmla="*/ 94834 w 201180"/>
                  <a:gd name="connsiteY7" fmla="*/ 10204 h 203672"/>
                  <a:gd name="connsiteX8" fmla="*/ 94834 w 201180"/>
                  <a:gd name="connsiteY8" fmla="*/ 95833 h 203672"/>
                  <a:gd name="connsiteX9" fmla="*/ 10126 w 201180"/>
                  <a:gd name="connsiteY9" fmla="*/ 95833 h 203672"/>
                  <a:gd name="connsiteX10" fmla="*/ 143 w 201180"/>
                  <a:gd name="connsiteY10" fmla="*/ 101949 h 203672"/>
                  <a:gd name="connsiteX11" fmla="*/ 10126 w 201180"/>
                  <a:gd name="connsiteY11" fmla="*/ 108065 h 203672"/>
                  <a:gd name="connsiteX12" fmla="*/ 94834 w 201180"/>
                  <a:gd name="connsiteY12" fmla="*/ 108065 h 203672"/>
                  <a:gd name="connsiteX13" fmla="*/ 94834 w 201180"/>
                  <a:gd name="connsiteY13" fmla="*/ 193693 h 203672"/>
                  <a:gd name="connsiteX14" fmla="*/ 100884 w 201180"/>
                  <a:gd name="connsiteY14" fmla="*/ 203785 h 203672"/>
                  <a:gd name="connsiteX15" fmla="*/ 106935 w 201180"/>
                  <a:gd name="connsiteY15" fmla="*/ 193693 h 203672"/>
                  <a:gd name="connsiteX16" fmla="*/ 106935 w 201180"/>
                  <a:gd name="connsiteY16" fmla="*/ 108065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6935" y="108065"/>
                    </a:moveTo>
                    <a:lnTo>
                      <a:pt x="191340" y="108065"/>
                    </a:lnTo>
                    <a:cubicBezTo>
                      <a:pt x="195575" y="108065"/>
                      <a:pt x="201323" y="108065"/>
                      <a:pt x="201323" y="101949"/>
                    </a:cubicBezTo>
                    <a:cubicBezTo>
                      <a:pt x="201323" y="95833"/>
                      <a:pt x="195575" y="95833"/>
                      <a:pt x="191340" y="95833"/>
                    </a:cubicBezTo>
                    <a:lnTo>
                      <a:pt x="106935" y="95833"/>
                    </a:lnTo>
                    <a:lnTo>
                      <a:pt x="106935" y="10204"/>
                    </a:lnTo>
                    <a:cubicBezTo>
                      <a:pt x="106935" y="5923"/>
                      <a:pt x="106935" y="112"/>
                      <a:pt x="100884" y="112"/>
                    </a:cubicBezTo>
                    <a:cubicBezTo>
                      <a:pt x="94834" y="112"/>
                      <a:pt x="94834" y="5923"/>
                      <a:pt x="94834" y="10204"/>
                    </a:cubicBezTo>
                    <a:lnTo>
                      <a:pt x="94834" y="95833"/>
                    </a:lnTo>
                    <a:lnTo>
                      <a:pt x="10126" y="95833"/>
                    </a:lnTo>
                    <a:cubicBezTo>
                      <a:pt x="5891" y="95833"/>
                      <a:pt x="143" y="95833"/>
                      <a:pt x="143" y="101949"/>
                    </a:cubicBezTo>
                    <a:cubicBezTo>
                      <a:pt x="143" y="108065"/>
                      <a:pt x="5891" y="108065"/>
                      <a:pt x="10126" y="108065"/>
                    </a:cubicBezTo>
                    <a:lnTo>
                      <a:pt x="94834" y="108065"/>
                    </a:lnTo>
                    <a:lnTo>
                      <a:pt x="94834" y="193693"/>
                    </a:lnTo>
                    <a:cubicBezTo>
                      <a:pt x="94834" y="197975"/>
                      <a:pt x="94834" y="203785"/>
                      <a:pt x="100884" y="203785"/>
                    </a:cubicBezTo>
                    <a:cubicBezTo>
                      <a:pt x="106935" y="203785"/>
                      <a:pt x="106935" y="197975"/>
                      <a:pt x="106935" y="193693"/>
                    </a:cubicBezTo>
                    <a:lnTo>
                      <a:pt x="106935" y="10806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148275CF-276A-921F-40A9-120EF13B81A1}"/>
                  </a:ext>
                </a:extLst>
              </p:cNvPr>
              <p:cNvSpPr/>
              <p:nvPr>
                <p:custDataLst>
                  <p:tags r:id="rId204"/>
                </p:custDataLst>
              </p:nvPr>
            </p:nvSpPr>
            <p:spPr>
              <a:xfrm>
                <a:off x="7157205" y="5818965"/>
                <a:ext cx="134624" cy="206730"/>
              </a:xfrm>
              <a:custGeom>
                <a:avLst/>
                <a:gdLst>
                  <a:gd name="connsiteX0" fmla="*/ 134776 w 134624"/>
                  <a:gd name="connsiteY0" fmla="*/ 164947 h 206730"/>
                  <a:gd name="connsiteX1" fmla="*/ 130843 w 134624"/>
                  <a:gd name="connsiteY1" fmla="*/ 163418 h 206730"/>
                  <a:gd name="connsiteX2" fmla="*/ 102103 w 134624"/>
                  <a:gd name="connsiteY2" fmla="*/ 183601 h 206730"/>
                  <a:gd name="connsiteX3" fmla="*/ 29799 w 134624"/>
                  <a:gd name="connsiteY3" fmla="*/ 183601 h 206730"/>
                  <a:gd name="connsiteX4" fmla="*/ 80624 w 134624"/>
                  <a:gd name="connsiteY4" fmla="*/ 129778 h 206730"/>
                  <a:gd name="connsiteX5" fmla="*/ 119347 w 134624"/>
                  <a:gd name="connsiteY5" fmla="*/ 54242 h 206730"/>
                  <a:gd name="connsiteX6" fmla="*/ 63380 w 134624"/>
                  <a:gd name="connsiteY6" fmla="*/ 112 h 206730"/>
                  <a:gd name="connsiteX7" fmla="*/ 19816 w 134624"/>
                  <a:gd name="connsiteY7" fmla="*/ 19073 h 206730"/>
                  <a:gd name="connsiteX8" fmla="*/ 454 w 134624"/>
                  <a:gd name="connsiteY8" fmla="*/ 60969 h 206730"/>
                  <a:gd name="connsiteX9" fmla="*/ 6807 w 134624"/>
                  <a:gd name="connsiteY9" fmla="*/ 62499 h 206730"/>
                  <a:gd name="connsiteX10" fmla="*/ 50674 w 134624"/>
                  <a:gd name="connsiteY10" fmla="*/ 22743 h 206730"/>
                  <a:gd name="connsiteX11" fmla="*/ 93330 w 134624"/>
                  <a:gd name="connsiteY11" fmla="*/ 65862 h 206730"/>
                  <a:gd name="connsiteX12" fmla="*/ 54002 w 134624"/>
                  <a:gd name="connsiteY12" fmla="*/ 145374 h 206730"/>
                  <a:gd name="connsiteX13" fmla="*/ 152 w 134624"/>
                  <a:gd name="connsiteY13" fmla="*/ 203173 h 206730"/>
                  <a:gd name="connsiteX14" fmla="*/ 152 w 134624"/>
                  <a:gd name="connsiteY14" fmla="*/ 206843 h 206730"/>
                  <a:gd name="connsiteX15" fmla="*/ 118137 w 134624"/>
                  <a:gd name="connsiteY15" fmla="*/ 206843 h 206730"/>
                  <a:gd name="connsiteX16" fmla="*/ 134776 w 134624"/>
                  <a:gd name="connsiteY16" fmla="*/ 164947 h 206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624" h="206730">
                    <a:moveTo>
                      <a:pt x="134776" y="164947"/>
                    </a:moveTo>
                    <a:lnTo>
                      <a:pt x="130843" y="163418"/>
                    </a:lnTo>
                    <a:cubicBezTo>
                      <a:pt x="119650" y="180849"/>
                      <a:pt x="115717" y="183601"/>
                      <a:pt x="102103" y="183601"/>
                    </a:cubicBezTo>
                    <a:lnTo>
                      <a:pt x="29799" y="183601"/>
                    </a:lnTo>
                    <a:lnTo>
                      <a:pt x="80624" y="129778"/>
                    </a:lnTo>
                    <a:cubicBezTo>
                      <a:pt x="107549" y="101337"/>
                      <a:pt x="119347" y="78095"/>
                      <a:pt x="119347" y="54242"/>
                    </a:cubicBezTo>
                    <a:cubicBezTo>
                      <a:pt x="119347" y="23660"/>
                      <a:pt x="94843" y="112"/>
                      <a:pt x="63380" y="112"/>
                    </a:cubicBezTo>
                    <a:cubicBezTo>
                      <a:pt x="46741" y="112"/>
                      <a:pt x="31010" y="6840"/>
                      <a:pt x="19816" y="19073"/>
                    </a:cubicBezTo>
                    <a:cubicBezTo>
                      <a:pt x="10135" y="29470"/>
                      <a:pt x="5597" y="39257"/>
                      <a:pt x="454" y="60969"/>
                    </a:cubicBezTo>
                    <a:lnTo>
                      <a:pt x="6807" y="62499"/>
                    </a:lnTo>
                    <a:cubicBezTo>
                      <a:pt x="18908" y="32529"/>
                      <a:pt x="29799" y="22743"/>
                      <a:pt x="50674" y="22743"/>
                    </a:cubicBezTo>
                    <a:cubicBezTo>
                      <a:pt x="76086" y="22743"/>
                      <a:pt x="93330" y="40174"/>
                      <a:pt x="93330" y="65862"/>
                    </a:cubicBezTo>
                    <a:cubicBezTo>
                      <a:pt x="93330" y="89716"/>
                      <a:pt x="79414" y="118157"/>
                      <a:pt x="54002" y="145374"/>
                    </a:cubicBezTo>
                    <a:lnTo>
                      <a:pt x="152" y="203173"/>
                    </a:lnTo>
                    <a:lnTo>
                      <a:pt x="152" y="206843"/>
                    </a:lnTo>
                    <a:lnTo>
                      <a:pt x="118137" y="206843"/>
                    </a:lnTo>
                    <a:lnTo>
                      <a:pt x="134776" y="164947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57C2C7E-B2A5-69A8-AAA9-C66443BF60DA}"/>
                  </a:ext>
                </a:extLst>
              </p:cNvPr>
              <p:cNvSpPr/>
              <p:nvPr>
                <p:custDataLst>
                  <p:tags r:id="rId205"/>
                </p:custDataLst>
              </p:nvPr>
            </p:nvSpPr>
            <p:spPr>
              <a:xfrm>
                <a:off x="7305708" y="5816824"/>
                <a:ext cx="138859" cy="211624"/>
              </a:xfrm>
              <a:custGeom>
                <a:avLst/>
                <a:gdLst>
                  <a:gd name="connsiteX0" fmla="*/ 135084 w 138859"/>
                  <a:gd name="connsiteY0" fmla="*/ 173204 h 211624"/>
                  <a:gd name="connsiteX1" fmla="*/ 110277 w 138859"/>
                  <a:gd name="connsiteY1" fmla="*/ 197363 h 211624"/>
                  <a:gd name="connsiteX2" fmla="*/ 105436 w 138859"/>
                  <a:gd name="connsiteY2" fmla="*/ 191858 h 211624"/>
                  <a:gd name="connsiteX3" fmla="*/ 115419 w 138859"/>
                  <a:gd name="connsiteY3" fmla="*/ 153631 h 211624"/>
                  <a:gd name="connsiteX4" fmla="*/ 129941 w 138859"/>
                  <a:gd name="connsiteY4" fmla="*/ 94609 h 211624"/>
                  <a:gd name="connsiteX5" fmla="*/ 109974 w 138859"/>
                  <a:gd name="connsiteY5" fmla="*/ 74120 h 211624"/>
                  <a:gd name="connsiteX6" fmla="*/ 40695 w 138859"/>
                  <a:gd name="connsiteY6" fmla="*/ 138646 h 211624"/>
                  <a:gd name="connsiteX7" fmla="*/ 76999 w 138859"/>
                  <a:gd name="connsiteY7" fmla="*/ 1641 h 211624"/>
                  <a:gd name="connsiteX8" fmla="*/ 75486 w 138859"/>
                  <a:gd name="connsiteY8" fmla="*/ 112 h 211624"/>
                  <a:gd name="connsiteX9" fmla="*/ 27989 w 138859"/>
                  <a:gd name="connsiteY9" fmla="*/ 8369 h 211624"/>
                  <a:gd name="connsiteX10" fmla="*/ 27989 w 138859"/>
                  <a:gd name="connsiteY10" fmla="*/ 12956 h 211624"/>
                  <a:gd name="connsiteX11" fmla="*/ 35855 w 138859"/>
                  <a:gd name="connsiteY11" fmla="*/ 12956 h 211624"/>
                  <a:gd name="connsiteX12" fmla="*/ 36763 w 138859"/>
                  <a:gd name="connsiteY12" fmla="*/ 12651 h 211624"/>
                  <a:gd name="connsiteX13" fmla="*/ 48259 w 138859"/>
                  <a:gd name="connsiteY13" fmla="*/ 20296 h 211624"/>
                  <a:gd name="connsiteX14" fmla="*/ 44023 w 138859"/>
                  <a:gd name="connsiteY14" fmla="*/ 41091 h 211624"/>
                  <a:gd name="connsiteX15" fmla="*/ 40998 w 138859"/>
                  <a:gd name="connsiteY15" fmla="*/ 52407 h 211624"/>
                  <a:gd name="connsiteX16" fmla="*/ 157 w 138859"/>
                  <a:gd name="connsiteY16" fmla="*/ 208984 h 211624"/>
                  <a:gd name="connsiteX17" fmla="*/ 22846 w 138859"/>
                  <a:gd name="connsiteY17" fmla="*/ 208984 h 211624"/>
                  <a:gd name="connsiteX18" fmla="*/ 50981 w 138859"/>
                  <a:gd name="connsiteY18" fmla="*/ 132836 h 211624"/>
                  <a:gd name="connsiteX19" fmla="*/ 97873 w 138859"/>
                  <a:gd name="connsiteY19" fmla="*/ 89716 h 211624"/>
                  <a:gd name="connsiteX20" fmla="*/ 106344 w 138859"/>
                  <a:gd name="connsiteY20" fmla="*/ 97361 h 211624"/>
                  <a:gd name="connsiteX21" fmla="*/ 104226 w 138859"/>
                  <a:gd name="connsiteY21" fmla="*/ 107453 h 211624"/>
                  <a:gd name="connsiteX22" fmla="*/ 87587 w 138859"/>
                  <a:gd name="connsiteY22" fmla="*/ 170757 h 211624"/>
                  <a:gd name="connsiteX23" fmla="*/ 81537 w 138859"/>
                  <a:gd name="connsiteY23" fmla="*/ 198892 h 211624"/>
                  <a:gd name="connsiteX24" fmla="*/ 94848 w 138859"/>
                  <a:gd name="connsiteY24" fmla="*/ 211736 h 211624"/>
                  <a:gd name="connsiteX25" fmla="*/ 139017 w 138859"/>
                  <a:gd name="connsiteY25" fmla="*/ 176873 h 211624"/>
                  <a:gd name="connsiteX26" fmla="*/ 135084 w 138859"/>
                  <a:gd name="connsiteY26" fmla="*/ 173204 h 211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8859" h="211624">
                    <a:moveTo>
                      <a:pt x="135084" y="173204"/>
                    </a:moveTo>
                    <a:cubicBezTo>
                      <a:pt x="118747" y="193999"/>
                      <a:pt x="115117" y="197363"/>
                      <a:pt x="110277" y="197363"/>
                    </a:cubicBezTo>
                    <a:cubicBezTo>
                      <a:pt x="107554" y="197363"/>
                      <a:pt x="105436" y="194611"/>
                      <a:pt x="105436" y="191858"/>
                    </a:cubicBezTo>
                    <a:cubicBezTo>
                      <a:pt x="105436" y="188800"/>
                      <a:pt x="110277" y="169534"/>
                      <a:pt x="115419" y="153631"/>
                    </a:cubicBezTo>
                    <a:cubicBezTo>
                      <a:pt x="124193" y="124579"/>
                      <a:pt x="129941" y="101949"/>
                      <a:pt x="129941" y="94609"/>
                    </a:cubicBezTo>
                    <a:cubicBezTo>
                      <a:pt x="129941" y="82377"/>
                      <a:pt x="121773" y="74120"/>
                      <a:pt x="109974" y="74120"/>
                    </a:cubicBezTo>
                    <a:cubicBezTo>
                      <a:pt x="90310" y="74120"/>
                      <a:pt x="68830" y="94303"/>
                      <a:pt x="40695" y="138646"/>
                    </a:cubicBezTo>
                    <a:lnTo>
                      <a:pt x="76999" y="1641"/>
                    </a:lnTo>
                    <a:lnTo>
                      <a:pt x="75486" y="112"/>
                    </a:lnTo>
                    <a:cubicBezTo>
                      <a:pt x="57939" y="4088"/>
                      <a:pt x="46141" y="6229"/>
                      <a:pt x="27989" y="8369"/>
                    </a:cubicBezTo>
                    <a:lnTo>
                      <a:pt x="27989" y="12956"/>
                    </a:lnTo>
                    <a:lnTo>
                      <a:pt x="35855" y="12956"/>
                    </a:lnTo>
                    <a:cubicBezTo>
                      <a:pt x="36157" y="12956"/>
                      <a:pt x="36460" y="12956"/>
                      <a:pt x="36763" y="12651"/>
                    </a:cubicBezTo>
                    <a:cubicBezTo>
                      <a:pt x="40998" y="10816"/>
                      <a:pt x="48259" y="16015"/>
                      <a:pt x="48259" y="20296"/>
                    </a:cubicBezTo>
                    <a:cubicBezTo>
                      <a:pt x="48259" y="24578"/>
                      <a:pt x="46746" y="32223"/>
                      <a:pt x="44023" y="41091"/>
                    </a:cubicBezTo>
                    <a:cubicBezTo>
                      <a:pt x="43721" y="41397"/>
                      <a:pt x="42813" y="45679"/>
                      <a:pt x="40998" y="52407"/>
                    </a:cubicBezTo>
                    <a:lnTo>
                      <a:pt x="157" y="208984"/>
                    </a:lnTo>
                    <a:lnTo>
                      <a:pt x="22846" y="208984"/>
                    </a:lnTo>
                    <a:cubicBezTo>
                      <a:pt x="34947" y="161888"/>
                      <a:pt x="38880" y="151491"/>
                      <a:pt x="50981" y="132836"/>
                    </a:cubicBezTo>
                    <a:cubicBezTo>
                      <a:pt x="66713" y="108677"/>
                      <a:pt x="87285" y="89716"/>
                      <a:pt x="97873" y="89716"/>
                    </a:cubicBezTo>
                    <a:cubicBezTo>
                      <a:pt x="102411" y="89716"/>
                      <a:pt x="106344" y="93386"/>
                      <a:pt x="106344" y="97361"/>
                    </a:cubicBezTo>
                    <a:cubicBezTo>
                      <a:pt x="106344" y="98585"/>
                      <a:pt x="105436" y="102560"/>
                      <a:pt x="104226" y="107453"/>
                    </a:cubicBezTo>
                    <a:lnTo>
                      <a:pt x="87587" y="170757"/>
                    </a:lnTo>
                    <a:cubicBezTo>
                      <a:pt x="83654" y="185742"/>
                      <a:pt x="81537" y="195222"/>
                      <a:pt x="81537" y="198892"/>
                    </a:cubicBezTo>
                    <a:cubicBezTo>
                      <a:pt x="81537" y="206843"/>
                      <a:pt x="86679" y="211736"/>
                      <a:pt x="94848" y="211736"/>
                    </a:cubicBezTo>
                    <a:cubicBezTo>
                      <a:pt x="110277" y="211736"/>
                      <a:pt x="120865" y="203479"/>
                      <a:pt x="139017" y="176873"/>
                    </a:cubicBezTo>
                    <a:lnTo>
                      <a:pt x="135084" y="173204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27E3F043-97ED-3B2B-A564-50B7BA9C7E30}"/>
                  </a:ext>
                </a:extLst>
              </p:cNvPr>
              <p:cNvSpPr/>
              <p:nvPr>
                <p:custDataLst>
                  <p:tags r:id="rId206"/>
                </p:custDataLst>
              </p:nvPr>
            </p:nvSpPr>
            <p:spPr>
              <a:xfrm>
                <a:off x="7489307" y="5610543"/>
                <a:ext cx="172742" cy="270646"/>
              </a:xfrm>
              <a:custGeom>
                <a:avLst/>
                <a:gdLst>
                  <a:gd name="connsiteX0" fmla="*/ 55224 w 172742"/>
                  <a:gd name="connsiteY0" fmla="*/ 86346 h 270646"/>
                  <a:gd name="connsiteX1" fmla="*/ 82451 w 172742"/>
                  <a:gd name="connsiteY1" fmla="*/ 86346 h 270646"/>
                  <a:gd name="connsiteX2" fmla="*/ 55829 w 172742"/>
                  <a:gd name="connsiteY2" fmla="*/ 214788 h 270646"/>
                  <a:gd name="connsiteX3" fmla="*/ 26484 w 172742"/>
                  <a:gd name="connsiteY3" fmla="*/ 264330 h 270646"/>
                  <a:gd name="connsiteX4" fmla="*/ 20433 w 172742"/>
                  <a:gd name="connsiteY4" fmla="*/ 259437 h 270646"/>
                  <a:gd name="connsiteX5" fmla="*/ 21644 w 172742"/>
                  <a:gd name="connsiteY5" fmla="*/ 256073 h 270646"/>
                  <a:gd name="connsiteX6" fmla="*/ 23156 w 172742"/>
                  <a:gd name="connsiteY6" fmla="*/ 251180 h 270646"/>
                  <a:gd name="connsiteX7" fmla="*/ 11358 w 172742"/>
                  <a:gd name="connsiteY7" fmla="*/ 239559 h 270646"/>
                  <a:gd name="connsiteX8" fmla="*/ 164 w 172742"/>
                  <a:gd name="connsiteY8" fmla="*/ 252097 h 270646"/>
                  <a:gd name="connsiteX9" fmla="*/ 24064 w 172742"/>
                  <a:gd name="connsiteY9" fmla="*/ 270752 h 270646"/>
                  <a:gd name="connsiteX10" fmla="*/ 84569 w 172742"/>
                  <a:gd name="connsiteY10" fmla="*/ 184206 h 270646"/>
                  <a:gd name="connsiteX11" fmla="*/ 106351 w 172742"/>
                  <a:gd name="connsiteY11" fmla="*/ 86346 h 270646"/>
                  <a:gd name="connsiteX12" fmla="*/ 139326 w 172742"/>
                  <a:gd name="connsiteY12" fmla="*/ 86346 h 270646"/>
                  <a:gd name="connsiteX13" fmla="*/ 141142 w 172742"/>
                  <a:gd name="connsiteY13" fmla="*/ 76560 h 270646"/>
                  <a:gd name="connsiteX14" fmla="*/ 108469 w 172742"/>
                  <a:gd name="connsiteY14" fmla="*/ 76560 h 270646"/>
                  <a:gd name="connsiteX15" fmla="*/ 145377 w 172742"/>
                  <a:gd name="connsiteY15" fmla="*/ 6834 h 270646"/>
                  <a:gd name="connsiteX16" fmla="*/ 152033 w 172742"/>
                  <a:gd name="connsiteY16" fmla="*/ 10504 h 270646"/>
                  <a:gd name="connsiteX17" fmla="*/ 150822 w 172742"/>
                  <a:gd name="connsiteY17" fmla="*/ 13562 h 270646"/>
                  <a:gd name="connsiteX18" fmla="*/ 149007 w 172742"/>
                  <a:gd name="connsiteY18" fmla="*/ 19984 h 270646"/>
                  <a:gd name="connsiteX19" fmla="*/ 160201 w 172742"/>
                  <a:gd name="connsiteY19" fmla="*/ 32216 h 270646"/>
                  <a:gd name="connsiteX20" fmla="*/ 172907 w 172742"/>
                  <a:gd name="connsiteY20" fmla="*/ 19984 h 270646"/>
                  <a:gd name="connsiteX21" fmla="*/ 146890 w 172742"/>
                  <a:gd name="connsiteY21" fmla="*/ 106 h 270646"/>
                  <a:gd name="connsiteX22" fmla="*/ 109376 w 172742"/>
                  <a:gd name="connsiteY22" fmla="*/ 21207 h 270646"/>
                  <a:gd name="connsiteX23" fmla="*/ 85174 w 172742"/>
                  <a:gd name="connsiteY23" fmla="*/ 76560 h 270646"/>
                  <a:gd name="connsiteX24" fmla="*/ 57342 w 172742"/>
                  <a:gd name="connsiteY24" fmla="*/ 76560 h 270646"/>
                  <a:gd name="connsiteX25" fmla="*/ 55224 w 172742"/>
                  <a:gd name="connsiteY25" fmla="*/ 86346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224" y="86346"/>
                    </a:moveTo>
                    <a:lnTo>
                      <a:pt x="82451" y="86346"/>
                    </a:lnTo>
                    <a:lnTo>
                      <a:pt x="55829" y="214788"/>
                    </a:lnTo>
                    <a:cubicBezTo>
                      <a:pt x="49174" y="247510"/>
                      <a:pt x="39190" y="264330"/>
                      <a:pt x="26484" y="264330"/>
                    </a:cubicBezTo>
                    <a:cubicBezTo>
                      <a:pt x="22854" y="264330"/>
                      <a:pt x="20433" y="262189"/>
                      <a:pt x="20433" y="259437"/>
                    </a:cubicBezTo>
                    <a:cubicBezTo>
                      <a:pt x="20433" y="258519"/>
                      <a:pt x="20736" y="257602"/>
                      <a:pt x="21644" y="256073"/>
                    </a:cubicBezTo>
                    <a:cubicBezTo>
                      <a:pt x="22854" y="254238"/>
                      <a:pt x="23156" y="253015"/>
                      <a:pt x="23156" y="251180"/>
                    </a:cubicBezTo>
                    <a:cubicBezTo>
                      <a:pt x="23156" y="244758"/>
                      <a:pt x="17711" y="239559"/>
                      <a:pt x="11358" y="239559"/>
                    </a:cubicBezTo>
                    <a:cubicBezTo>
                      <a:pt x="5005" y="239559"/>
                      <a:pt x="164" y="245064"/>
                      <a:pt x="164" y="252097"/>
                    </a:cubicBezTo>
                    <a:cubicBezTo>
                      <a:pt x="164" y="262495"/>
                      <a:pt x="10753" y="270752"/>
                      <a:pt x="24064" y="270752"/>
                    </a:cubicBezTo>
                    <a:cubicBezTo>
                      <a:pt x="50989" y="270752"/>
                      <a:pt x="72166" y="240476"/>
                      <a:pt x="84569" y="184206"/>
                    </a:cubicBezTo>
                    <a:lnTo>
                      <a:pt x="106351" y="86346"/>
                    </a:lnTo>
                    <a:lnTo>
                      <a:pt x="139326" y="86346"/>
                    </a:lnTo>
                    <a:lnTo>
                      <a:pt x="141142" y="76560"/>
                    </a:lnTo>
                    <a:lnTo>
                      <a:pt x="108469" y="76560"/>
                    </a:lnTo>
                    <a:cubicBezTo>
                      <a:pt x="117242" y="28547"/>
                      <a:pt x="128436" y="6834"/>
                      <a:pt x="145377" y="6834"/>
                    </a:cubicBezTo>
                    <a:cubicBezTo>
                      <a:pt x="149310" y="6834"/>
                      <a:pt x="152033" y="8363"/>
                      <a:pt x="152033" y="10504"/>
                    </a:cubicBezTo>
                    <a:cubicBezTo>
                      <a:pt x="152033" y="11421"/>
                      <a:pt x="151730" y="12033"/>
                      <a:pt x="150822" y="13562"/>
                    </a:cubicBezTo>
                    <a:cubicBezTo>
                      <a:pt x="149612" y="16314"/>
                      <a:pt x="149007" y="17843"/>
                      <a:pt x="149007" y="19984"/>
                    </a:cubicBezTo>
                    <a:cubicBezTo>
                      <a:pt x="149007" y="27323"/>
                      <a:pt x="153545" y="32216"/>
                      <a:pt x="160201" y="32216"/>
                    </a:cubicBezTo>
                    <a:cubicBezTo>
                      <a:pt x="167159" y="32216"/>
                      <a:pt x="172907" y="26712"/>
                      <a:pt x="172907" y="19984"/>
                    </a:cubicBezTo>
                    <a:cubicBezTo>
                      <a:pt x="172907" y="8669"/>
                      <a:pt x="161713" y="106"/>
                      <a:pt x="146890" y="106"/>
                    </a:cubicBezTo>
                    <a:cubicBezTo>
                      <a:pt x="132066" y="106"/>
                      <a:pt x="120267" y="6834"/>
                      <a:pt x="109376" y="21207"/>
                    </a:cubicBezTo>
                    <a:cubicBezTo>
                      <a:pt x="100301" y="33134"/>
                      <a:pt x="94250" y="47201"/>
                      <a:pt x="85174" y="76560"/>
                    </a:cubicBezTo>
                    <a:lnTo>
                      <a:pt x="57342" y="76560"/>
                    </a:lnTo>
                    <a:lnTo>
                      <a:pt x="55224" y="86346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564CBA0B-0E6F-C522-331A-5B630C60C35D}"/>
                  </a:ext>
                </a:extLst>
              </p:cNvPr>
              <p:cNvSpPr/>
              <p:nvPr>
                <p:custDataLst>
                  <p:tags r:id="rId207"/>
                </p:custDataLst>
              </p:nvPr>
            </p:nvSpPr>
            <p:spPr>
              <a:xfrm>
                <a:off x="7692477" y="5588525"/>
                <a:ext cx="70186" cy="305815"/>
              </a:xfrm>
              <a:custGeom>
                <a:avLst/>
                <a:gdLst>
                  <a:gd name="connsiteX0" fmla="*/ 70355 w 70186"/>
                  <a:gd name="connsiteY0" fmla="*/ 302863 h 305815"/>
                  <a:gd name="connsiteX1" fmla="*/ 65212 w 70186"/>
                  <a:gd name="connsiteY1" fmla="*/ 296135 h 305815"/>
                  <a:gd name="connsiteX2" fmla="*/ 17715 w 70186"/>
                  <a:gd name="connsiteY2" fmla="*/ 153013 h 305815"/>
                  <a:gd name="connsiteX3" fmla="*/ 66422 w 70186"/>
                  <a:gd name="connsiteY3" fmla="*/ 8363 h 305815"/>
                  <a:gd name="connsiteX4" fmla="*/ 70355 w 70186"/>
                  <a:gd name="connsiteY4" fmla="*/ 3164 h 305815"/>
                  <a:gd name="connsiteX5" fmla="*/ 67330 w 70186"/>
                  <a:gd name="connsiteY5" fmla="*/ 106 h 305815"/>
                  <a:gd name="connsiteX6" fmla="*/ 19228 w 70186"/>
                  <a:gd name="connsiteY6" fmla="*/ 59740 h 305815"/>
                  <a:gd name="connsiteX7" fmla="*/ 169 w 70186"/>
                  <a:gd name="connsiteY7" fmla="*/ 153013 h 305815"/>
                  <a:gd name="connsiteX8" fmla="*/ 20135 w 70186"/>
                  <a:gd name="connsiteY8" fmla="*/ 248428 h 305815"/>
                  <a:gd name="connsiteX9" fmla="*/ 67330 w 70186"/>
                  <a:gd name="connsiteY9" fmla="*/ 305921 h 305815"/>
                  <a:gd name="connsiteX10" fmla="*/ 70355 w 70186"/>
                  <a:gd name="connsiteY10" fmla="*/ 302863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355" y="302863"/>
                    </a:moveTo>
                    <a:cubicBezTo>
                      <a:pt x="70355" y="301945"/>
                      <a:pt x="70355" y="301334"/>
                      <a:pt x="65212" y="296135"/>
                    </a:cubicBezTo>
                    <a:cubicBezTo>
                      <a:pt x="27396" y="257602"/>
                      <a:pt x="17715" y="199803"/>
                      <a:pt x="17715" y="153013"/>
                    </a:cubicBezTo>
                    <a:cubicBezTo>
                      <a:pt x="17715" y="99801"/>
                      <a:pt x="29211" y="46590"/>
                      <a:pt x="66422" y="8363"/>
                    </a:cubicBezTo>
                    <a:cubicBezTo>
                      <a:pt x="70355" y="4693"/>
                      <a:pt x="70355" y="4081"/>
                      <a:pt x="70355" y="3164"/>
                    </a:cubicBezTo>
                    <a:cubicBezTo>
                      <a:pt x="70355" y="1023"/>
                      <a:pt x="69145" y="106"/>
                      <a:pt x="67330" y="106"/>
                    </a:cubicBezTo>
                    <a:cubicBezTo>
                      <a:pt x="64304" y="106"/>
                      <a:pt x="37077" y="20901"/>
                      <a:pt x="19228" y="59740"/>
                    </a:cubicBezTo>
                    <a:cubicBezTo>
                      <a:pt x="3799" y="93379"/>
                      <a:pt x="169" y="127325"/>
                      <a:pt x="169" y="153013"/>
                    </a:cubicBezTo>
                    <a:cubicBezTo>
                      <a:pt x="169" y="176867"/>
                      <a:pt x="3496" y="213870"/>
                      <a:pt x="20135" y="248428"/>
                    </a:cubicBezTo>
                    <a:cubicBezTo>
                      <a:pt x="38287" y="286043"/>
                      <a:pt x="64304" y="305921"/>
                      <a:pt x="67330" y="305921"/>
                    </a:cubicBezTo>
                    <a:cubicBezTo>
                      <a:pt x="69145" y="305921"/>
                      <a:pt x="70355" y="305003"/>
                      <a:pt x="70355" y="3028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714ABF0-ADF4-C09E-D799-310EABEEADCD}"/>
                  </a:ext>
                </a:extLst>
              </p:cNvPr>
              <p:cNvSpPr/>
              <p:nvPr>
                <p:custDataLst>
                  <p:tags r:id="rId208"/>
                </p:custDataLst>
              </p:nvPr>
            </p:nvSpPr>
            <p:spPr>
              <a:xfrm>
                <a:off x="7772175" y="5683022"/>
                <a:ext cx="143397" cy="138228"/>
              </a:xfrm>
              <a:custGeom>
                <a:avLst/>
                <a:gdLst>
                  <a:gd name="connsiteX0" fmla="*/ 129956 w 143397"/>
                  <a:gd name="connsiteY0" fmla="*/ 101025 h 138228"/>
                  <a:gd name="connsiteX1" fmla="*/ 123301 w 143397"/>
                  <a:gd name="connsiteY1" fmla="*/ 109282 h 138228"/>
                  <a:gd name="connsiteX2" fmla="*/ 109385 w 143397"/>
                  <a:gd name="connsiteY2" fmla="*/ 121514 h 138228"/>
                  <a:gd name="connsiteX3" fmla="*/ 100006 w 143397"/>
                  <a:gd name="connsiteY3" fmla="*/ 108976 h 138228"/>
                  <a:gd name="connsiteX4" fmla="*/ 98796 w 143397"/>
                  <a:gd name="connsiteY4" fmla="*/ 103777 h 138228"/>
                  <a:gd name="connsiteX5" fmla="*/ 87905 w 143397"/>
                  <a:gd name="connsiteY5" fmla="*/ 54235 h 138228"/>
                  <a:gd name="connsiteX6" fmla="*/ 117553 w 143397"/>
                  <a:gd name="connsiteY6" fmla="*/ 17231 h 138228"/>
                  <a:gd name="connsiteX7" fmla="*/ 124813 w 143397"/>
                  <a:gd name="connsiteY7" fmla="*/ 19678 h 138228"/>
                  <a:gd name="connsiteX8" fmla="*/ 132982 w 143397"/>
                  <a:gd name="connsiteY8" fmla="*/ 22430 h 138228"/>
                  <a:gd name="connsiteX9" fmla="*/ 143570 w 143397"/>
                  <a:gd name="connsiteY9" fmla="*/ 11421 h 138228"/>
                  <a:gd name="connsiteX10" fmla="*/ 131167 w 143397"/>
                  <a:gd name="connsiteY10" fmla="*/ 106 h 138228"/>
                  <a:gd name="connsiteX11" fmla="*/ 85485 w 143397"/>
                  <a:gd name="connsiteY11" fmla="*/ 43837 h 138228"/>
                  <a:gd name="connsiteX12" fmla="*/ 82157 w 143397"/>
                  <a:gd name="connsiteY12" fmla="*/ 27018 h 138228"/>
                  <a:gd name="connsiteX13" fmla="*/ 66426 w 143397"/>
                  <a:gd name="connsiteY13" fmla="*/ 106 h 138228"/>
                  <a:gd name="connsiteX14" fmla="*/ 31030 w 143397"/>
                  <a:gd name="connsiteY14" fmla="*/ 8974 h 138228"/>
                  <a:gd name="connsiteX15" fmla="*/ 27702 w 143397"/>
                  <a:gd name="connsiteY15" fmla="*/ 10198 h 138228"/>
                  <a:gd name="connsiteX16" fmla="*/ 28913 w 143397"/>
                  <a:gd name="connsiteY16" fmla="*/ 14785 h 138228"/>
                  <a:gd name="connsiteX17" fmla="*/ 45854 w 143397"/>
                  <a:gd name="connsiteY17" fmla="*/ 11421 h 138228"/>
                  <a:gd name="connsiteX18" fmla="*/ 59468 w 143397"/>
                  <a:gd name="connsiteY18" fmla="*/ 32522 h 138228"/>
                  <a:gd name="connsiteX19" fmla="*/ 68241 w 143397"/>
                  <a:gd name="connsiteY19" fmla="*/ 70137 h 138228"/>
                  <a:gd name="connsiteX20" fmla="*/ 43434 w 143397"/>
                  <a:gd name="connsiteY20" fmla="*/ 105918 h 138228"/>
                  <a:gd name="connsiteX21" fmla="*/ 28005 w 143397"/>
                  <a:gd name="connsiteY21" fmla="*/ 120597 h 138228"/>
                  <a:gd name="connsiteX22" fmla="*/ 20139 w 143397"/>
                  <a:gd name="connsiteY22" fmla="*/ 117845 h 138228"/>
                  <a:gd name="connsiteX23" fmla="*/ 10458 w 143397"/>
                  <a:gd name="connsiteY23" fmla="*/ 114786 h 138228"/>
                  <a:gd name="connsiteX24" fmla="*/ 172 w 143397"/>
                  <a:gd name="connsiteY24" fmla="*/ 125490 h 138228"/>
                  <a:gd name="connsiteX25" fmla="*/ 15299 w 143397"/>
                  <a:gd name="connsiteY25" fmla="*/ 138334 h 138228"/>
                  <a:gd name="connsiteX26" fmla="*/ 43434 w 143397"/>
                  <a:gd name="connsiteY26" fmla="*/ 116927 h 138228"/>
                  <a:gd name="connsiteX27" fmla="*/ 70661 w 143397"/>
                  <a:gd name="connsiteY27" fmla="*/ 81147 h 138228"/>
                  <a:gd name="connsiteX28" fmla="*/ 79737 w 143397"/>
                  <a:gd name="connsiteY28" fmla="*/ 117845 h 138228"/>
                  <a:gd name="connsiteX29" fmla="*/ 97284 w 143397"/>
                  <a:gd name="connsiteY29" fmla="*/ 138334 h 138228"/>
                  <a:gd name="connsiteX30" fmla="*/ 134192 w 143397"/>
                  <a:gd name="connsiteY30" fmla="*/ 103471 h 138228"/>
                  <a:gd name="connsiteX31" fmla="*/ 129956 w 143397"/>
                  <a:gd name="connsiteY31" fmla="*/ 101025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29956" y="101025"/>
                    </a:moveTo>
                    <a:cubicBezTo>
                      <a:pt x="127536" y="103777"/>
                      <a:pt x="126024" y="105612"/>
                      <a:pt x="123301" y="109282"/>
                    </a:cubicBezTo>
                    <a:cubicBezTo>
                      <a:pt x="116343" y="118456"/>
                      <a:pt x="112712" y="121514"/>
                      <a:pt x="109385" y="121514"/>
                    </a:cubicBezTo>
                    <a:cubicBezTo>
                      <a:pt x="104847" y="121514"/>
                      <a:pt x="102124" y="117539"/>
                      <a:pt x="100006" y="108976"/>
                    </a:cubicBezTo>
                    <a:cubicBezTo>
                      <a:pt x="99401" y="106529"/>
                      <a:pt x="99099" y="104695"/>
                      <a:pt x="98796" y="103777"/>
                    </a:cubicBezTo>
                    <a:cubicBezTo>
                      <a:pt x="91233" y="72890"/>
                      <a:pt x="87905" y="58822"/>
                      <a:pt x="87905" y="54235"/>
                    </a:cubicBezTo>
                    <a:cubicBezTo>
                      <a:pt x="101216" y="30687"/>
                      <a:pt x="112107" y="17231"/>
                      <a:pt x="117553" y="17231"/>
                    </a:cubicBezTo>
                    <a:cubicBezTo>
                      <a:pt x="119368" y="17231"/>
                      <a:pt x="121788" y="18149"/>
                      <a:pt x="124813" y="19678"/>
                    </a:cubicBezTo>
                    <a:cubicBezTo>
                      <a:pt x="128444" y="21819"/>
                      <a:pt x="130561" y="22430"/>
                      <a:pt x="132982" y="22430"/>
                    </a:cubicBezTo>
                    <a:cubicBezTo>
                      <a:pt x="139335" y="22430"/>
                      <a:pt x="143570" y="17843"/>
                      <a:pt x="143570" y="11421"/>
                    </a:cubicBezTo>
                    <a:cubicBezTo>
                      <a:pt x="143570" y="4999"/>
                      <a:pt x="138427" y="106"/>
                      <a:pt x="131167" y="106"/>
                    </a:cubicBezTo>
                    <a:cubicBezTo>
                      <a:pt x="117855" y="106"/>
                      <a:pt x="106359" y="11115"/>
                      <a:pt x="85485" y="43837"/>
                    </a:cubicBezTo>
                    <a:lnTo>
                      <a:pt x="82157" y="27018"/>
                    </a:lnTo>
                    <a:cubicBezTo>
                      <a:pt x="77922" y="6222"/>
                      <a:pt x="74594" y="106"/>
                      <a:pt x="66426" y="106"/>
                    </a:cubicBezTo>
                    <a:cubicBezTo>
                      <a:pt x="59770" y="106"/>
                      <a:pt x="49484" y="2858"/>
                      <a:pt x="31030" y="8974"/>
                    </a:cubicBezTo>
                    <a:lnTo>
                      <a:pt x="27702" y="10198"/>
                    </a:lnTo>
                    <a:lnTo>
                      <a:pt x="28913" y="14785"/>
                    </a:lnTo>
                    <a:cubicBezTo>
                      <a:pt x="40409" y="12033"/>
                      <a:pt x="43131" y="11421"/>
                      <a:pt x="45854" y="11421"/>
                    </a:cubicBezTo>
                    <a:cubicBezTo>
                      <a:pt x="53417" y="11421"/>
                      <a:pt x="55232" y="14173"/>
                      <a:pt x="59468" y="32522"/>
                    </a:cubicBezTo>
                    <a:lnTo>
                      <a:pt x="68241" y="70137"/>
                    </a:lnTo>
                    <a:lnTo>
                      <a:pt x="43434" y="105918"/>
                    </a:lnTo>
                    <a:cubicBezTo>
                      <a:pt x="37383" y="115092"/>
                      <a:pt x="31333" y="120597"/>
                      <a:pt x="28005" y="120597"/>
                    </a:cubicBezTo>
                    <a:cubicBezTo>
                      <a:pt x="26190" y="120597"/>
                      <a:pt x="23164" y="119680"/>
                      <a:pt x="20139" y="117845"/>
                    </a:cubicBezTo>
                    <a:cubicBezTo>
                      <a:pt x="16206" y="115704"/>
                      <a:pt x="12879" y="114786"/>
                      <a:pt x="10458" y="114786"/>
                    </a:cubicBezTo>
                    <a:cubicBezTo>
                      <a:pt x="4710" y="114786"/>
                      <a:pt x="172" y="119374"/>
                      <a:pt x="172" y="125490"/>
                    </a:cubicBezTo>
                    <a:cubicBezTo>
                      <a:pt x="172" y="133441"/>
                      <a:pt x="6223" y="138334"/>
                      <a:pt x="15299" y="138334"/>
                    </a:cubicBezTo>
                    <a:cubicBezTo>
                      <a:pt x="24677" y="138334"/>
                      <a:pt x="28307" y="135582"/>
                      <a:pt x="43434" y="116927"/>
                    </a:cubicBezTo>
                    <a:cubicBezTo>
                      <a:pt x="51602" y="107141"/>
                      <a:pt x="57955" y="98884"/>
                      <a:pt x="70661" y="81147"/>
                    </a:cubicBezTo>
                    <a:lnTo>
                      <a:pt x="79737" y="117845"/>
                    </a:lnTo>
                    <a:cubicBezTo>
                      <a:pt x="83670" y="133441"/>
                      <a:pt x="87603" y="138334"/>
                      <a:pt x="97284" y="138334"/>
                    </a:cubicBezTo>
                    <a:cubicBezTo>
                      <a:pt x="108780" y="138334"/>
                      <a:pt x="116645" y="130995"/>
                      <a:pt x="134192" y="103471"/>
                    </a:cubicBezTo>
                    <a:lnTo>
                      <a:pt x="129956" y="10102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78577659-9317-BC29-B9E9-D15A87F22BB8}"/>
                  </a:ext>
                </a:extLst>
              </p:cNvPr>
              <p:cNvSpPr/>
              <p:nvPr>
                <p:custDataLst>
                  <p:tags r:id="rId209"/>
                </p:custDataLst>
              </p:nvPr>
            </p:nvSpPr>
            <p:spPr>
              <a:xfrm>
                <a:off x="7918302" y="5764456"/>
                <a:ext cx="102980" cy="101836"/>
              </a:xfrm>
              <a:custGeom>
                <a:avLst/>
                <a:gdLst>
                  <a:gd name="connsiteX0" fmla="*/ 100022 w 102980"/>
                  <a:gd name="connsiteY0" fmla="*/ 73430 h 101836"/>
                  <a:gd name="connsiteX1" fmla="*/ 95321 w 102980"/>
                  <a:gd name="connsiteY1" fmla="*/ 79314 h 101836"/>
                  <a:gd name="connsiteX2" fmla="*/ 81665 w 102980"/>
                  <a:gd name="connsiteY2" fmla="*/ 91308 h 101836"/>
                  <a:gd name="connsiteX3" fmla="*/ 78083 w 102980"/>
                  <a:gd name="connsiteY3" fmla="*/ 87687 h 101836"/>
                  <a:gd name="connsiteX4" fmla="*/ 81217 w 102980"/>
                  <a:gd name="connsiteY4" fmla="*/ 73430 h 101836"/>
                  <a:gd name="connsiteX5" fmla="*/ 93978 w 102980"/>
                  <a:gd name="connsiteY5" fmla="*/ 26812 h 101836"/>
                  <a:gd name="connsiteX6" fmla="*/ 95993 w 102980"/>
                  <a:gd name="connsiteY6" fmla="*/ 13912 h 101836"/>
                  <a:gd name="connsiteX7" fmla="*/ 81217 w 102980"/>
                  <a:gd name="connsiteY7" fmla="*/ 108 h 101836"/>
                  <a:gd name="connsiteX8" fmla="*/ 29727 w 102980"/>
                  <a:gd name="connsiteY8" fmla="*/ 49895 h 101836"/>
                  <a:gd name="connsiteX9" fmla="*/ 44726 w 102980"/>
                  <a:gd name="connsiteY9" fmla="*/ 561 h 101836"/>
                  <a:gd name="connsiteX10" fmla="*/ 44055 w 102980"/>
                  <a:gd name="connsiteY10" fmla="*/ 108 h 101836"/>
                  <a:gd name="connsiteX11" fmla="*/ 7788 w 102980"/>
                  <a:gd name="connsiteY11" fmla="*/ 7123 h 101836"/>
                  <a:gd name="connsiteX12" fmla="*/ 7788 w 102980"/>
                  <a:gd name="connsiteY12" fmla="*/ 10744 h 101836"/>
                  <a:gd name="connsiteX13" fmla="*/ 22116 w 102980"/>
                  <a:gd name="connsiteY13" fmla="*/ 16854 h 101836"/>
                  <a:gd name="connsiteX14" fmla="*/ 21668 w 102980"/>
                  <a:gd name="connsiteY14" fmla="*/ 20701 h 101836"/>
                  <a:gd name="connsiteX15" fmla="*/ 176 w 102980"/>
                  <a:gd name="connsiteY15" fmla="*/ 99908 h 101836"/>
                  <a:gd name="connsiteX16" fmla="*/ 16967 w 102980"/>
                  <a:gd name="connsiteY16" fmla="*/ 99908 h 101836"/>
                  <a:gd name="connsiteX17" fmla="*/ 39354 w 102980"/>
                  <a:gd name="connsiteY17" fmla="*/ 43784 h 101836"/>
                  <a:gd name="connsiteX18" fmla="*/ 72486 w 102980"/>
                  <a:gd name="connsiteY18" fmla="*/ 11649 h 101836"/>
                  <a:gd name="connsiteX19" fmla="*/ 77859 w 102980"/>
                  <a:gd name="connsiteY19" fmla="*/ 18212 h 101836"/>
                  <a:gd name="connsiteX20" fmla="*/ 74725 w 102980"/>
                  <a:gd name="connsiteY20" fmla="*/ 35411 h 101836"/>
                  <a:gd name="connsiteX21" fmla="*/ 64875 w 102980"/>
                  <a:gd name="connsiteY21" fmla="*/ 72751 h 101836"/>
                  <a:gd name="connsiteX22" fmla="*/ 61293 w 102980"/>
                  <a:gd name="connsiteY22" fmla="*/ 89724 h 101836"/>
                  <a:gd name="connsiteX23" fmla="*/ 71815 w 102980"/>
                  <a:gd name="connsiteY23" fmla="*/ 101944 h 101836"/>
                  <a:gd name="connsiteX24" fmla="*/ 103156 w 102980"/>
                  <a:gd name="connsiteY24" fmla="*/ 76372 h 101836"/>
                  <a:gd name="connsiteX25" fmla="*/ 100022 w 102980"/>
                  <a:gd name="connsiteY25" fmla="*/ 73430 h 101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2980" h="101836">
                    <a:moveTo>
                      <a:pt x="100022" y="73430"/>
                    </a:moveTo>
                    <a:lnTo>
                      <a:pt x="95321" y="79314"/>
                    </a:lnTo>
                    <a:cubicBezTo>
                      <a:pt x="88829" y="87687"/>
                      <a:pt x="84799" y="91308"/>
                      <a:pt x="81665" y="91308"/>
                    </a:cubicBezTo>
                    <a:cubicBezTo>
                      <a:pt x="79874" y="91308"/>
                      <a:pt x="78083" y="89498"/>
                      <a:pt x="78083" y="87687"/>
                    </a:cubicBezTo>
                    <a:cubicBezTo>
                      <a:pt x="78083" y="86103"/>
                      <a:pt x="78083" y="86103"/>
                      <a:pt x="81217" y="73430"/>
                    </a:cubicBezTo>
                    <a:lnTo>
                      <a:pt x="93978" y="26812"/>
                    </a:lnTo>
                    <a:cubicBezTo>
                      <a:pt x="95097" y="22059"/>
                      <a:pt x="95993" y="17081"/>
                      <a:pt x="95993" y="13912"/>
                    </a:cubicBezTo>
                    <a:cubicBezTo>
                      <a:pt x="95993" y="5765"/>
                      <a:pt x="89948" y="108"/>
                      <a:pt x="81217" y="108"/>
                    </a:cubicBezTo>
                    <a:cubicBezTo>
                      <a:pt x="66890" y="108"/>
                      <a:pt x="52786" y="13686"/>
                      <a:pt x="29727" y="49895"/>
                    </a:cubicBezTo>
                    <a:lnTo>
                      <a:pt x="44726" y="561"/>
                    </a:lnTo>
                    <a:lnTo>
                      <a:pt x="44055" y="108"/>
                    </a:lnTo>
                    <a:cubicBezTo>
                      <a:pt x="31966" y="2597"/>
                      <a:pt x="27265" y="3502"/>
                      <a:pt x="7788" y="7123"/>
                    </a:cubicBezTo>
                    <a:lnTo>
                      <a:pt x="7788" y="10744"/>
                    </a:lnTo>
                    <a:cubicBezTo>
                      <a:pt x="19205" y="10970"/>
                      <a:pt x="22116" y="12328"/>
                      <a:pt x="22116" y="16854"/>
                    </a:cubicBezTo>
                    <a:cubicBezTo>
                      <a:pt x="22116" y="18212"/>
                      <a:pt x="21892" y="19570"/>
                      <a:pt x="21668" y="20701"/>
                    </a:cubicBezTo>
                    <a:lnTo>
                      <a:pt x="176" y="99908"/>
                    </a:lnTo>
                    <a:lnTo>
                      <a:pt x="16967" y="99908"/>
                    </a:lnTo>
                    <a:cubicBezTo>
                      <a:pt x="27488" y="64152"/>
                      <a:pt x="29503" y="59173"/>
                      <a:pt x="39354" y="43784"/>
                    </a:cubicBezTo>
                    <a:cubicBezTo>
                      <a:pt x="52786" y="22964"/>
                      <a:pt x="64203" y="11649"/>
                      <a:pt x="72486" y="11649"/>
                    </a:cubicBezTo>
                    <a:cubicBezTo>
                      <a:pt x="75844" y="11649"/>
                      <a:pt x="77859" y="14139"/>
                      <a:pt x="77859" y="18212"/>
                    </a:cubicBezTo>
                    <a:cubicBezTo>
                      <a:pt x="77859" y="20928"/>
                      <a:pt x="76516" y="28396"/>
                      <a:pt x="74725" y="35411"/>
                    </a:cubicBezTo>
                    <a:lnTo>
                      <a:pt x="64875" y="72751"/>
                    </a:lnTo>
                    <a:cubicBezTo>
                      <a:pt x="61964" y="84293"/>
                      <a:pt x="61293" y="87461"/>
                      <a:pt x="61293" y="89724"/>
                    </a:cubicBezTo>
                    <a:cubicBezTo>
                      <a:pt x="61293" y="98323"/>
                      <a:pt x="64427" y="101944"/>
                      <a:pt x="71815" y="101944"/>
                    </a:cubicBezTo>
                    <a:cubicBezTo>
                      <a:pt x="81889" y="101944"/>
                      <a:pt x="87709" y="97192"/>
                      <a:pt x="103156" y="76372"/>
                    </a:cubicBezTo>
                    <a:lnTo>
                      <a:pt x="100022" y="7343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4356CE9C-343A-80AA-776B-EA33A2D22016}"/>
                  </a:ext>
                </a:extLst>
              </p:cNvPr>
              <p:cNvSpPr/>
              <p:nvPr>
                <p:custDataLst>
                  <p:tags r:id="rId210"/>
                </p:custDataLst>
              </p:nvPr>
            </p:nvSpPr>
            <p:spPr>
              <a:xfrm>
                <a:off x="8046103" y="5803154"/>
                <a:ext cx="136784" cy="9052"/>
              </a:xfrm>
              <a:custGeom>
                <a:avLst/>
                <a:gdLst>
                  <a:gd name="connsiteX0" fmla="*/ 129129 w 136784"/>
                  <a:gd name="connsiteY0" fmla="*/ 9160 h 9052"/>
                  <a:gd name="connsiteX1" fmla="*/ 136964 w 136784"/>
                  <a:gd name="connsiteY1" fmla="*/ 4634 h 9052"/>
                  <a:gd name="connsiteX2" fmla="*/ 129129 w 136784"/>
                  <a:gd name="connsiteY2" fmla="*/ 108 h 9052"/>
                  <a:gd name="connsiteX3" fmla="*/ 8015 w 136784"/>
                  <a:gd name="connsiteY3" fmla="*/ 108 h 9052"/>
                  <a:gd name="connsiteX4" fmla="*/ 180 w 136784"/>
                  <a:gd name="connsiteY4" fmla="*/ 4634 h 9052"/>
                  <a:gd name="connsiteX5" fmla="*/ 8015 w 136784"/>
                  <a:gd name="connsiteY5" fmla="*/ 9160 h 9052"/>
                  <a:gd name="connsiteX6" fmla="*/ 129129 w 136784"/>
                  <a:gd name="connsiteY6" fmla="*/ 9160 h 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784" h="9052">
                    <a:moveTo>
                      <a:pt x="129129" y="9160"/>
                    </a:moveTo>
                    <a:cubicBezTo>
                      <a:pt x="132935" y="9160"/>
                      <a:pt x="136964" y="9160"/>
                      <a:pt x="136964" y="4634"/>
                    </a:cubicBezTo>
                    <a:cubicBezTo>
                      <a:pt x="136964" y="108"/>
                      <a:pt x="132935" y="108"/>
                      <a:pt x="129129" y="108"/>
                    </a:cubicBezTo>
                    <a:lnTo>
                      <a:pt x="8015" y="108"/>
                    </a:lnTo>
                    <a:cubicBezTo>
                      <a:pt x="4210" y="108"/>
                      <a:pt x="180" y="108"/>
                      <a:pt x="180" y="4634"/>
                    </a:cubicBezTo>
                    <a:cubicBezTo>
                      <a:pt x="180" y="9160"/>
                      <a:pt x="4210" y="9160"/>
                      <a:pt x="8015" y="9160"/>
                    </a:cubicBezTo>
                    <a:lnTo>
                      <a:pt x="129129" y="916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4AB872FC-9FFF-0C57-B594-25D2DBEF1D0B}"/>
                  </a:ext>
                </a:extLst>
              </p:cNvPr>
              <p:cNvSpPr/>
              <p:nvPr>
                <p:custDataLst>
                  <p:tags r:id="rId211"/>
                </p:custDataLst>
              </p:nvPr>
            </p:nvSpPr>
            <p:spPr>
              <a:xfrm>
                <a:off x="8208835" y="5711275"/>
                <a:ext cx="99621" cy="152980"/>
              </a:xfrm>
              <a:custGeom>
                <a:avLst/>
                <a:gdLst>
                  <a:gd name="connsiteX0" fmla="*/ 99808 w 99621"/>
                  <a:gd name="connsiteY0" fmla="*/ 122085 h 152980"/>
                  <a:gd name="connsiteX1" fmla="*/ 96897 w 99621"/>
                  <a:gd name="connsiteY1" fmla="*/ 120954 h 152980"/>
                  <a:gd name="connsiteX2" fmla="*/ 75630 w 99621"/>
                  <a:gd name="connsiteY2" fmla="*/ 135890 h 152980"/>
                  <a:gd name="connsiteX3" fmla="*/ 22125 w 99621"/>
                  <a:gd name="connsiteY3" fmla="*/ 135890 h 152980"/>
                  <a:gd name="connsiteX4" fmla="*/ 59735 w 99621"/>
                  <a:gd name="connsiteY4" fmla="*/ 96060 h 152980"/>
                  <a:gd name="connsiteX5" fmla="*/ 88390 w 99621"/>
                  <a:gd name="connsiteY5" fmla="*/ 40164 h 152980"/>
                  <a:gd name="connsiteX6" fmla="*/ 46975 w 99621"/>
                  <a:gd name="connsiteY6" fmla="*/ 108 h 152980"/>
                  <a:gd name="connsiteX7" fmla="*/ 14737 w 99621"/>
                  <a:gd name="connsiteY7" fmla="*/ 14139 h 152980"/>
                  <a:gd name="connsiteX8" fmla="*/ 410 w 99621"/>
                  <a:gd name="connsiteY8" fmla="*/ 45142 h 152980"/>
                  <a:gd name="connsiteX9" fmla="*/ 5111 w 99621"/>
                  <a:gd name="connsiteY9" fmla="*/ 46274 h 152980"/>
                  <a:gd name="connsiteX10" fmla="*/ 37572 w 99621"/>
                  <a:gd name="connsiteY10" fmla="*/ 16854 h 152980"/>
                  <a:gd name="connsiteX11" fmla="*/ 69138 w 99621"/>
                  <a:gd name="connsiteY11" fmla="*/ 48763 h 152980"/>
                  <a:gd name="connsiteX12" fmla="*/ 40035 w 99621"/>
                  <a:gd name="connsiteY12" fmla="*/ 107602 h 152980"/>
                  <a:gd name="connsiteX13" fmla="*/ 186 w 99621"/>
                  <a:gd name="connsiteY13" fmla="*/ 150373 h 152980"/>
                  <a:gd name="connsiteX14" fmla="*/ 186 w 99621"/>
                  <a:gd name="connsiteY14" fmla="*/ 153089 h 152980"/>
                  <a:gd name="connsiteX15" fmla="*/ 87495 w 99621"/>
                  <a:gd name="connsiteY15" fmla="*/ 153089 h 152980"/>
                  <a:gd name="connsiteX16" fmla="*/ 99808 w 99621"/>
                  <a:gd name="connsiteY16" fmla="*/ 122085 h 15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621" h="152980">
                    <a:moveTo>
                      <a:pt x="99808" y="122085"/>
                    </a:moveTo>
                    <a:lnTo>
                      <a:pt x="96897" y="120954"/>
                    </a:lnTo>
                    <a:cubicBezTo>
                      <a:pt x="88614" y="133853"/>
                      <a:pt x="85704" y="135890"/>
                      <a:pt x="75630" y="135890"/>
                    </a:cubicBezTo>
                    <a:lnTo>
                      <a:pt x="22125" y="135890"/>
                    </a:lnTo>
                    <a:lnTo>
                      <a:pt x="59735" y="96060"/>
                    </a:lnTo>
                    <a:cubicBezTo>
                      <a:pt x="79660" y="75014"/>
                      <a:pt x="88390" y="57815"/>
                      <a:pt x="88390" y="40164"/>
                    </a:cubicBezTo>
                    <a:cubicBezTo>
                      <a:pt x="88390" y="17533"/>
                      <a:pt x="70257" y="108"/>
                      <a:pt x="46975" y="108"/>
                    </a:cubicBezTo>
                    <a:cubicBezTo>
                      <a:pt x="34662" y="108"/>
                      <a:pt x="23020" y="5087"/>
                      <a:pt x="14737" y="14139"/>
                    </a:cubicBezTo>
                    <a:cubicBezTo>
                      <a:pt x="7573" y="21833"/>
                      <a:pt x="4215" y="29075"/>
                      <a:pt x="410" y="45142"/>
                    </a:cubicBezTo>
                    <a:lnTo>
                      <a:pt x="5111" y="46274"/>
                    </a:lnTo>
                    <a:cubicBezTo>
                      <a:pt x="14066" y="24096"/>
                      <a:pt x="22125" y="16854"/>
                      <a:pt x="37572" y="16854"/>
                    </a:cubicBezTo>
                    <a:cubicBezTo>
                      <a:pt x="56377" y="16854"/>
                      <a:pt x="69138" y="29754"/>
                      <a:pt x="69138" y="48763"/>
                    </a:cubicBezTo>
                    <a:cubicBezTo>
                      <a:pt x="69138" y="66415"/>
                      <a:pt x="58840" y="87461"/>
                      <a:pt x="40035" y="107602"/>
                    </a:cubicBezTo>
                    <a:lnTo>
                      <a:pt x="186" y="150373"/>
                    </a:lnTo>
                    <a:lnTo>
                      <a:pt x="186" y="153089"/>
                    </a:lnTo>
                    <a:lnTo>
                      <a:pt x="87495" y="153089"/>
                    </a:lnTo>
                    <a:lnTo>
                      <a:pt x="99808" y="122085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7A9494B4-51FC-355E-95BF-033AABC132CB}"/>
                  </a:ext>
                </a:extLst>
              </p:cNvPr>
              <p:cNvSpPr/>
              <p:nvPr>
                <p:custDataLst>
                  <p:tags r:id="rId212"/>
                </p:custDataLst>
              </p:nvPr>
            </p:nvSpPr>
            <p:spPr>
              <a:xfrm>
                <a:off x="8346900" y="5588525"/>
                <a:ext cx="70186" cy="305815"/>
              </a:xfrm>
              <a:custGeom>
                <a:avLst/>
                <a:gdLst>
                  <a:gd name="connsiteX0" fmla="*/ 70377 w 70186"/>
                  <a:gd name="connsiteY0" fmla="*/ 153013 h 305815"/>
                  <a:gd name="connsiteX1" fmla="*/ 50410 w 70186"/>
                  <a:gd name="connsiteY1" fmla="*/ 57599 h 305815"/>
                  <a:gd name="connsiteX2" fmla="*/ 3216 w 70186"/>
                  <a:gd name="connsiteY2" fmla="*/ 106 h 305815"/>
                  <a:gd name="connsiteX3" fmla="*/ 190 w 70186"/>
                  <a:gd name="connsiteY3" fmla="*/ 3164 h 305815"/>
                  <a:gd name="connsiteX4" fmla="*/ 5938 w 70186"/>
                  <a:gd name="connsiteY4" fmla="*/ 10198 h 305815"/>
                  <a:gd name="connsiteX5" fmla="*/ 52830 w 70186"/>
                  <a:gd name="connsiteY5" fmla="*/ 153013 h 305815"/>
                  <a:gd name="connsiteX6" fmla="*/ 4123 w 70186"/>
                  <a:gd name="connsiteY6" fmla="*/ 297664 h 305815"/>
                  <a:gd name="connsiteX7" fmla="*/ 190 w 70186"/>
                  <a:gd name="connsiteY7" fmla="*/ 302863 h 305815"/>
                  <a:gd name="connsiteX8" fmla="*/ 3216 w 70186"/>
                  <a:gd name="connsiteY8" fmla="*/ 305921 h 305815"/>
                  <a:gd name="connsiteX9" fmla="*/ 51317 w 70186"/>
                  <a:gd name="connsiteY9" fmla="*/ 246287 h 305815"/>
                  <a:gd name="connsiteX10" fmla="*/ 70377 w 70186"/>
                  <a:gd name="connsiteY10" fmla="*/ 153013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377" y="153013"/>
                    </a:moveTo>
                    <a:cubicBezTo>
                      <a:pt x="70377" y="129160"/>
                      <a:pt x="67049" y="92156"/>
                      <a:pt x="50410" y="57599"/>
                    </a:cubicBezTo>
                    <a:cubicBezTo>
                      <a:pt x="32258" y="19984"/>
                      <a:pt x="6241" y="106"/>
                      <a:pt x="3216" y="106"/>
                    </a:cubicBezTo>
                    <a:cubicBezTo>
                      <a:pt x="1400" y="106"/>
                      <a:pt x="190" y="1329"/>
                      <a:pt x="190" y="3164"/>
                    </a:cubicBezTo>
                    <a:cubicBezTo>
                      <a:pt x="190" y="4081"/>
                      <a:pt x="190" y="4693"/>
                      <a:pt x="5938" y="10198"/>
                    </a:cubicBezTo>
                    <a:cubicBezTo>
                      <a:pt x="35586" y="40473"/>
                      <a:pt x="52830" y="89098"/>
                      <a:pt x="52830" y="153013"/>
                    </a:cubicBezTo>
                    <a:cubicBezTo>
                      <a:pt x="52830" y="205308"/>
                      <a:pt x="41637" y="259131"/>
                      <a:pt x="4123" y="297664"/>
                    </a:cubicBezTo>
                    <a:cubicBezTo>
                      <a:pt x="190" y="301334"/>
                      <a:pt x="190" y="301945"/>
                      <a:pt x="190" y="302863"/>
                    </a:cubicBezTo>
                    <a:cubicBezTo>
                      <a:pt x="190" y="304698"/>
                      <a:pt x="1400" y="305921"/>
                      <a:pt x="3216" y="305921"/>
                    </a:cubicBezTo>
                    <a:cubicBezTo>
                      <a:pt x="6241" y="305921"/>
                      <a:pt x="33468" y="285125"/>
                      <a:pt x="51317" y="246287"/>
                    </a:cubicBezTo>
                    <a:cubicBezTo>
                      <a:pt x="66746" y="212647"/>
                      <a:pt x="70377" y="178702"/>
                      <a:pt x="70377" y="1530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29B25E82-F31E-7C26-E066-C24417474F0B}"/>
                  </a:ext>
                </a:extLst>
              </p:cNvPr>
              <p:cNvSpPr/>
              <p:nvPr>
                <p:custDataLst>
                  <p:tags r:id="rId213"/>
                </p:custDataLst>
              </p:nvPr>
            </p:nvSpPr>
            <p:spPr>
              <a:xfrm>
                <a:off x="8506589" y="5639596"/>
                <a:ext cx="201180" cy="203672"/>
              </a:xfrm>
              <a:custGeom>
                <a:avLst/>
                <a:gdLst>
                  <a:gd name="connsiteX0" fmla="*/ 106988 w 201180"/>
                  <a:gd name="connsiteY0" fmla="*/ 108058 h 203672"/>
                  <a:gd name="connsiteX1" fmla="*/ 191393 w 201180"/>
                  <a:gd name="connsiteY1" fmla="*/ 108058 h 203672"/>
                  <a:gd name="connsiteX2" fmla="*/ 201376 w 201180"/>
                  <a:gd name="connsiteY2" fmla="*/ 101942 h 203672"/>
                  <a:gd name="connsiteX3" fmla="*/ 191393 w 201180"/>
                  <a:gd name="connsiteY3" fmla="*/ 95826 h 203672"/>
                  <a:gd name="connsiteX4" fmla="*/ 106988 w 201180"/>
                  <a:gd name="connsiteY4" fmla="*/ 95826 h 203672"/>
                  <a:gd name="connsiteX5" fmla="*/ 106988 w 201180"/>
                  <a:gd name="connsiteY5" fmla="*/ 10198 h 203672"/>
                  <a:gd name="connsiteX6" fmla="*/ 100938 w 201180"/>
                  <a:gd name="connsiteY6" fmla="*/ 106 h 203672"/>
                  <a:gd name="connsiteX7" fmla="*/ 94887 w 201180"/>
                  <a:gd name="connsiteY7" fmla="*/ 10198 h 203672"/>
                  <a:gd name="connsiteX8" fmla="*/ 94887 w 201180"/>
                  <a:gd name="connsiteY8" fmla="*/ 95826 h 203672"/>
                  <a:gd name="connsiteX9" fmla="*/ 10180 w 201180"/>
                  <a:gd name="connsiteY9" fmla="*/ 95826 h 203672"/>
                  <a:gd name="connsiteX10" fmla="*/ 196 w 201180"/>
                  <a:gd name="connsiteY10" fmla="*/ 101942 h 203672"/>
                  <a:gd name="connsiteX11" fmla="*/ 10180 w 201180"/>
                  <a:gd name="connsiteY11" fmla="*/ 108058 h 203672"/>
                  <a:gd name="connsiteX12" fmla="*/ 94887 w 201180"/>
                  <a:gd name="connsiteY12" fmla="*/ 108058 h 203672"/>
                  <a:gd name="connsiteX13" fmla="*/ 94887 w 201180"/>
                  <a:gd name="connsiteY13" fmla="*/ 193687 h 203672"/>
                  <a:gd name="connsiteX14" fmla="*/ 100938 w 201180"/>
                  <a:gd name="connsiteY14" fmla="*/ 203779 h 203672"/>
                  <a:gd name="connsiteX15" fmla="*/ 106988 w 201180"/>
                  <a:gd name="connsiteY15" fmla="*/ 193687 h 203672"/>
                  <a:gd name="connsiteX16" fmla="*/ 106988 w 201180"/>
                  <a:gd name="connsiteY16" fmla="*/ 108058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6988" y="108058"/>
                    </a:moveTo>
                    <a:lnTo>
                      <a:pt x="191393" y="108058"/>
                    </a:lnTo>
                    <a:cubicBezTo>
                      <a:pt x="195628" y="108058"/>
                      <a:pt x="201376" y="108058"/>
                      <a:pt x="201376" y="101942"/>
                    </a:cubicBezTo>
                    <a:cubicBezTo>
                      <a:pt x="201376" y="95826"/>
                      <a:pt x="195628" y="95826"/>
                      <a:pt x="191393" y="95826"/>
                    </a:cubicBezTo>
                    <a:lnTo>
                      <a:pt x="106988" y="95826"/>
                    </a:lnTo>
                    <a:lnTo>
                      <a:pt x="106988" y="10198"/>
                    </a:lnTo>
                    <a:cubicBezTo>
                      <a:pt x="106988" y="5916"/>
                      <a:pt x="106988" y="106"/>
                      <a:pt x="100938" y="106"/>
                    </a:cubicBezTo>
                    <a:cubicBezTo>
                      <a:pt x="94887" y="106"/>
                      <a:pt x="94887" y="5916"/>
                      <a:pt x="94887" y="10198"/>
                    </a:cubicBezTo>
                    <a:lnTo>
                      <a:pt x="94887" y="95826"/>
                    </a:lnTo>
                    <a:lnTo>
                      <a:pt x="10180" y="95826"/>
                    </a:lnTo>
                    <a:cubicBezTo>
                      <a:pt x="5944" y="95826"/>
                      <a:pt x="196" y="95826"/>
                      <a:pt x="196" y="101942"/>
                    </a:cubicBezTo>
                    <a:cubicBezTo>
                      <a:pt x="196" y="108058"/>
                      <a:pt x="5944" y="108058"/>
                      <a:pt x="10180" y="108058"/>
                    </a:cubicBezTo>
                    <a:lnTo>
                      <a:pt x="94887" y="108058"/>
                    </a:lnTo>
                    <a:lnTo>
                      <a:pt x="94887" y="193687"/>
                    </a:lnTo>
                    <a:cubicBezTo>
                      <a:pt x="94887" y="197968"/>
                      <a:pt x="94887" y="203779"/>
                      <a:pt x="100938" y="203779"/>
                    </a:cubicBezTo>
                    <a:cubicBezTo>
                      <a:pt x="106988" y="203779"/>
                      <a:pt x="106988" y="197968"/>
                      <a:pt x="106988" y="193687"/>
                    </a:cubicBezTo>
                    <a:lnTo>
                      <a:pt x="106988" y="10805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6496CFB0-7D1C-AD28-3614-A79013BF3FAB}"/>
                  </a:ext>
                </a:extLst>
              </p:cNvPr>
              <p:cNvSpPr/>
              <p:nvPr>
                <p:custDataLst>
                  <p:tags r:id="rId214"/>
                </p:custDataLst>
              </p:nvPr>
            </p:nvSpPr>
            <p:spPr>
              <a:xfrm>
                <a:off x="8771394" y="5611155"/>
                <a:ext cx="139162" cy="206730"/>
              </a:xfrm>
              <a:custGeom>
                <a:avLst/>
                <a:gdLst>
                  <a:gd name="connsiteX0" fmla="*/ 139367 w 139162"/>
                  <a:gd name="connsiteY0" fmla="*/ 136193 h 206730"/>
                  <a:gd name="connsiteX1" fmla="*/ 108510 w 139162"/>
                  <a:gd name="connsiteY1" fmla="*/ 136193 h 206730"/>
                  <a:gd name="connsiteX2" fmla="*/ 108510 w 139162"/>
                  <a:gd name="connsiteY2" fmla="*/ 106 h 206730"/>
                  <a:gd name="connsiteX3" fmla="*/ 95198 w 139162"/>
                  <a:gd name="connsiteY3" fmla="*/ 106 h 206730"/>
                  <a:gd name="connsiteX4" fmla="*/ 205 w 139162"/>
                  <a:gd name="connsiteY4" fmla="*/ 136193 h 206730"/>
                  <a:gd name="connsiteX5" fmla="*/ 205 w 139162"/>
                  <a:gd name="connsiteY5" fmla="*/ 155765 h 206730"/>
                  <a:gd name="connsiteX6" fmla="*/ 85215 w 139162"/>
                  <a:gd name="connsiteY6" fmla="*/ 155765 h 206730"/>
                  <a:gd name="connsiteX7" fmla="*/ 85215 w 139162"/>
                  <a:gd name="connsiteY7" fmla="*/ 206836 h 206730"/>
                  <a:gd name="connsiteX8" fmla="*/ 108510 w 139162"/>
                  <a:gd name="connsiteY8" fmla="*/ 206836 h 206730"/>
                  <a:gd name="connsiteX9" fmla="*/ 108510 w 139162"/>
                  <a:gd name="connsiteY9" fmla="*/ 155765 h 206730"/>
                  <a:gd name="connsiteX10" fmla="*/ 139367 w 139162"/>
                  <a:gd name="connsiteY10" fmla="*/ 155765 h 206730"/>
                  <a:gd name="connsiteX11" fmla="*/ 139367 w 139162"/>
                  <a:gd name="connsiteY11" fmla="*/ 136193 h 206730"/>
                  <a:gd name="connsiteX12" fmla="*/ 84912 w 139162"/>
                  <a:gd name="connsiteY12" fmla="*/ 136193 h 206730"/>
                  <a:gd name="connsiteX13" fmla="*/ 12306 w 139162"/>
                  <a:gd name="connsiteY13" fmla="*/ 136193 h 206730"/>
                  <a:gd name="connsiteX14" fmla="*/ 84912 w 139162"/>
                  <a:gd name="connsiteY14" fmla="*/ 31299 h 206730"/>
                  <a:gd name="connsiteX15" fmla="*/ 84912 w 139162"/>
                  <a:gd name="connsiteY15" fmla="*/ 136193 h 206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9162" h="206730">
                    <a:moveTo>
                      <a:pt x="139367" y="136193"/>
                    </a:moveTo>
                    <a:lnTo>
                      <a:pt x="108510" y="136193"/>
                    </a:lnTo>
                    <a:lnTo>
                      <a:pt x="108510" y="106"/>
                    </a:lnTo>
                    <a:lnTo>
                      <a:pt x="95198" y="106"/>
                    </a:lnTo>
                    <a:lnTo>
                      <a:pt x="205" y="136193"/>
                    </a:lnTo>
                    <a:lnTo>
                      <a:pt x="205" y="155765"/>
                    </a:lnTo>
                    <a:lnTo>
                      <a:pt x="85215" y="155765"/>
                    </a:lnTo>
                    <a:lnTo>
                      <a:pt x="85215" y="206836"/>
                    </a:lnTo>
                    <a:lnTo>
                      <a:pt x="108510" y="206836"/>
                    </a:lnTo>
                    <a:lnTo>
                      <a:pt x="108510" y="155765"/>
                    </a:lnTo>
                    <a:lnTo>
                      <a:pt x="139367" y="155765"/>
                    </a:lnTo>
                    <a:lnTo>
                      <a:pt x="139367" y="136193"/>
                    </a:lnTo>
                    <a:close/>
                    <a:moveTo>
                      <a:pt x="84912" y="136193"/>
                    </a:moveTo>
                    <a:lnTo>
                      <a:pt x="12306" y="136193"/>
                    </a:lnTo>
                    <a:lnTo>
                      <a:pt x="84912" y="31299"/>
                    </a:lnTo>
                    <a:lnTo>
                      <a:pt x="84912" y="136193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C633EF06-6667-65E5-2557-E71008FA4774}"/>
                  </a:ext>
                </a:extLst>
              </p:cNvPr>
              <p:cNvSpPr/>
              <p:nvPr>
                <p:custDataLst>
                  <p:tags r:id="rId215"/>
                </p:custDataLst>
              </p:nvPr>
            </p:nvSpPr>
            <p:spPr>
              <a:xfrm>
                <a:off x="8920671" y="5610543"/>
                <a:ext cx="172742" cy="270646"/>
              </a:xfrm>
              <a:custGeom>
                <a:avLst/>
                <a:gdLst>
                  <a:gd name="connsiteX0" fmla="*/ 55271 w 172742"/>
                  <a:gd name="connsiteY0" fmla="*/ 86346 h 270646"/>
                  <a:gd name="connsiteX1" fmla="*/ 82498 w 172742"/>
                  <a:gd name="connsiteY1" fmla="*/ 86346 h 270646"/>
                  <a:gd name="connsiteX2" fmla="*/ 55876 w 172742"/>
                  <a:gd name="connsiteY2" fmla="*/ 214788 h 270646"/>
                  <a:gd name="connsiteX3" fmla="*/ 26531 w 172742"/>
                  <a:gd name="connsiteY3" fmla="*/ 264330 h 270646"/>
                  <a:gd name="connsiteX4" fmla="*/ 20480 w 172742"/>
                  <a:gd name="connsiteY4" fmla="*/ 259437 h 270646"/>
                  <a:gd name="connsiteX5" fmla="*/ 21691 w 172742"/>
                  <a:gd name="connsiteY5" fmla="*/ 256073 h 270646"/>
                  <a:gd name="connsiteX6" fmla="*/ 23203 w 172742"/>
                  <a:gd name="connsiteY6" fmla="*/ 251180 h 270646"/>
                  <a:gd name="connsiteX7" fmla="*/ 11405 w 172742"/>
                  <a:gd name="connsiteY7" fmla="*/ 239559 h 270646"/>
                  <a:gd name="connsiteX8" fmla="*/ 211 w 172742"/>
                  <a:gd name="connsiteY8" fmla="*/ 252097 h 270646"/>
                  <a:gd name="connsiteX9" fmla="*/ 24111 w 172742"/>
                  <a:gd name="connsiteY9" fmla="*/ 270752 h 270646"/>
                  <a:gd name="connsiteX10" fmla="*/ 84616 w 172742"/>
                  <a:gd name="connsiteY10" fmla="*/ 184206 h 270646"/>
                  <a:gd name="connsiteX11" fmla="*/ 106398 w 172742"/>
                  <a:gd name="connsiteY11" fmla="*/ 86346 h 270646"/>
                  <a:gd name="connsiteX12" fmla="*/ 139373 w 172742"/>
                  <a:gd name="connsiteY12" fmla="*/ 86346 h 270646"/>
                  <a:gd name="connsiteX13" fmla="*/ 141189 w 172742"/>
                  <a:gd name="connsiteY13" fmla="*/ 76560 h 270646"/>
                  <a:gd name="connsiteX14" fmla="*/ 108516 w 172742"/>
                  <a:gd name="connsiteY14" fmla="*/ 76560 h 270646"/>
                  <a:gd name="connsiteX15" fmla="*/ 145424 w 172742"/>
                  <a:gd name="connsiteY15" fmla="*/ 6834 h 270646"/>
                  <a:gd name="connsiteX16" fmla="*/ 152080 w 172742"/>
                  <a:gd name="connsiteY16" fmla="*/ 10504 h 270646"/>
                  <a:gd name="connsiteX17" fmla="*/ 150869 w 172742"/>
                  <a:gd name="connsiteY17" fmla="*/ 13562 h 270646"/>
                  <a:gd name="connsiteX18" fmla="*/ 149054 w 172742"/>
                  <a:gd name="connsiteY18" fmla="*/ 19984 h 270646"/>
                  <a:gd name="connsiteX19" fmla="*/ 160248 w 172742"/>
                  <a:gd name="connsiteY19" fmla="*/ 32216 h 270646"/>
                  <a:gd name="connsiteX20" fmla="*/ 172954 w 172742"/>
                  <a:gd name="connsiteY20" fmla="*/ 19984 h 270646"/>
                  <a:gd name="connsiteX21" fmla="*/ 146937 w 172742"/>
                  <a:gd name="connsiteY21" fmla="*/ 106 h 270646"/>
                  <a:gd name="connsiteX22" fmla="*/ 109423 w 172742"/>
                  <a:gd name="connsiteY22" fmla="*/ 21207 h 270646"/>
                  <a:gd name="connsiteX23" fmla="*/ 85221 w 172742"/>
                  <a:gd name="connsiteY23" fmla="*/ 76560 h 270646"/>
                  <a:gd name="connsiteX24" fmla="*/ 57389 w 172742"/>
                  <a:gd name="connsiteY24" fmla="*/ 76560 h 270646"/>
                  <a:gd name="connsiteX25" fmla="*/ 55271 w 172742"/>
                  <a:gd name="connsiteY25" fmla="*/ 86346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271" y="86346"/>
                    </a:moveTo>
                    <a:lnTo>
                      <a:pt x="82498" y="86346"/>
                    </a:lnTo>
                    <a:lnTo>
                      <a:pt x="55876" y="214788"/>
                    </a:lnTo>
                    <a:cubicBezTo>
                      <a:pt x="49220" y="247510"/>
                      <a:pt x="39237" y="264330"/>
                      <a:pt x="26531" y="264330"/>
                    </a:cubicBezTo>
                    <a:cubicBezTo>
                      <a:pt x="22901" y="264330"/>
                      <a:pt x="20480" y="262189"/>
                      <a:pt x="20480" y="259437"/>
                    </a:cubicBezTo>
                    <a:cubicBezTo>
                      <a:pt x="20480" y="258519"/>
                      <a:pt x="20783" y="257602"/>
                      <a:pt x="21691" y="256073"/>
                    </a:cubicBezTo>
                    <a:cubicBezTo>
                      <a:pt x="22901" y="254238"/>
                      <a:pt x="23203" y="253015"/>
                      <a:pt x="23203" y="251180"/>
                    </a:cubicBezTo>
                    <a:cubicBezTo>
                      <a:pt x="23203" y="244758"/>
                      <a:pt x="17758" y="239559"/>
                      <a:pt x="11405" y="239559"/>
                    </a:cubicBezTo>
                    <a:cubicBezTo>
                      <a:pt x="5052" y="239559"/>
                      <a:pt x="211" y="245064"/>
                      <a:pt x="211" y="252097"/>
                    </a:cubicBezTo>
                    <a:cubicBezTo>
                      <a:pt x="211" y="262495"/>
                      <a:pt x="10800" y="270752"/>
                      <a:pt x="24111" y="270752"/>
                    </a:cubicBezTo>
                    <a:cubicBezTo>
                      <a:pt x="51036" y="270752"/>
                      <a:pt x="72212" y="240476"/>
                      <a:pt x="84616" y="184206"/>
                    </a:cubicBezTo>
                    <a:lnTo>
                      <a:pt x="106398" y="86346"/>
                    </a:lnTo>
                    <a:lnTo>
                      <a:pt x="139373" y="86346"/>
                    </a:lnTo>
                    <a:lnTo>
                      <a:pt x="141189" y="76560"/>
                    </a:lnTo>
                    <a:lnTo>
                      <a:pt x="108516" y="76560"/>
                    </a:lnTo>
                    <a:cubicBezTo>
                      <a:pt x="117289" y="28547"/>
                      <a:pt x="128482" y="6834"/>
                      <a:pt x="145424" y="6834"/>
                    </a:cubicBezTo>
                    <a:cubicBezTo>
                      <a:pt x="149357" y="6834"/>
                      <a:pt x="152080" y="8363"/>
                      <a:pt x="152080" y="10504"/>
                    </a:cubicBezTo>
                    <a:cubicBezTo>
                      <a:pt x="152080" y="11421"/>
                      <a:pt x="151777" y="12033"/>
                      <a:pt x="150869" y="13562"/>
                    </a:cubicBezTo>
                    <a:cubicBezTo>
                      <a:pt x="149659" y="16314"/>
                      <a:pt x="149054" y="17843"/>
                      <a:pt x="149054" y="19984"/>
                    </a:cubicBezTo>
                    <a:cubicBezTo>
                      <a:pt x="149054" y="27323"/>
                      <a:pt x="153592" y="32216"/>
                      <a:pt x="160248" y="32216"/>
                    </a:cubicBezTo>
                    <a:cubicBezTo>
                      <a:pt x="167206" y="32216"/>
                      <a:pt x="172954" y="26712"/>
                      <a:pt x="172954" y="19984"/>
                    </a:cubicBezTo>
                    <a:cubicBezTo>
                      <a:pt x="172954" y="8669"/>
                      <a:pt x="161760" y="106"/>
                      <a:pt x="146937" y="106"/>
                    </a:cubicBezTo>
                    <a:cubicBezTo>
                      <a:pt x="132113" y="106"/>
                      <a:pt x="120314" y="6834"/>
                      <a:pt x="109423" y="21207"/>
                    </a:cubicBezTo>
                    <a:cubicBezTo>
                      <a:pt x="100347" y="33134"/>
                      <a:pt x="94297" y="47201"/>
                      <a:pt x="85221" y="76560"/>
                    </a:cubicBezTo>
                    <a:lnTo>
                      <a:pt x="57389" y="76560"/>
                    </a:lnTo>
                    <a:lnTo>
                      <a:pt x="55271" y="86346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CAC6EBCC-C54B-4377-BCE1-977F4851777D}"/>
                  </a:ext>
                </a:extLst>
              </p:cNvPr>
              <p:cNvSpPr/>
              <p:nvPr>
                <p:custDataLst>
                  <p:tags r:id="rId216"/>
                </p:custDataLst>
              </p:nvPr>
            </p:nvSpPr>
            <p:spPr>
              <a:xfrm>
                <a:off x="9123841" y="5588525"/>
                <a:ext cx="70186" cy="305815"/>
              </a:xfrm>
              <a:custGeom>
                <a:avLst/>
                <a:gdLst>
                  <a:gd name="connsiteX0" fmla="*/ 70402 w 70186"/>
                  <a:gd name="connsiteY0" fmla="*/ 302863 h 305815"/>
                  <a:gd name="connsiteX1" fmla="*/ 65259 w 70186"/>
                  <a:gd name="connsiteY1" fmla="*/ 296135 h 305815"/>
                  <a:gd name="connsiteX2" fmla="*/ 17762 w 70186"/>
                  <a:gd name="connsiteY2" fmla="*/ 153013 h 305815"/>
                  <a:gd name="connsiteX3" fmla="*/ 66469 w 70186"/>
                  <a:gd name="connsiteY3" fmla="*/ 8363 h 305815"/>
                  <a:gd name="connsiteX4" fmla="*/ 70402 w 70186"/>
                  <a:gd name="connsiteY4" fmla="*/ 3164 h 305815"/>
                  <a:gd name="connsiteX5" fmla="*/ 67376 w 70186"/>
                  <a:gd name="connsiteY5" fmla="*/ 106 h 305815"/>
                  <a:gd name="connsiteX6" fmla="*/ 19275 w 70186"/>
                  <a:gd name="connsiteY6" fmla="*/ 59740 h 305815"/>
                  <a:gd name="connsiteX7" fmla="*/ 216 w 70186"/>
                  <a:gd name="connsiteY7" fmla="*/ 153013 h 305815"/>
                  <a:gd name="connsiteX8" fmla="*/ 20182 w 70186"/>
                  <a:gd name="connsiteY8" fmla="*/ 248428 h 305815"/>
                  <a:gd name="connsiteX9" fmla="*/ 67376 w 70186"/>
                  <a:gd name="connsiteY9" fmla="*/ 305921 h 305815"/>
                  <a:gd name="connsiteX10" fmla="*/ 70402 w 70186"/>
                  <a:gd name="connsiteY10" fmla="*/ 302863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02" y="302863"/>
                    </a:moveTo>
                    <a:cubicBezTo>
                      <a:pt x="70402" y="301945"/>
                      <a:pt x="70402" y="301334"/>
                      <a:pt x="65259" y="296135"/>
                    </a:cubicBezTo>
                    <a:cubicBezTo>
                      <a:pt x="27443" y="257602"/>
                      <a:pt x="17762" y="199803"/>
                      <a:pt x="17762" y="153013"/>
                    </a:cubicBezTo>
                    <a:cubicBezTo>
                      <a:pt x="17762" y="99801"/>
                      <a:pt x="29258" y="46590"/>
                      <a:pt x="66469" y="8363"/>
                    </a:cubicBezTo>
                    <a:cubicBezTo>
                      <a:pt x="70402" y="4693"/>
                      <a:pt x="70402" y="4081"/>
                      <a:pt x="70402" y="3164"/>
                    </a:cubicBezTo>
                    <a:cubicBezTo>
                      <a:pt x="70402" y="1023"/>
                      <a:pt x="69192" y="106"/>
                      <a:pt x="67376" y="106"/>
                    </a:cubicBezTo>
                    <a:cubicBezTo>
                      <a:pt x="64351" y="106"/>
                      <a:pt x="37124" y="20901"/>
                      <a:pt x="19275" y="59740"/>
                    </a:cubicBezTo>
                    <a:cubicBezTo>
                      <a:pt x="3846" y="93379"/>
                      <a:pt x="216" y="127325"/>
                      <a:pt x="216" y="153013"/>
                    </a:cubicBezTo>
                    <a:cubicBezTo>
                      <a:pt x="216" y="176867"/>
                      <a:pt x="3543" y="213870"/>
                      <a:pt x="20182" y="248428"/>
                    </a:cubicBezTo>
                    <a:cubicBezTo>
                      <a:pt x="38334" y="286043"/>
                      <a:pt x="64351" y="305921"/>
                      <a:pt x="67376" y="305921"/>
                    </a:cubicBezTo>
                    <a:cubicBezTo>
                      <a:pt x="69192" y="305921"/>
                      <a:pt x="70402" y="305003"/>
                      <a:pt x="70402" y="3028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EC48177C-B8C3-CD05-858E-C431596215DD}"/>
                  </a:ext>
                </a:extLst>
              </p:cNvPr>
              <p:cNvSpPr/>
              <p:nvPr>
                <p:custDataLst>
                  <p:tags r:id="rId217"/>
                </p:custDataLst>
              </p:nvPr>
            </p:nvSpPr>
            <p:spPr>
              <a:xfrm>
                <a:off x="9203540" y="5683022"/>
                <a:ext cx="143397" cy="138228"/>
              </a:xfrm>
              <a:custGeom>
                <a:avLst/>
                <a:gdLst>
                  <a:gd name="connsiteX0" fmla="*/ 130003 w 143397"/>
                  <a:gd name="connsiteY0" fmla="*/ 101025 h 138228"/>
                  <a:gd name="connsiteX1" fmla="*/ 123348 w 143397"/>
                  <a:gd name="connsiteY1" fmla="*/ 109282 h 138228"/>
                  <a:gd name="connsiteX2" fmla="*/ 109432 w 143397"/>
                  <a:gd name="connsiteY2" fmla="*/ 121514 h 138228"/>
                  <a:gd name="connsiteX3" fmla="*/ 100053 w 143397"/>
                  <a:gd name="connsiteY3" fmla="*/ 108976 h 138228"/>
                  <a:gd name="connsiteX4" fmla="*/ 98843 w 143397"/>
                  <a:gd name="connsiteY4" fmla="*/ 103777 h 138228"/>
                  <a:gd name="connsiteX5" fmla="*/ 87952 w 143397"/>
                  <a:gd name="connsiteY5" fmla="*/ 54235 h 138228"/>
                  <a:gd name="connsiteX6" fmla="*/ 117600 w 143397"/>
                  <a:gd name="connsiteY6" fmla="*/ 17231 h 138228"/>
                  <a:gd name="connsiteX7" fmla="*/ 124860 w 143397"/>
                  <a:gd name="connsiteY7" fmla="*/ 19678 h 138228"/>
                  <a:gd name="connsiteX8" fmla="*/ 133029 w 143397"/>
                  <a:gd name="connsiteY8" fmla="*/ 22430 h 138228"/>
                  <a:gd name="connsiteX9" fmla="*/ 143617 w 143397"/>
                  <a:gd name="connsiteY9" fmla="*/ 11421 h 138228"/>
                  <a:gd name="connsiteX10" fmla="*/ 131214 w 143397"/>
                  <a:gd name="connsiteY10" fmla="*/ 106 h 138228"/>
                  <a:gd name="connsiteX11" fmla="*/ 85532 w 143397"/>
                  <a:gd name="connsiteY11" fmla="*/ 43837 h 138228"/>
                  <a:gd name="connsiteX12" fmla="*/ 82204 w 143397"/>
                  <a:gd name="connsiteY12" fmla="*/ 27018 h 138228"/>
                  <a:gd name="connsiteX13" fmla="*/ 66473 w 143397"/>
                  <a:gd name="connsiteY13" fmla="*/ 106 h 138228"/>
                  <a:gd name="connsiteX14" fmla="*/ 31077 w 143397"/>
                  <a:gd name="connsiteY14" fmla="*/ 8974 h 138228"/>
                  <a:gd name="connsiteX15" fmla="*/ 27749 w 143397"/>
                  <a:gd name="connsiteY15" fmla="*/ 10198 h 138228"/>
                  <a:gd name="connsiteX16" fmla="*/ 28959 w 143397"/>
                  <a:gd name="connsiteY16" fmla="*/ 14785 h 138228"/>
                  <a:gd name="connsiteX17" fmla="*/ 45901 w 143397"/>
                  <a:gd name="connsiteY17" fmla="*/ 11421 h 138228"/>
                  <a:gd name="connsiteX18" fmla="*/ 59515 w 143397"/>
                  <a:gd name="connsiteY18" fmla="*/ 32522 h 138228"/>
                  <a:gd name="connsiteX19" fmla="*/ 68288 w 143397"/>
                  <a:gd name="connsiteY19" fmla="*/ 70137 h 138228"/>
                  <a:gd name="connsiteX20" fmla="*/ 43481 w 143397"/>
                  <a:gd name="connsiteY20" fmla="*/ 105918 h 138228"/>
                  <a:gd name="connsiteX21" fmla="*/ 28052 w 143397"/>
                  <a:gd name="connsiteY21" fmla="*/ 120597 h 138228"/>
                  <a:gd name="connsiteX22" fmla="*/ 20186 w 143397"/>
                  <a:gd name="connsiteY22" fmla="*/ 117845 h 138228"/>
                  <a:gd name="connsiteX23" fmla="*/ 10505 w 143397"/>
                  <a:gd name="connsiteY23" fmla="*/ 114786 h 138228"/>
                  <a:gd name="connsiteX24" fmla="*/ 219 w 143397"/>
                  <a:gd name="connsiteY24" fmla="*/ 125490 h 138228"/>
                  <a:gd name="connsiteX25" fmla="*/ 15346 w 143397"/>
                  <a:gd name="connsiteY25" fmla="*/ 138334 h 138228"/>
                  <a:gd name="connsiteX26" fmla="*/ 43481 w 143397"/>
                  <a:gd name="connsiteY26" fmla="*/ 116927 h 138228"/>
                  <a:gd name="connsiteX27" fmla="*/ 70708 w 143397"/>
                  <a:gd name="connsiteY27" fmla="*/ 81147 h 138228"/>
                  <a:gd name="connsiteX28" fmla="*/ 79784 w 143397"/>
                  <a:gd name="connsiteY28" fmla="*/ 117845 h 138228"/>
                  <a:gd name="connsiteX29" fmla="*/ 97331 w 143397"/>
                  <a:gd name="connsiteY29" fmla="*/ 138334 h 138228"/>
                  <a:gd name="connsiteX30" fmla="*/ 134239 w 143397"/>
                  <a:gd name="connsiteY30" fmla="*/ 103471 h 138228"/>
                  <a:gd name="connsiteX31" fmla="*/ 130003 w 143397"/>
                  <a:gd name="connsiteY31" fmla="*/ 101025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30003" y="101025"/>
                    </a:moveTo>
                    <a:cubicBezTo>
                      <a:pt x="127583" y="103777"/>
                      <a:pt x="126071" y="105612"/>
                      <a:pt x="123348" y="109282"/>
                    </a:cubicBezTo>
                    <a:cubicBezTo>
                      <a:pt x="116390" y="118456"/>
                      <a:pt x="112759" y="121514"/>
                      <a:pt x="109432" y="121514"/>
                    </a:cubicBezTo>
                    <a:cubicBezTo>
                      <a:pt x="104894" y="121514"/>
                      <a:pt x="102171" y="117539"/>
                      <a:pt x="100053" y="108976"/>
                    </a:cubicBezTo>
                    <a:cubicBezTo>
                      <a:pt x="99448" y="106529"/>
                      <a:pt x="99146" y="104695"/>
                      <a:pt x="98843" y="103777"/>
                    </a:cubicBezTo>
                    <a:cubicBezTo>
                      <a:pt x="91280" y="72890"/>
                      <a:pt x="87952" y="58822"/>
                      <a:pt x="87952" y="54235"/>
                    </a:cubicBezTo>
                    <a:cubicBezTo>
                      <a:pt x="101263" y="30687"/>
                      <a:pt x="112154" y="17231"/>
                      <a:pt x="117600" y="17231"/>
                    </a:cubicBezTo>
                    <a:cubicBezTo>
                      <a:pt x="119415" y="17231"/>
                      <a:pt x="121835" y="18149"/>
                      <a:pt x="124860" y="19678"/>
                    </a:cubicBezTo>
                    <a:cubicBezTo>
                      <a:pt x="128491" y="21819"/>
                      <a:pt x="130608" y="22430"/>
                      <a:pt x="133029" y="22430"/>
                    </a:cubicBezTo>
                    <a:cubicBezTo>
                      <a:pt x="139382" y="22430"/>
                      <a:pt x="143617" y="17843"/>
                      <a:pt x="143617" y="11421"/>
                    </a:cubicBezTo>
                    <a:cubicBezTo>
                      <a:pt x="143617" y="4999"/>
                      <a:pt x="138474" y="106"/>
                      <a:pt x="131214" y="106"/>
                    </a:cubicBezTo>
                    <a:cubicBezTo>
                      <a:pt x="117902" y="106"/>
                      <a:pt x="106406" y="11115"/>
                      <a:pt x="85532" y="43837"/>
                    </a:cubicBezTo>
                    <a:lnTo>
                      <a:pt x="82204" y="27018"/>
                    </a:lnTo>
                    <a:cubicBezTo>
                      <a:pt x="77969" y="6222"/>
                      <a:pt x="74641" y="106"/>
                      <a:pt x="66473" y="106"/>
                    </a:cubicBezTo>
                    <a:cubicBezTo>
                      <a:pt x="59817" y="106"/>
                      <a:pt x="49531" y="2858"/>
                      <a:pt x="31077" y="8974"/>
                    </a:cubicBezTo>
                    <a:lnTo>
                      <a:pt x="27749" y="10198"/>
                    </a:lnTo>
                    <a:lnTo>
                      <a:pt x="28959" y="14785"/>
                    </a:lnTo>
                    <a:cubicBezTo>
                      <a:pt x="40455" y="12033"/>
                      <a:pt x="43178" y="11421"/>
                      <a:pt x="45901" y="11421"/>
                    </a:cubicBezTo>
                    <a:cubicBezTo>
                      <a:pt x="53464" y="11421"/>
                      <a:pt x="55279" y="14173"/>
                      <a:pt x="59515" y="32522"/>
                    </a:cubicBezTo>
                    <a:lnTo>
                      <a:pt x="68288" y="70137"/>
                    </a:lnTo>
                    <a:lnTo>
                      <a:pt x="43481" y="105918"/>
                    </a:lnTo>
                    <a:cubicBezTo>
                      <a:pt x="37430" y="115092"/>
                      <a:pt x="31380" y="120597"/>
                      <a:pt x="28052" y="120597"/>
                    </a:cubicBezTo>
                    <a:cubicBezTo>
                      <a:pt x="26237" y="120597"/>
                      <a:pt x="23211" y="119680"/>
                      <a:pt x="20186" y="117845"/>
                    </a:cubicBezTo>
                    <a:cubicBezTo>
                      <a:pt x="16253" y="115704"/>
                      <a:pt x="12926" y="114786"/>
                      <a:pt x="10505" y="114786"/>
                    </a:cubicBezTo>
                    <a:cubicBezTo>
                      <a:pt x="4757" y="114786"/>
                      <a:pt x="219" y="119374"/>
                      <a:pt x="219" y="125490"/>
                    </a:cubicBezTo>
                    <a:cubicBezTo>
                      <a:pt x="219" y="133441"/>
                      <a:pt x="6270" y="138334"/>
                      <a:pt x="15346" y="138334"/>
                    </a:cubicBezTo>
                    <a:cubicBezTo>
                      <a:pt x="24724" y="138334"/>
                      <a:pt x="28354" y="135582"/>
                      <a:pt x="43481" y="116927"/>
                    </a:cubicBezTo>
                    <a:cubicBezTo>
                      <a:pt x="51649" y="107141"/>
                      <a:pt x="58002" y="98884"/>
                      <a:pt x="70708" y="81147"/>
                    </a:cubicBezTo>
                    <a:lnTo>
                      <a:pt x="79784" y="117845"/>
                    </a:lnTo>
                    <a:cubicBezTo>
                      <a:pt x="83717" y="133441"/>
                      <a:pt x="87650" y="138334"/>
                      <a:pt x="97331" y="138334"/>
                    </a:cubicBezTo>
                    <a:cubicBezTo>
                      <a:pt x="108827" y="138334"/>
                      <a:pt x="116692" y="130995"/>
                      <a:pt x="134239" y="103471"/>
                    </a:cubicBezTo>
                    <a:lnTo>
                      <a:pt x="130003" y="10102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BF7311A9-3BEF-1F4C-8986-A523EAD521C0}"/>
                  </a:ext>
                </a:extLst>
              </p:cNvPr>
              <p:cNvSpPr/>
              <p:nvPr>
                <p:custDataLst>
                  <p:tags r:id="rId218"/>
                </p:custDataLst>
              </p:nvPr>
            </p:nvSpPr>
            <p:spPr>
              <a:xfrm>
                <a:off x="9349666" y="5764456"/>
                <a:ext cx="102980" cy="101836"/>
              </a:xfrm>
              <a:custGeom>
                <a:avLst/>
                <a:gdLst>
                  <a:gd name="connsiteX0" fmla="*/ 100069 w 102980"/>
                  <a:gd name="connsiteY0" fmla="*/ 73430 h 101836"/>
                  <a:gd name="connsiteX1" fmla="*/ 95368 w 102980"/>
                  <a:gd name="connsiteY1" fmla="*/ 79314 h 101836"/>
                  <a:gd name="connsiteX2" fmla="*/ 81712 w 102980"/>
                  <a:gd name="connsiteY2" fmla="*/ 91308 h 101836"/>
                  <a:gd name="connsiteX3" fmla="*/ 78130 w 102980"/>
                  <a:gd name="connsiteY3" fmla="*/ 87687 h 101836"/>
                  <a:gd name="connsiteX4" fmla="*/ 81264 w 102980"/>
                  <a:gd name="connsiteY4" fmla="*/ 73430 h 101836"/>
                  <a:gd name="connsiteX5" fmla="*/ 94025 w 102980"/>
                  <a:gd name="connsiteY5" fmla="*/ 26812 h 101836"/>
                  <a:gd name="connsiteX6" fmla="*/ 96040 w 102980"/>
                  <a:gd name="connsiteY6" fmla="*/ 13912 h 101836"/>
                  <a:gd name="connsiteX7" fmla="*/ 81264 w 102980"/>
                  <a:gd name="connsiteY7" fmla="*/ 108 h 101836"/>
                  <a:gd name="connsiteX8" fmla="*/ 29774 w 102980"/>
                  <a:gd name="connsiteY8" fmla="*/ 49895 h 101836"/>
                  <a:gd name="connsiteX9" fmla="*/ 44773 w 102980"/>
                  <a:gd name="connsiteY9" fmla="*/ 561 h 101836"/>
                  <a:gd name="connsiteX10" fmla="*/ 44102 w 102980"/>
                  <a:gd name="connsiteY10" fmla="*/ 108 h 101836"/>
                  <a:gd name="connsiteX11" fmla="*/ 7835 w 102980"/>
                  <a:gd name="connsiteY11" fmla="*/ 7123 h 101836"/>
                  <a:gd name="connsiteX12" fmla="*/ 7835 w 102980"/>
                  <a:gd name="connsiteY12" fmla="*/ 10744 h 101836"/>
                  <a:gd name="connsiteX13" fmla="*/ 22163 w 102980"/>
                  <a:gd name="connsiteY13" fmla="*/ 16854 h 101836"/>
                  <a:gd name="connsiteX14" fmla="*/ 21715 w 102980"/>
                  <a:gd name="connsiteY14" fmla="*/ 20701 h 101836"/>
                  <a:gd name="connsiteX15" fmla="*/ 223 w 102980"/>
                  <a:gd name="connsiteY15" fmla="*/ 99908 h 101836"/>
                  <a:gd name="connsiteX16" fmla="*/ 17014 w 102980"/>
                  <a:gd name="connsiteY16" fmla="*/ 99908 h 101836"/>
                  <a:gd name="connsiteX17" fmla="*/ 39401 w 102980"/>
                  <a:gd name="connsiteY17" fmla="*/ 43784 h 101836"/>
                  <a:gd name="connsiteX18" fmla="*/ 72533 w 102980"/>
                  <a:gd name="connsiteY18" fmla="*/ 11649 h 101836"/>
                  <a:gd name="connsiteX19" fmla="*/ 77906 w 102980"/>
                  <a:gd name="connsiteY19" fmla="*/ 18212 h 101836"/>
                  <a:gd name="connsiteX20" fmla="*/ 74772 w 102980"/>
                  <a:gd name="connsiteY20" fmla="*/ 35411 h 101836"/>
                  <a:gd name="connsiteX21" fmla="*/ 64922 w 102980"/>
                  <a:gd name="connsiteY21" fmla="*/ 72751 h 101836"/>
                  <a:gd name="connsiteX22" fmla="*/ 61340 w 102980"/>
                  <a:gd name="connsiteY22" fmla="*/ 89724 h 101836"/>
                  <a:gd name="connsiteX23" fmla="*/ 71862 w 102980"/>
                  <a:gd name="connsiteY23" fmla="*/ 101944 h 101836"/>
                  <a:gd name="connsiteX24" fmla="*/ 103203 w 102980"/>
                  <a:gd name="connsiteY24" fmla="*/ 76372 h 101836"/>
                  <a:gd name="connsiteX25" fmla="*/ 100069 w 102980"/>
                  <a:gd name="connsiteY25" fmla="*/ 73430 h 101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2980" h="101836">
                    <a:moveTo>
                      <a:pt x="100069" y="73430"/>
                    </a:moveTo>
                    <a:lnTo>
                      <a:pt x="95368" y="79314"/>
                    </a:lnTo>
                    <a:cubicBezTo>
                      <a:pt x="88876" y="87687"/>
                      <a:pt x="84846" y="91308"/>
                      <a:pt x="81712" y="91308"/>
                    </a:cubicBezTo>
                    <a:cubicBezTo>
                      <a:pt x="79921" y="91308"/>
                      <a:pt x="78130" y="89498"/>
                      <a:pt x="78130" y="87687"/>
                    </a:cubicBezTo>
                    <a:cubicBezTo>
                      <a:pt x="78130" y="86103"/>
                      <a:pt x="78130" y="86103"/>
                      <a:pt x="81264" y="73430"/>
                    </a:cubicBezTo>
                    <a:lnTo>
                      <a:pt x="94025" y="26812"/>
                    </a:lnTo>
                    <a:cubicBezTo>
                      <a:pt x="95144" y="22059"/>
                      <a:pt x="96040" y="17081"/>
                      <a:pt x="96040" y="13912"/>
                    </a:cubicBezTo>
                    <a:cubicBezTo>
                      <a:pt x="96040" y="5765"/>
                      <a:pt x="89995" y="108"/>
                      <a:pt x="81264" y="108"/>
                    </a:cubicBezTo>
                    <a:cubicBezTo>
                      <a:pt x="66936" y="108"/>
                      <a:pt x="52833" y="13686"/>
                      <a:pt x="29774" y="49895"/>
                    </a:cubicBezTo>
                    <a:lnTo>
                      <a:pt x="44773" y="561"/>
                    </a:lnTo>
                    <a:lnTo>
                      <a:pt x="44102" y="108"/>
                    </a:lnTo>
                    <a:cubicBezTo>
                      <a:pt x="32013" y="2597"/>
                      <a:pt x="27312" y="3502"/>
                      <a:pt x="7835" y="7123"/>
                    </a:cubicBezTo>
                    <a:lnTo>
                      <a:pt x="7835" y="10744"/>
                    </a:lnTo>
                    <a:cubicBezTo>
                      <a:pt x="19252" y="10970"/>
                      <a:pt x="22163" y="12328"/>
                      <a:pt x="22163" y="16854"/>
                    </a:cubicBezTo>
                    <a:cubicBezTo>
                      <a:pt x="22163" y="18212"/>
                      <a:pt x="21939" y="19570"/>
                      <a:pt x="21715" y="20701"/>
                    </a:cubicBezTo>
                    <a:lnTo>
                      <a:pt x="223" y="99908"/>
                    </a:lnTo>
                    <a:lnTo>
                      <a:pt x="17014" y="99908"/>
                    </a:lnTo>
                    <a:cubicBezTo>
                      <a:pt x="27535" y="64152"/>
                      <a:pt x="29550" y="59173"/>
                      <a:pt x="39401" y="43784"/>
                    </a:cubicBezTo>
                    <a:cubicBezTo>
                      <a:pt x="52833" y="22964"/>
                      <a:pt x="64250" y="11649"/>
                      <a:pt x="72533" y="11649"/>
                    </a:cubicBezTo>
                    <a:cubicBezTo>
                      <a:pt x="75891" y="11649"/>
                      <a:pt x="77906" y="14139"/>
                      <a:pt x="77906" y="18212"/>
                    </a:cubicBezTo>
                    <a:cubicBezTo>
                      <a:pt x="77906" y="20928"/>
                      <a:pt x="76563" y="28396"/>
                      <a:pt x="74772" y="35411"/>
                    </a:cubicBezTo>
                    <a:lnTo>
                      <a:pt x="64922" y="72751"/>
                    </a:lnTo>
                    <a:cubicBezTo>
                      <a:pt x="62011" y="84293"/>
                      <a:pt x="61340" y="87461"/>
                      <a:pt x="61340" y="89724"/>
                    </a:cubicBezTo>
                    <a:cubicBezTo>
                      <a:pt x="61340" y="98323"/>
                      <a:pt x="64474" y="101944"/>
                      <a:pt x="71862" y="101944"/>
                    </a:cubicBezTo>
                    <a:cubicBezTo>
                      <a:pt x="81936" y="101944"/>
                      <a:pt x="87756" y="97192"/>
                      <a:pt x="103203" y="76372"/>
                    </a:cubicBezTo>
                    <a:lnTo>
                      <a:pt x="100069" y="7343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B7BF95FA-9E03-5AF3-7226-612B272CD1BD}"/>
                  </a:ext>
                </a:extLst>
              </p:cNvPr>
              <p:cNvSpPr/>
              <p:nvPr>
                <p:custDataLst>
                  <p:tags r:id="rId219"/>
                </p:custDataLst>
              </p:nvPr>
            </p:nvSpPr>
            <p:spPr>
              <a:xfrm>
                <a:off x="9477468" y="5803154"/>
                <a:ext cx="136784" cy="9052"/>
              </a:xfrm>
              <a:custGeom>
                <a:avLst/>
                <a:gdLst>
                  <a:gd name="connsiteX0" fmla="*/ 129176 w 136784"/>
                  <a:gd name="connsiteY0" fmla="*/ 9160 h 9052"/>
                  <a:gd name="connsiteX1" fmla="*/ 137011 w 136784"/>
                  <a:gd name="connsiteY1" fmla="*/ 4634 h 9052"/>
                  <a:gd name="connsiteX2" fmla="*/ 129176 w 136784"/>
                  <a:gd name="connsiteY2" fmla="*/ 108 h 9052"/>
                  <a:gd name="connsiteX3" fmla="*/ 8062 w 136784"/>
                  <a:gd name="connsiteY3" fmla="*/ 108 h 9052"/>
                  <a:gd name="connsiteX4" fmla="*/ 227 w 136784"/>
                  <a:gd name="connsiteY4" fmla="*/ 4634 h 9052"/>
                  <a:gd name="connsiteX5" fmla="*/ 8062 w 136784"/>
                  <a:gd name="connsiteY5" fmla="*/ 9160 h 9052"/>
                  <a:gd name="connsiteX6" fmla="*/ 129176 w 136784"/>
                  <a:gd name="connsiteY6" fmla="*/ 9160 h 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784" h="9052">
                    <a:moveTo>
                      <a:pt x="129176" y="9160"/>
                    </a:moveTo>
                    <a:cubicBezTo>
                      <a:pt x="132982" y="9160"/>
                      <a:pt x="137011" y="9160"/>
                      <a:pt x="137011" y="4634"/>
                    </a:cubicBezTo>
                    <a:cubicBezTo>
                      <a:pt x="137011" y="108"/>
                      <a:pt x="132982" y="108"/>
                      <a:pt x="129176" y="108"/>
                    </a:cubicBezTo>
                    <a:lnTo>
                      <a:pt x="8062" y="108"/>
                    </a:lnTo>
                    <a:cubicBezTo>
                      <a:pt x="4257" y="108"/>
                      <a:pt x="227" y="108"/>
                      <a:pt x="227" y="4634"/>
                    </a:cubicBezTo>
                    <a:cubicBezTo>
                      <a:pt x="227" y="9160"/>
                      <a:pt x="4257" y="9160"/>
                      <a:pt x="8062" y="9160"/>
                    </a:cubicBezTo>
                    <a:lnTo>
                      <a:pt x="129176" y="916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16FC37F8-E2D6-31EA-AB41-26F7FF9C4119}"/>
                  </a:ext>
                </a:extLst>
              </p:cNvPr>
              <p:cNvSpPr/>
              <p:nvPr>
                <p:custDataLst>
                  <p:tags r:id="rId220"/>
                </p:custDataLst>
              </p:nvPr>
            </p:nvSpPr>
            <p:spPr>
              <a:xfrm>
                <a:off x="9658333" y="5711275"/>
                <a:ext cx="63355" cy="152980"/>
              </a:xfrm>
              <a:custGeom>
                <a:avLst/>
                <a:gdLst>
                  <a:gd name="connsiteX0" fmla="*/ 40529 w 63355"/>
                  <a:gd name="connsiteY0" fmla="*/ 108 h 152980"/>
                  <a:gd name="connsiteX1" fmla="*/ 233 w 63355"/>
                  <a:gd name="connsiteY1" fmla="*/ 20701 h 152980"/>
                  <a:gd name="connsiteX2" fmla="*/ 233 w 63355"/>
                  <a:gd name="connsiteY2" fmla="*/ 23870 h 152980"/>
                  <a:gd name="connsiteX3" fmla="*/ 6277 w 63355"/>
                  <a:gd name="connsiteY3" fmla="*/ 21380 h 152980"/>
                  <a:gd name="connsiteX4" fmla="*/ 16351 w 63355"/>
                  <a:gd name="connsiteY4" fmla="*/ 18891 h 152980"/>
                  <a:gd name="connsiteX5" fmla="*/ 23067 w 63355"/>
                  <a:gd name="connsiteY5" fmla="*/ 29527 h 152980"/>
                  <a:gd name="connsiteX6" fmla="*/ 23067 w 63355"/>
                  <a:gd name="connsiteY6" fmla="*/ 132043 h 152980"/>
                  <a:gd name="connsiteX7" fmla="*/ 17695 w 63355"/>
                  <a:gd name="connsiteY7" fmla="*/ 146752 h 152980"/>
                  <a:gd name="connsiteX8" fmla="*/ 1800 w 63355"/>
                  <a:gd name="connsiteY8" fmla="*/ 149694 h 152980"/>
                  <a:gd name="connsiteX9" fmla="*/ 1800 w 63355"/>
                  <a:gd name="connsiteY9" fmla="*/ 153089 h 152980"/>
                  <a:gd name="connsiteX10" fmla="*/ 63588 w 63355"/>
                  <a:gd name="connsiteY10" fmla="*/ 153089 h 152980"/>
                  <a:gd name="connsiteX11" fmla="*/ 63588 w 63355"/>
                  <a:gd name="connsiteY11" fmla="*/ 149694 h 152980"/>
                  <a:gd name="connsiteX12" fmla="*/ 42320 w 63355"/>
                  <a:gd name="connsiteY12" fmla="*/ 136342 h 152980"/>
                  <a:gd name="connsiteX13" fmla="*/ 42320 w 63355"/>
                  <a:gd name="connsiteY13" fmla="*/ 561 h 152980"/>
                  <a:gd name="connsiteX14" fmla="*/ 40529 w 63355"/>
                  <a:gd name="connsiteY14" fmla="*/ 108 h 15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355" h="152980">
                    <a:moveTo>
                      <a:pt x="40529" y="108"/>
                    </a:moveTo>
                    <a:lnTo>
                      <a:pt x="233" y="20701"/>
                    </a:lnTo>
                    <a:lnTo>
                      <a:pt x="233" y="23870"/>
                    </a:lnTo>
                    <a:cubicBezTo>
                      <a:pt x="2919" y="22738"/>
                      <a:pt x="5382" y="21833"/>
                      <a:pt x="6277" y="21380"/>
                    </a:cubicBezTo>
                    <a:cubicBezTo>
                      <a:pt x="10307" y="19796"/>
                      <a:pt x="14113" y="18891"/>
                      <a:pt x="16351" y="18891"/>
                    </a:cubicBezTo>
                    <a:cubicBezTo>
                      <a:pt x="21053" y="18891"/>
                      <a:pt x="23067" y="22286"/>
                      <a:pt x="23067" y="29527"/>
                    </a:cubicBezTo>
                    <a:lnTo>
                      <a:pt x="23067" y="132043"/>
                    </a:lnTo>
                    <a:cubicBezTo>
                      <a:pt x="23067" y="139511"/>
                      <a:pt x="21276" y="144716"/>
                      <a:pt x="17695" y="146752"/>
                    </a:cubicBezTo>
                    <a:cubicBezTo>
                      <a:pt x="14337" y="148789"/>
                      <a:pt x="11202" y="149468"/>
                      <a:pt x="1800" y="149694"/>
                    </a:cubicBezTo>
                    <a:lnTo>
                      <a:pt x="1800" y="153089"/>
                    </a:lnTo>
                    <a:lnTo>
                      <a:pt x="63588" y="153089"/>
                    </a:lnTo>
                    <a:lnTo>
                      <a:pt x="63588" y="149694"/>
                    </a:lnTo>
                    <a:cubicBezTo>
                      <a:pt x="45902" y="149468"/>
                      <a:pt x="42320" y="147205"/>
                      <a:pt x="42320" y="136342"/>
                    </a:cubicBezTo>
                    <a:lnTo>
                      <a:pt x="42320" y="561"/>
                    </a:lnTo>
                    <a:lnTo>
                      <a:pt x="40529" y="108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94DC949A-27A7-8F19-231F-88A23DC88F0B}"/>
                  </a:ext>
                </a:extLst>
              </p:cNvPr>
              <p:cNvSpPr/>
              <p:nvPr>
                <p:custDataLst>
                  <p:tags r:id="rId221"/>
                </p:custDataLst>
              </p:nvPr>
            </p:nvSpPr>
            <p:spPr>
              <a:xfrm>
                <a:off x="9778265" y="5588525"/>
                <a:ext cx="70186" cy="305815"/>
              </a:xfrm>
              <a:custGeom>
                <a:avLst/>
                <a:gdLst>
                  <a:gd name="connsiteX0" fmla="*/ 70424 w 70186"/>
                  <a:gd name="connsiteY0" fmla="*/ 153013 h 305815"/>
                  <a:gd name="connsiteX1" fmla="*/ 50457 w 70186"/>
                  <a:gd name="connsiteY1" fmla="*/ 57599 h 305815"/>
                  <a:gd name="connsiteX2" fmla="*/ 3263 w 70186"/>
                  <a:gd name="connsiteY2" fmla="*/ 106 h 305815"/>
                  <a:gd name="connsiteX3" fmla="*/ 237 w 70186"/>
                  <a:gd name="connsiteY3" fmla="*/ 3164 h 305815"/>
                  <a:gd name="connsiteX4" fmla="*/ 5985 w 70186"/>
                  <a:gd name="connsiteY4" fmla="*/ 10198 h 305815"/>
                  <a:gd name="connsiteX5" fmla="*/ 52877 w 70186"/>
                  <a:gd name="connsiteY5" fmla="*/ 153013 h 305815"/>
                  <a:gd name="connsiteX6" fmla="*/ 4170 w 70186"/>
                  <a:gd name="connsiteY6" fmla="*/ 297664 h 305815"/>
                  <a:gd name="connsiteX7" fmla="*/ 237 w 70186"/>
                  <a:gd name="connsiteY7" fmla="*/ 302863 h 305815"/>
                  <a:gd name="connsiteX8" fmla="*/ 3263 w 70186"/>
                  <a:gd name="connsiteY8" fmla="*/ 305921 h 305815"/>
                  <a:gd name="connsiteX9" fmla="*/ 51364 w 70186"/>
                  <a:gd name="connsiteY9" fmla="*/ 246287 h 305815"/>
                  <a:gd name="connsiteX10" fmla="*/ 70424 w 70186"/>
                  <a:gd name="connsiteY10" fmla="*/ 153013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24" y="153013"/>
                    </a:moveTo>
                    <a:cubicBezTo>
                      <a:pt x="70424" y="129160"/>
                      <a:pt x="67096" y="92156"/>
                      <a:pt x="50457" y="57599"/>
                    </a:cubicBezTo>
                    <a:cubicBezTo>
                      <a:pt x="32305" y="19984"/>
                      <a:pt x="6288" y="106"/>
                      <a:pt x="3263" y="106"/>
                    </a:cubicBezTo>
                    <a:cubicBezTo>
                      <a:pt x="1447" y="106"/>
                      <a:pt x="237" y="1329"/>
                      <a:pt x="237" y="3164"/>
                    </a:cubicBezTo>
                    <a:cubicBezTo>
                      <a:pt x="237" y="4081"/>
                      <a:pt x="237" y="4693"/>
                      <a:pt x="5985" y="10198"/>
                    </a:cubicBezTo>
                    <a:cubicBezTo>
                      <a:pt x="35633" y="40473"/>
                      <a:pt x="52877" y="89098"/>
                      <a:pt x="52877" y="153013"/>
                    </a:cubicBezTo>
                    <a:cubicBezTo>
                      <a:pt x="52877" y="205308"/>
                      <a:pt x="41684" y="259131"/>
                      <a:pt x="4170" y="297664"/>
                    </a:cubicBezTo>
                    <a:cubicBezTo>
                      <a:pt x="237" y="301334"/>
                      <a:pt x="237" y="301945"/>
                      <a:pt x="237" y="302863"/>
                    </a:cubicBezTo>
                    <a:cubicBezTo>
                      <a:pt x="237" y="304698"/>
                      <a:pt x="1447" y="305921"/>
                      <a:pt x="3263" y="305921"/>
                    </a:cubicBezTo>
                    <a:cubicBezTo>
                      <a:pt x="6288" y="305921"/>
                      <a:pt x="33515" y="285125"/>
                      <a:pt x="51364" y="246287"/>
                    </a:cubicBezTo>
                    <a:cubicBezTo>
                      <a:pt x="66793" y="212647"/>
                      <a:pt x="70424" y="178702"/>
                      <a:pt x="70424" y="1530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AA2FDA22-7AD6-65FA-6C64-67D0EFCC1FC7}"/>
                  </a:ext>
                </a:extLst>
              </p:cNvPr>
              <p:cNvSpPr/>
              <p:nvPr>
                <p:custDataLst>
                  <p:tags r:id="rId222"/>
                </p:custDataLst>
              </p:nvPr>
            </p:nvSpPr>
            <p:spPr>
              <a:xfrm>
                <a:off x="9937953" y="5639596"/>
                <a:ext cx="201180" cy="203672"/>
              </a:xfrm>
              <a:custGeom>
                <a:avLst/>
                <a:gdLst>
                  <a:gd name="connsiteX0" fmla="*/ 107035 w 201180"/>
                  <a:gd name="connsiteY0" fmla="*/ 108058 h 203672"/>
                  <a:gd name="connsiteX1" fmla="*/ 191440 w 201180"/>
                  <a:gd name="connsiteY1" fmla="*/ 108058 h 203672"/>
                  <a:gd name="connsiteX2" fmla="*/ 201423 w 201180"/>
                  <a:gd name="connsiteY2" fmla="*/ 101942 h 203672"/>
                  <a:gd name="connsiteX3" fmla="*/ 191440 w 201180"/>
                  <a:gd name="connsiteY3" fmla="*/ 95826 h 203672"/>
                  <a:gd name="connsiteX4" fmla="*/ 107035 w 201180"/>
                  <a:gd name="connsiteY4" fmla="*/ 95826 h 203672"/>
                  <a:gd name="connsiteX5" fmla="*/ 107035 w 201180"/>
                  <a:gd name="connsiteY5" fmla="*/ 10198 h 203672"/>
                  <a:gd name="connsiteX6" fmla="*/ 100985 w 201180"/>
                  <a:gd name="connsiteY6" fmla="*/ 106 h 203672"/>
                  <a:gd name="connsiteX7" fmla="*/ 94934 w 201180"/>
                  <a:gd name="connsiteY7" fmla="*/ 10198 h 203672"/>
                  <a:gd name="connsiteX8" fmla="*/ 94934 w 201180"/>
                  <a:gd name="connsiteY8" fmla="*/ 95826 h 203672"/>
                  <a:gd name="connsiteX9" fmla="*/ 10227 w 201180"/>
                  <a:gd name="connsiteY9" fmla="*/ 95826 h 203672"/>
                  <a:gd name="connsiteX10" fmla="*/ 243 w 201180"/>
                  <a:gd name="connsiteY10" fmla="*/ 101942 h 203672"/>
                  <a:gd name="connsiteX11" fmla="*/ 10227 w 201180"/>
                  <a:gd name="connsiteY11" fmla="*/ 108058 h 203672"/>
                  <a:gd name="connsiteX12" fmla="*/ 94934 w 201180"/>
                  <a:gd name="connsiteY12" fmla="*/ 108058 h 203672"/>
                  <a:gd name="connsiteX13" fmla="*/ 94934 w 201180"/>
                  <a:gd name="connsiteY13" fmla="*/ 193687 h 203672"/>
                  <a:gd name="connsiteX14" fmla="*/ 100985 w 201180"/>
                  <a:gd name="connsiteY14" fmla="*/ 203779 h 203672"/>
                  <a:gd name="connsiteX15" fmla="*/ 107035 w 201180"/>
                  <a:gd name="connsiteY15" fmla="*/ 193687 h 203672"/>
                  <a:gd name="connsiteX16" fmla="*/ 107035 w 201180"/>
                  <a:gd name="connsiteY16" fmla="*/ 108058 h 20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3672">
                    <a:moveTo>
                      <a:pt x="107035" y="108058"/>
                    </a:moveTo>
                    <a:lnTo>
                      <a:pt x="191440" y="108058"/>
                    </a:lnTo>
                    <a:cubicBezTo>
                      <a:pt x="195675" y="108058"/>
                      <a:pt x="201423" y="108058"/>
                      <a:pt x="201423" y="101942"/>
                    </a:cubicBezTo>
                    <a:cubicBezTo>
                      <a:pt x="201423" y="95826"/>
                      <a:pt x="195675" y="95826"/>
                      <a:pt x="191440" y="95826"/>
                    </a:cubicBezTo>
                    <a:lnTo>
                      <a:pt x="107035" y="95826"/>
                    </a:lnTo>
                    <a:lnTo>
                      <a:pt x="107035" y="10198"/>
                    </a:lnTo>
                    <a:cubicBezTo>
                      <a:pt x="107035" y="5916"/>
                      <a:pt x="107035" y="106"/>
                      <a:pt x="100985" y="106"/>
                    </a:cubicBezTo>
                    <a:cubicBezTo>
                      <a:pt x="94934" y="106"/>
                      <a:pt x="94934" y="5916"/>
                      <a:pt x="94934" y="10198"/>
                    </a:cubicBezTo>
                    <a:lnTo>
                      <a:pt x="94934" y="95826"/>
                    </a:lnTo>
                    <a:lnTo>
                      <a:pt x="10227" y="95826"/>
                    </a:lnTo>
                    <a:cubicBezTo>
                      <a:pt x="5991" y="95826"/>
                      <a:pt x="243" y="95826"/>
                      <a:pt x="243" y="101942"/>
                    </a:cubicBezTo>
                    <a:cubicBezTo>
                      <a:pt x="243" y="108058"/>
                      <a:pt x="5991" y="108058"/>
                      <a:pt x="10227" y="108058"/>
                    </a:cubicBezTo>
                    <a:lnTo>
                      <a:pt x="94934" y="108058"/>
                    </a:lnTo>
                    <a:lnTo>
                      <a:pt x="94934" y="193687"/>
                    </a:lnTo>
                    <a:cubicBezTo>
                      <a:pt x="94934" y="197968"/>
                      <a:pt x="94934" y="203779"/>
                      <a:pt x="100985" y="203779"/>
                    </a:cubicBezTo>
                    <a:cubicBezTo>
                      <a:pt x="107035" y="203779"/>
                      <a:pt x="107035" y="197968"/>
                      <a:pt x="107035" y="193687"/>
                    </a:cubicBezTo>
                    <a:lnTo>
                      <a:pt x="107035" y="108058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A56E6D9D-D37E-76B8-B422-5A44A1EEB8FB}"/>
                  </a:ext>
                </a:extLst>
              </p:cNvPr>
              <p:cNvSpPr/>
              <p:nvPr>
                <p:custDataLst>
                  <p:tags r:id="rId223"/>
                </p:custDataLst>
              </p:nvPr>
            </p:nvSpPr>
            <p:spPr>
              <a:xfrm>
                <a:off x="10200205" y="5610543"/>
                <a:ext cx="172742" cy="270646"/>
              </a:xfrm>
              <a:custGeom>
                <a:avLst/>
                <a:gdLst>
                  <a:gd name="connsiteX0" fmla="*/ 55313 w 172742"/>
                  <a:gd name="connsiteY0" fmla="*/ 86346 h 270646"/>
                  <a:gd name="connsiteX1" fmla="*/ 82540 w 172742"/>
                  <a:gd name="connsiteY1" fmla="*/ 86346 h 270646"/>
                  <a:gd name="connsiteX2" fmla="*/ 55918 w 172742"/>
                  <a:gd name="connsiteY2" fmla="*/ 214788 h 270646"/>
                  <a:gd name="connsiteX3" fmla="*/ 26573 w 172742"/>
                  <a:gd name="connsiteY3" fmla="*/ 264330 h 270646"/>
                  <a:gd name="connsiteX4" fmla="*/ 20522 w 172742"/>
                  <a:gd name="connsiteY4" fmla="*/ 259437 h 270646"/>
                  <a:gd name="connsiteX5" fmla="*/ 21733 w 172742"/>
                  <a:gd name="connsiteY5" fmla="*/ 256073 h 270646"/>
                  <a:gd name="connsiteX6" fmla="*/ 23245 w 172742"/>
                  <a:gd name="connsiteY6" fmla="*/ 251180 h 270646"/>
                  <a:gd name="connsiteX7" fmla="*/ 11447 w 172742"/>
                  <a:gd name="connsiteY7" fmla="*/ 239559 h 270646"/>
                  <a:gd name="connsiteX8" fmla="*/ 253 w 172742"/>
                  <a:gd name="connsiteY8" fmla="*/ 252097 h 270646"/>
                  <a:gd name="connsiteX9" fmla="*/ 24153 w 172742"/>
                  <a:gd name="connsiteY9" fmla="*/ 270752 h 270646"/>
                  <a:gd name="connsiteX10" fmla="*/ 84658 w 172742"/>
                  <a:gd name="connsiteY10" fmla="*/ 184206 h 270646"/>
                  <a:gd name="connsiteX11" fmla="*/ 106440 w 172742"/>
                  <a:gd name="connsiteY11" fmla="*/ 86346 h 270646"/>
                  <a:gd name="connsiteX12" fmla="*/ 139415 w 172742"/>
                  <a:gd name="connsiteY12" fmla="*/ 86346 h 270646"/>
                  <a:gd name="connsiteX13" fmla="*/ 141231 w 172742"/>
                  <a:gd name="connsiteY13" fmla="*/ 76560 h 270646"/>
                  <a:gd name="connsiteX14" fmla="*/ 108558 w 172742"/>
                  <a:gd name="connsiteY14" fmla="*/ 76560 h 270646"/>
                  <a:gd name="connsiteX15" fmla="*/ 145466 w 172742"/>
                  <a:gd name="connsiteY15" fmla="*/ 6834 h 270646"/>
                  <a:gd name="connsiteX16" fmla="*/ 152122 w 172742"/>
                  <a:gd name="connsiteY16" fmla="*/ 10504 h 270646"/>
                  <a:gd name="connsiteX17" fmla="*/ 150911 w 172742"/>
                  <a:gd name="connsiteY17" fmla="*/ 13562 h 270646"/>
                  <a:gd name="connsiteX18" fmla="*/ 149096 w 172742"/>
                  <a:gd name="connsiteY18" fmla="*/ 19984 h 270646"/>
                  <a:gd name="connsiteX19" fmla="*/ 160290 w 172742"/>
                  <a:gd name="connsiteY19" fmla="*/ 32216 h 270646"/>
                  <a:gd name="connsiteX20" fmla="*/ 172996 w 172742"/>
                  <a:gd name="connsiteY20" fmla="*/ 19984 h 270646"/>
                  <a:gd name="connsiteX21" fmla="*/ 146979 w 172742"/>
                  <a:gd name="connsiteY21" fmla="*/ 106 h 270646"/>
                  <a:gd name="connsiteX22" fmla="*/ 109465 w 172742"/>
                  <a:gd name="connsiteY22" fmla="*/ 21207 h 270646"/>
                  <a:gd name="connsiteX23" fmla="*/ 85263 w 172742"/>
                  <a:gd name="connsiteY23" fmla="*/ 76560 h 270646"/>
                  <a:gd name="connsiteX24" fmla="*/ 57431 w 172742"/>
                  <a:gd name="connsiteY24" fmla="*/ 76560 h 270646"/>
                  <a:gd name="connsiteX25" fmla="*/ 55313 w 172742"/>
                  <a:gd name="connsiteY25" fmla="*/ 86346 h 27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0646">
                    <a:moveTo>
                      <a:pt x="55313" y="86346"/>
                    </a:moveTo>
                    <a:lnTo>
                      <a:pt x="82540" y="86346"/>
                    </a:lnTo>
                    <a:lnTo>
                      <a:pt x="55918" y="214788"/>
                    </a:lnTo>
                    <a:cubicBezTo>
                      <a:pt x="49262" y="247510"/>
                      <a:pt x="39279" y="264330"/>
                      <a:pt x="26573" y="264330"/>
                    </a:cubicBezTo>
                    <a:cubicBezTo>
                      <a:pt x="22943" y="264330"/>
                      <a:pt x="20522" y="262189"/>
                      <a:pt x="20522" y="259437"/>
                    </a:cubicBezTo>
                    <a:cubicBezTo>
                      <a:pt x="20522" y="258519"/>
                      <a:pt x="20825" y="257602"/>
                      <a:pt x="21733" y="256073"/>
                    </a:cubicBezTo>
                    <a:cubicBezTo>
                      <a:pt x="22943" y="254238"/>
                      <a:pt x="23245" y="253015"/>
                      <a:pt x="23245" y="251180"/>
                    </a:cubicBezTo>
                    <a:cubicBezTo>
                      <a:pt x="23245" y="244758"/>
                      <a:pt x="17800" y="239559"/>
                      <a:pt x="11447" y="239559"/>
                    </a:cubicBezTo>
                    <a:cubicBezTo>
                      <a:pt x="5094" y="239559"/>
                      <a:pt x="253" y="245064"/>
                      <a:pt x="253" y="252097"/>
                    </a:cubicBezTo>
                    <a:cubicBezTo>
                      <a:pt x="253" y="262495"/>
                      <a:pt x="10842" y="270752"/>
                      <a:pt x="24153" y="270752"/>
                    </a:cubicBezTo>
                    <a:cubicBezTo>
                      <a:pt x="51078" y="270752"/>
                      <a:pt x="72254" y="240476"/>
                      <a:pt x="84658" y="184206"/>
                    </a:cubicBezTo>
                    <a:lnTo>
                      <a:pt x="106440" y="86346"/>
                    </a:lnTo>
                    <a:lnTo>
                      <a:pt x="139415" y="86346"/>
                    </a:lnTo>
                    <a:lnTo>
                      <a:pt x="141231" y="76560"/>
                    </a:lnTo>
                    <a:lnTo>
                      <a:pt x="108558" y="76560"/>
                    </a:lnTo>
                    <a:cubicBezTo>
                      <a:pt x="117331" y="28547"/>
                      <a:pt x="128524" y="6834"/>
                      <a:pt x="145466" y="6834"/>
                    </a:cubicBezTo>
                    <a:cubicBezTo>
                      <a:pt x="149399" y="6834"/>
                      <a:pt x="152122" y="8363"/>
                      <a:pt x="152122" y="10504"/>
                    </a:cubicBezTo>
                    <a:cubicBezTo>
                      <a:pt x="152122" y="11421"/>
                      <a:pt x="151819" y="12033"/>
                      <a:pt x="150911" y="13562"/>
                    </a:cubicBezTo>
                    <a:cubicBezTo>
                      <a:pt x="149701" y="16314"/>
                      <a:pt x="149096" y="17843"/>
                      <a:pt x="149096" y="19984"/>
                    </a:cubicBezTo>
                    <a:cubicBezTo>
                      <a:pt x="149096" y="27323"/>
                      <a:pt x="153634" y="32216"/>
                      <a:pt x="160290" y="32216"/>
                    </a:cubicBezTo>
                    <a:cubicBezTo>
                      <a:pt x="167248" y="32216"/>
                      <a:pt x="172996" y="26712"/>
                      <a:pt x="172996" y="19984"/>
                    </a:cubicBezTo>
                    <a:cubicBezTo>
                      <a:pt x="172996" y="8669"/>
                      <a:pt x="161802" y="106"/>
                      <a:pt x="146979" y="106"/>
                    </a:cubicBezTo>
                    <a:cubicBezTo>
                      <a:pt x="132155" y="106"/>
                      <a:pt x="120356" y="6834"/>
                      <a:pt x="109465" y="21207"/>
                    </a:cubicBezTo>
                    <a:cubicBezTo>
                      <a:pt x="100389" y="33134"/>
                      <a:pt x="94339" y="47201"/>
                      <a:pt x="85263" y="76560"/>
                    </a:cubicBezTo>
                    <a:lnTo>
                      <a:pt x="57431" y="76560"/>
                    </a:lnTo>
                    <a:lnTo>
                      <a:pt x="55313" y="86346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1FDAD99B-9ACB-C03E-2E57-70D4828550FC}"/>
                  </a:ext>
                </a:extLst>
              </p:cNvPr>
              <p:cNvSpPr/>
              <p:nvPr>
                <p:custDataLst>
                  <p:tags r:id="rId224"/>
                </p:custDataLst>
              </p:nvPr>
            </p:nvSpPr>
            <p:spPr>
              <a:xfrm>
                <a:off x="10403375" y="5588525"/>
                <a:ext cx="70186" cy="305815"/>
              </a:xfrm>
              <a:custGeom>
                <a:avLst/>
                <a:gdLst>
                  <a:gd name="connsiteX0" fmla="*/ 70444 w 70186"/>
                  <a:gd name="connsiteY0" fmla="*/ 302863 h 305815"/>
                  <a:gd name="connsiteX1" fmla="*/ 65301 w 70186"/>
                  <a:gd name="connsiteY1" fmla="*/ 296135 h 305815"/>
                  <a:gd name="connsiteX2" fmla="*/ 17804 w 70186"/>
                  <a:gd name="connsiteY2" fmla="*/ 153013 h 305815"/>
                  <a:gd name="connsiteX3" fmla="*/ 66511 w 70186"/>
                  <a:gd name="connsiteY3" fmla="*/ 8363 h 305815"/>
                  <a:gd name="connsiteX4" fmla="*/ 70444 w 70186"/>
                  <a:gd name="connsiteY4" fmla="*/ 3164 h 305815"/>
                  <a:gd name="connsiteX5" fmla="*/ 67418 w 70186"/>
                  <a:gd name="connsiteY5" fmla="*/ 106 h 305815"/>
                  <a:gd name="connsiteX6" fmla="*/ 19317 w 70186"/>
                  <a:gd name="connsiteY6" fmla="*/ 59740 h 305815"/>
                  <a:gd name="connsiteX7" fmla="*/ 258 w 70186"/>
                  <a:gd name="connsiteY7" fmla="*/ 153013 h 305815"/>
                  <a:gd name="connsiteX8" fmla="*/ 20224 w 70186"/>
                  <a:gd name="connsiteY8" fmla="*/ 248428 h 305815"/>
                  <a:gd name="connsiteX9" fmla="*/ 67418 w 70186"/>
                  <a:gd name="connsiteY9" fmla="*/ 305921 h 305815"/>
                  <a:gd name="connsiteX10" fmla="*/ 70444 w 70186"/>
                  <a:gd name="connsiteY10" fmla="*/ 302863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44" y="302863"/>
                    </a:moveTo>
                    <a:cubicBezTo>
                      <a:pt x="70444" y="301945"/>
                      <a:pt x="70444" y="301334"/>
                      <a:pt x="65301" y="296135"/>
                    </a:cubicBezTo>
                    <a:cubicBezTo>
                      <a:pt x="27485" y="257602"/>
                      <a:pt x="17804" y="199803"/>
                      <a:pt x="17804" y="153013"/>
                    </a:cubicBezTo>
                    <a:cubicBezTo>
                      <a:pt x="17804" y="99801"/>
                      <a:pt x="29300" y="46590"/>
                      <a:pt x="66511" y="8363"/>
                    </a:cubicBezTo>
                    <a:cubicBezTo>
                      <a:pt x="70444" y="4693"/>
                      <a:pt x="70444" y="4081"/>
                      <a:pt x="70444" y="3164"/>
                    </a:cubicBezTo>
                    <a:cubicBezTo>
                      <a:pt x="70444" y="1023"/>
                      <a:pt x="69234" y="106"/>
                      <a:pt x="67418" y="106"/>
                    </a:cubicBezTo>
                    <a:cubicBezTo>
                      <a:pt x="64393" y="106"/>
                      <a:pt x="37166" y="20901"/>
                      <a:pt x="19317" y="59740"/>
                    </a:cubicBezTo>
                    <a:cubicBezTo>
                      <a:pt x="3888" y="93379"/>
                      <a:pt x="258" y="127325"/>
                      <a:pt x="258" y="153013"/>
                    </a:cubicBezTo>
                    <a:cubicBezTo>
                      <a:pt x="258" y="176867"/>
                      <a:pt x="3585" y="213870"/>
                      <a:pt x="20224" y="248428"/>
                    </a:cubicBezTo>
                    <a:cubicBezTo>
                      <a:pt x="38376" y="286043"/>
                      <a:pt x="64393" y="305921"/>
                      <a:pt x="67418" y="305921"/>
                    </a:cubicBezTo>
                    <a:cubicBezTo>
                      <a:pt x="69234" y="305921"/>
                      <a:pt x="70444" y="305003"/>
                      <a:pt x="70444" y="3028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A0DCEFF6-889A-4ADC-F3A2-BB0F3379725C}"/>
                  </a:ext>
                </a:extLst>
              </p:cNvPr>
              <p:cNvSpPr/>
              <p:nvPr>
                <p:custDataLst>
                  <p:tags r:id="rId225"/>
                </p:custDataLst>
              </p:nvPr>
            </p:nvSpPr>
            <p:spPr>
              <a:xfrm>
                <a:off x="10483074" y="5683022"/>
                <a:ext cx="143397" cy="138228"/>
              </a:xfrm>
              <a:custGeom>
                <a:avLst/>
                <a:gdLst>
                  <a:gd name="connsiteX0" fmla="*/ 130045 w 143397"/>
                  <a:gd name="connsiteY0" fmla="*/ 101025 h 138228"/>
                  <a:gd name="connsiteX1" fmla="*/ 123390 w 143397"/>
                  <a:gd name="connsiteY1" fmla="*/ 109282 h 138228"/>
                  <a:gd name="connsiteX2" fmla="*/ 109474 w 143397"/>
                  <a:gd name="connsiteY2" fmla="*/ 121514 h 138228"/>
                  <a:gd name="connsiteX3" fmla="*/ 100095 w 143397"/>
                  <a:gd name="connsiteY3" fmla="*/ 108976 h 138228"/>
                  <a:gd name="connsiteX4" fmla="*/ 98885 w 143397"/>
                  <a:gd name="connsiteY4" fmla="*/ 103777 h 138228"/>
                  <a:gd name="connsiteX5" fmla="*/ 87994 w 143397"/>
                  <a:gd name="connsiteY5" fmla="*/ 54235 h 138228"/>
                  <a:gd name="connsiteX6" fmla="*/ 117642 w 143397"/>
                  <a:gd name="connsiteY6" fmla="*/ 17231 h 138228"/>
                  <a:gd name="connsiteX7" fmla="*/ 124902 w 143397"/>
                  <a:gd name="connsiteY7" fmla="*/ 19678 h 138228"/>
                  <a:gd name="connsiteX8" fmla="*/ 133071 w 143397"/>
                  <a:gd name="connsiteY8" fmla="*/ 22430 h 138228"/>
                  <a:gd name="connsiteX9" fmla="*/ 143659 w 143397"/>
                  <a:gd name="connsiteY9" fmla="*/ 11421 h 138228"/>
                  <a:gd name="connsiteX10" fmla="*/ 131256 w 143397"/>
                  <a:gd name="connsiteY10" fmla="*/ 106 h 138228"/>
                  <a:gd name="connsiteX11" fmla="*/ 85574 w 143397"/>
                  <a:gd name="connsiteY11" fmla="*/ 43837 h 138228"/>
                  <a:gd name="connsiteX12" fmla="*/ 82246 w 143397"/>
                  <a:gd name="connsiteY12" fmla="*/ 27018 h 138228"/>
                  <a:gd name="connsiteX13" fmla="*/ 66515 w 143397"/>
                  <a:gd name="connsiteY13" fmla="*/ 106 h 138228"/>
                  <a:gd name="connsiteX14" fmla="*/ 31119 w 143397"/>
                  <a:gd name="connsiteY14" fmla="*/ 8974 h 138228"/>
                  <a:gd name="connsiteX15" fmla="*/ 27791 w 143397"/>
                  <a:gd name="connsiteY15" fmla="*/ 10198 h 138228"/>
                  <a:gd name="connsiteX16" fmla="*/ 29001 w 143397"/>
                  <a:gd name="connsiteY16" fmla="*/ 14785 h 138228"/>
                  <a:gd name="connsiteX17" fmla="*/ 45943 w 143397"/>
                  <a:gd name="connsiteY17" fmla="*/ 11421 h 138228"/>
                  <a:gd name="connsiteX18" fmla="*/ 59557 w 143397"/>
                  <a:gd name="connsiteY18" fmla="*/ 32522 h 138228"/>
                  <a:gd name="connsiteX19" fmla="*/ 68330 w 143397"/>
                  <a:gd name="connsiteY19" fmla="*/ 70137 h 138228"/>
                  <a:gd name="connsiteX20" fmla="*/ 43523 w 143397"/>
                  <a:gd name="connsiteY20" fmla="*/ 105918 h 138228"/>
                  <a:gd name="connsiteX21" fmla="*/ 28094 w 143397"/>
                  <a:gd name="connsiteY21" fmla="*/ 120597 h 138228"/>
                  <a:gd name="connsiteX22" fmla="*/ 20228 w 143397"/>
                  <a:gd name="connsiteY22" fmla="*/ 117845 h 138228"/>
                  <a:gd name="connsiteX23" fmla="*/ 10547 w 143397"/>
                  <a:gd name="connsiteY23" fmla="*/ 114786 h 138228"/>
                  <a:gd name="connsiteX24" fmla="*/ 261 w 143397"/>
                  <a:gd name="connsiteY24" fmla="*/ 125490 h 138228"/>
                  <a:gd name="connsiteX25" fmla="*/ 15388 w 143397"/>
                  <a:gd name="connsiteY25" fmla="*/ 138334 h 138228"/>
                  <a:gd name="connsiteX26" fmla="*/ 43523 w 143397"/>
                  <a:gd name="connsiteY26" fmla="*/ 116927 h 138228"/>
                  <a:gd name="connsiteX27" fmla="*/ 70750 w 143397"/>
                  <a:gd name="connsiteY27" fmla="*/ 81147 h 138228"/>
                  <a:gd name="connsiteX28" fmla="*/ 79826 w 143397"/>
                  <a:gd name="connsiteY28" fmla="*/ 117845 h 138228"/>
                  <a:gd name="connsiteX29" fmla="*/ 97373 w 143397"/>
                  <a:gd name="connsiteY29" fmla="*/ 138334 h 138228"/>
                  <a:gd name="connsiteX30" fmla="*/ 134281 w 143397"/>
                  <a:gd name="connsiteY30" fmla="*/ 103471 h 138228"/>
                  <a:gd name="connsiteX31" fmla="*/ 130045 w 143397"/>
                  <a:gd name="connsiteY31" fmla="*/ 101025 h 13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228">
                    <a:moveTo>
                      <a:pt x="130045" y="101025"/>
                    </a:moveTo>
                    <a:cubicBezTo>
                      <a:pt x="127625" y="103777"/>
                      <a:pt x="126113" y="105612"/>
                      <a:pt x="123390" y="109282"/>
                    </a:cubicBezTo>
                    <a:cubicBezTo>
                      <a:pt x="116432" y="118456"/>
                      <a:pt x="112801" y="121514"/>
                      <a:pt x="109474" y="121514"/>
                    </a:cubicBezTo>
                    <a:cubicBezTo>
                      <a:pt x="104936" y="121514"/>
                      <a:pt x="102213" y="117539"/>
                      <a:pt x="100095" y="108976"/>
                    </a:cubicBezTo>
                    <a:cubicBezTo>
                      <a:pt x="99490" y="106529"/>
                      <a:pt x="99188" y="104695"/>
                      <a:pt x="98885" y="103777"/>
                    </a:cubicBezTo>
                    <a:cubicBezTo>
                      <a:pt x="91322" y="72890"/>
                      <a:pt x="87994" y="58822"/>
                      <a:pt x="87994" y="54235"/>
                    </a:cubicBezTo>
                    <a:cubicBezTo>
                      <a:pt x="101305" y="30687"/>
                      <a:pt x="112196" y="17231"/>
                      <a:pt x="117642" y="17231"/>
                    </a:cubicBezTo>
                    <a:cubicBezTo>
                      <a:pt x="119457" y="17231"/>
                      <a:pt x="121877" y="18149"/>
                      <a:pt x="124902" y="19678"/>
                    </a:cubicBezTo>
                    <a:cubicBezTo>
                      <a:pt x="128533" y="21819"/>
                      <a:pt x="130650" y="22430"/>
                      <a:pt x="133071" y="22430"/>
                    </a:cubicBezTo>
                    <a:cubicBezTo>
                      <a:pt x="139424" y="22430"/>
                      <a:pt x="143659" y="17843"/>
                      <a:pt x="143659" y="11421"/>
                    </a:cubicBezTo>
                    <a:cubicBezTo>
                      <a:pt x="143659" y="4999"/>
                      <a:pt x="138516" y="106"/>
                      <a:pt x="131256" y="106"/>
                    </a:cubicBezTo>
                    <a:cubicBezTo>
                      <a:pt x="117944" y="106"/>
                      <a:pt x="106448" y="11115"/>
                      <a:pt x="85574" y="43837"/>
                    </a:cubicBezTo>
                    <a:lnTo>
                      <a:pt x="82246" y="27018"/>
                    </a:lnTo>
                    <a:cubicBezTo>
                      <a:pt x="78011" y="6222"/>
                      <a:pt x="74683" y="106"/>
                      <a:pt x="66515" y="106"/>
                    </a:cubicBezTo>
                    <a:cubicBezTo>
                      <a:pt x="59859" y="106"/>
                      <a:pt x="49573" y="2858"/>
                      <a:pt x="31119" y="8974"/>
                    </a:cubicBezTo>
                    <a:lnTo>
                      <a:pt x="27791" y="10198"/>
                    </a:lnTo>
                    <a:lnTo>
                      <a:pt x="29001" y="14785"/>
                    </a:lnTo>
                    <a:cubicBezTo>
                      <a:pt x="40497" y="12033"/>
                      <a:pt x="43220" y="11421"/>
                      <a:pt x="45943" y="11421"/>
                    </a:cubicBezTo>
                    <a:cubicBezTo>
                      <a:pt x="53506" y="11421"/>
                      <a:pt x="55321" y="14173"/>
                      <a:pt x="59557" y="32522"/>
                    </a:cubicBezTo>
                    <a:lnTo>
                      <a:pt x="68330" y="70137"/>
                    </a:lnTo>
                    <a:lnTo>
                      <a:pt x="43523" y="105918"/>
                    </a:lnTo>
                    <a:cubicBezTo>
                      <a:pt x="37472" y="115092"/>
                      <a:pt x="31422" y="120597"/>
                      <a:pt x="28094" y="120597"/>
                    </a:cubicBezTo>
                    <a:cubicBezTo>
                      <a:pt x="26279" y="120597"/>
                      <a:pt x="23253" y="119680"/>
                      <a:pt x="20228" y="117845"/>
                    </a:cubicBezTo>
                    <a:cubicBezTo>
                      <a:pt x="16295" y="115704"/>
                      <a:pt x="12968" y="114786"/>
                      <a:pt x="10547" y="114786"/>
                    </a:cubicBezTo>
                    <a:cubicBezTo>
                      <a:pt x="4799" y="114786"/>
                      <a:pt x="261" y="119374"/>
                      <a:pt x="261" y="125490"/>
                    </a:cubicBezTo>
                    <a:cubicBezTo>
                      <a:pt x="261" y="133441"/>
                      <a:pt x="6312" y="138334"/>
                      <a:pt x="15388" y="138334"/>
                    </a:cubicBezTo>
                    <a:cubicBezTo>
                      <a:pt x="24766" y="138334"/>
                      <a:pt x="28396" y="135582"/>
                      <a:pt x="43523" y="116927"/>
                    </a:cubicBezTo>
                    <a:cubicBezTo>
                      <a:pt x="51691" y="107141"/>
                      <a:pt x="58044" y="98884"/>
                      <a:pt x="70750" y="81147"/>
                    </a:cubicBezTo>
                    <a:lnTo>
                      <a:pt x="79826" y="117845"/>
                    </a:lnTo>
                    <a:cubicBezTo>
                      <a:pt x="83759" y="133441"/>
                      <a:pt x="87692" y="138334"/>
                      <a:pt x="97373" y="138334"/>
                    </a:cubicBezTo>
                    <a:cubicBezTo>
                      <a:pt x="108868" y="138334"/>
                      <a:pt x="116734" y="130995"/>
                      <a:pt x="134281" y="103471"/>
                    </a:cubicBezTo>
                    <a:lnTo>
                      <a:pt x="130045" y="101025"/>
                    </a:ln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8C753FAB-DBFE-7B57-534A-ED16E8F9800E}"/>
                  </a:ext>
                </a:extLst>
              </p:cNvPr>
              <p:cNvSpPr/>
              <p:nvPr>
                <p:custDataLst>
                  <p:tags r:id="rId226"/>
                </p:custDataLst>
              </p:nvPr>
            </p:nvSpPr>
            <p:spPr>
              <a:xfrm>
                <a:off x="10629200" y="5764130"/>
                <a:ext cx="102980" cy="101836"/>
              </a:xfrm>
              <a:custGeom>
                <a:avLst/>
                <a:gdLst>
                  <a:gd name="connsiteX0" fmla="*/ 100111 w 102980"/>
                  <a:gd name="connsiteY0" fmla="*/ 73430 h 101836"/>
                  <a:gd name="connsiteX1" fmla="*/ 95410 w 102980"/>
                  <a:gd name="connsiteY1" fmla="*/ 79314 h 101836"/>
                  <a:gd name="connsiteX2" fmla="*/ 81754 w 102980"/>
                  <a:gd name="connsiteY2" fmla="*/ 91308 h 101836"/>
                  <a:gd name="connsiteX3" fmla="*/ 78172 w 102980"/>
                  <a:gd name="connsiteY3" fmla="*/ 87687 h 101836"/>
                  <a:gd name="connsiteX4" fmla="*/ 81306 w 102980"/>
                  <a:gd name="connsiteY4" fmla="*/ 73430 h 101836"/>
                  <a:gd name="connsiteX5" fmla="*/ 94067 w 102980"/>
                  <a:gd name="connsiteY5" fmla="*/ 26812 h 101836"/>
                  <a:gd name="connsiteX6" fmla="*/ 96082 w 102980"/>
                  <a:gd name="connsiteY6" fmla="*/ 13912 h 101836"/>
                  <a:gd name="connsiteX7" fmla="*/ 81306 w 102980"/>
                  <a:gd name="connsiteY7" fmla="*/ 108 h 101836"/>
                  <a:gd name="connsiteX8" fmla="*/ 29816 w 102980"/>
                  <a:gd name="connsiteY8" fmla="*/ 49895 h 101836"/>
                  <a:gd name="connsiteX9" fmla="*/ 44815 w 102980"/>
                  <a:gd name="connsiteY9" fmla="*/ 560 h 101836"/>
                  <a:gd name="connsiteX10" fmla="*/ 44144 w 102980"/>
                  <a:gd name="connsiteY10" fmla="*/ 108 h 101836"/>
                  <a:gd name="connsiteX11" fmla="*/ 7877 w 102980"/>
                  <a:gd name="connsiteY11" fmla="*/ 7123 h 101836"/>
                  <a:gd name="connsiteX12" fmla="*/ 7877 w 102980"/>
                  <a:gd name="connsiteY12" fmla="*/ 10744 h 101836"/>
                  <a:gd name="connsiteX13" fmla="*/ 22205 w 102980"/>
                  <a:gd name="connsiteY13" fmla="*/ 16854 h 101836"/>
                  <a:gd name="connsiteX14" fmla="*/ 21757 w 102980"/>
                  <a:gd name="connsiteY14" fmla="*/ 20701 h 101836"/>
                  <a:gd name="connsiteX15" fmla="*/ 265 w 102980"/>
                  <a:gd name="connsiteY15" fmla="*/ 99908 h 101836"/>
                  <a:gd name="connsiteX16" fmla="*/ 17056 w 102980"/>
                  <a:gd name="connsiteY16" fmla="*/ 99908 h 101836"/>
                  <a:gd name="connsiteX17" fmla="*/ 39442 w 102980"/>
                  <a:gd name="connsiteY17" fmla="*/ 43784 h 101836"/>
                  <a:gd name="connsiteX18" fmla="*/ 72575 w 102980"/>
                  <a:gd name="connsiteY18" fmla="*/ 11649 h 101836"/>
                  <a:gd name="connsiteX19" fmla="*/ 77948 w 102980"/>
                  <a:gd name="connsiteY19" fmla="*/ 18212 h 101836"/>
                  <a:gd name="connsiteX20" fmla="*/ 74814 w 102980"/>
                  <a:gd name="connsiteY20" fmla="*/ 35411 h 101836"/>
                  <a:gd name="connsiteX21" fmla="*/ 64964 w 102980"/>
                  <a:gd name="connsiteY21" fmla="*/ 72751 h 101836"/>
                  <a:gd name="connsiteX22" fmla="*/ 61382 w 102980"/>
                  <a:gd name="connsiteY22" fmla="*/ 89724 h 101836"/>
                  <a:gd name="connsiteX23" fmla="*/ 71904 w 102980"/>
                  <a:gd name="connsiteY23" fmla="*/ 101944 h 101836"/>
                  <a:gd name="connsiteX24" fmla="*/ 103245 w 102980"/>
                  <a:gd name="connsiteY24" fmla="*/ 76372 h 101836"/>
                  <a:gd name="connsiteX25" fmla="*/ 100111 w 102980"/>
                  <a:gd name="connsiteY25" fmla="*/ 73430 h 101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2980" h="101836">
                    <a:moveTo>
                      <a:pt x="100111" y="73430"/>
                    </a:moveTo>
                    <a:lnTo>
                      <a:pt x="95410" y="79314"/>
                    </a:lnTo>
                    <a:cubicBezTo>
                      <a:pt x="88918" y="87687"/>
                      <a:pt x="84888" y="91308"/>
                      <a:pt x="81754" y="91308"/>
                    </a:cubicBezTo>
                    <a:cubicBezTo>
                      <a:pt x="79963" y="91308"/>
                      <a:pt x="78172" y="89498"/>
                      <a:pt x="78172" y="87687"/>
                    </a:cubicBezTo>
                    <a:cubicBezTo>
                      <a:pt x="78172" y="86103"/>
                      <a:pt x="78172" y="86103"/>
                      <a:pt x="81306" y="73430"/>
                    </a:cubicBezTo>
                    <a:lnTo>
                      <a:pt x="94067" y="26812"/>
                    </a:lnTo>
                    <a:cubicBezTo>
                      <a:pt x="95186" y="22059"/>
                      <a:pt x="96082" y="17081"/>
                      <a:pt x="96082" y="13912"/>
                    </a:cubicBezTo>
                    <a:cubicBezTo>
                      <a:pt x="96082" y="5765"/>
                      <a:pt x="90037" y="108"/>
                      <a:pt x="81306" y="108"/>
                    </a:cubicBezTo>
                    <a:cubicBezTo>
                      <a:pt x="66978" y="108"/>
                      <a:pt x="52875" y="13686"/>
                      <a:pt x="29816" y="49895"/>
                    </a:cubicBezTo>
                    <a:lnTo>
                      <a:pt x="44815" y="560"/>
                    </a:lnTo>
                    <a:lnTo>
                      <a:pt x="44144" y="108"/>
                    </a:lnTo>
                    <a:cubicBezTo>
                      <a:pt x="32055" y="2597"/>
                      <a:pt x="27354" y="3502"/>
                      <a:pt x="7877" y="7123"/>
                    </a:cubicBezTo>
                    <a:lnTo>
                      <a:pt x="7877" y="10744"/>
                    </a:lnTo>
                    <a:cubicBezTo>
                      <a:pt x="19294" y="10970"/>
                      <a:pt x="22205" y="12328"/>
                      <a:pt x="22205" y="16854"/>
                    </a:cubicBezTo>
                    <a:cubicBezTo>
                      <a:pt x="22205" y="18212"/>
                      <a:pt x="21981" y="19570"/>
                      <a:pt x="21757" y="20701"/>
                    </a:cubicBezTo>
                    <a:lnTo>
                      <a:pt x="265" y="99908"/>
                    </a:lnTo>
                    <a:lnTo>
                      <a:pt x="17056" y="99908"/>
                    </a:lnTo>
                    <a:cubicBezTo>
                      <a:pt x="27577" y="64152"/>
                      <a:pt x="29592" y="59173"/>
                      <a:pt x="39442" y="43784"/>
                    </a:cubicBezTo>
                    <a:cubicBezTo>
                      <a:pt x="52875" y="22964"/>
                      <a:pt x="64292" y="11649"/>
                      <a:pt x="72575" y="11649"/>
                    </a:cubicBezTo>
                    <a:cubicBezTo>
                      <a:pt x="75933" y="11649"/>
                      <a:pt x="77948" y="14139"/>
                      <a:pt x="77948" y="18212"/>
                    </a:cubicBezTo>
                    <a:cubicBezTo>
                      <a:pt x="77948" y="20928"/>
                      <a:pt x="76605" y="28396"/>
                      <a:pt x="74814" y="35411"/>
                    </a:cubicBezTo>
                    <a:lnTo>
                      <a:pt x="64964" y="72751"/>
                    </a:lnTo>
                    <a:cubicBezTo>
                      <a:pt x="62053" y="84293"/>
                      <a:pt x="61382" y="87461"/>
                      <a:pt x="61382" y="89724"/>
                    </a:cubicBezTo>
                    <a:cubicBezTo>
                      <a:pt x="61382" y="98323"/>
                      <a:pt x="64516" y="101944"/>
                      <a:pt x="71904" y="101944"/>
                    </a:cubicBezTo>
                    <a:cubicBezTo>
                      <a:pt x="81978" y="101944"/>
                      <a:pt x="87798" y="97192"/>
                      <a:pt x="103245" y="76372"/>
                    </a:cubicBezTo>
                    <a:lnTo>
                      <a:pt x="100111" y="73430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D4D9ECDB-AA6C-8B15-3943-67D82DB77301}"/>
                  </a:ext>
                </a:extLst>
              </p:cNvPr>
              <p:cNvSpPr/>
              <p:nvPr>
                <p:custDataLst>
                  <p:tags r:id="rId227"/>
                </p:custDataLst>
              </p:nvPr>
            </p:nvSpPr>
            <p:spPr>
              <a:xfrm>
                <a:off x="10770847" y="5588525"/>
                <a:ext cx="70186" cy="305815"/>
              </a:xfrm>
              <a:custGeom>
                <a:avLst/>
                <a:gdLst>
                  <a:gd name="connsiteX0" fmla="*/ 70456 w 70186"/>
                  <a:gd name="connsiteY0" fmla="*/ 153013 h 305815"/>
                  <a:gd name="connsiteX1" fmla="*/ 50489 w 70186"/>
                  <a:gd name="connsiteY1" fmla="*/ 57599 h 305815"/>
                  <a:gd name="connsiteX2" fmla="*/ 3295 w 70186"/>
                  <a:gd name="connsiteY2" fmla="*/ 106 h 305815"/>
                  <a:gd name="connsiteX3" fmla="*/ 270 w 70186"/>
                  <a:gd name="connsiteY3" fmla="*/ 3164 h 305815"/>
                  <a:gd name="connsiteX4" fmla="*/ 6018 w 70186"/>
                  <a:gd name="connsiteY4" fmla="*/ 10198 h 305815"/>
                  <a:gd name="connsiteX5" fmla="*/ 52910 w 70186"/>
                  <a:gd name="connsiteY5" fmla="*/ 153013 h 305815"/>
                  <a:gd name="connsiteX6" fmla="*/ 4203 w 70186"/>
                  <a:gd name="connsiteY6" fmla="*/ 297664 h 305815"/>
                  <a:gd name="connsiteX7" fmla="*/ 270 w 70186"/>
                  <a:gd name="connsiteY7" fmla="*/ 302863 h 305815"/>
                  <a:gd name="connsiteX8" fmla="*/ 3295 w 70186"/>
                  <a:gd name="connsiteY8" fmla="*/ 305921 h 305815"/>
                  <a:gd name="connsiteX9" fmla="*/ 51397 w 70186"/>
                  <a:gd name="connsiteY9" fmla="*/ 246287 h 305815"/>
                  <a:gd name="connsiteX10" fmla="*/ 70456 w 70186"/>
                  <a:gd name="connsiteY10" fmla="*/ 153013 h 30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5815">
                    <a:moveTo>
                      <a:pt x="70456" y="153013"/>
                    </a:moveTo>
                    <a:cubicBezTo>
                      <a:pt x="70456" y="129160"/>
                      <a:pt x="67128" y="92156"/>
                      <a:pt x="50489" y="57599"/>
                    </a:cubicBezTo>
                    <a:cubicBezTo>
                      <a:pt x="32338" y="19984"/>
                      <a:pt x="6320" y="106"/>
                      <a:pt x="3295" y="106"/>
                    </a:cubicBezTo>
                    <a:cubicBezTo>
                      <a:pt x="1480" y="106"/>
                      <a:pt x="270" y="1329"/>
                      <a:pt x="270" y="3164"/>
                    </a:cubicBezTo>
                    <a:cubicBezTo>
                      <a:pt x="270" y="4081"/>
                      <a:pt x="270" y="4693"/>
                      <a:pt x="6018" y="10198"/>
                    </a:cubicBezTo>
                    <a:cubicBezTo>
                      <a:pt x="35666" y="40473"/>
                      <a:pt x="52910" y="89098"/>
                      <a:pt x="52910" y="153013"/>
                    </a:cubicBezTo>
                    <a:cubicBezTo>
                      <a:pt x="52910" y="205308"/>
                      <a:pt x="41716" y="259131"/>
                      <a:pt x="4203" y="297664"/>
                    </a:cubicBezTo>
                    <a:cubicBezTo>
                      <a:pt x="270" y="301334"/>
                      <a:pt x="270" y="301945"/>
                      <a:pt x="270" y="302863"/>
                    </a:cubicBezTo>
                    <a:cubicBezTo>
                      <a:pt x="270" y="304698"/>
                      <a:pt x="1480" y="305921"/>
                      <a:pt x="3295" y="305921"/>
                    </a:cubicBezTo>
                    <a:cubicBezTo>
                      <a:pt x="6320" y="305921"/>
                      <a:pt x="33548" y="285125"/>
                      <a:pt x="51397" y="246287"/>
                    </a:cubicBezTo>
                    <a:cubicBezTo>
                      <a:pt x="66826" y="212647"/>
                      <a:pt x="70456" y="178702"/>
                      <a:pt x="70456" y="153013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14790CF2-DE9A-05F1-4DB3-E6F3551025CC}"/>
                  </a:ext>
                </a:extLst>
              </p:cNvPr>
              <p:cNvSpPr/>
              <p:nvPr>
                <p:custDataLst>
                  <p:tags r:id="rId228"/>
                </p:custDataLst>
              </p:nvPr>
            </p:nvSpPr>
            <p:spPr>
              <a:xfrm>
                <a:off x="7488229" y="5942818"/>
                <a:ext cx="3383187" cy="12275"/>
              </a:xfrm>
              <a:custGeom>
                <a:avLst/>
                <a:gdLst>
                  <a:gd name="connsiteX0" fmla="*/ 0 w 3383187"/>
                  <a:gd name="connsiteY0" fmla="*/ 0 h 12275"/>
                  <a:gd name="connsiteX1" fmla="*/ 3383188 w 3383187"/>
                  <a:gd name="connsiteY1" fmla="*/ 0 h 12275"/>
                  <a:gd name="connsiteX2" fmla="*/ 3383188 w 3383187"/>
                  <a:gd name="connsiteY2" fmla="*/ 12275 h 12275"/>
                  <a:gd name="connsiteX3" fmla="*/ 1 w 3383187"/>
                  <a:gd name="connsiteY3" fmla="*/ 12275 h 12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83187" h="12275">
                    <a:moveTo>
                      <a:pt x="0" y="0"/>
                    </a:moveTo>
                    <a:lnTo>
                      <a:pt x="3383188" y="0"/>
                    </a:lnTo>
                    <a:lnTo>
                      <a:pt x="3383188" y="12275"/>
                    </a:lnTo>
                    <a:lnTo>
                      <a:pt x="1" y="12275"/>
                    </a:lnTo>
                    <a:close/>
                  </a:path>
                </a:pathLst>
              </a:custGeom>
              <a:solidFill>
                <a:srgbClr val="FFFFFF"/>
              </a:solidFill>
              <a:ln w="3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96302128-17BF-F18D-551D-6FE73C8623DC}"/>
                  </a:ext>
                </a:extLst>
              </p:cNvPr>
              <p:cNvSpPr/>
              <p:nvPr>
                <p:custDataLst>
                  <p:tags r:id="rId229"/>
                </p:custDataLst>
              </p:nvPr>
            </p:nvSpPr>
            <p:spPr>
              <a:xfrm>
                <a:off x="9114194" y="6027094"/>
                <a:ext cx="131296" cy="213458"/>
              </a:xfrm>
              <a:custGeom>
                <a:avLst/>
                <a:gdLst>
                  <a:gd name="connsiteX0" fmla="*/ 124857 w 131296"/>
                  <a:gd name="connsiteY0" fmla="*/ 119 h 213458"/>
                  <a:gd name="connsiteX1" fmla="*/ 50738 w 131296"/>
                  <a:gd name="connsiteY1" fmla="*/ 24584 h 213458"/>
                  <a:gd name="connsiteX2" fmla="*/ 216 w 131296"/>
                  <a:gd name="connsiteY2" fmla="*/ 123974 h 213458"/>
                  <a:gd name="connsiteX3" fmla="*/ 21393 w 131296"/>
                  <a:gd name="connsiteY3" fmla="*/ 192783 h 213458"/>
                  <a:gd name="connsiteX4" fmla="*/ 67982 w 131296"/>
                  <a:gd name="connsiteY4" fmla="*/ 213578 h 213458"/>
                  <a:gd name="connsiteX5" fmla="*/ 131513 w 131296"/>
                  <a:gd name="connsiteY5" fmla="*/ 142323 h 213458"/>
                  <a:gd name="connsiteX6" fmla="*/ 74638 w 131296"/>
                  <a:gd name="connsiteY6" fmla="*/ 78408 h 213458"/>
                  <a:gd name="connsiteX7" fmla="*/ 35914 w 131296"/>
                  <a:gd name="connsiteY7" fmla="*/ 92169 h 213458"/>
                  <a:gd name="connsiteX8" fmla="*/ 125462 w 131296"/>
                  <a:gd name="connsiteY8" fmla="*/ 5012 h 213458"/>
                  <a:gd name="connsiteX9" fmla="*/ 124857 w 131296"/>
                  <a:gd name="connsiteY9" fmla="*/ 119 h 213458"/>
                  <a:gd name="connsiteX10" fmla="*/ 63142 w 131296"/>
                  <a:gd name="connsiteY10" fmla="*/ 92475 h 213458"/>
                  <a:gd name="connsiteX11" fmla="*/ 104285 w 131296"/>
                  <a:gd name="connsiteY11" fmla="*/ 152721 h 213458"/>
                  <a:gd name="connsiteX12" fmla="*/ 71310 w 131296"/>
                  <a:gd name="connsiteY12" fmla="*/ 205015 h 213458"/>
                  <a:gd name="connsiteX13" fmla="*/ 28351 w 131296"/>
                  <a:gd name="connsiteY13" fmla="*/ 128867 h 213458"/>
                  <a:gd name="connsiteX14" fmla="*/ 36822 w 131296"/>
                  <a:gd name="connsiteY14" fmla="*/ 100121 h 213458"/>
                  <a:gd name="connsiteX15" fmla="*/ 63142 w 131296"/>
                  <a:gd name="connsiteY15" fmla="*/ 92475 h 21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1296" h="213458">
                    <a:moveTo>
                      <a:pt x="124857" y="119"/>
                    </a:moveTo>
                    <a:cubicBezTo>
                      <a:pt x="90369" y="3177"/>
                      <a:pt x="72822" y="8988"/>
                      <a:pt x="50738" y="24584"/>
                    </a:cubicBezTo>
                    <a:cubicBezTo>
                      <a:pt x="18065" y="48132"/>
                      <a:pt x="216" y="82995"/>
                      <a:pt x="216" y="123974"/>
                    </a:cubicBezTo>
                    <a:cubicBezTo>
                      <a:pt x="216" y="150580"/>
                      <a:pt x="8384" y="177492"/>
                      <a:pt x="21393" y="192783"/>
                    </a:cubicBezTo>
                    <a:cubicBezTo>
                      <a:pt x="32889" y="206238"/>
                      <a:pt x="49225" y="213578"/>
                      <a:pt x="67982" y="213578"/>
                    </a:cubicBezTo>
                    <a:cubicBezTo>
                      <a:pt x="105495" y="213578"/>
                      <a:pt x="131513" y="184526"/>
                      <a:pt x="131513" y="142323"/>
                    </a:cubicBezTo>
                    <a:cubicBezTo>
                      <a:pt x="131513" y="103179"/>
                      <a:pt x="109428" y="78408"/>
                      <a:pt x="74638" y="78408"/>
                    </a:cubicBezTo>
                    <a:cubicBezTo>
                      <a:pt x="61326" y="78408"/>
                      <a:pt x="54973" y="80548"/>
                      <a:pt x="35914" y="92169"/>
                    </a:cubicBezTo>
                    <a:cubicBezTo>
                      <a:pt x="44082" y="45991"/>
                      <a:pt x="77965" y="12963"/>
                      <a:pt x="125462" y="5012"/>
                    </a:cubicBezTo>
                    <a:lnTo>
                      <a:pt x="124857" y="119"/>
                    </a:lnTo>
                    <a:close/>
                    <a:moveTo>
                      <a:pt x="63142" y="92475"/>
                    </a:moveTo>
                    <a:cubicBezTo>
                      <a:pt x="89159" y="92475"/>
                      <a:pt x="104285" y="114494"/>
                      <a:pt x="104285" y="152721"/>
                    </a:cubicBezTo>
                    <a:cubicBezTo>
                      <a:pt x="104285" y="186360"/>
                      <a:pt x="92487" y="205015"/>
                      <a:pt x="71310" y="205015"/>
                    </a:cubicBezTo>
                    <a:cubicBezTo>
                      <a:pt x="44687" y="205015"/>
                      <a:pt x="28351" y="176269"/>
                      <a:pt x="28351" y="128867"/>
                    </a:cubicBezTo>
                    <a:cubicBezTo>
                      <a:pt x="28351" y="113271"/>
                      <a:pt x="30771" y="104708"/>
                      <a:pt x="36822" y="100121"/>
                    </a:cubicBezTo>
                    <a:cubicBezTo>
                      <a:pt x="43175" y="95228"/>
                      <a:pt x="52553" y="92475"/>
                      <a:pt x="63142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46" name="Graphic 94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&#10;\end{align*}&#10;}&#10;\end{document}" title="IguanaTex Shape Display">
              <a:extLst>
                <a:ext uri="{FF2B5EF4-FFF2-40B4-BE49-F238E27FC236}">
                  <a16:creationId xmlns:a16="http://schemas.microsoft.com/office/drawing/2014/main" id="{5FC2CD94-42C3-A5F2-6706-E1D3DBDD7949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2321791" y="3527136"/>
              <a:ext cx="261927" cy="187188"/>
            </a:xfrm>
            <a:custGeom>
              <a:avLst/>
              <a:gdLst>
                <a:gd name="connsiteX0" fmla="*/ 198149 w 261927"/>
                <a:gd name="connsiteY0" fmla="*/ 67473 h 187188"/>
                <a:gd name="connsiteX1" fmla="*/ 235315 w 261927"/>
                <a:gd name="connsiteY1" fmla="*/ 93679 h 187188"/>
                <a:gd name="connsiteX2" fmla="*/ 198149 w 261927"/>
                <a:gd name="connsiteY2" fmla="*/ 119885 h 187188"/>
                <a:gd name="connsiteX3" fmla="*/ 10847 w 261927"/>
                <a:gd name="connsiteY3" fmla="*/ 119885 h 187188"/>
                <a:gd name="connsiteX4" fmla="*/ 229 w 261927"/>
                <a:gd name="connsiteY4" fmla="*/ 126692 h 187188"/>
                <a:gd name="connsiteX5" fmla="*/ 10552 w 261927"/>
                <a:gd name="connsiteY5" fmla="*/ 133499 h 187188"/>
                <a:gd name="connsiteX6" fmla="*/ 184876 w 261927"/>
                <a:gd name="connsiteY6" fmla="*/ 133499 h 187188"/>
                <a:gd name="connsiteX7" fmla="*/ 155380 w 261927"/>
                <a:gd name="connsiteY7" fmla="*/ 183529 h 187188"/>
                <a:gd name="connsiteX8" fmla="*/ 160984 w 261927"/>
                <a:gd name="connsiteY8" fmla="*/ 187273 h 187188"/>
                <a:gd name="connsiteX9" fmla="*/ 166588 w 261927"/>
                <a:gd name="connsiteY9" fmla="*/ 184550 h 187188"/>
                <a:gd name="connsiteX10" fmla="*/ 200214 w 261927"/>
                <a:gd name="connsiteY10" fmla="*/ 133839 h 187188"/>
                <a:gd name="connsiteX11" fmla="*/ 255667 w 261927"/>
                <a:gd name="connsiteY11" fmla="*/ 98784 h 187188"/>
                <a:gd name="connsiteX12" fmla="*/ 261566 w 261927"/>
                <a:gd name="connsiteY12" fmla="*/ 95721 h 187188"/>
                <a:gd name="connsiteX13" fmla="*/ 262156 w 261927"/>
                <a:gd name="connsiteY13" fmla="*/ 93679 h 187188"/>
                <a:gd name="connsiteX14" fmla="*/ 261861 w 261927"/>
                <a:gd name="connsiteY14" fmla="*/ 91637 h 187188"/>
                <a:gd name="connsiteX15" fmla="*/ 260976 w 261927"/>
                <a:gd name="connsiteY15" fmla="*/ 90956 h 187188"/>
                <a:gd name="connsiteX16" fmla="*/ 254487 w 261927"/>
                <a:gd name="connsiteY16" fmla="*/ 88233 h 187188"/>
                <a:gd name="connsiteX17" fmla="*/ 168653 w 261927"/>
                <a:gd name="connsiteY17" fmla="*/ 7232 h 187188"/>
                <a:gd name="connsiteX18" fmla="*/ 160984 w 261927"/>
                <a:gd name="connsiteY18" fmla="*/ 85 h 187188"/>
                <a:gd name="connsiteX19" fmla="*/ 155380 w 261927"/>
                <a:gd name="connsiteY19" fmla="*/ 3828 h 187188"/>
                <a:gd name="connsiteX20" fmla="*/ 184876 w 261927"/>
                <a:gd name="connsiteY20" fmla="*/ 53859 h 187188"/>
                <a:gd name="connsiteX21" fmla="*/ 10552 w 261927"/>
                <a:gd name="connsiteY21" fmla="*/ 53859 h 187188"/>
                <a:gd name="connsiteX22" fmla="*/ 229 w 261927"/>
                <a:gd name="connsiteY22" fmla="*/ 60666 h 187188"/>
                <a:gd name="connsiteX23" fmla="*/ 10847 w 261927"/>
                <a:gd name="connsiteY23" fmla="*/ 67473 h 187188"/>
                <a:gd name="connsiteX24" fmla="*/ 198149 w 261927"/>
                <a:gd name="connsiteY24" fmla="*/ 67473 h 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1927" h="187188">
                  <a:moveTo>
                    <a:pt x="198149" y="67473"/>
                  </a:moveTo>
                  <a:cubicBezTo>
                    <a:pt x="210538" y="79725"/>
                    <a:pt x="225581" y="88574"/>
                    <a:pt x="235315" y="93679"/>
                  </a:cubicBezTo>
                  <a:cubicBezTo>
                    <a:pt x="224696" y="99124"/>
                    <a:pt x="210243" y="107973"/>
                    <a:pt x="198149" y="119885"/>
                  </a:cubicBezTo>
                  <a:lnTo>
                    <a:pt x="10847" y="119885"/>
                  </a:lnTo>
                  <a:cubicBezTo>
                    <a:pt x="5833" y="119885"/>
                    <a:pt x="229" y="119885"/>
                    <a:pt x="229" y="126692"/>
                  </a:cubicBezTo>
                  <a:cubicBezTo>
                    <a:pt x="229" y="133499"/>
                    <a:pt x="5538" y="133499"/>
                    <a:pt x="10552" y="133499"/>
                  </a:cubicBezTo>
                  <a:lnTo>
                    <a:pt x="184876" y="133499"/>
                  </a:lnTo>
                  <a:cubicBezTo>
                    <a:pt x="170718" y="149155"/>
                    <a:pt x="155380" y="179105"/>
                    <a:pt x="155380" y="183529"/>
                  </a:cubicBezTo>
                  <a:cubicBezTo>
                    <a:pt x="155380" y="187273"/>
                    <a:pt x="159214" y="187273"/>
                    <a:pt x="160984" y="187273"/>
                  </a:cubicBezTo>
                  <a:cubicBezTo>
                    <a:pt x="163344" y="187273"/>
                    <a:pt x="165408" y="187273"/>
                    <a:pt x="166588" y="184550"/>
                  </a:cubicBezTo>
                  <a:cubicBezTo>
                    <a:pt x="172782" y="171617"/>
                    <a:pt x="181041" y="153579"/>
                    <a:pt x="200214" y="133839"/>
                  </a:cubicBezTo>
                  <a:cubicBezTo>
                    <a:pt x="220566" y="113078"/>
                    <a:pt x="240329" y="103889"/>
                    <a:pt x="255667" y="98784"/>
                  </a:cubicBezTo>
                  <a:cubicBezTo>
                    <a:pt x="260682" y="96742"/>
                    <a:pt x="260976" y="96402"/>
                    <a:pt x="261566" y="95721"/>
                  </a:cubicBezTo>
                  <a:cubicBezTo>
                    <a:pt x="262156" y="95381"/>
                    <a:pt x="262156" y="94360"/>
                    <a:pt x="262156" y="93679"/>
                  </a:cubicBezTo>
                  <a:cubicBezTo>
                    <a:pt x="262156" y="92998"/>
                    <a:pt x="262156" y="92318"/>
                    <a:pt x="261861" y="91637"/>
                  </a:cubicBezTo>
                  <a:lnTo>
                    <a:pt x="260976" y="90956"/>
                  </a:lnTo>
                  <a:cubicBezTo>
                    <a:pt x="260387" y="90616"/>
                    <a:pt x="260092" y="90275"/>
                    <a:pt x="254487" y="88233"/>
                  </a:cubicBezTo>
                  <a:cubicBezTo>
                    <a:pt x="214667" y="74620"/>
                    <a:pt x="185171" y="43649"/>
                    <a:pt x="168653" y="7232"/>
                  </a:cubicBezTo>
                  <a:cubicBezTo>
                    <a:pt x="165408" y="425"/>
                    <a:pt x="165113" y="85"/>
                    <a:pt x="160984" y="85"/>
                  </a:cubicBezTo>
                  <a:cubicBezTo>
                    <a:pt x="159214" y="85"/>
                    <a:pt x="155380" y="85"/>
                    <a:pt x="155380" y="3828"/>
                  </a:cubicBezTo>
                  <a:cubicBezTo>
                    <a:pt x="155380" y="8253"/>
                    <a:pt x="170423" y="37863"/>
                    <a:pt x="184876" y="53859"/>
                  </a:cubicBezTo>
                  <a:lnTo>
                    <a:pt x="10552" y="53859"/>
                  </a:lnTo>
                  <a:cubicBezTo>
                    <a:pt x="5538" y="53859"/>
                    <a:pt x="229" y="53859"/>
                    <a:pt x="229" y="60666"/>
                  </a:cubicBezTo>
                  <a:cubicBezTo>
                    <a:pt x="229" y="67472"/>
                    <a:pt x="5833" y="67473"/>
                    <a:pt x="10847" y="67473"/>
                  </a:cubicBezTo>
                  <a:lnTo>
                    <a:pt x="198149" y="67473"/>
                  </a:lnTo>
                  <a:close/>
                </a:path>
              </a:pathLst>
            </a:custGeom>
            <a:solidFill>
              <a:srgbClr val="FFFFFF"/>
            </a:solidFill>
            <a:ln w="29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61" name="Group 1260">
            <a:extLst>
              <a:ext uri="{FF2B5EF4-FFF2-40B4-BE49-F238E27FC236}">
                <a16:creationId xmlns:a16="http://schemas.microsoft.com/office/drawing/2014/main" id="{4656BDB8-3405-0485-7D92-7D6B75BB806E}"/>
              </a:ext>
            </a:extLst>
          </p:cNvPr>
          <p:cNvGrpSpPr/>
          <p:nvPr/>
        </p:nvGrpSpPr>
        <p:grpSpPr>
          <a:xfrm>
            <a:off x="2100451" y="3760209"/>
            <a:ext cx="8611627" cy="1983694"/>
            <a:chOff x="1472708" y="4478959"/>
            <a:chExt cx="8611627" cy="1983694"/>
          </a:xfrm>
        </p:grpSpPr>
        <p:grpSp>
          <p:nvGrpSpPr>
            <p:cNvPr id="1211" name="Group 1210">
              <a:extLst>
                <a:ext uri="{FF2B5EF4-FFF2-40B4-BE49-F238E27FC236}">
                  <a16:creationId xmlns:a16="http://schemas.microsoft.com/office/drawing/2014/main" id="{95EC6CFE-136D-9D3C-4DDE-ECC04E270AB0}"/>
                </a:ext>
              </a:extLst>
            </p:cNvPr>
            <p:cNvGrpSpPr/>
            <p:nvPr/>
          </p:nvGrpSpPr>
          <p:grpSpPr>
            <a:xfrm>
              <a:off x="1472708" y="4478959"/>
              <a:ext cx="8611627" cy="1558636"/>
              <a:chOff x="2298828" y="4603173"/>
              <a:chExt cx="8611627" cy="1558636"/>
            </a:xfrm>
          </p:grpSpPr>
          <p:sp>
            <p:nvSpPr>
              <p:cNvPr id="1210" name="Rectangle: Rounded Corners 1209">
                <a:extLst>
                  <a:ext uri="{FF2B5EF4-FFF2-40B4-BE49-F238E27FC236}">
                    <a16:creationId xmlns:a16="http://schemas.microsoft.com/office/drawing/2014/main" id="{79454E55-3E13-6B21-45CD-B0BED01F058D}"/>
                  </a:ext>
                </a:extLst>
              </p:cNvPr>
              <p:cNvSpPr/>
              <p:nvPr/>
            </p:nvSpPr>
            <p:spPr>
              <a:xfrm>
                <a:off x="3002973" y="4603173"/>
                <a:ext cx="7907482" cy="1558636"/>
              </a:xfrm>
              <a:prstGeom prst="roundRect">
                <a:avLst>
                  <a:gd name="adj" fmla="val 8000"/>
                </a:avLst>
              </a:prstGeom>
              <a:solidFill>
                <a:schemeClr val="bg2"/>
              </a:solidFill>
              <a:ln>
                <a:solidFill>
                  <a:schemeClr val="tx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09" name="Group 1208">
                <a:extLst>
                  <a:ext uri="{FF2B5EF4-FFF2-40B4-BE49-F238E27FC236}">
                    <a16:creationId xmlns:a16="http://schemas.microsoft.com/office/drawing/2014/main" id="{B733E7C3-4D4F-4F36-B67C-54928027C618}"/>
                  </a:ext>
                </a:extLst>
              </p:cNvPr>
              <p:cNvGrpSpPr/>
              <p:nvPr/>
            </p:nvGrpSpPr>
            <p:grpSpPr>
              <a:xfrm>
                <a:off x="2298828" y="4775548"/>
                <a:ext cx="8318783" cy="1213886"/>
                <a:chOff x="1619852" y="4889500"/>
                <a:chExt cx="8318783" cy="1213886"/>
              </a:xfrm>
            </p:grpSpPr>
            <p:grpSp>
              <p:nvGrpSpPr>
                <p:cNvPr id="1129" name="Group 112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\underbrace{(b-a)}_{\text{Width}}\underbrace{\frac{f(x_0)+4\sum_{i=1,3,5}^{n-1}f(x_i)+2\sum_{j=2,4,6}^{n-2}f(x_j)+f(x_n)}{3n}}_{\text{Average height}}&#10;\end{align*}&#10;}&#10;\end{document}" title="IguanaTex Shape Display">
                  <a:extLst>
                    <a:ext uri="{FF2B5EF4-FFF2-40B4-BE49-F238E27FC236}">
                      <a16:creationId xmlns:a16="http://schemas.microsoft.com/office/drawing/2014/main" id="{A0962E97-9617-68A2-10A8-AD2EBB519F37}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59"/>
                  </p:custDataLst>
                </p:nvPr>
              </p:nvGrpSpPr>
              <p:grpSpPr>
                <a:xfrm>
                  <a:off x="2540000" y="4889500"/>
                  <a:ext cx="7398635" cy="1213886"/>
                  <a:chOff x="5971062" y="7120392"/>
                  <a:chExt cx="7398635" cy="1213886"/>
                </a:xfrm>
              </p:grpSpPr>
              <p:sp>
                <p:nvSpPr>
                  <p:cNvPr id="1036" name="Freeform: Shape 1035">
                    <a:extLst>
                      <a:ext uri="{FF2B5EF4-FFF2-40B4-BE49-F238E27FC236}">
                        <a16:creationId xmlns:a16="http://schemas.microsoft.com/office/drawing/2014/main" id="{C6C3927B-B1E4-F688-A2BB-E98524ACDF78}"/>
                      </a:ext>
                    </a:extLst>
                  </p:cNvPr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5971062" y="7458132"/>
                    <a:ext cx="118712" cy="196315"/>
                  </a:xfrm>
                  <a:custGeom>
                    <a:avLst/>
                    <a:gdLst>
                      <a:gd name="connsiteX0" fmla="*/ 113 w 118712"/>
                      <a:gd name="connsiteY0" fmla="*/ 196406 h 196315"/>
                      <a:gd name="connsiteX1" fmla="*/ 74006 w 118712"/>
                      <a:gd name="connsiteY1" fmla="*/ 196406 h 196315"/>
                      <a:gd name="connsiteX2" fmla="*/ 74006 w 118712"/>
                      <a:gd name="connsiteY2" fmla="*/ 191596 h 196315"/>
                      <a:gd name="connsiteX3" fmla="*/ 53413 w 118712"/>
                      <a:gd name="connsiteY3" fmla="*/ 179269 h 196315"/>
                      <a:gd name="connsiteX4" fmla="*/ 56744 w 118712"/>
                      <a:gd name="connsiteY4" fmla="*/ 160329 h 196315"/>
                      <a:gd name="connsiteX5" fmla="*/ 93993 w 118712"/>
                      <a:gd name="connsiteY5" fmla="*/ 27148 h 196315"/>
                      <a:gd name="connsiteX6" fmla="*/ 118826 w 118712"/>
                      <a:gd name="connsiteY6" fmla="*/ 4901 h 196315"/>
                      <a:gd name="connsiteX7" fmla="*/ 118826 w 118712"/>
                      <a:gd name="connsiteY7" fmla="*/ 90 h 196315"/>
                      <a:gd name="connsiteX8" fmla="*/ 44025 w 118712"/>
                      <a:gd name="connsiteY8" fmla="*/ 90 h 196315"/>
                      <a:gd name="connsiteX9" fmla="*/ 44025 w 118712"/>
                      <a:gd name="connsiteY9" fmla="*/ 4901 h 196315"/>
                      <a:gd name="connsiteX10" fmla="*/ 65223 w 118712"/>
                      <a:gd name="connsiteY10" fmla="*/ 17828 h 196315"/>
                      <a:gd name="connsiteX11" fmla="*/ 61892 w 118712"/>
                      <a:gd name="connsiteY11" fmla="*/ 36467 h 196315"/>
                      <a:gd name="connsiteX12" fmla="*/ 24643 w 118712"/>
                      <a:gd name="connsiteY12" fmla="*/ 169348 h 196315"/>
                      <a:gd name="connsiteX13" fmla="*/ 113 w 118712"/>
                      <a:gd name="connsiteY13" fmla="*/ 191596 h 196315"/>
                      <a:gd name="connsiteX14" fmla="*/ 113 w 118712"/>
                      <a:gd name="connsiteY14" fmla="*/ 196406 h 1963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118712" h="196315">
                        <a:moveTo>
                          <a:pt x="113" y="196406"/>
                        </a:moveTo>
                        <a:lnTo>
                          <a:pt x="74006" y="196406"/>
                        </a:lnTo>
                        <a:lnTo>
                          <a:pt x="74006" y="191596"/>
                        </a:lnTo>
                        <a:cubicBezTo>
                          <a:pt x="56744" y="189491"/>
                          <a:pt x="53413" y="187687"/>
                          <a:pt x="53413" y="179269"/>
                        </a:cubicBezTo>
                        <a:cubicBezTo>
                          <a:pt x="53413" y="173557"/>
                          <a:pt x="54018" y="169950"/>
                          <a:pt x="56744" y="160329"/>
                        </a:cubicBezTo>
                        <a:lnTo>
                          <a:pt x="93993" y="27148"/>
                        </a:lnTo>
                        <a:cubicBezTo>
                          <a:pt x="99444" y="9711"/>
                          <a:pt x="101564" y="7907"/>
                          <a:pt x="118826" y="4901"/>
                        </a:cubicBezTo>
                        <a:lnTo>
                          <a:pt x="118826" y="90"/>
                        </a:lnTo>
                        <a:lnTo>
                          <a:pt x="44025" y="90"/>
                        </a:lnTo>
                        <a:lnTo>
                          <a:pt x="44025" y="4901"/>
                        </a:lnTo>
                        <a:cubicBezTo>
                          <a:pt x="61589" y="7005"/>
                          <a:pt x="65223" y="9410"/>
                          <a:pt x="65223" y="17828"/>
                        </a:cubicBezTo>
                        <a:cubicBezTo>
                          <a:pt x="65223" y="22037"/>
                          <a:pt x="64012" y="28952"/>
                          <a:pt x="61892" y="36467"/>
                        </a:cubicBezTo>
                        <a:lnTo>
                          <a:pt x="24643" y="169348"/>
                        </a:lnTo>
                        <a:cubicBezTo>
                          <a:pt x="19192" y="186785"/>
                          <a:pt x="17072" y="188589"/>
                          <a:pt x="113" y="191596"/>
                        </a:cubicBezTo>
                        <a:lnTo>
                          <a:pt x="113" y="19640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37" name="Freeform: Shape 1036">
                    <a:extLst>
                      <a:ext uri="{FF2B5EF4-FFF2-40B4-BE49-F238E27FC236}">
                        <a16:creationId xmlns:a16="http://schemas.microsoft.com/office/drawing/2014/main" id="{ECDE96AF-2E04-3BBA-2FA1-9AA8490451A8}"/>
                      </a:ext>
                    </a:extLst>
                  </p:cNvPr>
                  <p:cNvSpPr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6174410" y="7463848"/>
                    <a:ext cx="201993" cy="70348"/>
                  </a:xfrm>
                  <a:custGeom>
                    <a:avLst/>
                    <a:gdLst>
                      <a:gd name="connsiteX0" fmla="*/ 202113 w 201993"/>
                      <a:gd name="connsiteY0" fmla="*/ 10009 h 70348"/>
                      <a:gd name="connsiteX1" fmla="*/ 197874 w 201993"/>
                      <a:gd name="connsiteY1" fmla="*/ 389 h 70348"/>
                      <a:gd name="connsiteX2" fmla="*/ 193634 w 201993"/>
                      <a:gd name="connsiteY2" fmla="*/ 8205 h 70348"/>
                      <a:gd name="connsiteX3" fmla="*/ 151236 w 201993"/>
                      <a:gd name="connsiteY3" fmla="*/ 53601 h 70348"/>
                      <a:gd name="connsiteX4" fmla="*/ 102782 w 201993"/>
                      <a:gd name="connsiteY4" fmla="*/ 27747 h 70348"/>
                      <a:gd name="connsiteX5" fmla="*/ 50997 w 201993"/>
                      <a:gd name="connsiteY5" fmla="*/ 88 h 70348"/>
                      <a:gd name="connsiteX6" fmla="*/ 120 w 201993"/>
                      <a:gd name="connsiteY6" fmla="*/ 60516 h 70348"/>
                      <a:gd name="connsiteX7" fmla="*/ 4359 w 201993"/>
                      <a:gd name="connsiteY7" fmla="*/ 70136 h 70348"/>
                      <a:gd name="connsiteX8" fmla="*/ 8599 w 201993"/>
                      <a:gd name="connsiteY8" fmla="*/ 63222 h 70348"/>
                      <a:gd name="connsiteX9" fmla="*/ 50997 w 201993"/>
                      <a:gd name="connsiteY9" fmla="*/ 16924 h 70348"/>
                      <a:gd name="connsiteX10" fmla="*/ 99451 w 201993"/>
                      <a:gd name="connsiteY10" fmla="*/ 42778 h 70348"/>
                      <a:gd name="connsiteX11" fmla="*/ 151236 w 201993"/>
                      <a:gd name="connsiteY11" fmla="*/ 70437 h 70348"/>
                      <a:gd name="connsiteX12" fmla="*/ 202113 w 201993"/>
                      <a:gd name="connsiteY12" fmla="*/ 10009 h 70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1993" h="70348">
                        <a:moveTo>
                          <a:pt x="202113" y="10009"/>
                        </a:moveTo>
                        <a:cubicBezTo>
                          <a:pt x="202113" y="3395"/>
                          <a:pt x="200296" y="389"/>
                          <a:pt x="197874" y="389"/>
                        </a:cubicBezTo>
                        <a:cubicBezTo>
                          <a:pt x="196359" y="389"/>
                          <a:pt x="193937" y="2493"/>
                          <a:pt x="193634" y="8205"/>
                        </a:cubicBezTo>
                        <a:cubicBezTo>
                          <a:pt x="192422" y="37066"/>
                          <a:pt x="172435" y="53601"/>
                          <a:pt x="151236" y="53601"/>
                        </a:cubicBezTo>
                        <a:cubicBezTo>
                          <a:pt x="132157" y="53601"/>
                          <a:pt x="117621" y="40674"/>
                          <a:pt x="102782" y="27747"/>
                        </a:cubicBezTo>
                        <a:cubicBezTo>
                          <a:pt x="87337" y="13917"/>
                          <a:pt x="71590" y="88"/>
                          <a:pt x="50997" y="88"/>
                        </a:cubicBezTo>
                        <a:cubicBezTo>
                          <a:pt x="17987" y="88"/>
                          <a:pt x="120" y="33158"/>
                          <a:pt x="120" y="60516"/>
                        </a:cubicBezTo>
                        <a:cubicBezTo>
                          <a:pt x="120" y="70136"/>
                          <a:pt x="4057" y="70136"/>
                          <a:pt x="4359" y="70136"/>
                        </a:cubicBezTo>
                        <a:cubicBezTo>
                          <a:pt x="7691" y="70136"/>
                          <a:pt x="8599" y="64123"/>
                          <a:pt x="8599" y="63222"/>
                        </a:cubicBezTo>
                        <a:cubicBezTo>
                          <a:pt x="9810" y="30152"/>
                          <a:pt x="32523" y="16924"/>
                          <a:pt x="50997" y="16924"/>
                        </a:cubicBezTo>
                        <a:cubicBezTo>
                          <a:pt x="70075" y="16924"/>
                          <a:pt x="84612" y="29851"/>
                          <a:pt x="99451" y="42778"/>
                        </a:cubicBezTo>
                        <a:cubicBezTo>
                          <a:pt x="114896" y="56608"/>
                          <a:pt x="130643" y="70437"/>
                          <a:pt x="151236" y="70437"/>
                        </a:cubicBezTo>
                        <a:cubicBezTo>
                          <a:pt x="184246" y="70437"/>
                          <a:pt x="202113" y="37367"/>
                          <a:pt x="202113" y="100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38" name="Freeform: Shape 1037">
                    <a:extLst>
                      <a:ext uri="{FF2B5EF4-FFF2-40B4-BE49-F238E27FC236}">
                        <a16:creationId xmlns:a16="http://schemas.microsoft.com/office/drawing/2014/main" id="{BBBC44A4-14D3-94C3-2A02-308E6D383779}"/>
                      </a:ext>
                    </a:extLst>
                  </p:cNvPr>
                  <p:cNvSpPr/>
                  <p:nvPr>
                    <p:custDataLst>
                      <p:tags r:id="rId63"/>
                    </p:custDataLst>
                  </p:nvPr>
                </p:nvSpPr>
                <p:spPr>
                  <a:xfrm>
                    <a:off x="6174713" y="7559202"/>
                    <a:ext cx="201388" cy="70348"/>
                  </a:xfrm>
                  <a:custGeom>
                    <a:avLst/>
                    <a:gdLst>
                      <a:gd name="connsiteX0" fmla="*/ 191211 w 201388"/>
                      <a:gd name="connsiteY0" fmla="*/ 12117 h 70348"/>
                      <a:gd name="connsiteX1" fmla="*/ 201508 w 201388"/>
                      <a:gd name="connsiteY1" fmla="*/ 6104 h 70348"/>
                      <a:gd name="connsiteX2" fmla="*/ 191514 w 201388"/>
                      <a:gd name="connsiteY2" fmla="*/ 91 h 70348"/>
                      <a:gd name="connsiteX3" fmla="*/ 10113 w 201388"/>
                      <a:gd name="connsiteY3" fmla="*/ 91 h 70348"/>
                      <a:gd name="connsiteX4" fmla="*/ 120 w 201388"/>
                      <a:gd name="connsiteY4" fmla="*/ 6104 h 70348"/>
                      <a:gd name="connsiteX5" fmla="*/ 10416 w 201388"/>
                      <a:gd name="connsiteY5" fmla="*/ 12117 h 70348"/>
                      <a:gd name="connsiteX6" fmla="*/ 191211 w 201388"/>
                      <a:gd name="connsiteY6" fmla="*/ 12117 h 70348"/>
                      <a:gd name="connsiteX7" fmla="*/ 191514 w 201388"/>
                      <a:gd name="connsiteY7" fmla="*/ 70440 h 70348"/>
                      <a:gd name="connsiteX8" fmla="*/ 201508 w 201388"/>
                      <a:gd name="connsiteY8" fmla="*/ 64427 h 70348"/>
                      <a:gd name="connsiteX9" fmla="*/ 191211 w 201388"/>
                      <a:gd name="connsiteY9" fmla="*/ 58415 h 70348"/>
                      <a:gd name="connsiteX10" fmla="*/ 10416 w 201388"/>
                      <a:gd name="connsiteY10" fmla="*/ 58415 h 70348"/>
                      <a:gd name="connsiteX11" fmla="*/ 120 w 201388"/>
                      <a:gd name="connsiteY11" fmla="*/ 64427 h 70348"/>
                      <a:gd name="connsiteX12" fmla="*/ 10113 w 201388"/>
                      <a:gd name="connsiteY12" fmla="*/ 70440 h 70348"/>
                      <a:gd name="connsiteX13" fmla="*/ 191514 w 201388"/>
                      <a:gd name="connsiteY13" fmla="*/ 70440 h 703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01388" h="70348">
                        <a:moveTo>
                          <a:pt x="191211" y="12117"/>
                        </a:moveTo>
                        <a:cubicBezTo>
                          <a:pt x="195754" y="12117"/>
                          <a:pt x="201508" y="12117"/>
                          <a:pt x="201508" y="6104"/>
                        </a:cubicBezTo>
                        <a:cubicBezTo>
                          <a:pt x="201508" y="91"/>
                          <a:pt x="195754" y="91"/>
                          <a:pt x="191514" y="91"/>
                        </a:cubicBezTo>
                        <a:lnTo>
                          <a:pt x="10113" y="91"/>
                        </a:lnTo>
                        <a:cubicBezTo>
                          <a:pt x="5874" y="91"/>
                          <a:pt x="120" y="91"/>
                          <a:pt x="120" y="6104"/>
                        </a:cubicBezTo>
                        <a:cubicBezTo>
                          <a:pt x="120" y="12117"/>
                          <a:pt x="5874" y="12117"/>
                          <a:pt x="10416" y="12117"/>
                        </a:cubicBezTo>
                        <a:lnTo>
                          <a:pt x="191211" y="12117"/>
                        </a:lnTo>
                        <a:close/>
                        <a:moveTo>
                          <a:pt x="191514" y="70440"/>
                        </a:moveTo>
                        <a:cubicBezTo>
                          <a:pt x="195754" y="70440"/>
                          <a:pt x="201508" y="70440"/>
                          <a:pt x="201508" y="64427"/>
                        </a:cubicBezTo>
                        <a:cubicBezTo>
                          <a:pt x="201508" y="58415"/>
                          <a:pt x="195754" y="58415"/>
                          <a:pt x="191211" y="58415"/>
                        </a:cubicBezTo>
                        <a:lnTo>
                          <a:pt x="10416" y="58415"/>
                        </a:lnTo>
                        <a:cubicBezTo>
                          <a:pt x="5874" y="58415"/>
                          <a:pt x="120" y="58415"/>
                          <a:pt x="120" y="64427"/>
                        </a:cubicBezTo>
                        <a:cubicBezTo>
                          <a:pt x="120" y="70440"/>
                          <a:pt x="5874" y="70440"/>
                          <a:pt x="10113" y="70440"/>
                        </a:cubicBezTo>
                        <a:lnTo>
                          <a:pt x="191514" y="7044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39" name="Freeform: Shape 1038">
                    <a:extLst>
                      <a:ext uri="{FF2B5EF4-FFF2-40B4-BE49-F238E27FC236}">
                        <a16:creationId xmlns:a16="http://schemas.microsoft.com/office/drawing/2014/main" id="{F14AB80D-4709-BA5E-1228-4D397AD995E4}"/>
                      </a:ext>
                    </a:extLst>
                  </p:cNvPr>
                  <p:cNvSpPr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6491469" y="7428970"/>
                    <a:ext cx="70258" cy="300635"/>
                  </a:xfrm>
                  <a:custGeom>
                    <a:avLst/>
                    <a:gdLst>
                      <a:gd name="connsiteX0" fmla="*/ 70388 w 70258"/>
                      <a:gd name="connsiteY0" fmla="*/ 297720 h 300635"/>
                      <a:gd name="connsiteX1" fmla="*/ 65240 w 70258"/>
                      <a:gd name="connsiteY1" fmla="*/ 291106 h 300635"/>
                      <a:gd name="connsiteX2" fmla="*/ 17694 w 70258"/>
                      <a:gd name="connsiteY2" fmla="*/ 150409 h 300635"/>
                      <a:gd name="connsiteX3" fmla="*/ 66451 w 70258"/>
                      <a:gd name="connsiteY3" fmla="*/ 8208 h 300635"/>
                      <a:gd name="connsiteX4" fmla="*/ 70388 w 70258"/>
                      <a:gd name="connsiteY4" fmla="*/ 3097 h 300635"/>
                      <a:gd name="connsiteX5" fmla="*/ 67359 w 70258"/>
                      <a:gd name="connsiteY5" fmla="*/ 91 h 300635"/>
                      <a:gd name="connsiteX6" fmla="*/ 19208 w 70258"/>
                      <a:gd name="connsiteY6" fmla="*/ 58715 h 300635"/>
                      <a:gd name="connsiteX7" fmla="*/ 129 w 70258"/>
                      <a:gd name="connsiteY7" fmla="*/ 150409 h 300635"/>
                      <a:gd name="connsiteX8" fmla="*/ 20116 w 70258"/>
                      <a:gd name="connsiteY8" fmla="*/ 244207 h 300635"/>
                      <a:gd name="connsiteX9" fmla="*/ 67359 w 70258"/>
                      <a:gd name="connsiteY9" fmla="*/ 300727 h 300635"/>
                      <a:gd name="connsiteX10" fmla="*/ 70388 w 70258"/>
                      <a:gd name="connsiteY10" fmla="*/ 297720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388" y="297720"/>
                        </a:moveTo>
                        <a:cubicBezTo>
                          <a:pt x="70388" y="296818"/>
                          <a:pt x="70388" y="296217"/>
                          <a:pt x="65240" y="291106"/>
                        </a:cubicBezTo>
                        <a:cubicBezTo>
                          <a:pt x="27385" y="253226"/>
                          <a:pt x="17694" y="196406"/>
                          <a:pt x="17694" y="150409"/>
                        </a:cubicBezTo>
                        <a:cubicBezTo>
                          <a:pt x="17694" y="98098"/>
                          <a:pt x="29202" y="45787"/>
                          <a:pt x="66451" y="8208"/>
                        </a:cubicBezTo>
                        <a:cubicBezTo>
                          <a:pt x="70388" y="4600"/>
                          <a:pt x="70388" y="3999"/>
                          <a:pt x="70388" y="3097"/>
                        </a:cubicBezTo>
                        <a:cubicBezTo>
                          <a:pt x="70388" y="993"/>
                          <a:pt x="69176" y="91"/>
                          <a:pt x="67359" y="91"/>
                        </a:cubicBezTo>
                        <a:cubicBezTo>
                          <a:pt x="64331" y="91"/>
                          <a:pt x="37075" y="20534"/>
                          <a:pt x="19208" y="58715"/>
                        </a:cubicBezTo>
                        <a:cubicBezTo>
                          <a:pt x="3763" y="91785"/>
                          <a:pt x="129" y="125155"/>
                          <a:pt x="129" y="150409"/>
                        </a:cubicBezTo>
                        <a:cubicBezTo>
                          <a:pt x="129" y="173858"/>
                          <a:pt x="3460" y="210235"/>
                          <a:pt x="20116" y="244207"/>
                        </a:cubicBezTo>
                        <a:cubicBezTo>
                          <a:pt x="38287" y="281185"/>
                          <a:pt x="64331" y="300727"/>
                          <a:pt x="67359" y="300727"/>
                        </a:cubicBezTo>
                        <a:cubicBezTo>
                          <a:pt x="69176" y="300727"/>
                          <a:pt x="70388" y="299825"/>
                          <a:pt x="70388" y="29772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0" name="Freeform: Shape 1039">
                    <a:extLst>
                      <a:ext uri="{FF2B5EF4-FFF2-40B4-BE49-F238E27FC236}">
                        <a16:creationId xmlns:a16="http://schemas.microsoft.com/office/drawing/2014/main" id="{BC7D1910-46DB-EF38-FF37-E14670480780}"/>
                      </a:ext>
                    </a:extLst>
                  </p:cNvPr>
                  <p:cNvSpPr/>
                  <p:nvPr>
                    <p:custDataLst>
                      <p:tags r:id="rId65"/>
                    </p:custDataLst>
                  </p:nvPr>
                </p:nvSpPr>
                <p:spPr>
                  <a:xfrm>
                    <a:off x="6586392" y="7449113"/>
                    <a:ext cx="136277" cy="208641"/>
                  </a:xfrm>
                  <a:custGeom>
                    <a:avLst/>
                    <a:gdLst>
                      <a:gd name="connsiteX0" fmla="*/ 26480 w 136277"/>
                      <a:gd name="connsiteY0" fmla="*/ 12116 h 208641"/>
                      <a:gd name="connsiteX1" fmla="*/ 46165 w 136277"/>
                      <a:gd name="connsiteY1" fmla="*/ 20233 h 208641"/>
                      <a:gd name="connsiteX2" fmla="*/ 43439 w 136277"/>
                      <a:gd name="connsiteY2" fmla="*/ 33160 h 208641"/>
                      <a:gd name="connsiteX3" fmla="*/ 41925 w 136277"/>
                      <a:gd name="connsiteY3" fmla="*/ 38872 h 208641"/>
                      <a:gd name="connsiteX4" fmla="*/ 41319 w 136277"/>
                      <a:gd name="connsiteY4" fmla="*/ 40977 h 208641"/>
                      <a:gd name="connsiteX5" fmla="*/ 133 w 136277"/>
                      <a:gd name="connsiteY5" fmla="*/ 191596 h 208641"/>
                      <a:gd name="connsiteX6" fmla="*/ 133 w 136277"/>
                      <a:gd name="connsiteY6" fmla="*/ 192798 h 208641"/>
                      <a:gd name="connsiteX7" fmla="*/ 40411 w 136277"/>
                      <a:gd name="connsiteY7" fmla="*/ 208732 h 208641"/>
                      <a:gd name="connsiteX8" fmla="*/ 136411 w 136277"/>
                      <a:gd name="connsiteY8" fmla="*/ 108921 h 208641"/>
                      <a:gd name="connsiteX9" fmla="*/ 101281 w 136277"/>
                      <a:gd name="connsiteY9" fmla="*/ 72844 h 208641"/>
                      <a:gd name="connsiteX10" fmla="*/ 42833 w 136277"/>
                      <a:gd name="connsiteY10" fmla="*/ 118240 h 208641"/>
                      <a:gd name="connsiteX11" fmla="*/ 74329 w 136277"/>
                      <a:gd name="connsiteY11" fmla="*/ 1594 h 208641"/>
                      <a:gd name="connsiteX12" fmla="*/ 72814 w 136277"/>
                      <a:gd name="connsiteY12" fmla="*/ 90 h 208641"/>
                      <a:gd name="connsiteX13" fmla="*/ 26480 w 136277"/>
                      <a:gd name="connsiteY13" fmla="*/ 7005 h 208641"/>
                      <a:gd name="connsiteX14" fmla="*/ 26480 w 136277"/>
                      <a:gd name="connsiteY14" fmla="*/ 12116 h 208641"/>
                      <a:gd name="connsiteX15" fmla="*/ 89471 w 136277"/>
                      <a:gd name="connsiteY15" fmla="*/ 87576 h 208641"/>
                      <a:gd name="connsiteX16" fmla="*/ 110669 w 136277"/>
                      <a:gd name="connsiteY16" fmla="*/ 113430 h 208641"/>
                      <a:gd name="connsiteX17" fmla="*/ 77357 w 136277"/>
                      <a:gd name="connsiteY17" fmla="*/ 184080 h 208641"/>
                      <a:gd name="connsiteX18" fmla="*/ 40108 w 136277"/>
                      <a:gd name="connsiteY18" fmla="*/ 201817 h 208641"/>
                      <a:gd name="connsiteX19" fmla="*/ 26177 w 136277"/>
                      <a:gd name="connsiteY19" fmla="*/ 191596 h 208641"/>
                      <a:gd name="connsiteX20" fmla="*/ 47982 w 136277"/>
                      <a:gd name="connsiteY20" fmla="*/ 122149 h 208641"/>
                      <a:gd name="connsiteX21" fmla="*/ 89471 w 136277"/>
                      <a:gd name="connsiteY21" fmla="*/ 87576 h 2086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136277" h="208641">
                        <a:moveTo>
                          <a:pt x="26480" y="12116"/>
                        </a:moveTo>
                        <a:cubicBezTo>
                          <a:pt x="44348" y="12717"/>
                          <a:pt x="46165" y="13619"/>
                          <a:pt x="46165" y="20233"/>
                        </a:cubicBezTo>
                        <a:cubicBezTo>
                          <a:pt x="46165" y="22939"/>
                          <a:pt x="45256" y="26546"/>
                          <a:pt x="43439" y="33160"/>
                        </a:cubicBezTo>
                        <a:cubicBezTo>
                          <a:pt x="42833" y="35265"/>
                          <a:pt x="42228" y="37369"/>
                          <a:pt x="41925" y="38872"/>
                        </a:cubicBezTo>
                        <a:lnTo>
                          <a:pt x="41319" y="40977"/>
                        </a:lnTo>
                        <a:lnTo>
                          <a:pt x="133" y="191596"/>
                        </a:lnTo>
                        <a:lnTo>
                          <a:pt x="133" y="192798"/>
                        </a:lnTo>
                        <a:cubicBezTo>
                          <a:pt x="133" y="199713"/>
                          <a:pt x="23452" y="208732"/>
                          <a:pt x="40411" y="208732"/>
                        </a:cubicBezTo>
                        <a:cubicBezTo>
                          <a:pt x="86139" y="208732"/>
                          <a:pt x="136411" y="156121"/>
                          <a:pt x="136411" y="108921"/>
                        </a:cubicBezTo>
                        <a:cubicBezTo>
                          <a:pt x="136411" y="87876"/>
                          <a:pt x="121572" y="72844"/>
                          <a:pt x="101281" y="72844"/>
                        </a:cubicBezTo>
                        <a:cubicBezTo>
                          <a:pt x="80083" y="72844"/>
                          <a:pt x="64335" y="85170"/>
                          <a:pt x="42833" y="118240"/>
                        </a:cubicBezTo>
                        <a:cubicBezTo>
                          <a:pt x="58581" y="61120"/>
                          <a:pt x="60701" y="53002"/>
                          <a:pt x="74329" y="1594"/>
                        </a:cubicBezTo>
                        <a:lnTo>
                          <a:pt x="72814" y="90"/>
                        </a:lnTo>
                        <a:cubicBezTo>
                          <a:pt x="57672" y="2796"/>
                          <a:pt x="46770" y="4600"/>
                          <a:pt x="26480" y="7005"/>
                        </a:cubicBezTo>
                        <a:lnTo>
                          <a:pt x="26480" y="12116"/>
                        </a:lnTo>
                        <a:close/>
                        <a:moveTo>
                          <a:pt x="89471" y="87576"/>
                        </a:moveTo>
                        <a:cubicBezTo>
                          <a:pt x="102493" y="87576"/>
                          <a:pt x="110669" y="97496"/>
                          <a:pt x="110669" y="113430"/>
                        </a:cubicBezTo>
                        <a:cubicBezTo>
                          <a:pt x="110669" y="133272"/>
                          <a:pt x="95225" y="165440"/>
                          <a:pt x="77357" y="184080"/>
                        </a:cubicBezTo>
                        <a:cubicBezTo>
                          <a:pt x="66152" y="195504"/>
                          <a:pt x="53130" y="201817"/>
                          <a:pt x="40108" y="201817"/>
                        </a:cubicBezTo>
                        <a:cubicBezTo>
                          <a:pt x="30720" y="201817"/>
                          <a:pt x="26177" y="198510"/>
                          <a:pt x="26177" y="191596"/>
                        </a:cubicBezTo>
                        <a:cubicBezTo>
                          <a:pt x="26177" y="173557"/>
                          <a:pt x="35262" y="144396"/>
                          <a:pt x="47982" y="122149"/>
                        </a:cubicBezTo>
                        <a:cubicBezTo>
                          <a:pt x="61307" y="99000"/>
                          <a:pt x="74934" y="87576"/>
                          <a:pt x="89471" y="8757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1" name="Freeform: Shape 1040">
                    <a:extLst>
                      <a:ext uri="{FF2B5EF4-FFF2-40B4-BE49-F238E27FC236}">
                        <a16:creationId xmlns:a16="http://schemas.microsoft.com/office/drawing/2014/main" id="{66A0A520-C81F-1705-4E72-3FD9E2CB4C3B}"/>
                      </a:ext>
                    </a:extLst>
                  </p:cNvPr>
                  <p:cNvSpPr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6798768" y="7573276"/>
                    <a:ext cx="185034" cy="12025"/>
                  </a:xfrm>
                  <a:custGeom>
                    <a:avLst/>
                    <a:gdLst>
                      <a:gd name="connsiteX0" fmla="*/ 174575 w 185034"/>
                      <a:gd name="connsiteY0" fmla="*/ 12116 h 12025"/>
                      <a:gd name="connsiteX1" fmla="*/ 185174 w 185034"/>
                      <a:gd name="connsiteY1" fmla="*/ 6103 h 12025"/>
                      <a:gd name="connsiteX2" fmla="*/ 174575 w 185034"/>
                      <a:gd name="connsiteY2" fmla="*/ 91 h 12025"/>
                      <a:gd name="connsiteX3" fmla="*/ 10739 w 185034"/>
                      <a:gd name="connsiteY3" fmla="*/ 91 h 12025"/>
                      <a:gd name="connsiteX4" fmla="*/ 140 w 185034"/>
                      <a:gd name="connsiteY4" fmla="*/ 6103 h 12025"/>
                      <a:gd name="connsiteX5" fmla="*/ 10739 w 185034"/>
                      <a:gd name="connsiteY5" fmla="*/ 12116 h 12025"/>
                      <a:gd name="connsiteX6" fmla="*/ 174575 w 185034"/>
                      <a:gd name="connsiteY6" fmla="*/ 12116 h 120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5034" h="12025">
                        <a:moveTo>
                          <a:pt x="174575" y="12116"/>
                        </a:moveTo>
                        <a:cubicBezTo>
                          <a:pt x="179723" y="12116"/>
                          <a:pt x="185174" y="12116"/>
                          <a:pt x="185174" y="6103"/>
                        </a:cubicBezTo>
                        <a:cubicBezTo>
                          <a:pt x="185174" y="91"/>
                          <a:pt x="179723" y="91"/>
                          <a:pt x="174575" y="91"/>
                        </a:cubicBezTo>
                        <a:lnTo>
                          <a:pt x="10739" y="91"/>
                        </a:lnTo>
                        <a:cubicBezTo>
                          <a:pt x="5591" y="91"/>
                          <a:pt x="140" y="91"/>
                          <a:pt x="140" y="6103"/>
                        </a:cubicBezTo>
                        <a:cubicBezTo>
                          <a:pt x="140" y="12116"/>
                          <a:pt x="5591" y="12116"/>
                          <a:pt x="10739" y="12116"/>
                        </a:cubicBezTo>
                        <a:lnTo>
                          <a:pt x="174575" y="121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2" name="Freeform: Shape 1041">
                    <a:extLst>
                      <a:ext uri="{FF2B5EF4-FFF2-40B4-BE49-F238E27FC236}">
                        <a16:creationId xmlns:a16="http://schemas.microsoft.com/office/drawing/2014/main" id="{FE675CF7-A328-0234-6E30-5503BBD7167E}"/>
                      </a:ext>
                    </a:extLst>
                  </p:cNvPr>
                  <p:cNvSpPr/>
                  <p:nvPr>
                    <p:custDataLst>
                      <p:tags r:id="rId67"/>
                    </p:custDataLst>
                  </p:nvPr>
                </p:nvSpPr>
                <p:spPr>
                  <a:xfrm>
                    <a:off x="7057183" y="7521867"/>
                    <a:ext cx="139003" cy="135887"/>
                  </a:xfrm>
                  <a:custGeom>
                    <a:avLst/>
                    <a:gdLst>
                      <a:gd name="connsiteX0" fmla="*/ 135518 w 139003"/>
                      <a:gd name="connsiteY0" fmla="*/ 99601 h 135887"/>
                      <a:gd name="connsiteX1" fmla="*/ 127038 w 139003"/>
                      <a:gd name="connsiteY1" fmla="*/ 108019 h 135887"/>
                      <a:gd name="connsiteX2" fmla="*/ 111291 w 139003"/>
                      <a:gd name="connsiteY2" fmla="*/ 120345 h 135887"/>
                      <a:gd name="connsiteX3" fmla="*/ 107051 w 139003"/>
                      <a:gd name="connsiteY3" fmla="*/ 116437 h 135887"/>
                      <a:gd name="connsiteX4" fmla="*/ 134003 w 139003"/>
                      <a:gd name="connsiteY4" fmla="*/ 7306 h 135887"/>
                      <a:gd name="connsiteX5" fmla="*/ 135820 w 139003"/>
                      <a:gd name="connsiteY5" fmla="*/ 993 h 135887"/>
                      <a:gd name="connsiteX6" fmla="*/ 133701 w 139003"/>
                      <a:gd name="connsiteY6" fmla="*/ 91 h 135887"/>
                      <a:gd name="connsiteX7" fmla="*/ 115227 w 139003"/>
                      <a:gd name="connsiteY7" fmla="*/ 2195 h 135887"/>
                      <a:gd name="connsiteX8" fmla="*/ 114319 w 139003"/>
                      <a:gd name="connsiteY8" fmla="*/ 3097 h 135887"/>
                      <a:gd name="connsiteX9" fmla="*/ 110988 w 139003"/>
                      <a:gd name="connsiteY9" fmla="*/ 17528 h 135887"/>
                      <a:gd name="connsiteX10" fmla="*/ 86761 w 139003"/>
                      <a:gd name="connsiteY10" fmla="*/ 91 h 135887"/>
                      <a:gd name="connsiteX11" fmla="*/ 149 w 139003"/>
                      <a:gd name="connsiteY11" fmla="*/ 102608 h 135887"/>
                      <a:gd name="connsiteX12" fmla="*/ 31038 w 139003"/>
                      <a:gd name="connsiteY12" fmla="*/ 135978 h 135887"/>
                      <a:gd name="connsiteX13" fmla="*/ 91909 w 139003"/>
                      <a:gd name="connsiteY13" fmla="*/ 88778 h 135887"/>
                      <a:gd name="connsiteX14" fmla="*/ 84943 w 139003"/>
                      <a:gd name="connsiteY14" fmla="*/ 123351 h 135887"/>
                      <a:gd name="connsiteX15" fmla="*/ 97057 w 139003"/>
                      <a:gd name="connsiteY15" fmla="*/ 135678 h 135887"/>
                      <a:gd name="connsiteX16" fmla="*/ 139152 w 139003"/>
                      <a:gd name="connsiteY16" fmla="*/ 102608 h 135887"/>
                      <a:gd name="connsiteX17" fmla="*/ 135518 w 139003"/>
                      <a:gd name="connsiteY17" fmla="*/ 99601 h 135887"/>
                      <a:gd name="connsiteX18" fmla="*/ 88578 w 139003"/>
                      <a:gd name="connsiteY18" fmla="*/ 6705 h 135887"/>
                      <a:gd name="connsiteX19" fmla="*/ 105537 w 139003"/>
                      <a:gd name="connsiteY19" fmla="*/ 25044 h 135887"/>
                      <a:gd name="connsiteX20" fmla="*/ 69499 w 139003"/>
                      <a:gd name="connsiteY20" fmla="*/ 108019 h 135887"/>
                      <a:gd name="connsiteX21" fmla="*/ 43152 w 139003"/>
                      <a:gd name="connsiteY21" fmla="*/ 121247 h 135887"/>
                      <a:gd name="connsiteX22" fmla="*/ 25587 w 139003"/>
                      <a:gd name="connsiteY22" fmla="*/ 98699 h 135887"/>
                      <a:gd name="connsiteX23" fmla="*/ 50117 w 139003"/>
                      <a:gd name="connsiteY23" fmla="*/ 32860 h 135887"/>
                      <a:gd name="connsiteX24" fmla="*/ 88578 w 139003"/>
                      <a:gd name="connsiteY24" fmla="*/ 6705 h 135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139003" h="135887">
                        <a:moveTo>
                          <a:pt x="135518" y="99601"/>
                        </a:moveTo>
                        <a:cubicBezTo>
                          <a:pt x="130975" y="104111"/>
                          <a:pt x="129158" y="105614"/>
                          <a:pt x="127038" y="108019"/>
                        </a:cubicBezTo>
                        <a:cubicBezTo>
                          <a:pt x="117953" y="117339"/>
                          <a:pt x="114016" y="120345"/>
                          <a:pt x="111291" y="120345"/>
                        </a:cubicBezTo>
                        <a:cubicBezTo>
                          <a:pt x="108868" y="120345"/>
                          <a:pt x="107051" y="118541"/>
                          <a:pt x="107051" y="116437"/>
                        </a:cubicBezTo>
                        <a:cubicBezTo>
                          <a:pt x="107051" y="110424"/>
                          <a:pt x="119770" y="59015"/>
                          <a:pt x="134003" y="7306"/>
                        </a:cubicBezTo>
                        <a:cubicBezTo>
                          <a:pt x="134912" y="4300"/>
                          <a:pt x="135215" y="3698"/>
                          <a:pt x="135820" y="993"/>
                        </a:cubicBezTo>
                        <a:lnTo>
                          <a:pt x="133701" y="91"/>
                        </a:lnTo>
                        <a:lnTo>
                          <a:pt x="115227" y="2195"/>
                        </a:lnTo>
                        <a:lnTo>
                          <a:pt x="114319" y="3097"/>
                        </a:lnTo>
                        <a:lnTo>
                          <a:pt x="110988" y="17528"/>
                        </a:lnTo>
                        <a:cubicBezTo>
                          <a:pt x="108565" y="6404"/>
                          <a:pt x="99783" y="91"/>
                          <a:pt x="86761" y="91"/>
                        </a:cubicBezTo>
                        <a:cubicBezTo>
                          <a:pt x="46786" y="91"/>
                          <a:pt x="149" y="55107"/>
                          <a:pt x="149" y="102608"/>
                        </a:cubicBezTo>
                        <a:cubicBezTo>
                          <a:pt x="149" y="123652"/>
                          <a:pt x="11656" y="135978"/>
                          <a:pt x="31038" y="135978"/>
                        </a:cubicBezTo>
                        <a:cubicBezTo>
                          <a:pt x="52237" y="135978"/>
                          <a:pt x="65259" y="126057"/>
                          <a:pt x="91909" y="88778"/>
                        </a:cubicBezTo>
                        <a:cubicBezTo>
                          <a:pt x="85852" y="112228"/>
                          <a:pt x="84943" y="116136"/>
                          <a:pt x="84943" y="123351"/>
                        </a:cubicBezTo>
                        <a:cubicBezTo>
                          <a:pt x="84943" y="132070"/>
                          <a:pt x="88578" y="135678"/>
                          <a:pt x="97057" y="135678"/>
                        </a:cubicBezTo>
                        <a:cubicBezTo>
                          <a:pt x="109171" y="135678"/>
                          <a:pt x="116742" y="129965"/>
                          <a:pt x="139152" y="102608"/>
                        </a:cubicBezTo>
                        <a:lnTo>
                          <a:pt x="135518" y="99601"/>
                        </a:lnTo>
                        <a:close/>
                        <a:moveTo>
                          <a:pt x="88578" y="6705"/>
                        </a:moveTo>
                        <a:cubicBezTo>
                          <a:pt x="98874" y="7306"/>
                          <a:pt x="105537" y="14521"/>
                          <a:pt x="105537" y="25044"/>
                        </a:cubicBezTo>
                        <a:cubicBezTo>
                          <a:pt x="105537" y="50297"/>
                          <a:pt x="90395" y="85772"/>
                          <a:pt x="69499" y="108019"/>
                        </a:cubicBezTo>
                        <a:cubicBezTo>
                          <a:pt x="62231" y="116136"/>
                          <a:pt x="51934" y="121247"/>
                          <a:pt x="43152" y="121247"/>
                        </a:cubicBezTo>
                        <a:cubicBezTo>
                          <a:pt x="32552" y="121247"/>
                          <a:pt x="25587" y="112529"/>
                          <a:pt x="25587" y="98699"/>
                        </a:cubicBezTo>
                        <a:cubicBezTo>
                          <a:pt x="25587" y="82465"/>
                          <a:pt x="37095" y="51500"/>
                          <a:pt x="50117" y="32860"/>
                        </a:cubicBezTo>
                        <a:cubicBezTo>
                          <a:pt x="62231" y="15423"/>
                          <a:pt x="76464" y="5803"/>
                          <a:pt x="88578" y="670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3" name="Freeform: Shape 1042">
                    <a:extLst>
                      <a:ext uri="{FF2B5EF4-FFF2-40B4-BE49-F238E27FC236}">
                        <a16:creationId xmlns:a16="http://schemas.microsoft.com/office/drawing/2014/main" id="{470AD623-AE2C-B7EC-E233-D5FA4CA516AD}"/>
                      </a:ext>
                    </a:extLst>
                  </p:cNvPr>
                  <p:cNvSpPr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7221285" y="7428970"/>
                    <a:ext cx="70258" cy="300635"/>
                  </a:xfrm>
                  <a:custGeom>
                    <a:avLst/>
                    <a:gdLst>
                      <a:gd name="connsiteX0" fmla="*/ 70412 w 70258"/>
                      <a:gd name="connsiteY0" fmla="*/ 150409 h 300635"/>
                      <a:gd name="connsiteX1" fmla="*/ 50425 w 70258"/>
                      <a:gd name="connsiteY1" fmla="*/ 56610 h 300635"/>
                      <a:gd name="connsiteX2" fmla="*/ 3182 w 70258"/>
                      <a:gd name="connsiteY2" fmla="*/ 91 h 300635"/>
                      <a:gd name="connsiteX3" fmla="*/ 153 w 70258"/>
                      <a:gd name="connsiteY3" fmla="*/ 3097 h 300635"/>
                      <a:gd name="connsiteX4" fmla="*/ 5907 w 70258"/>
                      <a:gd name="connsiteY4" fmla="*/ 10012 h 300635"/>
                      <a:gd name="connsiteX5" fmla="*/ 52847 w 70258"/>
                      <a:gd name="connsiteY5" fmla="*/ 150409 h 300635"/>
                      <a:gd name="connsiteX6" fmla="*/ 4090 w 70258"/>
                      <a:gd name="connsiteY6" fmla="*/ 292609 h 300635"/>
                      <a:gd name="connsiteX7" fmla="*/ 153 w 70258"/>
                      <a:gd name="connsiteY7" fmla="*/ 297720 h 300635"/>
                      <a:gd name="connsiteX8" fmla="*/ 3182 w 70258"/>
                      <a:gd name="connsiteY8" fmla="*/ 300727 h 300635"/>
                      <a:gd name="connsiteX9" fmla="*/ 51333 w 70258"/>
                      <a:gd name="connsiteY9" fmla="*/ 242103 h 300635"/>
                      <a:gd name="connsiteX10" fmla="*/ 70412 w 70258"/>
                      <a:gd name="connsiteY10" fmla="*/ 150409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412" y="150409"/>
                        </a:moveTo>
                        <a:cubicBezTo>
                          <a:pt x="70412" y="126959"/>
                          <a:pt x="67081" y="90582"/>
                          <a:pt x="50425" y="56610"/>
                        </a:cubicBezTo>
                        <a:cubicBezTo>
                          <a:pt x="32254" y="19632"/>
                          <a:pt x="6210" y="91"/>
                          <a:pt x="3182" y="91"/>
                        </a:cubicBezTo>
                        <a:cubicBezTo>
                          <a:pt x="1365" y="91"/>
                          <a:pt x="153" y="1293"/>
                          <a:pt x="153" y="3097"/>
                        </a:cubicBezTo>
                        <a:cubicBezTo>
                          <a:pt x="153" y="3999"/>
                          <a:pt x="153" y="4600"/>
                          <a:pt x="5907" y="10012"/>
                        </a:cubicBezTo>
                        <a:cubicBezTo>
                          <a:pt x="35585" y="39775"/>
                          <a:pt x="52847" y="87576"/>
                          <a:pt x="52847" y="150409"/>
                        </a:cubicBezTo>
                        <a:cubicBezTo>
                          <a:pt x="52847" y="201817"/>
                          <a:pt x="41642" y="254729"/>
                          <a:pt x="4090" y="292609"/>
                        </a:cubicBezTo>
                        <a:cubicBezTo>
                          <a:pt x="153" y="296217"/>
                          <a:pt x="153" y="296818"/>
                          <a:pt x="153" y="297720"/>
                        </a:cubicBezTo>
                        <a:cubicBezTo>
                          <a:pt x="153" y="299524"/>
                          <a:pt x="1365" y="300727"/>
                          <a:pt x="3182" y="300727"/>
                        </a:cubicBezTo>
                        <a:cubicBezTo>
                          <a:pt x="6210" y="300727"/>
                          <a:pt x="33466" y="280283"/>
                          <a:pt x="51333" y="242103"/>
                        </a:cubicBezTo>
                        <a:cubicBezTo>
                          <a:pt x="66778" y="209033"/>
                          <a:pt x="70412" y="175662"/>
                          <a:pt x="70412" y="15040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4" name="Freeform: Shape 1043">
                    <a:extLst>
                      <a:ext uri="{FF2B5EF4-FFF2-40B4-BE49-F238E27FC236}">
                        <a16:creationId xmlns:a16="http://schemas.microsoft.com/office/drawing/2014/main" id="{B6BFBDAE-C287-0F30-8369-8D1F04F0FFF3}"/>
                      </a:ext>
                    </a:extLst>
                  </p:cNvPr>
                  <p:cNvSpPr/>
                  <p:nvPr>
                    <p:custDataLst>
                      <p:tags r:id="rId69"/>
                    </p:custDataLst>
                  </p:nvPr>
                </p:nvSpPr>
                <p:spPr>
                  <a:xfrm>
                    <a:off x="6454220" y="7755912"/>
                    <a:ext cx="146574" cy="100412"/>
                  </a:xfrm>
                  <a:custGeom>
                    <a:avLst/>
                    <a:gdLst>
                      <a:gd name="connsiteX0" fmla="*/ 146703 w 146574"/>
                      <a:gd name="connsiteY0" fmla="*/ 72852 h 100412"/>
                      <a:gd name="connsiteX1" fmla="*/ 142463 w 146574"/>
                      <a:gd name="connsiteY1" fmla="*/ 64434 h 100412"/>
                      <a:gd name="connsiteX2" fmla="*/ 66753 w 146574"/>
                      <a:gd name="connsiteY2" fmla="*/ 48500 h 100412"/>
                      <a:gd name="connsiteX3" fmla="*/ 14059 w 146574"/>
                      <a:gd name="connsiteY3" fmla="*/ 1601 h 100412"/>
                      <a:gd name="connsiteX4" fmla="*/ 7397 w 146574"/>
                      <a:gd name="connsiteY4" fmla="*/ 98 h 100412"/>
                      <a:gd name="connsiteX5" fmla="*/ 129 w 146574"/>
                      <a:gd name="connsiteY5" fmla="*/ 7915 h 100412"/>
                      <a:gd name="connsiteX6" fmla="*/ 129 w 146574"/>
                      <a:gd name="connsiteY6" fmla="*/ 12725 h 100412"/>
                      <a:gd name="connsiteX7" fmla="*/ 140343 w 146574"/>
                      <a:gd name="connsiteY7" fmla="*/ 100510 h 100412"/>
                      <a:gd name="connsiteX8" fmla="*/ 146703 w 146574"/>
                      <a:gd name="connsiteY8" fmla="*/ 92093 h 100412"/>
                      <a:gd name="connsiteX9" fmla="*/ 146703 w 146574"/>
                      <a:gd name="connsiteY9" fmla="*/ 72852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46574" h="100412">
                        <a:moveTo>
                          <a:pt x="146703" y="72852"/>
                        </a:moveTo>
                        <a:cubicBezTo>
                          <a:pt x="146703" y="65937"/>
                          <a:pt x="146703" y="64434"/>
                          <a:pt x="142463" y="64434"/>
                        </a:cubicBezTo>
                        <a:cubicBezTo>
                          <a:pt x="123990" y="64133"/>
                          <a:pt x="94009" y="61728"/>
                          <a:pt x="66753" y="48500"/>
                        </a:cubicBezTo>
                        <a:cubicBezTo>
                          <a:pt x="34047" y="32266"/>
                          <a:pt x="21630" y="13326"/>
                          <a:pt x="14059" y="1601"/>
                        </a:cubicBezTo>
                        <a:cubicBezTo>
                          <a:pt x="13151" y="98"/>
                          <a:pt x="11334" y="98"/>
                          <a:pt x="7397" y="98"/>
                        </a:cubicBezTo>
                        <a:cubicBezTo>
                          <a:pt x="431" y="98"/>
                          <a:pt x="129" y="399"/>
                          <a:pt x="129" y="7915"/>
                        </a:cubicBezTo>
                        <a:lnTo>
                          <a:pt x="129" y="12725"/>
                        </a:lnTo>
                        <a:cubicBezTo>
                          <a:pt x="41315" y="86381"/>
                          <a:pt x="109454" y="100510"/>
                          <a:pt x="140343" y="100510"/>
                        </a:cubicBezTo>
                        <a:cubicBezTo>
                          <a:pt x="146703" y="100510"/>
                          <a:pt x="146703" y="100210"/>
                          <a:pt x="146703" y="92093"/>
                        </a:cubicBezTo>
                        <a:lnTo>
                          <a:pt x="146703" y="7285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5" name="Freeform: Shape 1044">
                    <a:extLst>
                      <a:ext uri="{FF2B5EF4-FFF2-40B4-BE49-F238E27FC236}">
                        <a16:creationId xmlns:a16="http://schemas.microsoft.com/office/drawing/2014/main" id="{10E15D2E-596C-5C15-2253-48DBF475A28D}"/>
                      </a:ext>
                    </a:extLst>
                  </p:cNvPr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6598277" y="7820417"/>
                    <a:ext cx="156659" cy="35907"/>
                  </a:xfrm>
                  <a:custGeom>
                    <a:avLst/>
                    <a:gdLst>
                      <a:gd name="connsiteX0" fmla="*/ 0 w 156659"/>
                      <a:gd name="connsiteY0" fmla="*/ 0 h 35907"/>
                      <a:gd name="connsiteX1" fmla="*/ 156660 w 156659"/>
                      <a:gd name="connsiteY1" fmla="*/ 0 h 35907"/>
                      <a:gd name="connsiteX2" fmla="*/ 156660 w 156659"/>
                      <a:gd name="connsiteY2" fmla="*/ 35908 h 35907"/>
                      <a:gd name="connsiteX3" fmla="*/ 0 w 156659"/>
                      <a:gd name="connsiteY3" fmla="*/ 35908 h 35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6659" h="35907">
                        <a:moveTo>
                          <a:pt x="0" y="0"/>
                        </a:moveTo>
                        <a:lnTo>
                          <a:pt x="156660" y="0"/>
                        </a:lnTo>
                        <a:lnTo>
                          <a:pt x="156660" y="35908"/>
                        </a:lnTo>
                        <a:lnTo>
                          <a:pt x="0" y="3590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7" name="Freeform: Shape 1046">
                    <a:extLst>
                      <a:ext uri="{FF2B5EF4-FFF2-40B4-BE49-F238E27FC236}">
                        <a16:creationId xmlns:a16="http://schemas.microsoft.com/office/drawing/2014/main" id="{CB444D66-ACD6-6431-3E17-7C6AFD080CE2}"/>
                      </a:ext>
                    </a:extLst>
                  </p:cNvPr>
                  <p:cNvSpPr/>
                  <p:nvPr>
                    <p:custDataLst>
                      <p:tags r:id="rId71"/>
                    </p:custDataLst>
                  </p:nvPr>
                </p:nvSpPr>
                <p:spPr>
                  <a:xfrm>
                    <a:off x="6751908" y="7820248"/>
                    <a:ext cx="146574" cy="100412"/>
                  </a:xfrm>
                  <a:custGeom>
                    <a:avLst/>
                    <a:gdLst>
                      <a:gd name="connsiteX0" fmla="*/ 146712 w 146574"/>
                      <a:gd name="connsiteY0" fmla="*/ 87884 h 100412"/>
                      <a:gd name="connsiteX1" fmla="*/ 6498 w 146574"/>
                      <a:gd name="connsiteY1" fmla="*/ 98 h 100412"/>
                      <a:gd name="connsiteX2" fmla="*/ 138 w 146574"/>
                      <a:gd name="connsiteY2" fmla="*/ 8516 h 100412"/>
                      <a:gd name="connsiteX3" fmla="*/ 138 w 146574"/>
                      <a:gd name="connsiteY3" fmla="*/ 27756 h 100412"/>
                      <a:gd name="connsiteX4" fmla="*/ 4378 w 146574"/>
                      <a:gd name="connsiteY4" fmla="*/ 36174 h 100412"/>
                      <a:gd name="connsiteX5" fmla="*/ 80088 w 146574"/>
                      <a:gd name="connsiteY5" fmla="*/ 52108 h 100412"/>
                      <a:gd name="connsiteX6" fmla="*/ 132782 w 146574"/>
                      <a:gd name="connsiteY6" fmla="*/ 99007 h 100412"/>
                      <a:gd name="connsiteX7" fmla="*/ 139444 w 146574"/>
                      <a:gd name="connsiteY7" fmla="*/ 100510 h 100412"/>
                      <a:gd name="connsiteX8" fmla="*/ 146712 w 146574"/>
                      <a:gd name="connsiteY8" fmla="*/ 92694 h 100412"/>
                      <a:gd name="connsiteX9" fmla="*/ 146712 w 146574"/>
                      <a:gd name="connsiteY9" fmla="*/ 87884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46574" h="100412">
                        <a:moveTo>
                          <a:pt x="146712" y="87884"/>
                        </a:moveTo>
                        <a:cubicBezTo>
                          <a:pt x="105526" y="14228"/>
                          <a:pt x="37387" y="98"/>
                          <a:pt x="6498" y="98"/>
                        </a:cubicBezTo>
                        <a:cubicBezTo>
                          <a:pt x="138" y="98"/>
                          <a:pt x="138" y="399"/>
                          <a:pt x="138" y="8516"/>
                        </a:cubicBezTo>
                        <a:lnTo>
                          <a:pt x="138" y="27756"/>
                        </a:lnTo>
                        <a:cubicBezTo>
                          <a:pt x="138" y="34671"/>
                          <a:pt x="138" y="36174"/>
                          <a:pt x="4378" y="36174"/>
                        </a:cubicBezTo>
                        <a:cubicBezTo>
                          <a:pt x="22851" y="36475"/>
                          <a:pt x="52832" y="38880"/>
                          <a:pt x="80088" y="52108"/>
                        </a:cubicBezTo>
                        <a:cubicBezTo>
                          <a:pt x="112794" y="68342"/>
                          <a:pt x="125211" y="87282"/>
                          <a:pt x="132782" y="99007"/>
                        </a:cubicBezTo>
                        <a:cubicBezTo>
                          <a:pt x="133690" y="100510"/>
                          <a:pt x="135507" y="100510"/>
                          <a:pt x="139444" y="100510"/>
                        </a:cubicBezTo>
                        <a:cubicBezTo>
                          <a:pt x="146410" y="100510"/>
                          <a:pt x="146712" y="100210"/>
                          <a:pt x="146712" y="92694"/>
                        </a:cubicBezTo>
                        <a:lnTo>
                          <a:pt x="146712" y="8788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8" name="Freeform: Shape 1047">
                    <a:extLst>
                      <a:ext uri="{FF2B5EF4-FFF2-40B4-BE49-F238E27FC236}">
                        <a16:creationId xmlns:a16="http://schemas.microsoft.com/office/drawing/2014/main" id="{B5B0A24E-D17B-5BD3-D13E-CFAC9DCFFCE7}"/>
                      </a:ext>
                    </a:extLst>
                  </p:cNvPr>
                  <p:cNvSpPr/>
                  <p:nvPr>
                    <p:custDataLst>
                      <p:tags r:id="rId72"/>
                    </p:custDataLst>
                  </p:nvPr>
                </p:nvSpPr>
                <p:spPr>
                  <a:xfrm>
                    <a:off x="6884457" y="7820248"/>
                    <a:ext cx="146574" cy="100412"/>
                  </a:xfrm>
                  <a:custGeom>
                    <a:avLst/>
                    <a:gdLst>
                      <a:gd name="connsiteX0" fmla="*/ 146717 w 146574"/>
                      <a:gd name="connsiteY0" fmla="*/ 8516 h 100412"/>
                      <a:gd name="connsiteX1" fmla="*/ 140357 w 146574"/>
                      <a:gd name="connsiteY1" fmla="*/ 98 h 100412"/>
                      <a:gd name="connsiteX2" fmla="*/ 143 w 146574"/>
                      <a:gd name="connsiteY2" fmla="*/ 87884 h 100412"/>
                      <a:gd name="connsiteX3" fmla="*/ 143 w 146574"/>
                      <a:gd name="connsiteY3" fmla="*/ 92694 h 100412"/>
                      <a:gd name="connsiteX4" fmla="*/ 7411 w 146574"/>
                      <a:gd name="connsiteY4" fmla="*/ 100510 h 100412"/>
                      <a:gd name="connsiteX5" fmla="*/ 14982 w 146574"/>
                      <a:gd name="connsiteY5" fmla="*/ 98105 h 100412"/>
                      <a:gd name="connsiteX6" fmla="*/ 143083 w 146574"/>
                      <a:gd name="connsiteY6" fmla="*/ 36174 h 100412"/>
                      <a:gd name="connsiteX7" fmla="*/ 146717 w 146574"/>
                      <a:gd name="connsiteY7" fmla="*/ 27756 h 100412"/>
                      <a:gd name="connsiteX8" fmla="*/ 146717 w 146574"/>
                      <a:gd name="connsiteY8" fmla="*/ 8516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574" h="100412">
                        <a:moveTo>
                          <a:pt x="146717" y="8516"/>
                        </a:moveTo>
                        <a:cubicBezTo>
                          <a:pt x="146717" y="399"/>
                          <a:pt x="146717" y="98"/>
                          <a:pt x="140357" y="98"/>
                        </a:cubicBezTo>
                        <a:cubicBezTo>
                          <a:pt x="109468" y="98"/>
                          <a:pt x="41329" y="14529"/>
                          <a:pt x="143" y="87884"/>
                        </a:cubicBezTo>
                        <a:lnTo>
                          <a:pt x="143" y="92694"/>
                        </a:lnTo>
                        <a:cubicBezTo>
                          <a:pt x="143" y="100210"/>
                          <a:pt x="445" y="100510"/>
                          <a:pt x="7411" y="100510"/>
                        </a:cubicBezTo>
                        <a:cubicBezTo>
                          <a:pt x="13165" y="100510"/>
                          <a:pt x="13468" y="100210"/>
                          <a:pt x="14982" y="98105"/>
                        </a:cubicBezTo>
                        <a:cubicBezTo>
                          <a:pt x="39815" y="58722"/>
                          <a:pt x="81606" y="37377"/>
                          <a:pt x="143083" y="36174"/>
                        </a:cubicBezTo>
                        <a:cubicBezTo>
                          <a:pt x="146717" y="36174"/>
                          <a:pt x="146717" y="34070"/>
                          <a:pt x="146717" y="27756"/>
                        </a:cubicBezTo>
                        <a:lnTo>
                          <a:pt x="146717" y="851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49" name="Freeform: Shape 1048">
                    <a:extLst>
                      <a:ext uri="{FF2B5EF4-FFF2-40B4-BE49-F238E27FC236}">
                        <a16:creationId xmlns:a16="http://schemas.microsoft.com/office/drawing/2014/main" id="{EDBFA3C4-946E-4789-2C51-7EDE3FB86522}"/>
                      </a:ext>
                    </a:extLst>
                  </p:cNvPr>
                  <p:cNvSpPr/>
                  <p:nvPr>
                    <p:custDataLst>
                      <p:tags r:id="rId73"/>
                    </p:custDataLst>
                  </p:nvPr>
                </p:nvSpPr>
                <p:spPr>
                  <a:xfrm>
                    <a:off x="7028514" y="7820417"/>
                    <a:ext cx="156659" cy="35907"/>
                  </a:xfrm>
                  <a:custGeom>
                    <a:avLst/>
                    <a:gdLst>
                      <a:gd name="connsiteX0" fmla="*/ 0 w 156659"/>
                      <a:gd name="connsiteY0" fmla="*/ 0 h 35907"/>
                      <a:gd name="connsiteX1" fmla="*/ 156659 w 156659"/>
                      <a:gd name="connsiteY1" fmla="*/ 0 h 35907"/>
                      <a:gd name="connsiteX2" fmla="*/ 156659 w 156659"/>
                      <a:gd name="connsiteY2" fmla="*/ 35908 h 35907"/>
                      <a:gd name="connsiteX3" fmla="*/ 0 w 156659"/>
                      <a:gd name="connsiteY3" fmla="*/ 35908 h 35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6659" h="35907">
                        <a:moveTo>
                          <a:pt x="0" y="0"/>
                        </a:moveTo>
                        <a:lnTo>
                          <a:pt x="156659" y="0"/>
                        </a:lnTo>
                        <a:lnTo>
                          <a:pt x="156659" y="35908"/>
                        </a:lnTo>
                        <a:lnTo>
                          <a:pt x="0" y="3590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1" name="Freeform: Shape 1050">
                    <a:extLst>
                      <a:ext uri="{FF2B5EF4-FFF2-40B4-BE49-F238E27FC236}">
                        <a16:creationId xmlns:a16="http://schemas.microsoft.com/office/drawing/2014/main" id="{ECA5ADAF-A8ED-C953-2F55-4BFD626FC677}"/>
                      </a:ext>
                    </a:extLst>
                  </p:cNvPr>
                  <p:cNvSpPr/>
                  <p:nvPr>
                    <p:custDataLst>
                      <p:tags r:id="rId74"/>
                    </p:custDataLst>
                  </p:nvPr>
                </p:nvSpPr>
                <p:spPr>
                  <a:xfrm>
                    <a:off x="7182145" y="7755912"/>
                    <a:ext cx="146574" cy="100412"/>
                  </a:xfrm>
                  <a:custGeom>
                    <a:avLst/>
                    <a:gdLst>
                      <a:gd name="connsiteX0" fmla="*/ 146726 w 146574"/>
                      <a:gd name="connsiteY0" fmla="*/ 7915 h 100412"/>
                      <a:gd name="connsiteX1" fmla="*/ 139458 w 146574"/>
                      <a:gd name="connsiteY1" fmla="*/ 98 h 100412"/>
                      <a:gd name="connsiteX2" fmla="*/ 131887 w 146574"/>
                      <a:gd name="connsiteY2" fmla="*/ 2503 h 100412"/>
                      <a:gd name="connsiteX3" fmla="*/ 3786 w 146574"/>
                      <a:gd name="connsiteY3" fmla="*/ 64434 h 100412"/>
                      <a:gd name="connsiteX4" fmla="*/ 152 w 146574"/>
                      <a:gd name="connsiteY4" fmla="*/ 72852 h 100412"/>
                      <a:gd name="connsiteX5" fmla="*/ 152 w 146574"/>
                      <a:gd name="connsiteY5" fmla="*/ 92093 h 100412"/>
                      <a:gd name="connsiteX6" fmla="*/ 6512 w 146574"/>
                      <a:gd name="connsiteY6" fmla="*/ 100510 h 100412"/>
                      <a:gd name="connsiteX7" fmla="*/ 146726 w 146574"/>
                      <a:gd name="connsiteY7" fmla="*/ 12725 h 100412"/>
                      <a:gd name="connsiteX8" fmla="*/ 146726 w 146574"/>
                      <a:gd name="connsiteY8" fmla="*/ 7915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574" h="100412">
                        <a:moveTo>
                          <a:pt x="146726" y="7915"/>
                        </a:moveTo>
                        <a:cubicBezTo>
                          <a:pt x="146726" y="399"/>
                          <a:pt x="146424" y="98"/>
                          <a:pt x="139458" y="98"/>
                        </a:cubicBezTo>
                        <a:cubicBezTo>
                          <a:pt x="133704" y="98"/>
                          <a:pt x="133402" y="399"/>
                          <a:pt x="131887" y="2503"/>
                        </a:cubicBezTo>
                        <a:cubicBezTo>
                          <a:pt x="107055" y="41886"/>
                          <a:pt x="65263" y="63232"/>
                          <a:pt x="3786" y="64434"/>
                        </a:cubicBezTo>
                        <a:cubicBezTo>
                          <a:pt x="152" y="64434"/>
                          <a:pt x="152" y="66539"/>
                          <a:pt x="152" y="72852"/>
                        </a:cubicBezTo>
                        <a:lnTo>
                          <a:pt x="152" y="92093"/>
                        </a:lnTo>
                        <a:cubicBezTo>
                          <a:pt x="152" y="100210"/>
                          <a:pt x="152" y="100510"/>
                          <a:pt x="6512" y="100510"/>
                        </a:cubicBezTo>
                        <a:cubicBezTo>
                          <a:pt x="37401" y="100510"/>
                          <a:pt x="105540" y="86080"/>
                          <a:pt x="146726" y="12725"/>
                        </a:cubicBezTo>
                        <a:lnTo>
                          <a:pt x="146726" y="791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2" name="Freeform: Shape 1051">
                    <a:extLst>
                      <a:ext uri="{FF2B5EF4-FFF2-40B4-BE49-F238E27FC236}">
                        <a16:creationId xmlns:a16="http://schemas.microsoft.com/office/drawing/2014/main" id="{12D05C17-C3B9-0D25-FD07-D3D0C77BEB74}"/>
                      </a:ext>
                    </a:extLst>
                  </p:cNvPr>
                  <p:cNvSpPr/>
                  <p:nvPr>
                    <p:custDataLst>
                      <p:tags r:id="rId75"/>
                    </p:custDataLst>
                  </p:nvPr>
                </p:nvSpPr>
                <p:spPr>
                  <a:xfrm>
                    <a:off x="6616169" y="8002262"/>
                    <a:ext cx="207741" cy="149722"/>
                  </a:xfrm>
                  <a:custGeom>
                    <a:avLst/>
                    <a:gdLst>
                      <a:gd name="connsiteX0" fmla="*/ 207875 w 207741"/>
                      <a:gd name="connsiteY0" fmla="*/ 108 h 149722"/>
                      <a:gd name="connsiteX1" fmla="*/ 163503 w 207741"/>
                      <a:gd name="connsiteY1" fmla="*/ 108 h 149722"/>
                      <a:gd name="connsiteX2" fmla="*/ 163503 w 207741"/>
                      <a:gd name="connsiteY2" fmla="*/ 4335 h 149722"/>
                      <a:gd name="connsiteX3" fmla="*/ 178966 w 207741"/>
                      <a:gd name="connsiteY3" fmla="*/ 13901 h 149722"/>
                      <a:gd name="connsiteX4" fmla="*/ 175380 w 207741"/>
                      <a:gd name="connsiteY4" fmla="*/ 30586 h 149722"/>
                      <a:gd name="connsiteX5" fmla="*/ 147368 w 207741"/>
                      <a:gd name="connsiteY5" fmla="*/ 106004 h 149722"/>
                      <a:gd name="connsiteX6" fmla="*/ 117787 w 207741"/>
                      <a:gd name="connsiteY6" fmla="*/ 30141 h 149722"/>
                      <a:gd name="connsiteX7" fmla="*/ 115097 w 207741"/>
                      <a:gd name="connsiteY7" fmla="*/ 23467 h 149722"/>
                      <a:gd name="connsiteX8" fmla="*/ 111736 w 207741"/>
                      <a:gd name="connsiteY8" fmla="*/ 12121 h 149722"/>
                      <a:gd name="connsiteX9" fmla="*/ 128992 w 207741"/>
                      <a:gd name="connsiteY9" fmla="*/ 4335 h 149722"/>
                      <a:gd name="connsiteX10" fmla="*/ 128992 w 207741"/>
                      <a:gd name="connsiteY10" fmla="*/ 108 h 149722"/>
                      <a:gd name="connsiteX11" fmla="*/ 69157 w 207741"/>
                      <a:gd name="connsiteY11" fmla="*/ 108 h 149722"/>
                      <a:gd name="connsiteX12" fmla="*/ 69157 w 207741"/>
                      <a:gd name="connsiteY12" fmla="*/ 4335 h 149722"/>
                      <a:gd name="connsiteX13" fmla="*/ 91791 w 207741"/>
                      <a:gd name="connsiteY13" fmla="*/ 24357 h 149722"/>
                      <a:gd name="connsiteX14" fmla="*/ 99186 w 207741"/>
                      <a:gd name="connsiteY14" fmla="*/ 42600 h 149722"/>
                      <a:gd name="connsiteX15" fmla="*/ 75207 w 207741"/>
                      <a:gd name="connsiteY15" fmla="*/ 105336 h 149722"/>
                      <a:gd name="connsiteX16" fmla="*/ 42937 w 207741"/>
                      <a:gd name="connsiteY16" fmla="*/ 21687 h 149722"/>
                      <a:gd name="connsiteX17" fmla="*/ 40472 w 207741"/>
                      <a:gd name="connsiteY17" fmla="*/ 11454 h 149722"/>
                      <a:gd name="connsiteX18" fmla="*/ 55038 w 207741"/>
                      <a:gd name="connsiteY18" fmla="*/ 4335 h 149722"/>
                      <a:gd name="connsiteX19" fmla="*/ 55038 w 207741"/>
                      <a:gd name="connsiteY19" fmla="*/ 108 h 149722"/>
                      <a:gd name="connsiteX20" fmla="*/ 134 w 207741"/>
                      <a:gd name="connsiteY20" fmla="*/ 108 h 149722"/>
                      <a:gd name="connsiteX21" fmla="*/ 134 w 207741"/>
                      <a:gd name="connsiteY21" fmla="*/ 4335 h 149722"/>
                      <a:gd name="connsiteX22" fmla="*/ 23216 w 207741"/>
                      <a:gd name="connsiteY22" fmla="*/ 30364 h 149722"/>
                      <a:gd name="connsiteX23" fmla="*/ 66467 w 207741"/>
                      <a:gd name="connsiteY23" fmla="*/ 149830 h 149722"/>
                      <a:gd name="connsiteX24" fmla="*/ 69829 w 207741"/>
                      <a:gd name="connsiteY24" fmla="*/ 149830 h 149722"/>
                      <a:gd name="connsiteX25" fmla="*/ 104340 w 207741"/>
                      <a:gd name="connsiteY25" fmla="*/ 55725 h 149722"/>
                      <a:gd name="connsiteX26" fmla="*/ 140197 w 207741"/>
                      <a:gd name="connsiteY26" fmla="*/ 149830 h 149722"/>
                      <a:gd name="connsiteX27" fmla="*/ 143558 w 207741"/>
                      <a:gd name="connsiteY27" fmla="*/ 149830 h 149722"/>
                      <a:gd name="connsiteX28" fmla="*/ 189275 w 207741"/>
                      <a:gd name="connsiteY28" fmla="*/ 20130 h 149722"/>
                      <a:gd name="connsiteX29" fmla="*/ 207875 w 207741"/>
                      <a:gd name="connsiteY29" fmla="*/ 4335 h 149722"/>
                      <a:gd name="connsiteX30" fmla="*/ 207875 w 207741"/>
                      <a:gd name="connsiteY30" fmla="*/ 108 h 149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207741" h="149722">
                        <a:moveTo>
                          <a:pt x="207875" y="108"/>
                        </a:moveTo>
                        <a:lnTo>
                          <a:pt x="163503" y="108"/>
                        </a:lnTo>
                        <a:lnTo>
                          <a:pt x="163503" y="4335"/>
                        </a:lnTo>
                        <a:cubicBezTo>
                          <a:pt x="174932" y="5447"/>
                          <a:pt x="178966" y="7894"/>
                          <a:pt x="178966" y="13901"/>
                        </a:cubicBezTo>
                        <a:cubicBezTo>
                          <a:pt x="178966" y="18573"/>
                          <a:pt x="177621" y="24357"/>
                          <a:pt x="175380" y="30586"/>
                        </a:cubicBezTo>
                        <a:lnTo>
                          <a:pt x="147368" y="106004"/>
                        </a:lnTo>
                        <a:lnTo>
                          <a:pt x="117787" y="30141"/>
                        </a:lnTo>
                        <a:cubicBezTo>
                          <a:pt x="117338" y="29029"/>
                          <a:pt x="115321" y="24134"/>
                          <a:pt x="115097" y="23467"/>
                        </a:cubicBezTo>
                        <a:cubicBezTo>
                          <a:pt x="113080" y="18795"/>
                          <a:pt x="111736" y="14568"/>
                          <a:pt x="111736" y="12121"/>
                        </a:cubicBezTo>
                        <a:cubicBezTo>
                          <a:pt x="111736" y="6782"/>
                          <a:pt x="116890" y="4557"/>
                          <a:pt x="128992" y="4335"/>
                        </a:cubicBezTo>
                        <a:lnTo>
                          <a:pt x="128992" y="108"/>
                        </a:lnTo>
                        <a:lnTo>
                          <a:pt x="69157" y="108"/>
                        </a:lnTo>
                        <a:lnTo>
                          <a:pt x="69157" y="4335"/>
                        </a:lnTo>
                        <a:cubicBezTo>
                          <a:pt x="81930" y="4557"/>
                          <a:pt x="84171" y="6559"/>
                          <a:pt x="91791" y="24357"/>
                        </a:cubicBezTo>
                        <a:lnTo>
                          <a:pt x="99186" y="42600"/>
                        </a:lnTo>
                        <a:lnTo>
                          <a:pt x="75207" y="105336"/>
                        </a:lnTo>
                        <a:lnTo>
                          <a:pt x="42937" y="21687"/>
                        </a:lnTo>
                        <a:cubicBezTo>
                          <a:pt x="41368" y="17683"/>
                          <a:pt x="40472" y="13901"/>
                          <a:pt x="40472" y="11454"/>
                        </a:cubicBezTo>
                        <a:cubicBezTo>
                          <a:pt x="40472" y="6559"/>
                          <a:pt x="43609" y="5002"/>
                          <a:pt x="55038" y="4335"/>
                        </a:cubicBezTo>
                        <a:lnTo>
                          <a:pt x="55038" y="108"/>
                        </a:lnTo>
                        <a:lnTo>
                          <a:pt x="134" y="108"/>
                        </a:lnTo>
                        <a:lnTo>
                          <a:pt x="134" y="4335"/>
                        </a:lnTo>
                        <a:cubicBezTo>
                          <a:pt x="11563" y="5447"/>
                          <a:pt x="14924" y="9451"/>
                          <a:pt x="23216" y="30364"/>
                        </a:cubicBezTo>
                        <a:lnTo>
                          <a:pt x="66467" y="149830"/>
                        </a:lnTo>
                        <a:lnTo>
                          <a:pt x="69829" y="149830"/>
                        </a:lnTo>
                        <a:lnTo>
                          <a:pt x="104340" y="55725"/>
                        </a:lnTo>
                        <a:lnTo>
                          <a:pt x="140197" y="149830"/>
                        </a:lnTo>
                        <a:lnTo>
                          <a:pt x="143558" y="149830"/>
                        </a:lnTo>
                        <a:cubicBezTo>
                          <a:pt x="162607" y="91766"/>
                          <a:pt x="164848" y="85536"/>
                          <a:pt x="189275" y="20130"/>
                        </a:cubicBezTo>
                        <a:cubicBezTo>
                          <a:pt x="193533" y="8562"/>
                          <a:pt x="195998" y="6559"/>
                          <a:pt x="207875" y="4335"/>
                        </a:cubicBezTo>
                        <a:lnTo>
                          <a:pt x="207875" y="10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3" name="Freeform: Shape 1052">
                    <a:extLst>
                      <a:ext uri="{FF2B5EF4-FFF2-40B4-BE49-F238E27FC236}">
                        <a16:creationId xmlns:a16="http://schemas.microsoft.com/office/drawing/2014/main" id="{481E62B0-0305-EFEF-E3A3-5DD92A27CBD0}"/>
                      </a:ext>
                    </a:extLst>
                  </p:cNvPr>
                  <p:cNvSpPr/>
                  <p:nvPr>
                    <p:custDataLst>
                      <p:tags r:id="rId76"/>
                    </p:custDataLst>
                  </p:nvPr>
                </p:nvSpPr>
                <p:spPr>
                  <a:xfrm>
                    <a:off x="6821982" y="7997590"/>
                    <a:ext cx="53111" cy="151947"/>
                  </a:xfrm>
                  <a:custGeom>
                    <a:avLst/>
                    <a:gdLst>
                      <a:gd name="connsiteX0" fmla="*/ 35772 w 53111"/>
                      <a:gd name="connsiteY0" fmla="*/ 49719 h 151947"/>
                      <a:gd name="connsiteX1" fmla="*/ 1037 w 53111"/>
                      <a:gd name="connsiteY1" fmla="*/ 61954 h 151947"/>
                      <a:gd name="connsiteX2" fmla="*/ 1037 w 53111"/>
                      <a:gd name="connsiteY2" fmla="*/ 65292 h 151947"/>
                      <a:gd name="connsiteX3" fmla="*/ 2829 w 53111"/>
                      <a:gd name="connsiteY3" fmla="*/ 65069 h 151947"/>
                      <a:gd name="connsiteX4" fmla="*/ 10449 w 53111"/>
                      <a:gd name="connsiteY4" fmla="*/ 64402 h 151947"/>
                      <a:gd name="connsiteX5" fmla="*/ 17844 w 53111"/>
                      <a:gd name="connsiteY5" fmla="*/ 77750 h 151947"/>
                      <a:gd name="connsiteX6" fmla="*/ 17844 w 53111"/>
                      <a:gd name="connsiteY6" fmla="*/ 129363 h 151947"/>
                      <a:gd name="connsiteX7" fmla="*/ 140 w 53111"/>
                      <a:gd name="connsiteY7" fmla="*/ 148718 h 151947"/>
                      <a:gd name="connsiteX8" fmla="*/ 140 w 53111"/>
                      <a:gd name="connsiteY8" fmla="*/ 152055 h 151947"/>
                      <a:gd name="connsiteX9" fmla="*/ 53252 w 53111"/>
                      <a:gd name="connsiteY9" fmla="*/ 152055 h 151947"/>
                      <a:gd name="connsiteX10" fmla="*/ 53252 w 53111"/>
                      <a:gd name="connsiteY10" fmla="*/ 148718 h 151947"/>
                      <a:gd name="connsiteX11" fmla="*/ 36669 w 53111"/>
                      <a:gd name="connsiteY11" fmla="*/ 129363 h 151947"/>
                      <a:gd name="connsiteX12" fmla="*/ 36669 w 53111"/>
                      <a:gd name="connsiteY12" fmla="*/ 50386 h 151947"/>
                      <a:gd name="connsiteX13" fmla="*/ 35772 w 53111"/>
                      <a:gd name="connsiteY13" fmla="*/ 49719 h 151947"/>
                      <a:gd name="connsiteX14" fmla="*/ 25240 w 53111"/>
                      <a:gd name="connsiteY14" fmla="*/ 108 h 151947"/>
                      <a:gd name="connsiteX15" fmla="*/ 14034 w 53111"/>
                      <a:gd name="connsiteY15" fmla="*/ 11454 h 151947"/>
                      <a:gd name="connsiteX16" fmla="*/ 25240 w 53111"/>
                      <a:gd name="connsiteY16" fmla="*/ 22800 h 151947"/>
                      <a:gd name="connsiteX17" fmla="*/ 36893 w 53111"/>
                      <a:gd name="connsiteY17" fmla="*/ 11454 h 151947"/>
                      <a:gd name="connsiteX18" fmla="*/ 25240 w 53111"/>
                      <a:gd name="connsiteY18" fmla="*/ 108 h 151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3111" h="151947">
                        <a:moveTo>
                          <a:pt x="35772" y="49719"/>
                        </a:moveTo>
                        <a:lnTo>
                          <a:pt x="1037" y="61954"/>
                        </a:lnTo>
                        <a:lnTo>
                          <a:pt x="1037" y="65292"/>
                        </a:lnTo>
                        <a:lnTo>
                          <a:pt x="2829" y="65069"/>
                        </a:lnTo>
                        <a:cubicBezTo>
                          <a:pt x="5519" y="64624"/>
                          <a:pt x="8432" y="64402"/>
                          <a:pt x="10449" y="64402"/>
                        </a:cubicBezTo>
                        <a:cubicBezTo>
                          <a:pt x="15827" y="64402"/>
                          <a:pt x="17844" y="67961"/>
                          <a:pt x="17844" y="77750"/>
                        </a:cubicBezTo>
                        <a:lnTo>
                          <a:pt x="17844" y="129363"/>
                        </a:lnTo>
                        <a:cubicBezTo>
                          <a:pt x="17844" y="145381"/>
                          <a:pt x="15603" y="147828"/>
                          <a:pt x="140" y="148718"/>
                        </a:cubicBezTo>
                        <a:lnTo>
                          <a:pt x="140" y="152055"/>
                        </a:lnTo>
                        <a:lnTo>
                          <a:pt x="53252" y="152055"/>
                        </a:lnTo>
                        <a:lnTo>
                          <a:pt x="53252" y="148718"/>
                        </a:lnTo>
                        <a:cubicBezTo>
                          <a:pt x="38461" y="147606"/>
                          <a:pt x="36669" y="145381"/>
                          <a:pt x="36669" y="129363"/>
                        </a:cubicBezTo>
                        <a:lnTo>
                          <a:pt x="36669" y="50386"/>
                        </a:lnTo>
                        <a:lnTo>
                          <a:pt x="35772" y="49719"/>
                        </a:lnTo>
                        <a:close/>
                        <a:moveTo>
                          <a:pt x="25240" y="108"/>
                        </a:moveTo>
                        <a:cubicBezTo>
                          <a:pt x="19189" y="108"/>
                          <a:pt x="14034" y="5225"/>
                          <a:pt x="14034" y="11454"/>
                        </a:cubicBezTo>
                        <a:cubicBezTo>
                          <a:pt x="14034" y="17683"/>
                          <a:pt x="18965" y="22800"/>
                          <a:pt x="25240" y="22800"/>
                        </a:cubicBezTo>
                        <a:cubicBezTo>
                          <a:pt x="31738" y="22800"/>
                          <a:pt x="36893" y="17905"/>
                          <a:pt x="36893" y="11454"/>
                        </a:cubicBezTo>
                        <a:cubicBezTo>
                          <a:pt x="36893" y="5225"/>
                          <a:pt x="31738" y="108"/>
                          <a:pt x="25240" y="10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4" name="Freeform: Shape 1053">
                    <a:extLst>
                      <a:ext uri="{FF2B5EF4-FFF2-40B4-BE49-F238E27FC236}">
                        <a16:creationId xmlns:a16="http://schemas.microsoft.com/office/drawing/2014/main" id="{5ACC5471-B421-596A-A567-93425A495B08}"/>
                      </a:ext>
                    </a:extLst>
                  </p:cNvPr>
                  <p:cNvSpPr/>
                  <p:nvPr>
                    <p:custDataLst>
                      <p:tags r:id="rId77"/>
                    </p:custDataLst>
                  </p:nvPr>
                </p:nvSpPr>
                <p:spPr>
                  <a:xfrm>
                    <a:off x="6886979" y="7997590"/>
                    <a:ext cx="103982" cy="154172"/>
                  </a:xfrm>
                  <a:custGeom>
                    <a:avLst/>
                    <a:gdLst>
                      <a:gd name="connsiteX0" fmla="*/ 71182 w 103982"/>
                      <a:gd name="connsiteY0" fmla="*/ 154280 h 154172"/>
                      <a:gd name="connsiteX1" fmla="*/ 104125 w 103982"/>
                      <a:gd name="connsiteY1" fmla="*/ 142711 h 154172"/>
                      <a:gd name="connsiteX2" fmla="*/ 104125 w 103982"/>
                      <a:gd name="connsiteY2" fmla="*/ 139152 h 154172"/>
                      <a:gd name="connsiteX3" fmla="*/ 98971 w 103982"/>
                      <a:gd name="connsiteY3" fmla="*/ 139374 h 154172"/>
                      <a:gd name="connsiteX4" fmla="*/ 89110 w 103982"/>
                      <a:gd name="connsiteY4" fmla="*/ 126693 h 154172"/>
                      <a:gd name="connsiteX5" fmla="*/ 89110 w 103982"/>
                      <a:gd name="connsiteY5" fmla="*/ 553 h 154172"/>
                      <a:gd name="connsiteX6" fmla="*/ 87990 w 103982"/>
                      <a:gd name="connsiteY6" fmla="*/ 108 h 154172"/>
                      <a:gd name="connsiteX7" fmla="*/ 55047 w 103982"/>
                      <a:gd name="connsiteY7" fmla="*/ 9896 h 154172"/>
                      <a:gd name="connsiteX8" fmla="*/ 55047 w 103982"/>
                      <a:gd name="connsiteY8" fmla="*/ 13456 h 154172"/>
                      <a:gd name="connsiteX9" fmla="*/ 59977 w 103982"/>
                      <a:gd name="connsiteY9" fmla="*/ 13233 h 154172"/>
                      <a:gd name="connsiteX10" fmla="*/ 70286 w 103982"/>
                      <a:gd name="connsiteY10" fmla="*/ 24579 h 154172"/>
                      <a:gd name="connsiteX11" fmla="*/ 70286 w 103982"/>
                      <a:gd name="connsiteY11" fmla="*/ 59285 h 154172"/>
                      <a:gd name="connsiteX12" fmla="*/ 46755 w 103982"/>
                      <a:gd name="connsiteY12" fmla="*/ 49719 h 154172"/>
                      <a:gd name="connsiteX13" fmla="*/ 142 w 103982"/>
                      <a:gd name="connsiteY13" fmla="*/ 106449 h 154172"/>
                      <a:gd name="connsiteX14" fmla="*/ 41601 w 103982"/>
                      <a:gd name="connsiteY14" fmla="*/ 154280 h 154172"/>
                      <a:gd name="connsiteX15" fmla="*/ 70286 w 103982"/>
                      <a:gd name="connsiteY15" fmla="*/ 139374 h 154172"/>
                      <a:gd name="connsiteX16" fmla="*/ 70286 w 103982"/>
                      <a:gd name="connsiteY16" fmla="*/ 153612 h 154172"/>
                      <a:gd name="connsiteX17" fmla="*/ 71182 w 103982"/>
                      <a:gd name="connsiteY17" fmla="*/ 154280 h 154172"/>
                      <a:gd name="connsiteX18" fmla="*/ 70286 w 103982"/>
                      <a:gd name="connsiteY18" fmla="*/ 129363 h 154172"/>
                      <a:gd name="connsiteX19" fmla="*/ 66476 w 103982"/>
                      <a:gd name="connsiteY19" fmla="*/ 136037 h 154172"/>
                      <a:gd name="connsiteX20" fmla="*/ 50341 w 103982"/>
                      <a:gd name="connsiteY20" fmla="*/ 142711 h 154172"/>
                      <a:gd name="connsiteX21" fmla="*/ 19415 w 103982"/>
                      <a:gd name="connsiteY21" fmla="*/ 97550 h 154172"/>
                      <a:gd name="connsiteX22" fmla="*/ 47428 w 103982"/>
                      <a:gd name="connsiteY22" fmla="*/ 55948 h 154172"/>
                      <a:gd name="connsiteX23" fmla="*/ 70286 w 103982"/>
                      <a:gd name="connsiteY23" fmla="*/ 78195 h 154172"/>
                      <a:gd name="connsiteX24" fmla="*/ 70286 w 103982"/>
                      <a:gd name="connsiteY24" fmla="*/ 129363 h 15417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103982" h="154172">
                        <a:moveTo>
                          <a:pt x="71182" y="154280"/>
                        </a:moveTo>
                        <a:lnTo>
                          <a:pt x="104125" y="142711"/>
                        </a:lnTo>
                        <a:lnTo>
                          <a:pt x="104125" y="139152"/>
                        </a:lnTo>
                        <a:cubicBezTo>
                          <a:pt x="100091" y="139374"/>
                          <a:pt x="99643" y="139374"/>
                          <a:pt x="98971" y="139374"/>
                        </a:cubicBezTo>
                        <a:cubicBezTo>
                          <a:pt x="90903" y="139374"/>
                          <a:pt x="89110" y="136927"/>
                          <a:pt x="89110" y="126693"/>
                        </a:cubicBezTo>
                        <a:lnTo>
                          <a:pt x="89110" y="553"/>
                        </a:lnTo>
                        <a:lnTo>
                          <a:pt x="87990" y="108"/>
                        </a:lnTo>
                        <a:cubicBezTo>
                          <a:pt x="77233" y="3890"/>
                          <a:pt x="69389" y="6114"/>
                          <a:pt x="55047" y="9896"/>
                        </a:cubicBezTo>
                        <a:lnTo>
                          <a:pt x="55047" y="13456"/>
                        </a:lnTo>
                        <a:cubicBezTo>
                          <a:pt x="56840" y="13233"/>
                          <a:pt x="58184" y="13233"/>
                          <a:pt x="59977" y="13233"/>
                        </a:cubicBezTo>
                        <a:cubicBezTo>
                          <a:pt x="68269" y="13233"/>
                          <a:pt x="70286" y="15458"/>
                          <a:pt x="70286" y="24579"/>
                        </a:cubicBezTo>
                        <a:lnTo>
                          <a:pt x="70286" y="59285"/>
                        </a:lnTo>
                        <a:cubicBezTo>
                          <a:pt x="61770" y="52166"/>
                          <a:pt x="55719" y="49719"/>
                          <a:pt x="46755" y="49719"/>
                        </a:cubicBezTo>
                        <a:cubicBezTo>
                          <a:pt x="20984" y="49719"/>
                          <a:pt x="142" y="74858"/>
                          <a:pt x="142" y="106449"/>
                        </a:cubicBezTo>
                        <a:cubicBezTo>
                          <a:pt x="142" y="134925"/>
                          <a:pt x="16950" y="154280"/>
                          <a:pt x="41601" y="154280"/>
                        </a:cubicBezTo>
                        <a:cubicBezTo>
                          <a:pt x="54151" y="154280"/>
                          <a:pt x="62666" y="149830"/>
                          <a:pt x="70286" y="139374"/>
                        </a:cubicBezTo>
                        <a:lnTo>
                          <a:pt x="70286" y="153612"/>
                        </a:lnTo>
                        <a:lnTo>
                          <a:pt x="71182" y="154280"/>
                        </a:lnTo>
                        <a:close/>
                        <a:moveTo>
                          <a:pt x="70286" y="129363"/>
                        </a:moveTo>
                        <a:cubicBezTo>
                          <a:pt x="70286" y="130920"/>
                          <a:pt x="68717" y="133590"/>
                          <a:pt x="66476" y="136037"/>
                        </a:cubicBezTo>
                        <a:cubicBezTo>
                          <a:pt x="62442" y="140487"/>
                          <a:pt x="56840" y="142711"/>
                          <a:pt x="50341" y="142711"/>
                        </a:cubicBezTo>
                        <a:cubicBezTo>
                          <a:pt x="31740" y="142711"/>
                          <a:pt x="19415" y="124914"/>
                          <a:pt x="19415" y="97550"/>
                        </a:cubicBezTo>
                        <a:cubicBezTo>
                          <a:pt x="19415" y="72411"/>
                          <a:pt x="30396" y="55948"/>
                          <a:pt x="47428" y="55948"/>
                        </a:cubicBezTo>
                        <a:cubicBezTo>
                          <a:pt x="59305" y="55948"/>
                          <a:pt x="70286" y="66404"/>
                          <a:pt x="70286" y="78195"/>
                        </a:cubicBezTo>
                        <a:lnTo>
                          <a:pt x="70286" y="12936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5" name="Freeform: Shape 1054">
                    <a:extLst>
                      <a:ext uri="{FF2B5EF4-FFF2-40B4-BE49-F238E27FC236}">
                        <a16:creationId xmlns:a16="http://schemas.microsoft.com/office/drawing/2014/main" id="{8806FB16-7B6A-9EC2-E77A-50B8EB0476E0}"/>
                      </a:ext>
                    </a:extLst>
                  </p:cNvPr>
                  <p:cNvSpPr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6996312" y="8020727"/>
                    <a:ext cx="59610" cy="131035"/>
                  </a:xfrm>
                  <a:custGeom>
                    <a:avLst/>
                    <a:gdLst>
                      <a:gd name="connsiteX0" fmla="*/ 54378 w 59610"/>
                      <a:gd name="connsiteY0" fmla="*/ 28806 h 131035"/>
                      <a:gd name="connsiteX1" fmla="*/ 31744 w 59610"/>
                      <a:gd name="connsiteY1" fmla="*/ 28806 h 131035"/>
                      <a:gd name="connsiteX2" fmla="*/ 31744 w 59610"/>
                      <a:gd name="connsiteY2" fmla="*/ 3000 h 131035"/>
                      <a:gd name="connsiteX3" fmla="*/ 30175 w 59610"/>
                      <a:gd name="connsiteY3" fmla="*/ 108 h 131035"/>
                      <a:gd name="connsiteX4" fmla="*/ 25693 w 59610"/>
                      <a:gd name="connsiteY4" fmla="*/ 6337 h 131035"/>
                      <a:gd name="connsiteX5" fmla="*/ 3956 w 59610"/>
                      <a:gd name="connsiteY5" fmla="*/ 30141 h 131035"/>
                      <a:gd name="connsiteX6" fmla="*/ 146 w 59610"/>
                      <a:gd name="connsiteY6" fmla="*/ 34368 h 131035"/>
                      <a:gd name="connsiteX7" fmla="*/ 1042 w 59610"/>
                      <a:gd name="connsiteY7" fmla="*/ 35925 h 131035"/>
                      <a:gd name="connsiteX8" fmla="*/ 12920 w 59610"/>
                      <a:gd name="connsiteY8" fmla="*/ 35925 h 131035"/>
                      <a:gd name="connsiteX9" fmla="*/ 12920 w 59610"/>
                      <a:gd name="connsiteY9" fmla="*/ 102889 h 131035"/>
                      <a:gd name="connsiteX10" fmla="*/ 32865 w 59610"/>
                      <a:gd name="connsiteY10" fmla="*/ 131143 h 131035"/>
                      <a:gd name="connsiteX11" fmla="*/ 59757 w 59610"/>
                      <a:gd name="connsiteY11" fmla="*/ 114235 h 131035"/>
                      <a:gd name="connsiteX12" fmla="*/ 56844 w 59610"/>
                      <a:gd name="connsiteY12" fmla="*/ 111788 h 131035"/>
                      <a:gd name="connsiteX13" fmla="*/ 43397 w 59610"/>
                      <a:gd name="connsiteY13" fmla="*/ 119574 h 131035"/>
                      <a:gd name="connsiteX14" fmla="*/ 31744 w 59610"/>
                      <a:gd name="connsiteY14" fmla="*/ 99552 h 131035"/>
                      <a:gd name="connsiteX15" fmla="*/ 31744 w 59610"/>
                      <a:gd name="connsiteY15" fmla="*/ 35925 h 131035"/>
                      <a:gd name="connsiteX16" fmla="*/ 54378 w 59610"/>
                      <a:gd name="connsiteY16" fmla="*/ 35925 h 131035"/>
                      <a:gd name="connsiteX17" fmla="*/ 54378 w 59610"/>
                      <a:gd name="connsiteY17" fmla="*/ 28806 h 131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9610" h="131035">
                        <a:moveTo>
                          <a:pt x="54378" y="28806"/>
                        </a:moveTo>
                        <a:lnTo>
                          <a:pt x="31744" y="28806"/>
                        </a:lnTo>
                        <a:lnTo>
                          <a:pt x="31744" y="3000"/>
                        </a:lnTo>
                        <a:cubicBezTo>
                          <a:pt x="31744" y="775"/>
                          <a:pt x="31520" y="108"/>
                          <a:pt x="30175" y="108"/>
                        </a:cubicBezTo>
                        <a:cubicBezTo>
                          <a:pt x="28607" y="2110"/>
                          <a:pt x="27262" y="4112"/>
                          <a:pt x="25693" y="6337"/>
                        </a:cubicBezTo>
                        <a:cubicBezTo>
                          <a:pt x="17178" y="18573"/>
                          <a:pt x="7541" y="29251"/>
                          <a:pt x="3956" y="30141"/>
                        </a:cubicBezTo>
                        <a:cubicBezTo>
                          <a:pt x="1491" y="31698"/>
                          <a:pt x="146" y="33256"/>
                          <a:pt x="146" y="34368"/>
                        </a:cubicBezTo>
                        <a:cubicBezTo>
                          <a:pt x="146" y="35036"/>
                          <a:pt x="370" y="35480"/>
                          <a:pt x="1042" y="35925"/>
                        </a:cubicBezTo>
                        <a:lnTo>
                          <a:pt x="12920" y="35925"/>
                        </a:lnTo>
                        <a:lnTo>
                          <a:pt x="12920" y="102889"/>
                        </a:lnTo>
                        <a:cubicBezTo>
                          <a:pt x="12920" y="121577"/>
                          <a:pt x="19643" y="131143"/>
                          <a:pt x="32865" y="131143"/>
                        </a:cubicBezTo>
                        <a:cubicBezTo>
                          <a:pt x="43846" y="131143"/>
                          <a:pt x="52361" y="125803"/>
                          <a:pt x="59757" y="114235"/>
                        </a:cubicBezTo>
                        <a:lnTo>
                          <a:pt x="56844" y="111788"/>
                        </a:lnTo>
                        <a:cubicBezTo>
                          <a:pt x="52137" y="117350"/>
                          <a:pt x="48328" y="119574"/>
                          <a:pt x="43397" y="119574"/>
                        </a:cubicBezTo>
                        <a:cubicBezTo>
                          <a:pt x="35106" y="119574"/>
                          <a:pt x="31744" y="113568"/>
                          <a:pt x="31744" y="99552"/>
                        </a:cubicBezTo>
                        <a:lnTo>
                          <a:pt x="31744" y="35925"/>
                        </a:lnTo>
                        <a:lnTo>
                          <a:pt x="54378" y="35925"/>
                        </a:lnTo>
                        <a:lnTo>
                          <a:pt x="54378" y="2880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6" name="Freeform: Shape 1055">
                    <a:extLst>
                      <a:ext uri="{FF2B5EF4-FFF2-40B4-BE49-F238E27FC236}">
                        <a16:creationId xmlns:a16="http://schemas.microsoft.com/office/drawing/2014/main" id="{264FE317-79B2-EAA4-EF61-0E3B5966B707}"/>
                      </a:ext>
                    </a:extLst>
                  </p:cNvPr>
                  <p:cNvSpPr/>
                  <p:nvPr>
                    <p:custDataLst>
                      <p:tags r:id="rId79"/>
                    </p:custDataLst>
                  </p:nvPr>
                </p:nvSpPr>
                <p:spPr>
                  <a:xfrm>
                    <a:off x="7057947" y="7997590"/>
                    <a:ext cx="107120" cy="151947"/>
                  </a:xfrm>
                  <a:custGeom>
                    <a:avLst/>
                    <a:gdLst>
                      <a:gd name="connsiteX0" fmla="*/ 33315 w 107120"/>
                      <a:gd name="connsiteY0" fmla="*/ 75748 h 151947"/>
                      <a:gd name="connsiteX1" fmla="*/ 58190 w 107120"/>
                      <a:gd name="connsiteY1" fmla="*/ 61732 h 151947"/>
                      <a:gd name="connsiteX2" fmla="*/ 74998 w 107120"/>
                      <a:gd name="connsiteY2" fmla="*/ 85314 h 151947"/>
                      <a:gd name="connsiteX3" fmla="*/ 74998 w 107120"/>
                      <a:gd name="connsiteY3" fmla="*/ 129363 h 151947"/>
                      <a:gd name="connsiteX4" fmla="*/ 59759 w 107120"/>
                      <a:gd name="connsiteY4" fmla="*/ 148718 h 151947"/>
                      <a:gd name="connsiteX5" fmla="*/ 59759 w 107120"/>
                      <a:gd name="connsiteY5" fmla="*/ 152055 h 151947"/>
                      <a:gd name="connsiteX6" fmla="*/ 107268 w 107120"/>
                      <a:gd name="connsiteY6" fmla="*/ 152055 h 151947"/>
                      <a:gd name="connsiteX7" fmla="*/ 107268 w 107120"/>
                      <a:gd name="connsiteY7" fmla="*/ 148718 h 151947"/>
                      <a:gd name="connsiteX8" fmla="*/ 93822 w 107120"/>
                      <a:gd name="connsiteY8" fmla="*/ 129363 h 151947"/>
                      <a:gd name="connsiteX9" fmla="*/ 93822 w 107120"/>
                      <a:gd name="connsiteY9" fmla="*/ 85091 h 151947"/>
                      <a:gd name="connsiteX10" fmla="*/ 66258 w 107120"/>
                      <a:gd name="connsiteY10" fmla="*/ 49719 h 151947"/>
                      <a:gd name="connsiteX11" fmla="*/ 33315 w 107120"/>
                      <a:gd name="connsiteY11" fmla="*/ 68406 h 151947"/>
                      <a:gd name="connsiteX12" fmla="*/ 33315 w 107120"/>
                      <a:gd name="connsiteY12" fmla="*/ 775 h 151947"/>
                      <a:gd name="connsiteX13" fmla="*/ 32194 w 107120"/>
                      <a:gd name="connsiteY13" fmla="*/ 108 h 151947"/>
                      <a:gd name="connsiteX14" fmla="*/ 6423 w 107120"/>
                      <a:gd name="connsiteY14" fmla="*/ 8117 h 151947"/>
                      <a:gd name="connsiteX15" fmla="*/ 372 w 107120"/>
                      <a:gd name="connsiteY15" fmla="*/ 9896 h 151947"/>
                      <a:gd name="connsiteX16" fmla="*/ 372 w 107120"/>
                      <a:gd name="connsiteY16" fmla="*/ 13456 h 151947"/>
                      <a:gd name="connsiteX17" fmla="*/ 3061 w 107120"/>
                      <a:gd name="connsiteY17" fmla="*/ 13233 h 151947"/>
                      <a:gd name="connsiteX18" fmla="*/ 14490 w 107120"/>
                      <a:gd name="connsiteY18" fmla="*/ 24579 h 151947"/>
                      <a:gd name="connsiteX19" fmla="*/ 14490 w 107120"/>
                      <a:gd name="connsiteY19" fmla="*/ 129363 h 151947"/>
                      <a:gd name="connsiteX20" fmla="*/ 148 w 107120"/>
                      <a:gd name="connsiteY20" fmla="*/ 148718 h 151947"/>
                      <a:gd name="connsiteX21" fmla="*/ 148 w 107120"/>
                      <a:gd name="connsiteY21" fmla="*/ 152055 h 151947"/>
                      <a:gd name="connsiteX22" fmla="*/ 48554 w 107120"/>
                      <a:gd name="connsiteY22" fmla="*/ 152055 h 151947"/>
                      <a:gd name="connsiteX23" fmla="*/ 48554 w 107120"/>
                      <a:gd name="connsiteY23" fmla="*/ 148718 h 151947"/>
                      <a:gd name="connsiteX24" fmla="*/ 33315 w 107120"/>
                      <a:gd name="connsiteY24" fmla="*/ 129363 h 151947"/>
                      <a:gd name="connsiteX25" fmla="*/ 33315 w 107120"/>
                      <a:gd name="connsiteY25" fmla="*/ 75748 h 151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7120" h="151947">
                        <a:moveTo>
                          <a:pt x="33315" y="75748"/>
                        </a:moveTo>
                        <a:cubicBezTo>
                          <a:pt x="42727" y="65514"/>
                          <a:pt x="49450" y="61732"/>
                          <a:pt x="58190" y="61732"/>
                        </a:cubicBezTo>
                        <a:cubicBezTo>
                          <a:pt x="69395" y="61732"/>
                          <a:pt x="74998" y="69741"/>
                          <a:pt x="74998" y="85314"/>
                        </a:cubicBezTo>
                        <a:lnTo>
                          <a:pt x="74998" y="129363"/>
                        </a:lnTo>
                        <a:cubicBezTo>
                          <a:pt x="74998" y="144491"/>
                          <a:pt x="72757" y="147383"/>
                          <a:pt x="59759" y="148718"/>
                        </a:cubicBezTo>
                        <a:lnTo>
                          <a:pt x="59759" y="152055"/>
                        </a:lnTo>
                        <a:lnTo>
                          <a:pt x="107268" y="152055"/>
                        </a:lnTo>
                        <a:lnTo>
                          <a:pt x="107268" y="148718"/>
                        </a:lnTo>
                        <a:cubicBezTo>
                          <a:pt x="95167" y="146493"/>
                          <a:pt x="93822" y="144713"/>
                          <a:pt x="93822" y="129363"/>
                        </a:cubicBezTo>
                        <a:lnTo>
                          <a:pt x="93822" y="85091"/>
                        </a:lnTo>
                        <a:cubicBezTo>
                          <a:pt x="93822" y="61732"/>
                          <a:pt x="84410" y="49719"/>
                          <a:pt x="66258" y="49719"/>
                        </a:cubicBezTo>
                        <a:cubicBezTo>
                          <a:pt x="53036" y="49719"/>
                          <a:pt x="43624" y="55058"/>
                          <a:pt x="33315" y="68406"/>
                        </a:cubicBezTo>
                        <a:lnTo>
                          <a:pt x="33315" y="775"/>
                        </a:lnTo>
                        <a:lnTo>
                          <a:pt x="32194" y="108"/>
                        </a:lnTo>
                        <a:cubicBezTo>
                          <a:pt x="24575" y="2777"/>
                          <a:pt x="18972" y="4557"/>
                          <a:pt x="6423" y="8117"/>
                        </a:cubicBezTo>
                        <a:lnTo>
                          <a:pt x="372" y="9896"/>
                        </a:lnTo>
                        <a:lnTo>
                          <a:pt x="372" y="13456"/>
                        </a:lnTo>
                        <a:cubicBezTo>
                          <a:pt x="1269" y="13233"/>
                          <a:pt x="1941" y="13233"/>
                          <a:pt x="3061" y="13233"/>
                        </a:cubicBezTo>
                        <a:cubicBezTo>
                          <a:pt x="12698" y="13233"/>
                          <a:pt x="14490" y="15013"/>
                          <a:pt x="14490" y="24579"/>
                        </a:cubicBezTo>
                        <a:lnTo>
                          <a:pt x="14490" y="129363"/>
                        </a:lnTo>
                        <a:cubicBezTo>
                          <a:pt x="14490" y="144936"/>
                          <a:pt x="13146" y="146938"/>
                          <a:pt x="148" y="148718"/>
                        </a:cubicBezTo>
                        <a:lnTo>
                          <a:pt x="148" y="152055"/>
                        </a:lnTo>
                        <a:lnTo>
                          <a:pt x="48554" y="152055"/>
                        </a:lnTo>
                        <a:lnTo>
                          <a:pt x="48554" y="148718"/>
                        </a:lnTo>
                        <a:cubicBezTo>
                          <a:pt x="35556" y="147383"/>
                          <a:pt x="33315" y="144713"/>
                          <a:pt x="33315" y="129363"/>
                        </a:cubicBezTo>
                        <a:lnTo>
                          <a:pt x="33315" y="7574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7" name="Freeform: Shape 1056">
                    <a:extLst>
                      <a:ext uri="{FF2B5EF4-FFF2-40B4-BE49-F238E27FC236}">
                        <a16:creationId xmlns:a16="http://schemas.microsoft.com/office/drawing/2014/main" id="{4755334B-2277-8F32-1BF3-DCF0F2918178}"/>
                      </a:ext>
                    </a:extLst>
                  </p:cNvPr>
                  <p:cNvSpPr/>
                  <p:nvPr>
                    <p:custDataLst>
                      <p:tags r:id="rId80"/>
                    </p:custDataLst>
                  </p:nvPr>
                </p:nvSpPr>
                <p:spPr>
                  <a:xfrm>
                    <a:off x="7393290" y="7189289"/>
                    <a:ext cx="172921" cy="266062"/>
                  </a:xfrm>
                  <a:custGeom>
                    <a:avLst/>
                    <a:gdLst>
                      <a:gd name="connsiteX0" fmla="*/ 55278 w 172921"/>
                      <a:gd name="connsiteY0" fmla="*/ 84861 h 266062"/>
                      <a:gd name="connsiteX1" fmla="*/ 82533 w 172921"/>
                      <a:gd name="connsiteY1" fmla="*/ 84861 h 266062"/>
                      <a:gd name="connsiteX2" fmla="*/ 55883 w 172921"/>
                      <a:gd name="connsiteY2" fmla="*/ 211128 h 266062"/>
                      <a:gd name="connsiteX3" fmla="*/ 26508 w 172921"/>
                      <a:gd name="connsiteY3" fmla="*/ 259832 h 266062"/>
                      <a:gd name="connsiteX4" fmla="*/ 20451 w 172921"/>
                      <a:gd name="connsiteY4" fmla="*/ 255021 h 266062"/>
                      <a:gd name="connsiteX5" fmla="*/ 21662 w 172921"/>
                      <a:gd name="connsiteY5" fmla="*/ 251714 h 266062"/>
                      <a:gd name="connsiteX6" fmla="*/ 23177 w 172921"/>
                      <a:gd name="connsiteY6" fmla="*/ 246904 h 266062"/>
                      <a:gd name="connsiteX7" fmla="*/ 11366 w 172921"/>
                      <a:gd name="connsiteY7" fmla="*/ 235480 h 266062"/>
                      <a:gd name="connsiteX8" fmla="*/ 161 w 172921"/>
                      <a:gd name="connsiteY8" fmla="*/ 247806 h 266062"/>
                      <a:gd name="connsiteX9" fmla="*/ 24085 w 172921"/>
                      <a:gd name="connsiteY9" fmla="*/ 266145 h 266062"/>
                      <a:gd name="connsiteX10" fmla="*/ 84653 w 172921"/>
                      <a:gd name="connsiteY10" fmla="*/ 181065 h 266062"/>
                      <a:gd name="connsiteX11" fmla="*/ 106457 w 172921"/>
                      <a:gd name="connsiteY11" fmla="*/ 84861 h 266062"/>
                      <a:gd name="connsiteX12" fmla="*/ 139467 w 172921"/>
                      <a:gd name="connsiteY12" fmla="*/ 84861 h 266062"/>
                      <a:gd name="connsiteX13" fmla="*/ 141284 w 172921"/>
                      <a:gd name="connsiteY13" fmla="*/ 75241 h 266062"/>
                      <a:gd name="connsiteX14" fmla="*/ 108577 w 172921"/>
                      <a:gd name="connsiteY14" fmla="*/ 75241 h 266062"/>
                      <a:gd name="connsiteX15" fmla="*/ 145524 w 172921"/>
                      <a:gd name="connsiteY15" fmla="*/ 6696 h 266062"/>
                      <a:gd name="connsiteX16" fmla="*/ 152186 w 172921"/>
                      <a:gd name="connsiteY16" fmla="*/ 10304 h 266062"/>
                      <a:gd name="connsiteX17" fmla="*/ 150975 w 172921"/>
                      <a:gd name="connsiteY17" fmla="*/ 13310 h 266062"/>
                      <a:gd name="connsiteX18" fmla="*/ 149158 w 172921"/>
                      <a:gd name="connsiteY18" fmla="*/ 19623 h 266062"/>
                      <a:gd name="connsiteX19" fmla="*/ 160363 w 172921"/>
                      <a:gd name="connsiteY19" fmla="*/ 31649 h 266062"/>
                      <a:gd name="connsiteX20" fmla="*/ 173082 w 172921"/>
                      <a:gd name="connsiteY20" fmla="*/ 19623 h 266062"/>
                      <a:gd name="connsiteX21" fmla="*/ 147038 w 172921"/>
                      <a:gd name="connsiteY21" fmla="*/ 82 h 266062"/>
                      <a:gd name="connsiteX22" fmla="*/ 109486 w 172921"/>
                      <a:gd name="connsiteY22" fmla="*/ 20826 h 266062"/>
                      <a:gd name="connsiteX23" fmla="*/ 85259 w 172921"/>
                      <a:gd name="connsiteY23" fmla="*/ 75241 h 266062"/>
                      <a:gd name="connsiteX24" fmla="*/ 57397 w 172921"/>
                      <a:gd name="connsiteY24" fmla="*/ 75241 h 266062"/>
                      <a:gd name="connsiteX25" fmla="*/ 55278 w 172921"/>
                      <a:gd name="connsiteY25" fmla="*/ 84861 h 2660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2921" h="266062">
                        <a:moveTo>
                          <a:pt x="55278" y="84861"/>
                        </a:moveTo>
                        <a:lnTo>
                          <a:pt x="82533" y="84861"/>
                        </a:lnTo>
                        <a:lnTo>
                          <a:pt x="55883" y="211128"/>
                        </a:lnTo>
                        <a:cubicBezTo>
                          <a:pt x="49221" y="243297"/>
                          <a:pt x="39227" y="259832"/>
                          <a:pt x="26508" y="259832"/>
                        </a:cubicBezTo>
                        <a:cubicBezTo>
                          <a:pt x="22874" y="259832"/>
                          <a:pt x="20451" y="257727"/>
                          <a:pt x="20451" y="255021"/>
                        </a:cubicBezTo>
                        <a:cubicBezTo>
                          <a:pt x="20451" y="254119"/>
                          <a:pt x="20754" y="253218"/>
                          <a:pt x="21662" y="251714"/>
                        </a:cubicBezTo>
                        <a:cubicBezTo>
                          <a:pt x="22874" y="249911"/>
                          <a:pt x="23177" y="248708"/>
                          <a:pt x="23177" y="246904"/>
                        </a:cubicBezTo>
                        <a:cubicBezTo>
                          <a:pt x="23177" y="240591"/>
                          <a:pt x="17726" y="235480"/>
                          <a:pt x="11366" y="235480"/>
                        </a:cubicBezTo>
                        <a:cubicBezTo>
                          <a:pt x="5006" y="235480"/>
                          <a:pt x="161" y="240891"/>
                          <a:pt x="161" y="247806"/>
                        </a:cubicBezTo>
                        <a:cubicBezTo>
                          <a:pt x="161" y="258028"/>
                          <a:pt x="10760" y="266145"/>
                          <a:pt x="24085" y="266145"/>
                        </a:cubicBezTo>
                        <a:cubicBezTo>
                          <a:pt x="51038" y="266145"/>
                          <a:pt x="72237" y="236382"/>
                          <a:pt x="84653" y="181065"/>
                        </a:cubicBezTo>
                        <a:lnTo>
                          <a:pt x="106457" y="84861"/>
                        </a:lnTo>
                        <a:lnTo>
                          <a:pt x="139467" y="84861"/>
                        </a:lnTo>
                        <a:lnTo>
                          <a:pt x="141284" y="75241"/>
                        </a:lnTo>
                        <a:lnTo>
                          <a:pt x="108577" y="75241"/>
                        </a:lnTo>
                        <a:cubicBezTo>
                          <a:pt x="117360" y="28041"/>
                          <a:pt x="128565" y="6696"/>
                          <a:pt x="145524" y="6696"/>
                        </a:cubicBezTo>
                        <a:cubicBezTo>
                          <a:pt x="149461" y="6696"/>
                          <a:pt x="152186" y="8199"/>
                          <a:pt x="152186" y="10304"/>
                        </a:cubicBezTo>
                        <a:cubicBezTo>
                          <a:pt x="152186" y="11206"/>
                          <a:pt x="151883" y="11807"/>
                          <a:pt x="150975" y="13310"/>
                        </a:cubicBezTo>
                        <a:cubicBezTo>
                          <a:pt x="149763" y="16016"/>
                          <a:pt x="149158" y="17519"/>
                          <a:pt x="149158" y="19623"/>
                        </a:cubicBezTo>
                        <a:cubicBezTo>
                          <a:pt x="149158" y="26839"/>
                          <a:pt x="153700" y="31649"/>
                          <a:pt x="160363" y="31649"/>
                        </a:cubicBezTo>
                        <a:cubicBezTo>
                          <a:pt x="167328" y="31649"/>
                          <a:pt x="173082" y="26237"/>
                          <a:pt x="173082" y="19623"/>
                        </a:cubicBezTo>
                        <a:cubicBezTo>
                          <a:pt x="173082" y="8500"/>
                          <a:pt x="161877" y="82"/>
                          <a:pt x="147038" y="82"/>
                        </a:cubicBezTo>
                        <a:cubicBezTo>
                          <a:pt x="132199" y="82"/>
                          <a:pt x="120388" y="6696"/>
                          <a:pt x="109486" y="20826"/>
                        </a:cubicBezTo>
                        <a:cubicBezTo>
                          <a:pt x="100401" y="32551"/>
                          <a:pt x="94344" y="46380"/>
                          <a:pt x="85259" y="75241"/>
                        </a:cubicBezTo>
                        <a:lnTo>
                          <a:pt x="57397" y="75241"/>
                        </a:lnTo>
                        <a:lnTo>
                          <a:pt x="55278" y="848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8" name="Freeform: Shape 1057">
                    <a:extLst>
                      <a:ext uri="{FF2B5EF4-FFF2-40B4-BE49-F238E27FC236}">
                        <a16:creationId xmlns:a16="http://schemas.microsoft.com/office/drawing/2014/main" id="{31CCEBB0-E1A1-3238-2EEF-1731CAE5B971}"/>
                      </a:ext>
                    </a:extLst>
                  </p:cNvPr>
                  <p:cNvSpPr/>
                  <p:nvPr>
                    <p:custDataLst>
                      <p:tags r:id="rId81"/>
                    </p:custDataLst>
                  </p:nvPr>
                </p:nvSpPr>
                <p:spPr>
                  <a:xfrm>
                    <a:off x="7596670" y="7167643"/>
                    <a:ext cx="70258" cy="300635"/>
                  </a:xfrm>
                  <a:custGeom>
                    <a:avLst/>
                    <a:gdLst>
                      <a:gd name="connsiteX0" fmla="*/ 70424 w 70258"/>
                      <a:gd name="connsiteY0" fmla="*/ 297712 h 300635"/>
                      <a:gd name="connsiteX1" fmla="*/ 65276 w 70258"/>
                      <a:gd name="connsiteY1" fmla="*/ 291098 h 300635"/>
                      <a:gd name="connsiteX2" fmla="*/ 17730 w 70258"/>
                      <a:gd name="connsiteY2" fmla="*/ 150400 h 300635"/>
                      <a:gd name="connsiteX3" fmla="*/ 66487 w 70258"/>
                      <a:gd name="connsiteY3" fmla="*/ 8199 h 300635"/>
                      <a:gd name="connsiteX4" fmla="*/ 70424 w 70258"/>
                      <a:gd name="connsiteY4" fmla="*/ 3088 h 300635"/>
                      <a:gd name="connsiteX5" fmla="*/ 67396 w 70258"/>
                      <a:gd name="connsiteY5" fmla="*/ 82 h 300635"/>
                      <a:gd name="connsiteX6" fmla="*/ 19244 w 70258"/>
                      <a:gd name="connsiteY6" fmla="*/ 58706 h 300635"/>
                      <a:gd name="connsiteX7" fmla="*/ 165 w 70258"/>
                      <a:gd name="connsiteY7" fmla="*/ 150400 h 300635"/>
                      <a:gd name="connsiteX8" fmla="*/ 20153 w 70258"/>
                      <a:gd name="connsiteY8" fmla="*/ 244198 h 300635"/>
                      <a:gd name="connsiteX9" fmla="*/ 67396 w 70258"/>
                      <a:gd name="connsiteY9" fmla="*/ 300718 h 300635"/>
                      <a:gd name="connsiteX10" fmla="*/ 70424 w 70258"/>
                      <a:gd name="connsiteY10" fmla="*/ 297712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424" y="297712"/>
                        </a:moveTo>
                        <a:cubicBezTo>
                          <a:pt x="70424" y="296810"/>
                          <a:pt x="70424" y="296208"/>
                          <a:pt x="65276" y="291098"/>
                        </a:cubicBezTo>
                        <a:cubicBezTo>
                          <a:pt x="27421" y="253217"/>
                          <a:pt x="17730" y="196397"/>
                          <a:pt x="17730" y="150400"/>
                        </a:cubicBezTo>
                        <a:cubicBezTo>
                          <a:pt x="17730" y="98089"/>
                          <a:pt x="29238" y="45779"/>
                          <a:pt x="66487" y="8199"/>
                        </a:cubicBezTo>
                        <a:cubicBezTo>
                          <a:pt x="70424" y="4592"/>
                          <a:pt x="70424" y="3990"/>
                          <a:pt x="70424" y="3088"/>
                        </a:cubicBezTo>
                        <a:cubicBezTo>
                          <a:pt x="70424" y="984"/>
                          <a:pt x="69213" y="82"/>
                          <a:pt x="67396" y="82"/>
                        </a:cubicBezTo>
                        <a:cubicBezTo>
                          <a:pt x="64367" y="82"/>
                          <a:pt x="37112" y="20525"/>
                          <a:pt x="19244" y="58706"/>
                        </a:cubicBezTo>
                        <a:cubicBezTo>
                          <a:pt x="3799" y="91776"/>
                          <a:pt x="165" y="125147"/>
                          <a:pt x="165" y="150400"/>
                        </a:cubicBezTo>
                        <a:cubicBezTo>
                          <a:pt x="165" y="173850"/>
                          <a:pt x="3497" y="210227"/>
                          <a:pt x="20153" y="244198"/>
                        </a:cubicBezTo>
                        <a:cubicBezTo>
                          <a:pt x="38323" y="281177"/>
                          <a:pt x="64367" y="300718"/>
                          <a:pt x="67396" y="300718"/>
                        </a:cubicBezTo>
                        <a:cubicBezTo>
                          <a:pt x="69213" y="300718"/>
                          <a:pt x="70424" y="299816"/>
                          <a:pt x="70424" y="2977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59" name="Freeform: Shape 1058">
                    <a:extLst>
                      <a:ext uri="{FF2B5EF4-FFF2-40B4-BE49-F238E27FC236}">
                        <a16:creationId xmlns:a16="http://schemas.microsoft.com/office/drawing/2014/main" id="{757EF4B8-B67D-2C8D-5DC9-FCC8F46CA70A}"/>
                      </a:ext>
                    </a:extLst>
                  </p:cNvPr>
                  <p:cNvSpPr/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7676451" y="7260540"/>
                    <a:ext cx="143545" cy="135887"/>
                  </a:xfrm>
                  <a:custGeom>
                    <a:avLst/>
                    <a:gdLst>
                      <a:gd name="connsiteX0" fmla="*/ 130087 w 143545"/>
                      <a:gd name="connsiteY0" fmla="*/ 99292 h 135887"/>
                      <a:gd name="connsiteX1" fmla="*/ 123425 w 143545"/>
                      <a:gd name="connsiteY1" fmla="*/ 107409 h 135887"/>
                      <a:gd name="connsiteX2" fmla="*/ 109494 w 143545"/>
                      <a:gd name="connsiteY2" fmla="*/ 119435 h 135887"/>
                      <a:gd name="connsiteX3" fmla="*/ 100106 w 143545"/>
                      <a:gd name="connsiteY3" fmla="*/ 107109 h 135887"/>
                      <a:gd name="connsiteX4" fmla="*/ 98895 w 143545"/>
                      <a:gd name="connsiteY4" fmla="*/ 101998 h 135887"/>
                      <a:gd name="connsiteX5" fmla="*/ 87993 w 143545"/>
                      <a:gd name="connsiteY5" fmla="*/ 53295 h 135887"/>
                      <a:gd name="connsiteX6" fmla="*/ 117671 w 143545"/>
                      <a:gd name="connsiteY6" fmla="*/ 16918 h 135887"/>
                      <a:gd name="connsiteX7" fmla="*/ 124939 w 143545"/>
                      <a:gd name="connsiteY7" fmla="*/ 19323 h 135887"/>
                      <a:gd name="connsiteX8" fmla="*/ 133116 w 143545"/>
                      <a:gd name="connsiteY8" fmla="*/ 22029 h 135887"/>
                      <a:gd name="connsiteX9" fmla="*/ 143715 w 143545"/>
                      <a:gd name="connsiteY9" fmla="*/ 11206 h 135887"/>
                      <a:gd name="connsiteX10" fmla="*/ 131299 w 143545"/>
                      <a:gd name="connsiteY10" fmla="*/ 82 h 135887"/>
                      <a:gd name="connsiteX11" fmla="*/ 85570 w 143545"/>
                      <a:gd name="connsiteY11" fmla="*/ 43073 h 135887"/>
                      <a:gd name="connsiteX12" fmla="*/ 82239 w 143545"/>
                      <a:gd name="connsiteY12" fmla="*/ 26538 h 135887"/>
                      <a:gd name="connsiteX13" fmla="*/ 66491 w 143545"/>
                      <a:gd name="connsiteY13" fmla="*/ 82 h 135887"/>
                      <a:gd name="connsiteX14" fmla="*/ 31059 w 143545"/>
                      <a:gd name="connsiteY14" fmla="*/ 8801 h 135887"/>
                      <a:gd name="connsiteX15" fmla="*/ 27728 w 143545"/>
                      <a:gd name="connsiteY15" fmla="*/ 10003 h 135887"/>
                      <a:gd name="connsiteX16" fmla="*/ 28939 w 143545"/>
                      <a:gd name="connsiteY16" fmla="*/ 14513 h 135887"/>
                      <a:gd name="connsiteX17" fmla="*/ 45898 w 143545"/>
                      <a:gd name="connsiteY17" fmla="*/ 11206 h 135887"/>
                      <a:gd name="connsiteX18" fmla="*/ 59526 w 143545"/>
                      <a:gd name="connsiteY18" fmla="*/ 31950 h 135887"/>
                      <a:gd name="connsiteX19" fmla="*/ 68308 w 143545"/>
                      <a:gd name="connsiteY19" fmla="*/ 68928 h 135887"/>
                      <a:gd name="connsiteX20" fmla="*/ 43475 w 143545"/>
                      <a:gd name="connsiteY20" fmla="*/ 104102 h 135887"/>
                      <a:gd name="connsiteX21" fmla="*/ 28030 w 143545"/>
                      <a:gd name="connsiteY21" fmla="*/ 118533 h 135887"/>
                      <a:gd name="connsiteX22" fmla="*/ 20157 w 143545"/>
                      <a:gd name="connsiteY22" fmla="*/ 115827 h 135887"/>
                      <a:gd name="connsiteX23" fmla="*/ 10466 w 143545"/>
                      <a:gd name="connsiteY23" fmla="*/ 112821 h 135887"/>
                      <a:gd name="connsiteX24" fmla="*/ 169 w 143545"/>
                      <a:gd name="connsiteY24" fmla="*/ 123343 h 135887"/>
                      <a:gd name="connsiteX25" fmla="*/ 15311 w 143545"/>
                      <a:gd name="connsiteY25" fmla="*/ 135970 h 135887"/>
                      <a:gd name="connsiteX26" fmla="*/ 43475 w 143545"/>
                      <a:gd name="connsiteY26" fmla="*/ 114925 h 135887"/>
                      <a:gd name="connsiteX27" fmla="*/ 70731 w 143545"/>
                      <a:gd name="connsiteY27" fmla="*/ 79751 h 135887"/>
                      <a:gd name="connsiteX28" fmla="*/ 79816 w 143545"/>
                      <a:gd name="connsiteY28" fmla="*/ 115827 h 135887"/>
                      <a:gd name="connsiteX29" fmla="*/ 97381 w 143545"/>
                      <a:gd name="connsiteY29" fmla="*/ 135970 h 135887"/>
                      <a:gd name="connsiteX30" fmla="*/ 134327 w 143545"/>
                      <a:gd name="connsiteY30" fmla="*/ 101697 h 135887"/>
                      <a:gd name="connsiteX31" fmla="*/ 130087 w 143545"/>
                      <a:gd name="connsiteY31" fmla="*/ 99292 h 135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143545" h="135887">
                        <a:moveTo>
                          <a:pt x="130087" y="99292"/>
                        </a:moveTo>
                        <a:cubicBezTo>
                          <a:pt x="127664" y="101998"/>
                          <a:pt x="126150" y="103802"/>
                          <a:pt x="123425" y="107409"/>
                        </a:cubicBezTo>
                        <a:cubicBezTo>
                          <a:pt x="116459" y="116428"/>
                          <a:pt x="112825" y="119435"/>
                          <a:pt x="109494" y="119435"/>
                        </a:cubicBezTo>
                        <a:cubicBezTo>
                          <a:pt x="104952" y="119435"/>
                          <a:pt x="102226" y="115526"/>
                          <a:pt x="100106" y="107109"/>
                        </a:cubicBezTo>
                        <a:cubicBezTo>
                          <a:pt x="99500" y="104703"/>
                          <a:pt x="99198" y="102900"/>
                          <a:pt x="98895" y="101998"/>
                        </a:cubicBezTo>
                        <a:cubicBezTo>
                          <a:pt x="91324" y="71634"/>
                          <a:pt x="87993" y="57804"/>
                          <a:pt x="87993" y="53295"/>
                        </a:cubicBezTo>
                        <a:cubicBezTo>
                          <a:pt x="101317" y="30146"/>
                          <a:pt x="112220" y="16918"/>
                          <a:pt x="117671" y="16918"/>
                        </a:cubicBezTo>
                        <a:cubicBezTo>
                          <a:pt x="119488" y="16918"/>
                          <a:pt x="121911" y="17820"/>
                          <a:pt x="124939" y="19323"/>
                        </a:cubicBezTo>
                        <a:cubicBezTo>
                          <a:pt x="128573" y="21427"/>
                          <a:pt x="130693" y="22029"/>
                          <a:pt x="133116" y="22029"/>
                        </a:cubicBezTo>
                        <a:cubicBezTo>
                          <a:pt x="139475" y="22029"/>
                          <a:pt x="143715" y="17519"/>
                          <a:pt x="143715" y="11206"/>
                        </a:cubicBezTo>
                        <a:cubicBezTo>
                          <a:pt x="143715" y="4892"/>
                          <a:pt x="138567" y="82"/>
                          <a:pt x="131299" y="82"/>
                        </a:cubicBezTo>
                        <a:cubicBezTo>
                          <a:pt x="117974" y="82"/>
                          <a:pt x="106466" y="10905"/>
                          <a:pt x="85570" y="43073"/>
                        </a:cubicBezTo>
                        <a:lnTo>
                          <a:pt x="82239" y="26538"/>
                        </a:lnTo>
                        <a:cubicBezTo>
                          <a:pt x="77999" y="6095"/>
                          <a:pt x="74668" y="82"/>
                          <a:pt x="66491" y="82"/>
                        </a:cubicBezTo>
                        <a:cubicBezTo>
                          <a:pt x="59829" y="82"/>
                          <a:pt x="49532" y="2788"/>
                          <a:pt x="31059" y="8801"/>
                        </a:cubicBezTo>
                        <a:lnTo>
                          <a:pt x="27728" y="10003"/>
                        </a:lnTo>
                        <a:lnTo>
                          <a:pt x="28939" y="14513"/>
                        </a:lnTo>
                        <a:cubicBezTo>
                          <a:pt x="40447" y="11807"/>
                          <a:pt x="43172" y="11206"/>
                          <a:pt x="45898" y="11206"/>
                        </a:cubicBezTo>
                        <a:cubicBezTo>
                          <a:pt x="53469" y="11206"/>
                          <a:pt x="55286" y="13911"/>
                          <a:pt x="59526" y="31950"/>
                        </a:cubicBezTo>
                        <a:lnTo>
                          <a:pt x="68308" y="68928"/>
                        </a:lnTo>
                        <a:lnTo>
                          <a:pt x="43475" y="104102"/>
                        </a:lnTo>
                        <a:cubicBezTo>
                          <a:pt x="37418" y="113121"/>
                          <a:pt x="31362" y="118533"/>
                          <a:pt x="28030" y="118533"/>
                        </a:cubicBezTo>
                        <a:cubicBezTo>
                          <a:pt x="26213" y="118533"/>
                          <a:pt x="23185" y="117631"/>
                          <a:pt x="20157" y="115827"/>
                        </a:cubicBezTo>
                        <a:cubicBezTo>
                          <a:pt x="16220" y="113723"/>
                          <a:pt x="12888" y="112821"/>
                          <a:pt x="10466" y="112821"/>
                        </a:cubicBezTo>
                        <a:cubicBezTo>
                          <a:pt x="4712" y="112821"/>
                          <a:pt x="169" y="117330"/>
                          <a:pt x="169" y="123343"/>
                        </a:cubicBezTo>
                        <a:cubicBezTo>
                          <a:pt x="169" y="131159"/>
                          <a:pt x="6226" y="135970"/>
                          <a:pt x="15311" y="135970"/>
                        </a:cubicBezTo>
                        <a:cubicBezTo>
                          <a:pt x="24699" y="135970"/>
                          <a:pt x="28333" y="133264"/>
                          <a:pt x="43475" y="114925"/>
                        </a:cubicBezTo>
                        <a:cubicBezTo>
                          <a:pt x="51652" y="105305"/>
                          <a:pt x="58011" y="97188"/>
                          <a:pt x="70731" y="79751"/>
                        </a:cubicBezTo>
                        <a:lnTo>
                          <a:pt x="79816" y="115827"/>
                        </a:lnTo>
                        <a:cubicBezTo>
                          <a:pt x="83753" y="131159"/>
                          <a:pt x="87690" y="135970"/>
                          <a:pt x="97381" y="135970"/>
                        </a:cubicBezTo>
                        <a:cubicBezTo>
                          <a:pt x="108888" y="135970"/>
                          <a:pt x="116762" y="128754"/>
                          <a:pt x="134327" y="101697"/>
                        </a:cubicBezTo>
                        <a:lnTo>
                          <a:pt x="130087" y="9929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0" name="Freeform: Shape 1059">
                    <a:extLst>
                      <a:ext uri="{FF2B5EF4-FFF2-40B4-BE49-F238E27FC236}">
                        <a16:creationId xmlns:a16="http://schemas.microsoft.com/office/drawing/2014/main" id="{EF703496-05AB-3F68-9BAC-0641FEF89F59}"/>
                      </a:ext>
                    </a:extLst>
                  </p:cNvPr>
                  <p:cNvSpPr/>
                  <p:nvPr>
                    <p:custDataLst>
                      <p:tags r:id="rId83"/>
                    </p:custDataLst>
                  </p:nvPr>
                </p:nvSpPr>
                <p:spPr>
                  <a:xfrm>
                    <a:off x="7824969" y="7288315"/>
                    <a:ext cx="101293" cy="153504"/>
                  </a:xfrm>
                  <a:custGeom>
                    <a:avLst/>
                    <a:gdLst>
                      <a:gd name="connsiteX0" fmla="*/ 51716 w 101293"/>
                      <a:gd name="connsiteY0" fmla="*/ 84 h 153504"/>
                      <a:gd name="connsiteX1" fmla="*/ 21687 w 101293"/>
                      <a:gd name="connsiteY1" fmla="*/ 11653 h 153504"/>
                      <a:gd name="connsiteX2" fmla="*/ 173 w 101293"/>
                      <a:gd name="connsiteY2" fmla="*/ 75724 h 153504"/>
                      <a:gd name="connsiteX3" fmla="*/ 18101 w 101293"/>
                      <a:gd name="connsiteY3" fmla="*/ 138461 h 153504"/>
                      <a:gd name="connsiteX4" fmla="*/ 50820 w 101293"/>
                      <a:gd name="connsiteY4" fmla="*/ 153589 h 153504"/>
                      <a:gd name="connsiteX5" fmla="*/ 79953 w 101293"/>
                      <a:gd name="connsiteY5" fmla="*/ 142020 h 153504"/>
                      <a:gd name="connsiteX6" fmla="*/ 101467 w 101293"/>
                      <a:gd name="connsiteY6" fmla="*/ 77059 h 153504"/>
                      <a:gd name="connsiteX7" fmla="*/ 51716 w 101293"/>
                      <a:gd name="connsiteY7" fmla="*/ 84 h 153504"/>
                      <a:gd name="connsiteX8" fmla="*/ 51044 w 101293"/>
                      <a:gd name="connsiteY8" fmla="*/ 5868 h 153504"/>
                      <a:gd name="connsiteX9" fmla="*/ 79953 w 101293"/>
                      <a:gd name="connsiteY9" fmla="*/ 77504 h 153504"/>
                      <a:gd name="connsiteX10" fmla="*/ 50820 w 101293"/>
                      <a:gd name="connsiteY10" fmla="*/ 147805 h 153504"/>
                      <a:gd name="connsiteX11" fmla="*/ 21687 w 101293"/>
                      <a:gd name="connsiteY11" fmla="*/ 77726 h 153504"/>
                      <a:gd name="connsiteX12" fmla="*/ 51044 w 101293"/>
                      <a:gd name="connsiteY12" fmla="*/ 5868 h 1535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1293" h="153504">
                        <a:moveTo>
                          <a:pt x="51716" y="84"/>
                        </a:moveTo>
                        <a:cubicBezTo>
                          <a:pt x="39391" y="84"/>
                          <a:pt x="29978" y="3866"/>
                          <a:pt x="21687" y="11653"/>
                        </a:cubicBezTo>
                        <a:cubicBezTo>
                          <a:pt x="8689" y="24111"/>
                          <a:pt x="173" y="49695"/>
                          <a:pt x="173" y="75724"/>
                        </a:cubicBezTo>
                        <a:cubicBezTo>
                          <a:pt x="173" y="99973"/>
                          <a:pt x="7568" y="126002"/>
                          <a:pt x="18101" y="138461"/>
                        </a:cubicBezTo>
                        <a:cubicBezTo>
                          <a:pt x="26393" y="148250"/>
                          <a:pt x="37822" y="153589"/>
                          <a:pt x="50820" y="153589"/>
                        </a:cubicBezTo>
                        <a:cubicBezTo>
                          <a:pt x="62249" y="153589"/>
                          <a:pt x="71885" y="149807"/>
                          <a:pt x="79953" y="142020"/>
                        </a:cubicBezTo>
                        <a:cubicBezTo>
                          <a:pt x="92951" y="129784"/>
                          <a:pt x="101467" y="103978"/>
                          <a:pt x="101467" y="77059"/>
                        </a:cubicBezTo>
                        <a:cubicBezTo>
                          <a:pt x="101467" y="31453"/>
                          <a:pt x="81073" y="84"/>
                          <a:pt x="51716" y="84"/>
                        </a:cubicBezTo>
                        <a:close/>
                        <a:moveTo>
                          <a:pt x="51044" y="5868"/>
                        </a:moveTo>
                        <a:cubicBezTo>
                          <a:pt x="69868" y="5868"/>
                          <a:pt x="79953" y="31008"/>
                          <a:pt x="79953" y="77504"/>
                        </a:cubicBezTo>
                        <a:cubicBezTo>
                          <a:pt x="79953" y="124000"/>
                          <a:pt x="70093" y="147805"/>
                          <a:pt x="50820" y="147805"/>
                        </a:cubicBezTo>
                        <a:cubicBezTo>
                          <a:pt x="31547" y="147805"/>
                          <a:pt x="21687" y="124000"/>
                          <a:pt x="21687" y="77726"/>
                        </a:cubicBezTo>
                        <a:cubicBezTo>
                          <a:pt x="21687" y="30563"/>
                          <a:pt x="31771" y="5868"/>
                          <a:pt x="51044" y="586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1" name="Freeform: Shape 1060">
                    <a:extLst>
                      <a:ext uri="{FF2B5EF4-FFF2-40B4-BE49-F238E27FC236}">
                        <a16:creationId xmlns:a16="http://schemas.microsoft.com/office/drawing/2014/main" id="{E4CB9CA8-AD20-E0DC-584E-819D47F9FB0E}"/>
                      </a:ext>
                    </a:extLst>
                  </p:cNvPr>
                  <p:cNvSpPr/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7964522" y="7167643"/>
                    <a:ext cx="70258" cy="300635"/>
                  </a:xfrm>
                  <a:custGeom>
                    <a:avLst/>
                    <a:gdLst>
                      <a:gd name="connsiteX0" fmla="*/ 70436 w 70258"/>
                      <a:gd name="connsiteY0" fmla="*/ 150400 h 300635"/>
                      <a:gd name="connsiteX1" fmla="*/ 50449 w 70258"/>
                      <a:gd name="connsiteY1" fmla="*/ 56602 h 300635"/>
                      <a:gd name="connsiteX2" fmla="*/ 3206 w 70258"/>
                      <a:gd name="connsiteY2" fmla="*/ 82 h 300635"/>
                      <a:gd name="connsiteX3" fmla="*/ 178 w 70258"/>
                      <a:gd name="connsiteY3" fmla="*/ 3088 h 300635"/>
                      <a:gd name="connsiteX4" fmla="*/ 5932 w 70258"/>
                      <a:gd name="connsiteY4" fmla="*/ 10003 h 300635"/>
                      <a:gd name="connsiteX5" fmla="*/ 52872 w 70258"/>
                      <a:gd name="connsiteY5" fmla="*/ 150400 h 300635"/>
                      <a:gd name="connsiteX6" fmla="*/ 4115 w 70258"/>
                      <a:gd name="connsiteY6" fmla="*/ 292601 h 300635"/>
                      <a:gd name="connsiteX7" fmla="*/ 178 w 70258"/>
                      <a:gd name="connsiteY7" fmla="*/ 297712 h 300635"/>
                      <a:gd name="connsiteX8" fmla="*/ 3206 w 70258"/>
                      <a:gd name="connsiteY8" fmla="*/ 300718 h 300635"/>
                      <a:gd name="connsiteX9" fmla="*/ 51358 w 70258"/>
                      <a:gd name="connsiteY9" fmla="*/ 242094 h 300635"/>
                      <a:gd name="connsiteX10" fmla="*/ 70436 w 70258"/>
                      <a:gd name="connsiteY10" fmla="*/ 150400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436" y="150400"/>
                        </a:moveTo>
                        <a:cubicBezTo>
                          <a:pt x="70436" y="126950"/>
                          <a:pt x="67105" y="90573"/>
                          <a:pt x="50449" y="56602"/>
                        </a:cubicBezTo>
                        <a:cubicBezTo>
                          <a:pt x="32279" y="19623"/>
                          <a:pt x="6234" y="82"/>
                          <a:pt x="3206" y="82"/>
                        </a:cubicBezTo>
                        <a:cubicBezTo>
                          <a:pt x="1389" y="82"/>
                          <a:pt x="178" y="1285"/>
                          <a:pt x="178" y="3088"/>
                        </a:cubicBezTo>
                        <a:cubicBezTo>
                          <a:pt x="178" y="3990"/>
                          <a:pt x="178" y="4592"/>
                          <a:pt x="5932" y="10003"/>
                        </a:cubicBezTo>
                        <a:cubicBezTo>
                          <a:pt x="35610" y="39766"/>
                          <a:pt x="52872" y="87567"/>
                          <a:pt x="52872" y="150400"/>
                        </a:cubicBezTo>
                        <a:cubicBezTo>
                          <a:pt x="52872" y="201809"/>
                          <a:pt x="41667" y="254721"/>
                          <a:pt x="4115" y="292601"/>
                        </a:cubicBezTo>
                        <a:cubicBezTo>
                          <a:pt x="178" y="296208"/>
                          <a:pt x="178" y="296810"/>
                          <a:pt x="178" y="297712"/>
                        </a:cubicBezTo>
                        <a:cubicBezTo>
                          <a:pt x="178" y="299515"/>
                          <a:pt x="1389" y="300718"/>
                          <a:pt x="3206" y="300718"/>
                        </a:cubicBezTo>
                        <a:cubicBezTo>
                          <a:pt x="6234" y="300718"/>
                          <a:pt x="33490" y="280275"/>
                          <a:pt x="51358" y="242094"/>
                        </a:cubicBezTo>
                        <a:cubicBezTo>
                          <a:pt x="66802" y="209024"/>
                          <a:pt x="70436" y="175653"/>
                          <a:pt x="70436" y="15040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2" name="Freeform: Shape 1061">
                    <a:extLst>
                      <a:ext uri="{FF2B5EF4-FFF2-40B4-BE49-F238E27FC236}">
                        <a16:creationId xmlns:a16="http://schemas.microsoft.com/office/drawing/2014/main" id="{FAEE9CD9-1CEE-6A05-2561-6C7411D768DD}"/>
                      </a:ext>
                    </a:extLst>
                  </p:cNvPr>
                  <p:cNvSpPr/>
                  <p:nvPr>
                    <p:custDataLst>
                      <p:tags r:id="rId85"/>
                    </p:custDataLst>
                  </p:nvPr>
                </p:nvSpPr>
                <p:spPr>
                  <a:xfrm>
                    <a:off x="8124375" y="7217849"/>
                    <a:ext cx="201388" cy="200223"/>
                  </a:xfrm>
                  <a:custGeom>
                    <a:avLst/>
                    <a:gdLst>
                      <a:gd name="connsiteX0" fmla="*/ 107086 w 201388"/>
                      <a:gd name="connsiteY0" fmla="*/ 106207 h 200223"/>
                      <a:gd name="connsiteX1" fmla="*/ 191578 w 201388"/>
                      <a:gd name="connsiteY1" fmla="*/ 106207 h 200223"/>
                      <a:gd name="connsiteX2" fmla="*/ 201572 w 201388"/>
                      <a:gd name="connsiteY2" fmla="*/ 100194 h 200223"/>
                      <a:gd name="connsiteX3" fmla="*/ 191578 w 201388"/>
                      <a:gd name="connsiteY3" fmla="*/ 94181 h 200223"/>
                      <a:gd name="connsiteX4" fmla="*/ 107086 w 201388"/>
                      <a:gd name="connsiteY4" fmla="*/ 94181 h 200223"/>
                      <a:gd name="connsiteX5" fmla="*/ 107086 w 201388"/>
                      <a:gd name="connsiteY5" fmla="*/ 10003 h 200223"/>
                      <a:gd name="connsiteX6" fmla="*/ 101029 w 201388"/>
                      <a:gd name="connsiteY6" fmla="*/ 82 h 200223"/>
                      <a:gd name="connsiteX7" fmla="*/ 94972 w 201388"/>
                      <a:gd name="connsiteY7" fmla="*/ 10003 h 200223"/>
                      <a:gd name="connsiteX8" fmla="*/ 94972 w 201388"/>
                      <a:gd name="connsiteY8" fmla="*/ 94181 h 200223"/>
                      <a:gd name="connsiteX9" fmla="*/ 10177 w 201388"/>
                      <a:gd name="connsiteY9" fmla="*/ 94181 h 200223"/>
                      <a:gd name="connsiteX10" fmla="*/ 183 w 201388"/>
                      <a:gd name="connsiteY10" fmla="*/ 100194 h 200223"/>
                      <a:gd name="connsiteX11" fmla="*/ 10177 w 201388"/>
                      <a:gd name="connsiteY11" fmla="*/ 106207 h 200223"/>
                      <a:gd name="connsiteX12" fmla="*/ 94972 w 201388"/>
                      <a:gd name="connsiteY12" fmla="*/ 106207 h 200223"/>
                      <a:gd name="connsiteX13" fmla="*/ 94972 w 201388"/>
                      <a:gd name="connsiteY13" fmla="*/ 190385 h 200223"/>
                      <a:gd name="connsiteX14" fmla="*/ 101029 w 201388"/>
                      <a:gd name="connsiteY14" fmla="*/ 200306 h 200223"/>
                      <a:gd name="connsiteX15" fmla="*/ 107086 w 201388"/>
                      <a:gd name="connsiteY15" fmla="*/ 190385 h 200223"/>
                      <a:gd name="connsiteX16" fmla="*/ 107086 w 201388"/>
                      <a:gd name="connsiteY16" fmla="*/ 106207 h 200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01388" h="200223">
                        <a:moveTo>
                          <a:pt x="107086" y="106207"/>
                        </a:moveTo>
                        <a:lnTo>
                          <a:pt x="191578" y="106207"/>
                        </a:lnTo>
                        <a:cubicBezTo>
                          <a:pt x="195818" y="106207"/>
                          <a:pt x="201572" y="106207"/>
                          <a:pt x="201572" y="100194"/>
                        </a:cubicBezTo>
                        <a:cubicBezTo>
                          <a:pt x="201572" y="94181"/>
                          <a:pt x="195818" y="94181"/>
                          <a:pt x="191578" y="94181"/>
                        </a:cubicBezTo>
                        <a:lnTo>
                          <a:pt x="107086" y="94181"/>
                        </a:lnTo>
                        <a:lnTo>
                          <a:pt x="107086" y="10003"/>
                        </a:lnTo>
                        <a:cubicBezTo>
                          <a:pt x="107086" y="5794"/>
                          <a:pt x="107086" y="82"/>
                          <a:pt x="101029" y="82"/>
                        </a:cubicBezTo>
                        <a:cubicBezTo>
                          <a:pt x="94972" y="82"/>
                          <a:pt x="94972" y="5794"/>
                          <a:pt x="94972" y="10003"/>
                        </a:cubicBezTo>
                        <a:lnTo>
                          <a:pt x="94972" y="94181"/>
                        </a:lnTo>
                        <a:lnTo>
                          <a:pt x="10177" y="94181"/>
                        </a:lnTo>
                        <a:cubicBezTo>
                          <a:pt x="5937" y="94181"/>
                          <a:pt x="183" y="94181"/>
                          <a:pt x="183" y="100194"/>
                        </a:cubicBezTo>
                        <a:cubicBezTo>
                          <a:pt x="183" y="106207"/>
                          <a:pt x="5937" y="106207"/>
                          <a:pt x="10177" y="106207"/>
                        </a:cubicBezTo>
                        <a:lnTo>
                          <a:pt x="94972" y="106207"/>
                        </a:lnTo>
                        <a:lnTo>
                          <a:pt x="94972" y="190385"/>
                        </a:lnTo>
                        <a:cubicBezTo>
                          <a:pt x="94972" y="194593"/>
                          <a:pt x="94972" y="200306"/>
                          <a:pt x="101029" y="200306"/>
                        </a:cubicBezTo>
                        <a:cubicBezTo>
                          <a:pt x="107086" y="200306"/>
                          <a:pt x="107086" y="194593"/>
                          <a:pt x="107086" y="190385"/>
                        </a:cubicBezTo>
                        <a:lnTo>
                          <a:pt x="107086" y="10620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3" name="Freeform: Shape 1062">
                    <a:extLst>
                      <a:ext uri="{FF2B5EF4-FFF2-40B4-BE49-F238E27FC236}">
                        <a16:creationId xmlns:a16="http://schemas.microsoft.com/office/drawing/2014/main" id="{3BE3B380-87F1-B014-C927-A66ADD8E8962}"/>
                      </a:ext>
                    </a:extLst>
                  </p:cNvPr>
                  <p:cNvSpPr/>
                  <p:nvPr>
                    <p:custDataLst>
                      <p:tags r:id="rId86"/>
                    </p:custDataLst>
                  </p:nvPr>
                </p:nvSpPr>
                <p:spPr>
                  <a:xfrm>
                    <a:off x="8389454" y="7189890"/>
                    <a:ext cx="139306" cy="203229"/>
                  </a:xfrm>
                  <a:custGeom>
                    <a:avLst/>
                    <a:gdLst>
                      <a:gd name="connsiteX0" fmla="*/ 139498 w 139306"/>
                      <a:gd name="connsiteY0" fmla="*/ 133865 h 203229"/>
                      <a:gd name="connsiteX1" fmla="*/ 108609 w 139306"/>
                      <a:gd name="connsiteY1" fmla="*/ 133865 h 203229"/>
                      <a:gd name="connsiteX2" fmla="*/ 108609 w 139306"/>
                      <a:gd name="connsiteY2" fmla="*/ 82 h 203229"/>
                      <a:gd name="connsiteX3" fmla="*/ 95284 w 139306"/>
                      <a:gd name="connsiteY3" fmla="*/ 82 h 203229"/>
                      <a:gd name="connsiteX4" fmla="*/ 192 w 139306"/>
                      <a:gd name="connsiteY4" fmla="*/ 133865 h 203229"/>
                      <a:gd name="connsiteX5" fmla="*/ 192 w 139306"/>
                      <a:gd name="connsiteY5" fmla="*/ 153106 h 203229"/>
                      <a:gd name="connsiteX6" fmla="*/ 85290 w 139306"/>
                      <a:gd name="connsiteY6" fmla="*/ 153106 h 203229"/>
                      <a:gd name="connsiteX7" fmla="*/ 85290 w 139306"/>
                      <a:gd name="connsiteY7" fmla="*/ 203312 h 203229"/>
                      <a:gd name="connsiteX8" fmla="*/ 108609 w 139306"/>
                      <a:gd name="connsiteY8" fmla="*/ 203312 h 203229"/>
                      <a:gd name="connsiteX9" fmla="*/ 108609 w 139306"/>
                      <a:gd name="connsiteY9" fmla="*/ 153106 h 203229"/>
                      <a:gd name="connsiteX10" fmla="*/ 139498 w 139306"/>
                      <a:gd name="connsiteY10" fmla="*/ 153106 h 203229"/>
                      <a:gd name="connsiteX11" fmla="*/ 139498 w 139306"/>
                      <a:gd name="connsiteY11" fmla="*/ 133865 h 203229"/>
                      <a:gd name="connsiteX12" fmla="*/ 84987 w 139306"/>
                      <a:gd name="connsiteY12" fmla="*/ 133865 h 203229"/>
                      <a:gd name="connsiteX13" fmla="*/ 12306 w 139306"/>
                      <a:gd name="connsiteY13" fmla="*/ 133865 h 203229"/>
                      <a:gd name="connsiteX14" fmla="*/ 84987 w 139306"/>
                      <a:gd name="connsiteY14" fmla="*/ 30747 h 203229"/>
                      <a:gd name="connsiteX15" fmla="*/ 84987 w 139306"/>
                      <a:gd name="connsiteY15" fmla="*/ 133865 h 203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39306" h="203229">
                        <a:moveTo>
                          <a:pt x="139498" y="133865"/>
                        </a:moveTo>
                        <a:lnTo>
                          <a:pt x="108609" y="133865"/>
                        </a:lnTo>
                        <a:lnTo>
                          <a:pt x="108609" y="82"/>
                        </a:lnTo>
                        <a:lnTo>
                          <a:pt x="95284" y="82"/>
                        </a:lnTo>
                        <a:lnTo>
                          <a:pt x="192" y="133865"/>
                        </a:lnTo>
                        <a:lnTo>
                          <a:pt x="192" y="153106"/>
                        </a:lnTo>
                        <a:lnTo>
                          <a:pt x="85290" y="153106"/>
                        </a:lnTo>
                        <a:lnTo>
                          <a:pt x="85290" y="203312"/>
                        </a:lnTo>
                        <a:lnTo>
                          <a:pt x="108609" y="203312"/>
                        </a:lnTo>
                        <a:lnTo>
                          <a:pt x="108609" y="153106"/>
                        </a:lnTo>
                        <a:lnTo>
                          <a:pt x="139498" y="153106"/>
                        </a:lnTo>
                        <a:lnTo>
                          <a:pt x="139498" y="133865"/>
                        </a:lnTo>
                        <a:close/>
                        <a:moveTo>
                          <a:pt x="84987" y="133865"/>
                        </a:moveTo>
                        <a:lnTo>
                          <a:pt x="12306" y="133865"/>
                        </a:lnTo>
                        <a:lnTo>
                          <a:pt x="84987" y="30747"/>
                        </a:lnTo>
                        <a:lnTo>
                          <a:pt x="84987" y="13386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4" name="Freeform: Shape 1063">
                    <a:extLst>
                      <a:ext uri="{FF2B5EF4-FFF2-40B4-BE49-F238E27FC236}">
                        <a16:creationId xmlns:a16="http://schemas.microsoft.com/office/drawing/2014/main" id="{36F51F7B-90D0-91A7-9DBA-928064424993}"/>
                      </a:ext>
                    </a:extLst>
                  </p:cNvPr>
                  <p:cNvSpPr/>
                  <p:nvPr>
                    <p:custDataLst>
                      <p:tags r:id="rId87"/>
                    </p:custDataLst>
                  </p:nvPr>
                </p:nvSpPr>
                <p:spPr>
                  <a:xfrm>
                    <a:off x="8575821" y="7189296"/>
                    <a:ext cx="206233" cy="263056"/>
                  </a:xfrm>
                  <a:custGeom>
                    <a:avLst/>
                    <a:gdLst>
                      <a:gd name="connsiteX0" fmla="*/ 49258 w 206233"/>
                      <a:gd name="connsiteY0" fmla="*/ 12410 h 263056"/>
                      <a:gd name="connsiteX1" fmla="*/ 130419 w 206233"/>
                      <a:gd name="connsiteY1" fmla="*/ 12410 h 263056"/>
                      <a:gd name="connsiteX2" fmla="*/ 179479 w 206233"/>
                      <a:gd name="connsiteY2" fmla="*/ 49688 h 263056"/>
                      <a:gd name="connsiteX3" fmla="*/ 187352 w 206233"/>
                      <a:gd name="connsiteY3" fmla="*/ 49688 h 263056"/>
                      <a:gd name="connsiteX4" fmla="*/ 184324 w 206233"/>
                      <a:gd name="connsiteY4" fmla="*/ 83 h 263056"/>
                      <a:gd name="connsiteX5" fmla="*/ 2923 w 206233"/>
                      <a:gd name="connsiteY5" fmla="*/ 83 h 263056"/>
                      <a:gd name="connsiteX6" fmla="*/ 73485 w 206233"/>
                      <a:gd name="connsiteY6" fmla="*/ 140480 h 263056"/>
                      <a:gd name="connsiteX7" fmla="*/ 198 w 206233"/>
                      <a:gd name="connsiteY7" fmla="*/ 263140 h 263056"/>
                      <a:gd name="connsiteX8" fmla="*/ 190078 w 206233"/>
                      <a:gd name="connsiteY8" fmla="*/ 263140 h 263056"/>
                      <a:gd name="connsiteX9" fmla="*/ 206431 w 206233"/>
                      <a:gd name="connsiteY9" fmla="*/ 200006 h 263056"/>
                      <a:gd name="connsiteX10" fmla="*/ 198557 w 206233"/>
                      <a:gd name="connsiteY10" fmla="*/ 200006 h 263056"/>
                      <a:gd name="connsiteX11" fmla="*/ 144652 w 206233"/>
                      <a:gd name="connsiteY11" fmla="*/ 229469 h 263056"/>
                      <a:gd name="connsiteX12" fmla="*/ 45321 w 206233"/>
                      <a:gd name="connsiteY12" fmla="*/ 229469 h 263056"/>
                      <a:gd name="connsiteX13" fmla="*/ 106191 w 206233"/>
                      <a:gd name="connsiteY13" fmla="*/ 123645 h 263056"/>
                      <a:gd name="connsiteX14" fmla="*/ 49258 w 206233"/>
                      <a:gd name="connsiteY14" fmla="*/ 12410 h 263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06233" h="263056">
                        <a:moveTo>
                          <a:pt x="49258" y="12410"/>
                        </a:moveTo>
                        <a:lnTo>
                          <a:pt x="130419" y="12410"/>
                        </a:lnTo>
                        <a:cubicBezTo>
                          <a:pt x="165245" y="12410"/>
                          <a:pt x="174330" y="19324"/>
                          <a:pt x="179479" y="49688"/>
                        </a:cubicBezTo>
                        <a:lnTo>
                          <a:pt x="187352" y="49688"/>
                        </a:lnTo>
                        <a:lnTo>
                          <a:pt x="184324" y="83"/>
                        </a:lnTo>
                        <a:lnTo>
                          <a:pt x="2923" y="83"/>
                        </a:lnTo>
                        <a:lnTo>
                          <a:pt x="73485" y="140480"/>
                        </a:lnTo>
                        <a:lnTo>
                          <a:pt x="198" y="263140"/>
                        </a:lnTo>
                        <a:lnTo>
                          <a:pt x="190078" y="263140"/>
                        </a:lnTo>
                        <a:lnTo>
                          <a:pt x="206431" y="200006"/>
                        </a:lnTo>
                        <a:lnTo>
                          <a:pt x="198557" y="200006"/>
                        </a:lnTo>
                        <a:cubicBezTo>
                          <a:pt x="188867" y="224358"/>
                          <a:pt x="179781" y="229469"/>
                          <a:pt x="144652" y="229469"/>
                        </a:cubicBezTo>
                        <a:lnTo>
                          <a:pt x="45321" y="229469"/>
                        </a:lnTo>
                        <a:lnTo>
                          <a:pt x="106191" y="123645"/>
                        </a:lnTo>
                        <a:lnTo>
                          <a:pt x="49258" y="124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5" name="Freeform: Shape 1064">
                    <a:extLst>
                      <a:ext uri="{FF2B5EF4-FFF2-40B4-BE49-F238E27FC236}">
                        <a16:creationId xmlns:a16="http://schemas.microsoft.com/office/drawing/2014/main" id="{5C31844A-5EB9-F9EC-4C7F-0E03932C6A7C}"/>
                      </a:ext>
                    </a:extLst>
                  </p:cNvPr>
                  <p:cNvSpPr/>
                  <p:nvPr>
                    <p:custDataLst>
                      <p:tags r:id="rId88"/>
                    </p:custDataLst>
                  </p:nvPr>
                </p:nvSpPr>
                <p:spPr>
                  <a:xfrm>
                    <a:off x="8791449" y="7172672"/>
                    <a:ext cx="103086" cy="100111"/>
                  </a:xfrm>
                  <a:custGeom>
                    <a:avLst/>
                    <a:gdLst>
                      <a:gd name="connsiteX0" fmla="*/ 100154 w 103086"/>
                      <a:gd name="connsiteY0" fmla="*/ 72159 h 100111"/>
                      <a:gd name="connsiteX1" fmla="*/ 95448 w 103086"/>
                      <a:gd name="connsiteY1" fmla="*/ 77943 h 100111"/>
                      <a:gd name="connsiteX2" fmla="*/ 81778 w 103086"/>
                      <a:gd name="connsiteY2" fmla="*/ 89734 h 100111"/>
                      <a:gd name="connsiteX3" fmla="*/ 78192 w 103086"/>
                      <a:gd name="connsiteY3" fmla="*/ 86175 h 100111"/>
                      <a:gd name="connsiteX4" fmla="*/ 81329 w 103086"/>
                      <a:gd name="connsiteY4" fmla="*/ 72159 h 100111"/>
                      <a:gd name="connsiteX5" fmla="*/ 94103 w 103086"/>
                      <a:gd name="connsiteY5" fmla="*/ 26330 h 100111"/>
                      <a:gd name="connsiteX6" fmla="*/ 96120 w 103086"/>
                      <a:gd name="connsiteY6" fmla="*/ 13649 h 100111"/>
                      <a:gd name="connsiteX7" fmla="*/ 81329 w 103086"/>
                      <a:gd name="connsiteY7" fmla="*/ 79 h 100111"/>
                      <a:gd name="connsiteX8" fmla="*/ 29786 w 103086"/>
                      <a:gd name="connsiteY8" fmla="*/ 49022 h 100111"/>
                      <a:gd name="connsiteX9" fmla="*/ 44801 w 103086"/>
                      <a:gd name="connsiteY9" fmla="*/ 524 h 100111"/>
                      <a:gd name="connsiteX10" fmla="*/ 44129 w 103086"/>
                      <a:gd name="connsiteY10" fmla="*/ 79 h 100111"/>
                      <a:gd name="connsiteX11" fmla="*/ 7824 w 103086"/>
                      <a:gd name="connsiteY11" fmla="*/ 6975 h 100111"/>
                      <a:gd name="connsiteX12" fmla="*/ 7824 w 103086"/>
                      <a:gd name="connsiteY12" fmla="*/ 10535 h 100111"/>
                      <a:gd name="connsiteX13" fmla="*/ 22167 w 103086"/>
                      <a:gd name="connsiteY13" fmla="*/ 16541 h 100111"/>
                      <a:gd name="connsiteX14" fmla="*/ 21718 w 103086"/>
                      <a:gd name="connsiteY14" fmla="*/ 20323 h 100111"/>
                      <a:gd name="connsiteX15" fmla="*/ 205 w 103086"/>
                      <a:gd name="connsiteY15" fmla="*/ 98188 h 100111"/>
                      <a:gd name="connsiteX16" fmla="*/ 17012 w 103086"/>
                      <a:gd name="connsiteY16" fmla="*/ 98188 h 100111"/>
                      <a:gd name="connsiteX17" fmla="*/ 39422 w 103086"/>
                      <a:gd name="connsiteY17" fmla="*/ 43015 h 100111"/>
                      <a:gd name="connsiteX18" fmla="*/ 72589 w 103086"/>
                      <a:gd name="connsiteY18" fmla="*/ 11425 h 100111"/>
                      <a:gd name="connsiteX19" fmla="*/ 77968 w 103086"/>
                      <a:gd name="connsiteY19" fmla="*/ 17876 h 100111"/>
                      <a:gd name="connsiteX20" fmla="*/ 74830 w 103086"/>
                      <a:gd name="connsiteY20" fmla="*/ 34784 h 100111"/>
                      <a:gd name="connsiteX21" fmla="*/ 64970 w 103086"/>
                      <a:gd name="connsiteY21" fmla="*/ 71492 h 100111"/>
                      <a:gd name="connsiteX22" fmla="*/ 61384 w 103086"/>
                      <a:gd name="connsiteY22" fmla="*/ 88177 h 100111"/>
                      <a:gd name="connsiteX23" fmla="*/ 71917 w 103086"/>
                      <a:gd name="connsiteY23" fmla="*/ 100190 h 100111"/>
                      <a:gd name="connsiteX24" fmla="*/ 103291 w 103086"/>
                      <a:gd name="connsiteY24" fmla="*/ 75051 h 100111"/>
                      <a:gd name="connsiteX25" fmla="*/ 100154 w 103086"/>
                      <a:gd name="connsiteY25" fmla="*/ 72159 h 100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3086" h="100111">
                        <a:moveTo>
                          <a:pt x="100154" y="72159"/>
                        </a:moveTo>
                        <a:lnTo>
                          <a:pt x="95448" y="77943"/>
                        </a:lnTo>
                        <a:cubicBezTo>
                          <a:pt x="88949" y="86175"/>
                          <a:pt x="84915" y="89734"/>
                          <a:pt x="81778" y="89734"/>
                        </a:cubicBezTo>
                        <a:cubicBezTo>
                          <a:pt x="79985" y="89734"/>
                          <a:pt x="78192" y="87954"/>
                          <a:pt x="78192" y="86175"/>
                        </a:cubicBezTo>
                        <a:cubicBezTo>
                          <a:pt x="78192" y="84617"/>
                          <a:pt x="78192" y="84617"/>
                          <a:pt x="81329" y="72159"/>
                        </a:cubicBezTo>
                        <a:lnTo>
                          <a:pt x="94103" y="26330"/>
                        </a:lnTo>
                        <a:cubicBezTo>
                          <a:pt x="95224" y="21658"/>
                          <a:pt x="96120" y="16764"/>
                          <a:pt x="96120" y="13649"/>
                        </a:cubicBezTo>
                        <a:cubicBezTo>
                          <a:pt x="96120" y="5640"/>
                          <a:pt x="90069" y="79"/>
                          <a:pt x="81329" y="79"/>
                        </a:cubicBezTo>
                        <a:cubicBezTo>
                          <a:pt x="66987" y="79"/>
                          <a:pt x="52868" y="13427"/>
                          <a:pt x="29786" y="49022"/>
                        </a:cubicBezTo>
                        <a:lnTo>
                          <a:pt x="44801" y="524"/>
                        </a:lnTo>
                        <a:lnTo>
                          <a:pt x="44129" y="79"/>
                        </a:lnTo>
                        <a:cubicBezTo>
                          <a:pt x="32027" y="2526"/>
                          <a:pt x="27321" y="3416"/>
                          <a:pt x="7824" y="6975"/>
                        </a:cubicBezTo>
                        <a:lnTo>
                          <a:pt x="7824" y="10535"/>
                        </a:lnTo>
                        <a:cubicBezTo>
                          <a:pt x="19253" y="10757"/>
                          <a:pt x="22167" y="12092"/>
                          <a:pt x="22167" y="16541"/>
                        </a:cubicBezTo>
                        <a:cubicBezTo>
                          <a:pt x="22167" y="17876"/>
                          <a:pt x="21943" y="19211"/>
                          <a:pt x="21718" y="20323"/>
                        </a:cubicBezTo>
                        <a:lnTo>
                          <a:pt x="205" y="98188"/>
                        </a:lnTo>
                        <a:lnTo>
                          <a:pt x="17012" y="98188"/>
                        </a:lnTo>
                        <a:cubicBezTo>
                          <a:pt x="27545" y="63038"/>
                          <a:pt x="29562" y="58143"/>
                          <a:pt x="39422" y="43015"/>
                        </a:cubicBezTo>
                        <a:cubicBezTo>
                          <a:pt x="52868" y="22548"/>
                          <a:pt x="64298" y="11425"/>
                          <a:pt x="72589" y="11425"/>
                        </a:cubicBezTo>
                        <a:cubicBezTo>
                          <a:pt x="75951" y="11425"/>
                          <a:pt x="77968" y="13872"/>
                          <a:pt x="77968" y="17876"/>
                        </a:cubicBezTo>
                        <a:cubicBezTo>
                          <a:pt x="77968" y="20546"/>
                          <a:pt x="76623" y="27887"/>
                          <a:pt x="74830" y="34784"/>
                        </a:cubicBezTo>
                        <a:lnTo>
                          <a:pt x="64970" y="71492"/>
                        </a:lnTo>
                        <a:cubicBezTo>
                          <a:pt x="62057" y="82838"/>
                          <a:pt x="61384" y="85952"/>
                          <a:pt x="61384" y="88177"/>
                        </a:cubicBezTo>
                        <a:cubicBezTo>
                          <a:pt x="61384" y="96631"/>
                          <a:pt x="64522" y="100190"/>
                          <a:pt x="71917" y="100190"/>
                        </a:cubicBezTo>
                        <a:cubicBezTo>
                          <a:pt x="82002" y="100190"/>
                          <a:pt x="87828" y="95518"/>
                          <a:pt x="103291" y="75051"/>
                        </a:cubicBezTo>
                        <a:lnTo>
                          <a:pt x="100154" y="7215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6" name="Freeform: Shape 1065">
                    <a:extLst>
                      <a:ext uri="{FF2B5EF4-FFF2-40B4-BE49-F238E27FC236}">
                        <a16:creationId xmlns:a16="http://schemas.microsoft.com/office/drawing/2014/main" id="{7EB7FF46-1D9D-ACC9-6DD1-489573DF9400}"/>
                      </a:ext>
                    </a:extLst>
                  </p:cNvPr>
                  <p:cNvSpPr/>
                  <p:nvPr>
                    <p:custDataLst>
                      <p:tags r:id="rId89"/>
                    </p:custDataLst>
                  </p:nvPr>
                </p:nvSpPr>
                <p:spPr>
                  <a:xfrm>
                    <a:off x="8919382" y="7210715"/>
                    <a:ext cx="136925" cy="8898"/>
                  </a:xfrm>
                  <a:custGeom>
                    <a:avLst/>
                    <a:gdLst>
                      <a:gd name="connsiteX0" fmla="*/ 129291 w 136925"/>
                      <a:gd name="connsiteY0" fmla="*/ 8977 h 8898"/>
                      <a:gd name="connsiteX1" fmla="*/ 137134 w 136925"/>
                      <a:gd name="connsiteY1" fmla="*/ 4528 h 8898"/>
                      <a:gd name="connsiteX2" fmla="*/ 129291 w 136925"/>
                      <a:gd name="connsiteY2" fmla="*/ 79 h 8898"/>
                      <a:gd name="connsiteX3" fmla="*/ 8052 w 136925"/>
                      <a:gd name="connsiteY3" fmla="*/ 79 h 8898"/>
                      <a:gd name="connsiteX4" fmla="*/ 208 w 136925"/>
                      <a:gd name="connsiteY4" fmla="*/ 4528 h 8898"/>
                      <a:gd name="connsiteX5" fmla="*/ 8052 w 136925"/>
                      <a:gd name="connsiteY5" fmla="*/ 8977 h 8898"/>
                      <a:gd name="connsiteX6" fmla="*/ 129291 w 136925"/>
                      <a:gd name="connsiteY6" fmla="*/ 8977 h 88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6925" h="8898">
                        <a:moveTo>
                          <a:pt x="129291" y="8977"/>
                        </a:moveTo>
                        <a:cubicBezTo>
                          <a:pt x="133100" y="8977"/>
                          <a:pt x="137134" y="8977"/>
                          <a:pt x="137134" y="4528"/>
                        </a:cubicBezTo>
                        <a:cubicBezTo>
                          <a:pt x="137134" y="79"/>
                          <a:pt x="133100" y="79"/>
                          <a:pt x="129291" y="79"/>
                        </a:cubicBezTo>
                        <a:lnTo>
                          <a:pt x="8052" y="79"/>
                        </a:lnTo>
                        <a:cubicBezTo>
                          <a:pt x="4242" y="79"/>
                          <a:pt x="208" y="79"/>
                          <a:pt x="208" y="4528"/>
                        </a:cubicBezTo>
                        <a:cubicBezTo>
                          <a:pt x="208" y="8977"/>
                          <a:pt x="4242" y="8977"/>
                          <a:pt x="8052" y="8977"/>
                        </a:cubicBezTo>
                        <a:lnTo>
                          <a:pt x="129291" y="89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7" name="Freeform: Shape 1066">
                    <a:extLst>
                      <a:ext uri="{FF2B5EF4-FFF2-40B4-BE49-F238E27FC236}">
                        <a16:creationId xmlns:a16="http://schemas.microsoft.com/office/drawing/2014/main" id="{47BF5364-3CA8-F9B8-BE0F-63B652034219}"/>
                      </a:ext>
                    </a:extLst>
                  </p:cNvPr>
                  <p:cNvSpPr/>
                  <p:nvPr>
                    <p:custDataLst>
                      <p:tags r:id="rId90"/>
                    </p:custDataLst>
                  </p:nvPr>
                </p:nvSpPr>
                <p:spPr>
                  <a:xfrm>
                    <a:off x="9100434" y="7120392"/>
                    <a:ext cx="63420" cy="150390"/>
                  </a:xfrm>
                  <a:custGeom>
                    <a:avLst/>
                    <a:gdLst>
                      <a:gd name="connsiteX0" fmla="*/ 40552 w 63420"/>
                      <a:gd name="connsiteY0" fmla="*/ 79 h 150390"/>
                      <a:gd name="connsiteX1" fmla="*/ 214 w 63420"/>
                      <a:gd name="connsiteY1" fmla="*/ 20323 h 150390"/>
                      <a:gd name="connsiteX2" fmla="*/ 214 w 63420"/>
                      <a:gd name="connsiteY2" fmla="*/ 23438 h 150390"/>
                      <a:gd name="connsiteX3" fmla="*/ 6265 w 63420"/>
                      <a:gd name="connsiteY3" fmla="*/ 20991 h 150390"/>
                      <a:gd name="connsiteX4" fmla="*/ 16349 w 63420"/>
                      <a:gd name="connsiteY4" fmla="*/ 18544 h 150390"/>
                      <a:gd name="connsiteX5" fmla="*/ 23072 w 63420"/>
                      <a:gd name="connsiteY5" fmla="*/ 29000 h 150390"/>
                      <a:gd name="connsiteX6" fmla="*/ 23072 w 63420"/>
                      <a:gd name="connsiteY6" fmla="*/ 129779 h 150390"/>
                      <a:gd name="connsiteX7" fmla="*/ 17694 w 63420"/>
                      <a:gd name="connsiteY7" fmla="*/ 144240 h 150390"/>
                      <a:gd name="connsiteX8" fmla="*/ 1783 w 63420"/>
                      <a:gd name="connsiteY8" fmla="*/ 147132 h 150390"/>
                      <a:gd name="connsiteX9" fmla="*/ 1783 w 63420"/>
                      <a:gd name="connsiteY9" fmla="*/ 150469 h 150390"/>
                      <a:gd name="connsiteX10" fmla="*/ 63635 w 63420"/>
                      <a:gd name="connsiteY10" fmla="*/ 150469 h 150390"/>
                      <a:gd name="connsiteX11" fmla="*/ 63635 w 63420"/>
                      <a:gd name="connsiteY11" fmla="*/ 147132 h 150390"/>
                      <a:gd name="connsiteX12" fmla="*/ 42345 w 63420"/>
                      <a:gd name="connsiteY12" fmla="*/ 134006 h 150390"/>
                      <a:gd name="connsiteX13" fmla="*/ 42345 w 63420"/>
                      <a:gd name="connsiteY13" fmla="*/ 524 h 150390"/>
                      <a:gd name="connsiteX14" fmla="*/ 40552 w 63420"/>
                      <a:gd name="connsiteY14" fmla="*/ 79 h 150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63420" h="150390">
                        <a:moveTo>
                          <a:pt x="40552" y="79"/>
                        </a:moveTo>
                        <a:lnTo>
                          <a:pt x="214" y="20323"/>
                        </a:lnTo>
                        <a:lnTo>
                          <a:pt x="214" y="23438"/>
                        </a:lnTo>
                        <a:cubicBezTo>
                          <a:pt x="2903" y="22326"/>
                          <a:pt x="5369" y="21436"/>
                          <a:pt x="6265" y="20991"/>
                        </a:cubicBezTo>
                        <a:cubicBezTo>
                          <a:pt x="10299" y="19434"/>
                          <a:pt x="14108" y="18544"/>
                          <a:pt x="16349" y="18544"/>
                        </a:cubicBezTo>
                        <a:cubicBezTo>
                          <a:pt x="21056" y="18544"/>
                          <a:pt x="23072" y="21881"/>
                          <a:pt x="23072" y="29000"/>
                        </a:cubicBezTo>
                        <a:lnTo>
                          <a:pt x="23072" y="129779"/>
                        </a:lnTo>
                        <a:cubicBezTo>
                          <a:pt x="23072" y="137120"/>
                          <a:pt x="21280" y="142237"/>
                          <a:pt x="17694" y="144240"/>
                        </a:cubicBezTo>
                        <a:cubicBezTo>
                          <a:pt x="14333" y="146242"/>
                          <a:pt x="11195" y="146909"/>
                          <a:pt x="1783" y="147132"/>
                        </a:cubicBezTo>
                        <a:lnTo>
                          <a:pt x="1783" y="150469"/>
                        </a:lnTo>
                        <a:lnTo>
                          <a:pt x="63635" y="150469"/>
                        </a:lnTo>
                        <a:lnTo>
                          <a:pt x="63635" y="147132"/>
                        </a:lnTo>
                        <a:cubicBezTo>
                          <a:pt x="45931" y="146909"/>
                          <a:pt x="42345" y="144684"/>
                          <a:pt x="42345" y="134006"/>
                        </a:cubicBezTo>
                        <a:lnTo>
                          <a:pt x="42345" y="524"/>
                        </a:lnTo>
                        <a:lnTo>
                          <a:pt x="40552" y="7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8" name="Freeform: Shape 1067">
                    <a:extLst>
                      <a:ext uri="{FF2B5EF4-FFF2-40B4-BE49-F238E27FC236}">
                        <a16:creationId xmlns:a16="http://schemas.microsoft.com/office/drawing/2014/main" id="{B5D0CBF3-5061-FEB3-80D8-F574D7768DAF}"/>
                      </a:ext>
                    </a:extLst>
                  </p:cNvPr>
                  <p:cNvSpPr/>
                  <p:nvPr>
                    <p:custDataLst>
                      <p:tags r:id="rId91"/>
                    </p:custDataLst>
                  </p:nvPr>
                </p:nvSpPr>
                <p:spPr>
                  <a:xfrm>
                    <a:off x="8799292" y="7344604"/>
                    <a:ext cx="48181" cy="147942"/>
                  </a:xfrm>
                  <a:custGeom>
                    <a:avLst/>
                    <a:gdLst>
                      <a:gd name="connsiteX0" fmla="*/ 38974 w 48181"/>
                      <a:gd name="connsiteY0" fmla="*/ 120220 h 147942"/>
                      <a:gd name="connsiteX1" fmla="*/ 29786 w 48181"/>
                      <a:gd name="connsiteY1" fmla="*/ 131566 h 147942"/>
                      <a:gd name="connsiteX2" fmla="*/ 20598 w 48181"/>
                      <a:gd name="connsiteY2" fmla="*/ 137573 h 147942"/>
                      <a:gd name="connsiteX3" fmla="*/ 17012 w 48181"/>
                      <a:gd name="connsiteY3" fmla="*/ 134236 h 147942"/>
                      <a:gd name="connsiteX4" fmla="*/ 19253 w 48181"/>
                      <a:gd name="connsiteY4" fmla="*/ 124447 h 147942"/>
                      <a:gd name="connsiteX5" fmla="*/ 20374 w 48181"/>
                      <a:gd name="connsiteY5" fmla="*/ 120442 h 147942"/>
                      <a:gd name="connsiteX6" fmla="*/ 20374 w 48181"/>
                      <a:gd name="connsiteY6" fmla="*/ 119997 h 147942"/>
                      <a:gd name="connsiteX7" fmla="*/ 20598 w 48181"/>
                      <a:gd name="connsiteY7" fmla="*/ 119553 h 147942"/>
                      <a:gd name="connsiteX8" fmla="*/ 40319 w 48181"/>
                      <a:gd name="connsiteY8" fmla="*/ 47917 h 147942"/>
                      <a:gd name="connsiteX9" fmla="*/ 39647 w 48181"/>
                      <a:gd name="connsiteY9" fmla="*/ 47472 h 147942"/>
                      <a:gd name="connsiteX10" fmla="*/ 3790 w 48181"/>
                      <a:gd name="connsiteY10" fmla="*/ 53034 h 147942"/>
                      <a:gd name="connsiteX11" fmla="*/ 3790 w 48181"/>
                      <a:gd name="connsiteY11" fmla="*/ 56593 h 147942"/>
                      <a:gd name="connsiteX12" fmla="*/ 17909 w 48181"/>
                      <a:gd name="connsiteY12" fmla="*/ 61933 h 147942"/>
                      <a:gd name="connsiteX13" fmla="*/ 15892 w 48181"/>
                      <a:gd name="connsiteY13" fmla="*/ 71721 h 147942"/>
                      <a:gd name="connsiteX14" fmla="*/ 5135 w 48181"/>
                      <a:gd name="connsiteY14" fmla="*/ 111099 h 147942"/>
                      <a:gd name="connsiteX15" fmla="*/ 205 w 48181"/>
                      <a:gd name="connsiteY15" fmla="*/ 135348 h 147942"/>
                      <a:gd name="connsiteX16" fmla="*/ 10513 w 48181"/>
                      <a:gd name="connsiteY16" fmla="*/ 148029 h 147942"/>
                      <a:gd name="connsiteX17" fmla="*/ 41888 w 48181"/>
                      <a:gd name="connsiteY17" fmla="*/ 122667 h 147942"/>
                      <a:gd name="connsiteX18" fmla="*/ 38974 w 48181"/>
                      <a:gd name="connsiteY18" fmla="*/ 120220 h 147942"/>
                      <a:gd name="connsiteX19" fmla="*/ 37181 w 48181"/>
                      <a:gd name="connsiteY19" fmla="*/ 86 h 147942"/>
                      <a:gd name="connsiteX20" fmla="*/ 26649 w 48181"/>
                      <a:gd name="connsiteY20" fmla="*/ 11877 h 147942"/>
                      <a:gd name="connsiteX21" fmla="*/ 37406 w 48181"/>
                      <a:gd name="connsiteY21" fmla="*/ 23668 h 147942"/>
                      <a:gd name="connsiteX22" fmla="*/ 48386 w 48181"/>
                      <a:gd name="connsiteY22" fmla="*/ 12322 h 147942"/>
                      <a:gd name="connsiteX23" fmla="*/ 37181 w 48181"/>
                      <a:gd name="connsiteY23" fmla="*/ 86 h 147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48181" h="147942">
                        <a:moveTo>
                          <a:pt x="38974" y="120220"/>
                        </a:moveTo>
                        <a:cubicBezTo>
                          <a:pt x="33596" y="127339"/>
                          <a:pt x="32027" y="129119"/>
                          <a:pt x="29786" y="131566"/>
                        </a:cubicBezTo>
                        <a:cubicBezTo>
                          <a:pt x="25976" y="135348"/>
                          <a:pt x="22615" y="137573"/>
                          <a:pt x="20598" y="137573"/>
                        </a:cubicBezTo>
                        <a:cubicBezTo>
                          <a:pt x="18805" y="137573"/>
                          <a:pt x="17012" y="135793"/>
                          <a:pt x="17012" y="134236"/>
                        </a:cubicBezTo>
                        <a:cubicBezTo>
                          <a:pt x="17012" y="132011"/>
                          <a:pt x="17685" y="128674"/>
                          <a:pt x="19253" y="124447"/>
                        </a:cubicBezTo>
                        <a:cubicBezTo>
                          <a:pt x="19253" y="123779"/>
                          <a:pt x="19926" y="122222"/>
                          <a:pt x="20374" y="120442"/>
                        </a:cubicBezTo>
                        <a:lnTo>
                          <a:pt x="20374" y="119997"/>
                        </a:lnTo>
                        <a:lnTo>
                          <a:pt x="20598" y="119553"/>
                        </a:lnTo>
                        <a:lnTo>
                          <a:pt x="40319" y="47917"/>
                        </a:lnTo>
                        <a:lnTo>
                          <a:pt x="39647" y="47472"/>
                        </a:lnTo>
                        <a:cubicBezTo>
                          <a:pt x="17012" y="51699"/>
                          <a:pt x="12530" y="52366"/>
                          <a:pt x="3790" y="53034"/>
                        </a:cubicBezTo>
                        <a:lnTo>
                          <a:pt x="3790" y="56593"/>
                        </a:lnTo>
                        <a:cubicBezTo>
                          <a:pt x="15668" y="56816"/>
                          <a:pt x="17909" y="57483"/>
                          <a:pt x="17909" y="61933"/>
                        </a:cubicBezTo>
                        <a:cubicBezTo>
                          <a:pt x="17909" y="63712"/>
                          <a:pt x="17236" y="67272"/>
                          <a:pt x="15892" y="71721"/>
                        </a:cubicBezTo>
                        <a:lnTo>
                          <a:pt x="5135" y="111099"/>
                        </a:lnTo>
                        <a:cubicBezTo>
                          <a:pt x="1549" y="124002"/>
                          <a:pt x="205" y="130899"/>
                          <a:pt x="205" y="135348"/>
                        </a:cubicBezTo>
                        <a:cubicBezTo>
                          <a:pt x="205" y="143579"/>
                          <a:pt x="3790" y="148029"/>
                          <a:pt x="10513" y="148029"/>
                        </a:cubicBezTo>
                        <a:cubicBezTo>
                          <a:pt x="20822" y="148029"/>
                          <a:pt x="29114" y="141355"/>
                          <a:pt x="41888" y="122667"/>
                        </a:cubicBezTo>
                        <a:lnTo>
                          <a:pt x="38974" y="120220"/>
                        </a:lnTo>
                        <a:close/>
                        <a:moveTo>
                          <a:pt x="37181" y="86"/>
                        </a:moveTo>
                        <a:cubicBezTo>
                          <a:pt x="31131" y="86"/>
                          <a:pt x="26649" y="5203"/>
                          <a:pt x="26649" y="11877"/>
                        </a:cubicBezTo>
                        <a:cubicBezTo>
                          <a:pt x="26649" y="18996"/>
                          <a:pt x="30907" y="23668"/>
                          <a:pt x="37406" y="23668"/>
                        </a:cubicBezTo>
                        <a:cubicBezTo>
                          <a:pt x="43232" y="23668"/>
                          <a:pt x="48386" y="18551"/>
                          <a:pt x="48386" y="12322"/>
                        </a:cubicBezTo>
                        <a:cubicBezTo>
                          <a:pt x="48386" y="5870"/>
                          <a:pt x="43232" y="86"/>
                          <a:pt x="37181" y="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69" name="Freeform: Shape 1068">
                    <a:extLst>
                      <a:ext uri="{FF2B5EF4-FFF2-40B4-BE49-F238E27FC236}">
                        <a16:creationId xmlns:a16="http://schemas.microsoft.com/office/drawing/2014/main" id="{6C91C782-F16E-3FF2-5FB8-8BE18B0DA06B}"/>
                      </a:ext>
                    </a:extLst>
                  </p:cNvPr>
                  <p:cNvSpPr/>
                  <p:nvPr>
                    <p:custDataLst>
                      <p:tags r:id="rId92"/>
                    </p:custDataLst>
                  </p:nvPr>
                </p:nvSpPr>
                <p:spPr>
                  <a:xfrm>
                    <a:off x="8863393" y="7408453"/>
                    <a:ext cx="149027" cy="52058"/>
                  </a:xfrm>
                  <a:custGeom>
                    <a:avLst/>
                    <a:gdLst>
                      <a:gd name="connsiteX0" fmla="*/ 141615 w 149027"/>
                      <a:gd name="connsiteY0" fmla="*/ 8985 h 52058"/>
                      <a:gd name="connsiteX1" fmla="*/ 149234 w 149027"/>
                      <a:gd name="connsiteY1" fmla="*/ 4535 h 52058"/>
                      <a:gd name="connsiteX2" fmla="*/ 141839 w 149027"/>
                      <a:gd name="connsiteY2" fmla="*/ 86 h 52058"/>
                      <a:gd name="connsiteX3" fmla="*/ 7602 w 149027"/>
                      <a:gd name="connsiteY3" fmla="*/ 86 h 52058"/>
                      <a:gd name="connsiteX4" fmla="*/ 207 w 149027"/>
                      <a:gd name="connsiteY4" fmla="*/ 4535 h 52058"/>
                      <a:gd name="connsiteX5" fmla="*/ 7826 w 149027"/>
                      <a:gd name="connsiteY5" fmla="*/ 8985 h 52058"/>
                      <a:gd name="connsiteX6" fmla="*/ 141615 w 149027"/>
                      <a:gd name="connsiteY6" fmla="*/ 8985 h 52058"/>
                      <a:gd name="connsiteX7" fmla="*/ 141839 w 149027"/>
                      <a:gd name="connsiteY7" fmla="*/ 52144 h 52058"/>
                      <a:gd name="connsiteX8" fmla="*/ 149234 w 149027"/>
                      <a:gd name="connsiteY8" fmla="*/ 47695 h 52058"/>
                      <a:gd name="connsiteX9" fmla="*/ 141615 w 149027"/>
                      <a:gd name="connsiteY9" fmla="*/ 43245 h 52058"/>
                      <a:gd name="connsiteX10" fmla="*/ 7826 w 149027"/>
                      <a:gd name="connsiteY10" fmla="*/ 43245 h 52058"/>
                      <a:gd name="connsiteX11" fmla="*/ 207 w 149027"/>
                      <a:gd name="connsiteY11" fmla="*/ 47695 h 52058"/>
                      <a:gd name="connsiteX12" fmla="*/ 7602 w 149027"/>
                      <a:gd name="connsiteY12" fmla="*/ 52144 h 52058"/>
                      <a:gd name="connsiteX13" fmla="*/ 141839 w 149027"/>
                      <a:gd name="connsiteY13" fmla="*/ 52144 h 52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49027" h="52058">
                        <a:moveTo>
                          <a:pt x="141615" y="8985"/>
                        </a:moveTo>
                        <a:cubicBezTo>
                          <a:pt x="144976" y="8985"/>
                          <a:pt x="149234" y="8985"/>
                          <a:pt x="149234" y="4535"/>
                        </a:cubicBezTo>
                        <a:cubicBezTo>
                          <a:pt x="149234" y="86"/>
                          <a:pt x="144976" y="86"/>
                          <a:pt x="141839" y="86"/>
                        </a:cubicBezTo>
                        <a:lnTo>
                          <a:pt x="7602" y="86"/>
                        </a:lnTo>
                        <a:cubicBezTo>
                          <a:pt x="4465" y="86"/>
                          <a:pt x="207" y="86"/>
                          <a:pt x="207" y="4535"/>
                        </a:cubicBezTo>
                        <a:cubicBezTo>
                          <a:pt x="207" y="8985"/>
                          <a:pt x="4465" y="8985"/>
                          <a:pt x="7826" y="8985"/>
                        </a:cubicBezTo>
                        <a:lnTo>
                          <a:pt x="141615" y="8985"/>
                        </a:lnTo>
                        <a:close/>
                        <a:moveTo>
                          <a:pt x="141839" y="52144"/>
                        </a:moveTo>
                        <a:cubicBezTo>
                          <a:pt x="144976" y="52144"/>
                          <a:pt x="149234" y="52144"/>
                          <a:pt x="149234" y="47695"/>
                        </a:cubicBezTo>
                        <a:cubicBezTo>
                          <a:pt x="149234" y="43245"/>
                          <a:pt x="144976" y="43245"/>
                          <a:pt x="141615" y="43245"/>
                        </a:cubicBezTo>
                        <a:lnTo>
                          <a:pt x="7826" y="43245"/>
                        </a:lnTo>
                        <a:cubicBezTo>
                          <a:pt x="4465" y="43245"/>
                          <a:pt x="207" y="43245"/>
                          <a:pt x="207" y="47695"/>
                        </a:cubicBezTo>
                        <a:cubicBezTo>
                          <a:pt x="207" y="52144"/>
                          <a:pt x="4465" y="52144"/>
                          <a:pt x="7602" y="52144"/>
                        </a:cubicBezTo>
                        <a:lnTo>
                          <a:pt x="141839" y="5214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0" name="Freeform: Shape 1069">
                    <a:extLst>
                      <a:ext uri="{FF2B5EF4-FFF2-40B4-BE49-F238E27FC236}">
                        <a16:creationId xmlns:a16="http://schemas.microsoft.com/office/drawing/2014/main" id="{2CB2F18F-D787-2F0A-5BA6-10DB8E411FF9}"/>
                      </a:ext>
                    </a:extLst>
                  </p:cNvPr>
                  <p:cNvSpPr/>
                  <p:nvPr>
                    <p:custDataLst>
                      <p:tags r:id="rId93"/>
                    </p:custDataLst>
                  </p:nvPr>
                </p:nvSpPr>
                <p:spPr>
                  <a:xfrm>
                    <a:off x="9050495" y="7339710"/>
                    <a:ext cx="63420" cy="150390"/>
                  </a:xfrm>
                  <a:custGeom>
                    <a:avLst/>
                    <a:gdLst>
                      <a:gd name="connsiteX0" fmla="*/ 40551 w 63420"/>
                      <a:gd name="connsiteY0" fmla="*/ 86 h 150390"/>
                      <a:gd name="connsiteX1" fmla="*/ 213 w 63420"/>
                      <a:gd name="connsiteY1" fmla="*/ 20331 h 150390"/>
                      <a:gd name="connsiteX2" fmla="*/ 213 w 63420"/>
                      <a:gd name="connsiteY2" fmla="*/ 23445 h 150390"/>
                      <a:gd name="connsiteX3" fmla="*/ 6263 w 63420"/>
                      <a:gd name="connsiteY3" fmla="*/ 20998 h 150390"/>
                      <a:gd name="connsiteX4" fmla="*/ 16348 w 63420"/>
                      <a:gd name="connsiteY4" fmla="*/ 18551 h 150390"/>
                      <a:gd name="connsiteX5" fmla="*/ 23071 w 63420"/>
                      <a:gd name="connsiteY5" fmla="*/ 29007 h 150390"/>
                      <a:gd name="connsiteX6" fmla="*/ 23071 w 63420"/>
                      <a:gd name="connsiteY6" fmla="*/ 129786 h 150390"/>
                      <a:gd name="connsiteX7" fmla="*/ 17692 w 63420"/>
                      <a:gd name="connsiteY7" fmla="*/ 144247 h 150390"/>
                      <a:gd name="connsiteX8" fmla="*/ 1781 w 63420"/>
                      <a:gd name="connsiteY8" fmla="*/ 147139 h 150390"/>
                      <a:gd name="connsiteX9" fmla="*/ 1781 w 63420"/>
                      <a:gd name="connsiteY9" fmla="*/ 150476 h 150390"/>
                      <a:gd name="connsiteX10" fmla="*/ 63633 w 63420"/>
                      <a:gd name="connsiteY10" fmla="*/ 150476 h 150390"/>
                      <a:gd name="connsiteX11" fmla="*/ 63633 w 63420"/>
                      <a:gd name="connsiteY11" fmla="*/ 147139 h 150390"/>
                      <a:gd name="connsiteX12" fmla="*/ 42344 w 63420"/>
                      <a:gd name="connsiteY12" fmla="*/ 134013 h 150390"/>
                      <a:gd name="connsiteX13" fmla="*/ 42344 w 63420"/>
                      <a:gd name="connsiteY13" fmla="*/ 531 h 150390"/>
                      <a:gd name="connsiteX14" fmla="*/ 40551 w 63420"/>
                      <a:gd name="connsiteY14" fmla="*/ 86 h 150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63420" h="150390">
                        <a:moveTo>
                          <a:pt x="40551" y="86"/>
                        </a:moveTo>
                        <a:lnTo>
                          <a:pt x="213" y="20331"/>
                        </a:lnTo>
                        <a:lnTo>
                          <a:pt x="213" y="23445"/>
                        </a:lnTo>
                        <a:cubicBezTo>
                          <a:pt x="2902" y="22333"/>
                          <a:pt x="5367" y="21443"/>
                          <a:pt x="6263" y="20998"/>
                        </a:cubicBezTo>
                        <a:cubicBezTo>
                          <a:pt x="10297" y="19441"/>
                          <a:pt x="14107" y="18551"/>
                          <a:pt x="16348" y="18551"/>
                        </a:cubicBezTo>
                        <a:cubicBezTo>
                          <a:pt x="21054" y="18551"/>
                          <a:pt x="23071" y="21888"/>
                          <a:pt x="23071" y="29007"/>
                        </a:cubicBezTo>
                        <a:lnTo>
                          <a:pt x="23071" y="129786"/>
                        </a:lnTo>
                        <a:cubicBezTo>
                          <a:pt x="23071" y="137128"/>
                          <a:pt x="21278" y="142245"/>
                          <a:pt x="17692" y="144247"/>
                        </a:cubicBezTo>
                        <a:cubicBezTo>
                          <a:pt x="14331" y="146249"/>
                          <a:pt x="11194" y="146916"/>
                          <a:pt x="1781" y="147139"/>
                        </a:cubicBezTo>
                        <a:lnTo>
                          <a:pt x="1781" y="150476"/>
                        </a:lnTo>
                        <a:lnTo>
                          <a:pt x="63633" y="150476"/>
                        </a:lnTo>
                        <a:lnTo>
                          <a:pt x="63633" y="147139"/>
                        </a:lnTo>
                        <a:cubicBezTo>
                          <a:pt x="45929" y="146916"/>
                          <a:pt x="42344" y="144692"/>
                          <a:pt x="42344" y="134013"/>
                        </a:cubicBezTo>
                        <a:lnTo>
                          <a:pt x="42344" y="531"/>
                        </a:lnTo>
                        <a:lnTo>
                          <a:pt x="40551" y="8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1" name="Freeform: Shape 1070">
                    <a:extLst>
                      <a:ext uri="{FF2B5EF4-FFF2-40B4-BE49-F238E27FC236}">
                        <a16:creationId xmlns:a16="http://schemas.microsoft.com/office/drawing/2014/main" id="{7588CE55-8CD3-37B6-DED2-EA972865183E}"/>
                      </a:ext>
                    </a:extLst>
                  </p:cNvPr>
                  <p:cNvSpPr/>
                  <p:nvPr>
                    <p:custDataLst>
                      <p:tags r:id="rId94"/>
                    </p:custDataLst>
                  </p:nvPr>
                </p:nvSpPr>
                <p:spPr>
                  <a:xfrm>
                    <a:off x="9157363" y="7466518"/>
                    <a:ext cx="26219" cy="66518"/>
                  </a:xfrm>
                  <a:custGeom>
                    <a:avLst/>
                    <a:gdLst>
                      <a:gd name="connsiteX0" fmla="*/ 26436 w 26219"/>
                      <a:gd name="connsiteY0" fmla="*/ 23445 h 66518"/>
                      <a:gd name="connsiteX1" fmla="*/ 12094 w 26219"/>
                      <a:gd name="connsiteY1" fmla="*/ 86 h 66518"/>
                      <a:gd name="connsiteX2" fmla="*/ 216 w 26219"/>
                      <a:gd name="connsiteY2" fmla="*/ 11877 h 66518"/>
                      <a:gd name="connsiteX3" fmla="*/ 12094 w 26219"/>
                      <a:gd name="connsiteY3" fmla="*/ 23668 h 66518"/>
                      <a:gd name="connsiteX4" fmla="*/ 19937 w 26219"/>
                      <a:gd name="connsiteY4" fmla="*/ 20776 h 66518"/>
                      <a:gd name="connsiteX5" fmla="*/ 21058 w 26219"/>
                      <a:gd name="connsiteY5" fmla="*/ 20108 h 66518"/>
                      <a:gd name="connsiteX6" fmla="*/ 21506 w 26219"/>
                      <a:gd name="connsiteY6" fmla="*/ 23445 h 66518"/>
                      <a:gd name="connsiteX7" fmla="*/ 6267 w 26219"/>
                      <a:gd name="connsiteY7" fmla="*/ 60598 h 66518"/>
                      <a:gd name="connsiteX8" fmla="*/ 3802 w 26219"/>
                      <a:gd name="connsiteY8" fmla="*/ 64157 h 66518"/>
                      <a:gd name="connsiteX9" fmla="*/ 6043 w 26219"/>
                      <a:gd name="connsiteY9" fmla="*/ 66605 h 66518"/>
                      <a:gd name="connsiteX10" fmla="*/ 26436 w 26219"/>
                      <a:gd name="connsiteY10" fmla="*/ 23445 h 665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219" h="66518">
                        <a:moveTo>
                          <a:pt x="26436" y="23445"/>
                        </a:moveTo>
                        <a:cubicBezTo>
                          <a:pt x="26436" y="8762"/>
                          <a:pt x="20834" y="86"/>
                          <a:pt x="12094" y="86"/>
                        </a:cubicBezTo>
                        <a:cubicBezTo>
                          <a:pt x="4698" y="86"/>
                          <a:pt x="216" y="5648"/>
                          <a:pt x="216" y="11877"/>
                        </a:cubicBezTo>
                        <a:cubicBezTo>
                          <a:pt x="216" y="17884"/>
                          <a:pt x="4698" y="23668"/>
                          <a:pt x="12094" y="23668"/>
                        </a:cubicBezTo>
                        <a:cubicBezTo>
                          <a:pt x="14783" y="23668"/>
                          <a:pt x="17696" y="22778"/>
                          <a:pt x="19937" y="20776"/>
                        </a:cubicBezTo>
                        <a:cubicBezTo>
                          <a:pt x="20609" y="20331"/>
                          <a:pt x="20834" y="20108"/>
                          <a:pt x="21058" y="20108"/>
                        </a:cubicBezTo>
                        <a:cubicBezTo>
                          <a:pt x="21282" y="20108"/>
                          <a:pt x="21506" y="20331"/>
                          <a:pt x="21506" y="23445"/>
                        </a:cubicBezTo>
                        <a:cubicBezTo>
                          <a:pt x="21506" y="39908"/>
                          <a:pt x="13662" y="53256"/>
                          <a:pt x="6267" y="60598"/>
                        </a:cubicBezTo>
                        <a:cubicBezTo>
                          <a:pt x="3802" y="63045"/>
                          <a:pt x="3802" y="63490"/>
                          <a:pt x="3802" y="64157"/>
                        </a:cubicBezTo>
                        <a:cubicBezTo>
                          <a:pt x="3802" y="65715"/>
                          <a:pt x="4922" y="66605"/>
                          <a:pt x="6043" y="66605"/>
                        </a:cubicBezTo>
                        <a:cubicBezTo>
                          <a:pt x="8508" y="66605"/>
                          <a:pt x="26436" y="49474"/>
                          <a:pt x="26436" y="2344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2" name="Freeform: Shape 1071">
                    <a:extLst>
                      <a:ext uri="{FF2B5EF4-FFF2-40B4-BE49-F238E27FC236}">
                        <a16:creationId xmlns:a16="http://schemas.microsoft.com/office/drawing/2014/main" id="{AD08ACAD-1341-ABB7-C71F-0210DE15A483}"/>
                      </a:ext>
                    </a:extLst>
                  </p:cNvPr>
                  <p:cNvSpPr/>
                  <p:nvPr>
                    <p:custDataLst>
                      <p:tags r:id="rId95"/>
                    </p:custDataLst>
                  </p:nvPr>
                </p:nvSpPr>
                <p:spPr>
                  <a:xfrm>
                    <a:off x="9210034" y="7339710"/>
                    <a:ext cx="87175" cy="153504"/>
                  </a:xfrm>
                  <a:custGeom>
                    <a:avLst/>
                    <a:gdLst>
                      <a:gd name="connsiteX0" fmla="*/ 24869 w 87175"/>
                      <a:gd name="connsiteY0" fmla="*/ 77061 h 153504"/>
                      <a:gd name="connsiteX1" fmla="*/ 48624 w 87175"/>
                      <a:gd name="connsiteY1" fmla="*/ 79508 h 153504"/>
                      <a:gd name="connsiteX2" fmla="*/ 71258 w 87175"/>
                      <a:gd name="connsiteY2" fmla="*/ 112433 h 153504"/>
                      <a:gd name="connsiteX3" fmla="*/ 41901 w 87175"/>
                      <a:gd name="connsiteY3" fmla="*/ 145582 h 153504"/>
                      <a:gd name="connsiteX4" fmla="*/ 23077 w 87175"/>
                      <a:gd name="connsiteY4" fmla="*/ 138685 h 153504"/>
                      <a:gd name="connsiteX5" fmla="*/ 8734 w 87175"/>
                      <a:gd name="connsiteY5" fmla="*/ 133123 h 153504"/>
                      <a:gd name="connsiteX6" fmla="*/ 218 w 87175"/>
                      <a:gd name="connsiteY6" fmla="*/ 140910 h 153504"/>
                      <a:gd name="connsiteX7" fmla="*/ 25542 w 87175"/>
                      <a:gd name="connsiteY7" fmla="*/ 153591 h 153504"/>
                      <a:gd name="connsiteX8" fmla="*/ 71034 w 87175"/>
                      <a:gd name="connsiteY8" fmla="*/ 138685 h 153504"/>
                      <a:gd name="connsiteX9" fmla="*/ 87394 w 87175"/>
                      <a:gd name="connsiteY9" fmla="*/ 101755 h 153504"/>
                      <a:gd name="connsiteX10" fmla="*/ 77309 w 87175"/>
                      <a:gd name="connsiteY10" fmla="*/ 73056 h 153504"/>
                      <a:gd name="connsiteX11" fmla="*/ 58709 w 87175"/>
                      <a:gd name="connsiteY11" fmla="*/ 61265 h 153504"/>
                      <a:gd name="connsiteX12" fmla="*/ 79774 w 87175"/>
                      <a:gd name="connsiteY12" fmla="*/ 30564 h 153504"/>
                      <a:gd name="connsiteX13" fmla="*/ 44814 w 87175"/>
                      <a:gd name="connsiteY13" fmla="*/ 86 h 153504"/>
                      <a:gd name="connsiteX14" fmla="*/ 15681 w 87175"/>
                      <a:gd name="connsiteY14" fmla="*/ 10987 h 153504"/>
                      <a:gd name="connsiteX15" fmla="*/ 666 w 87175"/>
                      <a:gd name="connsiteY15" fmla="*/ 36126 h 153504"/>
                      <a:gd name="connsiteX16" fmla="*/ 4028 w 87175"/>
                      <a:gd name="connsiteY16" fmla="*/ 37016 h 153504"/>
                      <a:gd name="connsiteX17" fmla="*/ 37419 w 87175"/>
                      <a:gd name="connsiteY17" fmla="*/ 13434 h 153504"/>
                      <a:gd name="connsiteX18" fmla="*/ 62070 w 87175"/>
                      <a:gd name="connsiteY18" fmla="*/ 37238 h 153504"/>
                      <a:gd name="connsiteX19" fmla="*/ 53106 w 87175"/>
                      <a:gd name="connsiteY19" fmla="*/ 58818 h 153504"/>
                      <a:gd name="connsiteX20" fmla="*/ 24869 w 87175"/>
                      <a:gd name="connsiteY20" fmla="*/ 74169 h 153504"/>
                      <a:gd name="connsiteX21" fmla="*/ 24869 w 87175"/>
                      <a:gd name="connsiteY21" fmla="*/ 77061 h 1535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87175" h="153504">
                        <a:moveTo>
                          <a:pt x="24869" y="77061"/>
                        </a:moveTo>
                        <a:cubicBezTo>
                          <a:pt x="38091" y="77061"/>
                          <a:pt x="43246" y="77506"/>
                          <a:pt x="48624" y="79508"/>
                        </a:cubicBezTo>
                        <a:cubicBezTo>
                          <a:pt x="62518" y="84402"/>
                          <a:pt x="71258" y="97083"/>
                          <a:pt x="71258" y="112433"/>
                        </a:cubicBezTo>
                        <a:cubicBezTo>
                          <a:pt x="71258" y="131121"/>
                          <a:pt x="58485" y="145582"/>
                          <a:pt x="41901" y="145582"/>
                        </a:cubicBezTo>
                        <a:cubicBezTo>
                          <a:pt x="35850" y="145582"/>
                          <a:pt x="31368" y="144024"/>
                          <a:pt x="23077" y="138685"/>
                        </a:cubicBezTo>
                        <a:cubicBezTo>
                          <a:pt x="16354" y="134681"/>
                          <a:pt x="12544" y="133123"/>
                          <a:pt x="8734" y="133123"/>
                        </a:cubicBezTo>
                        <a:cubicBezTo>
                          <a:pt x="3580" y="133123"/>
                          <a:pt x="218" y="136238"/>
                          <a:pt x="218" y="140910"/>
                        </a:cubicBezTo>
                        <a:cubicBezTo>
                          <a:pt x="218" y="148696"/>
                          <a:pt x="9855" y="153591"/>
                          <a:pt x="25542" y="153591"/>
                        </a:cubicBezTo>
                        <a:cubicBezTo>
                          <a:pt x="42797" y="153591"/>
                          <a:pt x="60501" y="147806"/>
                          <a:pt x="71034" y="138685"/>
                        </a:cubicBezTo>
                        <a:cubicBezTo>
                          <a:pt x="81567" y="129564"/>
                          <a:pt x="87394" y="116660"/>
                          <a:pt x="87394" y="101755"/>
                        </a:cubicBezTo>
                        <a:cubicBezTo>
                          <a:pt x="87394" y="90409"/>
                          <a:pt x="83808" y="79953"/>
                          <a:pt x="77309" y="73056"/>
                        </a:cubicBezTo>
                        <a:cubicBezTo>
                          <a:pt x="72827" y="68162"/>
                          <a:pt x="68569" y="65492"/>
                          <a:pt x="58709" y="61265"/>
                        </a:cubicBezTo>
                        <a:cubicBezTo>
                          <a:pt x="74172" y="50809"/>
                          <a:pt x="79774" y="42578"/>
                          <a:pt x="79774" y="30564"/>
                        </a:cubicBezTo>
                        <a:cubicBezTo>
                          <a:pt x="79774" y="12544"/>
                          <a:pt x="65432" y="86"/>
                          <a:pt x="44814" y="86"/>
                        </a:cubicBezTo>
                        <a:cubicBezTo>
                          <a:pt x="33609" y="86"/>
                          <a:pt x="23749" y="3868"/>
                          <a:pt x="15681" y="10987"/>
                        </a:cubicBezTo>
                        <a:cubicBezTo>
                          <a:pt x="8958" y="16994"/>
                          <a:pt x="5597" y="22778"/>
                          <a:pt x="666" y="36126"/>
                        </a:cubicBezTo>
                        <a:lnTo>
                          <a:pt x="4028" y="37016"/>
                        </a:lnTo>
                        <a:cubicBezTo>
                          <a:pt x="13216" y="20776"/>
                          <a:pt x="23301" y="13434"/>
                          <a:pt x="37419" y="13434"/>
                        </a:cubicBezTo>
                        <a:cubicBezTo>
                          <a:pt x="51986" y="13434"/>
                          <a:pt x="62070" y="23223"/>
                          <a:pt x="62070" y="37238"/>
                        </a:cubicBezTo>
                        <a:cubicBezTo>
                          <a:pt x="62070" y="45247"/>
                          <a:pt x="58709" y="53256"/>
                          <a:pt x="53106" y="58818"/>
                        </a:cubicBezTo>
                        <a:cubicBezTo>
                          <a:pt x="46383" y="65492"/>
                          <a:pt x="40108" y="68829"/>
                          <a:pt x="24869" y="74169"/>
                        </a:cubicBezTo>
                        <a:lnTo>
                          <a:pt x="24869" y="770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3" name="Freeform: Shape 1072">
                    <a:extLst>
                      <a:ext uri="{FF2B5EF4-FFF2-40B4-BE49-F238E27FC236}">
                        <a16:creationId xmlns:a16="http://schemas.microsoft.com/office/drawing/2014/main" id="{BA071749-FBD9-7998-1F8F-7D19DE7BD752}"/>
                      </a:ext>
                    </a:extLst>
                  </p:cNvPr>
                  <p:cNvSpPr/>
                  <p:nvPr>
                    <p:custDataLst>
                      <p:tags r:id="rId96"/>
                    </p:custDataLst>
                  </p:nvPr>
                </p:nvSpPr>
                <p:spPr>
                  <a:xfrm>
                    <a:off x="9332141" y="7466518"/>
                    <a:ext cx="26219" cy="66518"/>
                  </a:xfrm>
                  <a:custGeom>
                    <a:avLst/>
                    <a:gdLst>
                      <a:gd name="connsiteX0" fmla="*/ 26442 w 26219"/>
                      <a:gd name="connsiteY0" fmla="*/ 23445 h 66518"/>
                      <a:gd name="connsiteX1" fmla="*/ 12099 w 26219"/>
                      <a:gd name="connsiteY1" fmla="*/ 86 h 66518"/>
                      <a:gd name="connsiteX2" fmla="*/ 222 w 26219"/>
                      <a:gd name="connsiteY2" fmla="*/ 11877 h 66518"/>
                      <a:gd name="connsiteX3" fmla="*/ 12099 w 26219"/>
                      <a:gd name="connsiteY3" fmla="*/ 23668 h 66518"/>
                      <a:gd name="connsiteX4" fmla="*/ 19943 w 26219"/>
                      <a:gd name="connsiteY4" fmla="*/ 20776 h 66518"/>
                      <a:gd name="connsiteX5" fmla="*/ 21063 w 26219"/>
                      <a:gd name="connsiteY5" fmla="*/ 20108 h 66518"/>
                      <a:gd name="connsiteX6" fmla="*/ 21512 w 26219"/>
                      <a:gd name="connsiteY6" fmla="*/ 23445 h 66518"/>
                      <a:gd name="connsiteX7" fmla="*/ 6273 w 26219"/>
                      <a:gd name="connsiteY7" fmla="*/ 60598 h 66518"/>
                      <a:gd name="connsiteX8" fmla="*/ 3808 w 26219"/>
                      <a:gd name="connsiteY8" fmla="*/ 64157 h 66518"/>
                      <a:gd name="connsiteX9" fmla="*/ 6049 w 26219"/>
                      <a:gd name="connsiteY9" fmla="*/ 66605 h 66518"/>
                      <a:gd name="connsiteX10" fmla="*/ 26442 w 26219"/>
                      <a:gd name="connsiteY10" fmla="*/ 23445 h 665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219" h="66518">
                        <a:moveTo>
                          <a:pt x="26442" y="23445"/>
                        </a:moveTo>
                        <a:cubicBezTo>
                          <a:pt x="26442" y="8762"/>
                          <a:pt x="20839" y="86"/>
                          <a:pt x="12099" y="86"/>
                        </a:cubicBezTo>
                        <a:cubicBezTo>
                          <a:pt x="4704" y="86"/>
                          <a:pt x="222" y="5648"/>
                          <a:pt x="222" y="11877"/>
                        </a:cubicBezTo>
                        <a:cubicBezTo>
                          <a:pt x="222" y="17884"/>
                          <a:pt x="4704" y="23668"/>
                          <a:pt x="12099" y="23668"/>
                        </a:cubicBezTo>
                        <a:cubicBezTo>
                          <a:pt x="14789" y="23668"/>
                          <a:pt x="17702" y="22778"/>
                          <a:pt x="19943" y="20776"/>
                        </a:cubicBezTo>
                        <a:cubicBezTo>
                          <a:pt x="20615" y="20331"/>
                          <a:pt x="20839" y="20108"/>
                          <a:pt x="21063" y="20108"/>
                        </a:cubicBezTo>
                        <a:cubicBezTo>
                          <a:pt x="21287" y="20108"/>
                          <a:pt x="21512" y="20331"/>
                          <a:pt x="21512" y="23445"/>
                        </a:cubicBezTo>
                        <a:cubicBezTo>
                          <a:pt x="21512" y="39908"/>
                          <a:pt x="13668" y="53256"/>
                          <a:pt x="6273" y="60598"/>
                        </a:cubicBezTo>
                        <a:cubicBezTo>
                          <a:pt x="3808" y="63045"/>
                          <a:pt x="3808" y="63490"/>
                          <a:pt x="3808" y="64157"/>
                        </a:cubicBezTo>
                        <a:cubicBezTo>
                          <a:pt x="3808" y="65715"/>
                          <a:pt x="4928" y="66605"/>
                          <a:pt x="6049" y="66605"/>
                        </a:cubicBezTo>
                        <a:cubicBezTo>
                          <a:pt x="8514" y="66605"/>
                          <a:pt x="26442" y="49474"/>
                          <a:pt x="26442" y="2344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4" name="Freeform: Shape 1073">
                    <a:extLst>
                      <a:ext uri="{FF2B5EF4-FFF2-40B4-BE49-F238E27FC236}">
                        <a16:creationId xmlns:a16="http://schemas.microsoft.com/office/drawing/2014/main" id="{44AFF5D0-E2AF-D4E7-2306-C5B15A34DDBE}"/>
                      </a:ext>
                    </a:extLst>
                  </p:cNvPr>
                  <p:cNvSpPr/>
                  <p:nvPr>
                    <p:custDataLst>
                      <p:tags r:id="rId97"/>
                    </p:custDataLst>
                  </p:nvPr>
                </p:nvSpPr>
                <p:spPr>
                  <a:xfrm>
                    <a:off x="9382346" y="7337040"/>
                    <a:ext cx="90984" cy="156174"/>
                  </a:xfrm>
                  <a:custGeom>
                    <a:avLst/>
                    <a:gdLst>
                      <a:gd name="connsiteX0" fmla="*/ 33615 w 90984"/>
                      <a:gd name="connsiteY0" fmla="*/ 23445 h 156174"/>
                      <a:gd name="connsiteX1" fmla="*/ 77539 w 90984"/>
                      <a:gd name="connsiteY1" fmla="*/ 23445 h 156174"/>
                      <a:gd name="connsiteX2" fmla="*/ 82693 w 90984"/>
                      <a:gd name="connsiteY2" fmla="*/ 21443 h 156174"/>
                      <a:gd name="connsiteX3" fmla="*/ 91209 w 90984"/>
                      <a:gd name="connsiteY3" fmla="*/ 1643 h 156174"/>
                      <a:gd name="connsiteX4" fmla="*/ 89192 w 90984"/>
                      <a:gd name="connsiteY4" fmla="*/ 86 h 156174"/>
                      <a:gd name="connsiteX5" fmla="*/ 78883 w 90984"/>
                      <a:gd name="connsiteY5" fmla="*/ 5870 h 156174"/>
                      <a:gd name="connsiteX6" fmla="*/ 32046 w 90984"/>
                      <a:gd name="connsiteY6" fmla="*/ 5870 h 156174"/>
                      <a:gd name="connsiteX7" fmla="*/ 7619 w 90984"/>
                      <a:gd name="connsiteY7" fmla="*/ 58596 h 156174"/>
                      <a:gd name="connsiteX8" fmla="*/ 7395 w 90984"/>
                      <a:gd name="connsiteY8" fmla="*/ 59708 h 156174"/>
                      <a:gd name="connsiteX9" fmla="*/ 10084 w 90984"/>
                      <a:gd name="connsiteY9" fmla="*/ 61488 h 156174"/>
                      <a:gd name="connsiteX10" fmla="*/ 35408 w 90984"/>
                      <a:gd name="connsiteY10" fmla="*/ 65937 h 156174"/>
                      <a:gd name="connsiteX11" fmla="*/ 73057 w 90984"/>
                      <a:gd name="connsiteY11" fmla="*/ 109986 h 156174"/>
                      <a:gd name="connsiteX12" fmla="*/ 41907 w 90984"/>
                      <a:gd name="connsiteY12" fmla="*/ 148029 h 156174"/>
                      <a:gd name="connsiteX13" fmla="*/ 26892 w 90984"/>
                      <a:gd name="connsiteY13" fmla="*/ 141577 h 156174"/>
                      <a:gd name="connsiteX14" fmla="*/ 9860 w 90984"/>
                      <a:gd name="connsiteY14" fmla="*/ 134236 h 156174"/>
                      <a:gd name="connsiteX15" fmla="*/ 224 w 90984"/>
                      <a:gd name="connsiteY15" fmla="*/ 142467 h 156174"/>
                      <a:gd name="connsiteX16" fmla="*/ 27564 w 90984"/>
                      <a:gd name="connsiteY16" fmla="*/ 156260 h 156174"/>
                      <a:gd name="connsiteX17" fmla="*/ 73729 w 90984"/>
                      <a:gd name="connsiteY17" fmla="*/ 138907 h 156174"/>
                      <a:gd name="connsiteX18" fmla="*/ 88744 w 90984"/>
                      <a:gd name="connsiteY18" fmla="*/ 99308 h 156174"/>
                      <a:gd name="connsiteX19" fmla="*/ 73281 w 90984"/>
                      <a:gd name="connsiteY19" fmla="*/ 61933 h 156174"/>
                      <a:gd name="connsiteX20" fmla="*/ 24203 w 90984"/>
                      <a:gd name="connsiteY20" fmla="*/ 42355 h 156174"/>
                      <a:gd name="connsiteX21" fmla="*/ 33615 w 90984"/>
                      <a:gd name="connsiteY21" fmla="*/ 23445 h 1561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90984" h="156174">
                        <a:moveTo>
                          <a:pt x="33615" y="23445"/>
                        </a:moveTo>
                        <a:lnTo>
                          <a:pt x="77539" y="23445"/>
                        </a:lnTo>
                        <a:cubicBezTo>
                          <a:pt x="81124" y="23445"/>
                          <a:pt x="82021" y="23000"/>
                          <a:pt x="82693" y="21443"/>
                        </a:cubicBezTo>
                        <a:lnTo>
                          <a:pt x="91209" y="1643"/>
                        </a:lnTo>
                        <a:lnTo>
                          <a:pt x="89192" y="86"/>
                        </a:lnTo>
                        <a:cubicBezTo>
                          <a:pt x="85831" y="4758"/>
                          <a:pt x="83590" y="5870"/>
                          <a:pt x="78883" y="5870"/>
                        </a:cubicBezTo>
                        <a:lnTo>
                          <a:pt x="32046" y="5870"/>
                        </a:lnTo>
                        <a:lnTo>
                          <a:pt x="7619" y="58596"/>
                        </a:lnTo>
                        <a:cubicBezTo>
                          <a:pt x="7395" y="59041"/>
                          <a:pt x="7395" y="59263"/>
                          <a:pt x="7395" y="59708"/>
                        </a:cubicBezTo>
                        <a:cubicBezTo>
                          <a:pt x="7395" y="60820"/>
                          <a:pt x="8292" y="61488"/>
                          <a:pt x="10084" y="61488"/>
                        </a:cubicBezTo>
                        <a:cubicBezTo>
                          <a:pt x="17256" y="61488"/>
                          <a:pt x="26220" y="63045"/>
                          <a:pt x="35408" y="65937"/>
                        </a:cubicBezTo>
                        <a:cubicBezTo>
                          <a:pt x="61179" y="74169"/>
                          <a:pt x="73057" y="87962"/>
                          <a:pt x="73057" y="109986"/>
                        </a:cubicBezTo>
                        <a:cubicBezTo>
                          <a:pt x="73057" y="131343"/>
                          <a:pt x="59387" y="148029"/>
                          <a:pt x="41907" y="148029"/>
                        </a:cubicBezTo>
                        <a:cubicBezTo>
                          <a:pt x="37425" y="148029"/>
                          <a:pt x="33615" y="146471"/>
                          <a:pt x="26892" y="141577"/>
                        </a:cubicBezTo>
                        <a:cubicBezTo>
                          <a:pt x="19721" y="136460"/>
                          <a:pt x="14566" y="134236"/>
                          <a:pt x="9860" y="134236"/>
                        </a:cubicBezTo>
                        <a:cubicBezTo>
                          <a:pt x="3361" y="134236"/>
                          <a:pt x="224" y="136905"/>
                          <a:pt x="224" y="142467"/>
                        </a:cubicBezTo>
                        <a:cubicBezTo>
                          <a:pt x="224" y="150921"/>
                          <a:pt x="10757" y="156260"/>
                          <a:pt x="27564" y="156260"/>
                        </a:cubicBezTo>
                        <a:cubicBezTo>
                          <a:pt x="46389" y="156260"/>
                          <a:pt x="62524" y="150253"/>
                          <a:pt x="73729" y="138907"/>
                        </a:cubicBezTo>
                        <a:cubicBezTo>
                          <a:pt x="84038" y="128896"/>
                          <a:pt x="88744" y="116215"/>
                          <a:pt x="88744" y="99308"/>
                        </a:cubicBezTo>
                        <a:cubicBezTo>
                          <a:pt x="88744" y="83290"/>
                          <a:pt x="84486" y="73056"/>
                          <a:pt x="73281" y="61933"/>
                        </a:cubicBezTo>
                        <a:cubicBezTo>
                          <a:pt x="63420" y="52144"/>
                          <a:pt x="50647" y="47027"/>
                          <a:pt x="24203" y="42355"/>
                        </a:cubicBezTo>
                        <a:lnTo>
                          <a:pt x="33615" y="2344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5" name="Freeform: Shape 1074">
                    <a:extLst>
                      <a:ext uri="{FF2B5EF4-FFF2-40B4-BE49-F238E27FC236}">
                        <a16:creationId xmlns:a16="http://schemas.microsoft.com/office/drawing/2014/main" id="{711149D5-99E0-7775-AA2A-FA78EE1DDF8C}"/>
                      </a:ext>
                    </a:extLst>
                  </p:cNvPr>
                  <p:cNvSpPr/>
                  <p:nvPr>
                    <p:custDataLst>
                      <p:tags r:id="rId98"/>
                    </p:custDataLst>
                  </p:nvPr>
                </p:nvSpPr>
                <p:spPr>
                  <a:xfrm>
                    <a:off x="9537695" y="7189289"/>
                    <a:ext cx="172921" cy="266062"/>
                  </a:xfrm>
                  <a:custGeom>
                    <a:avLst/>
                    <a:gdLst>
                      <a:gd name="connsiteX0" fmla="*/ 55348 w 172921"/>
                      <a:gd name="connsiteY0" fmla="*/ 84861 h 266062"/>
                      <a:gd name="connsiteX1" fmla="*/ 82603 w 172921"/>
                      <a:gd name="connsiteY1" fmla="*/ 84861 h 266062"/>
                      <a:gd name="connsiteX2" fmla="*/ 55954 w 172921"/>
                      <a:gd name="connsiteY2" fmla="*/ 211128 h 266062"/>
                      <a:gd name="connsiteX3" fmla="*/ 26578 w 172921"/>
                      <a:gd name="connsiteY3" fmla="*/ 259832 h 266062"/>
                      <a:gd name="connsiteX4" fmla="*/ 20521 w 172921"/>
                      <a:gd name="connsiteY4" fmla="*/ 255021 h 266062"/>
                      <a:gd name="connsiteX5" fmla="*/ 21733 w 172921"/>
                      <a:gd name="connsiteY5" fmla="*/ 251714 h 266062"/>
                      <a:gd name="connsiteX6" fmla="*/ 23247 w 172921"/>
                      <a:gd name="connsiteY6" fmla="*/ 246904 h 266062"/>
                      <a:gd name="connsiteX7" fmla="*/ 11436 w 172921"/>
                      <a:gd name="connsiteY7" fmla="*/ 235480 h 266062"/>
                      <a:gd name="connsiteX8" fmla="*/ 231 w 172921"/>
                      <a:gd name="connsiteY8" fmla="*/ 247806 h 266062"/>
                      <a:gd name="connsiteX9" fmla="*/ 24155 w 172921"/>
                      <a:gd name="connsiteY9" fmla="*/ 266145 h 266062"/>
                      <a:gd name="connsiteX10" fmla="*/ 84723 w 172921"/>
                      <a:gd name="connsiteY10" fmla="*/ 181065 h 266062"/>
                      <a:gd name="connsiteX11" fmla="*/ 106528 w 172921"/>
                      <a:gd name="connsiteY11" fmla="*/ 84861 h 266062"/>
                      <a:gd name="connsiteX12" fmla="*/ 139537 w 172921"/>
                      <a:gd name="connsiteY12" fmla="*/ 84861 h 266062"/>
                      <a:gd name="connsiteX13" fmla="*/ 141354 w 172921"/>
                      <a:gd name="connsiteY13" fmla="*/ 75241 h 266062"/>
                      <a:gd name="connsiteX14" fmla="*/ 108648 w 172921"/>
                      <a:gd name="connsiteY14" fmla="*/ 75241 h 266062"/>
                      <a:gd name="connsiteX15" fmla="*/ 145594 w 172921"/>
                      <a:gd name="connsiteY15" fmla="*/ 6696 h 266062"/>
                      <a:gd name="connsiteX16" fmla="*/ 152256 w 172921"/>
                      <a:gd name="connsiteY16" fmla="*/ 10304 h 266062"/>
                      <a:gd name="connsiteX17" fmla="*/ 151045 w 172921"/>
                      <a:gd name="connsiteY17" fmla="*/ 13310 h 266062"/>
                      <a:gd name="connsiteX18" fmla="*/ 149228 w 172921"/>
                      <a:gd name="connsiteY18" fmla="*/ 19623 h 266062"/>
                      <a:gd name="connsiteX19" fmla="*/ 160433 w 172921"/>
                      <a:gd name="connsiteY19" fmla="*/ 31649 h 266062"/>
                      <a:gd name="connsiteX20" fmla="*/ 173152 w 172921"/>
                      <a:gd name="connsiteY20" fmla="*/ 19623 h 266062"/>
                      <a:gd name="connsiteX21" fmla="*/ 147108 w 172921"/>
                      <a:gd name="connsiteY21" fmla="*/ 82 h 266062"/>
                      <a:gd name="connsiteX22" fmla="*/ 109556 w 172921"/>
                      <a:gd name="connsiteY22" fmla="*/ 20826 h 266062"/>
                      <a:gd name="connsiteX23" fmla="*/ 85329 w 172921"/>
                      <a:gd name="connsiteY23" fmla="*/ 75241 h 266062"/>
                      <a:gd name="connsiteX24" fmla="*/ 57468 w 172921"/>
                      <a:gd name="connsiteY24" fmla="*/ 75241 h 266062"/>
                      <a:gd name="connsiteX25" fmla="*/ 55348 w 172921"/>
                      <a:gd name="connsiteY25" fmla="*/ 84861 h 2660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2921" h="266062">
                        <a:moveTo>
                          <a:pt x="55348" y="84861"/>
                        </a:moveTo>
                        <a:lnTo>
                          <a:pt x="82603" y="84861"/>
                        </a:lnTo>
                        <a:lnTo>
                          <a:pt x="55954" y="211128"/>
                        </a:lnTo>
                        <a:cubicBezTo>
                          <a:pt x="49291" y="243297"/>
                          <a:pt x="39297" y="259832"/>
                          <a:pt x="26578" y="259832"/>
                        </a:cubicBezTo>
                        <a:cubicBezTo>
                          <a:pt x="22944" y="259832"/>
                          <a:pt x="20521" y="257727"/>
                          <a:pt x="20521" y="255021"/>
                        </a:cubicBezTo>
                        <a:cubicBezTo>
                          <a:pt x="20521" y="254119"/>
                          <a:pt x="20824" y="253218"/>
                          <a:pt x="21733" y="251714"/>
                        </a:cubicBezTo>
                        <a:cubicBezTo>
                          <a:pt x="22944" y="249911"/>
                          <a:pt x="23247" y="248708"/>
                          <a:pt x="23247" y="246904"/>
                        </a:cubicBezTo>
                        <a:cubicBezTo>
                          <a:pt x="23247" y="240591"/>
                          <a:pt x="17796" y="235480"/>
                          <a:pt x="11436" y="235480"/>
                        </a:cubicBezTo>
                        <a:cubicBezTo>
                          <a:pt x="5077" y="235480"/>
                          <a:pt x="231" y="240891"/>
                          <a:pt x="231" y="247806"/>
                        </a:cubicBezTo>
                        <a:cubicBezTo>
                          <a:pt x="231" y="258028"/>
                          <a:pt x="10831" y="266145"/>
                          <a:pt x="24155" y="266145"/>
                        </a:cubicBezTo>
                        <a:cubicBezTo>
                          <a:pt x="51108" y="266145"/>
                          <a:pt x="72307" y="236382"/>
                          <a:pt x="84723" y="181065"/>
                        </a:cubicBezTo>
                        <a:lnTo>
                          <a:pt x="106528" y="84861"/>
                        </a:lnTo>
                        <a:lnTo>
                          <a:pt x="139537" y="84861"/>
                        </a:lnTo>
                        <a:lnTo>
                          <a:pt x="141354" y="75241"/>
                        </a:lnTo>
                        <a:lnTo>
                          <a:pt x="108648" y="75241"/>
                        </a:lnTo>
                        <a:cubicBezTo>
                          <a:pt x="117430" y="28041"/>
                          <a:pt x="128635" y="6696"/>
                          <a:pt x="145594" y="6696"/>
                        </a:cubicBezTo>
                        <a:cubicBezTo>
                          <a:pt x="149531" y="6696"/>
                          <a:pt x="152256" y="8199"/>
                          <a:pt x="152256" y="10304"/>
                        </a:cubicBezTo>
                        <a:cubicBezTo>
                          <a:pt x="152256" y="11206"/>
                          <a:pt x="151954" y="11807"/>
                          <a:pt x="151045" y="13310"/>
                        </a:cubicBezTo>
                        <a:cubicBezTo>
                          <a:pt x="149834" y="16016"/>
                          <a:pt x="149228" y="17519"/>
                          <a:pt x="149228" y="19623"/>
                        </a:cubicBezTo>
                        <a:cubicBezTo>
                          <a:pt x="149228" y="26839"/>
                          <a:pt x="153771" y="31649"/>
                          <a:pt x="160433" y="31649"/>
                        </a:cubicBezTo>
                        <a:cubicBezTo>
                          <a:pt x="167398" y="31649"/>
                          <a:pt x="173152" y="26237"/>
                          <a:pt x="173152" y="19623"/>
                        </a:cubicBezTo>
                        <a:cubicBezTo>
                          <a:pt x="173152" y="8500"/>
                          <a:pt x="161947" y="82"/>
                          <a:pt x="147108" y="82"/>
                        </a:cubicBezTo>
                        <a:cubicBezTo>
                          <a:pt x="132269" y="82"/>
                          <a:pt x="120458" y="6696"/>
                          <a:pt x="109556" y="20826"/>
                        </a:cubicBezTo>
                        <a:cubicBezTo>
                          <a:pt x="100471" y="32551"/>
                          <a:pt x="94414" y="46380"/>
                          <a:pt x="85329" y="75241"/>
                        </a:cubicBezTo>
                        <a:lnTo>
                          <a:pt x="57468" y="75241"/>
                        </a:lnTo>
                        <a:lnTo>
                          <a:pt x="55348" y="848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6" name="Freeform: Shape 1075">
                    <a:extLst>
                      <a:ext uri="{FF2B5EF4-FFF2-40B4-BE49-F238E27FC236}">
                        <a16:creationId xmlns:a16="http://schemas.microsoft.com/office/drawing/2014/main" id="{90C0514E-D3BF-4CA9-1C58-5D6166864C7D}"/>
                      </a:ext>
                    </a:extLst>
                  </p:cNvPr>
                  <p:cNvSpPr/>
                  <p:nvPr>
                    <p:custDataLst>
                      <p:tags r:id="rId99"/>
                    </p:custDataLst>
                  </p:nvPr>
                </p:nvSpPr>
                <p:spPr>
                  <a:xfrm>
                    <a:off x="9741075" y="7167643"/>
                    <a:ext cx="70258" cy="300635"/>
                  </a:xfrm>
                  <a:custGeom>
                    <a:avLst/>
                    <a:gdLst>
                      <a:gd name="connsiteX0" fmla="*/ 70494 w 70258"/>
                      <a:gd name="connsiteY0" fmla="*/ 297712 h 300635"/>
                      <a:gd name="connsiteX1" fmla="*/ 65346 w 70258"/>
                      <a:gd name="connsiteY1" fmla="*/ 291098 h 300635"/>
                      <a:gd name="connsiteX2" fmla="*/ 17800 w 70258"/>
                      <a:gd name="connsiteY2" fmla="*/ 150400 h 300635"/>
                      <a:gd name="connsiteX3" fmla="*/ 66557 w 70258"/>
                      <a:gd name="connsiteY3" fmla="*/ 8199 h 300635"/>
                      <a:gd name="connsiteX4" fmla="*/ 70494 w 70258"/>
                      <a:gd name="connsiteY4" fmla="*/ 3088 h 300635"/>
                      <a:gd name="connsiteX5" fmla="*/ 67466 w 70258"/>
                      <a:gd name="connsiteY5" fmla="*/ 82 h 300635"/>
                      <a:gd name="connsiteX6" fmla="*/ 19314 w 70258"/>
                      <a:gd name="connsiteY6" fmla="*/ 58706 h 300635"/>
                      <a:gd name="connsiteX7" fmla="*/ 236 w 70258"/>
                      <a:gd name="connsiteY7" fmla="*/ 150400 h 300635"/>
                      <a:gd name="connsiteX8" fmla="*/ 20223 w 70258"/>
                      <a:gd name="connsiteY8" fmla="*/ 244198 h 300635"/>
                      <a:gd name="connsiteX9" fmla="*/ 67466 w 70258"/>
                      <a:gd name="connsiteY9" fmla="*/ 300718 h 300635"/>
                      <a:gd name="connsiteX10" fmla="*/ 70494 w 70258"/>
                      <a:gd name="connsiteY10" fmla="*/ 297712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494" y="297712"/>
                        </a:moveTo>
                        <a:cubicBezTo>
                          <a:pt x="70494" y="296810"/>
                          <a:pt x="70494" y="296208"/>
                          <a:pt x="65346" y="291098"/>
                        </a:cubicBezTo>
                        <a:cubicBezTo>
                          <a:pt x="27491" y="253217"/>
                          <a:pt x="17800" y="196397"/>
                          <a:pt x="17800" y="150400"/>
                        </a:cubicBezTo>
                        <a:cubicBezTo>
                          <a:pt x="17800" y="98089"/>
                          <a:pt x="29308" y="45779"/>
                          <a:pt x="66557" y="8199"/>
                        </a:cubicBezTo>
                        <a:cubicBezTo>
                          <a:pt x="70494" y="4592"/>
                          <a:pt x="70494" y="3990"/>
                          <a:pt x="70494" y="3088"/>
                        </a:cubicBezTo>
                        <a:cubicBezTo>
                          <a:pt x="70494" y="984"/>
                          <a:pt x="69283" y="82"/>
                          <a:pt x="67466" y="82"/>
                        </a:cubicBezTo>
                        <a:cubicBezTo>
                          <a:pt x="64437" y="82"/>
                          <a:pt x="37182" y="20525"/>
                          <a:pt x="19314" y="58706"/>
                        </a:cubicBezTo>
                        <a:cubicBezTo>
                          <a:pt x="3870" y="91776"/>
                          <a:pt x="236" y="125147"/>
                          <a:pt x="236" y="150400"/>
                        </a:cubicBezTo>
                        <a:cubicBezTo>
                          <a:pt x="236" y="173850"/>
                          <a:pt x="3567" y="210227"/>
                          <a:pt x="20223" y="244198"/>
                        </a:cubicBezTo>
                        <a:cubicBezTo>
                          <a:pt x="38393" y="281177"/>
                          <a:pt x="64437" y="300718"/>
                          <a:pt x="67466" y="300718"/>
                        </a:cubicBezTo>
                        <a:cubicBezTo>
                          <a:pt x="69283" y="300718"/>
                          <a:pt x="70494" y="299816"/>
                          <a:pt x="70494" y="2977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7" name="Freeform: Shape 1076">
                    <a:extLst>
                      <a:ext uri="{FF2B5EF4-FFF2-40B4-BE49-F238E27FC236}">
                        <a16:creationId xmlns:a16="http://schemas.microsoft.com/office/drawing/2014/main" id="{8DEF0FF2-EB01-D974-C2DD-BA8A80600DAA}"/>
                      </a:ext>
                    </a:extLst>
                  </p:cNvPr>
                  <p:cNvSpPr/>
                  <p:nvPr>
                    <p:custDataLst>
                      <p:tags r:id="rId100"/>
                    </p:custDataLst>
                  </p:nvPr>
                </p:nvSpPr>
                <p:spPr>
                  <a:xfrm>
                    <a:off x="9820856" y="7260540"/>
                    <a:ext cx="143545" cy="135887"/>
                  </a:xfrm>
                  <a:custGeom>
                    <a:avLst/>
                    <a:gdLst>
                      <a:gd name="connsiteX0" fmla="*/ 130157 w 143545"/>
                      <a:gd name="connsiteY0" fmla="*/ 99292 h 135887"/>
                      <a:gd name="connsiteX1" fmla="*/ 123495 w 143545"/>
                      <a:gd name="connsiteY1" fmla="*/ 107409 h 135887"/>
                      <a:gd name="connsiteX2" fmla="*/ 109564 w 143545"/>
                      <a:gd name="connsiteY2" fmla="*/ 119435 h 135887"/>
                      <a:gd name="connsiteX3" fmla="*/ 100176 w 143545"/>
                      <a:gd name="connsiteY3" fmla="*/ 107109 h 135887"/>
                      <a:gd name="connsiteX4" fmla="*/ 98965 w 143545"/>
                      <a:gd name="connsiteY4" fmla="*/ 101998 h 135887"/>
                      <a:gd name="connsiteX5" fmla="*/ 88063 w 143545"/>
                      <a:gd name="connsiteY5" fmla="*/ 53295 h 135887"/>
                      <a:gd name="connsiteX6" fmla="*/ 117741 w 143545"/>
                      <a:gd name="connsiteY6" fmla="*/ 16918 h 135887"/>
                      <a:gd name="connsiteX7" fmla="*/ 125009 w 143545"/>
                      <a:gd name="connsiteY7" fmla="*/ 19323 h 135887"/>
                      <a:gd name="connsiteX8" fmla="*/ 133186 w 143545"/>
                      <a:gd name="connsiteY8" fmla="*/ 22029 h 135887"/>
                      <a:gd name="connsiteX9" fmla="*/ 143785 w 143545"/>
                      <a:gd name="connsiteY9" fmla="*/ 11206 h 135887"/>
                      <a:gd name="connsiteX10" fmla="*/ 131369 w 143545"/>
                      <a:gd name="connsiteY10" fmla="*/ 82 h 135887"/>
                      <a:gd name="connsiteX11" fmla="*/ 85640 w 143545"/>
                      <a:gd name="connsiteY11" fmla="*/ 43073 h 135887"/>
                      <a:gd name="connsiteX12" fmla="*/ 82309 w 143545"/>
                      <a:gd name="connsiteY12" fmla="*/ 26538 h 135887"/>
                      <a:gd name="connsiteX13" fmla="*/ 66561 w 143545"/>
                      <a:gd name="connsiteY13" fmla="*/ 82 h 135887"/>
                      <a:gd name="connsiteX14" fmla="*/ 31129 w 143545"/>
                      <a:gd name="connsiteY14" fmla="*/ 8801 h 135887"/>
                      <a:gd name="connsiteX15" fmla="*/ 27798 w 143545"/>
                      <a:gd name="connsiteY15" fmla="*/ 10003 h 135887"/>
                      <a:gd name="connsiteX16" fmla="*/ 29009 w 143545"/>
                      <a:gd name="connsiteY16" fmla="*/ 14513 h 135887"/>
                      <a:gd name="connsiteX17" fmla="*/ 45968 w 143545"/>
                      <a:gd name="connsiteY17" fmla="*/ 11206 h 135887"/>
                      <a:gd name="connsiteX18" fmla="*/ 59596 w 143545"/>
                      <a:gd name="connsiteY18" fmla="*/ 31950 h 135887"/>
                      <a:gd name="connsiteX19" fmla="*/ 68378 w 143545"/>
                      <a:gd name="connsiteY19" fmla="*/ 68928 h 135887"/>
                      <a:gd name="connsiteX20" fmla="*/ 43545 w 143545"/>
                      <a:gd name="connsiteY20" fmla="*/ 104102 h 135887"/>
                      <a:gd name="connsiteX21" fmla="*/ 28101 w 143545"/>
                      <a:gd name="connsiteY21" fmla="*/ 118533 h 135887"/>
                      <a:gd name="connsiteX22" fmla="*/ 20227 w 143545"/>
                      <a:gd name="connsiteY22" fmla="*/ 115827 h 135887"/>
                      <a:gd name="connsiteX23" fmla="*/ 10536 w 143545"/>
                      <a:gd name="connsiteY23" fmla="*/ 112821 h 135887"/>
                      <a:gd name="connsiteX24" fmla="*/ 239 w 143545"/>
                      <a:gd name="connsiteY24" fmla="*/ 123343 h 135887"/>
                      <a:gd name="connsiteX25" fmla="*/ 15381 w 143545"/>
                      <a:gd name="connsiteY25" fmla="*/ 135970 h 135887"/>
                      <a:gd name="connsiteX26" fmla="*/ 43545 w 143545"/>
                      <a:gd name="connsiteY26" fmla="*/ 114925 h 135887"/>
                      <a:gd name="connsiteX27" fmla="*/ 70801 w 143545"/>
                      <a:gd name="connsiteY27" fmla="*/ 79751 h 135887"/>
                      <a:gd name="connsiteX28" fmla="*/ 79886 w 143545"/>
                      <a:gd name="connsiteY28" fmla="*/ 115827 h 135887"/>
                      <a:gd name="connsiteX29" fmla="*/ 97451 w 143545"/>
                      <a:gd name="connsiteY29" fmla="*/ 135970 h 135887"/>
                      <a:gd name="connsiteX30" fmla="*/ 134397 w 143545"/>
                      <a:gd name="connsiteY30" fmla="*/ 101697 h 135887"/>
                      <a:gd name="connsiteX31" fmla="*/ 130157 w 143545"/>
                      <a:gd name="connsiteY31" fmla="*/ 99292 h 135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143545" h="135887">
                        <a:moveTo>
                          <a:pt x="130157" y="99292"/>
                        </a:moveTo>
                        <a:cubicBezTo>
                          <a:pt x="127735" y="101998"/>
                          <a:pt x="126221" y="103802"/>
                          <a:pt x="123495" y="107409"/>
                        </a:cubicBezTo>
                        <a:cubicBezTo>
                          <a:pt x="116530" y="116428"/>
                          <a:pt x="112896" y="119435"/>
                          <a:pt x="109564" y="119435"/>
                        </a:cubicBezTo>
                        <a:cubicBezTo>
                          <a:pt x="105022" y="119435"/>
                          <a:pt x="102296" y="115526"/>
                          <a:pt x="100176" y="107109"/>
                        </a:cubicBezTo>
                        <a:cubicBezTo>
                          <a:pt x="99571" y="104703"/>
                          <a:pt x="99268" y="102900"/>
                          <a:pt x="98965" y="101998"/>
                        </a:cubicBezTo>
                        <a:cubicBezTo>
                          <a:pt x="91394" y="71634"/>
                          <a:pt x="88063" y="57804"/>
                          <a:pt x="88063" y="53295"/>
                        </a:cubicBezTo>
                        <a:cubicBezTo>
                          <a:pt x="101388" y="30146"/>
                          <a:pt x="112290" y="16918"/>
                          <a:pt x="117741" y="16918"/>
                        </a:cubicBezTo>
                        <a:cubicBezTo>
                          <a:pt x="119558" y="16918"/>
                          <a:pt x="121981" y="17820"/>
                          <a:pt x="125009" y="19323"/>
                        </a:cubicBezTo>
                        <a:cubicBezTo>
                          <a:pt x="128643" y="21427"/>
                          <a:pt x="130763" y="22029"/>
                          <a:pt x="133186" y="22029"/>
                        </a:cubicBezTo>
                        <a:cubicBezTo>
                          <a:pt x="139545" y="22029"/>
                          <a:pt x="143785" y="17519"/>
                          <a:pt x="143785" y="11206"/>
                        </a:cubicBezTo>
                        <a:cubicBezTo>
                          <a:pt x="143785" y="4892"/>
                          <a:pt x="138637" y="82"/>
                          <a:pt x="131369" y="82"/>
                        </a:cubicBezTo>
                        <a:cubicBezTo>
                          <a:pt x="118044" y="82"/>
                          <a:pt x="106536" y="10905"/>
                          <a:pt x="85640" y="43073"/>
                        </a:cubicBezTo>
                        <a:lnTo>
                          <a:pt x="82309" y="26538"/>
                        </a:lnTo>
                        <a:cubicBezTo>
                          <a:pt x="78069" y="6095"/>
                          <a:pt x="74738" y="82"/>
                          <a:pt x="66561" y="82"/>
                        </a:cubicBezTo>
                        <a:cubicBezTo>
                          <a:pt x="59899" y="82"/>
                          <a:pt x="49602" y="2788"/>
                          <a:pt x="31129" y="8801"/>
                        </a:cubicBezTo>
                        <a:lnTo>
                          <a:pt x="27798" y="10003"/>
                        </a:lnTo>
                        <a:lnTo>
                          <a:pt x="29009" y="14513"/>
                        </a:lnTo>
                        <a:cubicBezTo>
                          <a:pt x="40517" y="11807"/>
                          <a:pt x="43243" y="11206"/>
                          <a:pt x="45968" y="11206"/>
                        </a:cubicBezTo>
                        <a:cubicBezTo>
                          <a:pt x="53539" y="11206"/>
                          <a:pt x="55356" y="13911"/>
                          <a:pt x="59596" y="31950"/>
                        </a:cubicBezTo>
                        <a:lnTo>
                          <a:pt x="68378" y="68928"/>
                        </a:lnTo>
                        <a:lnTo>
                          <a:pt x="43545" y="104102"/>
                        </a:lnTo>
                        <a:cubicBezTo>
                          <a:pt x="37489" y="113121"/>
                          <a:pt x="31432" y="118533"/>
                          <a:pt x="28101" y="118533"/>
                        </a:cubicBezTo>
                        <a:cubicBezTo>
                          <a:pt x="26284" y="118533"/>
                          <a:pt x="23255" y="117631"/>
                          <a:pt x="20227" y="115827"/>
                        </a:cubicBezTo>
                        <a:cubicBezTo>
                          <a:pt x="16290" y="113723"/>
                          <a:pt x="12959" y="112821"/>
                          <a:pt x="10536" y="112821"/>
                        </a:cubicBezTo>
                        <a:cubicBezTo>
                          <a:pt x="4782" y="112821"/>
                          <a:pt x="239" y="117330"/>
                          <a:pt x="239" y="123343"/>
                        </a:cubicBezTo>
                        <a:cubicBezTo>
                          <a:pt x="239" y="131159"/>
                          <a:pt x="6296" y="135970"/>
                          <a:pt x="15381" y="135970"/>
                        </a:cubicBezTo>
                        <a:cubicBezTo>
                          <a:pt x="24769" y="135970"/>
                          <a:pt x="28403" y="133264"/>
                          <a:pt x="43545" y="114925"/>
                        </a:cubicBezTo>
                        <a:cubicBezTo>
                          <a:pt x="51722" y="105305"/>
                          <a:pt x="58082" y="97188"/>
                          <a:pt x="70801" y="79751"/>
                        </a:cubicBezTo>
                        <a:lnTo>
                          <a:pt x="79886" y="115827"/>
                        </a:lnTo>
                        <a:cubicBezTo>
                          <a:pt x="83823" y="131159"/>
                          <a:pt x="87760" y="135970"/>
                          <a:pt x="97451" y="135970"/>
                        </a:cubicBezTo>
                        <a:cubicBezTo>
                          <a:pt x="108959" y="135970"/>
                          <a:pt x="116833" y="128754"/>
                          <a:pt x="134397" y="101697"/>
                        </a:cubicBezTo>
                        <a:lnTo>
                          <a:pt x="130157" y="9929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8" name="Freeform: Shape 1077">
                    <a:extLst>
                      <a:ext uri="{FF2B5EF4-FFF2-40B4-BE49-F238E27FC236}">
                        <a16:creationId xmlns:a16="http://schemas.microsoft.com/office/drawing/2014/main" id="{6C7CFE45-E15D-2C41-88F4-DF13B01E632B}"/>
                      </a:ext>
                    </a:extLst>
                  </p:cNvPr>
                  <p:cNvSpPr/>
                  <p:nvPr>
                    <p:custDataLst>
                      <p:tags r:id="rId101"/>
                    </p:custDataLst>
                  </p:nvPr>
                </p:nvSpPr>
                <p:spPr>
                  <a:xfrm>
                    <a:off x="9974977" y="7292888"/>
                    <a:ext cx="48181" cy="147942"/>
                  </a:xfrm>
                  <a:custGeom>
                    <a:avLst/>
                    <a:gdLst>
                      <a:gd name="connsiteX0" fmla="*/ 39013 w 48181"/>
                      <a:gd name="connsiteY0" fmla="*/ 120218 h 147942"/>
                      <a:gd name="connsiteX1" fmla="*/ 29825 w 48181"/>
                      <a:gd name="connsiteY1" fmla="*/ 131564 h 147942"/>
                      <a:gd name="connsiteX2" fmla="*/ 20637 w 48181"/>
                      <a:gd name="connsiteY2" fmla="*/ 137571 h 147942"/>
                      <a:gd name="connsiteX3" fmla="*/ 17051 w 48181"/>
                      <a:gd name="connsiteY3" fmla="*/ 134234 h 147942"/>
                      <a:gd name="connsiteX4" fmla="*/ 19292 w 48181"/>
                      <a:gd name="connsiteY4" fmla="*/ 124445 h 147942"/>
                      <a:gd name="connsiteX5" fmla="*/ 20412 w 48181"/>
                      <a:gd name="connsiteY5" fmla="*/ 120441 h 147942"/>
                      <a:gd name="connsiteX6" fmla="*/ 20412 w 48181"/>
                      <a:gd name="connsiteY6" fmla="*/ 119996 h 147942"/>
                      <a:gd name="connsiteX7" fmla="*/ 20637 w 48181"/>
                      <a:gd name="connsiteY7" fmla="*/ 119551 h 147942"/>
                      <a:gd name="connsiteX8" fmla="*/ 40357 w 48181"/>
                      <a:gd name="connsiteY8" fmla="*/ 47915 h 147942"/>
                      <a:gd name="connsiteX9" fmla="*/ 39685 w 48181"/>
                      <a:gd name="connsiteY9" fmla="*/ 47470 h 147942"/>
                      <a:gd name="connsiteX10" fmla="*/ 3829 w 48181"/>
                      <a:gd name="connsiteY10" fmla="*/ 53032 h 147942"/>
                      <a:gd name="connsiteX11" fmla="*/ 3829 w 48181"/>
                      <a:gd name="connsiteY11" fmla="*/ 56592 h 147942"/>
                      <a:gd name="connsiteX12" fmla="*/ 17947 w 48181"/>
                      <a:gd name="connsiteY12" fmla="*/ 61931 h 147942"/>
                      <a:gd name="connsiteX13" fmla="*/ 15930 w 48181"/>
                      <a:gd name="connsiteY13" fmla="*/ 71720 h 147942"/>
                      <a:gd name="connsiteX14" fmla="*/ 5174 w 48181"/>
                      <a:gd name="connsiteY14" fmla="*/ 111097 h 147942"/>
                      <a:gd name="connsiteX15" fmla="*/ 243 w 48181"/>
                      <a:gd name="connsiteY15" fmla="*/ 135346 h 147942"/>
                      <a:gd name="connsiteX16" fmla="*/ 10552 w 48181"/>
                      <a:gd name="connsiteY16" fmla="*/ 148027 h 147942"/>
                      <a:gd name="connsiteX17" fmla="*/ 41926 w 48181"/>
                      <a:gd name="connsiteY17" fmla="*/ 122665 h 147942"/>
                      <a:gd name="connsiteX18" fmla="*/ 39013 w 48181"/>
                      <a:gd name="connsiteY18" fmla="*/ 120218 h 147942"/>
                      <a:gd name="connsiteX19" fmla="*/ 37220 w 48181"/>
                      <a:gd name="connsiteY19" fmla="*/ 84 h 147942"/>
                      <a:gd name="connsiteX20" fmla="*/ 26687 w 48181"/>
                      <a:gd name="connsiteY20" fmla="*/ 11875 h 147942"/>
                      <a:gd name="connsiteX21" fmla="*/ 37444 w 48181"/>
                      <a:gd name="connsiteY21" fmla="*/ 23666 h 147942"/>
                      <a:gd name="connsiteX22" fmla="*/ 48425 w 48181"/>
                      <a:gd name="connsiteY22" fmla="*/ 12320 h 147942"/>
                      <a:gd name="connsiteX23" fmla="*/ 37220 w 48181"/>
                      <a:gd name="connsiteY23" fmla="*/ 84 h 1479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48181" h="147942">
                        <a:moveTo>
                          <a:pt x="39013" y="120218"/>
                        </a:moveTo>
                        <a:cubicBezTo>
                          <a:pt x="33634" y="127337"/>
                          <a:pt x="32066" y="129117"/>
                          <a:pt x="29825" y="131564"/>
                        </a:cubicBezTo>
                        <a:cubicBezTo>
                          <a:pt x="26015" y="135346"/>
                          <a:pt x="22653" y="137571"/>
                          <a:pt x="20637" y="137571"/>
                        </a:cubicBezTo>
                        <a:cubicBezTo>
                          <a:pt x="18844" y="137571"/>
                          <a:pt x="17051" y="135791"/>
                          <a:pt x="17051" y="134234"/>
                        </a:cubicBezTo>
                        <a:cubicBezTo>
                          <a:pt x="17051" y="132009"/>
                          <a:pt x="17723" y="128672"/>
                          <a:pt x="19292" y="124445"/>
                        </a:cubicBezTo>
                        <a:cubicBezTo>
                          <a:pt x="19292" y="123778"/>
                          <a:pt x="19964" y="122220"/>
                          <a:pt x="20412" y="120441"/>
                        </a:cubicBezTo>
                        <a:lnTo>
                          <a:pt x="20412" y="119996"/>
                        </a:lnTo>
                        <a:lnTo>
                          <a:pt x="20637" y="119551"/>
                        </a:lnTo>
                        <a:lnTo>
                          <a:pt x="40357" y="47915"/>
                        </a:lnTo>
                        <a:lnTo>
                          <a:pt x="39685" y="47470"/>
                        </a:lnTo>
                        <a:cubicBezTo>
                          <a:pt x="17051" y="51697"/>
                          <a:pt x="12569" y="52365"/>
                          <a:pt x="3829" y="53032"/>
                        </a:cubicBezTo>
                        <a:lnTo>
                          <a:pt x="3829" y="56592"/>
                        </a:lnTo>
                        <a:cubicBezTo>
                          <a:pt x="15706" y="56814"/>
                          <a:pt x="17947" y="57482"/>
                          <a:pt x="17947" y="61931"/>
                        </a:cubicBezTo>
                        <a:cubicBezTo>
                          <a:pt x="17947" y="63711"/>
                          <a:pt x="17275" y="67270"/>
                          <a:pt x="15930" y="71720"/>
                        </a:cubicBezTo>
                        <a:lnTo>
                          <a:pt x="5174" y="111097"/>
                        </a:lnTo>
                        <a:cubicBezTo>
                          <a:pt x="1588" y="124000"/>
                          <a:pt x="243" y="130897"/>
                          <a:pt x="243" y="135346"/>
                        </a:cubicBezTo>
                        <a:cubicBezTo>
                          <a:pt x="243" y="143578"/>
                          <a:pt x="3829" y="148027"/>
                          <a:pt x="10552" y="148027"/>
                        </a:cubicBezTo>
                        <a:cubicBezTo>
                          <a:pt x="20861" y="148027"/>
                          <a:pt x="29152" y="141353"/>
                          <a:pt x="41926" y="122665"/>
                        </a:cubicBezTo>
                        <a:lnTo>
                          <a:pt x="39013" y="120218"/>
                        </a:lnTo>
                        <a:close/>
                        <a:moveTo>
                          <a:pt x="37220" y="84"/>
                        </a:moveTo>
                        <a:cubicBezTo>
                          <a:pt x="31169" y="84"/>
                          <a:pt x="26687" y="5201"/>
                          <a:pt x="26687" y="11875"/>
                        </a:cubicBezTo>
                        <a:cubicBezTo>
                          <a:pt x="26687" y="18994"/>
                          <a:pt x="30945" y="23666"/>
                          <a:pt x="37444" y="23666"/>
                        </a:cubicBezTo>
                        <a:cubicBezTo>
                          <a:pt x="43271" y="23666"/>
                          <a:pt x="48425" y="18549"/>
                          <a:pt x="48425" y="12320"/>
                        </a:cubicBezTo>
                        <a:cubicBezTo>
                          <a:pt x="48425" y="5868"/>
                          <a:pt x="43271" y="84"/>
                          <a:pt x="37220" y="8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79" name="Freeform: Shape 1078">
                    <a:extLst>
                      <a:ext uri="{FF2B5EF4-FFF2-40B4-BE49-F238E27FC236}">
                        <a16:creationId xmlns:a16="http://schemas.microsoft.com/office/drawing/2014/main" id="{D1BFFCC1-8CA0-B0BF-8F87-37B9AE7E38AF}"/>
                      </a:ext>
                    </a:extLst>
                  </p:cNvPr>
                  <p:cNvSpPr/>
                  <p:nvPr>
                    <p:custDataLst>
                      <p:tags r:id="rId102"/>
                    </p:custDataLst>
                  </p:nvPr>
                </p:nvSpPr>
                <p:spPr>
                  <a:xfrm>
                    <a:off x="10058987" y="7167643"/>
                    <a:ext cx="70258" cy="300635"/>
                  </a:xfrm>
                  <a:custGeom>
                    <a:avLst/>
                    <a:gdLst>
                      <a:gd name="connsiteX0" fmla="*/ 70505 w 70258"/>
                      <a:gd name="connsiteY0" fmla="*/ 150400 h 300635"/>
                      <a:gd name="connsiteX1" fmla="*/ 50518 w 70258"/>
                      <a:gd name="connsiteY1" fmla="*/ 56602 h 300635"/>
                      <a:gd name="connsiteX2" fmla="*/ 3275 w 70258"/>
                      <a:gd name="connsiteY2" fmla="*/ 82 h 300635"/>
                      <a:gd name="connsiteX3" fmla="*/ 246 w 70258"/>
                      <a:gd name="connsiteY3" fmla="*/ 3088 h 300635"/>
                      <a:gd name="connsiteX4" fmla="*/ 6000 w 70258"/>
                      <a:gd name="connsiteY4" fmla="*/ 10003 h 300635"/>
                      <a:gd name="connsiteX5" fmla="*/ 52940 w 70258"/>
                      <a:gd name="connsiteY5" fmla="*/ 150400 h 300635"/>
                      <a:gd name="connsiteX6" fmla="*/ 4183 w 70258"/>
                      <a:gd name="connsiteY6" fmla="*/ 292601 h 300635"/>
                      <a:gd name="connsiteX7" fmla="*/ 246 w 70258"/>
                      <a:gd name="connsiteY7" fmla="*/ 297712 h 300635"/>
                      <a:gd name="connsiteX8" fmla="*/ 3275 w 70258"/>
                      <a:gd name="connsiteY8" fmla="*/ 300718 h 300635"/>
                      <a:gd name="connsiteX9" fmla="*/ 51426 w 70258"/>
                      <a:gd name="connsiteY9" fmla="*/ 242094 h 300635"/>
                      <a:gd name="connsiteX10" fmla="*/ 70505 w 70258"/>
                      <a:gd name="connsiteY10" fmla="*/ 150400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505" y="150400"/>
                        </a:moveTo>
                        <a:cubicBezTo>
                          <a:pt x="70505" y="126950"/>
                          <a:pt x="67174" y="90573"/>
                          <a:pt x="50518" y="56602"/>
                        </a:cubicBezTo>
                        <a:cubicBezTo>
                          <a:pt x="32347" y="19623"/>
                          <a:pt x="6303" y="82"/>
                          <a:pt x="3275" y="82"/>
                        </a:cubicBezTo>
                        <a:cubicBezTo>
                          <a:pt x="1458" y="82"/>
                          <a:pt x="246" y="1285"/>
                          <a:pt x="246" y="3088"/>
                        </a:cubicBezTo>
                        <a:cubicBezTo>
                          <a:pt x="246" y="3990"/>
                          <a:pt x="246" y="4592"/>
                          <a:pt x="6000" y="10003"/>
                        </a:cubicBezTo>
                        <a:cubicBezTo>
                          <a:pt x="35678" y="39766"/>
                          <a:pt x="52940" y="87567"/>
                          <a:pt x="52940" y="150400"/>
                        </a:cubicBezTo>
                        <a:cubicBezTo>
                          <a:pt x="52940" y="201809"/>
                          <a:pt x="41735" y="254721"/>
                          <a:pt x="4183" y="292601"/>
                        </a:cubicBezTo>
                        <a:cubicBezTo>
                          <a:pt x="246" y="296208"/>
                          <a:pt x="246" y="296810"/>
                          <a:pt x="246" y="297712"/>
                        </a:cubicBezTo>
                        <a:cubicBezTo>
                          <a:pt x="246" y="299515"/>
                          <a:pt x="1458" y="300718"/>
                          <a:pt x="3275" y="300718"/>
                        </a:cubicBezTo>
                        <a:cubicBezTo>
                          <a:pt x="6303" y="300718"/>
                          <a:pt x="33559" y="280275"/>
                          <a:pt x="51426" y="242094"/>
                        </a:cubicBezTo>
                        <a:cubicBezTo>
                          <a:pt x="66871" y="209024"/>
                          <a:pt x="70505" y="175653"/>
                          <a:pt x="70505" y="15040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0" name="Freeform: Shape 1079">
                    <a:extLst>
                      <a:ext uri="{FF2B5EF4-FFF2-40B4-BE49-F238E27FC236}">
                        <a16:creationId xmlns:a16="http://schemas.microsoft.com/office/drawing/2014/main" id="{FB6107AE-9B6B-6355-3D07-576316CA61FB}"/>
                      </a:ext>
                    </a:extLst>
                  </p:cNvPr>
                  <p:cNvSpPr/>
                  <p:nvPr>
                    <p:custDataLst>
                      <p:tags r:id="rId103"/>
                    </p:custDataLst>
                  </p:nvPr>
                </p:nvSpPr>
                <p:spPr>
                  <a:xfrm>
                    <a:off x="10218841" y="7217849"/>
                    <a:ext cx="201388" cy="200223"/>
                  </a:xfrm>
                  <a:custGeom>
                    <a:avLst/>
                    <a:gdLst>
                      <a:gd name="connsiteX0" fmla="*/ 107154 w 201388"/>
                      <a:gd name="connsiteY0" fmla="*/ 106207 h 200223"/>
                      <a:gd name="connsiteX1" fmla="*/ 191647 w 201388"/>
                      <a:gd name="connsiteY1" fmla="*/ 106207 h 200223"/>
                      <a:gd name="connsiteX2" fmla="*/ 201640 w 201388"/>
                      <a:gd name="connsiteY2" fmla="*/ 100194 h 200223"/>
                      <a:gd name="connsiteX3" fmla="*/ 191647 w 201388"/>
                      <a:gd name="connsiteY3" fmla="*/ 94181 h 200223"/>
                      <a:gd name="connsiteX4" fmla="*/ 107154 w 201388"/>
                      <a:gd name="connsiteY4" fmla="*/ 94181 h 200223"/>
                      <a:gd name="connsiteX5" fmla="*/ 107154 w 201388"/>
                      <a:gd name="connsiteY5" fmla="*/ 10003 h 200223"/>
                      <a:gd name="connsiteX6" fmla="*/ 101098 w 201388"/>
                      <a:gd name="connsiteY6" fmla="*/ 82 h 200223"/>
                      <a:gd name="connsiteX7" fmla="*/ 95041 w 201388"/>
                      <a:gd name="connsiteY7" fmla="*/ 10003 h 200223"/>
                      <a:gd name="connsiteX8" fmla="*/ 95041 w 201388"/>
                      <a:gd name="connsiteY8" fmla="*/ 94181 h 200223"/>
                      <a:gd name="connsiteX9" fmla="*/ 10246 w 201388"/>
                      <a:gd name="connsiteY9" fmla="*/ 94181 h 200223"/>
                      <a:gd name="connsiteX10" fmla="*/ 252 w 201388"/>
                      <a:gd name="connsiteY10" fmla="*/ 100194 h 200223"/>
                      <a:gd name="connsiteX11" fmla="*/ 10246 w 201388"/>
                      <a:gd name="connsiteY11" fmla="*/ 106207 h 200223"/>
                      <a:gd name="connsiteX12" fmla="*/ 95041 w 201388"/>
                      <a:gd name="connsiteY12" fmla="*/ 106207 h 200223"/>
                      <a:gd name="connsiteX13" fmla="*/ 95041 w 201388"/>
                      <a:gd name="connsiteY13" fmla="*/ 190385 h 200223"/>
                      <a:gd name="connsiteX14" fmla="*/ 101098 w 201388"/>
                      <a:gd name="connsiteY14" fmla="*/ 200306 h 200223"/>
                      <a:gd name="connsiteX15" fmla="*/ 107154 w 201388"/>
                      <a:gd name="connsiteY15" fmla="*/ 190385 h 200223"/>
                      <a:gd name="connsiteX16" fmla="*/ 107154 w 201388"/>
                      <a:gd name="connsiteY16" fmla="*/ 106207 h 200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01388" h="200223">
                        <a:moveTo>
                          <a:pt x="107154" y="106207"/>
                        </a:moveTo>
                        <a:lnTo>
                          <a:pt x="191647" y="106207"/>
                        </a:lnTo>
                        <a:cubicBezTo>
                          <a:pt x="195886" y="106207"/>
                          <a:pt x="201640" y="106207"/>
                          <a:pt x="201640" y="100194"/>
                        </a:cubicBezTo>
                        <a:cubicBezTo>
                          <a:pt x="201640" y="94181"/>
                          <a:pt x="195886" y="94181"/>
                          <a:pt x="191647" y="94181"/>
                        </a:cubicBezTo>
                        <a:lnTo>
                          <a:pt x="107154" y="94181"/>
                        </a:lnTo>
                        <a:lnTo>
                          <a:pt x="107154" y="10003"/>
                        </a:lnTo>
                        <a:cubicBezTo>
                          <a:pt x="107154" y="5794"/>
                          <a:pt x="107154" y="82"/>
                          <a:pt x="101098" y="82"/>
                        </a:cubicBezTo>
                        <a:cubicBezTo>
                          <a:pt x="95041" y="82"/>
                          <a:pt x="95041" y="5794"/>
                          <a:pt x="95041" y="10003"/>
                        </a:cubicBezTo>
                        <a:lnTo>
                          <a:pt x="95041" y="94181"/>
                        </a:lnTo>
                        <a:lnTo>
                          <a:pt x="10246" y="94181"/>
                        </a:lnTo>
                        <a:cubicBezTo>
                          <a:pt x="6006" y="94181"/>
                          <a:pt x="252" y="94181"/>
                          <a:pt x="252" y="100194"/>
                        </a:cubicBezTo>
                        <a:cubicBezTo>
                          <a:pt x="252" y="106207"/>
                          <a:pt x="6006" y="106207"/>
                          <a:pt x="10246" y="106207"/>
                        </a:cubicBezTo>
                        <a:lnTo>
                          <a:pt x="95041" y="106207"/>
                        </a:lnTo>
                        <a:lnTo>
                          <a:pt x="95041" y="190385"/>
                        </a:lnTo>
                        <a:cubicBezTo>
                          <a:pt x="95041" y="194593"/>
                          <a:pt x="95041" y="200306"/>
                          <a:pt x="101098" y="200306"/>
                        </a:cubicBezTo>
                        <a:cubicBezTo>
                          <a:pt x="107154" y="200306"/>
                          <a:pt x="107154" y="194593"/>
                          <a:pt x="107154" y="190385"/>
                        </a:cubicBezTo>
                        <a:lnTo>
                          <a:pt x="107154" y="10620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1" name="Freeform: Shape 1080">
                    <a:extLst>
                      <a:ext uri="{FF2B5EF4-FFF2-40B4-BE49-F238E27FC236}">
                        <a16:creationId xmlns:a16="http://schemas.microsoft.com/office/drawing/2014/main" id="{891BDCBE-ED08-D9B4-F967-2B2F470F9E08}"/>
                      </a:ext>
                    </a:extLst>
                  </p:cNvPr>
                  <p:cNvSpPr/>
                  <p:nvPr>
                    <p:custDataLst>
                      <p:tags r:id="rId104"/>
                    </p:custDataLst>
                  </p:nvPr>
                </p:nvSpPr>
                <p:spPr>
                  <a:xfrm>
                    <a:off x="10489370" y="7189890"/>
                    <a:ext cx="134763" cy="203229"/>
                  </a:xfrm>
                  <a:custGeom>
                    <a:avLst/>
                    <a:gdLst>
                      <a:gd name="connsiteX0" fmla="*/ 135024 w 134763"/>
                      <a:gd name="connsiteY0" fmla="*/ 162125 h 203229"/>
                      <a:gd name="connsiteX1" fmla="*/ 131087 w 134763"/>
                      <a:gd name="connsiteY1" fmla="*/ 160621 h 203229"/>
                      <a:gd name="connsiteX2" fmla="*/ 102318 w 134763"/>
                      <a:gd name="connsiteY2" fmla="*/ 180463 h 203229"/>
                      <a:gd name="connsiteX3" fmla="*/ 29939 w 134763"/>
                      <a:gd name="connsiteY3" fmla="*/ 180463 h 203229"/>
                      <a:gd name="connsiteX4" fmla="*/ 80816 w 134763"/>
                      <a:gd name="connsiteY4" fmla="*/ 127551 h 203229"/>
                      <a:gd name="connsiteX5" fmla="*/ 119580 w 134763"/>
                      <a:gd name="connsiteY5" fmla="*/ 53294 h 203229"/>
                      <a:gd name="connsiteX6" fmla="*/ 63554 w 134763"/>
                      <a:gd name="connsiteY6" fmla="*/ 82 h 203229"/>
                      <a:gd name="connsiteX7" fmla="*/ 19945 w 134763"/>
                      <a:gd name="connsiteY7" fmla="*/ 18721 h 203229"/>
                      <a:gd name="connsiteX8" fmla="*/ 564 w 134763"/>
                      <a:gd name="connsiteY8" fmla="*/ 59908 h 203229"/>
                      <a:gd name="connsiteX9" fmla="*/ 6923 w 134763"/>
                      <a:gd name="connsiteY9" fmla="*/ 61412 h 203229"/>
                      <a:gd name="connsiteX10" fmla="*/ 50835 w 134763"/>
                      <a:gd name="connsiteY10" fmla="*/ 22329 h 203229"/>
                      <a:gd name="connsiteX11" fmla="*/ 93535 w 134763"/>
                      <a:gd name="connsiteY11" fmla="*/ 64719 h 203229"/>
                      <a:gd name="connsiteX12" fmla="*/ 54166 w 134763"/>
                      <a:gd name="connsiteY12" fmla="*/ 142884 h 203229"/>
                      <a:gd name="connsiteX13" fmla="*/ 261 w 134763"/>
                      <a:gd name="connsiteY13" fmla="*/ 199704 h 203229"/>
                      <a:gd name="connsiteX14" fmla="*/ 261 w 134763"/>
                      <a:gd name="connsiteY14" fmla="*/ 203312 h 203229"/>
                      <a:gd name="connsiteX15" fmla="*/ 118368 w 134763"/>
                      <a:gd name="connsiteY15" fmla="*/ 203312 h 203229"/>
                      <a:gd name="connsiteX16" fmla="*/ 135024 w 134763"/>
                      <a:gd name="connsiteY16" fmla="*/ 162125 h 203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134763" h="203229">
                        <a:moveTo>
                          <a:pt x="135024" y="162125"/>
                        </a:moveTo>
                        <a:lnTo>
                          <a:pt x="131087" y="160621"/>
                        </a:lnTo>
                        <a:cubicBezTo>
                          <a:pt x="119882" y="177758"/>
                          <a:pt x="115945" y="180463"/>
                          <a:pt x="102318" y="180463"/>
                        </a:cubicBezTo>
                        <a:lnTo>
                          <a:pt x="29939" y="180463"/>
                        </a:lnTo>
                        <a:lnTo>
                          <a:pt x="80816" y="127551"/>
                        </a:lnTo>
                        <a:cubicBezTo>
                          <a:pt x="107769" y="99592"/>
                          <a:pt x="119580" y="76744"/>
                          <a:pt x="119580" y="53294"/>
                        </a:cubicBezTo>
                        <a:cubicBezTo>
                          <a:pt x="119580" y="23231"/>
                          <a:pt x="95050" y="82"/>
                          <a:pt x="63554" y="82"/>
                        </a:cubicBezTo>
                        <a:cubicBezTo>
                          <a:pt x="46898" y="82"/>
                          <a:pt x="31150" y="6696"/>
                          <a:pt x="19945" y="18721"/>
                        </a:cubicBezTo>
                        <a:cubicBezTo>
                          <a:pt x="10255" y="28943"/>
                          <a:pt x="5712" y="38563"/>
                          <a:pt x="564" y="59908"/>
                        </a:cubicBezTo>
                        <a:lnTo>
                          <a:pt x="6923" y="61412"/>
                        </a:lnTo>
                        <a:cubicBezTo>
                          <a:pt x="19037" y="31949"/>
                          <a:pt x="29939" y="22329"/>
                          <a:pt x="50835" y="22329"/>
                        </a:cubicBezTo>
                        <a:cubicBezTo>
                          <a:pt x="76274" y="22329"/>
                          <a:pt x="93535" y="39465"/>
                          <a:pt x="93535" y="64719"/>
                        </a:cubicBezTo>
                        <a:cubicBezTo>
                          <a:pt x="93535" y="88168"/>
                          <a:pt x="79605" y="116127"/>
                          <a:pt x="54166" y="142884"/>
                        </a:cubicBezTo>
                        <a:lnTo>
                          <a:pt x="261" y="199704"/>
                        </a:lnTo>
                        <a:lnTo>
                          <a:pt x="261" y="203312"/>
                        </a:lnTo>
                        <a:lnTo>
                          <a:pt x="118368" y="203312"/>
                        </a:lnTo>
                        <a:lnTo>
                          <a:pt x="135024" y="16212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2" name="Freeform: Shape 1081">
                    <a:extLst>
                      <a:ext uri="{FF2B5EF4-FFF2-40B4-BE49-F238E27FC236}">
                        <a16:creationId xmlns:a16="http://schemas.microsoft.com/office/drawing/2014/main" id="{C3E6AC62-B584-4153-74ED-05A95F2C7B0B}"/>
                      </a:ext>
                    </a:extLst>
                  </p:cNvPr>
                  <p:cNvSpPr/>
                  <p:nvPr>
                    <p:custDataLst>
                      <p:tags r:id="rId105"/>
                    </p:custDataLst>
                  </p:nvPr>
                </p:nvSpPr>
                <p:spPr>
                  <a:xfrm>
                    <a:off x="10670287" y="7189296"/>
                    <a:ext cx="206233" cy="263056"/>
                  </a:xfrm>
                  <a:custGeom>
                    <a:avLst/>
                    <a:gdLst>
                      <a:gd name="connsiteX0" fmla="*/ 49326 w 206233"/>
                      <a:gd name="connsiteY0" fmla="*/ 12410 h 263056"/>
                      <a:gd name="connsiteX1" fmla="*/ 130487 w 206233"/>
                      <a:gd name="connsiteY1" fmla="*/ 12410 h 263056"/>
                      <a:gd name="connsiteX2" fmla="*/ 179547 w 206233"/>
                      <a:gd name="connsiteY2" fmla="*/ 49688 h 263056"/>
                      <a:gd name="connsiteX3" fmla="*/ 187421 w 206233"/>
                      <a:gd name="connsiteY3" fmla="*/ 49688 h 263056"/>
                      <a:gd name="connsiteX4" fmla="*/ 184393 w 206233"/>
                      <a:gd name="connsiteY4" fmla="*/ 83 h 263056"/>
                      <a:gd name="connsiteX5" fmla="*/ 2992 w 206233"/>
                      <a:gd name="connsiteY5" fmla="*/ 83 h 263056"/>
                      <a:gd name="connsiteX6" fmla="*/ 73553 w 206233"/>
                      <a:gd name="connsiteY6" fmla="*/ 140480 h 263056"/>
                      <a:gd name="connsiteX7" fmla="*/ 266 w 206233"/>
                      <a:gd name="connsiteY7" fmla="*/ 263140 h 263056"/>
                      <a:gd name="connsiteX8" fmla="*/ 190147 w 206233"/>
                      <a:gd name="connsiteY8" fmla="*/ 263140 h 263056"/>
                      <a:gd name="connsiteX9" fmla="*/ 206500 w 206233"/>
                      <a:gd name="connsiteY9" fmla="*/ 200006 h 263056"/>
                      <a:gd name="connsiteX10" fmla="*/ 198626 w 206233"/>
                      <a:gd name="connsiteY10" fmla="*/ 200006 h 263056"/>
                      <a:gd name="connsiteX11" fmla="*/ 144721 w 206233"/>
                      <a:gd name="connsiteY11" fmla="*/ 229469 h 263056"/>
                      <a:gd name="connsiteX12" fmla="*/ 45389 w 206233"/>
                      <a:gd name="connsiteY12" fmla="*/ 229469 h 263056"/>
                      <a:gd name="connsiteX13" fmla="*/ 106260 w 206233"/>
                      <a:gd name="connsiteY13" fmla="*/ 123645 h 263056"/>
                      <a:gd name="connsiteX14" fmla="*/ 49326 w 206233"/>
                      <a:gd name="connsiteY14" fmla="*/ 12410 h 2630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206233" h="263056">
                        <a:moveTo>
                          <a:pt x="49326" y="12410"/>
                        </a:moveTo>
                        <a:lnTo>
                          <a:pt x="130487" y="12410"/>
                        </a:lnTo>
                        <a:cubicBezTo>
                          <a:pt x="165314" y="12410"/>
                          <a:pt x="174399" y="19324"/>
                          <a:pt x="179547" y="49688"/>
                        </a:cubicBezTo>
                        <a:lnTo>
                          <a:pt x="187421" y="49688"/>
                        </a:lnTo>
                        <a:lnTo>
                          <a:pt x="184393" y="83"/>
                        </a:lnTo>
                        <a:lnTo>
                          <a:pt x="2992" y="83"/>
                        </a:lnTo>
                        <a:lnTo>
                          <a:pt x="73553" y="140480"/>
                        </a:lnTo>
                        <a:lnTo>
                          <a:pt x="266" y="263140"/>
                        </a:lnTo>
                        <a:lnTo>
                          <a:pt x="190147" y="263140"/>
                        </a:lnTo>
                        <a:lnTo>
                          <a:pt x="206500" y="200006"/>
                        </a:lnTo>
                        <a:lnTo>
                          <a:pt x="198626" y="200006"/>
                        </a:lnTo>
                        <a:cubicBezTo>
                          <a:pt x="188935" y="224358"/>
                          <a:pt x="179850" y="229469"/>
                          <a:pt x="144721" y="229469"/>
                        </a:cubicBezTo>
                        <a:lnTo>
                          <a:pt x="45389" y="229469"/>
                        </a:lnTo>
                        <a:lnTo>
                          <a:pt x="106260" y="123645"/>
                        </a:lnTo>
                        <a:lnTo>
                          <a:pt x="49326" y="1241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3" name="Freeform: Shape 1082">
                    <a:extLst>
                      <a:ext uri="{FF2B5EF4-FFF2-40B4-BE49-F238E27FC236}">
                        <a16:creationId xmlns:a16="http://schemas.microsoft.com/office/drawing/2014/main" id="{B1FA700F-5E36-9CCB-A837-CA0CD775BA50}"/>
                      </a:ext>
                    </a:extLst>
                  </p:cNvPr>
                  <p:cNvSpPr/>
                  <p:nvPr>
                    <p:custDataLst>
                      <p:tags r:id="rId106"/>
                    </p:custDataLst>
                  </p:nvPr>
                </p:nvSpPr>
                <p:spPr>
                  <a:xfrm>
                    <a:off x="10885914" y="7172672"/>
                    <a:ext cx="103086" cy="100111"/>
                  </a:xfrm>
                  <a:custGeom>
                    <a:avLst/>
                    <a:gdLst>
                      <a:gd name="connsiteX0" fmla="*/ 100222 w 103086"/>
                      <a:gd name="connsiteY0" fmla="*/ 72159 h 100111"/>
                      <a:gd name="connsiteX1" fmla="*/ 95516 w 103086"/>
                      <a:gd name="connsiteY1" fmla="*/ 77943 h 100111"/>
                      <a:gd name="connsiteX2" fmla="*/ 81846 w 103086"/>
                      <a:gd name="connsiteY2" fmla="*/ 89734 h 100111"/>
                      <a:gd name="connsiteX3" fmla="*/ 78261 w 103086"/>
                      <a:gd name="connsiteY3" fmla="*/ 86175 h 100111"/>
                      <a:gd name="connsiteX4" fmla="*/ 81398 w 103086"/>
                      <a:gd name="connsiteY4" fmla="*/ 72159 h 100111"/>
                      <a:gd name="connsiteX5" fmla="*/ 94172 w 103086"/>
                      <a:gd name="connsiteY5" fmla="*/ 26330 h 100111"/>
                      <a:gd name="connsiteX6" fmla="*/ 96189 w 103086"/>
                      <a:gd name="connsiteY6" fmla="*/ 13649 h 100111"/>
                      <a:gd name="connsiteX7" fmla="*/ 81398 w 103086"/>
                      <a:gd name="connsiteY7" fmla="*/ 79 h 100111"/>
                      <a:gd name="connsiteX8" fmla="*/ 29855 w 103086"/>
                      <a:gd name="connsiteY8" fmla="*/ 49022 h 100111"/>
                      <a:gd name="connsiteX9" fmla="*/ 44870 w 103086"/>
                      <a:gd name="connsiteY9" fmla="*/ 524 h 100111"/>
                      <a:gd name="connsiteX10" fmla="*/ 44197 w 103086"/>
                      <a:gd name="connsiteY10" fmla="*/ 79 h 100111"/>
                      <a:gd name="connsiteX11" fmla="*/ 7893 w 103086"/>
                      <a:gd name="connsiteY11" fmla="*/ 6975 h 100111"/>
                      <a:gd name="connsiteX12" fmla="*/ 7893 w 103086"/>
                      <a:gd name="connsiteY12" fmla="*/ 10535 h 100111"/>
                      <a:gd name="connsiteX13" fmla="*/ 22235 w 103086"/>
                      <a:gd name="connsiteY13" fmla="*/ 16541 h 100111"/>
                      <a:gd name="connsiteX14" fmla="*/ 21787 w 103086"/>
                      <a:gd name="connsiteY14" fmla="*/ 20323 h 100111"/>
                      <a:gd name="connsiteX15" fmla="*/ 273 w 103086"/>
                      <a:gd name="connsiteY15" fmla="*/ 98188 h 100111"/>
                      <a:gd name="connsiteX16" fmla="*/ 17081 w 103086"/>
                      <a:gd name="connsiteY16" fmla="*/ 98188 h 100111"/>
                      <a:gd name="connsiteX17" fmla="*/ 39491 w 103086"/>
                      <a:gd name="connsiteY17" fmla="*/ 43015 h 100111"/>
                      <a:gd name="connsiteX18" fmla="*/ 72658 w 103086"/>
                      <a:gd name="connsiteY18" fmla="*/ 11425 h 100111"/>
                      <a:gd name="connsiteX19" fmla="*/ 78036 w 103086"/>
                      <a:gd name="connsiteY19" fmla="*/ 17876 h 100111"/>
                      <a:gd name="connsiteX20" fmla="*/ 74899 w 103086"/>
                      <a:gd name="connsiteY20" fmla="*/ 34784 h 100111"/>
                      <a:gd name="connsiteX21" fmla="*/ 65039 w 103086"/>
                      <a:gd name="connsiteY21" fmla="*/ 71492 h 100111"/>
                      <a:gd name="connsiteX22" fmla="*/ 61453 w 103086"/>
                      <a:gd name="connsiteY22" fmla="*/ 88177 h 100111"/>
                      <a:gd name="connsiteX23" fmla="*/ 71986 w 103086"/>
                      <a:gd name="connsiteY23" fmla="*/ 100190 h 100111"/>
                      <a:gd name="connsiteX24" fmla="*/ 103360 w 103086"/>
                      <a:gd name="connsiteY24" fmla="*/ 75051 h 100111"/>
                      <a:gd name="connsiteX25" fmla="*/ 100222 w 103086"/>
                      <a:gd name="connsiteY25" fmla="*/ 72159 h 100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3086" h="100111">
                        <a:moveTo>
                          <a:pt x="100222" y="72159"/>
                        </a:moveTo>
                        <a:lnTo>
                          <a:pt x="95516" y="77943"/>
                        </a:lnTo>
                        <a:cubicBezTo>
                          <a:pt x="89017" y="86175"/>
                          <a:pt x="84984" y="89734"/>
                          <a:pt x="81846" y="89734"/>
                        </a:cubicBezTo>
                        <a:cubicBezTo>
                          <a:pt x="80053" y="89734"/>
                          <a:pt x="78261" y="87954"/>
                          <a:pt x="78261" y="86175"/>
                        </a:cubicBezTo>
                        <a:cubicBezTo>
                          <a:pt x="78261" y="84617"/>
                          <a:pt x="78261" y="84617"/>
                          <a:pt x="81398" y="72159"/>
                        </a:cubicBezTo>
                        <a:lnTo>
                          <a:pt x="94172" y="26330"/>
                        </a:lnTo>
                        <a:cubicBezTo>
                          <a:pt x="95292" y="21658"/>
                          <a:pt x="96189" y="16764"/>
                          <a:pt x="96189" y="13649"/>
                        </a:cubicBezTo>
                        <a:cubicBezTo>
                          <a:pt x="96189" y="5640"/>
                          <a:pt x="90138" y="79"/>
                          <a:pt x="81398" y="79"/>
                        </a:cubicBezTo>
                        <a:cubicBezTo>
                          <a:pt x="67056" y="79"/>
                          <a:pt x="52937" y="13427"/>
                          <a:pt x="29855" y="49022"/>
                        </a:cubicBezTo>
                        <a:lnTo>
                          <a:pt x="44870" y="524"/>
                        </a:lnTo>
                        <a:lnTo>
                          <a:pt x="44197" y="79"/>
                        </a:lnTo>
                        <a:cubicBezTo>
                          <a:pt x="32096" y="2526"/>
                          <a:pt x="27390" y="3416"/>
                          <a:pt x="7893" y="6975"/>
                        </a:cubicBezTo>
                        <a:lnTo>
                          <a:pt x="7893" y="10535"/>
                        </a:lnTo>
                        <a:cubicBezTo>
                          <a:pt x="19322" y="10757"/>
                          <a:pt x="22235" y="12092"/>
                          <a:pt x="22235" y="16541"/>
                        </a:cubicBezTo>
                        <a:cubicBezTo>
                          <a:pt x="22235" y="17876"/>
                          <a:pt x="22011" y="19211"/>
                          <a:pt x="21787" y="20323"/>
                        </a:cubicBezTo>
                        <a:lnTo>
                          <a:pt x="273" y="98188"/>
                        </a:lnTo>
                        <a:lnTo>
                          <a:pt x="17081" y="98188"/>
                        </a:lnTo>
                        <a:cubicBezTo>
                          <a:pt x="27614" y="63038"/>
                          <a:pt x="29631" y="58143"/>
                          <a:pt x="39491" y="43015"/>
                        </a:cubicBezTo>
                        <a:cubicBezTo>
                          <a:pt x="52937" y="22548"/>
                          <a:pt x="64366" y="11425"/>
                          <a:pt x="72658" y="11425"/>
                        </a:cubicBezTo>
                        <a:cubicBezTo>
                          <a:pt x="76020" y="11425"/>
                          <a:pt x="78036" y="13872"/>
                          <a:pt x="78036" y="17876"/>
                        </a:cubicBezTo>
                        <a:cubicBezTo>
                          <a:pt x="78036" y="20546"/>
                          <a:pt x="76692" y="27887"/>
                          <a:pt x="74899" y="34784"/>
                        </a:cubicBezTo>
                        <a:lnTo>
                          <a:pt x="65039" y="71492"/>
                        </a:lnTo>
                        <a:cubicBezTo>
                          <a:pt x="62125" y="82838"/>
                          <a:pt x="61453" y="85952"/>
                          <a:pt x="61453" y="88177"/>
                        </a:cubicBezTo>
                        <a:cubicBezTo>
                          <a:pt x="61453" y="96631"/>
                          <a:pt x="64590" y="100190"/>
                          <a:pt x="71986" y="100190"/>
                        </a:cubicBezTo>
                        <a:cubicBezTo>
                          <a:pt x="82070" y="100190"/>
                          <a:pt x="87897" y="95518"/>
                          <a:pt x="103360" y="75051"/>
                        </a:cubicBezTo>
                        <a:lnTo>
                          <a:pt x="100222" y="7215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4" name="Freeform: Shape 1083">
                    <a:extLst>
                      <a:ext uri="{FF2B5EF4-FFF2-40B4-BE49-F238E27FC236}">
                        <a16:creationId xmlns:a16="http://schemas.microsoft.com/office/drawing/2014/main" id="{E54ECF33-F56A-A413-4151-C75667140C5B}"/>
                      </a:ext>
                    </a:extLst>
                  </p:cNvPr>
                  <p:cNvSpPr/>
                  <p:nvPr>
                    <p:custDataLst>
                      <p:tags r:id="rId107"/>
                    </p:custDataLst>
                  </p:nvPr>
                </p:nvSpPr>
                <p:spPr>
                  <a:xfrm>
                    <a:off x="11013848" y="7210715"/>
                    <a:ext cx="136925" cy="8898"/>
                  </a:xfrm>
                  <a:custGeom>
                    <a:avLst/>
                    <a:gdLst>
                      <a:gd name="connsiteX0" fmla="*/ 129359 w 136925"/>
                      <a:gd name="connsiteY0" fmla="*/ 8977 h 8898"/>
                      <a:gd name="connsiteX1" fmla="*/ 137203 w 136925"/>
                      <a:gd name="connsiteY1" fmla="*/ 4528 h 8898"/>
                      <a:gd name="connsiteX2" fmla="*/ 129359 w 136925"/>
                      <a:gd name="connsiteY2" fmla="*/ 79 h 8898"/>
                      <a:gd name="connsiteX3" fmla="*/ 8121 w 136925"/>
                      <a:gd name="connsiteY3" fmla="*/ 79 h 8898"/>
                      <a:gd name="connsiteX4" fmla="*/ 277 w 136925"/>
                      <a:gd name="connsiteY4" fmla="*/ 4528 h 8898"/>
                      <a:gd name="connsiteX5" fmla="*/ 8121 w 136925"/>
                      <a:gd name="connsiteY5" fmla="*/ 8977 h 8898"/>
                      <a:gd name="connsiteX6" fmla="*/ 129359 w 136925"/>
                      <a:gd name="connsiteY6" fmla="*/ 8977 h 88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6925" h="8898">
                        <a:moveTo>
                          <a:pt x="129359" y="8977"/>
                        </a:moveTo>
                        <a:cubicBezTo>
                          <a:pt x="133169" y="8977"/>
                          <a:pt x="137203" y="8977"/>
                          <a:pt x="137203" y="4528"/>
                        </a:cubicBezTo>
                        <a:cubicBezTo>
                          <a:pt x="137203" y="79"/>
                          <a:pt x="133169" y="79"/>
                          <a:pt x="129359" y="79"/>
                        </a:cubicBezTo>
                        <a:lnTo>
                          <a:pt x="8121" y="79"/>
                        </a:lnTo>
                        <a:cubicBezTo>
                          <a:pt x="4311" y="79"/>
                          <a:pt x="277" y="79"/>
                          <a:pt x="277" y="4528"/>
                        </a:cubicBezTo>
                        <a:cubicBezTo>
                          <a:pt x="277" y="8977"/>
                          <a:pt x="4311" y="8977"/>
                          <a:pt x="8121" y="8977"/>
                        </a:cubicBezTo>
                        <a:lnTo>
                          <a:pt x="129359" y="89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5" name="Freeform: Shape 1084">
                    <a:extLst>
                      <a:ext uri="{FF2B5EF4-FFF2-40B4-BE49-F238E27FC236}">
                        <a16:creationId xmlns:a16="http://schemas.microsoft.com/office/drawing/2014/main" id="{7CF681D0-D3E3-CB29-1C4E-78C9D5003D96}"/>
                      </a:ext>
                    </a:extLst>
                  </p:cNvPr>
                  <p:cNvSpPr/>
                  <p:nvPr>
                    <p:custDataLst>
                      <p:tags r:id="rId108"/>
                    </p:custDataLst>
                  </p:nvPr>
                </p:nvSpPr>
                <p:spPr>
                  <a:xfrm>
                    <a:off x="11176748" y="7120392"/>
                    <a:ext cx="99724" cy="150390"/>
                  </a:xfrm>
                  <a:custGeom>
                    <a:avLst/>
                    <a:gdLst>
                      <a:gd name="connsiteX0" fmla="*/ 100008 w 99724"/>
                      <a:gd name="connsiteY0" fmla="*/ 119990 h 150390"/>
                      <a:gd name="connsiteX1" fmla="*/ 97094 w 99724"/>
                      <a:gd name="connsiteY1" fmla="*/ 118878 h 150390"/>
                      <a:gd name="connsiteX2" fmla="*/ 75805 w 99724"/>
                      <a:gd name="connsiteY2" fmla="*/ 133561 h 150390"/>
                      <a:gd name="connsiteX3" fmla="*/ 22245 w 99724"/>
                      <a:gd name="connsiteY3" fmla="*/ 133561 h 150390"/>
                      <a:gd name="connsiteX4" fmla="*/ 59894 w 99724"/>
                      <a:gd name="connsiteY4" fmla="*/ 94406 h 150390"/>
                      <a:gd name="connsiteX5" fmla="*/ 88579 w 99724"/>
                      <a:gd name="connsiteY5" fmla="*/ 39456 h 150390"/>
                      <a:gd name="connsiteX6" fmla="*/ 47120 w 99724"/>
                      <a:gd name="connsiteY6" fmla="*/ 79 h 150390"/>
                      <a:gd name="connsiteX7" fmla="*/ 14849 w 99724"/>
                      <a:gd name="connsiteY7" fmla="*/ 13872 h 150390"/>
                      <a:gd name="connsiteX8" fmla="*/ 507 w 99724"/>
                      <a:gd name="connsiteY8" fmla="*/ 44350 h 150390"/>
                      <a:gd name="connsiteX9" fmla="*/ 5213 w 99724"/>
                      <a:gd name="connsiteY9" fmla="*/ 45463 h 150390"/>
                      <a:gd name="connsiteX10" fmla="*/ 37708 w 99724"/>
                      <a:gd name="connsiteY10" fmla="*/ 16541 h 150390"/>
                      <a:gd name="connsiteX11" fmla="*/ 69306 w 99724"/>
                      <a:gd name="connsiteY11" fmla="*/ 47910 h 150390"/>
                      <a:gd name="connsiteX12" fmla="*/ 40173 w 99724"/>
                      <a:gd name="connsiteY12" fmla="*/ 105752 h 150390"/>
                      <a:gd name="connsiteX13" fmla="*/ 283 w 99724"/>
                      <a:gd name="connsiteY13" fmla="*/ 147799 h 150390"/>
                      <a:gd name="connsiteX14" fmla="*/ 283 w 99724"/>
                      <a:gd name="connsiteY14" fmla="*/ 150469 h 150390"/>
                      <a:gd name="connsiteX15" fmla="*/ 87682 w 99724"/>
                      <a:gd name="connsiteY15" fmla="*/ 150469 h 150390"/>
                      <a:gd name="connsiteX16" fmla="*/ 100008 w 99724"/>
                      <a:gd name="connsiteY16" fmla="*/ 119990 h 150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99724" h="150390">
                        <a:moveTo>
                          <a:pt x="100008" y="119990"/>
                        </a:moveTo>
                        <a:lnTo>
                          <a:pt x="97094" y="118878"/>
                        </a:lnTo>
                        <a:cubicBezTo>
                          <a:pt x="88803" y="131559"/>
                          <a:pt x="85889" y="133561"/>
                          <a:pt x="75805" y="133561"/>
                        </a:cubicBezTo>
                        <a:lnTo>
                          <a:pt x="22245" y="133561"/>
                        </a:lnTo>
                        <a:lnTo>
                          <a:pt x="59894" y="94406"/>
                        </a:lnTo>
                        <a:cubicBezTo>
                          <a:pt x="79839" y="73716"/>
                          <a:pt x="88579" y="56809"/>
                          <a:pt x="88579" y="39456"/>
                        </a:cubicBezTo>
                        <a:cubicBezTo>
                          <a:pt x="88579" y="17209"/>
                          <a:pt x="70426" y="79"/>
                          <a:pt x="47120" y="79"/>
                        </a:cubicBezTo>
                        <a:cubicBezTo>
                          <a:pt x="34794" y="79"/>
                          <a:pt x="23141" y="4973"/>
                          <a:pt x="14849" y="13872"/>
                        </a:cubicBezTo>
                        <a:cubicBezTo>
                          <a:pt x="7678" y="21436"/>
                          <a:pt x="4317" y="28555"/>
                          <a:pt x="507" y="44350"/>
                        </a:cubicBezTo>
                        <a:lnTo>
                          <a:pt x="5213" y="45463"/>
                        </a:lnTo>
                        <a:cubicBezTo>
                          <a:pt x="14177" y="23661"/>
                          <a:pt x="22245" y="16541"/>
                          <a:pt x="37708" y="16541"/>
                        </a:cubicBezTo>
                        <a:cubicBezTo>
                          <a:pt x="56532" y="16541"/>
                          <a:pt x="69306" y="29222"/>
                          <a:pt x="69306" y="47910"/>
                        </a:cubicBezTo>
                        <a:cubicBezTo>
                          <a:pt x="69306" y="65263"/>
                          <a:pt x="58997" y="85952"/>
                          <a:pt x="40173" y="105752"/>
                        </a:cubicBezTo>
                        <a:lnTo>
                          <a:pt x="283" y="147799"/>
                        </a:lnTo>
                        <a:lnTo>
                          <a:pt x="283" y="150469"/>
                        </a:lnTo>
                        <a:lnTo>
                          <a:pt x="87682" y="150469"/>
                        </a:lnTo>
                        <a:lnTo>
                          <a:pt x="100008" y="11999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6" name="Freeform: Shape 1085">
                    <a:extLst>
                      <a:ext uri="{FF2B5EF4-FFF2-40B4-BE49-F238E27FC236}">
                        <a16:creationId xmlns:a16="http://schemas.microsoft.com/office/drawing/2014/main" id="{AC4CF771-F417-CCC4-8D14-583B96CDA175}"/>
                      </a:ext>
                    </a:extLst>
                  </p:cNvPr>
                  <p:cNvSpPr/>
                  <p:nvPr>
                    <p:custDataLst>
                      <p:tags r:id="rId109"/>
                    </p:custDataLst>
                  </p:nvPr>
                </p:nvSpPr>
                <p:spPr>
                  <a:xfrm>
                    <a:off x="10888730" y="7344604"/>
                    <a:ext cx="89640" cy="191547"/>
                  </a:xfrm>
                  <a:custGeom>
                    <a:avLst/>
                    <a:gdLst>
                      <a:gd name="connsiteX0" fmla="*/ 83192 w 89640"/>
                      <a:gd name="connsiteY0" fmla="*/ 47917 h 191547"/>
                      <a:gd name="connsiteX1" fmla="*/ 82520 w 89640"/>
                      <a:gd name="connsiteY1" fmla="*/ 47472 h 191547"/>
                      <a:gd name="connsiteX2" fmla="*/ 44422 w 89640"/>
                      <a:gd name="connsiteY2" fmla="*/ 53034 h 191547"/>
                      <a:gd name="connsiteX3" fmla="*/ 44422 w 89640"/>
                      <a:gd name="connsiteY3" fmla="*/ 56593 h 191547"/>
                      <a:gd name="connsiteX4" fmla="*/ 50473 w 89640"/>
                      <a:gd name="connsiteY4" fmla="*/ 56593 h 191547"/>
                      <a:gd name="connsiteX5" fmla="*/ 52042 w 89640"/>
                      <a:gd name="connsiteY5" fmla="*/ 56371 h 191547"/>
                      <a:gd name="connsiteX6" fmla="*/ 59437 w 89640"/>
                      <a:gd name="connsiteY6" fmla="*/ 58373 h 191547"/>
                      <a:gd name="connsiteX7" fmla="*/ 61006 w 89640"/>
                      <a:gd name="connsiteY7" fmla="*/ 63490 h 191547"/>
                      <a:gd name="connsiteX8" fmla="*/ 57420 w 89640"/>
                      <a:gd name="connsiteY8" fmla="*/ 81288 h 191547"/>
                      <a:gd name="connsiteX9" fmla="*/ 41285 w 89640"/>
                      <a:gd name="connsiteY9" fmla="*/ 146249 h 191547"/>
                      <a:gd name="connsiteX10" fmla="*/ 19547 w 89640"/>
                      <a:gd name="connsiteY10" fmla="*/ 186516 h 191547"/>
                      <a:gd name="connsiteX11" fmla="*/ 15513 w 89640"/>
                      <a:gd name="connsiteY11" fmla="*/ 184069 h 191547"/>
                      <a:gd name="connsiteX12" fmla="*/ 16634 w 89640"/>
                      <a:gd name="connsiteY12" fmla="*/ 181622 h 191547"/>
                      <a:gd name="connsiteX13" fmla="*/ 18427 w 89640"/>
                      <a:gd name="connsiteY13" fmla="*/ 176950 h 191547"/>
                      <a:gd name="connsiteX14" fmla="*/ 9239 w 89640"/>
                      <a:gd name="connsiteY14" fmla="*/ 168719 h 191547"/>
                      <a:gd name="connsiteX15" fmla="*/ 275 w 89640"/>
                      <a:gd name="connsiteY15" fmla="*/ 178062 h 191547"/>
                      <a:gd name="connsiteX16" fmla="*/ 17979 w 89640"/>
                      <a:gd name="connsiteY16" fmla="*/ 191633 h 191547"/>
                      <a:gd name="connsiteX17" fmla="*/ 59885 w 89640"/>
                      <a:gd name="connsiteY17" fmla="*/ 139352 h 191547"/>
                      <a:gd name="connsiteX18" fmla="*/ 83192 w 89640"/>
                      <a:gd name="connsiteY18" fmla="*/ 47917 h 191547"/>
                      <a:gd name="connsiteX19" fmla="*/ 78710 w 89640"/>
                      <a:gd name="connsiteY19" fmla="*/ 86 h 191547"/>
                      <a:gd name="connsiteX20" fmla="*/ 68177 w 89640"/>
                      <a:gd name="connsiteY20" fmla="*/ 11877 h 191547"/>
                      <a:gd name="connsiteX21" fmla="*/ 78934 w 89640"/>
                      <a:gd name="connsiteY21" fmla="*/ 23668 h 191547"/>
                      <a:gd name="connsiteX22" fmla="*/ 89915 w 89640"/>
                      <a:gd name="connsiteY22" fmla="*/ 12322 h 191547"/>
                      <a:gd name="connsiteX23" fmla="*/ 78710 w 89640"/>
                      <a:gd name="connsiteY23" fmla="*/ 86 h 1915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89640" h="191547">
                        <a:moveTo>
                          <a:pt x="83192" y="47917"/>
                        </a:moveTo>
                        <a:lnTo>
                          <a:pt x="82520" y="47472"/>
                        </a:lnTo>
                        <a:cubicBezTo>
                          <a:pt x="62575" y="51032"/>
                          <a:pt x="51370" y="52811"/>
                          <a:pt x="44422" y="53034"/>
                        </a:cubicBezTo>
                        <a:lnTo>
                          <a:pt x="44422" y="56593"/>
                        </a:lnTo>
                        <a:lnTo>
                          <a:pt x="50473" y="56593"/>
                        </a:lnTo>
                        <a:lnTo>
                          <a:pt x="52042" y="56371"/>
                        </a:lnTo>
                        <a:cubicBezTo>
                          <a:pt x="53835" y="56148"/>
                          <a:pt x="58317" y="57483"/>
                          <a:pt x="59437" y="58373"/>
                        </a:cubicBezTo>
                        <a:cubicBezTo>
                          <a:pt x="60334" y="59263"/>
                          <a:pt x="61006" y="61265"/>
                          <a:pt x="61006" y="63490"/>
                        </a:cubicBezTo>
                        <a:cubicBezTo>
                          <a:pt x="61006" y="65715"/>
                          <a:pt x="59885" y="71721"/>
                          <a:pt x="57420" y="81288"/>
                        </a:cubicBezTo>
                        <a:lnTo>
                          <a:pt x="41285" y="146249"/>
                        </a:lnTo>
                        <a:cubicBezTo>
                          <a:pt x="33666" y="176727"/>
                          <a:pt x="28511" y="186516"/>
                          <a:pt x="19547" y="186516"/>
                        </a:cubicBezTo>
                        <a:cubicBezTo>
                          <a:pt x="16858" y="186516"/>
                          <a:pt x="15513" y="185626"/>
                          <a:pt x="15513" y="184069"/>
                        </a:cubicBezTo>
                        <a:cubicBezTo>
                          <a:pt x="15513" y="183179"/>
                          <a:pt x="15738" y="182734"/>
                          <a:pt x="16634" y="181622"/>
                        </a:cubicBezTo>
                        <a:cubicBezTo>
                          <a:pt x="17979" y="179842"/>
                          <a:pt x="18427" y="178730"/>
                          <a:pt x="18427" y="176950"/>
                        </a:cubicBezTo>
                        <a:cubicBezTo>
                          <a:pt x="18427" y="172278"/>
                          <a:pt x="14393" y="168719"/>
                          <a:pt x="9239" y="168719"/>
                        </a:cubicBezTo>
                        <a:cubicBezTo>
                          <a:pt x="4084" y="168719"/>
                          <a:pt x="275" y="172723"/>
                          <a:pt x="275" y="178062"/>
                        </a:cubicBezTo>
                        <a:cubicBezTo>
                          <a:pt x="275" y="185849"/>
                          <a:pt x="7670" y="191633"/>
                          <a:pt x="17979" y="191633"/>
                        </a:cubicBezTo>
                        <a:cubicBezTo>
                          <a:pt x="37475" y="191633"/>
                          <a:pt x="50921" y="174725"/>
                          <a:pt x="59885" y="139352"/>
                        </a:cubicBezTo>
                        <a:lnTo>
                          <a:pt x="83192" y="47917"/>
                        </a:lnTo>
                        <a:close/>
                        <a:moveTo>
                          <a:pt x="78710" y="86"/>
                        </a:moveTo>
                        <a:cubicBezTo>
                          <a:pt x="72659" y="86"/>
                          <a:pt x="68177" y="4980"/>
                          <a:pt x="68177" y="11877"/>
                        </a:cubicBezTo>
                        <a:cubicBezTo>
                          <a:pt x="68177" y="18996"/>
                          <a:pt x="72435" y="23668"/>
                          <a:pt x="78934" y="23668"/>
                        </a:cubicBezTo>
                        <a:cubicBezTo>
                          <a:pt x="84761" y="23668"/>
                          <a:pt x="89915" y="18551"/>
                          <a:pt x="89915" y="12322"/>
                        </a:cubicBezTo>
                        <a:cubicBezTo>
                          <a:pt x="89915" y="5870"/>
                          <a:pt x="84761" y="86"/>
                          <a:pt x="78710" y="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: Shape 1086">
                    <a:extLst>
                      <a:ext uri="{FF2B5EF4-FFF2-40B4-BE49-F238E27FC236}">
                        <a16:creationId xmlns:a16="http://schemas.microsoft.com/office/drawing/2014/main" id="{70545904-E8B3-A571-8C07-6D7AF983EB3C}"/>
                      </a:ext>
                    </a:extLst>
                  </p:cNvPr>
                  <p:cNvSpPr/>
                  <p:nvPr>
                    <p:custDataLst>
                      <p:tags r:id="rId110"/>
                    </p:custDataLst>
                  </p:nvPr>
                </p:nvSpPr>
                <p:spPr>
                  <a:xfrm>
                    <a:off x="10997222" y="7408453"/>
                    <a:ext cx="149027" cy="52058"/>
                  </a:xfrm>
                  <a:custGeom>
                    <a:avLst/>
                    <a:gdLst>
                      <a:gd name="connsiteX0" fmla="*/ 141684 w 149027"/>
                      <a:gd name="connsiteY0" fmla="*/ 8985 h 52058"/>
                      <a:gd name="connsiteX1" fmla="*/ 149304 w 149027"/>
                      <a:gd name="connsiteY1" fmla="*/ 4535 h 52058"/>
                      <a:gd name="connsiteX2" fmla="*/ 141909 w 149027"/>
                      <a:gd name="connsiteY2" fmla="*/ 86 h 52058"/>
                      <a:gd name="connsiteX3" fmla="*/ 7672 w 149027"/>
                      <a:gd name="connsiteY3" fmla="*/ 86 h 52058"/>
                      <a:gd name="connsiteX4" fmla="*/ 277 w 149027"/>
                      <a:gd name="connsiteY4" fmla="*/ 4535 h 52058"/>
                      <a:gd name="connsiteX5" fmla="*/ 7896 w 149027"/>
                      <a:gd name="connsiteY5" fmla="*/ 8985 h 52058"/>
                      <a:gd name="connsiteX6" fmla="*/ 141684 w 149027"/>
                      <a:gd name="connsiteY6" fmla="*/ 8985 h 52058"/>
                      <a:gd name="connsiteX7" fmla="*/ 141909 w 149027"/>
                      <a:gd name="connsiteY7" fmla="*/ 52144 h 52058"/>
                      <a:gd name="connsiteX8" fmla="*/ 149304 w 149027"/>
                      <a:gd name="connsiteY8" fmla="*/ 47695 h 52058"/>
                      <a:gd name="connsiteX9" fmla="*/ 141684 w 149027"/>
                      <a:gd name="connsiteY9" fmla="*/ 43245 h 52058"/>
                      <a:gd name="connsiteX10" fmla="*/ 7896 w 149027"/>
                      <a:gd name="connsiteY10" fmla="*/ 43245 h 52058"/>
                      <a:gd name="connsiteX11" fmla="*/ 277 w 149027"/>
                      <a:gd name="connsiteY11" fmla="*/ 47695 h 52058"/>
                      <a:gd name="connsiteX12" fmla="*/ 7672 w 149027"/>
                      <a:gd name="connsiteY12" fmla="*/ 52144 h 52058"/>
                      <a:gd name="connsiteX13" fmla="*/ 141909 w 149027"/>
                      <a:gd name="connsiteY13" fmla="*/ 52144 h 520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49027" h="52058">
                        <a:moveTo>
                          <a:pt x="141684" y="8985"/>
                        </a:moveTo>
                        <a:cubicBezTo>
                          <a:pt x="145046" y="8985"/>
                          <a:pt x="149304" y="8985"/>
                          <a:pt x="149304" y="4535"/>
                        </a:cubicBezTo>
                        <a:cubicBezTo>
                          <a:pt x="149304" y="86"/>
                          <a:pt x="145046" y="86"/>
                          <a:pt x="141909" y="86"/>
                        </a:cubicBezTo>
                        <a:lnTo>
                          <a:pt x="7672" y="86"/>
                        </a:lnTo>
                        <a:cubicBezTo>
                          <a:pt x="4535" y="86"/>
                          <a:pt x="277" y="86"/>
                          <a:pt x="277" y="4535"/>
                        </a:cubicBezTo>
                        <a:cubicBezTo>
                          <a:pt x="277" y="8985"/>
                          <a:pt x="4535" y="8985"/>
                          <a:pt x="7896" y="8985"/>
                        </a:cubicBezTo>
                        <a:lnTo>
                          <a:pt x="141684" y="8985"/>
                        </a:lnTo>
                        <a:close/>
                        <a:moveTo>
                          <a:pt x="141909" y="52144"/>
                        </a:moveTo>
                        <a:cubicBezTo>
                          <a:pt x="145046" y="52144"/>
                          <a:pt x="149304" y="52144"/>
                          <a:pt x="149304" y="47695"/>
                        </a:cubicBezTo>
                        <a:cubicBezTo>
                          <a:pt x="149304" y="43245"/>
                          <a:pt x="145046" y="43245"/>
                          <a:pt x="141684" y="43245"/>
                        </a:cubicBezTo>
                        <a:lnTo>
                          <a:pt x="7896" y="43245"/>
                        </a:lnTo>
                        <a:cubicBezTo>
                          <a:pt x="4535" y="43245"/>
                          <a:pt x="277" y="43245"/>
                          <a:pt x="277" y="47695"/>
                        </a:cubicBezTo>
                        <a:cubicBezTo>
                          <a:pt x="277" y="52144"/>
                          <a:pt x="4535" y="52144"/>
                          <a:pt x="7672" y="52144"/>
                        </a:cubicBezTo>
                        <a:lnTo>
                          <a:pt x="141909" y="5214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: Shape 1087">
                    <a:extLst>
                      <a:ext uri="{FF2B5EF4-FFF2-40B4-BE49-F238E27FC236}">
                        <a16:creationId xmlns:a16="http://schemas.microsoft.com/office/drawing/2014/main" id="{123542D5-19E1-32D2-5703-00FE5784DFD7}"/>
                      </a:ext>
                    </a:extLst>
                  </p:cNvPr>
                  <p:cNvSpPr/>
                  <p:nvPr>
                    <p:custDataLst>
                      <p:tags r:id="rId111"/>
                    </p:custDataLst>
                  </p:nvPr>
                </p:nvSpPr>
                <p:spPr>
                  <a:xfrm>
                    <a:off x="11166173" y="7339710"/>
                    <a:ext cx="99724" cy="150390"/>
                  </a:xfrm>
                  <a:custGeom>
                    <a:avLst/>
                    <a:gdLst>
                      <a:gd name="connsiteX0" fmla="*/ 100007 w 99724"/>
                      <a:gd name="connsiteY0" fmla="*/ 119997 h 150390"/>
                      <a:gd name="connsiteX1" fmla="*/ 97094 w 99724"/>
                      <a:gd name="connsiteY1" fmla="*/ 118885 h 150390"/>
                      <a:gd name="connsiteX2" fmla="*/ 75805 w 99724"/>
                      <a:gd name="connsiteY2" fmla="*/ 133568 h 150390"/>
                      <a:gd name="connsiteX3" fmla="*/ 22244 w 99724"/>
                      <a:gd name="connsiteY3" fmla="*/ 133568 h 150390"/>
                      <a:gd name="connsiteX4" fmla="*/ 59893 w 99724"/>
                      <a:gd name="connsiteY4" fmla="*/ 94413 h 150390"/>
                      <a:gd name="connsiteX5" fmla="*/ 88578 w 99724"/>
                      <a:gd name="connsiteY5" fmla="*/ 39463 h 150390"/>
                      <a:gd name="connsiteX6" fmla="*/ 47120 w 99724"/>
                      <a:gd name="connsiteY6" fmla="*/ 86 h 150390"/>
                      <a:gd name="connsiteX7" fmla="*/ 14849 w 99724"/>
                      <a:gd name="connsiteY7" fmla="*/ 13879 h 150390"/>
                      <a:gd name="connsiteX8" fmla="*/ 507 w 99724"/>
                      <a:gd name="connsiteY8" fmla="*/ 44358 h 150390"/>
                      <a:gd name="connsiteX9" fmla="*/ 5213 w 99724"/>
                      <a:gd name="connsiteY9" fmla="*/ 45470 h 150390"/>
                      <a:gd name="connsiteX10" fmla="*/ 37707 w 99724"/>
                      <a:gd name="connsiteY10" fmla="*/ 16549 h 150390"/>
                      <a:gd name="connsiteX11" fmla="*/ 69306 w 99724"/>
                      <a:gd name="connsiteY11" fmla="*/ 47917 h 150390"/>
                      <a:gd name="connsiteX12" fmla="*/ 40172 w 99724"/>
                      <a:gd name="connsiteY12" fmla="*/ 105759 h 150390"/>
                      <a:gd name="connsiteX13" fmla="*/ 282 w 99724"/>
                      <a:gd name="connsiteY13" fmla="*/ 147806 h 150390"/>
                      <a:gd name="connsiteX14" fmla="*/ 282 w 99724"/>
                      <a:gd name="connsiteY14" fmla="*/ 150476 h 150390"/>
                      <a:gd name="connsiteX15" fmla="*/ 87682 w 99724"/>
                      <a:gd name="connsiteY15" fmla="*/ 150476 h 150390"/>
                      <a:gd name="connsiteX16" fmla="*/ 100007 w 99724"/>
                      <a:gd name="connsiteY16" fmla="*/ 119997 h 150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99724" h="150390">
                        <a:moveTo>
                          <a:pt x="100007" y="119997"/>
                        </a:moveTo>
                        <a:lnTo>
                          <a:pt x="97094" y="118885"/>
                        </a:lnTo>
                        <a:cubicBezTo>
                          <a:pt x="88802" y="131566"/>
                          <a:pt x="85889" y="133568"/>
                          <a:pt x="75805" y="133568"/>
                        </a:cubicBezTo>
                        <a:lnTo>
                          <a:pt x="22244" y="133568"/>
                        </a:lnTo>
                        <a:lnTo>
                          <a:pt x="59893" y="94413"/>
                        </a:lnTo>
                        <a:cubicBezTo>
                          <a:pt x="79838" y="73724"/>
                          <a:pt x="88578" y="56816"/>
                          <a:pt x="88578" y="39463"/>
                        </a:cubicBezTo>
                        <a:cubicBezTo>
                          <a:pt x="88578" y="17216"/>
                          <a:pt x="70426" y="86"/>
                          <a:pt x="47120" y="86"/>
                        </a:cubicBezTo>
                        <a:cubicBezTo>
                          <a:pt x="34794" y="86"/>
                          <a:pt x="23141" y="4980"/>
                          <a:pt x="14849" y="13879"/>
                        </a:cubicBezTo>
                        <a:cubicBezTo>
                          <a:pt x="7678" y="21443"/>
                          <a:pt x="4316" y="28562"/>
                          <a:pt x="507" y="44358"/>
                        </a:cubicBezTo>
                        <a:lnTo>
                          <a:pt x="5213" y="45470"/>
                        </a:lnTo>
                        <a:cubicBezTo>
                          <a:pt x="14177" y="23668"/>
                          <a:pt x="22244" y="16549"/>
                          <a:pt x="37707" y="16549"/>
                        </a:cubicBezTo>
                        <a:cubicBezTo>
                          <a:pt x="56532" y="16549"/>
                          <a:pt x="69306" y="29230"/>
                          <a:pt x="69306" y="47917"/>
                        </a:cubicBezTo>
                        <a:cubicBezTo>
                          <a:pt x="69306" y="65270"/>
                          <a:pt x="58997" y="85960"/>
                          <a:pt x="40172" y="105759"/>
                        </a:cubicBezTo>
                        <a:lnTo>
                          <a:pt x="282" y="147806"/>
                        </a:lnTo>
                        <a:lnTo>
                          <a:pt x="282" y="150476"/>
                        </a:lnTo>
                        <a:lnTo>
                          <a:pt x="87682" y="150476"/>
                        </a:lnTo>
                        <a:lnTo>
                          <a:pt x="100007" y="11999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: Shape 1088">
                    <a:extLst>
                      <a:ext uri="{FF2B5EF4-FFF2-40B4-BE49-F238E27FC236}">
                        <a16:creationId xmlns:a16="http://schemas.microsoft.com/office/drawing/2014/main" id="{035DE713-A02B-2418-5FFB-2CAC267C9BE7}"/>
                      </a:ext>
                    </a:extLst>
                  </p:cNvPr>
                  <p:cNvSpPr/>
                  <p:nvPr>
                    <p:custDataLst>
                      <p:tags r:id="rId112"/>
                    </p:custDataLst>
                  </p:nvPr>
                </p:nvSpPr>
                <p:spPr>
                  <a:xfrm>
                    <a:off x="11291193" y="7466518"/>
                    <a:ext cx="26219" cy="66518"/>
                  </a:xfrm>
                  <a:custGeom>
                    <a:avLst/>
                    <a:gdLst>
                      <a:gd name="connsiteX0" fmla="*/ 26506 w 26219"/>
                      <a:gd name="connsiteY0" fmla="*/ 23445 h 66518"/>
                      <a:gd name="connsiteX1" fmla="*/ 12164 w 26219"/>
                      <a:gd name="connsiteY1" fmla="*/ 86 h 66518"/>
                      <a:gd name="connsiteX2" fmla="*/ 286 w 26219"/>
                      <a:gd name="connsiteY2" fmla="*/ 11877 h 66518"/>
                      <a:gd name="connsiteX3" fmla="*/ 12164 w 26219"/>
                      <a:gd name="connsiteY3" fmla="*/ 23668 h 66518"/>
                      <a:gd name="connsiteX4" fmla="*/ 20007 w 26219"/>
                      <a:gd name="connsiteY4" fmla="*/ 20776 h 66518"/>
                      <a:gd name="connsiteX5" fmla="*/ 21128 w 26219"/>
                      <a:gd name="connsiteY5" fmla="*/ 20108 h 66518"/>
                      <a:gd name="connsiteX6" fmla="*/ 21576 w 26219"/>
                      <a:gd name="connsiteY6" fmla="*/ 23445 h 66518"/>
                      <a:gd name="connsiteX7" fmla="*/ 6337 w 26219"/>
                      <a:gd name="connsiteY7" fmla="*/ 60598 h 66518"/>
                      <a:gd name="connsiteX8" fmla="*/ 3872 w 26219"/>
                      <a:gd name="connsiteY8" fmla="*/ 64157 h 66518"/>
                      <a:gd name="connsiteX9" fmla="*/ 6113 w 26219"/>
                      <a:gd name="connsiteY9" fmla="*/ 66605 h 66518"/>
                      <a:gd name="connsiteX10" fmla="*/ 26506 w 26219"/>
                      <a:gd name="connsiteY10" fmla="*/ 23445 h 665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219" h="66518">
                        <a:moveTo>
                          <a:pt x="26506" y="23445"/>
                        </a:moveTo>
                        <a:cubicBezTo>
                          <a:pt x="26506" y="8762"/>
                          <a:pt x="20903" y="86"/>
                          <a:pt x="12164" y="86"/>
                        </a:cubicBezTo>
                        <a:cubicBezTo>
                          <a:pt x="4768" y="86"/>
                          <a:pt x="286" y="5648"/>
                          <a:pt x="286" y="11877"/>
                        </a:cubicBezTo>
                        <a:cubicBezTo>
                          <a:pt x="286" y="17884"/>
                          <a:pt x="4768" y="23668"/>
                          <a:pt x="12164" y="23668"/>
                        </a:cubicBezTo>
                        <a:cubicBezTo>
                          <a:pt x="14853" y="23668"/>
                          <a:pt x="17766" y="22778"/>
                          <a:pt x="20007" y="20776"/>
                        </a:cubicBezTo>
                        <a:cubicBezTo>
                          <a:pt x="20679" y="20331"/>
                          <a:pt x="20903" y="20108"/>
                          <a:pt x="21128" y="20108"/>
                        </a:cubicBezTo>
                        <a:cubicBezTo>
                          <a:pt x="21352" y="20108"/>
                          <a:pt x="21576" y="20331"/>
                          <a:pt x="21576" y="23445"/>
                        </a:cubicBezTo>
                        <a:cubicBezTo>
                          <a:pt x="21576" y="39908"/>
                          <a:pt x="13732" y="53256"/>
                          <a:pt x="6337" y="60598"/>
                        </a:cubicBezTo>
                        <a:cubicBezTo>
                          <a:pt x="3872" y="63045"/>
                          <a:pt x="3872" y="63490"/>
                          <a:pt x="3872" y="64157"/>
                        </a:cubicBezTo>
                        <a:cubicBezTo>
                          <a:pt x="3872" y="65715"/>
                          <a:pt x="4992" y="66605"/>
                          <a:pt x="6113" y="66605"/>
                        </a:cubicBezTo>
                        <a:cubicBezTo>
                          <a:pt x="8578" y="66605"/>
                          <a:pt x="26506" y="49474"/>
                          <a:pt x="26506" y="2344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: Shape 1089">
                    <a:extLst>
                      <a:ext uri="{FF2B5EF4-FFF2-40B4-BE49-F238E27FC236}">
                        <a16:creationId xmlns:a16="http://schemas.microsoft.com/office/drawing/2014/main" id="{1A6E940D-7086-5545-8443-F20A0136C2DB}"/>
                      </a:ext>
                    </a:extLst>
                  </p:cNvPr>
                  <p:cNvSpPr/>
                  <p:nvPr>
                    <p:custDataLst>
                      <p:tags r:id="rId113"/>
                    </p:custDataLst>
                  </p:nvPr>
                </p:nvSpPr>
                <p:spPr>
                  <a:xfrm>
                    <a:off x="11336916" y="7339710"/>
                    <a:ext cx="103086" cy="150390"/>
                  </a:xfrm>
                  <a:custGeom>
                    <a:avLst/>
                    <a:gdLst>
                      <a:gd name="connsiteX0" fmla="*/ 103375 w 103086"/>
                      <a:gd name="connsiteY0" fmla="*/ 99085 h 150390"/>
                      <a:gd name="connsiteX1" fmla="*/ 80516 w 103086"/>
                      <a:gd name="connsiteY1" fmla="*/ 99085 h 150390"/>
                      <a:gd name="connsiteX2" fmla="*/ 80516 w 103086"/>
                      <a:gd name="connsiteY2" fmla="*/ 86 h 150390"/>
                      <a:gd name="connsiteX3" fmla="*/ 70656 w 103086"/>
                      <a:gd name="connsiteY3" fmla="*/ 86 h 150390"/>
                      <a:gd name="connsiteX4" fmla="*/ 288 w 103086"/>
                      <a:gd name="connsiteY4" fmla="*/ 99085 h 150390"/>
                      <a:gd name="connsiteX5" fmla="*/ 288 w 103086"/>
                      <a:gd name="connsiteY5" fmla="*/ 113323 h 150390"/>
                      <a:gd name="connsiteX6" fmla="*/ 63261 w 103086"/>
                      <a:gd name="connsiteY6" fmla="*/ 113323 h 150390"/>
                      <a:gd name="connsiteX7" fmla="*/ 63261 w 103086"/>
                      <a:gd name="connsiteY7" fmla="*/ 150476 h 150390"/>
                      <a:gd name="connsiteX8" fmla="*/ 80516 w 103086"/>
                      <a:gd name="connsiteY8" fmla="*/ 150476 h 150390"/>
                      <a:gd name="connsiteX9" fmla="*/ 80516 w 103086"/>
                      <a:gd name="connsiteY9" fmla="*/ 113323 h 150390"/>
                      <a:gd name="connsiteX10" fmla="*/ 103375 w 103086"/>
                      <a:gd name="connsiteY10" fmla="*/ 113323 h 150390"/>
                      <a:gd name="connsiteX11" fmla="*/ 103375 w 103086"/>
                      <a:gd name="connsiteY11" fmla="*/ 99085 h 150390"/>
                      <a:gd name="connsiteX12" fmla="*/ 63036 w 103086"/>
                      <a:gd name="connsiteY12" fmla="*/ 99085 h 150390"/>
                      <a:gd name="connsiteX13" fmla="*/ 9252 w 103086"/>
                      <a:gd name="connsiteY13" fmla="*/ 99085 h 150390"/>
                      <a:gd name="connsiteX14" fmla="*/ 63036 w 103086"/>
                      <a:gd name="connsiteY14" fmla="*/ 22778 h 150390"/>
                      <a:gd name="connsiteX15" fmla="*/ 63036 w 103086"/>
                      <a:gd name="connsiteY15" fmla="*/ 99085 h 1503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103086" h="150390">
                        <a:moveTo>
                          <a:pt x="103375" y="99085"/>
                        </a:moveTo>
                        <a:lnTo>
                          <a:pt x="80516" y="99085"/>
                        </a:lnTo>
                        <a:lnTo>
                          <a:pt x="80516" y="86"/>
                        </a:lnTo>
                        <a:lnTo>
                          <a:pt x="70656" y="86"/>
                        </a:lnTo>
                        <a:lnTo>
                          <a:pt x="288" y="99085"/>
                        </a:lnTo>
                        <a:lnTo>
                          <a:pt x="288" y="113323"/>
                        </a:lnTo>
                        <a:lnTo>
                          <a:pt x="63261" y="113323"/>
                        </a:lnTo>
                        <a:lnTo>
                          <a:pt x="63261" y="150476"/>
                        </a:lnTo>
                        <a:lnTo>
                          <a:pt x="80516" y="150476"/>
                        </a:lnTo>
                        <a:lnTo>
                          <a:pt x="80516" y="113323"/>
                        </a:lnTo>
                        <a:lnTo>
                          <a:pt x="103375" y="113323"/>
                        </a:lnTo>
                        <a:lnTo>
                          <a:pt x="103375" y="99085"/>
                        </a:lnTo>
                        <a:close/>
                        <a:moveTo>
                          <a:pt x="63036" y="99085"/>
                        </a:moveTo>
                        <a:lnTo>
                          <a:pt x="9252" y="99085"/>
                        </a:lnTo>
                        <a:lnTo>
                          <a:pt x="63036" y="22778"/>
                        </a:lnTo>
                        <a:lnTo>
                          <a:pt x="63036" y="990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: Shape 1090">
                    <a:extLst>
                      <a:ext uri="{FF2B5EF4-FFF2-40B4-BE49-F238E27FC236}">
                        <a16:creationId xmlns:a16="http://schemas.microsoft.com/office/drawing/2014/main" id="{FC6B3D41-B600-316E-C4F0-A164C4E5B196}"/>
                      </a:ext>
                    </a:extLst>
                  </p:cNvPr>
                  <p:cNvSpPr/>
                  <p:nvPr>
                    <p:custDataLst>
                      <p:tags r:id="rId114"/>
                    </p:custDataLst>
                  </p:nvPr>
                </p:nvSpPr>
                <p:spPr>
                  <a:xfrm>
                    <a:off x="11465970" y="7466518"/>
                    <a:ext cx="26219" cy="66518"/>
                  </a:xfrm>
                  <a:custGeom>
                    <a:avLst/>
                    <a:gdLst>
                      <a:gd name="connsiteX0" fmla="*/ 26512 w 26219"/>
                      <a:gd name="connsiteY0" fmla="*/ 23445 h 66518"/>
                      <a:gd name="connsiteX1" fmla="*/ 12169 w 26219"/>
                      <a:gd name="connsiteY1" fmla="*/ 86 h 66518"/>
                      <a:gd name="connsiteX2" fmla="*/ 292 w 26219"/>
                      <a:gd name="connsiteY2" fmla="*/ 11877 h 66518"/>
                      <a:gd name="connsiteX3" fmla="*/ 12169 w 26219"/>
                      <a:gd name="connsiteY3" fmla="*/ 23668 h 66518"/>
                      <a:gd name="connsiteX4" fmla="*/ 20013 w 26219"/>
                      <a:gd name="connsiteY4" fmla="*/ 20776 h 66518"/>
                      <a:gd name="connsiteX5" fmla="*/ 21133 w 26219"/>
                      <a:gd name="connsiteY5" fmla="*/ 20108 h 66518"/>
                      <a:gd name="connsiteX6" fmla="*/ 21582 w 26219"/>
                      <a:gd name="connsiteY6" fmla="*/ 23445 h 66518"/>
                      <a:gd name="connsiteX7" fmla="*/ 6343 w 26219"/>
                      <a:gd name="connsiteY7" fmla="*/ 60598 h 66518"/>
                      <a:gd name="connsiteX8" fmla="*/ 3878 w 26219"/>
                      <a:gd name="connsiteY8" fmla="*/ 64157 h 66518"/>
                      <a:gd name="connsiteX9" fmla="*/ 6119 w 26219"/>
                      <a:gd name="connsiteY9" fmla="*/ 66605 h 66518"/>
                      <a:gd name="connsiteX10" fmla="*/ 26512 w 26219"/>
                      <a:gd name="connsiteY10" fmla="*/ 23445 h 665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219" h="66518">
                        <a:moveTo>
                          <a:pt x="26512" y="23445"/>
                        </a:moveTo>
                        <a:cubicBezTo>
                          <a:pt x="26512" y="8762"/>
                          <a:pt x="20909" y="86"/>
                          <a:pt x="12169" y="86"/>
                        </a:cubicBezTo>
                        <a:cubicBezTo>
                          <a:pt x="4774" y="86"/>
                          <a:pt x="292" y="5648"/>
                          <a:pt x="292" y="11877"/>
                        </a:cubicBezTo>
                        <a:cubicBezTo>
                          <a:pt x="292" y="17884"/>
                          <a:pt x="4774" y="23668"/>
                          <a:pt x="12169" y="23668"/>
                        </a:cubicBezTo>
                        <a:cubicBezTo>
                          <a:pt x="14858" y="23668"/>
                          <a:pt x="17772" y="22778"/>
                          <a:pt x="20013" y="20776"/>
                        </a:cubicBezTo>
                        <a:cubicBezTo>
                          <a:pt x="20685" y="20331"/>
                          <a:pt x="20909" y="20108"/>
                          <a:pt x="21133" y="20108"/>
                        </a:cubicBezTo>
                        <a:cubicBezTo>
                          <a:pt x="21357" y="20108"/>
                          <a:pt x="21582" y="20331"/>
                          <a:pt x="21582" y="23445"/>
                        </a:cubicBezTo>
                        <a:cubicBezTo>
                          <a:pt x="21582" y="39908"/>
                          <a:pt x="13738" y="53256"/>
                          <a:pt x="6343" y="60598"/>
                        </a:cubicBezTo>
                        <a:cubicBezTo>
                          <a:pt x="3878" y="63045"/>
                          <a:pt x="3878" y="63490"/>
                          <a:pt x="3878" y="64157"/>
                        </a:cubicBezTo>
                        <a:cubicBezTo>
                          <a:pt x="3878" y="65715"/>
                          <a:pt x="4998" y="66605"/>
                          <a:pt x="6119" y="66605"/>
                        </a:cubicBezTo>
                        <a:cubicBezTo>
                          <a:pt x="8584" y="66605"/>
                          <a:pt x="26512" y="49474"/>
                          <a:pt x="26512" y="23445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: Shape 1091">
                    <a:extLst>
                      <a:ext uri="{FF2B5EF4-FFF2-40B4-BE49-F238E27FC236}">
                        <a16:creationId xmlns:a16="http://schemas.microsoft.com/office/drawing/2014/main" id="{12A6EB85-59BC-431C-9C9C-44E3DDC32FD9}"/>
                      </a:ext>
                    </a:extLst>
                  </p:cNvPr>
                  <p:cNvSpPr/>
                  <p:nvPr>
                    <p:custDataLst>
                      <p:tags r:id="rId115"/>
                    </p:custDataLst>
                  </p:nvPr>
                </p:nvSpPr>
                <p:spPr>
                  <a:xfrm>
                    <a:off x="11516623" y="7337930"/>
                    <a:ext cx="97259" cy="155284"/>
                  </a:xfrm>
                  <a:custGeom>
                    <a:avLst/>
                    <a:gdLst>
                      <a:gd name="connsiteX0" fmla="*/ 92624 w 97259"/>
                      <a:gd name="connsiteY0" fmla="*/ 86 h 155284"/>
                      <a:gd name="connsiteX1" fmla="*/ 37719 w 97259"/>
                      <a:gd name="connsiteY1" fmla="*/ 17884 h 155284"/>
                      <a:gd name="connsiteX2" fmla="*/ 294 w 97259"/>
                      <a:gd name="connsiteY2" fmla="*/ 90186 h 155284"/>
                      <a:gd name="connsiteX3" fmla="*/ 15981 w 97259"/>
                      <a:gd name="connsiteY3" fmla="*/ 140242 h 155284"/>
                      <a:gd name="connsiteX4" fmla="*/ 50493 w 97259"/>
                      <a:gd name="connsiteY4" fmla="*/ 155370 h 155284"/>
                      <a:gd name="connsiteX5" fmla="*/ 97554 w 97259"/>
                      <a:gd name="connsiteY5" fmla="*/ 103535 h 155284"/>
                      <a:gd name="connsiteX6" fmla="*/ 55423 w 97259"/>
                      <a:gd name="connsiteY6" fmla="*/ 57038 h 155284"/>
                      <a:gd name="connsiteX7" fmla="*/ 26738 w 97259"/>
                      <a:gd name="connsiteY7" fmla="*/ 67050 h 155284"/>
                      <a:gd name="connsiteX8" fmla="*/ 93072 w 97259"/>
                      <a:gd name="connsiteY8" fmla="*/ 3645 h 155284"/>
                      <a:gd name="connsiteX9" fmla="*/ 92624 w 97259"/>
                      <a:gd name="connsiteY9" fmla="*/ 86 h 155284"/>
                      <a:gd name="connsiteX10" fmla="*/ 46907 w 97259"/>
                      <a:gd name="connsiteY10" fmla="*/ 67272 h 155284"/>
                      <a:gd name="connsiteX11" fmla="*/ 77385 w 97259"/>
                      <a:gd name="connsiteY11" fmla="*/ 111099 h 155284"/>
                      <a:gd name="connsiteX12" fmla="*/ 52958 w 97259"/>
                      <a:gd name="connsiteY12" fmla="*/ 149141 h 155284"/>
                      <a:gd name="connsiteX13" fmla="*/ 21135 w 97259"/>
                      <a:gd name="connsiteY13" fmla="*/ 93746 h 155284"/>
                      <a:gd name="connsiteX14" fmla="*/ 27410 w 97259"/>
                      <a:gd name="connsiteY14" fmla="*/ 72834 h 155284"/>
                      <a:gd name="connsiteX15" fmla="*/ 46907 w 97259"/>
                      <a:gd name="connsiteY15" fmla="*/ 67272 h 155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97259" h="155284">
                        <a:moveTo>
                          <a:pt x="92624" y="86"/>
                        </a:moveTo>
                        <a:cubicBezTo>
                          <a:pt x="67076" y="2311"/>
                          <a:pt x="54078" y="6538"/>
                          <a:pt x="37719" y="17884"/>
                        </a:cubicBezTo>
                        <a:cubicBezTo>
                          <a:pt x="13516" y="35014"/>
                          <a:pt x="294" y="60375"/>
                          <a:pt x="294" y="90186"/>
                        </a:cubicBezTo>
                        <a:cubicBezTo>
                          <a:pt x="294" y="109541"/>
                          <a:pt x="6345" y="129119"/>
                          <a:pt x="15981" y="140242"/>
                        </a:cubicBezTo>
                        <a:cubicBezTo>
                          <a:pt x="24497" y="150031"/>
                          <a:pt x="36598" y="155370"/>
                          <a:pt x="50493" y="155370"/>
                        </a:cubicBezTo>
                        <a:cubicBezTo>
                          <a:pt x="78281" y="155370"/>
                          <a:pt x="97554" y="134236"/>
                          <a:pt x="97554" y="103535"/>
                        </a:cubicBezTo>
                        <a:cubicBezTo>
                          <a:pt x="97554" y="75058"/>
                          <a:pt x="81194" y="57038"/>
                          <a:pt x="55423" y="57038"/>
                        </a:cubicBezTo>
                        <a:cubicBezTo>
                          <a:pt x="45562" y="57038"/>
                          <a:pt x="40856" y="58596"/>
                          <a:pt x="26738" y="67050"/>
                        </a:cubicBezTo>
                        <a:cubicBezTo>
                          <a:pt x="32789" y="33456"/>
                          <a:pt x="57888" y="9430"/>
                          <a:pt x="93072" y="3645"/>
                        </a:cubicBezTo>
                        <a:lnTo>
                          <a:pt x="92624" y="86"/>
                        </a:lnTo>
                        <a:close/>
                        <a:moveTo>
                          <a:pt x="46907" y="67272"/>
                        </a:moveTo>
                        <a:cubicBezTo>
                          <a:pt x="66180" y="67272"/>
                          <a:pt x="77385" y="83290"/>
                          <a:pt x="77385" y="111099"/>
                        </a:cubicBezTo>
                        <a:cubicBezTo>
                          <a:pt x="77385" y="135570"/>
                          <a:pt x="68645" y="149141"/>
                          <a:pt x="52958" y="149141"/>
                        </a:cubicBezTo>
                        <a:cubicBezTo>
                          <a:pt x="33237" y="149141"/>
                          <a:pt x="21135" y="128229"/>
                          <a:pt x="21135" y="93746"/>
                        </a:cubicBezTo>
                        <a:cubicBezTo>
                          <a:pt x="21135" y="82400"/>
                          <a:pt x="22928" y="76171"/>
                          <a:pt x="27410" y="72834"/>
                        </a:cubicBezTo>
                        <a:cubicBezTo>
                          <a:pt x="32116" y="69274"/>
                          <a:pt x="39063" y="67272"/>
                          <a:pt x="46907" y="6727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: Shape 1092">
                    <a:extLst>
                      <a:ext uri="{FF2B5EF4-FFF2-40B4-BE49-F238E27FC236}">
                        <a16:creationId xmlns:a16="http://schemas.microsoft.com/office/drawing/2014/main" id="{B96F4743-33BF-2493-AD9C-E476D989282D}"/>
                      </a:ext>
                    </a:extLst>
                  </p:cNvPr>
                  <p:cNvSpPr/>
                  <p:nvPr>
                    <p:custDataLst>
                      <p:tags r:id="rId116"/>
                    </p:custDataLst>
                  </p:nvPr>
                </p:nvSpPr>
                <p:spPr>
                  <a:xfrm>
                    <a:off x="11671525" y="7189289"/>
                    <a:ext cx="172921" cy="266062"/>
                  </a:xfrm>
                  <a:custGeom>
                    <a:avLst/>
                    <a:gdLst>
                      <a:gd name="connsiteX0" fmla="*/ 55418 w 172921"/>
                      <a:gd name="connsiteY0" fmla="*/ 84861 h 266062"/>
                      <a:gd name="connsiteX1" fmla="*/ 82673 w 172921"/>
                      <a:gd name="connsiteY1" fmla="*/ 84861 h 266062"/>
                      <a:gd name="connsiteX2" fmla="*/ 56024 w 172921"/>
                      <a:gd name="connsiteY2" fmla="*/ 211128 h 266062"/>
                      <a:gd name="connsiteX3" fmla="*/ 26648 w 172921"/>
                      <a:gd name="connsiteY3" fmla="*/ 259832 h 266062"/>
                      <a:gd name="connsiteX4" fmla="*/ 20591 w 172921"/>
                      <a:gd name="connsiteY4" fmla="*/ 255021 h 266062"/>
                      <a:gd name="connsiteX5" fmla="*/ 21803 w 172921"/>
                      <a:gd name="connsiteY5" fmla="*/ 251714 h 266062"/>
                      <a:gd name="connsiteX6" fmla="*/ 23317 w 172921"/>
                      <a:gd name="connsiteY6" fmla="*/ 246904 h 266062"/>
                      <a:gd name="connsiteX7" fmla="*/ 11506 w 172921"/>
                      <a:gd name="connsiteY7" fmla="*/ 235480 h 266062"/>
                      <a:gd name="connsiteX8" fmla="*/ 301 w 172921"/>
                      <a:gd name="connsiteY8" fmla="*/ 247806 h 266062"/>
                      <a:gd name="connsiteX9" fmla="*/ 24225 w 172921"/>
                      <a:gd name="connsiteY9" fmla="*/ 266145 h 266062"/>
                      <a:gd name="connsiteX10" fmla="*/ 84793 w 172921"/>
                      <a:gd name="connsiteY10" fmla="*/ 181065 h 266062"/>
                      <a:gd name="connsiteX11" fmla="*/ 106598 w 172921"/>
                      <a:gd name="connsiteY11" fmla="*/ 84861 h 266062"/>
                      <a:gd name="connsiteX12" fmla="*/ 139607 w 172921"/>
                      <a:gd name="connsiteY12" fmla="*/ 84861 h 266062"/>
                      <a:gd name="connsiteX13" fmla="*/ 141424 w 172921"/>
                      <a:gd name="connsiteY13" fmla="*/ 75241 h 266062"/>
                      <a:gd name="connsiteX14" fmla="*/ 108718 w 172921"/>
                      <a:gd name="connsiteY14" fmla="*/ 75241 h 266062"/>
                      <a:gd name="connsiteX15" fmla="*/ 145664 w 172921"/>
                      <a:gd name="connsiteY15" fmla="*/ 6696 h 266062"/>
                      <a:gd name="connsiteX16" fmla="*/ 152326 w 172921"/>
                      <a:gd name="connsiteY16" fmla="*/ 10304 h 266062"/>
                      <a:gd name="connsiteX17" fmla="*/ 151115 w 172921"/>
                      <a:gd name="connsiteY17" fmla="*/ 13310 h 266062"/>
                      <a:gd name="connsiteX18" fmla="*/ 149298 w 172921"/>
                      <a:gd name="connsiteY18" fmla="*/ 19623 h 266062"/>
                      <a:gd name="connsiteX19" fmla="*/ 160503 w 172921"/>
                      <a:gd name="connsiteY19" fmla="*/ 31649 h 266062"/>
                      <a:gd name="connsiteX20" fmla="*/ 173222 w 172921"/>
                      <a:gd name="connsiteY20" fmla="*/ 19623 h 266062"/>
                      <a:gd name="connsiteX21" fmla="*/ 147178 w 172921"/>
                      <a:gd name="connsiteY21" fmla="*/ 82 h 266062"/>
                      <a:gd name="connsiteX22" fmla="*/ 109626 w 172921"/>
                      <a:gd name="connsiteY22" fmla="*/ 20826 h 266062"/>
                      <a:gd name="connsiteX23" fmla="*/ 85399 w 172921"/>
                      <a:gd name="connsiteY23" fmla="*/ 75241 h 266062"/>
                      <a:gd name="connsiteX24" fmla="*/ 57538 w 172921"/>
                      <a:gd name="connsiteY24" fmla="*/ 75241 h 266062"/>
                      <a:gd name="connsiteX25" fmla="*/ 55418 w 172921"/>
                      <a:gd name="connsiteY25" fmla="*/ 84861 h 2660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2921" h="266062">
                        <a:moveTo>
                          <a:pt x="55418" y="84861"/>
                        </a:moveTo>
                        <a:lnTo>
                          <a:pt x="82673" y="84861"/>
                        </a:lnTo>
                        <a:lnTo>
                          <a:pt x="56024" y="211128"/>
                        </a:lnTo>
                        <a:cubicBezTo>
                          <a:pt x="49361" y="243297"/>
                          <a:pt x="39367" y="259832"/>
                          <a:pt x="26648" y="259832"/>
                        </a:cubicBezTo>
                        <a:cubicBezTo>
                          <a:pt x="23014" y="259832"/>
                          <a:pt x="20591" y="257727"/>
                          <a:pt x="20591" y="255021"/>
                        </a:cubicBezTo>
                        <a:cubicBezTo>
                          <a:pt x="20591" y="254119"/>
                          <a:pt x="20894" y="253218"/>
                          <a:pt x="21803" y="251714"/>
                        </a:cubicBezTo>
                        <a:cubicBezTo>
                          <a:pt x="23014" y="249911"/>
                          <a:pt x="23317" y="248708"/>
                          <a:pt x="23317" y="246904"/>
                        </a:cubicBezTo>
                        <a:cubicBezTo>
                          <a:pt x="23317" y="240591"/>
                          <a:pt x="17866" y="235480"/>
                          <a:pt x="11506" y="235480"/>
                        </a:cubicBezTo>
                        <a:cubicBezTo>
                          <a:pt x="5146" y="235480"/>
                          <a:pt x="301" y="240891"/>
                          <a:pt x="301" y="247806"/>
                        </a:cubicBezTo>
                        <a:cubicBezTo>
                          <a:pt x="301" y="258028"/>
                          <a:pt x="10900" y="266145"/>
                          <a:pt x="24225" y="266145"/>
                        </a:cubicBezTo>
                        <a:cubicBezTo>
                          <a:pt x="51178" y="266145"/>
                          <a:pt x="72377" y="236382"/>
                          <a:pt x="84793" y="181065"/>
                        </a:cubicBezTo>
                        <a:lnTo>
                          <a:pt x="106598" y="84861"/>
                        </a:lnTo>
                        <a:lnTo>
                          <a:pt x="139607" y="84861"/>
                        </a:lnTo>
                        <a:lnTo>
                          <a:pt x="141424" y="75241"/>
                        </a:lnTo>
                        <a:lnTo>
                          <a:pt x="108718" y="75241"/>
                        </a:lnTo>
                        <a:cubicBezTo>
                          <a:pt x="117500" y="28041"/>
                          <a:pt x="128705" y="6696"/>
                          <a:pt x="145664" y="6696"/>
                        </a:cubicBezTo>
                        <a:cubicBezTo>
                          <a:pt x="149601" y="6696"/>
                          <a:pt x="152326" y="8199"/>
                          <a:pt x="152326" y="10304"/>
                        </a:cubicBezTo>
                        <a:cubicBezTo>
                          <a:pt x="152326" y="11206"/>
                          <a:pt x="152024" y="11807"/>
                          <a:pt x="151115" y="13310"/>
                        </a:cubicBezTo>
                        <a:cubicBezTo>
                          <a:pt x="149904" y="16016"/>
                          <a:pt x="149298" y="17519"/>
                          <a:pt x="149298" y="19623"/>
                        </a:cubicBezTo>
                        <a:cubicBezTo>
                          <a:pt x="149298" y="26839"/>
                          <a:pt x="153841" y="31649"/>
                          <a:pt x="160503" y="31649"/>
                        </a:cubicBezTo>
                        <a:cubicBezTo>
                          <a:pt x="167468" y="31649"/>
                          <a:pt x="173222" y="26237"/>
                          <a:pt x="173222" y="19623"/>
                        </a:cubicBezTo>
                        <a:cubicBezTo>
                          <a:pt x="173222" y="8500"/>
                          <a:pt x="162017" y="82"/>
                          <a:pt x="147178" y="82"/>
                        </a:cubicBezTo>
                        <a:cubicBezTo>
                          <a:pt x="132339" y="82"/>
                          <a:pt x="120528" y="6696"/>
                          <a:pt x="109626" y="20826"/>
                        </a:cubicBezTo>
                        <a:cubicBezTo>
                          <a:pt x="100541" y="32551"/>
                          <a:pt x="94484" y="46380"/>
                          <a:pt x="85399" y="75241"/>
                        </a:cubicBezTo>
                        <a:lnTo>
                          <a:pt x="57538" y="75241"/>
                        </a:lnTo>
                        <a:lnTo>
                          <a:pt x="55418" y="848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: Shape 1093">
                    <a:extLst>
                      <a:ext uri="{FF2B5EF4-FFF2-40B4-BE49-F238E27FC236}">
                        <a16:creationId xmlns:a16="http://schemas.microsoft.com/office/drawing/2014/main" id="{328025FE-3370-8EE3-9978-E729E2F3A079}"/>
                      </a:ext>
                    </a:extLst>
                  </p:cNvPr>
                  <p:cNvSpPr/>
                  <p:nvPr>
                    <p:custDataLst>
                      <p:tags r:id="rId117"/>
                    </p:custDataLst>
                  </p:nvPr>
                </p:nvSpPr>
                <p:spPr>
                  <a:xfrm>
                    <a:off x="11874905" y="7167643"/>
                    <a:ext cx="70258" cy="300635"/>
                  </a:xfrm>
                  <a:custGeom>
                    <a:avLst/>
                    <a:gdLst>
                      <a:gd name="connsiteX0" fmla="*/ 70564 w 70258"/>
                      <a:gd name="connsiteY0" fmla="*/ 297712 h 300635"/>
                      <a:gd name="connsiteX1" fmla="*/ 65416 w 70258"/>
                      <a:gd name="connsiteY1" fmla="*/ 291098 h 300635"/>
                      <a:gd name="connsiteX2" fmla="*/ 17870 w 70258"/>
                      <a:gd name="connsiteY2" fmla="*/ 150400 h 300635"/>
                      <a:gd name="connsiteX3" fmla="*/ 66627 w 70258"/>
                      <a:gd name="connsiteY3" fmla="*/ 8199 h 300635"/>
                      <a:gd name="connsiteX4" fmla="*/ 70564 w 70258"/>
                      <a:gd name="connsiteY4" fmla="*/ 3088 h 300635"/>
                      <a:gd name="connsiteX5" fmla="*/ 67536 w 70258"/>
                      <a:gd name="connsiteY5" fmla="*/ 82 h 300635"/>
                      <a:gd name="connsiteX6" fmla="*/ 19384 w 70258"/>
                      <a:gd name="connsiteY6" fmla="*/ 58706 h 300635"/>
                      <a:gd name="connsiteX7" fmla="*/ 306 w 70258"/>
                      <a:gd name="connsiteY7" fmla="*/ 150400 h 300635"/>
                      <a:gd name="connsiteX8" fmla="*/ 20293 w 70258"/>
                      <a:gd name="connsiteY8" fmla="*/ 244198 h 300635"/>
                      <a:gd name="connsiteX9" fmla="*/ 67536 w 70258"/>
                      <a:gd name="connsiteY9" fmla="*/ 300718 h 300635"/>
                      <a:gd name="connsiteX10" fmla="*/ 70564 w 70258"/>
                      <a:gd name="connsiteY10" fmla="*/ 297712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564" y="297712"/>
                        </a:moveTo>
                        <a:cubicBezTo>
                          <a:pt x="70564" y="296810"/>
                          <a:pt x="70564" y="296208"/>
                          <a:pt x="65416" y="291098"/>
                        </a:cubicBezTo>
                        <a:cubicBezTo>
                          <a:pt x="27561" y="253217"/>
                          <a:pt x="17870" y="196397"/>
                          <a:pt x="17870" y="150400"/>
                        </a:cubicBezTo>
                        <a:cubicBezTo>
                          <a:pt x="17870" y="98089"/>
                          <a:pt x="29378" y="45779"/>
                          <a:pt x="66627" y="8199"/>
                        </a:cubicBezTo>
                        <a:cubicBezTo>
                          <a:pt x="70564" y="4592"/>
                          <a:pt x="70564" y="3990"/>
                          <a:pt x="70564" y="3088"/>
                        </a:cubicBezTo>
                        <a:cubicBezTo>
                          <a:pt x="70564" y="984"/>
                          <a:pt x="69353" y="82"/>
                          <a:pt x="67536" y="82"/>
                        </a:cubicBezTo>
                        <a:cubicBezTo>
                          <a:pt x="64507" y="82"/>
                          <a:pt x="37252" y="20525"/>
                          <a:pt x="19384" y="58706"/>
                        </a:cubicBezTo>
                        <a:cubicBezTo>
                          <a:pt x="3940" y="91776"/>
                          <a:pt x="306" y="125147"/>
                          <a:pt x="306" y="150400"/>
                        </a:cubicBezTo>
                        <a:cubicBezTo>
                          <a:pt x="306" y="173850"/>
                          <a:pt x="3637" y="210227"/>
                          <a:pt x="20293" y="244198"/>
                        </a:cubicBezTo>
                        <a:cubicBezTo>
                          <a:pt x="38463" y="281177"/>
                          <a:pt x="64507" y="300718"/>
                          <a:pt x="67536" y="300718"/>
                        </a:cubicBezTo>
                        <a:cubicBezTo>
                          <a:pt x="69353" y="300718"/>
                          <a:pt x="70564" y="299816"/>
                          <a:pt x="70564" y="2977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: Shape 1094">
                    <a:extLst>
                      <a:ext uri="{FF2B5EF4-FFF2-40B4-BE49-F238E27FC236}">
                        <a16:creationId xmlns:a16="http://schemas.microsoft.com/office/drawing/2014/main" id="{39B2981F-EA93-FA00-FAE8-3CE21E98DE64}"/>
                      </a:ext>
                    </a:extLst>
                  </p:cNvPr>
                  <p:cNvSpPr/>
                  <p:nvPr>
                    <p:custDataLst>
                      <p:tags r:id="rId118"/>
                    </p:custDataLst>
                  </p:nvPr>
                </p:nvSpPr>
                <p:spPr>
                  <a:xfrm>
                    <a:off x="11954685" y="7260540"/>
                    <a:ext cx="143545" cy="135887"/>
                  </a:xfrm>
                  <a:custGeom>
                    <a:avLst/>
                    <a:gdLst>
                      <a:gd name="connsiteX0" fmla="*/ 130227 w 143545"/>
                      <a:gd name="connsiteY0" fmla="*/ 99292 h 135887"/>
                      <a:gd name="connsiteX1" fmla="*/ 123565 w 143545"/>
                      <a:gd name="connsiteY1" fmla="*/ 107409 h 135887"/>
                      <a:gd name="connsiteX2" fmla="*/ 109634 w 143545"/>
                      <a:gd name="connsiteY2" fmla="*/ 119435 h 135887"/>
                      <a:gd name="connsiteX3" fmla="*/ 100246 w 143545"/>
                      <a:gd name="connsiteY3" fmla="*/ 107109 h 135887"/>
                      <a:gd name="connsiteX4" fmla="*/ 99035 w 143545"/>
                      <a:gd name="connsiteY4" fmla="*/ 101998 h 135887"/>
                      <a:gd name="connsiteX5" fmla="*/ 88133 w 143545"/>
                      <a:gd name="connsiteY5" fmla="*/ 53295 h 135887"/>
                      <a:gd name="connsiteX6" fmla="*/ 117811 w 143545"/>
                      <a:gd name="connsiteY6" fmla="*/ 16918 h 135887"/>
                      <a:gd name="connsiteX7" fmla="*/ 125079 w 143545"/>
                      <a:gd name="connsiteY7" fmla="*/ 19323 h 135887"/>
                      <a:gd name="connsiteX8" fmla="*/ 133256 w 143545"/>
                      <a:gd name="connsiteY8" fmla="*/ 22029 h 135887"/>
                      <a:gd name="connsiteX9" fmla="*/ 143855 w 143545"/>
                      <a:gd name="connsiteY9" fmla="*/ 11206 h 135887"/>
                      <a:gd name="connsiteX10" fmla="*/ 131439 w 143545"/>
                      <a:gd name="connsiteY10" fmla="*/ 82 h 135887"/>
                      <a:gd name="connsiteX11" fmla="*/ 85710 w 143545"/>
                      <a:gd name="connsiteY11" fmla="*/ 43073 h 135887"/>
                      <a:gd name="connsiteX12" fmla="*/ 82379 w 143545"/>
                      <a:gd name="connsiteY12" fmla="*/ 26538 h 135887"/>
                      <a:gd name="connsiteX13" fmla="*/ 66631 w 143545"/>
                      <a:gd name="connsiteY13" fmla="*/ 82 h 135887"/>
                      <a:gd name="connsiteX14" fmla="*/ 31199 w 143545"/>
                      <a:gd name="connsiteY14" fmla="*/ 8801 h 135887"/>
                      <a:gd name="connsiteX15" fmla="*/ 27868 w 143545"/>
                      <a:gd name="connsiteY15" fmla="*/ 10003 h 135887"/>
                      <a:gd name="connsiteX16" fmla="*/ 29079 w 143545"/>
                      <a:gd name="connsiteY16" fmla="*/ 14513 h 135887"/>
                      <a:gd name="connsiteX17" fmla="*/ 46038 w 143545"/>
                      <a:gd name="connsiteY17" fmla="*/ 11206 h 135887"/>
                      <a:gd name="connsiteX18" fmla="*/ 59666 w 143545"/>
                      <a:gd name="connsiteY18" fmla="*/ 31950 h 135887"/>
                      <a:gd name="connsiteX19" fmla="*/ 68448 w 143545"/>
                      <a:gd name="connsiteY19" fmla="*/ 68928 h 135887"/>
                      <a:gd name="connsiteX20" fmla="*/ 43615 w 143545"/>
                      <a:gd name="connsiteY20" fmla="*/ 104102 h 135887"/>
                      <a:gd name="connsiteX21" fmla="*/ 28171 w 143545"/>
                      <a:gd name="connsiteY21" fmla="*/ 118533 h 135887"/>
                      <a:gd name="connsiteX22" fmla="*/ 20297 w 143545"/>
                      <a:gd name="connsiteY22" fmla="*/ 115827 h 135887"/>
                      <a:gd name="connsiteX23" fmla="*/ 10606 w 143545"/>
                      <a:gd name="connsiteY23" fmla="*/ 112821 h 135887"/>
                      <a:gd name="connsiteX24" fmla="*/ 309 w 143545"/>
                      <a:gd name="connsiteY24" fmla="*/ 123343 h 135887"/>
                      <a:gd name="connsiteX25" fmla="*/ 15451 w 143545"/>
                      <a:gd name="connsiteY25" fmla="*/ 135970 h 135887"/>
                      <a:gd name="connsiteX26" fmla="*/ 43615 w 143545"/>
                      <a:gd name="connsiteY26" fmla="*/ 114925 h 135887"/>
                      <a:gd name="connsiteX27" fmla="*/ 70871 w 143545"/>
                      <a:gd name="connsiteY27" fmla="*/ 79751 h 135887"/>
                      <a:gd name="connsiteX28" fmla="*/ 79956 w 143545"/>
                      <a:gd name="connsiteY28" fmla="*/ 115827 h 135887"/>
                      <a:gd name="connsiteX29" fmla="*/ 97521 w 143545"/>
                      <a:gd name="connsiteY29" fmla="*/ 135970 h 135887"/>
                      <a:gd name="connsiteX30" fmla="*/ 134467 w 143545"/>
                      <a:gd name="connsiteY30" fmla="*/ 101697 h 135887"/>
                      <a:gd name="connsiteX31" fmla="*/ 130227 w 143545"/>
                      <a:gd name="connsiteY31" fmla="*/ 99292 h 135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143545" h="135887">
                        <a:moveTo>
                          <a:pt x="130227" y="99292"/>
                        </a:moveTo>
                        <a:cubicBezTo>
                          <a:pt x="127805" y="101998"/>
                          <a:pt x="126291" y="103802"/>
                          <a:pt x="123565" y="107409"/>
                        </a:cubicBezTo>
                        <a:cubicBezTo>
                          <a:pt x="116600" y="116428"/>
                          <a:pt x="112966" y="119435"/>
                          <a:pt x="109634" y="119435"/>
                        </a:cubicBezTo>
                        <a:cubicBezTo>
                          <a:pt x="105092" y="119435"/>
                          <a:pt x="102366" y="115526"/>
                          <a:pt x="100246" y="107109"/>
                        </a:cubicBezTo>
                        <a:cubicBezTo>
                          <a:pt x="99641" y="104703"/>
                          <a:pt x="99338" y="102900"/>
                          <a:pt x="99035" y="101998"/>
                        </a:cubicBezTo>
                        <a:cubicBezTo>
                          <a:pt x="91464" y="71634"/>
                          <a:pt x="88133" y="57804"/>
                          <a:pt x="88133" y="53295"/>
                        </a:cubicBezTo>
                        <a:cubicBezTo>
                          <a:pt x="101458" y="30146"/>
                          <a:pt x="112360" y="16918"/>
                          <a:pt x="117811" y="16918"/>
                        </a:cubicBezTo>
                        <a:cubicBezTo>
                          <a:pt x="119628" y="16918"/>
                          <a:pt x="122051" y="17820"/>
                          <a:pt x="125079" y="19323"/>
                        </a:cubicBezTo>
                        <a:cubicBezTo>
                          <a:pt x="128713" y="21427"/>
                          <a:pt x="130833" y="22029"/>
                          <a:pt x="133256" y="22029"/>
                        </a:cubicBezTo>
                        <a:cubicBezTo>
                          <a:pt x="139615" y="22029"/>
                          <a:pt x="143855" y="17519"/>
                          <a:pt x="143855" y="11206"/>
                        </a:cubicBezTo>
                        <a:cubicBezTo>
                          <a:pt x="143855" y="4892"/>
                          <a:pt x="138707" y="82"/>
                          <a:pt x="131439" y="82"/>
                        </a:cubicBezTo>
                        <a:cubicBezTo>
                          <a:pt x="118114" y="82"/>
                          <a:pt x="106606" y="10905"/>
                          <a:pt x="85710" y="43073"/>
                        </a:cubicBezTo>
                        <a:lnTo>
                          <a:pt x="82379" y="26538"/>
                        </a:lnTo>
                        <a:cubicBezTo>
                          <a:pt x="78139" y="6095"/>
                          <a:pt x="74808" y="82"/>
                          <a:pt x="66631" y="82"/>
                        </a:cubicBezTo>
                        <a:cubicBezTo>
                          <a:pt x="59969" y="82"/>
                          <a:pt x="49672" y="2788"/>
                          <a:pt x="31199" y="8801"/>
                        </a:cubicBezTo>
                        <a:lnTo>
                          <a:pt x="27868" y="10003"/>
                        </a:lnTo>
                        <a:lnTo>
                          <a:pt x="29079" y="14513"/>
                        </a:lnTo>
                        <a:cubicBezTo>
                          <a:pt x="40587" y="11807"/>
                          <a:pt x="43313" y="11206"/>
                          <a:pt x="46038" y="11206"/>
                        </a:cubicBezTo>
                        <a:cubicBezTo>
                          <a:pt x="53609" y="11206"/>
                          <a:pt x="55426" y="13911"/>
                          <a:pt x="59666" y="31950"/>
                        </a:cubicBezTo>
                        <a:lnTo>
                          <a:pt x="68448" y="68928"/>
                        </a:lnTo>
                        <a:lnTo>
                          <a:pt x="43615" y="104102"/>
                        </a:lnTo>
                        <a:cubicBezTo>
                          <a:pt x="37559" y="113121"/>
                          <a:pt x="31502" y="118533"/>
                          <a:pt x="28171" y="118533"/>
                        </a:cubicBezTo>
                        <a:cubicBezTo>
                          <a:pt x="26354" y="118533"/>
                          <a:pt x="23325" y="117631"/>
                          <a:pt x="20297" y="115827"/>
                        </a:cubicBezTo>
                        <a:cubicBezTo>
                          <a:pt x="16360" y="113723"/>
                          <a:pt x="13029" y="112821"/>
                          <a:pt x="10606" y="112821"/>
                        </a:cubicBezTo>
                        <a:cubicBezTo>
                          <a:pt x="4852" y="112821"/>
                          <a:pt x="309" y="117330"/>
                          <a:pt x="309" y="123343"/>
                        </a:cubicBezTo>
                        <a:cubicBezTo>
                          <a:pt x="309" y="131159"/>
                          <a:pt x="6366" y="135970"/>
                          <a:pt x="15451" y="135970"/>
                        </a:cubicBezTo>
                        <a:cubicBezTo>
                          <a:pt x="24839" y="135970"/>
                          <a:pt x="28473" y="133264"/>
                          <a:pt x="43615" y="114925"/>
                        </a:cubicBezTo>
                        <a:cubicBezTo>
                          <a:pt x="51792" y="105305"/>
                          <a:pt x="58152" y="97188"/>
                          <a:pt x="70871" y="79751"/>
                        </a:cubicBezTo>
                        <a:lnTo>
                          <a:pt x="79956" y="115827"/>
                        </a:lnTo>
                        <a:cubicBezTo>
                          <a:pt x="83893" y="131159"/>
                          <a:pt x="87830" y="135970"/>
                          <a:pt x="97521" y="135970"/>
                        </a:cubicBezTo>
                        <a:cubicBezTo>
                          <a:pt x="109029" y="135970"/>
                          <a:pt x="116902" y="128754"/>
                          <a:pt x="134467" y="101697"/>
                        </a:cubicBezTo>
                        <a:lnTo>
                          <a:pt x="130227" y="9929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: Shape 1095">
                    <a:extLst>
                      <a:ext uri="{FF2B5EF4-FFF2-40B4-BE49-F238E27FC236}">
                        <a16:creationId xmlns:a16="http://schemas.microsoft.com/office/drawing/2014/main" id="{FF2FA1BF-ECE3-ECE7-A3FC-5126155EF6DB}"/>
                      </a:ext>
                    </a:extLst>
                  </p:cNvPr>
                  <p:cNvSpPr/>
                  <p:nvPr>
                    <p:custDataLst>
                      <p:tags r:id="rId119"/>
                    </p:custDataLst>
                  </p:nvPr>
                </p:nvSpPr>
                <p:spPr>
                  <a:xfrm>
                    <a:off x="12103778" y="7292888"/>
                    <a:ext cx="89640" cy="191547"/>
                  </a:xfrm>
                  <a:custGeom>
                    <a:avLst/>
                    <a:gdLst>
                      <a:gd name="connsiteX0" fmla="*/ 83232 w 89640"/>
                      <a:gd name="connsiteY0" fmla="*/ 47915 h 191547"/>
                      <a:gd name="connsiteX1" fmla="*/ 82559 w 89640"/>
                      <a:gd name="connsiteY1" fmla="*/ 47470 h 191547"/>
                      <a:gd name="connsiteX2" fmla="*/ 44462 w 89640"/>
                      <a:gd name="connsiteY2" fmla="*/ 53032 h 191547"/>
                      <a:gd name="connsiteX3" fmla="*/ 44462 w 89640"/>
                      <a:gd name="connsiteY3" fmla="*/ 56592 h 191547"/>
                      <a:gd name="connsiteX4" fmla="*/ 50513 w 89640"/>
                      <a:gd name="connsiteY4" fmla="*/ 56592 h 191547"/>
                      <a:gd name="connsiteX5" fmla="*/ 52082 w 89640"/>
                      <a:gd name="connsiteY5" fmla="*/ 56369 h 191547"/>
                      <a:gd name="connsiteX6" fmla="*/ 59477 w 89640"/>
                      <a:gd name="connsiteY6" fmla="*/ 58371 h 191547"/>
                      <a:gd name="connsiteX7" fmla="*/ 61046 w 89640"/>
                      <a:gd name="connsiteY7" fmla="*/ 63488 h 191547"/>
                      <a:gd name="connsiteX8" fmla="*/ 57460 w 89640"/>
                      <a:gd name="connsiteY8" fmla="*/ 81286 h 191547"/>
                      <a:gd name="connsiteX9" fmla="*/ 41325 w 89640"/>
                      <a:gd name="connsiteY9" fmla="*/ 146247 h 191547"/>
                      <a:gd name="connsiteX10" fmla="*/ 19587 w 89640"/>
                      <a:gd name="connsiteY10" fmla="*/ 186514 h 191547"/>
                      <a:gd name="connsiteX11" fmla="*/ 15553 w 89640"/>
                      <a:gd name="connsiteY11" fmla="*/ 184067 h 191547"/>
                      <a:gd name="connsiteX12" fmla="*/ 16674 w 89640"/>
                      <a:gd name="connsiteY12" fmla="*/ 181620 h 191547"/>
                      <a:gd name="connsiteX13" fmla="*/ 18467 w 89640"/>
                      <a:gd name="connsiteY13" fmla="*/ 176948 h 191547"/>
                      <a:gd name="connsiteX14" fmla="*/ 9278 w 89640"/>
                      <a:gd name="connsiteY14" fmla="*/ 168717 h 191547"/>
                      <a:gd name="connsiteX15" fmla="*/ 314 w 89640"/>
                      <a:gd name="connsiteY15" fmla="*/ 178061 h 191547"/>
                      <a:gd name="connsiteX16" fmla="*/ 18018 w 89640"/>
                      <a:gd name="connsiteY16" fmla="*/ 191631 h 191547"/>
                      <a:gd name="connsiteX17" fmla="*/ 59925 w 89640"/>
                      <a:gd name="connsiteY17" fmla="*/ 139351 h 191547"/>
                      <a:gd name="connsiteX18" fmla="*/ 83232 w 89640"/>
                      <a:gd name="connsiteY18" fmla="*/ 47915 h 191547"/>
                      <a:gd name="connsiteX19" fmla="*/ 78750 w 89640"/>
                      <a:gd name="connsiteY19" fmla="*/ 84 h 191547"/>
                      <a:gd name="connsiteX20" fmla="*/ 68217 w 89640"/>
                      <a:gd name="connsiteY20" fmla="*/ 11875 h 191547"/>
                      <a:gd name="connsiteX21" fmla="*/ 78974 w 89640"/>
                      <a:gd name="connsiteY21" fmla="*/ 23666 h 191547"/>
                      <a:gd name="connsiteX22" fmla="*/ 89955 w 89640"/>
                      <a:gd name="connsiteY22" fmla="*/ 12320 h 191547"/>
                      <a:gd name="connsiteX23" fmla="*/ 78750 w 89640"/>
                      <a:gd name="connsiteY23" fmla="*/ 84 h 1915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89640" h="191547">
                        <a:moveTo>
                          <a:pt x="83232" y="47915"/>
                        </a:moveTo>
                        <a:lnTo>
                          <a:pt x="82559" y="47470"/>
                        </a:lnTo>
                        <a:cubicBezTo>
                          <a:pt x="62614" y="51030"/>
                          <a:pt x="51409" y="52810"/>
                          <a:pt x="44462" y="53032"/>
                        </a:cubicBezTo>
                        <a:lnTo>
                          <a:pt x="44462" y="56592"/>
                        </a:lnTo>
                        <a:lnTo>
                          <a:pt x="50513" y="56592"/>
                        </a:lnTo>
                        <a:lnTo>
                          <a:pt x="52082" y="56369"/>
                        </a:lnTo>
                        <a:cubicBezTo>
                          <a:pt x="53875" y="56147"/>
                          <a:pt x="58357" y="57482"/>
                          <a:pt x="59477" y="58371"/>
                        </a:cubicBezTo>
                        <a:cubicBezTo>
                          <a:pt x="60373" y="59261"/>
                          <a:pt x="61046" y="61264"/>
                          <a:pt x="61046" y="63488"/>
                        </a:cubicBezTo>
                        <a:cubicBezTo>
                          <a:pt x="61046" y="65713"/>
                          <a:pt x="59925" y="71720"/>
                          <a:pt x="57460" y="81286"/>
                        </a:cubicBezTo>
                        <a:lnTo>
                          <a:pt x="41325" y="146247"/>
                        </a:lnTo>
                        <a:cubicBezTo>
                          <a:pt x="33705" y="176726"/>
                          <a:pt x="28551" y="186514"/>
                          <a:pt x="19587" y="186514"/>
                        </a:cubicBezTo>
                        <a:cubicBezTo>
                          <a:pt x="16898" y="186514"/>
                          <a:pt x="15553" y="185625"/>
                          <a:pt x="15553" y="184067"/>
                        </a:cubicBezTo>
                        <a:cubicBezTo>
                          <a:pt x="15553" y="183177"/>
                          <a:pt x="15777" y="182732"/>
                          <a:pt x="16674" y="181620"/>
                        </a:cubicBezTo>
                        <a:cubicBezTo>
                          <a:pt x="18018" y="179840"/>
                          <a:pt x="18467" y="178728"/>
                          <a:pt x="18467" y="176948"/>
                        </a:cubicBezTo>
                        <a:cubicBezTo>
                          <a:pt x="18467" y="172276"/>
                          <a:pt x="14433" y="168717"/>
                          <a:pt x="9278" y="168717"/>
                        </a:cubicBezTo>
                        <a:cubicBezTo>
                          <a:pt x="4124" y="168717"/>
                          <a:pt x="314" y="172721"/>
                          <a:pt x="314" y="178061"/>
                        </a:cubicBezTo>
                        <a:cubicBezTo>
                          <a:pt x="314" y="185847"/>
                          <a:pt x="7710" y="191631"/>
                          <a:pt x="18018" y="191631"/>
                        </a:cubicBezTo>
                        <a:cubicBezTo>
                          <a:pt x="37515" y="191631"/>
                          <a:pt x="50961" y="174723"/>
                          <a:pt x="59925" y="139351"/>
                        </a:cubicBezTo>
                        <a:lnTo>
                          <a:pt x="83232" y="47915"/>
                        </a:lnTo>
                        <a:close/>
                        <a:moveTo>
                          <a:pt x="78750" y="84"/>
                        </a:moveTo>
                        <a:cubicBezTo>
                          <a:pt x="72699" y="84"/>
                          <a:pt x="68217" y="4979"/>
                          <a:pt x="68217" y="11875"/>
                        </a:cubicBezTo>
                        <a:cubicBezTo>
                          <a:pt x="68217" y="18994"/>
                          <a:pt x="72475" y="23666"/>
                          <a:pt x="78974" y="23666"/>
                        </a:cubicBezTo>
                        <a:cubicBezTo>
                          <a:pt x="84800" y="23666"/>
                          <a:pt x="89955" y="18549"/>
                          <a:pt x="89955" y="12320"/>
                        </a:cubicBezTo>
                        <a:cubicBezTo>
                          <a:pt x="89955" y="5868"/>
                          <a:pt x="84800" y="84"/>
                          <a:pt x="78750" y="84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: Shape 1096">
                    <a:extLst>
                      <a:ext uri="{FF2B5EF4-FFF2-40B4-BE49-F238E27FC236}">
                        <a16:creationId xmlns:a16="http://schemas.microsoft.com/office/drawing/2014/main" id="{F14C4BD7-3928-7764-D5B3-4EBB79E5D82C}"/>
                      </a:ext>
                    </a:extLst>
                  </p:cNvPr>
                  <p:cNvSpPr/>
                  <p:nvPr>
                    <p:custDataLst>
                      <p:tags r:id="rId120"/>
                    </p:custDataLst>
                  </p:nvPr>
                </p:nvSpPr>
                <p:spPr>
                  <a:xfrm>
                    <a:off x="12232181" y="7167643"/>
                    <a:ext cx="70258" cy="300635"/>
                  </a:xfrm>
                  <a:custGeom>
                    <a:avLst/>
                    <a:gdLst>
                      <a:gd name="connsiteX0" fmla="*/ 70576 w 70258"/>
                      <a:gd name="connsiteY0" fmla="*/ 150400 h 300635"/>
                      <a:gd name="connsiteX1" fmla="*/ 50589 w 70258"/>
                      <a:gd name="connsiteY1" fmla="*/ 56602 h 300635"/>
                      <a:gd name="connsiteX2" fmla="*/ 3346 w 70258"/>
                      <a:gd name="connsiteY2" fmla="*/ 82 h 300635"/>
                      <a:gd name="connsiteX3" fmla="*/ 318 w 70258"/>
                      <a:gd name="connsiteY3" fmla="*/ 3088 h 300635"/>
                      <a:gd name="connsiteX4" fmla="*/ 6071 w 70258"/>
                      <a:gd name="connsiteY4" fmla="*/ 10003 h 300635"/>
                      <a:gd name="connsiteX5" fmla="*/ 53012 w 70258"/>
                      <a:gd name="connsiteY5" fmla="*/ 150400 h 300635"/>
                      <a:gd name="connsiteX6" fmla="*/ 4254 w 70258"/>
                      <a:gd name="connsiteY6" fmla="*/ 292601 h 300635"/>
                      <a:gd name="connsiteX7" fmla="*/ 318 w 70258"/>
                      <a:gd name="connsiteY7" fmla="*/ 297712 h 300635"/>
                      <a:gd name="connsiteX8" fmla="*/ 3346 w 70258"/>
                      <a:gd name="connsiteY8" fmla="*/ 300718 h 300635"/>
                      <a:gd name="connsiteX9" fmla="*/ 51497 w 70258"/>
                      <a:gd name="connsiteY9" fmla="*/ 242094 h 300635"/>
                      <a:gd name="connsiteX10" fmla="*/ 70576 w 70258"/>
                      <a:gd name="connsiteY10" fmla="*/ 150400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576" y="150400"/>
                        </a:moveTo>
                        <a:cubicBezTo>
                          <a:pt x="70576" y="126950"/>
                          <a:pt x="67245" y="90573"/>
                          <a:pt x="50589" y="56602"/>
                        </a:cubicBezTo>
                        <a:cubicBezTo>
                          <a:pt x="32418" y="19623"/>
                          <a:pt x="6374" y="82"/>
                          <a:pt x="3346" y="82"/>
                        </a:cubicBezTo>
                        <a:cubicBezTo>
                          <a:pt x="1529" y="82"/>
                          <a:pt x="318" y="1285"/>
                          <a:pt x="318" y="3088"/>
                        </a:cubicBezTo>
                        <a:cubicBezTo>
                          <a:pt x="318" y="3990"/>
                          <a:pt x="318" y="4592"/>
                          <a:pt x="6071" y="10003"/>
                        </a:cubicBezTo>
                        <a:cubicBezTo>
                          <a:pt x="35750" y="39766"/>
                          <a:pt x="53012" y="87567"/>
                          <a:pt x="53012" y="150400"/>
                        </a:cubicBezTo>
                        <a:cubicBezTo>
                          <a:pt x="53012" y="201809"/>
                          <a:pt x="41807" y="254721"/>
                          <a:pt x="4254" y="292601"/>
                        </a:cubicBezTo>
                        <a:cubicBezTo>
                          <a:pt x="318" y="296208"/>
                          <a:pt x="318" y="296810"/>
                          <a:pt x="318" y="297712"/>
                        </a:cubicBezTo>
                        <a:cubicBezTo>
                          <a:pt x="318" y="299515"/>
                          <a:pt x="1529" y="300718"/>
                          <a:pt x="3346" y="300718"/>
                        </a:cubicBezTo>
                        <a:cubicBezTo>
                          <a:pt x="6374" y="300718"/>
                          <a:pt x="33630" y="280275"/>
                          <a:pt x="51497" y="242094"/>
                        </a:cubicBezTo>
                        <a:cubicBezTo>
                          <a:pt x="66942" y="209024"/>
                          <a:pt x="70576" y="175653"/>
                          <a:pt x="70576" y="15040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: Shape 1097">
                    <a:extLst>
                      <a:ext uri="{FF2B5EF4-FFF2-40B4-BE49-F238E27FC236}">
                        <a16:creationId xmlns:a16="http://schemas.microsoft.com/office/drawing/2014/main" id="{2DAF5DEE-177F-3BE4-EA96-D1A1DBD6FDCB}"/>
                      </a:ext>
                    </a:extLst>
                  </p:cNvPr>
                  <p:cNvSpPr/>
                  <p:nvPr>
                    <p:custDataLst>
                      <p:tags r:id="rId121"/>
                    </p:custDataLst>
                  </p:nvPr>
                </p:nvSpPr>
                <p:spPr>
                  <a:xfrm>
                    <a:off x="12392035" y="7217849"/>
                    <a:ext cx="201388" cy="200223"/>
                  </a:xfrm>
                  <a:custGeom>
                    <a:avLst/>
                    <a:gdLst>
                      <a:gd name="connsiteX0" fmla="*/ 107226 w 201388"/>
                      <a:gd name="connsiteY0" fmla="*/ 106207 h 200223"/>
                      <a:gd name="connsiteX1" fmla="*/ 191718 w 201388"/>
                      <a:gd name="connsiteY1" fmla="*/ 106207 h 200223"/>
                      <a:gd name="connsiteX2" fmla="*/ 201711 w 201388"/>
                      <a:gd name="connsiteY2" fmla="*/ 100194 h 200223"/>
                      <a:gd name="connsiteX3" fmla="*/ 191718 w 201388"/>
                      <a:gd name="connsiteY3" fmla="*/ 94181 h 200223"/>
                      <a:gd name="connsiteX4" fmla="*/ 107226 w 201388"/>
                      <a:gd name="connsiteY4" fmla="*/ 94181 h 200223"/>
                      <a:gd name="connsiteX5" fmla="*/ 107226 w 201388"/>
                      <a:gd name="connsiteY5" fmla="*/ 10003 h 200223"/>
                      <a:gd name="connsiteX6" fmla="*/ 101169 w 201388"/>
                      <a:gd name="connsiteY6" fmla="*/ 82 h 200223"/>
                      <a:gd name="connsiteX7" fmla="*/ 95112 w 201388"/>
                      <a:gd name="connsiteY7" fmla="*/ 10003 h 200223"/>
                      <a:gd name="connsiteX8" fmla="*/ 95112 w 201388"/>
                      <a:gd name="connsiteY8" fmla="*/ 94181 h 200223"/>
                      <a:gd name="connsiteX9" fmla="*/ 10317 w 201388"/>
                      <a:gd name="connsiteY9" fmla="*/ 94181 h 200223"/>
                      <a:gd name="connsiteX10" fmla="*/ 323 w 201388"/>
                      <a:gd name="connsiteY10" fmla="*/ 100194 h 200223"/>
                      <a:gd name="connsiteX11" fmla="*/ 10317 w 201388"/>
                      <a:gd name="connsiteY11" fmla="*/ 106207 h 200223"/>
                      <a:gd name="connsiteX12" fmla="*/ 95112 w 201388"/>
                      <a:gd name="connsiteY12" fmla="*/ 106207 h 200223"/>
                      <a:gd name="connsiteX13" fmla="*/ 95112 w 201388"/>
                      <a:gd name="connsiteY13" fmla="*/ 190385 h 200223"/>
                      <a:gd name="connsiteX14" fmla="*/ 101169 w 201388"/>
                      <a:gd name="connsiteY14" fmla="*/ 200306 h 200223"/>
                      <a:gd name="connsiteX15" fmla="*/ 107226 w 201388"/>
                      <a:gd name="connsiteY15" fmla="*/ 190385 h 200223"/>
                      <a:gd name="connsiteX16" fmla="*/ 107226 w 201388"/>
                      <a:gd name="connsiteY16" fmla="*/ 106207 h 200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01388" h="200223">
                        <a:moveTo>
                          <a:pt x="107226" y="106207"/>
                        </a:moveTo>
                        <a:lnTo>
                          <a:pt x="191718" y="106207"/>
                        </a:lnTo>
                        <a:cubicBezTo>
                          <a:pt x="195957" y="106207"/>
                          <a:pt x="201711" y="106207"/>
                          <a:pt x="201711" y="100194"/>
                        </a:cubicBezTo>
                        <a:cubicBezTo>
                          <a:pt x="201711" y="94181"/>
                          <a:pt x="195957" y="94181"/>
                          <a:pt x="191718" y="94181"/>
                        </a:cubicBezTo>
                        <a:lnTo>
                          <a:pt x="107226" y="94181"/>
                        </a:lnTo>
                        <a:lnTo>
                          <a:pt x="107226" y="10003"/>
                        </a:lnTo>
                        <a:cubicBezTo>
                          <a:pt x="107226" y="5794"/>
                          <a:pt x="107226" y="82"/>
                          <a:pt x="101169" y="82"/>
                        </a:cubicBezTo>
                        <a:cubicBezTo>
                          <a:pt x="95112" y="82"/>
                          <a:pt x="95112" y="5794"/>
                          <a:pt x="95112" y="10003"/>
                        </a:cubicBezTo>
                        <a:lnTo>
                          <a:pt x="95112" y="94181"/>
                        </a:lnTo>
                        <a:lnTo>
                          <a:pt x="10317" y="94181"/>
                        </a:lnTo>
                        <a:cubicBezTo>
                          <a:pt x="6077" y="94181"/>
                          <a:pt x="323" y="94181"/>
                          <a:pt x="323" y="100194"/>
                        </a:cubicBezTo>
                        <a:cubicBezTo>
                          <a:pt x="323" y="106207"/>
                          <a:pt x="6077" y="106207"/>
                          <a:pt x="10317" y="106207"/>
                        </a:cubicBezTo>
                        <a:lnTo>
                          <a:pt x="95112" y="106207"/>
                        </a:lnTo>
                        <a:lnTo>
                          <a:pt x="95112" y="190385"/>
                        </a:lnTo>
                        <a:cubicBezTo>
                          <a:pt x="95112" y="194593"/>
                          <a:pt x="95112" y="200306"/>
                          <a:pt x="101169" y="200306"/>
                        </a:cubicBezTo>
                        <a:cubicBezTo>
                          <a:pt x="107226" y="200306"/>
                          <a:pt x="107226" y="194593"/>
                          <a:pt x="107226" y="190385"/>
                        </a:cubicBezTo>
                        <a:lnTo>
                          <a:pt x="107226" y="10620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: Shape 1098">
                    <a:extLst>
                      <a:ext uri="{FF2B5EF4-FFF2-40B4-BE49-F238E27FC236}">
                        <a16:creationId xmlns:a16="http://schemas.microsoft.com/office/drawing/2014/main" id="{287BA3FB-5629-505D-81B9-16952DF658F3}"/>
                      </a:ext>
                    </a:extLst>
                  </p:cNvPr>
                  <p:cNvSpPr/>
                  <p:nvPr>
                    <p:custDataLst>
                      <p:tags r:id="rId122"/>
                    </p:custDataLst>
                  </p:nvPr>
                </p:nvSpPr>
                <p:spPr>
                  <a:xfrm>
                    <a:off x="12654558" y="7189289"/>
                    <a:ext cx="172921" cy="266062"/>
                  </a:xfrm>
                  <a:custGeom>
                    <a:avLst/>
                    <a:gdLst>
                      <a:gd name="connsiteX0" fmla="*/ 55450 w 172921"/>
                      <a:gd name="connsiteY0" fmla="*/ 84861 h 266062"/>
                      <a:gd name="connsiteX1" fmla="*/ 82706 w 172921"/>
                      <a:gd name="connsiteY1" fmla="*/ 84861 h 266062"/>
                      <a:gd name="connsiteX2" fmla="*/ 56056 w 172921"/>
                      <a:gd name="connsiteY2" fmla="*/ 211128 h 266062"/>
                      <a:gd name="connsiteX3" fmla="*/ 26680 w 172921"/>
                      <a:gd name="connsiteY3" fmla="*/ 259832 h 266062"/>
                      <a:gd name="connsiteX4" fmla="*/ 20624 w 172921"/>
                      <a:gd name="connsiteY4" fmla="*/ 255021 h 266062"/>
                      <a:gd name="connsiteX5" fmla="*/ 21835 w 172921"/>
                      <a:gd name="connsiteY5" fmla="*/ 251714 h 266062"/>
                      <a:gd name="connsiteX6" fmla="*/ 23349 w 172921"/>
                      <a:gd name="connsiteY6" fmla="*/ 246904 h 266062"/>
                      <a:gd name="connsiteX7" fmla="*/ 11538 w 172921"/>
                      <a:gd name="connsiteY7" fmla="*/ 235480 h 266062"/>
                      <a:gd name="connsiteX8" fmla="*/ 333 w 172921"/>
                      <a:gd name="connsiteY8" fmla="*/ 247806 h 266062"/>
                      <a:gd name="connsiteX9" fmla="*/ 24258 w 172921"/>
                      <a:gd name="connsiteY9" fmla="*/ 266145 h 266062"/>
                      <a:gd name="connsiteX10" fmla="*/ 84825 w 172921"/>
                      <a:gd name="connsiteY10" fmla="*/ 181065 h 266062"/>
                      <a:gd name="connsiteX11" fmla="*/ 106630 w 172921"/>
                      <a:gd name="connsiteY11" fmla="*/ 84861 h 266062"/>
                      <a:gd name="connsiteX12" fmla="*/ 139639 w 172921"/>
                      <a:gd name="connsiteY12" fmla="*/ 84861 h 266062"/>
                      <a:gd name="connsiteX13" fmla="*/ 141456 w 172921"/>
                      <a:gd name="connsiteY13" fmla="*/ 75241 h 266062"/>
                      <a:gd name="connsiteX14" fmla="*/ 108750 w 172921"/>
                      <a:gd name="connsiteY14" fmla="*/ 75241 h 266062"/>
                      <a:gd name="connsiteX15" fmla="*/ 145696 w 172921"/>
                      <a:gd name="connsiteY15" fmla="*/ 6696 h 266062"/>
                      <a:gd name="connsiteX16" fmla="*/ 152359 w 172921"/>
                      <a:gd name="connsiteY16" fmla="*/ 10304 h 266062"/>
                      <a:gd name="connsiteX17" fmla="*/ 151147 w 172921"/>
                      <a:gd name="connsiteY17" fmla="*/ 13310 h 266062"/>
                      <a:gd name="connsiteX18" fmla="*/ 149330 w 172921"/>
                      <a:gd name="connsiteY18" fmla="*/ 19623 h 266062"/>
                      <a:gd name="connsiteX19" fmla="*/ 160535 w 172921"/>
                      <a:gd name="connsiteY19" fmla="*/ 31649 h 266062"/>
                      <a:gd name="connsiteX20" fmla="*/ 173255 w 172921"/>
                      <a:gd name="connsiteY20" fmla="*/ 19623 h 266062"/>
                      <a:gd name="connsiteX21" fmla="*/ 147210 w 172921"/>
                      <a:gd name="connsiteY21" fmla="*/ 82 h 266062"/>
                      <a:gd name="connsiteX22" fmla="*/ 109658 w 172921"/>
                      <a:gd name="connsiteY22" fmla="*/ 20826 h 266062"/>
                      <a:gd name="connsiteX23" fmla="*/ 85431 w 172921"/>
                      <a:gd name="connsiteY23" fmla="*/ 75241 h 266062"/>
                      <a:gd name="connsiteX24" fmla="*/ 57570 w 172921"/>
                      <a:gd name="connsiteY24" fmla="*/ 75241 h 266062"/>
                      <a:gd name="connsiteX25" fmla="*/ 55450 w 172921"/>
                      <a:gd name="connsiteY25" fmla="*/ 84861 h 2660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72921" h="266062">
                        <a:moveTo>
                          <a:pt x="55450" y="84861"/>
                        </a:moveTo>
                        <a:lnTo>
                          <a:pt x="82706" y="84861"/>
                        </a:lnTo>
                        <a:lnTo>
                          <a:pt x="56056" y="211128"/>
                        </a:lnTo>
                        <a:cubicBezTo>
                          <a:pt x="49393" y="243297"/>
                          <a:pt x="39400" y="259832"/>
                          <a:pt x="26680" y="259832"/>
                        </a:cubicBezTo>
                        <a:cubicBezTo>
                          <a:pt x="23046" y="259832"/>
                          <a:pt x="20624" y="257727"/>
                          <a:pt x="20624" y="255021"/>
                        </a:cubicBezTo>
                        <a:cubicBezTo>
                          <a:pt x="20624" y="254119"/>
                          <a:pt x="20926" y="253218"/>
                          <a:pt x="21835" y="251714"/>
                        </a:cubicBezTo>
                        <a:cubicBezTo>
                          <a:pt x="23046" y="249911"/>
                          <a:pt x="23349" y="248708"/>
                          <a:pt x="23349" y="246904"/>
                        </a:cubicBezTo>
                        <a:cubicBezTo>
                          <a:pt x="23349" y="240591"/>
                          <a:pt x="17898" y="235480"/>
                          <a:pt x="11538" y="235480"/>
                        </a:cubicBezTo>
                        <a:cubicBezTo>
                          <a:pt x="5179" y="235480"/>
                          <a:pt x="333" y="240891"/>
                          <a:pt x="333" y="247806"/>
                        </a:cubicBezTo>
                        <a:cubicBezTo>
                          <a:pt x="333" y="258028"/>
                          <a:pt x="10933" y="266145"/>
                          <a:pt x="24258" y="266145"/>
                        </a:cubicBezTo>
                        <a:cubicBezTo>
                          <a:pt x="51210" y="266145"/>
                          <a:pt x="72409" y="236382"/>
                          <a:pt x="84825" y="181065"/>
                        </a:cubicBezTo>
                        <a:lnTo>
                          <a:pt x="106630" y="84861"/>
                        </a:lnTo>
                        <a:lnTo>
                          <a:pt x="139639" y="84861"/>
                        </a:lnTo>
                        <a:lnTo>
                          <a:pt x="141456" y="75241"/>
                        </a:lnTo>
                        <a:lnTo>
                          <a:pt x="108750" y="75241"/>
                        </a:lnTo>
                        <a:cubicBezTo>
                          <a:pt x="117532" y="28041"/>
                          <a:pt x="128737" y="6696"/>
                          <a:pt x="145696" y="6696"/>
                        </a:cubicBezTo>
                        <a:cubicBezTo>
                          <a:pt x="149633" y="6696"/>
                          <a:pt x="152359" y="8199"/>
                          <a:pt x="152359" y="10304"/>
                        </a:cubicBezTo>
                        <a:cubicBezTo>
                          <a:pt x="152359" y="11206"/>
                          <a:pt x="152056" y="11807"/>
                          <a:pt x="151147" y="13310"/>
                        </a:cubicBezTo>
                        <a:cubicBezTo>
                          <a:pt x="149936" y="16016"/>
                          <a:pt x="149330" y="17519"/>
                          <a:pt x="149330" y="19623"/>
                        </a:cubicBezTo>
                        <a:cubicBezTo>
                          <a:pt x="149330" y="26839"/>
                          <a:pt x="153873" y="31649"/>
                          <a:pt x="160535" y="31649"/>
                        </a:cubicBezTo>
                        <a:cubicBezTo>
                          <a:pt x="167501" y="31649"/>
                          <a:pt x="173255" y="26237"/>
                          <a:pt x="173255" y="19623"/>
                        </a:cubicBezTo>
                        <a:cubicBezTo>
                          <a:pt x="173255" y="8500"/>
                          <a:pt x="162049" y="82"/>
                          <a:pt x="147210" y="82"/>
                        </a:cubicBezTo>
                        <a:cubicBezTo>
                          <a:pt x="132371" y="82"/>
                          <a:pt x="120560" y="6696"/>
                          <a:pt x="109658" y="20826"/>
                        </a:cubicBezTo>
                        <a:cubicBezTo>
                          <a:pt x="100573" y="32551"/>
                          <a:pt x="94516" y="46380"/>
                          <a:pt x="85431" y="75241"/>
                        </a:cubicBezTo>
                        <a:lnTo>
                          <a:pt x="57570" y="75241"/>
                        </a:lnTo>
                        <a:lnTo>
                          <a:pt x="55450" y="8486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: Shape 1099">
                    <a:extLst>
                      <a:ext uri="{FF2B5EF4-FFF2-40B4-BE49-F238E27FC236}">
                        <a16:creationId xmlns:a16="http://schemas.microsoft.com/office/drawing/2014/main" id="{95B69269-499A-586D-2A94-612A9332B154}"/>
                      </a:ext>
                    </a:extLst>
                  </p:cNvPr>
                  <p:cNvSpPr/>
                  <p:nvPr>
                    <p:custDataLst>
                      <p:tags r:id="rId123"/>
                    </p:custDataLst>
                  </p:nvPr>
                </p:nvSpPr>
                <p:spPr>
                  <a:xfrm>
                    <a:off x="12857937" y="7167643"/>
                    <a:ext cx="70258" cy="300635"/>
                  </a:xfrm>
                  <a:custGeom>
                    <a:avLst/>
                    <a:gdLst>
                      <a:gd name="connsiteX0" fmla="*/ 70596 w 70258"/>
                      <a:gd name="connsiteY0" fmla="*/ 297712 h 300635"/>
                      <a:gd name="connsiteX1" fmla="*/ 65448 w 70258"/>
                      <a:gd name="connsiteY1" fmla="*/ 291098 h 300635"/>
                      <a:gd name="connsiteX2" fmla="*/ 17902 w 70258"/>
                      <a:gd name="connsiteY2" fmla="*/ 150400 h 300635"/>
                      <a:gd name="connsiteX3" fmla="*/ 66660 w 70258"/>
                      <a:gd name="connsiteY3" fmla="*/ 8199 h 300635"/>
                      <a:gd name="connsiteX4" fmla="*/ 70596 w 70258"/>
                      <a:gd name="connsiteY4" fmla="*/ 3088 h 300635"/>
                      <a:gd name="connsiteX5" fmla="*/ 67568 w 70258"/>
                      <a:gd name="connsiteY5" fmla="*/ 82 h 300635"/>
                      <a:gd name="connsiteX6" fmla="*/ 19417 w 70258"/>
                      <a:gd name="connsiteY6" fmla="*/ 58706 h 300635"/>
                      <a:gd name="connsiteX7" fmla="*/ 338 w 70258"/>
                      <a:gd name="connsiteY7" fmla="*/ 150400 h 300635"/>
                      <a:gd name="connsiteX8" fmla="*/ 20325 w 70258"/>
                      <a:gd name="connsiteY8" fmla="*/ 244198 h 300635"/>
                      <a:gd name="connsiteX9" fmla="*/ 67568 w 70258"/>
                      <a:gd name="connsiteY9" fmla="*/ 300718 h 300635"/>
                      <a:gd name="connsiteX10" fmla="*/ 70596 w 70258"/>
                      <a:gd name="connsiteY10" fmla="*/ 297712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596" y="297712"/>
                        </a:moveTo>
                        <a:cubicBezTo>
                          <a:pt x="70596" y="296810"/>
                          <a:pt x="70596" y="296208"/>
                          <a:pt x="65448" y="291098"/>
                        </a:cubicBezTo>
                        <a:cubicBezTo>
                          <a:pt x="27593" y="253217"/>
                          <a:pt x="17902" y="196397"/>
                          <a:pt x="17902" y="150400"/>
                        </a:cubicBezTo>
                        <a:cubicBezTo>
                          <a:pt x="17902" y="98089"/>
                          <a:pt x="29410" y="45779"/>
                          <a:pt x="66660" y="8199"/>
                        </a:cubicBezTo>
                        <a:cubicBezTo>
                          <a:pt x="70596" y="4592"/>
                          <a:pt x="70596" y="3990"/>
                          <a:pt x="70596" y="3088"/>
                        </a:cubicBezTo>
                        <a:cubicBezTo>
                          <a:pt x="70596" y="984"/>
                          <a:pt x="69385" y="82"/>
                          <a:pt x="67568" y="82"/>
                        </a:cubicBezTo>
                        <a:cubicBezTo>
                          <a:pt x="64540" y="82"/>
                          <a:pt x="37284" y="20525"/>
                          <a:pt x="19417" y="58706"/>
                        </a:cubicBezTo>
                        <a:cubicBezTo>
                          <a:pt x="3972" y="91776"/>
                          <a:pt x="338" y="125147"/>
                          <a:pt x="338" y="150400"/>
                        </a:cubicBezTo>
                        <a:cubicBezTo>
                          <a:pt x="338" y="173850"/>
                          <a:pt x="3669" y="210227"/>
                          <a:pt x="20325" y="244198"/>
                        </a:cubicBezTo>
                        <a:cubicBezTo>
                          <a:pt x="38495" y="281177"/>
                          <a:pt x="64540" y="300718"/>
                          <a:pt x="67568" y="300718"/>
                        </a:cubicBezTo>
                        <a:cubicBezTo>
                          <a:pt x="69385" y="300718"/>
                          <a:pt x="70596" y="299816"/>
                          <a:pt x="70596" y="2977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: Shape 1100">
                    <a:extLst>
                      <a:ext uri="{FF2B5EF4-FFF2-40B4-BE49-F238E27FC236}">
                        <a16:creationId xmlns:a16="http://schemas.microsoft.com/office/drawing/2014/main" id="{11237298-0441-E0D5-D57F-B12A3AE39C7A}"/>
                      </a:ext>
                    </a:extLst>
                  </p:cNvPr>
                  <p:cNvSpPr/>
                  <p:nvPr>
                    <p:custDataLst>
                      <p:tags r:id="rId124"/>
                    </p:custDataLst>
                  </p:nvPr>
                </p:nvSpPr>
                <p:spPr>
                  <a:xfrm>
                    <a:off x="12937718" y="7260540"/>
                    <a:ext cx="143545" cy="135887"/>
                  </a:xfrm>
                  <a:custGeom>
                    <a:avLst/>
                    <a:gdLst>
                      <a:gd name="connsiteX0" fmla="*/ 130260 w 143545"/>
                      <a:gd name="connsiteY0" fmla="*/ 99292 h 135887"/>
                      <a:gd name="connsiteX1" fmla="*/ 123597 w 143545"/>
                      <a:gd name="connsiteY1" fmla="*/ 107409 h 135887"/>
                      <a:gd name="connsiteX2" fmla="*/ 109667 w 143545"/>
                      <a:gd name="connsiteY2" fmla="*/ 119435 h 135887"/>
                      <a:gd name="connsiteX3" fmla="*/ 100279 w 143545"/>
                      <a:gd name="connsiteY3" fmla="*/ 107109 h 135887"/>
                      <a:gd name="connsiteX4" fmla="*/ 99067 w 143545"/>
                      <a:gd name="connsiteY4" fmla="*/ 101998 h 135887"/>
                      <a:gd name="connsiteX5" fmla="*/ 88165 w 143545"/>
                      <a:gd name="connsiteY5" fmla="*/ 53295 h 135887"/>
                      <a:gd name="connsiteX6" fmla="*/ 117843 w 143545"/>
                      <a:gd name="connsiteY6" fmla="*/ 16918 h 135887"/>
                      <a:gd name="connsiteX7" fmla="*/ 125111 w 143545"/>
                      <a:gd name="connsiteY7" fmla="*/ 19323 h 135887"/>
                      <a:gd name="connsiteX8" fmla="*/ 133288 w 143545"/>
                      <a:gd name="connsiteY8" fmla="*/ 22029 h 135887"/>
                      <a:gd name="connsiteX9" fmla="*/ 143887 w 143545"/>
                      <a:gd name="connsiteY9" fmla="*/ 11206 h 135887"/>
                      <a:gd name="connsiteX10" fmla="*/ 131471 w 143545"/>
                      <a:gd name="connsiteY10" fmla="*/ 82 h 135887"/>
                      <a:gd name="connsiteX11" fmla="*/ 85742 w 143545"/>
                      <a:gd name="connsiteY11" fmla="*/ 43073 h 135887"/>
                      <a:gd name="connsiteX12" fmla="*/ 82411 w 143545"/>
                      <a:gd name="connsiteY12" fmla="*/ 26538 h 135887"/>
                      <a:gd name="connsiteX13" fmla="*/ 66663 w 143545"/>
                      <a:gd name="connsiteY13" fmla="*/ 82 h 135887"/>
                      <a:gd name="connsiteX14" fmla="*/ 31231 w 143545"/>
                      <a:gd name="connsiteY14" fmla="*/ 8801 h 135887"/>
                      <a:gd name="connsiteX15" fmla="*/ 27900 w 143545"/>
                      <a:gd name="connsiteY15" fmla="*/ 10003 h 135887"/>
                      <a:gd name="connsiteX16" fmla="*/ 29111 w 143545"/>
                      <a:gd name="connsiteY16" fmla="*/ 14513 h 135887"/>
                      <a:gd name="connsiteX17" fmla="*/ 46070 w 143545"/>
                      <a:gd name="connsiteY17" fmla="*/ 11206 h 135887"/>
                      <a:gd name="connsiteX18" fmla="*/ 59698 w 143545"/>
                      <a:gd name="connsiteY18" fmla="*/ 31950 h 135887"/>
                      <a:gd name="connsiteX19" fmla="*/ 68480 w 143545"/>
                      <a:gd name="connsiteY19" fmla="*/ 68928 h 135887"/>
                      <a:gd name="connsiteX20" fmla="*/ 43648 w 143545"/>
                      <a:gd name="connsiteY20" fmla="*/ 104102 h 135887"/>
                      <a:gd name="connsiteX21" fmla="*/ 28203 w 143545"/>
                      <a:gd name="connsiteY21" fmla="*/ 118533 h 135887"/>
                      <a:gd name="connsiteX22" fmla="*/ 20329 w 143545"/>
                      <a:gd name="connsiteY22" fmla="*/ 115827 h 135887"/>
                      <a:gd name="connsiteX23" fmla="*/ 10638 w 143545"/>
                      <a:gd name="connsiteY23" fmla="*/ 112821 h 135887"/>
                      <a:gd name="connsiteX24" fmla="*/ 342 w 143545"/>
                      <a:gd name="connsiteY24" fmla="*/ 123343 h 135887"/>
                      <a:gd name="connsiteX25" fmla="*/ 15484 w 143545"/>
                      <a:gd name="connsiteY25" fmla="*/ 135970 h 135887"/>
                      <a:gd name="connsiteX26" fmla="*/ 43648 w 143545"/>
                      <a:gd name="connsiteY26" fmla="*/ 114925 h 135887"/>
                      <a:gd name="connsiteX27" fmla="*/ 70903 w 143545"/>
                      <a:gd name="connsiteY27" fmla="*/ 79751 h 135887"/>
                      <a:gd name="connsiteX28" fmla="*/ 79988 w 143545"/>
                      <a:gd name="connsiteY28" fmla="*/ 115827 h 135887"/>
                      <a:gd name="connsiteX29" fmla="*/ 97553 w 143545"/>
                      <a:gd name="connsiteY29" fmla="*/ 135970 h 135887"/>
                      <a:gd name="connsiteX30" fmla="*/ 134499 w 143545"/>
                      <a:gd name="connsiteY30" fmla="*/ 101697 h 135887"/>
                      <a:gd name="connsiteX31" fmla="*/ 130260 w 143545"/>
                      <a:gd name="connsiteY31" fmla="*/ 99292 h 135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143545" h="135887">
                        <a:moveTo>
                          <a:pt x="130260" y="99292"/>
                        </a:moveTo>
                        <a:cubicBezTo>
                          <a:pt x="127837" y="101998"/>
                          <a:pt x="126323" y="103802"/>
                          <a:pt x="123597" y="107409"/>
                        </a:cubicBezTo>
                        <a:cubicBezTo>
                          <a:pt x="116632" y="116428"/>
                          <a:pt x="112998" y="119435"/>
                          <a:pt x="109667" y="119435"/>
                        </a:cubicBezTo>
                        <a:cubicBezTo>
                          <a:pt x="105124" y="119435"/>
                          <a:pt x="102398" y="115526"/>
                          <a:pt x="100279" y="107109"/>
                        </a:cubicBezTo>
                        <a:cubicBezTo>
                          <a:pt x="99673" y="104703"/>
                          <a:pt x="99370" y="102900"/>
                          <a:pt x="99067" y="101998"/>
                        </a:cubicBezTo>
                        <a:cubicBezTo>
                          <a:pt x="91496" y="71634"/>
                          <a:pt x="88165" y="57804"/>
                          <a:pt x="88165" y="53295"/>
                        </a:cubicBezTo>
                        <a:cubicBezTo>
                          <a:pt x="101490" y="30146"/>
                          <a:pt x="112392" y="16918"/>
                          <a:pt x="117843" y="16918"/>
                        </a:cubicBezTo>
                        <a:cubicBezTo>
                          <a:pt x="119660" y="16918"/>
                          <a:pt x="122083" y="17820"/>
                          <a:pt x="125111" y="19323"/>
                        </a:cubicBezTo>
                        <a:cubicBezTo>
                          <a:pt x="128745" y="21427"/>
                          <a:pt x="130865" y="22029"/>
                          <a:pt x="133288" y="22029"/>
                        </a:cubicBezTo>
                        <a:cubicBezTo>
                          <a:pt x="139648" y="22029"/>
                          <a:pt x="143887" y="17519"/>
                          <a:pt x="143887" y="11206"/>
                        </a:cubicBezTo>
                        <a:cubicBezTo>
                          <a:pt x="143887" y="4892"/>
                          <a:pt x="138739" y="82"/>
                          <a:pt x="131471" y="82"/>
                        </a:cubicBezTo>
                        <a:cubicBezTo>
                          <a:pt x="118146" y="82"/>
                          <a:pt x="106638" y="10905"/>
                          <a:pt x="85742" y="43073"/>
                        </a:cubicBezTo>
                        <a:lnTo>
                          <a:pt x="82411" y="26538"/>
                        </a:lnTo>
                        <a:cubicBezTo>
                          <a:pt x="78171" y="6095"/>
                          <a:pt x="74840" y="82"/>
                          <a:pt x="66663" y="82"/>
                        </a:cubicBezTo>
                        <a:cubicBezTo>
                          <a:pt x="60001" y="82"/>
                          <a:pt x="49704" y="2788"/>
                          <a:pt x="31231" y="8801"/>
                        </a:cubicBezTo>
                        <a:lnTo>
                          <a:pt x="27900" y="10003"/>
                        </a:lnTo>
                        <a:lnTo>
                          <a:pt x="29111" y="14513"/>
                        </a:lnTo>
                        <a:cubicBezTo>
                          <a:pt x="40619" y="11807"/>
                          <a:pt x="43345" y="11206"/>
                          <a:pt x="46070" y="11206"/>
                        </a:cubicBezTo>
                        <a:cubicBezTo>
                          <a:pt x="53641" y="11206"/>
                          <a:pt x="55458" y="13911"/>
                          <a:pt x="59698" y="31950"/>
                        </a:cubicBezTo>
                        <a:lnTo>
                          <a:pt x="68480" y="68928"/>
                        </a:lnTo>
                        <a:lnTo>
                          <a:pt x="43648" y="104102"/>
                        </a:lnTo>
                        <a:cubicBezTo>
                          <a:pt x="37591" y="113121"/>
                          <a:pt x="31534" y="118533"/>
                          <a:pt x="28203" y="118533"/>
                        </a:cubicBezTo>
                        <a:cubicBezTo>
                          <a:pt x="26386" y="118533"/>
                          <a:pt x="23357" y="117631"/>
                          <a:pt x="20329" y="115827"/>
                        </a:cubicBezTo>
                        <a:cubicBezTo>
                          <a:pt x="16392" y="113723"/>
                          <a:pt x="13061" y="112821"/>
                          <a:pt x="10638" y="112821"/>
                        </a:cubicBezTo>
                        <a:cubicBezTo>
                          <a:pt x="4884" y="112821"/>
                          <a:pt x="342" y="117330"/>
                          <a:pt x="342" y="123343"/>
                        </a:cubicBezTo>
                        <a:cubicBezTo>
                          <a:pt x="342" y="131159"/>
                          <a:pt x="6398" y="135970"/>
                          <a:pt x="15484" y="135970"/>
                        </a:cubicBezTo>
                        <a:cubicBezTo>
                          <a:pt x="24872" y="135970"/>
                          <a:pt x="28506" y="133264"/>
                          <a:pt x="43648" y="114925"/>
                        </a:cubicBezTo>
                        <a:cubicBezTo>
                          <a:pt x="51824" y="105305"/>
                          <a:pt x="58184" y="97188"/>
                          <a:pt x="70903" y="79751"/>
                        </a:cubicBezTo>
                        <a:lnTo>
                          <a:pt x="79988" y="115827"/>
                        </a:lnTo>
                        <a:cubicBezTo>
                          <a:pt x="83925" y="131159"/>
                          <a:pt x="87862" y="135970"/>
                          <a:pt x="97553" y="135970"/>
                        </a:cubicBezTo>
                        <a:cubicBezTo>
                          <a:pt x="109061" y="135970"/>
                          <a:pt x="116935" y="128754"/>
                          <a:pt x="134499" y="101697"/>
                        </a:cubicBezTo>
                        <a:lnTo>
                          <a:pt x="130260" y="9929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: Shape 1101">
                    <a:extLst>
                      <a:ext uri="{FF2B5EF4-FFF2-40B4-BE49-F238E27FC236}">
                        <a16:creationId xmlns:a16="http://schemas.microsoft.com/office/drawing/2014/main" id="{CED94ED7-7355-A680-B3F5-A48C6A620165}"/>
                      </a:ext>
                    </a:extLst>
                  </p:cNvPr>
                  <p:cNvSpPr/>
                  <p:nvPr>
                    <p:custDataLst>
                      <p:tags r:id="rId125"/>
                    </p:custDataLst>
                  </p:nvPr>
                </p:nvSpPr>
                <p:spPr>
                  <a:xfrm>
                    <a:off x="13083996" y="7340275"/>
                    <a:ext cx="103086" cy="100111"/>
                  </a:xfrm>
                  <a:custGeom>
                    <a:avLst/>
                    <a:gdLst>
                      <a:gd name="connsiteX0" fmla="*/ 100294 w 103086"/>
                      <a:gd name="connsiteY0" fmla="*/ 72165 h 100111"/>
                      <a:gd name="connsiteX1" fmla="*/ 95588 w 103086"/>
                      <a:gd name="connsiteY1" fmla="*/ 77949 h 100111"/>
                      <a:gd name="connsiteX2" fmla="*/ 81918 w 103086"/>
                      <a:gd name="connsiteY2" fmla="*/ 89740 h 100111"/>
                      <a:gd name="connsiteX3" fmla="*/ 78333 w 103086"/>
                      <a:gd name="connsiteY3" fmla="*/ 86180 h 100111"/>
                      <a:gd name="connsiteX4" fmla="*/ 81470 w 103086"/>
                      <a:gd name="connsiteY4" fmla="*/ 72165 h 100111"/>
                      <a:gd name="connsiteX5" fmla="*/ 94244 w 103086"/>
                      <a:gd name="connsiteY5" fmla="*/ 26336 h 100111"/>
                      <a:gd name="connsiteX6" fmla="*/ 96261 w 103086"/>
                      <a:gd name="connsiteY6" fmla="*/ 13655 h 100111"/>
                      <a:gd name="connsiteX7" fmla="*/ 81470 w 103086"/>
                      <a:gd name="connsiteY7" fmla="*/ 84 h 100111"/>
                      <a:gd name="connsiteX8" fmla="*/ 29927 w 103086"/>
                      <a:gd name="connsiteY8" fmla="*/ 49028 h 100111"/>
                      <a:gd name="connsiteX9" fmla="*/ 44942 w 103086"/>
                      <a:gd name="connsiteY9" fmla="*/ 529 h 100111"/>
                      <a:gd name="connsiteX10" fmla="*/ 44269 w 103086"/>
                      <a:gd name="connsiteY10" fmla="*/ 84 h 100111"/>
                      <a:gd name="connsiteX11" fmla="*/ 7965 w 103086"/>
                      <a:gd name="connsiteY11" fmla="*/ 6981 h 100111"/>
                      <a:gd name="connsiteX12" fmla="*/ 7965 w 103086"/>
                      <a:gd name="connsiteY12" fmla="*/ 10540 h 100111"/>
                      <a:gd name="connsiteX13" fmla="*/ 22307 w 103086"/>
                      <a:gd name="connsiteY13" fmla="*/ 16547 h 100111"/>
                      <a:gd name="connsiteX14" fmla="*/ 21859 w 103086"/>
                      <a:gd name="connsiteY14" fmla="*/ 20329 h 100111"/>
                      <a:gd name="connsiteX15" fmla="*/ 345 w 103086"/>
                      <a:gd name="connsiteY15" fmla="*/ 98194 h 100111"/>
                      <a:gd name="connsiteX16" fmla="*/ 17153 w 103086"/>
                      <a:gd name="connsiteY16" fmla="*/ 98194 h 100111"/>
                      <a:gd name="connsiteX17" fmla="*/ 39563 w 103086"/>
                      <a:gd name="connsiteY17" fmla="*/ 43021 h 100111"/>
                      <a:gd name="connsiteX18" fmla="*/ 72730 w 103086"/>
                      <a:gd name="connsiteY18" fmla="*/ 11430 h 100111"/>
                      <a:gd name="connsiteX19" fmla="*/ 78108 w 103086"/>
                      <a:gd name="connsiteY19" fmla="*/ 17882 h 100111"/>
                      <a:gd name="connsiteX20" fmla="*/ 74971 w 103086"/>
                      <a:gd name="connsiteY20" fmla="*/ 34790 h 100111"/>
                      <a:gd name="connsiteX21" fmla="*/ 65111 w 103086"/>
                      <a:gd name="connsiteY21" fmla="*/ 71497 h 100111"/>
                      <a:gd name="connsiteX22" fmla="*/ 61525 w 103086"/>
                      <a:gd name="connsiteY22" fmla="*/ 88183 h 100111"/>
                      <a:gd name="connsiteX23" fmla="*/ 72058 w 103086"/>
                      <a:gd name="connsiteY23" fmla="*/ 100196 h 100111"/>
                      <a:gd name="connsiteX24" fmla="*/ 103432 w 103086"/>
                      <a:gd name="connsiteY24" fmla="*/ 75057 h 100111"/>
                      <a:gd name="connsiteX25" fmla="*/ 100294 w 103086"/>
                      <a:gd name="connsiteY25" fmla="*/ 72165 h 1001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3086" h="100111">
                        <a:moveTo>
                          <a:pt x="100294" y="72165"/>
                        </a:moveTo>
                        <a:lnTo>
                          <a:pt x="95588" y="77949"/>
                        </a:lnTo>
                        <a:cubicBezTo>
                          <a:pt x="89089" y="86180"/>
                          <a:pt x="85056" y="89740"/>
                          <a:pt x="81918" y="89740"/>
                        </a:cubicBezTo>
                        <a:cubicBezTo>
                          <a:pt x="80125" y="89740"/>
                          <a:pt x="78333" y="87960"/>
                          <a:pt x="78333" y="86180"/>
                        </a:cubicBezTo>
                        <a:cubicBezTo>
                          <a:pt x="78333" y="84623"/>
                          <a:pt x="78333" y="84623"/>
                          <a:pt x="81470" y="72165"/>
                        </a:cubicBezTo>
                        <a:lnTo>
                          <a:pt x="94244" y="26336"/>
                        </a:lnTo>
                        <a:cubicBezTo>
                          <a:pt x="95364" y="21664"/>
                          <a:pt x="96261" y="16769"/>
                          <a:pt x="96261" y="13655"/>
                        </a:cubicBezTo>
                        <a:cubicBezTo>
                          <a:pt x="96261" y="5646"/>
                          <a:pt x="90210" y="84"/>
                          <a:pt x="81470" y="84"/>
                        </a:cubicBezTo>
                        <a:cubicBezTo>
                          <a:pt x="67128" y="84"/>
                          <a:pt x="53009" y="13432"/>
                          <a:pt x="29927" y="49028"/>
                        </a:cubicBezTo>
                        <a:lnTo>
                          <a:pt x="44942" y="529"/>
                        </a:lnTo>
                        <a:lnTo>
                          <a:pt x="44269" y="84"/>
                        </a:lnTo>
                        <a:cubicBezTo>
                          <a:pt x="32168" y="2531"/>
                          <a:pt x="27462" y="3421"/>
                          <a:pt x="7965" y="6981"/>
                        </a:cubicBezTo>
                        <a:lnTo>
                          <a:pt x="7965" y="10540"/>
                        </a:lnTo>
                        <a:cubicBezTo>
                          <a:pt x="19394" y="10763"/>
                          <a:pt x="22307" y="12098"/>
                          <a:pt x="22307" y="16547"/>
                        </a:cubicBezTo>
                        <a:cubicBezTo>
                          <a:pt x="22307" y="17882"/>
                          <a:pt x="22083" y="19217"/>
                          <a:pt x="21859" y="20329"/>
                        </a:cubicBezTo>
                        <a:lnTo>
                          <a:pt x="345" y="98194"/>
                        </a:lnTo>
                        <a:lnTo>
                          <a:pt x="17153" y="98194"/>
                        </a:lnTo>
                        <a:cubicBezTo>
                          <a:pt x="27686" y="63043"/>
                          <a:pt x="29703" y="58149"/>
                          <a:pt x="39563" y="43021"/>
                        </a:cubicBezTo>
                        <a:cubicBezTo>
                          <a:pt x="53009" y="22554"/>
                          <a:pt x="64438" y="11430"/>
                          <a:pt x="72730" y="11430"/>
                        </a:cubicBezTo>
                        <a:cubicBezTo>
                          <a:pt x="76092" y="11430"/>
                          <a:pt x="78108" y="13877"/>
                          <a:pt x="78108" y="17882"/>
                        </a:cubicBezTo>
                        <a:cubicBezTo>
                          <a:pt x="78108" y="20551"/>
                          <a:pt x="76764" y="27893"/>
                          <a:pt x="74971" y="34790"/>
                        </a:cubicBezTo>
                        <a:lnTo>
                          <a:pt x="65111" y="71497"/>
                        </a:lnTo>
                        <a:cubicBezTo>
                          <a:pt x="62197" y="82843"/>
                          <a:pt x="61525" y="85958"/>
                          <a:pt x="61525" y="88183"/>
                        </a:cubicBezTo>
                        <a:cubicBezTo>
                          <a:pt x="61525" y="96636"/>
                          <a:pt x="64662" y="100196"/>
                          <a:pt x="72058" y="100196"/>
                        </a:cubicBezTo>
                        <a:cubicBezTo>
                          <a:pt x="82142" y="100196"/>
                          <a:pt x="87969" y="95524"/>
                          <a:pt x="103432" y="75057"/>
                        </a:cubicBezTo>
                        <a:lnTo>
                          <a:pt x="100294" y="7216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: Shape 1102">
                    <a:extLst>
                      <a:ext uri="{FF2B5EF4-FFF2-40B4-BE49-F238E27FC236}">
                        <a16:creationId xmlns:a16="http://schemas.microsoft.com/office/drawing/2014/main" id="{A827259F-9E7D-D46F-C873-8D38CC6DA396}"/>
                      </a:ext>
                    </a:extLst>
                  </p:cNvPr>
                  <p:cNvSpPr/>
                  <p:nvPr>
                    <p:custDataLst>
                      <p:tags r:id="rId126"/>
                    </p:custDataLst>
                  </p:nvPr>
                </p:nvSpPr>
                <p:spPr>
                  <a:xfrm>
                    <a:off x="13225789" y="7167643"/>
                    <a:ext cx="70258" cy="300635"/>
                  </a:xfrm>
                  <a:custGeom>
                    <a:avLst/>
                    <a:gdLst>
                      <a:gd name="connsiteX0" fmla="*/ 70609 w 70258"/>
                      <a:gd name="connsiteY0" fmla="*/ 150400 h 300635"/>
                      <a:gd name="connsiteX1" fmla="*/ 50621 w 70258"/>
                      <a:gd name="connsiteY1" fmla="*/ 56602 h 300635"/>
                      <a:gd name="connsiteX2" fmla="*/ 3378 w 70258"/>
                      <a:gd name="connsiteY2" fmla="*/ 82 h 300635"/>
                      <a:gd name="connsiteX3" fmla="*/ 350 w 70258"/>
                      <a:gd name="connsiteY3" fmla="*/ 3088 h 300635"/>
                      <a:gd name="connsiteX4" fmla="*/ 6104 w 70258"/>
                      <a:gd name="connsiteY4" fmla="*/ 10003 h 300635"/>
                      <a:gd name="connsiteX5" fmla="*/ 53044 w 70258"/>
                      <a:gd name="connsiteY5" fmla="*/ 150400 h 300635"/>
                      <a:gd name="connsiteX6" fmla="*/ 4287 w 70258"/>
                      <a:gd name="connsiteY6" fmla="*/ 292601 h 300635"/>
                      <a:gd name="connsiteX7" fmla="*/ 350 w 70258"/>
                      <a:gd name="connsiteY7" fmla="*/ 297712 h 300635"/>
                      <a:gd name="connsiteX8" fmla="*/ 3378 w 70258"/>
                      <a:gd name="connsiteY8" fmla="*/ 300718 h 300635"/>
                      <a:gd name="connsiteX9" fmla="*/ 51530 w 70258"/>
                      <a:gd name="connsiteY9" fmla="*/ 242094 h 300635"/>
                      <a:gd name="connsiteX10" fmla="*/ 70609 w 70258"/>
                      <a:gd name="connsiteY10" fmla="*/ 150400 h 300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258" h="300635">
                        <a:moveTo>
                          <a:pt x="70609" y="150400"/>
                        </a:moveTo>
                        <a:cubicBezTo>
                          <a:pt x="70609" y="126950"/>
                          <a:pt x="67278" y="90573"/>
                          <a:pt x="50621" y="56602"/>
                        </a:cubicBezTo>
                        <a:cubicBezTo>
                          <a:pt x="32451" y="19623"/>
                          <a:pt x="6407" y="82"/>
                          <a:pt x="3378" y="82"/>
                        </a:cubicBezTo>
                        <a:cubicBezTo>
                          <a:pt x="1561" y="82"/>
                          <a:pt x="350" y="1285"/>
                          <a:pt x="350" y="3088"/>
                        </a:cubicBezTo>
                        <a:cubicBezTo>
                          <a:pt x="350" y="3990"/>
                          <a:pt x="350" y="4592"/>
                          <a:pt x="6104" y="10003"/>
                        </a:cubicBezTo>
                        <a:cubicBezTo>
                          <a:pt x="35782" y="39766"/>
                          <a:pt x="53044" y="87567"/>
                          <a:pt x="53044" y="150400"/>
                        </a:cubicBezTo>
                        <a:cubicBezTo>
                          <a:pt x="53044" y="201809"/>
                          <a:pt x="41839" y="254721"/>
                          <a:pt x="4287" y="292601"/>
                        </a:cubicBezTo>
                        <a:cubicBezTo>
                          <a:pt x="350" y="296208"/>
                          <a:pt x="350" y="296810"/>
                          <a:pt x="350" y="297712"/>
                        </a:cubicBezTo>
                        <a:cubicBezTo>
                          <a:pt x="350" y="299515"/>
                          <a:pt x="1561" y="300718"/>
                          <a:pt x="3378" y="300718"/>
                        </a:cubicBezTo>
                        <a:cubicBezTo>
                          <a:pt x="6407" y="300718"/>
                          <a:pt x="33662" y="280275"/>
                          <a:pt x="51530" y="242094"/>
                        </a:cubicBezTo>
                        <a:cubicBezTo>
                          <a:pt x="66975" y="209024"/>
                          <a:pt x="70609" y="175653"/>
                          <a:pt x="70609" y="15040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: Shape 1103">
                    <a:extLst>
                      <a:ext uri="{FF2B5EF4-FFF2-40B4-BE49-F238E27FC236}">
                        <a16:creationId xmlns:a16="http://schemas.microsoft.com/office/drawing/2014/main" id="{CF6120D7-D84F-E7A5-6BBC-E53D5AEB2189}"/>
                      </a:ext>
                    </a:extLst>
                  </p:cNvPr>
                  <p:cNvSpPr/>
                  <p:nvPr>
                    <p:custDataLst>
                      <p:tags r:id="rId127"/>
                    </p:custDataLst>
                  </p:nvPr>
                </p:nvSpPr>
                <p:spPr>
                  <a:xfrm>
                    <a:off x="7392212" y="7572973"/>
                    <a:ext cx="5934250" cy="12067"/>
                  </a:xfrm>
                  <a:custGeom>
                    <a:avLst/>
                    <a:gdLst>
                      <a:gd name="connsiteX0" fmla="*/ 0 w 5934250"/>
                      <a:gd name="connsiteY0" fmla="*/ 0 h 12067"/>
                      <a:gd name="connsiteX1" fmla="*/ 5934251 w 5934250"/>
                      <a:gd name="connsiteY1" fmla="*/ 0 h 12067"/>
                      <a:gd name="connsiteX2" fmla="*/ 5934251 w 5934250"/>
                      <a:gd name="connsiteY2" fmla="*/ 12067 h 12067"/>
                      <a:gd name="connsiteX3" fmla="*/ 0 w 5934250"/>
                      <a:gd name="connsiteY3" fmla="*/ 12067 h 120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934250" h="12067">
                        <a:moveTo>
                          <a:pt x="0" y="0"/>
                        </a:moveTo>
                        <a:lnTo>
                          <a:pt x="5934251" y="0"/>
                        </a:lnTo>
                        <a:lnTo>
                          <a:pt x="5934251" y="12067"/>
                        </a:lnTo>
                        <a:lnTo>
                          <a:pt x="0" y="1206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: Shape 1105">
                    <a:extLst>
                      <a:ext uri="{FF2B5EF4-FFF2-40B4-BE49-F238E27FC236}">
                        <a16:creationId xmlns:a16="http://schemas.microsoft.com/office/drawing/2014/main" id="{5EE522A6-8BB6-D769-AEEE-1CE9109D9A30}"/>
                      </a:ext>
                    </a:extLst>
                  </p:cNvPr>
                  <p:cNvSpPr/>
                  <p:nvPr>
                    <p:custDataLst>
                      <p:tags r:id="rId128"/>
                    </p:custDataLst>
                  </p:nvPr>
                </p:nvSpPr>
                <p:spPr>
                  <a:xfrm>
                    <a:off x="10220371" y="7658227"/>
                    <a:ext cx="117804" cy="207438"/>
                  </a:xfrm>
                  <a:custGeom>
                    <a:avLst/>
                    <a:gdLst>
                      <a:gd name="connsiteX0" fmla="*/ 33564 w 117804"/>
                      <a:gd name="connsiteY0" fmla="*/ 104117 h 207438"/>
                      <a:gd name="connsiteX1" fmla="*/ 65665 w 117804"/>
                      <a:gd name="connsiteY1" fmla="*/ 107424 h 207438"/>
                      <a:gd name="connsiteX2" fmla="*/ 96252 w 117804"/>
                      <a:gd name="connsiteY2" fmla="*/ 151918 h 207438"/>
                      <a:gd name="connsiteX3" fmla="*/ 56580 w 117804"/>
                      <a:gd name="connsiteY3" fmla="*/ 196713 h 207438"/>
                      <a:gd name="connsiteX4" fmla="*/ 31142 w 117804"/>
                      <a:gd name="connsiteY4" fmla="*/ 187393 h 207438"/>
                      <a:gd name="connsiteX5" fmla="*/ 11760 w 117804"/>
                      <a:gd name="connsiteY5" fmla="*/ 179878 h 207438"/>
                      <a:gd name="connsiteX6" fmla="*/ 252 w 117804"/>
                      <a:gd name="connsiteY6" fmla="*/ 190400 h 207438"/>
                      <a:gd name="connsiteX7" fmla="*/ 34473 w 117804"/>
                      <a:gd name="connsiteY7" fmla="*/ 207536 h 207438"/>
                      <a:gd name="connsiteX8" fmla="*/ 95949 w 117804"/>
                      <a:gd name="connsiteY8" fmla="*/ 187393 h 207438"/>
                      <a:gd name="connsiteX9" fmla="*/ 118056 w 117804"/>
                      <a:gd name="connsiteY9" fmla="*/ 137488 h 207438"/>
                      <a:gd name="connsiteX10" fmla="*/ 104429 w 117804"/>
                      <a:gd name="connsiteY10" fmla="*/ 98706 h 207438"/>
                      <a:gd name="connsiteX11" fmla="*/ 79293 w 117804"/>
                      <a:gd name="connsiteY11" fmla="*/ 82772 h 207438"/>
                      <a:gd name="connsiteX12" fmla="*/ 107760 w 117804"/>
                      <a:gd name="connsiteY12" fmla="*/ 41284 h 207438"/>
                      <a:gd name="connsiteX13" fmla="*/ 60517 w 117804"/>
                      <a:gd name="connsiteY13" fmla="*/ 97 h 207438"/>
                      <a:gd name="connsiteX14" fmla="*/ 21148 w 117804"/>
                      <a:gd name="connsiteY14" fmla="*/ 14828 h 207438"/>
                      <a:gd name="connsiteX15" fmla="*/ 858 w 117804"/>
                      <a:gd name="connsiteY15" fmla="*/ 48800 h 207438"/>
                      <a:gd name="connsiteX16" fmla="*/ 5400 w 117804"/>
                      <a:gd name="connsiteY16" fmla="*/ 50003 h 207438"/>
                      <a:gd name="connsiteX17" fmla="*/ 50523 w 117804"/>
                      <a:gd name="connsiteY17" fmla="*/ 18135 h 207438"/>
                      <a:gd name="connsiteX18" fmla="*/ 83836 w 117804"/>
                      <a:gd name="connsiteY18" fmla="*/ 50303 h 207438"/>
                      <a:gd name="connsiteX19" fmla="*/ 71722 w 117804"/>
                      <a:gd name="connsiteY19" fmla="*/ 79465 h 207438"/>
                      <a:gd name="connsiteX20" fmla="*/ 33564 w 117804"/>
                      <a:gd name="connsiteY20" fmla="*/ 100209 h 207438"/>
                      <a:gd name="connsiteX21" fmla="*/ 33564 w 117804"/>
                      <a:gd name="connsiteY21" fmla="*/ 104117 h 2074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117804" h="207438">
                        <a:moveTo>
                          <a:pt x="33564" y="104117"/>
                        </a:moveTo>
                        <a:cubicBezTo>
                          <a:pt x="51432" y="104117"/>
                          <a:pt x="58397" y="104719"/>
                          <a:pt x="65665" y="107424"/>
                        </a:cubicBezTo>
                        <a:cubicBezTo>
                          <a:pt x="84441" y="114038"/>
                          <a:pt x="96252" y="131175"/>
                          <a:pt x="96252" y="151918"/>
                        </a:cubicBezTo>
                        <a:cubicBezTo>
                          <a:pt x="96252" y="177172"/>
                          <a:pt x="78990" y="196713"/>
                          <a:pt x="56580" y="196713"/>
                        </a:cubicBezTo>
                        <a:cubicBezTo>
                          <a:pt x="48403" y="196713"/>
                          <a:pt x="42347" y="194609"/>
                          <a:pt x="31142" y="187393"/>
                        </a:cubicBezTo>
                        <a:cubicBezTo>
                          <a:pt x="22056" y="181982"/>
                          <a:pt x="16908" y="179878"/>
                          <a:pt x="11760" y="179878"/>
                        </a:cubicBezTo>
                        <a:cubicBezTo>
                          <a:pt x="4794" y="179878"/>
                          <a:pt x="252" y="184087"/>
                          <a:pt x="252" y="190400"/>
                        </a:cubicBezTo>
                        <a:cubicBezTo>
                          <a:pt x="252" y="200922"/>
                          <a:pt x="13274" y="207536"/>
                          <a:pt x="34473" y="207536"/>
                        </a:cubicBezTo>
                        <a:cubicBezTo>
                          <a:pt x="57791" y="207536"/>
                          <a:pt x="81716" y="199720"/>
                          <a:pt x="95949" y="187393"/>
                        </a:cubicBezTo>
                        <a:cubicBezTo>
                          <a:pt x="110183" y="175067"/>
                          <a:pt x="118056" y="157631"/>
                          <a:pt x="118056" y="137488"/>
                        </a:cubicBezTo>
                        <a:cubicBezTo>
                          <a:pt x="118056" y="122155"/>
                          <a:pt x="113211" y="108026"/>
                          <a:pt x="104429" y="98706"/>
                        </a:cubicBezTo>
                        <a:cubicBezTo>
                          <a:pt x="98372" y="92092"/>
                          <a:pt x="92618" y="88484"/>
                          <a:pt x="79293" y="82772"/>
                        </a:cubicBezTo>
                        <a:cubicBezTo>
                          <a:pt x="100189" y="68642"/>
                          <a:pt x="107760" y="57519"/>
                          <a:pt x="107760" y="41284"/>
                        </a:cubicBezTo>
                        <a:cubicBezTo>
                          <a:pt x="107760" y="16933"/>
                          <a:pt x="88378" y="97"/>
                          <a:pt x="60517" y="97"/>
                        </a:cubicBezTo>
                        <a:cubicBezTo>
                          <a:pt x="45375" y="97"/>
                          <a:pt x="32050" y="5208"/>
                          <a:pt x="21148" y="14828"/>
                        </a:cubicBezTo>
                        <a:cubicBezTo>
                          <a:pt x="12063" y="22946"/>
                          <a:pt x="7520" y="30762"/>
                          <a:pt x="858" y="48800"/>
                        </a:cubicBezTo>
                        <a:lnTo>
                          <a:pt x="5400" y="50003"/>
                        </a:lnTo>
                        <a:cubicBezTo>
                          <a:pt x="17817" y="28056"/>
                          <a:pt x="31444" y="18135"/>
                          <a:pt x="50523" y="18135"/>
                        </a:cubicBezTo>
                        <a:cubicBezTo>
                          <a:pt x="70208" y="18135"/>
                          <a:pt x="83836" y="31363"/>
                          <a:pt x="83836" y="50303"/>
                        </a:cubicBezTo>
                        <a:cubicBezTo>
                          <a:pt x="83836" y="61126"/>
                          <a:pt x="79293" y="71949"/>
                          <a:pt x="71722" y="79465"/>
                        </a:cubicBezTo>
                        <a:cubicBezTo>
                          <a:pt x="62637" y="88484"/>
                          <a:pt x="54157" y="92994"/>
                          <a:pt x="33564" y="100209"/>
                        </a:cubicBezTo>
                        <a:lnTo>
                          <a:pt x="33564" y="10411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: Shape 1106">
                    <a:extLst>
                      <a:ext uri="{FF2B5EF4-FFF2-40B4-BE49-F238E27FC236}">
                        <a16:creationId xmlns:a16="http://schemas.microsoft.com/office/drawing/2014/main" id="{B789071A-AB31-E54B-FFDE-F1DAA8B35959}"/>
                      </a:ext>
                    </a:extLst>
                  </p:cNvPr>
                  <p:cNvSpPr/>
                  <p:nvPr>
                    <p:custDataLst>
                      <p:tags r:id="rId129"/>
                    </p:custDataLst>
                  </p:nvPr>
                </p:nvSpPr>
                <p:spPr>
                  <a:xfrm>
                    <a:off x="10363576" y="7728876"/>
                    <a:ext cx="139306" cy="135286"/>
                  </a:xfrm>
                  <a:custGeom>
                    <a:avLst/>
                    <a:gdLst>
                      <a:gd name="connsiteX0" fmla="*/ 135323 w 139306"/>
                      <a:gd name="connsiteY0" fmla="*/ 97504 h 135286"/>
                      <a:gd name="connsiteX1" fmla="*/ 128964 w 139306"/>
                      <a:gd name="connsiteY1" fmla="*/ 105320 h 135286"/>
                      <a:gd name="connsiteX2" fmla="*/ 110490 w 139306"/>
                      <a:gd name="connsiteY2" fmla="*/ 121254 h 135286"/>
                      <a:gd name="connsiteX3" fmla="*/ 105645 w 139306"/>
                      <a:gd name="connsiteY3" fmla="*/ 116444 h 135286"/>
                      <a:gd name="connsiteX4" fmla="*/ 109885 w 139306"/>
                      <a:gd name="connsiteY4" fmla="*/ 97504 h 135286"/>
                      <a:gd name="connsiteX5" fmla="*/ 127147 w 139306"/>
                      <a:gd name="connsiteY5" fmla="*/ 35573 h 135286"/>
                      <a:gd name="connsiteX6" fmla="*/ 129872 w 139306"/>
                      <a:gd name="connsiteY6" fmla="*/ 18436 h 135286"/>
                      <a:gd name="connsiteX7" fmla="*/ 109885 w 139306"/>
                      <a:gd name="connsiteY7" fmla="*/ 98 h 135286"/>
                      <a:gd name="connsiteX8" fmla="*/ 40232 w 139306"/>
                      <a:gd name="connsiteY8" fmla="*/ 66238 h 135286"/>
                      <a:gd name="connsiteX9" fmla="*/ 60522 w 139306"/>
                      <a:gd name="connsiteY9" fmla="*/ 699 h 135286"/>
                      <a:gd name="connsiteX10" fmla="*/ 59613 w 139306"/>
                      <a:gd name="connsiteY10" fmla="*/ 98 h 135286"/>
                      <a:gd name="connsiteX11" fmla="*/ 10553 w 139306"/>
                      <a:gd name="connsiteY11" fmla="*/ 9417 h 135286"/>
                      <a:gd name="connsiteX12" fmla="*/ 10553 w 139306"/>
                      <a:gd name="connsiteY12" fmla="*/ 14227 h 135286"/>
                      <a:gd name="connsiteX13" fmla="*/ 29935 w 139306"/>
                      <a:gd name="connsiteY13" fmla="*/ 22345 h 135286"/>
                      <a:gd name="connsiteX14" fmla="*/ 29330 w 139306"/>
                      <a:gd name="connsiteY14" fmla="*/ 27455 h 135286"/>
                      <a:gd name="connsiteX15" fmla="*/ 257 w 139306"/>
                      <a:gd name="connsiteY15" fmla="*/ 132678 h 135286"/>
                      <a:gd name="connsiteX16" fmla="*/ 22970 w 139306"/>
                      <a:gd name="connsiteY16" fmla="*/ 132678 h 135286"/>
                      <a:gd name="connsiteX17" fmla="*/ 53254 w 139306"/>
                      <a:gd name="connsiteY17" fmla="*/ 58120 h 135286"/>
                      <a:gd name="connsiteX18" fmla="*/ 98074 w 139306"/>
                      <a:gd name="connsiteY18" fmla="*/ 15430 h 135286"/>
                      <a:gd name="connsiteX19" fmla="*/ 105342 w 139306"/>
                      <a:gd name="connsiteY19" fmla="*/ 24148 h 135286"/>
                      <a:gd name="connsiteX20" fmla="*/ 101102 w 139306"/>
                      <a:gd name="connsiteY20" fmla="*/ 46997 h 135286"/>
                      <a:gd name="connsiteX21" fmla="*/ 87777 w 139306"/>
                      <a:gd name="connsiteY21" fmla="*/ 96602 h 135286"/>
                      <a:gd name="connsiteX22" fmla="*/ 82932 w 139306"/>
                      <a:gd name="connsiteY22" fmla="*/ 119149 h 135286"/>
                      <a:gd name="connsiteX23" fmla="*/ 97165 w 139306"/>
                      <a:gd name="connsiteY23" fmla="*/ 135384 h 135286"/>
                      <a:gd name="connsiteX24" fmla="*/ 139563 w 139306"/>
                      <a:gd name="connsiteY24" fmla="*/ 101412 h 135286"/>
                      <a:gd name="connsiteX25" fmla="*/ 135323 w 139306"/>
                      <a:gd name="connsiteY25" fmla="*/ 97504 h 1352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39306" h="135286">
                        <a:moveTo>
                          <a:pt x="135323" y="97504"/>
                        </a:moveTo>
                        <a:lnTo>
                          <a:pt x="128964" y="105320"/>
                        </a:lnTo>
                        <a:cubicBezTo>
                          <a:pt x="120181" y="116444"/>
                          <a:pt x="114730" y="121254"/>
                          <a:pt x="110490" y="121254"/>
                        </a:cubicBezTo>
                        <a:cubicBezTo>
                          <a:pt x="108068" y="121254"/>
                          <a:pt x="105645" y="118849"/>
                          <a:pt x="105645" y="116444"/>
                        </a:cubicBezTo>
                        <a:cubicBezTo>
                          <a:pt x="105645" y="114339"/>
                          <a:pt x="105645" y="114339"/>
                          <a:pt x="109885" y="97504"/>
                        </a:cubicBezTo>
                        <a:lnTo>
                          <a:pt x="127147" y="35573"/>
                        </a:lnTo>
                        <a:cubicBezTo>
                          <a:pt x="128661" y="29259"/>
                          <a:pt x="129872" y="22645"/>
                          <a:pt x="129872" y="18436"/>
                        </a:cubicBezTo>
                        <a:cubicBezTo>
                          <a:pt x="129872" y="7613"/>
                          <a:pt x="121695" y="98"/>
                          <a:pt x="109885" y="98"/>
                        </a:cubicBezTo>
                        <a:cubicBezTo>
                          <a:pt x="90503" y="98"/>
                          <a:pt x="71424" y="18136"/>
                          <a:pt x="40232" y="66238"/>
                        </a:cubicBezTo>
                        <a:lnTo>
                          <a:pt x="60522" y="699"/>
                        </a:lnTo>
                        <a:lnTo>
                          <a:pt x="59613" y="98"/>
                        </a:lnTo>
                        <a:cubicBezTo>
                          <a:pt x="43260" y="3405"/>
                          <a:pt x="36900" y="4607"/>
                          <a:pt x="10553" y="9417"/>
                        </a:cubicBezTo>
                        <a:lnTo>
                          <a:pt x="10553" y="14227"/>
                        </a:lnTo>
                        <a:cubicBezTo>
                          <a:pt x="25998" y="14528"/>
                          <a:pt x="29935" y="16332"/>
                          <a:pt x="29935" y="22345"/>
                        </a:cubicBezTo>
                        <a:cubicBezTo>
                          <a:pt x="29935" y="24148"/>
                          <a:pt x="29632" y="25952"/>
                          <a:pt x="29330" y="27455"/>
                        </a:cubicBezTo>
                        <a:lnTo>
                          <a:pt x="257" y="132678"/>
                        </a:lnTo>
                        <a:lnTo>
                          <a:pt x="22970" y="132678"/>
                        </a:lnTo>
                        <a:cubicBezTo>
                          <a:pt x="37203" y="85178"/>
                          <a:pt x="39929" y="78564"/>
                          <a:pt x="53254" y="58120"/>
                        </a:cubicBezTo>
                        <a:cubicBezTo>
                          <a:pt x="71424" y="30462"/>
                          <a:pt x="86869" y="15430"/>
                          <a:pt x="98074" y="15430"/>
                        </a:cubicBezTo>
                        <a:cubicBezTo>
                          <a:pt x="102617" y="15430"/>
                          <a:pt x="105342" y="18737"/>
                          <a:pt x="105342" y="24148"/>
                        </a:cubicBezTo>
                        <a:cubicBezTo>
                          <a:pt x="105342" y="27756"/>
                          <a:pt x="103525" y="37677"/>
                          <a:pt x="101102" y="46997"/>
                        </a:cubicBezTo>
                        <a:lnTo>
                          <a:pt x="87777" y="96602"/>
                        </a:lnTo>
                        <a:cubicBezTo>
                          <a:pt x="83841" y="111934"/>
                          <a:pt x="82932" y="116143"/>
                          <a:pt x="82932" y="119149"/>
                        </a:cubicBezTo>
                        <a:cubicBezTo>
                          <a:pt x="82932" y="130574"/>
                          <a:pt x="87172" y="135384"/>
                          <a:pt x="97165" y="135384"/>
                        </a:cubicBezTo>
                        <a:cubicBezTo>
                          <a:pt x="110793" y="135384"/>
                          <a:pt x="118667" y="129070"/>
                          <a:pt x="139563" y="101412"/>
                        </a:cubicBezTo>
                        <a:lnTo>
                          <a:pt x="135323" y="9750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: Shape 1107">
                    <a:extLst>
                      <a:ext uri="{FF2B5EF4-FFF2-40B4-BE49-F238E27FC236}">
                        <a16:creationId xmlns:a16="http://schemas.microsoft.com/office/drawing/2014/main" id="{95CF5502-4F63-6755-D70F-BE6706C8E58E}"/>
                      </a:ext>
                    </a:extLst>
                  </p:cNvPr>
                  <p:cNvSpPr/>
                  <p:nvPr>
                    <p:custDataLst>
                      <p:tags r:id="rId130"/>
                    </p:custDataLst>
                  </p:nvPr>
                </p:nvSpPr>
                <p:spPr>
                  <a:xfrm>
                    <a:off x="7348466" y="7892155"/>
                    <a:ext cx="146574" cy="100412"/>
                  </a:xfrm>
                  <a:custGeom>
                    <a:avLst/>
                    <a:gdLst>
                      <a:gd name="connsiteX0" fmla="*/ 146732 w 146574"/>
                      <a:gd name="connsiteY0" fmla="*/ 72856 h 100412"/>
                      <a:gd name="connsiteX1" fmla="*/ 142492 w 146574"/>
                      <a:gd name="connsiteY1" fmla="*/ 64439 h 100412"/>
                      <a:gd name="connsiteX2" fmla="*/ 66782 w 146574"/>
                      <a:gd name="connsiteY2" fmla="*/ 48505 h 100412"/>
                      <a:gd name="connsiteX3" fmla="*/ 14088 w 146574"/>
                      <a:gd name="connsiteY3" fmla="*/ 1606 h 100412"/>
                      <a:gd name="connsiteX4" fmla="*/ 7426 w 146574"/>
                      <a:gd name="connsiteY4" fmla="*/ 102 h 100412"/>
                      <a:gd name="connsiteX5" fmla="*/ 158 w 146574"/>
                      <a:gd name="connsiteY5" fmla="*/ 7919 h 100412"/>
                      <a:gd name="connsiteX6" fmla="*/ 158 w 146574"/>
                      <a:gd name="connsiteY6" fmla="*/ 12729 h 100412"/>
                      <a:gd name="connsiteX7" fmla="*/ 140372 w 146574"/>
                      <a:gd name="connsiteY7" fmla="*/ 100515 h 100412"/>
                      <a:gd name="connsiteX8" fmla="*/ 146732 w 146574"/>
                      <a:gd name="connsiteY8" fmla="*/ 92097 h 100412"/>
                      <a:gd name="connsiteX9" fmla="*/ 146732 w 146574"/>
                      <a:gd name="connsiteY9" fmla="*/ 72856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46574" h="100412">
                        <a:moveTo>
                          <a:pt x="146732" y="72856"/>
                        </a:moveTo>
                        <a:cubicBezTo>
                          <a:pt x="146732" y="65942"/>
                          <a:pt x="146732" y="64439"/>
                          <a:pt x="142492" y="64439"/>
                        </a:cubicBezTo>
                        <a:cubicBezTo>
                          <a:pt x="124019" y="64138"/>
                          <a:pt x="94038" y="61733"/>
                          <a:pt x="66782" y="48505"/>
                        </a:cubicBezTo>
                        <a:cubicBezTo>
                          <a:pt x="34076" y="32271"/>
                          <a:pt x="21659" y="13330"/>
                          <a:pt x="14088" y="1606"/>
                        </a:cubicBezTo>
                        <a:cubicBezTo>
                          <a:pt x="13180" y="102"/>
                          <a:pt x="11363" y="102"/>
                          <a:pt x="7426" y="102"/>
                        </a:cubicBezTo>
                        <a:cubicBezTo>
                          <a:pt x="461" y="102"/>
                          <a:pt x="158" y="403"/>
                          <a:pt x="158" y="7919"/>
                        </a:cubicBezTo>
                        <a:lnTo>
                          <a:pt x="158" y="12729"/>
                        </a:lnTo>
                        <a:cubicBezTo>
                          <a:pt x="41344" y="86385"/>
                          <a:pt x="109483" y="100515"/>
                          <a:pt x="140372" y="100515"/>
                        </a:cubicBezTo>
                        <a:cubicBezTo>
                          <a:pt x="146732" y="100515"/>
                          <a:pt x="146732" y="100214"/>
                          <a:pt x="146732" y="92097"/>
                        </a:cubicBezTo>
                        <a:lnTo>
                          <a:pt x="146732" y="7285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: Shape 1108">
                    <a:extLst>
                      <a:ext uri="{FF2B5EF4-FFF2-40B4-BE49-F238E27FC236}">
                        <a16:creationId xmlns:a16="http://schemas.microsoft.com/office/drawing/2014/main" id="{F22DBF4B-B920-7BD6-30A0-3B24EBCB0308}"/>
                      </a:ext>
                    </a:extLst>
                  </p:cNvPr>
                  <p:cNvSpPr/>
                  <p:nvPr>
                    <p:custDataLst>
                      <p:tags r:id="rId131"/>
                    </p:custDataLst>
                  </p:nvPr>
                </p:nvSpPr>
                <p:spPr>
                  <a:xfrm>
                    <a:off x="7492523" y="7956660"/>
                    <a:ext cx="2730025" cy="35907"/>
                  </a:xfrm>
                  <a:custGeom>
                    <a:avLst/>
                    <a:gdLst>
                      <a:gd name="connsiteX0" fmla="*/ 0 w 2730025"/>
                      <a:gd name="connsiteY0" fmla="*/ 0 h 35907"/>
                      <a:gd name="connsiteX1" fmla="*/ 2730026 w 2730025"/>
                      <a:gd name="connsiteY1" fmla="*/ 0 h 35907"/>
                      <a:gd name="connsiteX2" fmla="*/ 2730026 w 2730025"/>
                      <a:gd name="connsiteY2" fmla="*/ 35908 h 35907"/>
                      <a:gd name="connsiteX3" fmla="*/ 0 w 2730025"/>
                      <a:gd name="connsiteY3" fmla="*/ 35908 h 35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30025" h="35907">
                        <a:moveTo>
                          <a:pt x="0" y="0"/>
                        </a:moveTo>
                        <a:lnTo>
                          <a:pt x="2730026" y="0"/>
                        </a:lnTo>
                        <a:lnTo>
                          <a:pt x="2730026" y="35908"/>
                        </a:lnTo>
                        <a:lnTo>
                          <a:pt x="0" y="3590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: Shape 1110">
                    <a:extLst>
                      <a:ext uri="{FF2B5EF4-FFF2-40B4-BE49-F238E27FC236}">
                        <a16:creationId xmlns:a16="http://schemas.microsoft.com/office/drawing/2014/main" id="{49539E5D-0238-D057-D684-BF6D8C5A5AAD}"/>
                      </a:ext>
                    </a:extLst>
                  </p:cNvPr>
                  <p:cNvSpPr/>
                  <p:nvPr>
                    <p:custDataLst>
                      <p:tags r:id="rId132"/>
                    </p:custDataLst>
                  </p:nvPr>
                </p:nvSpPr>
                <p:spPr>
                  <a:xfrm>
                    <a:off x="10219520" y="7956491"/>
                    <a:ext cx="146574" cy="100412"/>
                  </a:xfrm>
                  <a:custGeom>
                    <a:avLst/>
                    <a:gdLst>
                      <a:gd name="connsiteX0" fmla="*/ 146826 w 146574"/>
                      <a:gd name="connsiteY0" fmla="*/ 87888 h 100412"/>
                      <a:gd name="connsiteX1" fmla="*/ 6611 w 146574"/>
                      <a:gd name="connsiteY1" fmla="*/ 102 h 100412"/>
                      <a:gd name="connsiteX2" fmla="*/ 252 w 146574"/>
                      <a:gd name="connsiteY2" fmla="*/ 8520 h 100412"/>
                      <a:gd name="connsiteX3" fmla="*/ 252 w 146574"/>
                      <a:gd name="connsiteY3" fmla="*/ 27761 h 100412"/>
                      <a:gd name="connsiteX4" fmla="*/ 4492 w 146574"/>
                      <a:gd name="connsiteY4" fmla="*/ 36179 h 100412"/>
                      <a:gd name="connsiteX5" fmla="*/ 80201 w 146574"/>
                      <a:gd name="connsiteY5" fmla="*/ 52112 h 100412"/>
                      <a:gd name="connsiteX6" fmla="*/ 132895 w 146574"/>
                      <a:gd name="connsiteY6" fmla="*/ 99012 h 100412"/>
                      <a:gd name="connsiteX7" fmla="*/ 139558 w 146574"/>
                      <a:gd name="connsiteY7" fmla="*/ 100515 h 100412"/>
                      <a:gd name="connsiteX8" fmla="*/ 146826 w 146574"/>
                      <a:gd name="connsiteY8" fmla="*/ 92698 h 100412"/>
                      <a:gd name="connsiteX9" fmla="*/ 146826 w 146574"/>
                      <a:gd name="connsiteY9" fmla="*/ 87888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46574" h="100412">
                        <a:moveTo>
                          <a:pt x="146826" y="87888"/>
                        </a:moveTo>
                        <a:cubicBezTo>
                          <a:pt x="105640" y="14232"/>
                          <a:pt x="37501" y="102"/>
                          <a:pt x="6611" y="102"/>
                        </a:cubicBezTo>
                        <a:cubicBezTo>
                          <a:pt x="252" y="102"/>
                          <a:pt x="252" y="403"/>
                          <a:pt x="252" y="8520"/>
                        </a:cubicBezTo>
                        <a:lnTo>
                          <a:pt x="252" y="27761"/>
                        </a:lnTo>
                        <a:cubicBezTo>
                          <a:pt x="252" y="34676"/>
                          <a:pt x="252" y="36179"/>
                          <a:pt x="4492" y="36179"/>
                        </a:cubicBezTo>
                        <a:cubicBezTo>
                          <a:pt x="22965" y="36479"/>
                          <a:pt x="52946" y="38885"/>
                          <a:pt x="80201" y="52112"/>
                        </a:cubicBezTo>
                        <a:cubicBezTo>
                          <a:pt x="112908" y="68347"/>
                          <a:pt x="125324" y="87287"/>
                          <a:pt x="132895" y="99012"/>
                        </a:cubicBezTo>
                        <a:cubicBezTo>
                          <a:pt x="133804" y="100515"/>
                          <a:pt x="135621" y="100515"/>
                          <a:pt x="139558" y="100515"/>
                        </a:cubicBezTo>
                        <a:cubicBezTo>
                          <a:pt x="146523" y="100515"/>
                          <a:pt x="146826" y="100214"/>
                          <a:pt x="146826" y="92698"/>
                        </a:cubicBezTo>
                        <a:lnTo>
                          <a:pt x="146826" y="8788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: Shape 1111">
                    <a:extLst>
                      <a:ext uri="{FF2B5EF4-FFF2-40B4-BE49-F238E27FC236}">
                        <a16:creationId xmlns:a16="http://schemas.microsoft.com/office/drawing/2014/main" id="{7BA2AA02-11E5-954A-F8DE-8F6C0DA6D4DE}"/>
                      </a:ext>
                    </a:extLst>
                  </p:cNvPr>
                  <p:cNvSpPr/>
                  <p:nvPr>
                    <p:custDataLst>
                      <p:tags r:id="rId133"/>
                    </p:custDataLst>
                  </p:nvPr>
                </p:nvSpPr>
                <p:spPr>
                  <a:xfrm>
                    <a:off x="10352069" y="7956491"/>
                    <a:ext cx="146574" cy="100412"/>
                  </a:xfrm>
                  <a:custGeom>
                    <a:avLst/>
                    <a:gdLst>
                      <a:gd name="connsiteX0" fmla="*/ 146831 w 146574"/>
                      <a:gd name="connsiteY0" fmla="*/ 8520 h 100412"/>
                      <a:gd name="connsiteX1" fmla="*/ 140471 w 146574"/>
                      <a:gd name="connsiteY1" fmla="*/ 102 h 100412"/>
                      <a:gd name="connsiteX2" fmla="*/ 256 w 146574"/>
                      <a:gd name="connsiteY2" fmla="*/ 87888 h 100412"/>
                      <a:gd name="connsiteX3" fmla="*/ 256 w 146574"/>
                      <a:gd name="connsiteY3" fmla="*/ 92698 h 100412"/>
                      <a:gd name="connsiteX4" fmla="*/ 7524 w 146574"/>
                      <a:gd name="connsiteY4" fmla="*/ 100515 h 100412"/>
                      <a:gd name="connsiteX5" fmla="*/ 15095 w 146574"/>
                      <a:gd name="connsiteY5" fmla="*/ 98110 h 100412"/>
                      <a:gd name="connsiteX6" fmla="*/ 143196 w 146574"/>
                      <a:gd name="connsiteY6" fmla="*/ 36179 h 100412"/>
                      <a:gd name="connsiteX7" fmla="*/ 146831 w 146574"/>
                      <a:gd name="connsiteY7" fmla="*/ 27761 h 100412"/>
                      <a:gd name="connsiteX8" fmla="*/ 146831 w 146574"/>
                      <a:gd name="connsiteY8" fmla="*/ 8520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574" h="100412">
                        <a:moveTo>
                          <a:pt x="146831" y="8520"/>
                        </a:moveTo>
                        <a:cubicBezTo>
                          <a:pt x="146831" y="403"/>
                          <a:pt x="146831" y="102"/>
                          <a:pt x="140471" y="102"/>
                        </a:cubicBezTo>
                        <a:cubicBezTo>
                          <a:pt x="109581" y="102"/>
                          <a:pt x="41442" y="14533"/>
                          <a:pt x="256" y="87888"/>
                        </a:cubicBezTo>
                        <a:lnTo>
                          <a:pt x="256" y="92698"/>
                        </a:lnTo>
                        <a:cubicBezTo>
                          <a:pt x="256" y="100214"/>
                          <a:pt x="559" y="100515"/>
                          <a:pt x="7524" y="100515"/>
                        </a:cubicBezTo>
                        <a:cubicBezTo>
                          <a:pt x="13278" y="100515"/>
                          <a:pt x="13581" y="100214"/>
                          <a:pt x="15095" y="98110"/>
                        </a:cubicBezTo>
                        <a:cubicBezTo>
                          <a:pt x="39928" y="58726"/>
                          <a:pt x="81720" y="37381"/>
                          <a:pt x="143196" y="36179"/>
                        </a:cubicBezTo>
                        <a:cubicBezTo>
                          <a:pt x="146831" y="36179"/>
                          <a:pt x="146831" y="34074"/>
                          <a:pt x="146831" y="27761"/>
                        </a:cubicBezTo>
                        <a:lnTo>
                          <a:pt x="146831" y="852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: Shape 1112">
                    <a:extLst>
                      <a:ext uri="{FF2B5EF4-FFF2-40B4-BE49-F238E27FC236}">
                        <a16:creationId xmlns:a16="http://schemas.microsoft.com/office/drawing/2014/main" id="{567FAD2B-B7A1-16E8-EA58-B545E2EB994E}"/>
                      </a:ext>
                    </a:extLst>
                  </p:cNvPr>
                  <p:cNvSpPr/>
                  <p:nvPr>
                    <p:custDataLst>
                      <p:tags r:id="rId134"/>
                    </p:custDataLst>
                  </p:nvPr>
                </p:nvSpPr>
                <p:spPr>
                  <a:xfrm>
                    <a:off x="10496126" y="7956660"/>
                    <a:ext cx="2730025" cy="35907"/>
                  </a:xfrm>
                  <a:custGeom>
                    <a:avLst/>
                    <a:gdLst>
                      <a:gd name="connsiteX0" fmla="*/ 0 w 2730025"/>
                      <a:gd name="connsiteY0" fmla="*/ 0 h 35907"/>
                      <a:gd name="connsiteX1" fmla="*/ 2730026 w 2730025"/>
                      <a:gd name="connsiteY1" fmla="*/ 0 h 35907"/>
                      <a:gd name="connsiteX2" fmla="*/ 2730026 w 2730025"/>
                      <a:gd name="connsiteY2" fmla="*/ 35908 h 35907"/>
                      <a:gd name="connsiteX3" fmla="*/ 0 w 2730025"/>
                      <a:gd name="connsiteY3" fmla="*/ 35908 h 35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730025" h="35907">
                        <a:moveTo>
                          <a:pt x="0" y="0"/>
                        </a:moveTo>
                        <a:lnTo>
                          <a:pt x="2730026" y="0"/>
                        </a:lnTo>
                        <a:lnTo>
                          <a:pt x="2730026" y="35908"/>
                        </a:lnTo>
                        <a:lnTo>
                          <a:pt x="0" y="35908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: Shape 1114">
                    <a:extLst>
                      <a:ext uri="{FF2B5EF4-FFF2-40B4-BE49-F238E27FC236}">
                        <a16:creationId xmlns:a16="http://schemas.microsoft.com/office/drawing/2014/main" id="{CBFAF4C1-EF83-F69A-3939-94D75BC46DC2}"/>
                      </a:ext>
                    </a:extLst>
                  </p:cNvPr>
                  <p:cNvSpPr/>
                  <p:nvPr>
                    <p:custDataLst>
                      <p:tags r:id="rId135"/>
                    </p:custDataLst>
                  </p:nvPr>
                </p:nvSpPr>
                <p:spPr>
                  <a:xfrm>
                    <a:off x="13223123" y="7892155"/>
                    <a:ext cx="146574" cy="100412"/>
                  </a:xfrm>
                  <a:custGeom>
                    <a:avLst/>
                    <a:gdLst>
                      <a:gd name="connsiteX0" fmla="*/ 146924 w 146574"/>
                      <a:gd name="connsiteY0" fmla="*/ 7919 h 100412"/>
                      <a:gd name="connsiteX1" fmla="*/ 139656 w 146574"/>
                      <a:gd name="connsiteY1" fmla="*/ 102 h 100412"/>
                      <a:gd name="connsiteX2" fmla="*/ 132085 w 146574"/>
                      <a:gd name="connsiteY2" fmla="*/ 2508 h 100412"/>
                      <a:gd name="connsiteX3" fmla="*/ 3984 w 146574"/>
                      <a:gd name="connsiteY3" fmla="*/ 64439 h 100412"/>
                      <a:gd name="connsiteX4" fmla="*/ 350 w 146574"/>
                      <a:gd name="connsiteY4" fmla="*/ 72856 h 100412"/>
                      <a:gd name="connsiteX5" fmla="*/ 350 w 146574"/>
                      <a:gd name="connsiteY5" fmla="*/ 92097 h 100412"/>
                      <a:gd name="connsiteX6" fmla="*/ 6710 w 146574"/>
                      <a:gd name="connsiteY6" fmla="*/ 100515 h 100412"/>
                      <a:gd name="connsiteX7" fmla="*/ 146924 w 146574"/>
                      <a:gd name="connsiteY7" fmla="*/ 12729 h 100412"/>
                      <a:gd name="connsiteX8" fmla="*/ 146924 w 146574"/>
                      <a:gd name="connsiteY8" fmla="*/ 7919 h 1004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574" h="100412">
                        <a:moveTo>
                          <a:pt x="146924" y="7919"/>
                        </a:moveTo>
                        <a:cubicBezTo>
                          <a:pt x="146924" y="403"/>
                          <a:pt x="146622" y="102"/>
                          <a:pt x="139656" y="102"/>
                        </a:cubicBezTo>
                        <a:cubicBezTo>
                          <a:pt x="133902" y="102"/>
                          <a:pt x="133600" y="403"/>
                          <a:pt x="132085" y="2508"/>
                        </a:cubicBezTo>
                        <a:cubicBezTo>
                          <a:pt x="107253" y="41891"/>
                          <a:pt x="65461" y="63236"/>
                          <a:pt x="3984" y="64439"/>
                        </a:cubicBezTo>
                        <a:cubicBezTo>
                          <a:pt x="350" y="64439"/>
                          <a:pt x="350" y="66543"/>
                          <a:pt x="350" y="72856"/>
                        </a:cubicBezTo>
                        <a:lnTo>
                          <a:pt x="350" y="92097"/>
                        </a:lnTo>
                        <a:cubicBezTo>
                          <a:pt x="350" y="100214"/>
                          <a:pt x="350" y="100515"/>
                          <a:pt x="6710" y="100515"/>
                        </a:cubicBezTo>
                        <a:cubicBezTo>
                          <a:pt x="37599" y="100515"/>
                          <a:pt x="105738" y="86084"/>
                          <a:pt x="146924" y="12729"/>
                        </a:cubicBezTo>
                        <a:lnTo>
                          <a:pt x="146924" y="7919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: Shape 1115">
                    <a:extLst>
                      <a:ext uri="{FF2B5EF4-FFF2-40B4-BE49-F238E27FC236}">
                        <a16:creationId xmlns:a16="http://schemas.microsoft.com/office/drawing/2014/main" id="{263478BE-E70F-529C-116D-1F851E5FCADC}"/>
                      </a:ext>
                    </a:extLst>
                  </p:cNvPr>
                  <p:cNvSpPr/>
                  <p:nvPr>
                    <p:custDataLst>
                      <p:tags r:id="rId136"/>
                    </p:custDataLst>
                  </p:nvPr>
                </p:nvSpPr>
                <p:spPr>
                  <a:xfrm>
                    <a:off x="9682481" y="8135835"/>
                    <a:ext cx="154853" cy="149945"/>
                  </a:xfrm>
                  <a:custGeom>
                    <a:avLst/>
                    <a:gdLst>
                      <a:gd name="connsiteX0" fmla="*/ 155088 w 154853"/>
                      <a:gd name="connsiteY0" fmla="*/ 145830 h 149945"/>
                      <a:gd name="connsiteX1" fmla="*/ 134919 w 154853"/>
                      <a:gd name="connsiteY1" fmla="*/ 126475 h 149945"/>
                      <a:gd name="connsiteX2" fmla="*/ 79118 w 154853"/>
                      <a:gd name="connsiteY2" fmla="*/ 112 h 149945"/>
                      <a:gd name="connsiteX3" fmla="*/ 74635 w 154853"/>
                      <a:gd name="connsiteY3" fmla="*/ 112 h 149945"/>
                      <a:gd name="connsiteX4" fmla="*/ 28023 w 154853"/>
                      <a:gd name="connsiteY4" fmla="*/ 109345 h 149945"/>
                      <a:gd name="connsiteX5" fmla="*/ 234 w 154853"/>
                      <a:gd name="connsiteY5" fmla="*/ 145830 h 149945"/>
                      <a:gd name="connsiteX6" fmla="*/ 234 w 154853"/>
                      <a:gd name="connsiteY6" fmla="*/ 150057 h 149945"/>
                      <a:gd name="connsiteX7" fmla="*/ 44606 w 154853"/>
                      <a:gd name="connsiteY7" fmla="*/ 150057 h 149945"/>
                      <a:gd name="connsiteX8" fmla="*/ 44606 w 154853"/>
                      <a:gd name="connsiteY8" fmla="*/ 145830 h 149945"/>
                      <a:gd name="connsiteX9" fmla="*/ 29367 w 154853"/>
                      <a:gd name="connsiteY9" fmla="*/ 136709 h 149945"/>
                      <a:gd name="connsiteX10" fmla="*/ 31160 w 154853"/>
                      <a:gd name="connsiteY10" fmla="*/ 128033 h 149945"/>
                      <a:gd name="connsiteX11" fmla="*/ 41469 w 154853"/>
                      <a:gd name="connsiteY11" fmla="*/ 102004 h 149945"/>
                      <a:gd name="connsiteX12" fmla="*/ 100183 w 154853"/>
                      <a:gd name="connsiteY12" fmla="*/ 102004 h 149945"/>
                      <a:gd name="connsiteX13" fmla="*/ 109371 w 154853"/>
                      <a:gd name="connsiteY13" fmla="*/ 123361 h 149945"/>
                      <a:gd name="connsiteX14" fmla="*/ 113629 w 154853"/>
                      <a:gd name="connsiteY14" fmla="*/ 138266 h 149945"/>
                      <a:gd name="connsiteX15" fmla="*/ 97942 w 154853"/>
                      <a:gd name="connsiteY15" fmla="*/ 145830 h 149945"/>
                      <a:gd name="connsiteX16" fmla="*/ 97942 w 154853"/>
                      <a:gd name="connsiteY16" fmla="*/ 150057 h 149945"/>
                      <a:gd name="connsiteX17" fmla="*/ 155088 w 154853"/>
                      <a:gd name="connsiteY17" fmla="*/ 150057 h 149945"/>
                      <a:gd name="connsiteX18" fmla="*/ 155088 w 154853"/>
                      <a:gd name="connsiteY18" fmla="*/ 145830 h 149945"/>
                      <a:gd name="connsiteX19" fmla="*/ 45278 w 154853"/>
                      <a:gd name="connsiteY19" fmla="*/ 92882 h 149945"/>
                      <a:gd name="connsiteX20" fmla="*/ 71050 w 154853"/>
                      <a:gd name="connsiteY20" fmla="*/ 31703 h 149945"/>
                      <a:gd name="connsiteX21" fmla="*/ 97046 w 154853"/>
                      <a:gd name="connsiteY21" fmla="*/ 92882 h 149945"/>
                      <a:gd name="connsiteX22" fmla="*/ 45278 w 154853"/>
                      <a:gd name="connsiteY22" fmla="*/ 92882 h 14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</a:cxnLst>
                    <a:rect l="l" t="t" r="r" b="b"/>
                    <a:pathLst>
                      <a:path w="154853" h="149945">
                        <a:moveTo>
                          <a:pt x="155088" y="145830"/>
                        </a:moveTo>
                        <a:cubicBezTo>
                          <a:pt x="145003" y="145163"/>
                          <a:pt x="142762" y="142938"/>
                          <a:pt x="134919" y="126475"/>
                        </a:cubicBezTo>
                        <a:lnTo>
                          <a:pt x="79118" y="112"/>
                        </a:lnTo>
                        <a:lnTo>
                          <a:pt x="74635" y="112"/>
                        </a:lnTo>
                        <a:lnTo>
                          <a:pt x="28023" y="109345"/>
                        </a:lnTo>
                        <a:cubicBezTo>
                          <a:pt x="13680" y="141826"/>
                          <a:pt x="10991" y="145385"/>
                          <a:pt x="234" y="145830"/>
                        </a:cubicBezTo>
                        <a:lnTo>
                          <a:pt x="234" y="150057"/>
                        </a:lnTo>
                        <a:lnTo>
                          <a:pt x="44606" y="150057"/>
                        </a:lnTo>
                        <a:lnTo>
                          <a:pt x="44606" y="145830"/>
                        </a:lnTo>
                        <a:cubicBezTo>
                          <a:pt x="33849" y="145830"/>
                          <a:pt x="29367" y="142938"/>
                          <a:pt x="29367" y="136709"/>
                        </a:cubicBezTo>
                        <a:cubicBezTo>
                          <a:pt x="29367" y="134039"/>
                          <a:pt x="30039" y="130925"/>
                          <a:pt x="31160" y="128033"/>
                        </a:cubicBezTo>
                        <a:lnTo>
                          <a:pt x="41469" y="102004"/>
                        </a:lnTo>
                        <a:lnTo>
                          <a:pt x="100183" y="102004"/>
                        </a:lnTo>
                        <a:lnTo>
                          <a:pt x="109371" y="123361"/>
                        </a:lnTo>
                        <a:cubicBezTo>
                          <a:pt x="112060" y="129367"/>
                          <a:pt x="113629" y="135152"/>
                          <a:pt x="113629" y="138266"/>
                        </a:cubicBezTo>
                        <a:cubicBezTo>
                          <a:pt x="113629" y="143828"/>
                          <a:pt x="109819" y="145608"/>
                          <a:pt x="97942" y="145830"/>
                        </a:cubicBezTo>
                        <a:lnTo>
                          <a:pt x="97942" y="150057"/>
                        </a:lnTo>
                        <a:lnTo>
                          <a:pt x="155088" y="150057"/>
                        </a:lnTo>
                        <a:lnTo>
                          <a:pt x="155088" y="145830"/>
                        </a:lnTo>
                        <a:close/>
                        <a:moveTo>
                          <a:pt x="45278" y="92882"/>
                        </a:moveTo>
                        <a:lnTo>
                          <a:pt x="71050" y="31703"/>
                        </a:lnTo>
                        <a:lnTo>
                          <a:pt x="97046" y="92882"/>
                        </a:lnTo>
                        <a:lnTo>
                          <a:pt x="45278" y="9288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: Shape 1116">
                    <a:extLst>
                      <a:ext uri="{FF2B5EF4-FFF2-40B4-BE49-F238E27FC236}">
                        <a16:creationId xmlns:a16="http://schemas.microsoft.com/office/drawing/2014/main" id="{6517220E-103D-5EA4-3A1A-06E2E1373F79}"/>
                      </a:ext>
                    </a:extLst>
                  </p:cNvPr>
                  <p:cNvSpPr/>
                  <p:nvPr>
                    <p:custDataLst>
                      <p:tags r:id="rId137"/>
                    </p:custDataLst>
                  </p:nvPr>
                </p:nvSpPr>
                <p:spPr>
                  <a:xfrm>
                    <a:off x="9829139" y="8185668"/>
                    <a:ext cx="102638" cy="103226"/>
                  </a:xfrm>
                  <a:custGeom>
                    <a:avLst/>
                    <a:gdLst>
                      <a:gd name="connsiteX0" fmla="*/ 102877 w 102638"/>
                      <a:gd name="connsiteY0" fmla="*/ 112 h 103226"/>
                      <a:gd name="connsiteX1" fmla="*/ 71727 w 102638"/>
                      <a:gd name="connsiteY1" fmla="*/ 112 h 103226"/>
                      <a:gd name="connsiteX2" fmla="*/ 71727 w 102638"/>
                      <a:gd name="connsiteY2" fmla="*/ 3449 h 103226"/>
                      <a:gd name="connsiteX3" fmla="*/ 82260 w 102638"/>
                      <a:gd name="connsiteY3" fmla="*/ 10568 h 103226"/>
                      <a:gd name="connsiteX4" fmla="*/ 80915 w 102638"/>
                      <a:gd name="connsiteY4" fmla="*/ 17242 h 103226"/>
                      <a:gd name="connsiteX5" fmla="*/ 58729 w 102638"/>
                      <a:gd name="connsiteY5" fmla="*/ 74862 h 103226"/>
                      <a:gd name="connsiteX6" fmla="*/ 35871 w 102638"/>
                      <a:gd name="connsiteY6" fmla="*/ 17910 h 103226"/>
                      <a:gd name="connsiteX7" fmla="*/ 33854 w 102638"/>
                      <a:gd name="connsiteY7" fmla="*/ 9678 h 103226"/>
                      <a:gd name="connsiteX8" fmla="*/ 44163 w 102638"/>
                      <a:gd name="connsiteY8" fmla="*/ 3449 h 103226"/>
                      <a:gd name="connsiteX9" fmla="*/ 44163 w 102638"/>
                      <a:gd name="connsiteY9" fmla="*/ 112 h 103226"/>
                      <a:gd name="connsiteX10" fmla="*/ 239 w 102638"/>
                      <a:gd name="connsiteY10" fmla="*/ 112 h 103226"/>
                      <a:gd name="connsiteX11" fmla="*/ 239 w 102638"/>
                      <a:gd name="connsiteY11" fmla="*/ 3449 h 103226"/>
                      <a:gd name="connsiteX12" fmla="*/ 20632 w 102638"/>
                      <a:gd name="connsiteY12" fmla="*/ 29033 h 103226"/>
                      <a:gd name="connsiteX13" fmla="*/ 47524 w 102638"/>
                      <a:gd name="connsiteY13" fmla="*/ 92882 h 103226"/>
                      <a:gd name="connsiteX14" fmla="*/ 49317 w 102638"/>
                      <a:gd name="connsiteY14" fmla="*/ 97554 h 103226"/>
                      <a:gd name="connsiteX15" fmla="*/ 53351 w 102638"/>
                      <a:gd name="connsiteY15" fmla="*/ 103338 h 103226"/>
                      <a:gd name="connsiteX16" fmla="*/ 59625 w 102638"/>
                      <a:gd name="connsiteY16" fmla="*/ 92215 h 103226"/>
                      <a:gd name="connsiteX17" fmla="*/ 88310 w 102638"/>
                      <a:gd name="connsiteY17" fmla="*/ 20802 h 103226"/>
                      <a:gd name="connsiteX18" fmla="*/ 102877 w 102638"/>
                      <a:gd name="connsiteY18" fmla="*/ 3449 h 103226"/>
                      <a:gd name="connsiteX19" fmla="*/ 102877 w 102638"/>
                      <a:gd name="connsiteY19" fmla="*/ 112 h 1032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102638" h="103226">
                        <a:moveTo>
                          <a:pt x="102877" y="112"/>
                        </a:moveTo>
                        <a:lnTo>
                          <a:pt x="71727" y="112"/>
                        </a:lnTo>
                        <a:lnTo>
                          <a:pt x="71727" y="3449"/>
                        </a:lnTo>
                        <a:cubicBezTo>
                          <a:pt x="78898" y="4117"/>
                          <a:pt x="82260" y="6341"/>
                          <a:pt x="82260" y="10568"/>
                        </a:cubicBezTo>
                        <a:cubicBezTo>
                          <a:pt x="82260" y="12793"/>
                          <a:pt x="81812" y="15018"/>
                          <a:pt x="80915" y="17242"/>
                        </a:cubicBezTo>
                        <a:lnTo>
                          <a:pt x="58729" y="74862"/>
                        </a:lnTo>
                        <a:lnTo>
                          <a:pt x="35871" y="17910"/>
                        </a:lnTo>
                        <a:cubicBezTo>
                          <a:pt x="34526" y="14795"/>
                          <a:pt x="33854" y="11681"/>
                          <a:pt x="33854" y="9678"/>
                        </a:cubicBezTo>
                        <a:cubicBezTo>
                          <a:pt x="33854" y="5674"/>
                          <a:pt x="36319" y="4117"/>
                          <a:pt x="44163" y="3449"/>
                        </a:cubicBezTo>
                        <a:lnTo>
                          <a:pt x="44163" y="112"/>
                        </a:lnTo>
                        <a:lnTo>
                          <a:pt x="239" y="112"/>
                        </a:lnTo>
                        <a:lnTo>
                          <a:pt x="239" y="3449"/>
                        </a:lnTo>
                        <a:cubicBezTo>
                          <a:pt x="8755" y="3894"/>
                          <a:pt x="10323" y="6119"/>
                          <a:pt x="20632" y="29033"/>
                        </a:cubicBezTo>
                        <a:lnTo>
                          <a:pt x="47524" y="92882"/>
                        </a:lnTo>
                        <a:cubicBezTo>
                          <a:pt x="47972" y="94217"/>
                          <a:pt x="48645" y="95774"/>
                          <a:pt x="49317" y="97554"/>
                        </a:cubicBezTo>
                        <a:cubicBezTo>
                          <a:pt x="50661" y="101559"/>
                          <a:pt x="52006" y="103338"/>
                          <a:pt x="53351" y="103338"/>
                        </a:cubicBezTo>
                        <a:cubicBezTo>
                          <a:pt x="54695" y="103338"/>
                          <a:pt x="56264" y="100446"/>
                          <a:pt x="59625" y="92215"/>
                        </a:cubicBezTo>
                        <a:lnTo>
                          <a:pt x="88310" y="20802"/>
                        </a:lnTo>
                        <a:cubicBezTo>
                          <a:pt x="94809" y="5674"/>
                          <a:pt x="96154" y="4117"/>
                          <a:pt x="102877" y="3449"/>
                        </a:cubicBezTo>
                        <a:lnTo>
                          <a:pt x="102877" y="11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: Shape 1117">
                    <a:extLst>
                      <a:ext uri="{FF2B5EF4-FFF2-40B4-BE49-F238E27FC236}">
                        <a16:creationId xmlns:a16="http://schemas.microsoft.com/office/drawing/2014/main" id="{2A4BEBFA-538F-1977-8A18-DFCD67F5B57B}"/>
                      </a:ext>
                    </a:extLst>
                  </p:cNvPr>
                  <p:cNvSpPr/>
                  <p:nvPr>
                    <p:custDataLst>
                      <p:tags r:id="rId138"/>
                    </p:custDataLst>
                  </p:nvPr>
                </p:nvSpPr>
                <p:spPr>
                  <a:xfrm>
                    <a:off x="9939582" y="8183444"/>
                    <a:ext cx="89416" cy="104561"/>
                  </a:xfrm>
                  <a:custGeom>
                    <a:avLst/>
                    <a:gdLst>
                      <a:gd name="connsiteX0" fmla="*/ 86073 w 89416"/>
                      <a:gd name="connsiteY0" fmla="*/ 65963 h 104561"/>
                      <a:gd name="connsiteX1" fmla="*/ 51337 w 89416"/>
                      <a:gd name="connsiteY1" fmla="*/ 89323 h 104561"/>
                      <a:gd name="connsiteX2" fmla="*/ 22428 w 89416"/>
                      <a:gd name="connsiteY2" fmla="*/ 70190 h 104561"/>
                      <a:gd name="connsiteX3" fmla="*/ 16378 w 89416"/>
                      <a:gd name="connsiteY3" fmla="*/ 40824 h 104561"/>
                      <a:gd name="connsiteX4" fmla="*/ 85401 w 89416"/>
                      <a:gd name="connsiteY4" fmla="*/ 40824 h 104561"/>
                      <a:gd name="connsiteX5" fmla="*/ 75764 w 89416"/>
                      <a:gd name="connsiteY5" fmla="*/ 12793 h 104561"/>
                      <a:gd name="connsiteX6" fmla="*/ 47079 w 89416"/>
                      <a:gd name="connsiteY6" fmla="*/ 112 h 104561"/>
                      <a:gd name="connsiteX7" fmla="*/ 16826 w 89416"/>
                      <a:gd name="connsiteY7" fmla="*/ 11681 h 104561"/>
                      <a:gd name="connsiteX8" fmla="*/ 242 w 89416"/>
                      <a:gd name="connsiteY8" fmla="*/ 54840 h 104561"/>
                      <a:gd name="connsiteX9" fmla="*/ 42149 w 89416"/>
                      <a:gd name="connsiteY9" fmla="*/ 104673 h 104561"/>
                      <a:gd name="connsiteX10" fmla="*/ 89659 w 89416"/>
                      <a:gd name="connsiteY10" fmla="*/ 67521 h 104561"/>
                      <a:gd name="connsiteX11" fmla="*/ 86073 w 89416"/>
                      <a:gd name="connsiteY11" fmla="*/ 65963 h 104561"/>
                      <a:gd name="connsiteX12" fmla="*/ 16826 w 89416"/>
                      <a:gd name="connsiteY12" fmla="*/ 33705 h 104561"/>
                      <a:gd name="connsiteX13" fmla="*/ 40581 w 89416"/>
                      <a:gd name="connsiteY13" fmla="*/ 8121 h 104561"/>
                      <a:gd name="connsiteX14" fmla="*/ 62542 w 89416"/>
                      <a:gd name="connsiteY14" fmla="*/ 33705 h 104561"/>
                      <a:gd name="connsiteX15" fmla="*/ 16826 w 89416"/>
                      <a:gd name="connsiteY15" fmla="*/ 33705 h 104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89416" h="104561">
                        <a:moveTo>
                          <a:pt x="86073" y="65963"/>
                        </a:moveTo>
                        <a:cubicBezTo>
                          <a:pt x="75316" y="82871"/>
                          <a:pt x="65680" y="89323"/>
                          <a:pt x="51337" y="89323"/>
                        </a:cubicBezTo>
                        <a:cubicBezTo>
                          <a:pt x="38564" y="89323"/>
                          <a:pt x="28927" y="82871"/>
                          <a:pt x="22428" y="70190"/>
                        </a:cubicBezTo>
                        <a:cubicBezTo>
                          <a:pt x="18395" y="61736"/>
                          <a:pt x="16826" y="54395"/>
                          <a:pt x="16378" y="40824"/>
                        </a:cubicBezTo>
                        <a:lnTo>
                          <a:pt x="85401" y="40824"/>
                        </a:lnTo>
                        <a:cubicBezTo>
                          <a:pt x="83608" y="26364"/>
                          <a:pt x="81367" y="19912"/>
                          <a:pt x="75764" y="12793"/>
                        </a:cubicBezTo>
                        <a:cubicBezTo>
                          <a:pt x="69041" y="4784"/>
                          <a:pt x="58733" y="112"/>
                          <a:pt x="47079" y="112"/>
                        </a:cubicBezTo>
                        <a:cubicBezTo>
                          <a:pt x="35874" y="112"/>
                          <a:pt x="25342" y="4117"/>
                          <a:pt x="16826" y="11681"/>
                        </a:cubicBezTo>
                        <a:cubicBezTo>
                          <a:pt x="6293" y="20802"/>
                          <a:pt x="242" y="36597"/>
                          <a:pt x="242" y="54840"/>
                        </a:cubicBezTo>
                        <a:cubicBezTo>
                          <a:pt x="242" y="85541"/>
                          <a:pt x="16378" y="104673"/>
                          <a:pt x="42149" y="104673"/>
                        </a:cubicBezTo>
                        <a:cubicBezTo>
                          <a:pt x="63439" y="104673"/>
                          <a:pt x="80246" y="91548"/>
                          <a:pt x="89659" y="67521"/>
                        </a:cubicBezTo>
                        <a:lnTo>
                          <a:pt x="86073" y="65963"/>
                        </a:lnTo>
                        <a:close/>
                        <a:moveTo>
                          <a:pt x="16826" y="33705"/>
                        </a:moveTo>
                        <a:cubicBezTo>
                          <a:pt x="19291" y="16353"/>
                          <a:pt x="26910" y="8121"/>
                          <a:pt x="40581" y="8121"/>
                        </a:cubicBezTo>
                        <a:cubicBezTo>
                          <a:pt x="54251" y="8121"/>
                          <a:pt x="59629" y="14350"/>
                          <a:pt x="62542" y="33705"/>
                        </a:cubicBezTo>
                        <a:lnTo>
                          <a:pt x="16826" y="337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: Shape 1118">
                    <a:extLst>
                      <a:ext uri="{FF2B5EF4-FFF2-40B4-BE49-F238E27FC236}">
                        <a16:creationId xmlns:a16="http://schemas.microsoft.com/office/drawing/2014/main" id="{88CEE6C2-206F-F114-9E0C-BFED8D7D2C9E}"/>
                      </a:ext>
                    </a:extLst>
                  </p:cNvPr>
                  <p:cNvSpPr/>
                  <p:nvPr>
                    <p:custDataLst>
                      <p:tags r:id="rId139"/>
                    </p:custDataLst>
                  </p:nvPr>
                </p:nvSpPr>
                <p:spPr>
                  <a:xfrm>
                    <a:off x="10034973" y="8183444"/>
                    <a:ext cx="73953" cy="102336"/>
                  </a:xfrm>
                  <a:custGeom>
                    <a:avLst/>
                    <a:gdLst>
                      <a:gd name="connsiteX0" fmla="*/ 694 w 73953"/>
                      <a:gd name="connsiteY0" fmla="*/ 15685 h 102336"/>
                      <a:gd name="connsiteX1" fmla="*/ 8537 w 73953"/>
                      <a:gd name="connsiteY1" fmla="*/ 14795 h 102336"/>
                      <a:gd name="connsiteX2" fmla="*/ 16157 w 73953"/>
                      <a:gd name="connsiteY2" fmla="*/ 28143 h 102336"/>
                      <a:gd name="connsiteX3" fmla="*/ 16157 w 73953"/>
                      <a:gd name="connsiteY3" fmla="*/ 83761 h 102336"/>
                      <a:gd name="connsiteX4" fmla="*/ 246 w 73953"/>
                      <a:gd name="connsiteY4" fmla="*/ 99112 h 102336"/>
                      <a:gd name="connsiteX5" fmla="*/ 246 w 73953"/>
                      <a:gd name="connsiteY5" fmla="*/ 102449 h 102336"/>
                      <a:gd name="connsiteX6" fmla="*/ 54030 w 73953"/>
                      <a:gd name="connsiteY6" fmla="*/ 102449 h 102336"/>
                      <a:gd name="connsiteX7" fmla="*/ 54030 w 73953"/>
                      <a:gd name="connsiteY7" fmla="*/ 99112 h 102336"/>
                      <a:gd name="connsiteX8" fmla="*/ 34981 w 73953"/>
                      <a:gd name="connsiteY8" fmla="*/ 82426 h 102336"/>
                      <a:gd name="connsiteX9" fmla="*/ 34981 w 73953"/>
                      <a:gd name="connsiteY9" fmla="*/ 32370 h 102336"/>
                      <a:gd name="connsiteX10" fmla="*/ 50668 w 73953"/>
                      <a:gd name="connsiteY10" fmla="*/ 14128 h 102336"/>
                      <a:gd name="connsiteX11" fmla="*/ 56495 w 73953"/>
                      <a:gd name="connsiteY11" fmla="*/ 17465 h 102336"/>
                      <a:gd name="connsiteX12" fmla="*/ 65459 w 73953"/>
                      <a:gd name="connsiteY12" fmla="*/ 21914 h 102336"/>
                      <a:gd name="connsiteX13" fmla="*/ 74199 w 73953"/>
                      <a:gd name="connsiteY13" fmla="*/ 11903 h 102336"/>
                      <a:gd name="connsiteX14" fmla="*/ 61873 w 73953"/>
                      <a:gd name="connsiteY14" fmla="*/ 112 h 102336"/>
                      <a:gd name="connsiteX15" fmla="*/ 34981 w 73953"/>
                      <a:gd name="connsiteY15" fmla="*/ 21024 h 102336"/>
                      <a:gd name="connsiteX16" fmla="*/ 34981 w 73953"/>
                      <a:gd name="connsiteY16" fmla="*/ 557 h 102336"/>
                      <a:gd name="connsiteX17" fmla="*/ 33861 w 73953"/>
                      <a:gd name="connsiteY17" fmla="*/ 112 h 102336"/>
                      <a:gd name="connsiteX18" fmla="*/ 694 w 73953"/>
                      <a:gd name="connsiteY18" fmla="*/ 12126 h 102336"/>
                      <a:gd name="connsiteX19" fmla="*/ 694 w 73953"/>
                      <a:gd name="connsiteY19" fmla="*/ 15685 h 102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73953" h="102336">
                        <a:moveTo>
                          <a:pt x="694" y="15685"/>
                        </a:moveTo>
                        <a:cubicBezTo>
                          <a:pt x="3831" y="15018"/>
                          <a:pt x="5848" y="14795"/>
                          <a:pt x="8537" y="14795"/>
                        </a:cubicBezTo>
                        <a:cubicBezTo>
                          <a:pt x="14140" y="14795"/>
                          <a:pt x="16157" y="18355"/>
                          <a:pt x="16157" y="28143"/>
                        </a:cubicBezTo>
                        <a:lnTo>
                          <a:pt x="16157" y="83761"/>
                        </a:lnTo>
                        <a:cubicBezTo>
                          <a:pt x="16157" y="94885"/>
                          <a:pt x="14588" y="96442"/>
                          <a:pt x="246" y="99112"/>
                        </a:cubicBezTo>
                        <a:lnTo>
                          <a:pt x="246" y="102449"/>
                        </a:lnTo>
                        <a:lnTo>
                          <a:pt x="54030" y="102449"/>
                        </a:lnTo>
                        <a:lnTo>
                          <a:pt x="54030" y="99112"/>
                        </a:lnTo>
                        <a:cubicBezTo>
                          <a:pt x="38791" y="98444"/>
                          <a:pt x="34981" y="95107"/>
                          <a:pt x="34981" y="82426"/>
                        </a:cubicBezTo>
                        <a:lnTo>
                          <a:pt x="34981" y="32370"/>
                        </a:lnTo>
                        <a:cubicBezTo>
                          <a:pt x="34981" y="25251"/>
                          <a:pt x="44618" y="14128"/>
                          <a:pt x="50668" y="14128"/>
                        </a:cubicBezTo>
                        <a:cubicBezTo>
                          <a:pt x="52013" y="14128"/>
                          <a:pt x="54030" y="15240"/>
                          <a:pt x="56495" y="17465"/>
                        </a:cubicBezTo>
                        <a:cubicBezTo>
                          <a:pt x="60081" y="20579"/>
                          <a:pt x="62546" y="21914"/>
                          <a:pt x="65459" y="21914"/>
                        </a:cubicBezTo>
                        <a:cubicBezTo>
                          <a:pt x="70837" y="21914"/>
                          <a:pt x="74199" y="18132"/>
                          <a:pt x="74199" y="11903"/>
                        </a:cubicBezTo>
                        <a:cubicBezTo>
                          <a:pt x="74199" y="4562"/>
                          <a:pt x="69493" y="112"/>
                          <a:pt x="61873" y="112"/>
                        </a:cubicBezTo>
                        <a:cubicBezTo>
                          <a:pt x="52461" y="112"/>
                          <a:pt x="45962" y="5229"/>
                          <a:pt x="34981" y="21024"/>
                        </a:cubicBezTo>
                        <a:lnTo>
                          <a:pt x="34981" y="557"/>
                        </a:lnTo>
                        <a:lnTo>
                          <a:pt x="33861" y="112"/>
                        </a:lnTo>
                        <a:cubicBezTo>
                          <a:pt x="21983" y="5007"/>
                          <a:pt x="13916" y="7899"/>
                          <a:pt x="694" y="12126"/>
                        </a:cubicBezTo>
                        <a:lnTo>
                          <a:pt x="694" y="156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: Shape 1119">
                    <a:extLst>
                      <a:ext uri="{FF2B5EF4-FFF2-40B4-BE49-F238E27FC236}">
                        <a16:creationId xmlns:a16="http://schemas.microsoft.com/office/drawing/2014/main" id="{97B45E97-45F9-34BA-BAE9-8F33E83F9999}"/>
                      </a:ext>
                    </a:extLst>
                  </p:cNvPr>
                  <p:cNvSpPr/>
                  <p:nvPr>
                    <p:custDataLst>
                      <p:tags r:id="rId140"/>
                    </p:custDataLst>
                  </p:nvPr>
                </p:nvSpPr>
                <p:spPr>
                  <a:xfrm>
                    <a:off x="10117049" y="8183444"/>
                    <a:ext cx="90760" cy="104561"/>
                  </a:xfrm>
                  <a:custGeom>
                    <a:avLst/>
                    <a:gdLst>
                      <a:gd name="connsiteX0" fmla="*/ 91009 w 90760"/>
                      <a:gd name="connsiteY0" fmla="*/ 87766 h 104561"/>
                      <a:gd name="connsiteX1" fmla="*/ 81148 w 90760"/>
                      <a:gd name="connsiteY1" fmla="*/ 91992 h 104561"/>
                      <a:gd name="connsiteX2" fmla="*/ 74425 w 90760"/>
                      <a:gd name="connsiteY2" fmla="*/ 79089 h 104561"/>
                      <a:gd name="connsiteX3" fmla="*/ 74425 w 90760"/>
                      <a:gd name="connsiteY3" fmla="*/ 35707 h 104561"/>
                      <a:gd name="connsiteX4" fmla="*/ 69943 w 90760"/>
                      <a:gd name="connsiteY4" fmla="*/ 12348 h 104561"/>
                      <a:gd name="connsiteX5" fmla="*/ 42155 w 90760"/>
                      <a:gd name="connsiteY5" fmla="*/ 112 h 104561"/>
                      <a:gd name="connsiteX6" fmla="*/ 4506 w 90760"/>
                      <a:gd name="connsiteY6" fmla="*/ 25029 h 104561"/>
                      <a:gd name="connsiteX7" fmla="*/ 14142 w 90760"/>
                      <a:gd name="connsiteY7" fmla="*/ 34595 h 104561"/>
                      <a:gd name="connsiteX8" fmla="*/ 24227 w 90760"/>
                      <a:gd name="connsiteY8" fmla="*/ 25251 h 104561"/>
                      <a:gd name="connsiteX9" fmla="*/ 23779 w 90760"/>
                      <a:gd name="connsiteY9" fmla="*/ 21692 h 104561"/>
                      <a:gd name="connsiteX10" fmla="*/ 23106 w 90760"/>
                      <a:gd name="connsiteY10" fmla="*/ 16353 h 104561"/>
                      <a:gd name="connsiteX11" fmla="*/ 39242 w 90760"/>
                      <a:gd name="connsiteY11" fmla="*/ 5451 h 104561"/>
                      <a:gd name="connsiteX12" fmla="*/ 56273 w 90760"/>
                      <a:gd name="connsiteY12" fmla="*/ 23917 h 104561"/>
                      <a:gd name="connsiteX13" fmla="*/ 56273 w 90760"/>
                      <a:gd name="connsiteY13" fmla="*/ 37487 h 104561"/>
                      <a:gd name="connsiteX14" fmla="*/ 8316 w 90760"/>
                      <a:gd name="connsiteY14" fmla="*/ 61514 h 104561"/>
                      <a:gd name="connsiteX15" fmla="*/ 248 w 90760"/>
                      <a:gd name="connsiteY15" fmla="*/ 80869 h 104561"/>
                      <a:gd name="connsiteX16" fmla="*/ 23779 w 90760"/>
                      <a:gd name="connsiteY16" fmla="*/ 104673 h 104561"/>
                      <a:gd name="connsiteX17" fmla="*/ 56497 w 90760"/>
                      <a:gd name="connsiteY17" fmla="*/ 88433 h 104561"/>
                      <a:gd name="connsiteX18" fmla="*/ 70840 w 90760"/>
                      <a:gd name="connsiteY18" fmla="*/ 104673 h 104561"/>
                      <a:gd name="connsiteX19" fmla="*/ 91009 w 90760"/>
                      <a:gd name="connsiteY19" fmla="*/ 93550 h 104561"/>
                      <a:gd name="connsiteX20" fmla="*/ 91009 w 90760"/>
                      <a:gd name="connsiteY20" fmla="*/ 87766 h 104561"/>
                      <a:gd name="connsiteX21" fmla="*/ 56273 w 90760"/>
                      <a:gd name="connsiteY21" fmla="*/ 75085 h 104561"/>
                      <a:gd name="connsiteX22" fmla="*/ 50447 w 90760"/>
                      <a:gd name="connsiteY22" fmla="*/ 86653 h 104561"/>
                      <a:gd name="connsiteX23" fmla="*/ 34087 w 90760"/>
                      <a:gd name="connsiteY23" fmla="*/ 91770 h 104561"/>
                      <a:gd name="connsiteX24" fmla="*/ 19969 w 90760"/>
                      <a:gd name="connsiteY24" fmla="*/ 74640 h 104561"/>
                      <a:gd name="connsiteX25" fmla="*/ 19969 w 90760"/>
                      <a:gd name="connsiteY25" fmla="*/ 73750 h 104561"/>
                      <a:gd name="connsiteX26" fmla="*/ 56273 w 90760"/>
                      <a:gd name="connsiteY26" fmla="*/ 42826 h 104561"/>
                      <a:gd name="connsiteX27" fmla="*/ 56273 w 90760"/>
                      <a:gd name="connsiteY27" fmla="*/ 75085 h 104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90760" h="104561">
                        <a:moveTo>
                          <a:pt x="91009" y="87766"/>
                        </a:moveTo>
                        <a:cubicBezTo>
                          <a:pt x="87199" y="90880"/>
                          <a:pt x="84510" y="91992"/>
                          <a:pt x="81148" y="91992"/>
                        </a:cubicBezTo>
                        <a:cubicBezTo>
                          <a:pt x="75994" y="91992"/>
                          <a:pt x="74425" y="88878"/>
                          <a:pt x="74425" y="79089"/>
                        </a:cubicBezTo>
                        <a:lnTo>
                          <a:pt x="74425" y="35707"/>
                        </a:lnTo>
                        <a:cubicBezTo>
                          <a:pt x="74425" y="24139"/>
                          <a:pt x="73305" y="17687"/>
                          <a:pt x="69943" y="12348"/>
                        </a:cubicBezTo>
                        <a:cubicBezTo>
                          <a:pt x="65013" y="4339"/>
                          <a:pt x="55377" y="112"/>
                          <a:pt x="42155" y="112"/>
                        </a:cubicBezTo>
                        <a:cubicBezTo>
                          <a:pt x="21089" y="112"/>
                          <a:pt x="4506" y="11013"/>
                          <a:pt x="4506" y="25029"/>
                        </a:cubicBezTo>
                        <a:cubicBezTo>
                          <a:pt x="4506" y="30146"/>
                          <a:pt x="8988" y="34595"/>
                          <a:pt x="14142" y="34595"/>
                        </a:cubicBezTo>
                        <a:cubicBezTo>
                          <a:pt x="19521" y="34595"/>
                          <a:pt x="24227" y="30146"/>
                          <a:pt x="24227" y="25251"/>
                        </a:cubicBezTo>
                        <a:cubicBezTo>
                          <a:pt x="24227" y="24361"/>
                          <a:pt x="24003" y="23249"/>
                          <a:pt x="23779" y="21692"/>
                        </a:cubicBezTo>
                        <a:cubicBezTo>
                          <a:pt x="23330" y="19690"/>
                          <a:pt x="23106" y="17910"/>
                          <a:pt x="23106" y="16353"/>
                        </a:cubicBezTo>
                        <a:cubicBezTo>
                          <a:pt x="23106" y="10346"/>
                          <a:pt x="30278" y="5451"/>
                          <a:pt x="39242" y="5451"/>
                        </a:cubicBezTo>
                        <a:cubicBezTo>
                          <a:pt x="50223" y="5451"/>
                          <a:pt x="56273" y="11903"/>
                          <a:pt x="56273" y="23917"/>
                        </a:cubicBezTo>
                        <a:lnTo>
                          <a:pt x="56273" y="37487"/>
                        </a:lnTo>
                        <a:cubicBezTo>
                          <a:pt x="21762" y="51280"/>
                          <a:pt x="17952" y="53060"/>
                          <a:pt x="8316" y="61514"/>
                        </a:cubicBezTo>
                        <a:cubicBezTo>
                          <a:pt x="3385" y="65963"/>
                          <a:pt x="248" y="73527"/>
                          <a:pt x="248" y="80869"/>
                        </a:cubicBezTo>
                        <a:cubicBezTo>
                          <a:pt x="248" y="94885"/>
                          <a:pt x="10108" y="104673"/>
                          <a:pt x="23779" y="104673"/>
                        </a:cubicBezTo>
                        <a:cubicBezTo>
                          <a:pt x="33639" y="104673"/>
                          <a:pt x="42827" y="100001"/>
                          <a:pt x="56497" y="88433"/>
                        </a:cubicBezTo>
                        <a:cubicBezTo>
                          <a:pt x="57618" y="100001"/>
                          <a:pt x="61652" y="104673"/>
                          <a:pt x="70840" y="104673"/>
                        </a:cubicBezTo>
                        <a:cubicBezTo>
                          <a:pt x="78459" y="104673"/>
                          <a:pt x="83165" y="102004"/>
                          <a:pt x="91009" y="93550"/>
                        </a:cubicBezTo>
                        <a:lnTo>
                          <a:pt x="91009" y="87766"/>
                        </a:lnTo>
                        <a:close/>
                        <a:moveTo>
                          <a:pt x="56273" y="75085"/>
                        </a:moveTo>
                        <a:cubicBezTo>
                          <a:pt x="56273" y="81981"/>
                          <a:pt x="55153" y="83984"/>
                          <a:pt x="50447" y="86653"/>
                        </a:cubicBezTo>
                        <a:cubicBezTo>
                          <a:pt x="45068" y="89768"/>
                          <a:pt x="38793" y="91770"/>
                          <a:pt x="34087" y="91770"/>
                        </a:cubicBezTo>
                        <a:cubicBezTo>
                          <a:pt x="26244" y="91770"/>
                          <a:pt x="19969" y="84206"/>
                          <a:pt x="19969" y="74640"/>
                        </a:cubicBezTo>
                        <a:lnTo>
                          <a:pt x="19969" y="73750"/>
                        </a:lnTo>
                        <a:cubicBezTo>
                          <a:pt x="19969" y="60624"/>
                          <a:pt x="29157" y="52615"/>
                          <a:pt x="56273" y="42826"/>
                        </a:cubicBezTo>
                        <a:lnTo>
                          <a:pt x="56273" y="7508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: Shape 1120">
                    <a:extLst>
                      <a:ext uri="{FF2B5EF4-FFF2-40B4-BE49-F238E27FC236}">
                        <a16:creationId xmlns:a16="http://schemas.microsoft.com/office/drawing/2014/main" id="{2C842CA8-5051-1B0C-4E72-C10876DE4D16}"/>
                      </a:ext>
                    </a:extLst>
                  </p:cNvPr>
                  <p:cNvSpPr/>
                  <p:nvPr>
                    <p:custDataLst>
                      <p:tags r:id="rId141"/>
                    </p:custDataLst>
                  </p:nvPr>
                </p:nvSpPr>
                <p:spPr>
                  <a:xfrm>
                    <a:off x="10214905" y="8183444"/>
                    <a:ext cx="99052" cy="150834"/>
                  </a:xfrm>
                  <a:custGeom>
                    <a:avLst/>
                    <a:gdLst>
                      <a:gd name="connsiteX0" fmla="*/ 99304 w 99052"/>
                      <a:gd name="connsiteY0" fmla="*/ 16130 h 150834"/>
                      <a:gd name="connsiteX1" fmla="*/ 99304 w 99052"/>
                      <a:gd name="connsiteY1" fmla="*/ 7454 h 150834"/>
                      <a:gd name="connsiteX2" fmla="*/ 82048 w 99052"/>
                      <a:gd name="connsiteY2" fmla="*/ 7454 h 150834"/>
                      <a:gd name="connsiteX3" fmla="*/ 69723 w 99052"/>
                      <a:gd name="connsiteY3" fmla="*/ 5229 h 150834"/>
                      <a:gd name="connsiteX4" fmla="*/ 64792 w 99052"/>
                      <a:gd name="connsiteY4" fmla="*/ 3449 h 150834"/>
                      <a:gd name="connsiteX5" fmla="*/ 46864 w 99052"/>
                      <a:gd name="connsiteY5" fmla="*/ 112 h 150834"/>
                      <a:gd name="connsiteX6" fmla="*/ 9439 w 99052"/>
                      <a:gd name="connsiteY6" fmla="*/ 36375 h 150834"/>
                      <a:gd name="connsiteX7" fmla="*/ 30281 w 99052"/>
                      <a:gd name="connsiteY7" fmla="*/ 66186 h 150834"/>
                      <a:gd name="connsiteX8" fmla="*/ 20645 w 99052"/>
                      <a:gd name="connsiteY8" fmla="*/ 75085 h 150834"/>
                      <a:gd name="connsiteX9" fmla="*/ 10336 w 99052"/>
                      <a:gd name="connsiteY9" fmla="*/ 90435 h 150834"/>
                      <a:gd name="connsiteX10" fmla="*/ 22213 w 99052"/>
                      <a:gd name="connsiteY10" fmla="*/ 102226 h 150834"/>
                      <a:gd name="connsiteX11" fmla="*/ 251 w 99052"/>
                      <a:gd name="connsiteY11" fmla="*/ 129367 h 150834"/>
                      <a:gd name="connsiteX12" fmla="*/ 39021 w 99052"/>
                      <a:gd name="connsiteY12" fmla="*/ 150947 h 150834"/>
                      <a:gd name="connsiteX13" fmla="*/ 84961 w 99052"/>
                      <a:gd name="connsiteY13" fmla="*/ 135819 h 150834"/>
                      <a:gd name="connsiteX14" fmla="*/ 97287 w 99052"/>
                      <a:gd name="connsiteY14" fmla="*/ 113350 h 150834"/>
                      <a:gd name="connsiteX15" fmla="*/ 70171 w 99052"/>
                      <a:gd name="connsiteY15" fmla="*/ 89545 h 150834"/>
                      <a:gd name="connsiteX16" fmla="*/ 41262 w 99052"/>
                      <a:gd name="connsiteY16" fmla="*/ 88210 h 150834"/>
                      <a:gd name="connsiteX17" fmla="*/ 23782 w 99052"/>
                      <a:gd name="connsiteY17" fmla="*/ 82204 h 150834"/>
                      <a:gd name="connsiteX18" fmla="*/ 37228 w 99052"/>
                      <a:gd name="connsiteY18" fmla="*/ 68188 h 150834"/>
                      <a:gd name="connsiteX19" fmla="*/ 41486 w 99052"/>
                      <a:gd name="connsiteY19" fmla="*/ 68633 h 150834"/>
                      <a:gd name="connsiteX20" fmla="*/ 50002 w 99052"/>
                      <a:gd name="connsiteY20" fmla="*/ 69300 h 150834"/>
                      <a:gd name="connsiteX21" fmla="*/ 74205 w 99052"/>
                      <a:gd name="connsiteY21" fmla="*/ 59957 h 150834"/>
                      <a:gd name="connsiteX22" fmla="*/ 84961 w 99052"/>
                      <a:gd name="connsiteY22" fmla="*/ 34818 h 150834"/>
                      <a:gd name="connsiteX23" fmla="*/ 80704 w 99052"/>
                      <a:gd name="connsiteY23" fmla="*/ 16130 h 150834"/>
                      <a:gd name="connsiteX24" fmla="*/ 99304 w 99052"/>
                      <a:gd name="connsiteY24" fmla="*/ 16130 h 150834"/>
                      <a:gd name="connsiteX25" fmla="*/ 26919 w 99052"/>
                      <a:gd name="connsiteY25" fmla="*/ 102894 h 150834"/>
                      <a:gd name="connsiteX26" fmla="*/ 63224 w 99052"/>
                      <a:gd name="connsiteY26" fmla="*/ 105786 h 150834"/>
                      <a:gd name="connsiteX27" fmla="*/ 91012 w 99052"/>
                      <a:gd name="connsiteY27" fmla="*/ 116687 h 150834"/>
                      <a:gd name="connsiteX28" fmla="*/ 48657 w 99052"/>
                      <a:gd name="connsiteY28" fmla="*/ 138266 h 150834"/>
                      <a:gd name="connsiteX29" fmla="*/ 15938 w 99052"/>
                      <a:gd name="connsiteY29" fmla="*/ 122026 h 150834"/>
                      <a:gd name="connsiteX30" fmla="*/ 26919 w 99052"/>
                      <a:gd name="connsiteY30" fmla="*/ 102894 h 150834"/>
                      <a:gd name="connsiteX31" fmla="*/ 28040 w 99052"/>
                      <a:gd name="connsiteY31" fmla="*/ 27254 h 150834"/>
                      <a:gd name="connsiteX32" fmla="*/ 44623 w 99052"/>
                      <a:gd name="connsiteY32" fmla="*/ 6341 h 150834"/>
                      <a:gd name="connsiteX33" fmla="*/ 60983 w 99052"/>
                      <a:gd name="connsiteY33" fmla="*/ 16797 h 150834"/>
                      <a:gd name="connsiteX34" fmla="*/ 67706 w 99052"/>
                      <a:gd name="connsiteY34" fmla="*/ 43494 h 150834"/>
                      <a:gd name="connsiteX35" fmla="*/ 50898 w 99052"/>
                      <a:gd name="connsiteY35" fmla="*/ 63739 h 150834"/>
                      <a:gd name="connsiteX36" fmla="*/ 28040 w 99052"/>
                      <a:gd name="connsiteY36" fmla="*/ 27921 h 150834"/>
                      <a:gd name="connsiteX37" fmla="*/ 28040 w 99052"/>
                      <a:gd name="connsiteY37" fmla="*/ 27254 h 150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99052" h="150834">
                        <a:moveTo>
                          <a:pt x="99304" y="16130"/>
                        </a:moveTo>
                        <a:lnTo>
                          <a:pt x="99304" y="7454"/>
                        </a:lnTo>
                        <a:lnTo>
                          <a:pt x="82048" y="7454"/>
                        </a:lnTo>
                        <a:cubicBezTo>
                          <a:pt x="77566" y="7454"/>
                          <a:pt x="74205" y="6786"/>
                          <a:pt x="69723" y="5229"/>
                        </a:cubicBezTo>
                        <a:lnTo>
                          <a:pt x="64792" y="3449"/>
                        </a:lnTo>
                        <a:cubicBezTo>
                          <a:pt x="58742" y="1225"/>
                          <a:pt x="52691" y="112"/>
                          <a:pt x="46864" y="112"/>
                        </a:cubicBezTo>
                        <a:cubicBezTo>
                          <a:pt x="26023" y="112"/>
                          <a:pt x="9439" y="16130"/>
                          <a:pt x="9439" y="36375"/>
                        </a:cubicBezTo>
                        <a:cubicBezTo>
                          <a:pt x="9439" y="50390"/>
                          <a:pt x="15490" y="58844"/>
                          <a:pt x="30281" y="66186"/>
                        </a:cubicBezTo>
                        <a:cubicBezTo>
                          <a:pt x="26023" y="70190"/>
                          <a:pt x="21989" y="73972"/>
                          <a:pt x="20645" y="75085"/>
                        </a:cubicBezTo>
                        <a:cubicBezTo>
                          <a:pt x="13249" y="81536"/>
                          <a:pt x="10336" y="85986"/>
                          <a:pt x="10336" y="90435"/>
                        </a:cubicBezTo>
                        <a:cubicBezTo>
                          <a:pt x="10336" y="95107"/>
                          <a:pt x="13025" y="97777"/>
                          <a:pt x="22213" y="102226"/>
                        </a:cubicBezTo>
                        <a:cubicBezTo>
                          <a:pt x="6302" y="113795"/>
                          <a:pt x="251" y="121136"/>
                          <a:pt x="251" y="129367"/>
                        </a:cubicBezTo>
                        <a:cubicBezTo>
                          <a:pt x="251" y="141158"/>
                          <a:pt x="17731" y="150947"/>
                          <a:pt x="39021" y="150947"/>
                        </a:cubicBezTo>
                        <a:cubicBezTo>
                          <a:pt x="55828" y="150947"/>
                          <a:pt x="73308" y="145163"/>
                          <a:pt x="84961" y="135819"/>
                        </a:cubicBezTo>
                        <a:cubicBezTo>
                          <a:pt x="93477" y="128923"/>
                          <a:pt x="97287" y="121804"/>
                          <a:pt x="97287" y="113350"/>
                        </a:cubicBezTo>
                        <a:cubicBezTo>
                          <a:pt x="97287" y="99556"/>
                          <a:pt x="86754" y="90213"/>
                          <a:pt x="70171" y="89545"/>
                        </a:cubicBezTo>
                        <a:lnTo>
                          <a:pt x="41262" y="88210"/>
                        </a:lnTo>
                        <a:cubicBezTo>
                          <a:pt x="29384" y="87766"/>
                          <a:pt x="23782" y="85763"/>
                          <a:pt x="23782" y="82204"/>
                        </a:cubicBezTo>
                        <a:cubicBezTo>
                          <a:pt x="23782" y="77754"/>
                          <a:pt x="31177" y="69968"/>
                          <a:pt x="37228" y="68188"/>
                        </a:cubicBezTo>
                        <a:cubicBezTo>
                          <a:pt x="39245" y="68411"/>
                          <a:pt x="40814" y="68633"/>
                          <a:pt x="41486" y="68633"/>
                        </a:cubicBezTo>
                        <a:cubicBezTo>
                          <a:pt x="45744" y="69078"/>
                          <a:pt x="48657" y="69300"/>
                          <a:pt x="50002" y="69300"/>
                        </a:cubicBezTo>
                        <a:cubicBezTo>
                          <a:pt x="58293" y="69300"/>
                          <a:pt x="67257" y="65963"/>
                          <a:pt x="74205" y="59957"/>
                        </a:cubicBezTo>
                        <a:cubicBezTo>
                          <a:pt x="81600" y="53728"/>
                          <a:pt x="84961" y="45941"/>
                          <a:pt x="84961" y="34818"/>
                        </a:cubicBezTo>
                        <a:cubicBezTo>
                          <a:pt x="84961" y="28366"/>
                          <a:pt x="83841" y="23249"/>
                          <a:pt x="80704" y="16130"/>
                        </a:cubicBezTo>
                        <a:lnTo>
                          <a:pt x="99304" y="16130"/>
                        </a:lnTo>
                        <a:close/>
                        <a:moveTo>
                          <a:pt x="26919" y="102894"/>
                        </a:moveTo>
                        <a:cubicBezTo>
                          <a:pt x="34315" y="104451"/>
                          <a:pt x="52243" y="105786"/>
                          <a:pt x="63224" y="105786"/>
                        </a:cubicBezTo>
                        <a:cubicBezTo>
                          <a:pt x="83617" y="105786"/>
                          <a:pt x="91012" y="108678"/>
                          <a:pt x="91012" y="116687"/>
                        </a:cubicBezTo>
                        <a:cubicBezTo>
                          <a:pt x="91012" y="129590"/>
                          <a:pt x="73981" y="138266"/>
                          <a:pt x="48657" y="138266"/>
                        </a:cubicBezTo>
                        <a:cubicBezTo>
                          <a:pt x="28936" y="138266"/>
                          <a:pt x="15938" y="131815"/>
                          <a:pt x="15938" y="122026"/>
                        </a:cubicBezTo>
                        <a:cubicBezTo>
                          <a:pt x="15938" y="116909"/>
                          <a:pt x="17507" y="114017"/>
                          <a:pt x="26919" y="102894"/>
                        </a:cubicBezTo>
                        <a:close/>
                        <a:moveTo>
                          <a:pt x="28040" y="27254"/>
                        </a:moveTo>
                        <a:cubicBezTo>
                          <a:pt x="28040" y="14128"/>
                          <a:pt x="34315" y="6341"/>
                          <a:pt x="44623" y="6341"/>
                        </a:cubicBezTo>
                        <a:cubicBezTo>
                          <a:pt x="51570" y="6341"/>
                          <a:pt x="57397" y="10123"/>
                          <a:pt x="60983" y="16797"/>
                        </a:cubicBezTo>
                        <a:cubicBezTo>
                          <a:pt x="65016" y="24584"/>
                          <a:pt x="67706" y="34818"/>
                          <a:pt x="67706" y="43494"/>
                        </a:cubicBezTo>
                        <a:cubicBezTo>
                          <a:pt x="67706" y="55952"/>
                          <a:pt x="61207" y="63739"/>
                          <a:pt x="50898" y="63739"/>
                        </a:cubicBezTo>
                        <a:cubicBezTo>
                          <a:pt x="37452" y="63739"/>
                          <a:pt x="28040" y="49278"/>
                          <a:pt x="28040" y="27921"/>
                        </a:cubicBezTo>
                        <a:lnTo>
                          <a:pt x="28040" y="272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: Shape 1121">
                    <a:extLst>
                      <a:ext uri="{FF2B5EF4-FFF2-40B4-BE49-F238E27FC236}">
                        <a16:creationId xmlns:a16="http://schemas.microsoft.com/office/drawing/2014/main" id="{F622A2AC-5C20-FF5E-B56A-FACC4B2E01F5}"/>
                      </a:ext>
                    </a:extLst>
                  </p:cNvPr>
                  <p:cNvSpPr/>
                  <p:nvPr>
                    <p:custDataLst>
                      <p:tags r:id="rId142"/>
                    </p:custDataLst>
                  </p:nvPr>
                </p:nvSpPr>
                <p:spPr>
                  <a:xfrm>
                    <a:off x="10326703" y="8183444"/>
                    <a:ext cx="89416" cy="104561"/>
                  </a:xfrm>
                  <a:custGeom>
                    <a:avLst/>
                    <a:gdLst>
                      <a:gd name="connsiteX0" fmla="*/ 86086 w 89416"/>
                      <a:gd name="connsiteY0" fmla="*/ 65963 h 104561"/>
                      <a:gd name="connsiteX1" fmla="*/ 51350 w 89416"/>
                      <a:gd name="connsiteY1" fmla="*/ 89323 h 104561"/>
                      <a:gd name="connsiteX2" fmla="*/ 22441 w 89416"/>
                      <a:gd name="connsiteY2" fmla="*/ 70190 h 104561"/>
                      <a:gd name="connsiteX3" fmla="*/ 16390 w 89416"/>
                      <a:gd name="connsiteY3" fmla="*/ 40824 h 104561"/>
                      <a:gd name="connsiteX4" fmla="*/ 85413 w 89416"/>
                      <a:gd name="connsiteY4" fmla="*/ 40824 h 104561"/>
                      <a:gd name="connsiteX5" fmla="*/ 75777 w 89416"/>
                      <a:gd name="connsiteY5" fmla="*/ 12793 h 104561"/>
                      <a:gd name="connsiteX6" fmla="*/ 47092 w 89416"/>
                      <a:gd name="connsiteY6" fmla="*/ 112 h 104561"/>
                      <a:gd name="connsiteX7" fmla="*/ 16839 w 89416"/>
                      <a:gd name="connsiteY7" fmla="*/ 11681 h 104561"/>
                      <a:gd name="connsiteX8" fmla="*/ 255 w 89416"/>
                      <a:gd name="connsiteY8" fmla="*/ 54840 h 104561"/>
                      <a:gd name="connsiteX9" fmla="*/ 42162 w 89416"/>
                      <a:gd name="connsiteY9" fmla="*/ 104673 h 104561"/>
                      <a:gd name="connsiteX10" fmla="*/ 89671 w 89416"/>
                      <a:gd name="connsiteY10" fmla="*/ 67521 h 104561"/>
                      <a:gd name="connsiteX11" fmla="*/ 86086 w 89416"/>
                      <a:gd name="connsiteY11" fmla="*/ 65963 h 104561"/>
                      <a:gd name="connsiteX12" fmla="*/ 16839 w 89416"/>
                      <a:gd name="connsiteY12" fmla="*/ 33705 h 104561"/>
                      <a:gd name="connsiteX13" fmla="*/ 40593 w 89416"/>
                      <a:gd name="connsiteY13" fmla="*/ 8121 h 104561"/>
                      <a:gd name="connsiteX14" fmla="*/ 62555 w 89416"/>
                      <a:gd name="connsiteY14" fmla="*/ 33705 h 104561"/>
                      <a:gd name="connsiteX15" fmla="*/ 16839 w 89416"/>
                      <a:gd name="connsiteY15" fmla="*/ 33705 h 104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89416" h="104561">
                        <a:moveTo>
                          <a:pt x="86086" y="65963"/>
                        </a:moveTo>
                        <a:cubicBezTo>
                          <a:pt x="75329" y="82871"/>
                          <a:pt x="65692" y="89323"/>
                          <a:pt x="51350" y="89323"/>
                        </a:cubicBezTo>
                        <a:cubicBezTo>
                          <a:pt x="38576" y="89323"/>
                          <a:pt x="28940" y="82871"/>
                          <a:pt x="22441" y="70190"/>
                        </a:cubicBezTo>
                        <a:cubicBezTo>
                          <a:pt x="18407" y="61736"/>
                          <a:pt x="16839" y="54395"/>
                          <a:pt x="16390" y="40824"/>
                        </a:cubicBezTo>
                        <a:lnTo>
                          <a:pt x="85413" y="40824"/>
                        </a:lnTo>
                        <a:cubicBezTo>
                          <a:pt x="83621" y="26364"/>
                          <a:pt x="81380" y="19912"/>
                          <a:pt x="75777" y="12793"/>
                        </a:cubicBezTo>
                        <a:cubicBezTo>
                          <a:pt x="69054" y="4784"/>
                          <a:pt x="58745" y="112"/>
                          <a:pt x="47092" y="112"/>
                        </a:cubicBezTo>
                        <a:cubicBezTo>
                          <a:pt x="35887" y="112"/>
                          <a:pt x="25354" y="4117"/>
                          <a:pt x="16839" y="11681"/>
                        </a:cubicBezTo>
                        <a:cubicBezTo>
                          <a:pt x="6306" y="20802"/>
                          <a:pt x="255" y="36597"/>
                          <a:pt x="255" y="54840"/>
                        </a:cubicBezTo>
                        <a:cubicBezTo>
                          <a:pt x="255" y="85541"/>
                          <a:pt x="16390" y="104673"/>
                          <a:pt x="42162" y="104673"/>
                        </a:cubicBezTo>
                        <a:cubicBezTo>
                          <a:pt x="63451" y="104673"/>
                          <a:pt x="80259" y="91548"/>
                          <a:pt x="89671" y="67521"/>
                        </a:cubicBezTo>
                        <a:lnTo>
                          <a:pt x="86086" y="65963"/>
                        </a:lnTo>
                        <a:close/>
                        <a:moveTo>
                          <a:pt x="16839" y="33705"/>
                        </a:moveTo>
                        <a:cubicBezTo>
                          <a:pt x="19304" y="16353"/>
                          <a:pt x="26923" y="8121"/>
                          <a:pt x="40593" y="8121"/>
                        </a:cubicBezTo>
                        <a:cubicBezTo>
                          <a:pt x="54263" y="8121"/>
                          <a:pt x="59642" y="14350"/>
                          <a:pt x="62555" y="33705"/>
                        </a:cubicBezTo>
                        <a:lnTo>
                          <a:pt x="16839" y="337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: Shape 1122">
                    <a:extLst>
                      <a:ext uri="{FF2B5EF4-FFF2-40B4-BE49-F238E27FC236}">
                        <a16:creationId xmlns:a16="http://schemas.microsoft.com/office/drawing/2014/main" id="{ADC9C781-4052-CE7B-7932-3E8FCCD79727}"/>
                      </a:ext>
                    </a:extLst>
                  </p:cNvPr>
                  <p:cNvSpPr/>
                  <p:nvPr>
                    <p:custDataLst>
                      <p:tags r:id="rId143"/>
                    </p:custDataLst>
                  </p:nvPr>
                </p:nvSpPr>
                <p:spPr>
                  <a:xfrm>
                    <a:off x="10479225" y="8133833"/>
                    <a:ext cx="107120" cy="151947"/>
                  </a:xfrm>
                  <a:custGeom>
                    <a:avLst/>
                    <a:gdLst>
                      <a:gd name="connsiteX0" fmla="*/ 33427 w 107120"/>
                      <a:gd name="connsiteY0" fmla="*/ 75752 h 151947"/>
                      <a:gd name="connsiteX1" fmla="*/ 58302 w 107120"/>
                      <a:gd name="connsiteY1" fmla="*/ 61736 h 151947"/>
                      <a:gd name="connsiteX2" fmla="*/ 75110 w 107120"/>
                      <a:gd name="connsiteY2" fmla="*/ 85318 h 151947"/>
                      <a:gd name="connsiteX3" fmla="*/ 75110 w 107120"/>
                      <a:gd name="connsiteY3" fmla="*/ 129368 h 151947"/>
                      <a:gd name="connsiteX4" fmla="*/ 59871 w 107120"/>
                      <a:gd name="connsiteY4" fmla="*/ 148722 h 151947"/>
                      <a:gd name="connsiteX5" fmla="*/ 59871 w 107120"/>
                      <a:gd name="connsiteY5" fmla="*/ 152060 h 151947"/>
                      <a:gd name="connsiteX6" fmla="*/ 107380 w 107120"/>
                      <a:gd name="connsiteY6" fmla="*/ 152060 h 151947"/>
                      <a:gd name="connsiteX7" fmla="*/ 107380 w 107120"/>
                      <a:gd name="connsiteY7" fmla="*/ 148722 h 151947"/>
                      <a:gd name="connsiteX8" fmla="*/ 93934 w 107120"/>
                      <a:gd name="connsiteY8" fmla="*/ 129368 h 151947"/>
                      <a:gd name="connsiteX9" fmla="*/ 93934 w 107120"/>
                      <a:gd name="connsiteY9" fmla="*/ 85096 h 151947"/>
                      <a:gd name="connsiteX10" fmla="*/ 66370 w 107120"/>
                      <a:gd name="connsiteY10" fmla="*/ 49723 h 151947"/>
                      <a:gd name="connsiteX11" fmla="*/ 33427 w 107120"/>
                      <a:gd name="connsiteY11" fmla="*/ 68411 h 151947"/>
                      <a:gd name="connsiteX12" fmla="*/ 33427 w 107120"/>
                      <a:gd name="connsiteY12" fmla="*/ 780 h 151947"/>
                      <a:gd name="connsiteX13" fmla="*/ 32307 w 107120"/>
                      <a:gd name="connsiteY13" fmla="*/ 112 h 151947"/>
                      <a:gd name="connsiteX14" fmla="*/ 6535 w 107120"/>
                      <a:gd name="connsiteY14" fmla="*/ 8121 h 151947"/>
                      <a:gd name="connsiteX15" fmla="*/ 484 w 107120"/>
                      <a:gd name="connsiteY15" fmla="*/ 9901 h 151947"/>
                      <a:gd name="connsiteX16" fmla="*/ 484 w 107120"/>
                      <a:gd name="connsiteY16" fmla="*/ 13460 h 151947"/>
                      <a:gd name="connsiteX17" fmla="*/ 3173 w 107120"/>
                      <a:gd name="connsiteY17" fmla="*/ 13238 h 151947"/>
                      <a:gd name="connsiteX18" fmla="*/ 14603 w 107120"/>
                      <a:gd name="connsiteY18" fmla="*/ 24584 h 151947"/>
                      <a:gd name="connsiteX19" fmla="*/ 14603 w 107120"/>
                      <a:gd name="connsiteY19" fmla="*/ 129368 h 151947"/>
                      <a:gd name="connsiteX20" fmla="*/ 260 w 107120"/>
                      <a:gd name="connsiteY20" fmla="*/ 148722 h 151947"/>
                      <a:gd name="connsiteX21" fmla="*/ 260 w 107120"/>
                      <a:gd name="connsiteY21" fmla="*/ 152060 h 151947"/>
                      <a:gd name="connsiteX22" fmla="*/ 48666 w 107120"/>
                      <a:gd name="connsiteY22" fmla="*/ 152060 h 151947"/>
                      <a:gd name="connsiteX23" fmla="*/ 48666 w 107120"/>
                      <a:gd name="connsiteY23" fmla="*/ 148722 h 151947"/>
                      <a:gd name="connsiteX24" fmla="*/ 33427 w 107120"/>
                      <a:gd name="connsiteY24" fmla="*/ 129368 h 151947"/>
                      <a:gd name="connsiteX25" fmla="*/ 33427 w 107120"/>
                      <a:gd name="connsiteY25" fmla="*/ 75752 h 151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7120" h="151947">
                        <a:moveTo>
                          <a:pt x="33427" y="75752"/>
                        </a:moveTo>
                        <a:cubicBezTo>
                          <a:pt x="42839" y="65518"/>
                          <a:pt x="49562" y="61736"/>
                          <a:pt x="58302" y="61736"/>
                        </a:cubicBezTo>
                        <a:cubicBezTo>
                          <a:pt x="69507" y="61736"/>
                          <a:pt x="75110" y="69745"/>
                          <a:pt x="75110" y="85318"/>
                        </a:cubicBezTo>
                        <a:lnTo>
                          <a:pt x="75110" y="129368"/>
                        </a:lnTo>
                        <a:cubicBezTo>
                          <a:pt x="75110" y="144496"/>
                          <a:pt x="72869" y="147388"/>
                          <a:pt x="59871" y="148722"/>
                        </a:cubicBezTo>
                        <a:lnTo>
                          <a:pt x="59871" y="152060"/>
                        </a:lnTo>
                        <a:lnTo>
                          <a:pt x="107380" y="152060"/>
                        </a:lnTo>
                        <a:lnTo>
                          <a:pt x="107380" y="148722"/>
                        </a:lnTo>
                        <a:cubicBezTo>
                          <a:pt x="95279" y="146498"/>
                          <a:pt x="93934" y="144718"/>
                          <a:pt x="93934" y="129368"/>
                        </a:cubicBezTo>
                        <a:lnTo>
                          <a:pt x="93934" y="85096"/>
                        </a:lnTo>
                        <a:cubicBezTo>
                          <a:pt x="93934" y="61736"/>
                          <a:pt x="84522" y="49723"/>
                          <a:pt x="66370" y="49723"/>
                        </a:cubicBezTo>
                        <a:cubicBezTo>
                          <a:pt x="53148" y="49723"/>
                          <a:pt x="43736" y="55062"/>
                          <a:pt x="33427" y="68411"/>
                        </a:cubicBezTo>
                        <a:lnTo>
                          <a:pt x="33427" y="780"/>
                        </a:lnTo>
                        <a:lnTo>
                          <a:pt x="32307" y="112"/>
                        </a:lnTo>
                        <a:cubicBezTo>
                          <a:pt x="24687" y="2782"/>
                          <a:pt x="19085" y="4562"/>
                          <a:pt x="6535" y="8121"/>
                        </a:cubicBezTo>
                        <a:lnTo>
                          <a:pt x="484" y="9901"/>
                        </a:lnTo>
                        <a:lnTo>
                          <a:pt x="484" y="13460"/>
                        </a:lnTo>
                        <a:cubicBezTo>
                          <a:pt x="1381" y="13238"/>
                          <a:pt x="2053" y="13238"/>
                          <a:pt x="3173" y="13238"/>
                        </a:cubicBezTo>
                        <a:cubicBezTo>
                          <a:pt x="12810" y="13238"/>
                          <a:pt x="14603" y="15018"/>
                          <a:pt x="14603" y="24584"/>
                        </a:cubicBezTo>
                        <a:lnTo>
                          <a:pt x="14603" y="129368"/>
                        </a:lnTo>
                        <a:cubicBezTo>
                          <a:pt x="14603" y="144940"/>
                          <a:pt x="13258" y="146943"/>
                          <a:pt x="260" y="148722"/>
                        </a:cubicBezTo>
                        <a:lnTo>
                          <a:pt x="260" y="152060"/>
                        </a:lnTo>
                        <a:lnTo>
                          <a:pt x="48666" y="152060"/>
                        </a:lnTo>
                        <a:lnTo>
                          <a:pt x="48666" y="148722"/>
                        </a:lnTo>
                        <a:cubicBezTo>
                          <a:pt x="35668" y="147388"/>
                          <a:pt x="33427" y="144718"/>
                          <a:pt x="33427" y="129368"/>
                        </a:cubicBezTo>
                        <a:lnTo>
                          <a:pt x="33427" y="7575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: Shape 1123">
                    <a:extLst>
                      <a:ext uri="{FF2B5EF4-FFF2-40B4-BE49-F238E27FC236}">
                        <a16:creationId xmlns:a16="http://schemas.microsoft.com/office/drawing/2014/main" id="{1AAA4241-5D93-0467-C346-9310C22A8E37}"/>
                      </a:ext>
                    </a:extLst>
                  </p:cNvPr>
                  <p:cNvSpPr/>
                  <p:nvPr>
                    <p:custDataLst>
                      <p:tags r:id="rId144"/>
                    </p:custDataLst>
                  </p:nvPr>
                </p:nvSpPr>
                <p:spPr>
                  <a:xfrm>
                    <a:off x="10595281" y="8183444"/>
                    <a:ext cx="89416" cy="104561"/>
                  </a:xfrm>
                  <a:custGeom>
                    <a:avLst/>
                    <a:gdLst>
                      <a:gd name="connsiteX0" fmla="*/ 86094 w 89416"/>
                      <a:gd name="connsiteY0" fmla="*/ 65963 h 104561"/>
                      <a:gd name="connsiteX1" fmla="*/ 51359 w 89416"/>
                      <a:gd name="connsiteY1" fmla="*/ 89323 h 104561"/>
                      <a:gd name="connsiteX2" fmla="*/ 22450 w 89416"/>
                      <a:gd name="connsiteY2" fmla="*/ 70190 h 104561"/>
                      <a:gd name="connsiteX3" fmla="*/ 16399 w 89416"/>
                      <a:gd name="connsiteY3" fmla="*/ 40824 h 104561"/>
                      <a:gd name="connsiteX4" fmla="*/ 85422 w 89416"/>
                      <a:gd name="connsiteY4" fmla="*/ 40824 h 104561"/>
                      <a:gd name="connsiteX5" fmla="*/ 75786 w 89416"/>
                      <a:gd name="connsiteY5" fmla="*/ 12793 h 104561"/>
                      <a:gd name="connsiteX6" fmla="*/ 47101 w 89416"/>
                      <a:gd name="connsiteY6" fmla="*/ 112 h 104561"/>
                      <a:gd name="connsiteX7" fmla="*/ 16847 w 89416"/>
                      <a:gd name="connsiteY7" fmla="*/ 11681 h 104561"/>
                      <a:gd name="connsiteX8" fmla="*/ 264 w 89416"/>
                      <a:gd name="connsiteY8" fmla="*/ 54840 h 104561"/>
                      <a:gd name="connsiteX9" fmla="*/ 42171 w 89416"/>
                      <a:gd name="connsiteY9" fmla="*/ 104673 h 104561"/>
                      <a:gd name="connsiteX10" fmla="*/ 89680 w 89416"/>
                      <a:gd name="connsiteY10" fmla="*/ 67521 h 104561"/>
                      <a:gd name="connsiteX11" fmla="*/ 86094 w 89416"/>
                      <a:gd name="connsiteY11" fmla="*/ 65963 h 104561"/>
                      <a:gd name="connsiteX12" fmla="*/ 16847 w 89416"/>
                      <a:gd name="connsiteY12" fmla="*/ 33705 h 104561"/>
                      <a:gd name="connsiteX13" fmla="*/ 40602 w 89416"/>
                      <a:gd name="connsiteY13" fmla="*/ 8121 h 104561"/>
                      <a:gd name="connsiteX14" fmla="*/ 62564 w 89416"/>
                      <a:gd name="connsiteY14" fmla="*/ 33705 h 104561"/>
                      <a:gd name="connsiteX15" fmla="*/ 16847 w 89416"/>
                      <a:gd name="connsiteY15" fmla="*/ 33705 h 1045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89416" h="104561">
                        <a:moveTo>
                          <a:pt x="86094" y="65963"/>
                        </a:moveTo>
                        <a:cubicBezTo>
                          <a:pt x="75338" y="82871"/>
                          <a:pt x="65701" y="89323"/>
                          <a:pt x="51359" y="89323"/>
                        </a:cubicBezTo>
                        <a:cubicBezTo>
                          <a:pt x="38585" y="89323"/>
                          <a:pt x="28949" y="82871"/>
                          <a:pt x="22450" y="70190"/>
                        </a:cubicBezTo>
                        <a:cubicBezTo>
                          <a:pt x="18416" y="61736"/>
                          <a:pt x="16847" y="54395"/>
                          <a:pt x="16399" y="40824"/>
                        </a:cubicBezTo>
                        <a:lnTo>
                          <a:pt x="85422" y="40824"/>
                        </a:lnTo>
                        <a:cubicBezTo>
                          <a:pt x="83629" y="26364"/>
                          <a:pt x="81388" y="19912"/>
                          <a:pt x="75786" y="12793"/>
                        </a:cubicBezTo>
                        <a:cubicBezTo>
                          <a:pt x="69063" y="4784"/>
                          <a:pt x="58754" y="112"/>
                          <a:pt x="47101" y="112"/>
                        </a:cubicBezTo>
                        <a:cubicBezTo>
                          <a:pt x="35896" y="112"/>
                          <a:pt x="25363" y="4117"/>
                          <a:pt x="16847" y="11681"/>
                        </a:cubicBezTo>
                        <a:cubicBezTo>
                          <a:pt x="6315" y="20802"/>
                          <a:pt x="264" y="36597"/>
                          <a:pt x="264" y="54840"/>
                        </a:cubicBezTo>
                        <a:cubicBezTo>
                          <a:pt x="264" y="85541"/>
                          <a:pt x="16399" y="104673"/>
                          <a:pt x="42171" y="104673"/>
                        </a:cubicBezTo>
                        <a:cubicBezTo>
                          <a:pt x="63460" y="104673"/>
                          <a:pt x="80268" y="91548"/>
                          <a:pt x="89680" y="67521"/>
                        </a:cubicBezTo>
                        <a:lnTo>
                          <a:pt x="86094" y="65963"/>
                        </a:lnTo>
                        <a:close/>
                        <a:moveTo>
                          <a:pt x="16847" y="33705"/>
                        </a:moveTo>
                        <a:cubicBezTo>
                          <a:pt x="19312" y="16353"/>
                          <a:pt x="26932" y="8121"/>
                          <a:pt x="40602" y="8121"/>
                        </a:cubicBezTo>
                        <a:cubicBezTo>
                          <a:pt x="54272" y="8121"/>
                          <a:pt x="59651" y="14350"/>
                          <a:pt x="62564" y="33705"/>
                        </a:cubicBezTo>
                        <a:lnTo>
                          <a:pt x="16847" y="33705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: Shape 1124">
                    <a:extLst>
                      <a:ext uri="{FF2B5EF4-FFF2-40B4-BE49-F238E27FC236}">
                        <a16:creationId xmlns:a16="http://schemas.microsoft.com/office/drawing/2014/main" id="{61BE4AB5-6F48-DFB7-2E5B-53B1E06A2556}"/>
                      </a:ext>
                    </a:extLst>
                  </p:cNvPr>
                  <p:cNvSpPr/>
                  <p:nvPr>
                    <p:custDataLst>
                      <p:tags r:id="rId145"/>
                    </p:custDataLst>
                  </p:nvPr>
                </p:nvSpPr>
                <p:spPr>
                  <a:xfrm>
                    <a:off x="10693137" y="8133833"/>
                    <a:ext cx="53111" cy="151947"/>
                  </a:xfrm>
                  <a:custGeom>
                    <a:avLst/>
                    <a:gdLst>
                      <a:gd name="connsiteX0" fmla="*/ 35899 w 53111"/>
                      <a:gd name="connsiteY0" fmla="*/ 49723 h 151947"/>
                      <a:gd name="connsiteX1" fmla="*/ 1163 w 53111"/>
                      <a:gd name="connsiteY1" fmla="*/ 61959 h 151947"/>
                      <a:gd name="connsiteX2" fmla="*/ 1163 w 53111"/>
                      <a:gd name="connsiteY2" fmla="*/ 65296 h 151947"/>
                      <a:gd name="connsiteX3" fmla="*/ 2956 w 53111"/>
                      <a:gd name="connsiteY3" fmla="*/ 65074 h 151947"/>
                      <a:gd name="connsiteX4" fmla="*/ 10576 w 53111"/>
                      <a:gd name="connsiteY4" fmla="*/ 64406 h 151947"/>
                      <a:gd name="connsiteX5" fmla="*/ 17971 w 53111"/>
                      <a:gd name="connsiteY5" fmla="*/ 77754 h 151947"/>
                      <a:gd name="connsiteX6" fmla="*/ 17971 w 53111"/>
                      <a:gd name="connsiteY6" fmla="*/ 129368 h 151947"/>
                      <a:gd name="connsiteX7" fmla="*/ 267 w 53111"/>
                      <a:gd name="connsiteY7" fmla="*/ 148722 h 151947"/>
                      <a:gd name="connsiteX8" fmla="*/ 267 w 53111"/>
                      <a:gd name="connsiteY8" fmla="*/ 152060 h 151947"/>
                      <a:gd name="connsiteX9" fmla="*/ 53379 w 53111"/>
                      <a:gd name="connsiteY9" fmla="*/ 152060 h 151947"/>
                      <a:gd name="connsiteX10" fmla="*/ 53379 w 53111"/>
                      <a:gd name="connsiteY10" fmla="*/ 148722 h 151947"/>
                      <a:gd name="connsiteX11" fmla="*/ 36796 w 53111"/>
                      <a:gd name="connsiteY11" fmla="*/ 129368 h 151947"/>
                      <a:gd name="connsiteX12" fmla="*/ 36796 w 53111"/>
                      <a:gd name="connsiteY12" fmla="*/ 50390 h 151947"/>
                      <a:gd name="connsiteX13" fmla="*/ 35899 w 53111"/>
                      <a:gd name="connsiteY13" fmla="*/ 49723 h 151947"/>
                      <a:gd name="connsiteX14" fmla="*/ 25366 w 53111"/>
                      <a:gd name="connsiteY14" fmla="*/ 112 h 151947"/>
                      <a:gd name="connsiteX15" fmla="*/ 14161 w 53111"/>
                      <a:gd name="connsiteY15" fmla="*/ 11458 h 151947"/>
                      <a:gd name="connsiteX16" fmla="*/ 25366 w 53111"/>
                      <a:gd name="connsiteY16" fmla="*/ 22804 h 151947"/>
                      <a:gd name="connsiteX17" fmla="*/ 37020 w 53111"/>
                      <a:gd name="connsiteY17" fmla="*/ 11458 h 151947"/>
                      <a:gd name="connsiteX18" fmla="*/ 25366 w 53111"/>
                      <a:gd name="connsiteY18" fmla="*/ 112 h 151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53111" h="151947">
                        <a:moveTo>
                          <a:pt x="35899" y="49723"/>
                        </a:moveTo>
                        <a:lnTo>
                          <a:pt x="1163" y="61959"/>
                        </a:lnTo>
                        <a:lnTo>
                          <a:pt x="1163" y="65296"/>
                        </a:lnTo>
                        <a:lnTo>
                          <a:pt x="2956" y="65074"/>
                        </a:lnTo>
                        <a:cubicBezTo>
                          <a:pt x="5646" y="64629"/>
                          <a:pt x="8559" y="64406"/>
                          <a:pt x="10576" y="64406"/>
                        </a:cubicBezTo>
                        <a:cubicBezTo>
                          <a:pt x="15954" y="64406"/>
                          <a:pt x="17971" y="67966"/>
                          <a:pt x="17971" y="77754"/>
                        </a:cubicBezTo>
                        <a:lnTo>
                          <a:pt x="17971" y="129368"/>
                        </a:lnTo>
                        <a:cubicBezTo>
                          <a:pt x="17971" y="145385"/>
                          <a:pt x="15730" y="147833"/>
                          <a:pt x="267" y="148722"/>
                        </a:cubicBezTo>
                        <a:lnTo>
                          <a:pt x="267" y="152060"/>
                        </a:lnTo>
                        <a:lnTo>
                          <a:pt x="53379" y="152060"/>
                        </a:lnTo>
                        <a:lnTo>
                          <a:pt x="53379" y="148722"/>
                        </a:lnTo>
                        <a:cubicBezTo>
                          <a:pt x="38588" y="147610"/>
                          <a:pt x="36796" y="145385"/>
                          <a:pt x="36796" y="129368"/>
                        </a:cubicBezTo>
                        <a:lnTo>
                          <a:pt x="36796" y="50390"/>
                        </a:lnTo>
                        <a:lnTo>
                          <a:pt x="35899" y="49723"/>
                        </a:lnTo>
                        <a:close/>
                        <a:moveTo>
                          <a:pt x="25366" y="112"/>
                        </a:moveTo>
                        <a:cubicBezTo>
                          <a:pt x="19316" y="112"/>
                          <a:pt x="14161" y="5229"/>
                          <a:pt x="14161" y="11458"/>
                        </a:cubicBezTo>
                        <a:cubicBezTo>
                          <a:pt x="14161" y="17687"/>
                          <a:pt x="19092" y="22804"/>
                          <a:pt x="25366" y="22804"/>
                        </a:cubicBezTo>
                        <a:cubicBezTo>
                          <a:pt x="31865" y="22804"/>
                          <a:pt x="37020" y="17910"/>
                          <a:pt x="37020" y="11458"/>
                        </a:cubicBezTo>
                        <a:cubicBezTo>
                          <a:pt x="37020" y="5229"/>
                          <a:pt x="31865" y="112"/>
                          <a:pt x="25366" y="1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: Shape 1125">
                    <a:extLst>
                      <a:ext uri="{FF2B5EF4-FFF2-40B4-BE49-F238E27FC236}">
                        <a16:creationId xmlns:a16="http://schemas.microsoft.com/office/drawing/2014/main" id="{BDB699BE-A568-1EAA-2EB4-65C6A63EAE21}"/>
                      </a:ext>
                    </a:extLst>
                  </p:cNvPr>
                  <p:cNvSpPr/>
                  <p:nvPr>
                    <p:custDataLst>
                      <p:tags r:id="rId146"/>
                    </p:custDataLst>
                  </p:nvPr>
                </p:nvSpPr>
                <p:spPr>
                  <a:xfrm>
                    <a:off x="10758358" y="8183444"/>
                    <a:ext cx="99052" cy="150834"/>
                  </a:xfrm>
                  <a:custGeom>
                    <a:avLst/>
                    <a:gdLst>
                      <a:gd name="connsiteX0" fmla="*/ 99322 w 99052"/>
                      <a:gd name="connsiteY0" fmla="*/ 16130 h 150834"/>
                      <a:gd name="connsiteX1" fmla="*/ 99322 w 99052"/>
                      <a:gd name="connsiteY1" fmla="*/ 7454 h 150834"/>
                      <a:gd name="connsiteX2" fmla="*/ 82066 w 99052"/>
                      <a:gd name="connsiteY2" fmla="*/ 7454 h 150834"/>
                      <a:gd name="connsiteX3" fmla="*/ 69740 w 99052"/>
                      <a:gd name="connsiteY3" fmla="*/ 5229 h 150834"/>
                      <a:gd name="connsiteX4" fmla="*/ 64810 w 99052"/>
                      <a:gd name="connsiteY4" fmla="*/ 3449 h 150834"/>
                      <a:gd name="connsiteX5" fmla="*/ 46882 w 99052"/>
                      <a:gd name="connsiteY5" fmla="*/ 112 h 150834"/>
                      <a:gd name="connsiteX6" fmla="*/ 9457 w 99052"/>
                      <a:gd name="connsiteY6" fmla="*/ 36375 h 150834"/>
                      <a:gd name="connsiteX7" fmla="*/ 30299 w 99052"/>
                      <a:gd name="connsiteY7" fmla="*/ 66186 h 150834"/>
                      <a:gd name="connsiteX8" fmla="*/ 20662 w 99052"/>
                      <a:gd name="connsiteY8" fmla="*/ 75085 h 150834"/>
                      <a:gd name="connsiteX9" fmla="*/ 10354 w 99052"/>
                      <a:gd name="connsiteY9" fmla="*/ 90435 h 150834"/>
                      <a:gd name="connsiteX10" fmla="*/ 22231 w 99052"/>
                      <a:gd name="connsiteY10" fmla="*/ 102226 h 150834"/>
                      <a:gd name="connsiteX11" fmla="*/ 269 w 99052"/>
                      <a:gd name="connsiteY11" fmla="*/ 129367 h 150834"/>
                      <a:gd name="connsiteX12" fmla="*/ 39039 w 99052"/>
                      <a:gd name="connsiteY12" fmla="*/ 150947 h 150834"/>
                      <a:gd name="connsiteX13" fmla="*/ 84979 w 99052"/>
                      <a:gd name="connsiteY13" fmla="*/ 135819 h 150834"/>
                      <a:gd name="connsiteX14" fmla="*/ 97305 w 99052"/>
                      <a:gd name="connsiteY14" fmla="*/ 113350 h 150834"/>
                      <a:gd name="connsiteX15" fmla="*/ 70189 w 99052"/>
                      <a:gd name="connsiteY15" fmla="*/ 89545 h 150834"/>
                      <a:gd name="connsiteX16" fmla="*/ 41280 w 99052"/>
                      <a:gd name="connsiteY16" fmla="*/ 88210 h 150834"/>
                      <a:gd name="connsiteX17" fmla="*/ 23800 w 99052"/>
                      <a:gd name="connsiteY17" fmla="*/ 82204 h 150834"/>
                      <a:gd name="connsiteX18" fmla="*/ 37246 w 99052"/>
                      <a:gd name="connsiteY18" fmla="*/ 68188 h 150834"/>
                      <a:gd name="connsiteX19" fmla="*/ 41504 w 99052"/>
                      <a:gd name="connsiteY19" fmla="*/ 68633 h 150834"/>
                      <a:gd name="connsiteX20" fmla="*/ 50020 w 99052"/>
                      <a:gd name="connsiteY20" fmla="*/ 69300 h 150834"/>
                      <a:gd name="connsiteX21" fmla="*/ 74222 w 99052"/>
                      <a:gd name="connsiteY21" fmla="*/ 59957 h 150834"/>
                      <a:gd name="connsiteX22" fmla="*/ 84979 w 99052"/>
                      <a:gd name="connsiteY22" fmla="*/ 34818 h 150834"/>
                      <a:gd name="connsiteX23" fmla="*/ 80721 w 99052"/>
                      <a:gd name="connsiteY23" fmla="*/ 16130 h 150834"/>
                      <a:gd name="connsiteX24" fmla="*/ 99322 w 99052"/>
                      <a:gd name="connsiteY24" fmla="*/ 16130 h 150834"/>
                      <a:gd name="connsiteX25" fmla="*/ 26937 w 99052"/>
                      <a:gd name="connsiteY25" fmla="*/ 102894 h 150834"/>
                      <a:gd name="connsiteX26" fmla="*/ 63242 w 99052"/>
                      <a:gd name="connsiteY26" fmla="*/ 105786 h 150834"/>
                      <a:gd name="connsiteX27" fmla="*/ 91030 w 99052"/>
                      <a:gd name="connsiteY27" fmla="*/ 116687 h 150834"/>
                      <a:gd name="connsiteX28" fmla="*/ 48675 w 99052"/>
                      <a:gd name="connsiteY28" fmla="*/ 138266 h 150834"/>
                      <a:gd name="connsiteX29" fmla="*/ 15956 w 99052"/>
                      <a:gd name="connsiteY29" fmla="*/ 122026 h 150834"/>
                      <a:gd name="connsiteX30" fmla="*/ 26937 w 99052"/>
                      <a:gd name="connsiteY30" fmla="*/ 102894 h 150834"/>
                      <a:gd name="connsiteX31" fmla="*/ 28058 w 99052"/>
                      <a:gd name="connsiteY31" fmla="*/ 27254 h 150834"/>
                      <a:gd name="connsiteX32" fmla="*/ 44641 w 99052"/>
                      <a:gd name="connsiteY32" fmla="*/ 6341 h 150834"/>
                      <a:gd name="connsiteX33" fmla="*/ 61000 w 99052"/>
                      <a:gd name="connsiteY33" fmla="*/ 16797 h 150834"/>
                      <a:gd name="connsiteX34" fmla="*/ 67724 w 99052"/>
                      <a:gd name="connsiteY34" fmla="*/ 43494 h 150834"/>
                      <a:gd name="connsiteX35" fmla="*/ 50916 w 99052"/>
                      <a:gd name="connsiteY35" fmla="*/ 63739 h 150834"/>
                      <a:gd name="connsiteX36" fmla="*/ 28058 w 99052"/>
                      <a:gd name="connsiteY36" fmla="*/ 27921 h 150834"/>
                      <a:gd name="connsiteX37" fmla="*/ 28058 w 99052"/>
                      <a:gd name="connsiteY37" fmla="*/ 27254 h 150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99052" h="150834">
                        <a:moveTo>
                          <a:pt x="99322" y="16130"/>
                        </a:moveTo>
                        <a:lnTo>
                          <a:pt x="99322" y="7454"/>
                        </a:lnTo>
                        <a:lnTo>
                          <a:pt x="82066" y="7454"/>
                        </a:lnTo>
                        <a:cubicBezTo>
                          <a:pt x="77584" y="7454"/>
                          <a:pt x="74222" y="6786"/>
                          <a:pt x="69740" y="5229"/>
                        </a:cubicBezTo>
                        <a:lnTo>
                          <a:pt x="64810" y="3449"/>
                        </a:lnTo>
                        <a:cubicBezTo>
                          <a:pt x="58759" y="1225"/>
                          <a:pt x="52709" y="112"/>
                          <a:pt x="46882" y="112"/>
                        </a:cubicBezTo>
                        <a:cubicBezTo>
                          <a:pt x="26041" y="112"/>
                          <a:pt x="9457" y="16130"/>
                          <a:pt x="9457" y="36375"/>
                        </a:cubicBezTo>
                        <a:cubicBezTo>
                          <a:pt x="9457" y="50390"/>
                          <a:pt x="15508" y="58844"/>
                          <a:pt x="30299" y="66186"/>
                        </a:cubicBezTo>
                        <a:cubicBezTo>
                          <a:pt x="26041" y="70190"/>
                          <a:pt x="22007" y="73972"/>
                          <a:pt x="20662" y="75085"/>
                        </a:cubicBezTo>
                        <a:cubicBezTo>
                          <a:pt x="13267" y="81536"/>
                          <a:pt x="10354" y="85986"/>
                          <a:pt x="10354" y="90435"/>
                        </a:cubicBezTo>
                        <a:cubicBezTo>
                          <a:pt x="10354" y="95107"/>
                          <a:pt x="13043" y="97777"/>
                          <a:pt x="22231" y="102226"/>
                        </a:cubicBezTo>
                        <a:cubicBezTo>
                          <a:pt x="6320" y="113795"/>
                          <a:pt x="269" y="121136"/>
                          <a:pt x="269" y="129367"/>
                        </a:cubicBezTo>
                        <a:cubicBezTo>
                          <a:pt x="269" y="141158"/>
                          <a:pt x="17749" y="150947"/>
                          <a:pt x="39039" y="150947"/>
                        </a:cubicBezTo>
                        <a:cubicBezTo>
                          <a:pt x="55846" y="150947"/>
                          <a:pt x="73326" y="145163"/>
                          <a:pt x="84979" y="135819"/>
                        </a:cubicBezTo>
                        <a:cubicBezTo>
                          <a:pt x="93495" y="128923"/>
                          <a:pt x="97305" y="121804"/>
                          <a:pt x="97305" y="113350"/>
                        </a:cubicBezTo>
                        <a:cubicBezTo>
                          <a:pt x="97305" y="99556"/>
                          <a:pt x="86772" y="90213"/>
                          <a:pt x="70189" y="89545"/>
                        </a:cubicBezTo>
                        <a:lnTo>
                          <a:pt x="41280" y="88210"/>
                        </a:lnTo>
                        <a:cubicBezTo>
                          <a:pt x="29402" y="87766"/>
                          <a:pt x="23800" y="85763"/>
                          <a:pt x="23800" y="82204"/>
                        </a:cubicBezTo>
                        <a:cubicBezTo>
                          <a:pt x="23800" y="77754"/>
                          <a:pt x="31195" y="69968"/>
                          <a:pt x="37246" y="68188"/>
                        </a:cubicBezTo>
                        <a:cubicBezTo>
                          <a:pt x="39263" y="68411"/>
                          <a:pt x="40831" y="68633"/>
                          <a:pt x="41504" y="68633"/>
                        </a:cubicBezTo>
                        <a:cubicBezTo>
                          <a:pt x="45762" y="69078"/>
                          <a:pt x="48675" y="69300"/>
                          <a:pt x="50020" y="69300"/>
                        </a:cubicBezTo>
                        <a:cubicBezTo>
                          <a:pt x="58311" y="69300"/>
                          <a:pt x="67275" y="65963"/>
                          <a:pt x="74222" y="59957"/>
                        </a:cubicBezTo>
                        <a:cubicBezTo>
                          <a:pt x="81618" y="53728"/>
                          <a:pt x="84979" y="45941"/>
                          <a:pt x="84979" y="34818"/>
                        </a:cubicBezTo>
                        <a:cubicBezTo>
                          <a:pt x="84979" y="28366"/>
                          <a:pt x="83859" y="23249"/>
                          <a:pt x="80721" y="16130"/>
                        </a:cubicBezTo>
                        <a:lnTo>
                          <a:pt x="99322" y="16130"/>
                        </a:lnTo>
                        <a:close/>
                        <a:moveTo>
                          <a:pt x="26937" y="102894"/>
                        </a:moveTo>
                        <a:cubicBezTo>
                          <a:pt x="34332" y="104451"/>
                          <a:pt x="52261" y="105786"/>
                          <a:pt x="63242" y="105786"/>
                        </a:cubicBezTo>
                        <a:cubicBezTo>
                          <a:pt x="83635" y="105786"/>
                          <a:pt x="91030" y="108678"/>
                          <a:pt x="91030" y="116687"/>
                        </a:cubicBezTo>
                        <a:cubicBezTo>
                          <a:pt x="91030" y="129590"/>
                          <a:pt x="73998" y="138266"/>
                          <a:pt x="48675" y="138266"/>
                        </a:cubicBezTo>
                        <a:cubicBezTo>
                          <a:pt x="28954" y="138266"/>
                          <a:pt x="15956" y="131815"/>
                          <a:pt x="15956" y="122026"/>
                        </a:cubicBezTo>
                        <a:cubicBezTo>
                          <a:pt x="15956" y="116909"/>
                          <a:pt x="17525" y="114017"/>
                          <a:pt x="26937" y="102894"/>
                        </a:cubicBezTo>
                        <a:close/>
                        <a:moveTo>
                          <a:pt x="28058" y="27254"/>
                        </a:moveTo>
                        <a:cubicBezTo>
                          <a:pt x="28058" y="14128"/>
                          <a:pt x="34332" y="6341"/>
                          <a:pt x="44641" y="6341"/>
                        </a:cubicBezTo>
                        <a:cubicBezTo>
                          <a:pt x="51588" y="6341"/>
                          <a:pt x="57415" y="10123"/>
                          <a:pt x="61000" y="16797"/>
                        </a:cubicBezTo>
                        <a:cubicBezTo>
                          <a:pt x="65034" y="24584"/>
                          <a:pt x="67724" y="34818"/>
                          <a:pt x="67724" y="43494"/>
                        </a:cubicBezTo>
                        <a:cubicBezTo>
                          <a:pt x="67724" y="55952"/>
                          <a:pt x="61225" y="63739"/>
                          <a:pt x="50916" y="63739"/>
                        </a:cubicBezTo>
                        <a:cubicBezTo>
                          <a:pt x="37470" y="63739"/>
                          <a:pt x="28058" y="49278"/>
                          <a:pt x="28058" y="27921"/>
                        </a:cubicBezTo>
                        <a:lnTo>
                          <a:pt x="28058" y="2725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: Shape 1126">
                    <a:extLst>
                      <a:ext uri="{FF2B5EF4-FFF2-40B4-BE49-F238E27FC236}">
                        <a16:creationId xmlns:a16="http://schemas.microsoft.com/office/drawing/2014/main" id="{926823AB-9626-8DFC-8E5F-7B2D33110717}"/>
                      </a:ext>
                    </a:extLst>
                  </p:cNvPr>
                  <p:cNvSpPr/>
                  <p:nvPr>
                    <p:custDataLst>
                      <p:tags r:id="rId147"/>
                    </p:custDataLst>
                  </p:nvPr>
                </p:nvSpPr>
                <p:spPr>
                  <a:xfrm>
                    <a:off x="10866571" y="8133833"/>
                    <a:ext cx="107120" cy="151947"/>
                  </a:xfrm>
                  <a:custGeom>
                    <a:avLst/>
                    <a:gdLst>
                      <a:gd name="connsiteX0" fmla="*/ 33440 w 107120"/>
                      <a:gd name="connsiteY0" fmla="*/ 75752 h 151947"/>
                      <a:gd name="connsiteX1" fmla="*/ 58315 w 107120"/>
                      <a:gd name="connsiteY1" fmla="*/ 61736 h 151947"/>
                      <a:gd name="connsiteX2" fmla="*/ 75123 w 107120"/>
                      <a:gd name="connsiteY2" fmla="*/ 85318 h 151947"/>
                      <a:gd name="connsiteX3" fmla="*/ 75123 w 107120"/>
                      <a:gd name="connsiteY3" fmla="*/ 129368 h 151947"/>
                      <a:gd name="connsiteX4" fmla="*/ 59884 w 107120"/>
                      <a:gd name="connsiteY4" fmla="*/ 148722 h 151947"/>
                      <a:gd name="connsiteX5" fmla="*/ 59884 w 107120"/>
                      <a:gd name="connsiteY5" fmla="*/ 152060 h 151947"/>
                      <a:gd name="connsiteX6" fmla="*/ 107393 w 107120"/>
                      <a:gd name="connsiteY6" fmla="*/ 152060 h 151947"/>
                      <a:gd name="connsiteX7" fmla="*/ 107393 w 107120"/>
                      <a:gd name="connsiteY7" fmla="*/ 148722 h 151947"/>
                      <a:gd name="connsiteX8" fmla="*/ 93947 w 107120"/>
                      <a:gd name="connsiteY8" fmla="*/ 129368 h 151947"/>
                      <a:gd name="connsiteX9" fmla="*/ 93947 w 107120"/>
                      <a:gd name="connsiteY9" fmla="*/ 85096 h 151947"/>
                      <a:gd name="connsiteX10" fmla="*/ 66383 w 107120"/>
                      <a:gd name="connsiteY10" fmla="*/ 49723 h 151947"/>
                      <a:gd name="connsiteX11" fmla="*/ 33440 w 107120"/>
                      <a:gd name="connsiteY11" fmla="*/ 68411 h 151947"/>
                      <a:gd name="connsiteX12" fmla="*/ 33440 w 107120"/>
                      <a:gd name="connsiteY12" fmla="*/ 780 h 151947"/>
                      <a:gd name="connsiteX13" fmla="*/ 32319 w 107120"/>
                      <a:gd name="connsiteY13" fmla="*/ 112 h 151947"/>
                      <a:gd name="connsiteX14" fmla="*/ 6548 w 107120"/>
                      <a:gd name="connsiteY14" fmla="*/ 8121 h 151947"/>
                      <a:gd name="connsiteX15" fmla="*/ 497 w 107120"/>
                      <a:gd name="connsiteY15" fmla="*/ 9901 h 151947"/>
                      <a:gd name="connsiteX16" fmla="*/ 497 w 107120"/>
                      <a:gd name="connsiteY16" fmla="*/ 13460 h 151947"/>
                      <a:gd name="connsiteX17" fmla="*/ 3186 w 107120"/>
                      <a:gd name="connsiteY17" fmla="*/ 13238 h 151947"/>
                      <a:gd name="connsiteX18" fmla="*/ 14615 w 107120"/>
                      <a:gd name="connsiteY18" fmla="*/ 24584 h 151947"/>
                      <a:gd name="connsiteX19" fmla="*/ 14615 w 107120"/>
                      <a:gd name="connsiteY19" fmla="*/ 129368 h 151947"/>
                      <a:gd name="connsiteX20" fmla="*/ 273 w 107120"/>
                      <a:gd name="connsiteY20" fmla="*/ 148722 h 151947"/>
                      <a:gd name="connsiteX21" fmla="*/ 273 w 107120"/>
                      <a:gd name="connsiteY21" fmla="*/ 152060 h 151947"/>
                      <a:gd name="connsiteX22" fmla="*/ 48679 w 107120"/>
                      <a:gd name="connsiteY22" fmla="*/ 152060 h 151947"/>
                      <a:gd name="connsiteX23" fmla="*/ 48679 w 107120"/>
                      <a:gd name="connsiteY23" fmla="*/ 148722 h 151947"/>
                      <a:gd name="connsiteX24" fmla="*/ 33440 w 107120"/>
                      <a:gd name="connsiteY24" fmla="*/ 129368 h 151947"/>
                      <a:gd name="connsiteX25" fmla="*/ 33440 w 107120"/>
                      <a:gd name="connsiteY25" fmla="*/ 75752 h 1519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107120" h="151947">
                        <a:moveTo>
                          <a:pt x="33440" y="75752"/>
                        </a:moveTo>
                        <a:cubicBezTo>
                          <a:pt x="42852" y="65518"/>
                          <a:pt x="49575" y="61736"/>
                          <a:pt x="58315" y="61736"/>
                        </a:cubicBezTo>
                        <a:cubicBezTo>
                          <a:pt x="69520" y="61736"/>
                          <a:pt x="75123" y="69745"/>
                          <a:pt x="75123" y="85318"/>
                        </a:cubicBezTo>
                        <a:lnTo>
                          <a:pt x="75123" y="129368"/>
                        </a:lnTo>
                        <a:cubicBezTo>
                          <a:pt x="75123" y="144496"/>
                          <a:pt x="72882" y="147388"/>
                          <a:pt x="59884" y="148722"/>
                        </a:cubicBezTo>
                        <a:lnTo>
                          <a:pt x="59884" y="152060"/>
                        </a:lnTo>
                        <a:lnTo>
                          <a:pt x="107393" y="152060"/>
                        </a:lnTo>
                        <a:lnTo>
                          <a:pt x="107393" y="148722"/>
                        </a:lnTo>
                        <a:cubicBezTo>
                          <a:pt x="95292" y="146498"/>
                          <a:pt x="93947" y="144718"/>
                          <a:pt x="93947" y="129368"/>
                        </a:cubicBezTo>
                        <a:lnTo>
                          <a:pt x="93947" y="85096"/>
                        </a:lnTo>
                        <a:cubicBezTo>
                          <a:pt x="93947" y="61736"/>
                          <a:pt x="84535" y="49723"/>
                          <a:pt x="66383" y="49723"/>
                        </a:cubicBezTo>
                        <a:cubicBezTo>
                          <a:pt x="53161" y="49723"/>
                          <a:pt x="43748" y="55062"/>
                          <a:pt x="33440" y="68411"/>
                        </a:cubicBezTo>
                        <a:lnTo>
                          <a:pt x="33440" y="780"/>
                        </a:lnTo>
                        <a:lnTo>
                          <a:pt x="32319" y="112"/>
                        </a:lnTo>
                        <a:cubicBezTo>
                          <a:pt x="24700" y="2782"/>
                          <a:pt x="19097" y="4562"/>
                          <a:pt x="6548" y="8121"/>
                        </a:cubicBezTo>
                        <a:lnTo>
                          <a:pt x="497" y="9901"/>
                        </a:lnTo>
                        <a:lnTo>
                          <a:pt x="497" y="13460"/>
                        </a:lnTo>
                        <a:cubicBezTo>
                          <a:pt x="1393" y="13238"/>
                          <a:pt x="2066" y="13238"/>
                          <a:pt x="3186" y="13238"/>
                        </a:cubicBezTo>
                        <a:cubicBezTo>
                          <a:pt x="12822" y="13238"/>
                          <a:pt x="14615" y="15018"/>
                          <a:pt x="14615" y="24584"/>
                        </a:cubicBezTo>
                        <a:lnTo>
                          <a:pt x="14615" y="129368"/>
                        </a:lnTo>
                        <a:cubicBezTo>
                          <a:pt x="14615" y="144940"/>
                          <a:pt x="13271" y="146943"/>
                          <a:pt x="273" y="148722"/>
                        </a:cubicBezTo>
                        <a:lnTo>
                          <a:pt x="273" y="152060"/>
                        </a:lnTo>
                        <a:lnTo>
                          <a:pt x="48679" y="152060"/>
                        </a:lnTo>
                        <a:lnTo>
                          <a:pt x="48679" y="148722"/>
                        </a:lnTo>
                        <a:cubicBezTo>
                          <a:pt x="35681" y="147388"/>
                          <a:pt x="33440" y="144718"/>
                          <a:pt x="33440" y="129368"/>
                        </a:cubicBezTo>
                        <a:lnTo>
                          <a:pt x="33440" y="7575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28" name="Freeform: Shape 1127">
                    <a:extLst>
                      <a:ext uri="{FF2B5EF4-FFF2-40B4-BE49-F238E27FC236}">
                        <a16:creationId xmlns:a16="http://schemas.microsoft.com/office/drawing/2014/main" id="{951D06F1-0232-8885-3A1A-9C33F9512C57}"/>
                      </a:ext>
                    </a:extLst>
                  </p:cNvPr>
                  <p:cNvSpPr/>
                  <p:nvPr>
                    <p:custDataLst>
                      <p:tags r:id="rId148"/>
                    </p:custDataLst>
                  </p:nvPr>
                </p:nvSpPr>
                <p:spPr>
                  <a:xfrm>
                    <a:off x="10979938" y="8156970"/>
                    <a:ext cx="59610" cy="131035"/>
                  </a:xfrm>
                  <a:custGeom>
                    <a:avLst/>
                    <a:gdLst>
                      <a:gd name="connsiteX0" fmla="*/ 54509 w 59610"/>
                      <a:gd name="connsiteY0" fmla="*/ 28811 h 131035"/>
                      <a:gd name="connsiteX1" fmla="*/ 31875 w 59610"/>
                      <a:gd name="connsiteY1" fmla="*/ 28811 h 131035"/>
                      <a:gd name="connsiteX2" fmla="*/ 31875 w 59610"/>
                      <a:gd name="connsiteY2" fmla="*/ 3004 h 131035"/>
                      <a:gd name="connsiteX3" fmla="*/ 30306 w 59610"/>
                      <a:gd name="connsiteY3" fmla="*/ 112 h 131035"/>
                      <a:gd name="connsiteX4" fmla="*/ 25824 w 59610"/>
                      <a:gd name="connsiteY4" fmla="*/ 6341 h 131035"/>
                      <a:gd name="connsiteX5" fmla="*/ 4086 w 59610"/>
                      <a:gd name="connsiteY5" fmla="*/ 30146 h 131035"/>
                      <a:gd name="connsiteX6" fmla="*/ 277 w 59610"/>
                      <a:gd name="connsiteY6" fmla="*/ 34373 h 131035"/>
                      <a:gd name="connsiteX7" fmla="*/ 1173 w 59610"/>
                      <a:gd name="connsiteY7" fmla="*/ 35930 h 131035"/>
                      <a:gd name="connsiteX8" fmla="*/ 13050 w 59610"/>
                      <a:gd name="connsiteY8" fmla="*/ 35930 h 131035"/>
                      <a:gd name="connsiteX9" fmla="*/ 13050 w 59610"/>
                      <a:gd name="connsiteY9" fmla="*/ 102894 h 131035"/>
                      <a:gd name="connsiteX10" fmla="*/ 32995 w 59610"/>
                      <a:gd name="connsiteY10" fmla="*/ 131147 h 131035"/>
                      <a:gd name="connsiteX11" fmla="*/ 59887 w 59610"/>
                      <a:gd name="connsiteY11" fmla="*/ 114240 h 131035"/>
                      <a:gd name="connsiteX12" fmla="*/ 56974 w 59610"/>
                      <a:gd name="connsiteY12" fmla="*/ 111792 h 131035"/>
                      <a:gd name="connsiteX13" fmla="*/ 43528 w 59610"/>
                      <a:gd name="connsiteY13" fmla="*/ 119579 h 131035"/>
                      <a:gd name="connsiteX14" fmla="*/ 31875 w 59610"/>
                      <a:gd name="connsiteY14" fmla="*/ 99556 h 131035"/>
                      <a:gd name="connsiteX15" fmla="*/ 31875 w 59610"/>
                      <a:gd name="connsiteY15" fmla="*/ 35930 h 131035"/>
                      <a:gd name="connsiteX16" fmla="*/ 54509 w 59610"/>
                      <a:gd name="connsiteY16" fmla="*/ 35930 h 131035"/>
                      <a:gd name="connsiteX17" fmla="*/ 54509 w 59610"/>
                      <a:gd name="connsiteY17" fmla="*/ 28811 h 1310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9610" h="131035">
                        <a:moveTo>
                          <a:pt x="54509" y="28811"/>
                        </a:moveTo>
                        <a:lnTo>
                          <a:pt x="31875" y="28811"/>
                        </a:lnTo>
                        <a:lnTo>
                          <a:pt x="31875" y="3004"/>
                        </a:lnTo>
                        <a:cubicBezTo>
                          <a:pt x="31875" y="780"/>
                          <a:pt x="31651" y="112"/>
                          <a:pt x="30306" y="112"/>
                        </a:cubicBezTo>
                        <a:cubicBezTo>
                          <a:pt x="28737" y="2114"/>
                          <a:pt x="27393" y="4117"/>
                          <a:pt x="25824" y="6341"/>
                        </a:cubicBezTo>
                        <a:cubicBezTo>
                          <a:pt x="17308" y="18577"/>
                          <a:pt x="7672" y="29256"/>
                          <a:pt x="4086" y="30146"/>
                        </a:cubicBezTo>
                        <a:cubicBezTo>
                          <a:pt x="1621" y="31703"/>
                          <a:pt x="277" y="33260"/>
                          <a:pt x="277" y="34373"/>
                        </a:cubicBezTo>
                        <a:cubicBezTo>
                          <a:pt x="277" y="35040"/>
                          <a:pt x="501" y="35485"/>
                          <a:pt x="1173" y="35930"/>
                        </a:cubicBezTo>
                        <a:lnTo>
                          <a:pt x="13050" y="35930"/>
                        </a:lnTo>
                        <a:lnTo>
                          <a:pt x="13050" y="102894"/>
                        </a:lnTo>
                        <a:cubicBezTo>
                          <a:pt x="13050" y="121581"/>
                          <a:pt x="19773" y="131147"/>
                          <a:pt x="32995" y="131147"/>
                        </a:cubicBezTo>
                        <a:cubicBezTo>
                          <a:pt x="43976" y="131147"/>
                          <a:pt x="52492" y="125808"/>
                          <a:pt x="59887" y="114240"/>
                        </a:cubicBezTo>
                        <a:lnTo>
                          <a:pt x="56974" y="111792"/>
                        </a:lnTo>
                        <a:cubicBezTo>
                          <a:pt x="52268" y="117354"/>
                          <a:pt x="48458" y="119579"/>
                          <a:pt x="43528" y="119579"/>
                        </a:cubicBezTo>
                        <a:cubicBezTo>
                          <a:pt x="35236" y="119579"/>
                          <a:pt x="31875" y="113572"/>
                          <a:pt x="31875" y="99556"/>
                        </a:cubicBezTo>
                        <a:lnTo>
                          <a:pt x="31875" y="35930"/>
                        </a:lnTo>
                        <a:lnTo>
                          <a:pt x="54509" y="35930"/>
                        </a:lnTo>
                        <a:lnTo>
                          <a:pt x="54509" y="2881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41222" cap="flat">
                    <a:noFill/>
                    <a:prstDash val="solid"/>
                    <a:miter/>
                  </a:ln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08" name="Graphic 1206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&#10;\end{align*}&#10;}&#10;\end{document}" title="IguanaTex Shape Display">
                  <a:extLst>
                    <a:ext uri="{FF2B5EF4-FFF2-40B4-BE49-F238E27FC236}">
                      <a16:creationId xmlns:a16="http://schemas.microsoft.com/office/drawing/2014/main" id="{794D443A-8FAF-C507-5552-F2B33EE39004}"/>
                    </a:ext>
                  </a:extLst>
                </p:cNvPr>
                <p:cNvSpPr>
                  <a:spLocks noChangeAspect="1"/>
                </p:cNvSpPr>
                <p:nvPr>
                  <p:custDataLst>
                    <p:tags r:id="rId60"/>
                  </p:custDataLst>
                </p:nvPr>
              </p:nvSpPr>
              <p:spPr>
                <a:xfrm>
                  <a:off x="1619852" y="5252027"/>
                  <a:ext cx="261927" cy="187188"/>
                </a:xfrm>
                <a:custGeom>
                  <a:avLst/>
                  <a:gdLst>
                    <a:gd name="connsiteX0" fmla="*/ 198149 w 261927"/>
                    <a:gd name="connsiteY0" fmla="*/ 67473 h 187188"/>
                    <a:gd name="connsiteX1" fmla="*/ 235315 w 261927"/>
                    <a:gd name="connsiteY1" fmla="*/ 93679 h 187188"/>
                    <a:gd name="connsiteX2" fmla="*/ 198149 w 261927"/>
                    <a:gd name="connsiteY2" fmla="*/ 119885 h 187188"/>
                    <a:gd name="connsiteX3" fmla="*/ 10847 w 261927"/>
                    <a:gd name="connsiteY3" fmla="*/ 119885 h 187188"/>
                    <a:gd name="connsiteX4" fmla="*/ 229 w 261927"/>
                    <a:gd name="connsiteY4" fmla="*/ 126692 h 187188"/>
                    <a:gd name="connsiteX5" fmla="*/ 10552 w 261927"/>
                    <a:gd name="connsiteY5" fmla="*/ 133499 h 187188"/>
                    <a:gd name="connsiteX6" fmla="*/ 184876 w 261927"/>
                    <a:gd name="connsiteY6" fmla="*/ 133499 h 187188"/>
                    <a:gd name="connsiteX7" fmla="*/ 155380 w 261927"/>
                    <a:gd name="connsiteY7" fmla="*/ 183529 h 187188"/>
                    <a:gd name="connsiteX8" fmla="*/ 160984 w 261927"/>
                    <a:gd name="connsiteY8" fmla="*/ 187273 h 187188"/>
                    <a:gd name="connsiteX9" fmla="*/ 166588 w 261927"/>
                    <a:gd name="connsiteY9" fmla="*/ 184550 h 187188"/>
                    <a:gd name="connsiteX10" fmla="*/ 200214 w 261927"/>
                    <a:gd name="connsiteY10" fmla="*/ 133839 h 187188"/>
                    <a:gd name="connsiteX11" fmla="*/ 255667 w 261927"/>
                    <a:gd name="connsiteY11" fmla="*/ 98784 h 187188"/>
                    <a:gd name="connsiteX12" fmla="*/ 261566 w 261927"/>
                    <a:gd name="connsiteY12" fmla="*/ 95721 h 187188"/>
                    <a:gd name="connsiteX13" fmla="*/ 262156 w 261927"/>
                    <a:gd name="connsiteY13" fmla="*/ 93679 h 187188"/>
                    <a:gd name="connsiteX14" fmla="*/ 261861 w 261927"/>
                    <a:gd name="connsiteY14" fmla="*/ 91637 h 187188"/>
                    <a:gd name="connsiteX15" fmla="*/ 260976 w 261927"/>
                    <a:gd name="connsiteY15" fmla="*/ 90956 h 187188"/>
                    <a:gd name="connsiteX16" fmla="*/ 254487 w 261927"/>
                    <a:gd name="connsiteY16" fmla="*/ 88233 h 187188"/>
                    <a:gd name="connsiteX17" fmla="*/ 168653 w 261927"/>
                    <a:gd name="connsiteY17" fmla="*/ 7232 h 187188"/>
                    <a:gd name="connsiteX18" fmla="*/ 160984 w 261927"/>
                    <a:gd name="connsiteY18" fmla="*/ 85 h 187188"/>
                    <a:gd name="connsiteX19" fmla="*/ 155380 w 261927"/>
                    <a:gd name="connsiteY19" fmla="*/ 3828 h 187188"/>
                    <a:gd name="connsiteX20" fmla="*/ 184876 w 261927"/>
                    <a:gd name="connsiteY20" fmla="*/ 53859 h 187188"/>
                    <a:gd name="connsiteX21" fmla="*/ 10552 w 261927"/>
                    <a:gd name="connsiteY21" fmla="*/ 53859 h 187188"/>
                    <a:gd name="connsiteX22" fmla="*/ 229 w 261927"/>
                    <a:gd name="connsiteY22" fmla="*/ 60666 h 187188"/>
                    <a:gd name="connsiteX23" fmla="*/ 10847 w 261927"/>
                    <a:gd name="connsiteY23" fmla="*/ 67473 h 187188"/>
                    <a:gd name="connsiteX24" fmla="*/ 198149 w 261927"/>
                    <a:gd name="connsiteY24" fmla="*/ 67473 h 187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61927" h="187188">
                      <a:moveTo>
                        <a:pt x="198149" y="67473"/>
                      </a:moveTo>
                      <a:cubicBezTo>
                        <a:pt x="210538" y="79725"/>
                        <a:pt x="225581" y="88574"/>
                        <a:pt x="235315" y="93679"/>
                      </a:cubicBezTo>
                      <a:cubicBezTo>
                        <a:pt x="224696" y="99124"/>
                        <a:pt x="210243" y="107973"/>
                        <a:pt x="198149" y="119885"/>
                      </a:cubicBezTo>
                      <a:lnTo>
                        <a:pt x="10847" y="119885"/>
                      </a:lnTo>
                      <a:cubicBezTo>
                        <a:pt x="5833" y="119885"/>
                        <a:pt x="229" y="119885"/>
                        <a:pt x="229" y="126692"/>
                      </a:cubicBezTo>
                      <a:cubicBezTo>
                        <a:pt x="229" y="133499"/>
                        <a:pt x="5538" y="133499"/>
                        <a:pt x="10552" y="133499"/>
                      </a:cubicBezTo>
                      <a:lnTo>
                        <a:pt x="184876" y="133499"/>
                      </a:lnTo>
                      <a:cubicBezTo>
                        <a:pt x="170718" y="149155"/>
                        <a:pt x="155380" y="179105"/>
                        <a:pt x="155380" y="183529"/>
                      </a:cubicBezTo>
                      <a:cubicBezTo>
                        <a:pt x="155380" y="187273"/>
                        <a:pt x="159214" y="187273"/>
                        <a:pt x="160984" y="187273"/>
                      </a:cubicBezTo>
                      <a:cubicBezTo>
                        <a:pt x="163344" y="187273"/>
                        <a:pt x="165408" y="187273"/>
                        <a:pt x="166588" y="184550"/>
                      </a:cubicBezTo>
                      <a:cubicBezTo>
                        <a:pt x="172782" y="171617"/>
                        <a:pt x="181041" y="153579"/>
                        <a:pt x="200214" y="133839"/>
                      </a:cubicBezTo>
                      <a:cubicBezTo>
                        <a:pt x="220566" y="113078"/>
                        <a:pt x="240329" y="103889"/>
                        <a:pt x="255667" y="98784"/>
                      </a:cubicBezTo>
                      <a:cubicBezTo>
                        <a:pt x="260682" y="96742"/>
                        <a:pt x="260976" y="96402"/>
                        <a:pt x="261566" y="95721"/>
                      </a:cubicBezTo>
                      <a:cubicBezTo>
                        <a:pt x="262156" y="95381"/>
                        <a:pt x="262156" y="94360"/>
                        <a:pt x="262156" y="93679"/>
                      </a:cubicBezTo>
                      <a:cubicBezTo>
                        <a:pt x="262156" y="92998"/>
                        <a:pt x="262156" y="92318"/>
                        <a:pt x="261861" y="91637"/>
                      </a:cubicBezTo>
                      <a:lnTo>
                        <a:pt x="260976" y="90956"/>
                      </a:lnTo>
                      <a:cubicBezTo>
                        <a:pt x="260387" y="90616"/>
                        <a:pt x="260092" y="90275"/>
                        <a:pt x="254487" y="88233"/>
                      </a:cubicBezTo>
                      <a:cubicBezTo>
                        <a:pt x="214667" y="74620"/>
                        <a:pt x="185171" y="43649"/>
                        <a:pt x="168653" y="7232"/>
                      </a:cubicBezTo>
                      <a:cubicBezTo>
                        <a:pt x="165408" y="425"/>
                        <a:pt x="165113" y="85"/>
                        <a:pt x="160984" y="85"/>
                      </a:cubicBezTo>
                      <a:cubicBezTo>
                        <a:pt x="159214" y="85"/>
                        <a:pt x="155380" y="85"/>
                        <a:pt x="155380" y="3828"/>
                      </a:cubicBezTo>
                      <a:cubicBezTo>
                        <a:pt x="155380" y="8253"/>
                        <a:pt x="170423" y="37863"/>
                        <a:pt x="184876" y="53859"/>
                      </a:cubicBezTo>
                      <a:lnTo>
                        <a:pt x="10552" y="53859"/>
                      </a:lnTo>
                      <a:cubicBezTo>
                        <a:pt x="5538" y="53859"/>
                        <a:pt x="229" y="53859"/>
                        <a:pt x="229" y="60666"/>
                      </a:cubicBezTo>
                      <a:cubicBezTo>
                        <a:pt x="229" y="67472"/>
                        <a:pt x="5833" y="67473"/>
                        <a:pt x="10847" y="67473"/>
                      </a:cubicBezTo>
                      <a:lnTo>
                        <a:pt x="198149" y="6747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952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233" name="Group 123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Simpson's 1/3$^{rd}$ rule}&#10;\end{align*}&#10;}&#10;\end{document}" title="IguanaTex Shape Display">
              <a:extLst>
                <a:ext uri="{FF2B5EF4-FFF2-40B4-BE49-F238E27FC236}">
                  <a16:creationId xmlns:a16="http://schemas.microsoft.com/office/drawing/2014/main" id="{2996F76A-13C1-C3BE-F5ED-74946518000A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256361" y="6114590"/>
              <a:ext cx="2465910" cy="348063"/>
              <a:chOff x="8403679" y="4895145"/>
              <a:chExt cx="2465910" cy="348063"/>
            </a:xfrm>
          </p:grpSpPr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F75FB33B-176F-36AC-B53B-4DA37C47FAD2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8403679" y="4973410"/>
                <a:ext cx="148087" cy="211940"/>
              </a:xfrm>
              <a:custGeom>
                <a:avLst/>
                <a:gdLst>
                  <a:gd name="connsiteX0" fmla="*/ 136216 w 148087"/>
                  <a:gd name="connsiteY0" fmla="*/ 61656 h 211940"/>
                  <a:gd name="connsiteX1" fmla="*/ 148281 w 148087"/>
                  <a:gd name="connsiteY1" fmla="*/ 85 h 211940"/>
                  <a:gd name="connsiteX2" fmla="*/ 141344 w 148087"/>
                  <a:gd name="connsiteY2" fmla="*/ 85 h 211940"/>
                  <a:gd name="connsiteX3" fmla="*/ 127772 w 148087"/>
                  <a:gd name="connsiteY3" fmla="*/ 8129 h 211940"/>
                  <a:gd name="connsiteX4" fmla="*/ 113898 w 148087"/>
                  <a:gd name="connsiteY4" fmla="*/ 4726 h 211940"/>
                  <a:gd name="connsiteX5" fmla="*/ 88261 w 148087"/>
                  <a:gd name="connsiteY5" fmla="*/ 394 h 211940"/>
                  <a:gd name="connsiteX6" fmla="*/ 34576 w 148087"/>
                  <a:gd name="connsiteY6" fmla="*/ 52064 h 211940"/>
                  <a:gd name="connsiteX7" fmla="*/ 57196 w 148087"/>
                  <a:gd name="connsiteY7" fmla="*/ 97546 h 211940"/>
                  <a:gd name="connsiteX8" fmla="*/ 68959 w 148087"/>
                  <a:gd name="connsiteY8" fmla="*/ 110541 h 211940"/>
                  <a:gd name="connsiteX9" fmla="*/ 80721 w 148087"/>
                  <a:gd name="connsiteY9" fmla="*/ 123536 h 211940"/>
                  <a:gd name="connsiteX10" fmla="*/ 98817 w 148087"/>
                  <a:gd name="connsiteY10" fmla="*/ 160046 h 211940"/>
                  <a:gd name="connsiteX11" fmla="*/ 59910 w 148087"/>
                  <a:gd name="connsiteY11" fmla="*/ 201196 h 211940"/>
                  <a:gd name="connsiteX12" fmla="*/ 15876 w 148087"/>
                  <a:gd name="connsiteY12" fmla="*/ 149835 h 211940"/>
                  <a:gd name="connsiteX13" fmla="*/ 16479 w 148087"/>
                  <a:gd name="connsiteY13" fmla="*/ 142719 h 211940"/>
                  <a:gd name="connsiteX14" fmla="*/ 10447 w 148087"/>
                  <a:gd name="connsiteY14" fmla="*/ 142100 h 211940"/>
                  <a:gd name="connsiteX15" fmla="*/ 193 w 148087"/>
                  <a:gd name="connsiteY15" fmla="*/ 211097 h 211940"/>
                  <a:gd name="connsiteX16" fmla="*/ 5622 w 148087"/>
                  <a:gd name="connsiteY16" fmla="*/ 211097 h 211940"/>
                  <a:gd name="connsiteX17" fmla="*/ 17083 w 148087"/>
                  <a:gd name="connsiteY17" fmla="*/ 200887 h 211940"/>
                  <a:gd name="connsiteX18" fmla="*/ 32766 w 148087"/>
                  <a:gd name="connsiteY18" fmla="*/ 204909 h 211940"/>
                  <a:gd name="connsiteX19" fmla="*/ 64133 w 148087"/>
                  <a:gd name="connsiteY19" fmla="*/ 212025 h 211940"/>
                  <a:gd name="connsiteX20" fmla="*/ 125057 w 148087"/>
                  <a:gd name="connsiteY20" fmla="*/ 150145 h 211940"/>
                  <a:gd name="connsiteX21" fmla="*/ 90976 w 148087"/>
                  <a:gd name="connsiteY21" fmla="*/ 89811 h 211940"/>
                  <a:gd name="connsiteX22" fmla="*/ 61117 w 148087"/>
                  <a:gd name="connsiteY22" fmla="*/ 42163 h 211940"/>
                  <a:gd name="connsiteX23" fmla="*/ 94293 w 148087"/>
                  <a:gd name="connsiteY23" fmla="*/ 10604 h 211940"/>
                  <a:gd name="connsiteX24" fmla="*/ 121136 w 148087"/>
                  <a:gd name="connsiteY24" fmla="*/ 22052 h 211940"/>
                  <a:gd name="connsiteX25" fmla="*/ 130788 w 148087"/>
                  <a:gd name="connsiteY25" fmla="*/ 60728 h 211940"/>
                  <a:gd name="connsiteX26" fmla="*/ 136216 w 148087"/>
                  <a:gd name="connsiteY26" fmla="*/ 61656 h 211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48087" h="211940">
                    <a:moveTo>
                      <a:pt x="136216" y="61656"/>
                    </a:moveTo>
                    <a:lnTo>
                      <a:pt x="148281" y="85"/>
                    </a:lnTo>
                    <a:lnTo>
                      <a:pt x="141344" y="85"/>
                    </a:lnTo>
                    <a:cubicBezTo>
                      <a:pt x="137121" y="6582"/>
                      <a:pt x="134407" y="8129"/>
                      <a:pt x="127772" y="8129"/>
                    </a:cubicBezTo>
                    <a:cubicBezTo>
                      <a:pt x="124152" y="8129"/>
                      <a:pt x="120835" y="7201"/>
                      <a:pt x="113898" y="4726"/>
                    </a:cubicBezTo>
                    <a:cubicBezTo>
                      <a:pt x="107262" y="1941"/>
                      <a:pt x="97611" y="394"/>
                      <a:pt x="88261" y="394"/>
                    </a:cubicBezTo>
                    <a:cubicBezTo>
                      <a:pt x="56894" y="394"/>
                      <a:pt x="34576" y="21743"/>
                      <a:pt x="34576" y="52064"/>
                    </a:cubicBezTo>
                    <a:cubicBezTo>
                      <a:pt x="34576" y="68772"/>
                      <a:pt x="39100" y="77745"/>
                      <a:pt x="57196" y="97546"/>
                    </a:cubicBezTo>
                    <a:cubicBezTo>
                      <a:pt x="59910" y="100331"/>
                      <a:pt x="63831" y="104663"/>
                      <a:pt x="68959" y="110541"/>
                    </a:cubicBezTo>
                    <a:cubicBezTo>
                      <a:pt x="74387" y="116420"/>
                      <a:pt x="78610" y="121061"/>
                      <a:pt x="80721" y="123536"/>
                    </a:cubicBezTo>
                    <a:cubicBezTo>
                      <a:pt x="94897" y="138697"/>
                      <a:pt x="98817" y="146741"/>
                      <a:pt x="98817" y="160046"/>
                    </a:cubicBezTo>
                    <a:cubicBezTo>
                      <a:pt x="98817" y="183251"/>
                      <a:pt x="81928" y="201196"/>
                      <a:pt x="59910" y="201196"/>
                    </a:cubicBezTo>
                    <a:cubicBezTo>
                      <a:pt x="34877" y="201196"/>
                      <a:pt x="15876" y="179229"/>
                      <a:pt x="15876" y="149835"/>
                    </a:cubicBezTo>
                    <a:cubicBezTo>
                      <a:pt x="15876" y="147360"/>
                      <a:pt x="16178" y="144885"/>
                      <a:pt x="16479" y="142719"/>
                    </a:cubicBezTo>
                    <a:lnTo>
                      <a:pt x="10447" y="142100"/>
                    </a:lnTo>
                    <a:lnTo>
                      <a:pt x="193" y="211097"/>
                    </a:lnTo>
                    <a:lnTo>
                      <a:pt x="5622" y="211097"/>
                    </a:lnTo>
                    <a:cubicBezTo>
                      <a:pt x="7733" y="203981"/>
                      <a:pt x="11051" y="200887"/>
                      <a:pt x="17083" y="200887"/>
                    </a:cubicBezTo>
                    <a:cubicBezTo>
                      <a:pt x="20400" y="200887"/>
                      <a:pt x="24924" y="202124"/>
                      <a:pt x="32766" y="204909"/>
                    </a:cubicBezTo>
                    <a:cubicBezTo>
                      <a:pt x="46640" y="210169"/>
                      <a:pt x="54783" y="212025"/>
                      <a:pt x="64133" y="212025"/>
                    </a:cubicBezTo>
                    <a:cubicBezTo>
                      <a:pt x="98817" y="212025"/>
                      <a:pt x="125057" y="185107"/>
                      <a:pt x="125057" y="150145"/>
                    </a:cubicBezTo>
                    <a:cubicBezTo>
                      <a:pt x="125057" y="130034"/>
                      <a:pt x="118120" y="117967"/>
                      <a:pt x="90976" y="89811"/>
                    </a:cubicBezTo>
                    <a:cubicBezTo>
                      <a:pt x="63831" y="61656"/>
                      <a:pt x="61117" y="57324"/>
                      <a:pt x="61117" y="42163"/>
                    </a:cubicBezTo>
                    <a:cubicBezTo>
                      <a:pt x="61117" y="22671"/>
                      <a:pt x="73784" y="10604"/>
                      <a:pt x="94293" y="10604"/>
                    </a:cubicBezTo>
                    <a:cubicBezTo>
                      <a:pt x="105453" y="10604"/>
                      <a:pt x="114803" y="14627"/>
                      <a:pt x="121136" y="22052"/>
                    </a:cubicBezTo>
                    <a:cubicBezTo>
                      <a:pt x="127772" y="29787"/>
                      <a:pt x="130184" y="40307"/>
                      <a:pt x="130788" y="60728"/>
                    </a:cubicBezTo>
                    <a:lnTo>
                      <a:pt x="136216" y="61656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476888C4-05C0-46D1-1CFD-7BE47D29912E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8564698" y="4977432"/>
                <a:ext cx="64844" cy="205752"/>
              </a:xfrm>
              <a:custGeom>
                <a:avLst/>
                <a:gdLst>
                  <a:gd name="connsiteX0" fmla="*/ 52375 w 64844"/>
                  <a:gd name="connsiteY0" fmla="*/ 167162 h 205752"/>
                  <a:gd name="connsiteX1" fmla="*/ 40010 w 64844"/>
                  <a:gd name="connsiteY1" fmla="*/ 182942 h 205752"/>
                  <a:gd name="connsiteX2" fmla="*/ 27644 w 64844"/>
                  <a:gd name="connsiteY2" fmla="*/ 191295 h 205752"/>
                  <a:gd name="connsiteX3" fmla="*/ 22818 w 64844"/>
                  <a:gd name="connsiteY3" fmla="*/ 186654 h 205752"/>
                  <a:gd name="connsiteX4" fmla="*/ 25834 w 64844"/>
                  <a:gd name="connsiteY4" fmla="*/ 173041 h 205752"/>
                  <a:gd name="connsiteX5" fmla="*/ 27342 w 64844"/>
                  <a:gd name="connsiteY5" fmla="*/ 167471 h 205752"/>
                  <a:gd name="connsiteX6" fmla="*/ 27342 w 64844"/>
                  <a:gd name="connsiteY6" fmla="*/ 166853 h 205752"/>
                  <a:gd name="connsiteX7" fmla="*/ 27644 w 64844"/>
                  <a:gd name="connsiteY7" fmla="*/ 166234 h 205752"/>
                  <a:gd name="connsiteX8" fmla="*/ 54185 w 64844"/>
                  <a:gd name="connsiteY8" fmla="*/ 66606 h 205752"/>
                  <a:gd name="connsiteX9" fmla="*/ 53280 w 64844"/>
                  <a:gd name="connsiteY9" fmla="*/ 65987 h 205752"/>
                  <a:gd name="connsiteX10" fmla="*/ 5023 w 64844"/>
                  <a:gd name="connsiteY10" fmla="*/ 73722 h 205752"/>
                  <a:gd name="connsiteX11" fmla="*/ 5023 w 64844"/>
                  <a:gd name="connsiteY11" fmla="*/ 78673 h 205752"/>
                  <a:gd name="connsiteX12" fmla="*/ 24025 w 64844"/>
                  <a:gd name="connsiteY12" fmla="*/ 86099 h 205752"/>
                  <a:gd name="connsiteX13" fmla="*/ 21310 w 64844"/>
                  <a:gd name="connsiteY13" fmla="*/ 99712 h 205752"/>
                  <a:gd name="connsiteX14" fmla="*/ 6833 w 64844"/>
                  <a:gd name="connsiteY14" fmla="*/ 154476 h 205752"/>
                  <a:gd name="connsiteX15" fmla="*/ 198 w 64844"/>
                  <a:gd name="connsiteY15" fmla="*/ 188201 h 205752"/>
                  <a:gd name="connsiteX16" fmla="*/ 14072 w 64844"/>
                  <a:gd name="connsiteY16" fmla="*/ 205837 h 205752"/>
                  <a:gd name="connsiteX17" fmla="*/ 56296 w 64844"/>
                  <a:gd name="connsiteY17" fmla="*/ 170565 h 205752"/>
                  <a:gd name="connsiteX18" fmla="*/ 52375 w 64844"/>
                  <a:gd name="connsiteY18" fmla="*/ 167162 h 205752"/>
                  <a:gd name="connsiteX19" fmla="*/ 49963 w 64844"/>
                  <a:gd name="connsiteY19" fmla="*/ 85 h 205752"/>
                  <a:gd name="connsiteX20" fmla="*/ 35787 w 64844"/>
                  <a:gd name="connsiteY20" fmla="*/ 16483 h 205752"/>
                  <a:gd name="connsiteX21" fmla="*/ 50264 w 64844"/>
                  <a:gd name="connsiteY21" fmla="*/ 32881 h 205752"/>
                  <a:gd name="connsiteX22" fmla="*/ 65043 w 64844"/>
                  <a:gd name="connsiteY22" fmla="*/ 17102 h 205752"/>
                  <a:gd name="connsiteX23" fmla="*/ 49963 w 64844"/>
                  <a:gd name="connsiteY23" fmla="*/ 85 h 20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4844" h="205752">
                    <a:moveTo>
                      <a:pt x="52375" y="167162"/>
                    </a:moveTo>
                    <a:cubicBezTo>
                      <a:pt x="45137" y="177063"/>
                      <a:pt x="43026" y="179538"/>
                      <a:pt x="40010" y="182942"/>
                    </a:cubicBezTo>
                    <a:cubicBezTo>
                      <a:pt x="34882" y="188201"/>
                      <a:pt x="30358" y="191295"/>
                      <a:pt x="27644" y="191295"/>
                    </a:cubicBezTo>
                    <a:cubicBezTo>
                      <a:pt x="25231" y="191295"/>
                      <a:pt x="22818" y="188820"/>
                      <a:pt x="22818" y="186654"/>
                    </a:cubicBezTo>
                    <a:cubicBezTo>
                      <a:pt x="22818" y="183560"/>
                      <a:pt x="23723" y="178919"/>
                      <a:pt x="25834" y="173041"/>
                    </a:cubicBezTo>
                    <a:cubicBezTo>
                      <a:pt x="25834" y="172112"/>
                      <a:pt x="26739" y="169947"/>
                      <a:pt x="27342" y="167471"/>
                    </a:cubicBezTo>
                    <a:lnTo>
                      <a:pt x="27342" y="166853"/>
                    </a:lnTo>
                    <a:lnTo>
                      <a:pt x="27644" y="166234"/>
                    </a:lnTo>
                    <a:lnTo>
                      <a:pt x="54185" y="66606"/>
                    </a:lnTo>
                    <a:lnTo>
                      <a:pt x="53280" y="65987"/>
                    </a:lnTo>
                    <a:cubicBezTo>
                      <a:pt x="22818" y="71866"/>
                      <a:pt x="16786" y="72794"/>
                      <a:pt x="5023" y="73722"/>
                    </a:cubicBezTo>
                    <a:lnTo>
                      <a:pt x="5023" y="78673"/>
                    </a:lnTo>
                    <a:cubicBezTo>
                      <a:pt x="21008" y="78982"/>
                      <a:pt x="24025" y="79911"/>
                      <a:pt x="24025" y="86099"/>
                    </a:cubicBezTo>
                    <a:cubicBezTo>
                      <a:pt x="24025" y="88574"/>
                      <a:pt x="23120" y="93524"/>
                      <a:pt x="21310" y="99712"/>
                    </a:cubicBezTo>
                    <a:lnTo>
                      <a:pt x="6833" y="154476"/>
                    </a:lnTo>
                    <a:cubicBezTo>
                      <a:pt x="2007" y="172422"/>
                      <a:pt x="198" y="182013"/>
                      <a:pt x="198" y="188201"/>
                    </a:cubicBezTo>
                    <a:cubicBezTo>
                      <a:pt x="198" y="199649"/>
                      <a:pt x="5023" y="205837"/>
                      <a:pt x="14072" y="205837"/>
                    </a:cubicBezTo>
                    <a:cubicBezTo>
                      <a:pt x="27945" y="205837"/>
                      <a:pt x="39105" y="196555"/>
                      <a:pt x="56296" y="170565"/>
                    </a:cubicBezTo>
                    <a:lnTo>
                      <a:pt x="52375" y="167162"/>
                    </a:lnTo>
                    <a:close/>
                    <a:moveTo>
                      <a:pt x="49963" y="85"/>
                    </a:moveTo>
                    <a:cubicBezTo>
                      <a:pt x="41819" y="85"/>
                      <a:pt x="35787" y="7201"/>
                      <a:pt x="35787" y="16483"/>
                    </a:cubicBezTo>
                    <a:cubicBezTo>
                      <a:pt x="35787" y="26384"/>
                      <a:pt x="41518" y="32881"/>
                      <a:pt x="50264" y="32881"/>
                    </a:cubicBezTo>
                    <a:cubicBezTo>
                      <a:pt x="58106" y="32881"/>
                      <a:pt x="65043" y="25765"/>
                      <a:pt x="65043" y="17102"/>
                    </a:cubicBezTo>
                    <a:cubicBezTo>
                      <a:pt x="65043" y="8129"/>
                      <a:pt x="58106" y="85"/>
                      <a:pt x="49963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F70AF4-8FA0-C78A-0F75-0DBC16697124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8637696" y="5043335"/>
                <a:ext cx="208710" cy="139231"/>
              </a:xfrm>
              <a:custGeom>
                <a:avLst/>
                <a:gdLst>
                  <a:gd name="connsiteX0" fmla="*/ 204387 w 208710"/>
                  <a:gd name="connsiteY0" fmla="*/ 100331 h 139231"/>
                  <a:gd name="connsiteX1" fmla="*/ 198053 w 208710"/>
                  <a:gd name="connsiteY1" fmla="*/ 108376 h 139231"/>
                  <a:gd name="connsiteX2" fmla="*/ 178750 w 208710"/>
                  <a:gd name="connsiteY2" fmla="*/ 124774 h 139231"/>
                  <a:gd name="connsiteX3" fmla="*/ 174830 w 208710"/>
                  <a:gd name="connsiteY3" fmla="*/ 119823 h 139231"/>
                  <a:gd name="connsiteX4" fmla="*/ 177846 w 208710"/>
                  <a:gd name="connsiteY4" fmla="*/ 105900 h 139231"/>
                  <a:gd name="connsiteX5" fmla="*/ 198355 w 208710"/>
                  <a:gd name="connsiteY5" fmla="*/ 28240 h 139231"/>
                  <a:gd name="connsiteX6" fmla="*/ 199259 w 208710"/>
                  <a:gd name="connsiteY6" fmla="*/ 19577 h 139231"/>
                  <a:gd name="connsiteX7" fmla="*/ 181465 w 208710"/>
                  <a:gd name="connsiteY7" fmla="*/ 85 h 139231"/>
                  <a:gd name="connsiteX8" fmla="*/ 162464 w 208710"/>
                  <a:gd name="connsiteY8" fmla="*/ 6892 h 139231"/>
                  <a:gd name="connsiteX9" fmla="*/ 114509 w 208710"/>
                  <a:gd name="connsiteY9" fmla="*/ 65678 h 139231"/>
                  <a:gd name="connsiteX10" fmla="*/ 126573 w 208710"/>
                  <a:gd name="connsiteY10" fmla="*/ 18649 h 139231"/>
                  <a:gd name="connsiteX11" fmla="*/ 109381 w 208710"/>
                  <a:gd name="connsiteY11" fmla="*/ 85 h 139231"/>
                  <a:gd name="connsiteX12" fmla="*/ 42124 w 208710"/>
                  <a:gd name="connsiteY12" fmla="*/ 65369 h 139231"/>
                  <a:gd name="connsiteX13" fmla="*/ 59617 w 208710"/>
                  <a:gd name="connsiteY13" fmla="*/ 703 h 139231"/>
                  <a:gd name="connsiteX14" fmla="*/ 58712 w 208710"/>
                  <a:gd name="connsiteY14" fmla="*/ 85 h 139231"/>
                  <a:gd name="connsiteX15" fmla="*/ 10455 w 208710"/>
                  <a:gd name="connsiteY15" fmla="*/ 9676 h 139231"/>
                  <a:gd name="connsiteX16" fmla="*/ 10455 w 208710"/>
                  <a:gd name="connsiteY16" fmla="*/ 14627 h 139231"/>
                  <a:gd name="connsiteX17" fmla="*/ 17995 w 208710"/>
                  <a:gd name="connsiteY17" fmla="*/ 14627 h 139231"/>
                  <a:gd name="connsiteX18" fmla="*/ 29758 w 208710"/>
                  <a:gd name="connsiteY18" fmla="*/ 21433 h 139231"/>
                  <a:gd name="connsiteX19" fmla="*/ 11963 w 208710"/>
                  <a:gd name="connsiteY19" fmla="*/ 92287 h 139231"/>
                  <a:gd name="connsiteX20" fmla="*/ 201 w 208710"/>
                  <a:gd name="connsiteY20" fmla="*/ 136531 h 139231"/>
                  <a:gd name="connsiteX21" fmla="*/ 22821 w 208710"/>
                  <a:gd name="connsiteY21" fmla="*/ 136531 h 139231"/>
                  <a:gd name="connsiteX22" fmla="*/ 52077 w 208710"/>
                  <a:gd name="connsiteY22" fmla="*/ 59799 h 139231"/>
                  <a:gd name="connsiteX23" fmla="*/ 97317 w 208710"/>
                  <a:gd name="connsiteY23" fmla="*/ 16174 h 139231"/>
                  <a:gd name="connsiteX24" fmla="*/ 103349 w 208710"/>
                  <a:gd name="connsiteY24" fmla="*/ 23909 h 139231"/>
                  <a:gd name="connsiteX25" fmla="*/ 74697 w 208710"/>
                  <a:gd name="connsiteY25" fmla="*/ 136531 h 139231"/>
                  <a:gd name="connsiteX26" fmla="*/ 97317 w 208710"/>
                  <a:gd name="connsiteY26" fmla="*/ 136531 h 139231"/>
                  <a:gd name="connsiteX27" fmla="*/ 130795 w 208710"/>
                  <a:gd name="connsiteY27" fmla="*/ 50827 h 139231"/>
                  <a:gd name="connsiteX28" fmla="*/ 169401 w 208710"/>
                  <a:gd name="connsiteY28" fmla="*/ 16174 h 139231"/>
                  <a:gd name="connsiteX29" fmla="*/ 175433 w 208710"/>
                  <a:gd name="connsiteY29" fmla="*/ 22671 h 139231"/>
                  <a:gd name="connsiteX30" fmla="*/ 173322 w 208710"/>
                  <a:gd name="connsiteY30" fmla="*/ 33500 h 139231"/>
                  <a:gd name="connsiteX31" fmla="*/ 155828 w 208710"/>
                  <a:gd name="connsiteY31" fmla="*/ 104663 h 139231"/>
                  <a:gd name="connsiteX32" fmla="*/ 151908 w 208710"/>
                  <a:gd name="connsiteY32" fmla="*/ 125083 h 139231"/>
                  <a:gd name="connsiteX33" fmla="*/ 163972 w 208710"/>
                  <a:gd name="connsiteY33" fmla="*/ 139316 h 139231"/>
                  <a:gd name="connsiteX34" fmla="*/ 207403 w 208710"/>
                  <a:gd name="connsiteY34" fmla="*/ 106210 h 139231"/>
                  <a:gd name="connsiteX35" fmla="*/ 208911 w 208710"/>
                  <a:gd name="connsiteY35" fmla="*/ 104044 h 139231"/>
                  <a:gd name="connsiteX36" fmla="*/ 204387 w 208710"/>
                  <a:gd name="connsiteY36" fmla="*/ 100331 h 139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08710" h="139231">
                    <a:moveTo>
                      <a:pt x="204387" y="100331"/>
                    </a:moveTo>
                    <a:cubicBezTo>
                      <a:pt x="201371" y="104044"/>
                      <a:pt x="198958" y="107138"/>
                      <a:pt x="198053" y="108376"/>
                    </a:cubicBezTo>
                    <a:cubicBezTo>
                      <a:pt x="189608" y="119514"/>
                      <a:pt x="183274" y="124774"/>
                      <a:pt x="178750" y="124774"/>
                    </a:cubicBezTo>
                    <a:cubicBezTo>
                      <a:pt x="176338" y="124774"/>
                      <a:pt x="174830" y="122917"/>
                      <a:pt x="174830" y="119823"/>
                    </a:cubicBezTo>
                    <a:cubicBezTo>
                      <a:pt x="174830" y="118276"/>
                      <a:pt x="176036" y="113326"/>
                      <a:pt x="177846" y="105900"/>
                    </a:cubicBezTo>
                    <a:lnTo>
                      <a:pt x="198355" y="28240"/>
                    </a:lnTo>
                    <a:cubicBezTo>
                      <a:pt x="198656" y="27003"/>
                      <a:pt x="199259" y="21433"/>
                      <a:pt x="199259" y="19577"/>
                    </a:cubicBezTo>
                    <a:cubicBezTo>
                      <a:pt x="199259" y="8439"/>
                      <a:pt x="191719" y="85"/>
                      <a:pt x="181465" y="85"/>
                    </a:cubicBezTo>
                    <a:cubicBezTo>
                      <a:pt x="175734" y="85"/>
                      <a:pt x="169702" y="2251"/>
                      <a:pt x="162464" y="6892"/>
                    </a:cubicBezTo>
                    <a:cubicBezTo>
                      <a:pt x="147685" y="16792"/>
                      <a:pt x="135319" y="31644"/>
                      <a:pt x="114509" y="65678"/>
                    </a:cubicBezTo>
                    <a:cubicBezTo>
                      <a:pt x="122049" y="42163"/>
                      <a:pt x="126573" y="24527"/>
                      <a:pt x="126573" y="18649"/>
                    </a:cubicBezTo>
                    <a:cubicBezTo>
                      <a:pt x="126573" y="7820"/>
                      <a:pt x="119636" y="85"/>
                      <a:pt x="109381" y="85"/>
                    </a:cubicBezTo>
                    <a:cubicBezTo>
                      <a:pt x="90983" y="85"/>
                      <a:pt x="69871" y="20505"/>
                      <a:pt x="42124" y="65369"/>
                    </a:cubicBezTo>
                    <a:lnTo>
                      <a:pt x="59617" y="703"/>
                    </a:lnTo>
                    <a:lnTo>
                      <a:pt x="58712" y="85"/>
                    </a:lnTo>
                    <a:cubicBezTo>
                      <a:pt x="41822" y="3798"/>
                      <a:pt x="35488" y="5035"/>
                      <a:pt x="10455" y="9676"/>
                    </a:cubicBezTo>
                    <a:lnTo>
                      <a:pt x="10455" y="14627"/>
                    </a:lnTo>
                    <a:lnTo>
                      <a:pt x="17995" y="14627"/>
                    </a:lnTo>
                    <a:cubicBezTo>
                      <a:pt x="25837" y="14627"/>
                      <a:pt x="29758" y="16792"/>
                      <a:pt x="29758" y="21433"/>
                    </a:cubicBezTo>
                    <a:cubicBezTo>
                      <a:pt x="29758" y="24837"/>
                      <a:pt x="22821" y="52993"/>
                      <a:pt x="11963" y="92287"/>
                    </a:cubicBezTo>
                    <a:cubicBezTo>
                      <a:pt x="5026" y="117658"/>
                      <a:pt x="4121" y="120752"/>
                      <a:pt x="201" y="136531"/>
                    </a:cubicBezTo>
                    <a:lnTo>
                      <a:pt x="22821" y="136531"/>
                    </a:lnTo>
                    <a:cubicBezTo>
                      <a:pt x="37298" y="87336"/>
                      <a:pt x="41822" y="75888"/>
                      <a:pt x="52077" y="59799"/>
                    </a:cubicBezTo>
                    <a:cubicBezTo>
                      <a:pt x="68966" y="33500"/>
                      <a:pt x="87063" y="16174"/>
                      <a:pt x="97317" y="16174"/>
                    </a:cubicBezTo>
                    <a:cubicBezTo>
                      <a:pt x="101238" y="16174"/>
                      <a:pt x="103349" y="18958"/>
                      <a:pt x="103349" y="23909"/>
                    </a:cubicBezTo>
                    <a:cubicBezTo>
                      <a:pt x="103349" y="26693"/>
                      <a:pt x="93698" y="64131"/>
                      <a:pt x="74697" y="136531"/>
                    </a:cubicBezTo>
                    <a:lnTo>
                      <a:pt x="97317" y="136531"/>
                    </a:lnTo>
                    <a:cubicBezTo>
                      <a:pt x="109381" y="88264"/>
                      <a:pt x="115413" y="72794"/>
                      <a:pt x="130795" y="50827"/>
                    </a:cubicBezTo>
                    <a:cubicBezTo>
                      <a:pt x="145574" y="29787"/>
                      <a:pt x="160654" y="16174"/>
                      <a:pt x="169401" y="16174"/>
                    </a:cubicBezTo>
                    <a:cubicBezTo>
                      <a:pt x="172718" y="16174"/>
                      <a:pt x="175433" y="19268"/>
                      <a:pt x="175433" y="22671"/>
                    </a:cubicBezTo>
                    <a:cubicBezTo>
                      <a:pt x="175433" y="24218"/>
                      <a:pt x="174830" y="27931"/>
                      <a:pt x="173322" y="33500"/>
                    </a:cubicBezTo>
                    <a:lnTo>
                      <a:pt x="155828" y="104663"/>
                    </a:lnTo>
                    <a:cubicBezTo>
                      <a:pt x="153114" y="116111"/>
                      <a:pt x="151908" y="121989"/>
                      <a:pt x="151908" y="125083"/>
                    </a:cubicBezTo>
                    <a:cubicBezTo>
                      <a:pt x="151908" y="134365"/>
                      <a:pt x="156130" y="139316"/>
                      <a:pt x="163972" y="139316"/>
                    </a:cubicBezTo>
                    <a:cubicBezTo>
                      <a:pt x="178147" y="139316"/>
                      <a:pt x="191418" y="129105"/>
                      <a:pt x="207403" y="106210"/>
                    </a:cubicBezTo>
                    <a:lnTo>
                      <a:pt x="208911" y="104044"/>
                    </a:lnTo>
                    <a:lnTo>
                      <a:pt x="204387" y="100331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393CFC1C-2515-EC65-825E-F17205E28D1E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8830031" y="5043025"/>
                <a:ext cx="164072" cy="200183"/>
              </a:xfrm>
              <a:custGeom>
                <a:avLst/>
                <a:gdLst>
                  <a:gd name="connsiteX0" fmla="*/ 39718 w 164072"/>
                  <a:gd name="connsiteY0" fmla="*/ 11842 h 200183"/>
                  <a:gd name="connsiteX1" fmla="*/ 46655 w 164072"/>
                  <a:gd name="connsiteY1" fmla="*/ 11842 h 200183"/>
                  <a:gd name="connsiteX2" fmla="*/ 47560 w 164072"/>
                  <a:gd name="connsiteY2" fmla="*/ 11533 h 200183"/>
                  <a:gd name="connsiteX3" fmla="*/ 59322 w 164072"/>
                  <a:gd name="connsiteY3" fmla="*/ 20196 h 200183"/>
                  <a:gd name="connsiteX4" fmla="*/ 37908 w 164072"/>
                  <a:gd name="connsiteY4" fmla="*/ 107757 h 200183"/>
                  <a:gd name="connsiteX5" fmla="*/ 20415 w 164072"/>
                  <a:gd name="connsiteY5" fmla="*/ 177063 h 200183"/>
                  <a:gd name="connsiteX6" fmla="*/ 208 w 164072"/>
                  <a:gd name="connsiteY6" fmla="*/ 195318 h 200183"/>
                  <a:gd name="connsiteX7" fmla="*/ 208 w 164072"/>
                  <a:gd name="connsiteY7" fmla="*/ 200268 h 200183"/>
                  <a:gd name="connsiteX8" fmla="*/ 62037 w 164072"/>
                  <a:gd name="connsiteY8" fmla="*/ 200268 h 200183"/>
                  <a:gd name="connsiteX9" fmla="*/ 62037 w 164072"/>
                  <a:gd name="connsiteY9" fmla="*/ 195627 h 200183"/>
                  <a:gd name="connsiteX10" fmla="*/ 42734 w 164072"/>
                  <a:gd name="connsiteY10" fmla="*/ 186345 h 200183"/>
                  <a:gd name="connsiteX11" fmla="*/ 53893 w 164072"/>
                  <a:gd name="connsiteY11" fmla="*/ 134984 h 200183"/>
                  <a:gd name="connsiteX12" fmla="*/ 73799 w 164072"/>
                  <a:gd name="connsiteY12" fmla="*/ 140244 h 200183"/>
                  <a:gd name="connsiteX13" fmla="*/ 164281 w 164072"/>
                  <a:gd name="connsiteY13" fmla="*/ 39069 h 200183"/>
                  <a:gd name="connsiteX14" fmla="*/ 129596 w 164072"/>
                  <a:gd name="connsiteY14" fmla="*/ 394 h 200183"/>
                  <a:gd name="connsiteX15" fmla="*/ 78022 w 164072"/>
                  <a:gd name="connsiteY15" fmla="*/ 35357 h 200183"/>
                  <a:gd name="connsiteX16" fmla="*/ 86768 w 164072"/>
                  <a:gd name="connsiteY16" fmla="*/ 4416 h 200183"/>
                  <a:gd name="connsiteX17" fmla="*/ 87673 w 164072"/>
                  <a:gd name="connsiteY17" fmla="*/ 1632 h 200183"/>
                  <a:gd name="connsiteX18" fmla="*/ 87070 w 164072"/>
                  <a:gd name="connsiteY18" fmla="*/ 703 h 200183"/>
                  <a:gd name="connsiteX19" fmla="*/ 86467 w 164072"/>
                  <a:gd name="connsiteY19" fmla="*/ 394 h 200183"/>
                  <a:gd name="connsiteX20" fmla="*/ 86165 w 164072"/>
                  <a:gd name="connsiteY20" fmla="*/ 85 h 200183"/>
                  <a:gd name="connsiteX21" fmla="*/ 85562 w 164072"/>
                  <a:gd name="connsiteY21" fmla="*/ 394 h 200183"/>
                  <a:gd name="connsiteX22" fmla="*/ 39115 w 164072"/>
                  <a:gd name="connsiteY22" fmla="*/ 7201 h 200183"/>
                  <a:gd name="connsiteX23" fmla="*/ 39718 w 164072"/>
                  <a:gd name="connsiteY23" fmla="*/ 11842 h 200183"/>
                  <a:gd name="connsiteX24" fmla="*/ 118437 w 164072"/>
                  <a:gd name="connsiteY24" fmla="*/ 13698 h 200183"/>
                  <a:gd name="connsiteX25" fmla="*/ 137136 w 164072"/>
                  <a:gd name="connsiteY25" fmla="*/ 40307 h 200183"/>
                  <a:gd name="connsiteX26" fmla="*/ 115421 w 164072"/>
                  <a:gd name="connsiteY26" fmla="*/ 106519 h 200183"/>
                  <a:gd name="connsiteX27" fmla="*/ 72593 w 164072"/>
                  <a:gd name="connsiteY27" fmla="*/ 134365 h 200183"/>
                  <a:gd name="connsiteX28" fmla="*/ 58116 w 164072"/>
                  <a:gd name="connsiteY28" fmla="*/ 122917 h 200183"/>
                  <a:gd name="connsiteX29" fmla="*/ 77720 w 164072"/>
                  <a:gd name="connsiteY29" fmla="*/ 48970 h 200183"/>
                  <a:gd name="connsiteX30" fmla="*/ 118437 w 164072"/>
                  <a:gd name="connsiteY30" fmla="*/ 13698 h 200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64072" h="200183">
                    <a:moveTo>
                      <a:pt x="39718" y="11842"/>
                    </a:moveTo>
                    <a:lnTo>
                      <a:pt x="46655" y="11842"/>
                    </a:lnTo>
                    <a:cubicBezTo>
                      <a:pt x="46655" y="11842"/>
                      <a:pt x="47258" y="11842"/>
                      <a:pt x="47560" y="11533"/>
                    </a:cubicBezTo>
                    <a:cubicBezTo>
                      <a:pt x="51480" y="9676"/>
                      <a:pt x="59322" y="15555"/>
                      <a:pt x="59322" y="20196"/>
                    </a:cubicBezTo>
                    <a:cubicBezTo>
                      <a:pt x="59322" y="22980"/>
                      <a:pt x="48464" y="66916"/>
                      <a:pt x="37908" y="107757"/>
                    </a:cubicBezTo>
                    <a:cubicBezTo>
                      <a:pt x="29765" y="138697"/>
                      <a:pt x="22526" y="168090"/>
                      <a:pt x="20415" y="177063"/>
                    </a:cubicBezTo>
                    <a:cubicBezTo>
                      <a:pt x="17098" y="191295"/>
                      <a:pt x="13177" y="195008"/>
                      <a:pt x="208" y="195318"/>
                    </a:cubicBezTo>
                    <a:lnTo>
                      <a:pt x="208" y="200268"/>
                    </a:lnTo>
                    <a:lnTo>
                      <a:pt x="62037" y="200268"/>
                    </a:lnTo>
                    <a:lnTo>
                      <a:pt x="62037" y="195627"/>
                    </a:lnTo>
                    <a:cubicBezTo>
                      <a:pt x="47861" y="195627"/>
                      <a:pt x="42734" y="192842"/>
                      <a:pt x="42734" y="186345"/>
                    </a:cubicBezTo>
                    <a:cubicBezTo>
                      <a:pt x="42734" y="182013"/>
                      <a:pt x="47861" y="157880"/>
                      <a:pt x="53893" y="134984"/>
                    </a:cubicBezTo>
                    <a:cubicBezTo>
                      <a:pt x="61433" y="139006"/>
                      <a:pt x="66862" y="140244"/>
                      <a:pt x="73799" y="140244"/>
                    </a:cubicBezTo>
                    <a:cubicBezTo>
                      <a:pt x="117833" y="140244"/>
                      <a:pt x="164281" y="88264"/>
                      <a:pt x="164281" y="39069"/>
                    </a:cubicBezTo>
                    <a:cubicBezTo>
                      <a:pt x="164281" y="14936"/>
                      <a:pt x="151010" y="394"/>
                      <a:pt x="129596" y="394"/>
                    </a:cubicBezTo>
                    <a:cubicBezTo>
                      <a:pt x="109992" y="394"/>
                      <a:pt x="95515" y="10295"/>
                      <a:pt x="78022" y="35357"/>
                    </a:cubicBezTo>
                    <a:lnTo>
                      <a:pt x="86768" y="4416"/>
                    </a:lnTo>
                    <a:lnTo>
                      <a:pt x="87673" y="1632"/>
                    </a:lnTo>
                    <a:cubicBezTo>
                      <a:pt x="87673" y="1632"/>
                      <a:pt x="87371" y="1322"/>
                      <a:pt x="87070" y="703"/>
                    </a:cubicBezTo>
                    <a:lnTo>
                      <a:pt x="86467" y="394"/>
                    </a:lnTo>
                    <a:cubicBezTo>
                      <a:pt x="86467" y="85"/>
                      <a:pt x="86165" y="85"/>
                      <a:pt x="86165" y="85"/>
                    </a:cubicBezTo>
                    <a:lnTo>
                      <a:pt x="85562" y="394"/>
                    </a:lnTo>
                    <a:lnTo>
                      <a:pt x="39115" y="7201"/>
                    </a:lnTo>
                    <a:lnTo>
                      <a:pt x="39718" y="11842"/>
                    </a:lnTo>
                    <a:close/>
                    <a:moveTo>
                      <a:pt x="118437" y="13698"/>
                    </a:moveTo>
                    <a:cubicBezTo>
                      <a:pt x="131406" y="14317"/>
                      <a:pt x="137136" y="22362"/>
                      <a:pt x="137136" y="40307"/>
                    </a:cubicBezTo>
                    <a:cubicBezTo>
                      <a:pt x="137136" y="60728"/>
                      <a:pt x="128390" y="87336"/>
                      <a:pt x="115421" y="106519"/>
                    </a:cubicBezTo>
                    <a:cubicBezTo>
                      <a:pt x="102753" y="124774"/>
                      <a:pt x="88276" y="134365"/>
                      <a:pt x="72593" y="134365"/>
                    </a:cubicBezTo>
                    <a:cubicBezTo>
                      <a:pt x="64148" y="134365"/>
                      <a:pt x="58116" y="129724"/>
                      <a:pt x="58116" y="122917"/>
                    </a:cubicBezTo>
                    <a:cubicBezTo>
                      <a:pt x="58116" y="112398"/>
                      <a:pt x="68974" y="71866"/>
                      <a:pt x="77720" y="48970"/>
                    </a:cubicBezTo>
                    <a:cubicBezTo>
                      <a:pt x="85863" y="27931"/>
                      <a:pt x="103356" y="12770"/>
                      <a:pt x="118437" y="136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03BE86F7-6380-DFD5-D321-B10BCF5CA38C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9008845" y="5043025"/>
                <a:ext cx="105561" cy="140778"/>
              </a:xfrm>
              <a:custGeom>
                <a:avLst/>
                <a:gdLst>
                  <a:gd name="connsiteX0" fmla="*/ 6245 w 105561"/>
                  <a:gd name="connsiteY0" fmla="*/ 91668 h 140778"/>
                  <a:gd name="connsiteX1" fmla="*/ 213 w 105561"/>
                  <a:gd name="connsiteY1" fmla="*/ 140863 h 140778"/>
                  <a:gd name="connsiteX2" fmla="*/ 5038 w 105561"/>
                  <a:gd name="connsiteY2" fmla="*/ 140863 h 140778"/>
                  <a:gd name="connsiteX3" fmla="*/ 12277 w 105561"/>
                  <a:gd name="connsiteY3" fmla="*/ 134365 h 140778"/>
                  <a:gd name="connsiteX4" fmla="*/ 27056 w 105561"/>
                  <a:gd name="connsiteY4" fmla="*/ 137150 h 140778"/>
                  <a:gd name="connsiteX5" fmla="*/ 43644 w 105561"/>
                  <a:gd name="connsiteY5" fmla="*/ 140244 h 140778"/>
                  <a:gd name="connsiteX6" fmla="*/ 87075 w 105561"/>
                  <a:gd name="connsiteY6" fmla="*/ 100022 h 140778"/>
                  <a:gd name="connsiteX7" fmla="*/ 66566 w 105561"/>
                  <a:gd name="connsiteY7" fmla="*/ 56705 h 140778"/>
                  <a:gd name="connsiteX8" fmla="*/ 50279 w 105561"/>
                  <a:gd name="connsiteY8" fmla="*/ 24218 h 140778"/>
                  <a:gd name="connsiteX9" fmla="*/ 67169 w 105561"/>
                  <a:gd name="connsiteY9" fmla="*/ 7510 h 140778"/>
                  <a:gd name="connsiteX10" fmla="*/ 94917 w 105561"/>
                  <a:gd name="connsiteY10" fmla="*/ 43092 h 140778"/>
                  <a:gd name="connsiteX11" fmla="*/ 99742 w 105561"/>
                  <a:gd name="connsiteY11" fmla="*/ 43092 h 140778"/>
                  <a:gd name="connsiteX12" fmla="*/ 105774 w 105561"/>
                  <a:gd name="connsiteY12" fmla="*/ 85 h 140778"/>
                  <a:gd name="connsiteX13" fmla="*/ 101552 w 105561"/>
                  <a:gd name="connsiteY13" fmla="*/ 85 h 140778"/>
                  <a:gd name="connsiteX14" fmla="*/ 92504 w 105561"/>
                  <a:gd name="connsiteY14" fmla="*/ 5654 h 140778"/>
                  <a:gd name="connsiteX15" fmla="*/ 81646 w 105561"/>
                  <a:gd name="connsiteY15" fmla="*/ 3488 h 140778"/>
                  <a:gd name="connsiteX16" fmla="*/ 64756 w 105561"/>
                  <a:gd name="connsiteY16" fmla="*/ 394 h 140778"/>
                  <a:gd name="connsiteX17" fmla="*/ 28262 w 105561"/>
                  <a:gd name="connsiteY17" fmla="*/ 34428 h 140778"/>
                  <a:gd name="connsiteX18" fmla="*/ 47263 w 105561"/>
                  <a:gd name="connsiteY18" fmla="*/ 74341 h 140778"/>
                  <a:gd name="connsiteX19" fmla="*/ 64153 w 105561"/>
                  <a:gd name="connsiteY19" fmla="*/ 109923 h 140778"/>
                  <a:gd name="connsiteX20" fmla="*/ 41834 w 105561"/>
                  <a:gd name="connsiteY20" fmla="*/ 133747 h 140778"/>
                  <a:gd name="connsiteX21" fmla="*/ 11070 w 105561"/>
                  <a:gd name="connsiteY21" fmla="*/ 91668 h 140778"/>
                  <a:gd name="connsiteX22" fmla="*/ 6245 w 105561"/>
                  <a:gd name="connsiteY22" fmla="*/ 91668 h 140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5561" h="140778">
                    <a:moveTo>
                      <a:pt x="6245" y="91668"/>
                    </a:moveTo>
                    <a:lnTo>
                      <a:pt x="213" y="140863"/>
                    </a:lnTo>
                    <a:lnTo>
                      <a:pt x="5038" y="140863"/>
                    </a:lnTo>
                    <a:cubicBezTo>
                      <a:pt x="7451" y="135912"/>
                      <a:pt x="9261" y="134365"/>
                      <a:pt x="12277" y="134365"/>
                    </a:cubicBezTo>
                    <a:cubicBezTo>
                      <a:pt x="15595" y="134365"/>
                      <a:pt x="21023" y="135603"/>
                      <a:pt x="27056" y="137150"/>
                    </a:cubicBezTo>
                    <a:cubicBezTo>
                      <a:pt x="33691" y="139316"/>
                      <a:pt x="38818" y="140244"/>
                      <a:pt x="43644" y="140244"/>
                    </a:cubicBezTo>
                    <a:cubicBezTo>
                      <a:pt x="68979" y="140244"/>
                      <a:pt x="87075" y="123536"/>
                      <a:pt x="87075" y="100022"/>
                    </a:cubicBezTo>
                    <a:cubicBezTo>
                      <a:pt x="87075" y="88264"/>
                      <a:pt x="80741" y="74651"/>
                      <a:pt x="66566" y="56705"/>
                    </a:cubicBezTo>
                    <a:cubicBezTo>
                      <a:pt x="55105" y="42163"/>
                      <a:pt x="50279" y="32572"/>
                      <a:pt x="50279" y="24218"/>
                    </a:cubicBezTo>
                    <a:cubicBezTo>
                      <a:pt x="50279" y="14008"/>
                      <a:pt x="56613" y="7510"/>
                      <a:pt x="67169" y="7510"/>
                    </a:cubicBezTo>
                    <a:cubicBezTo>
                      <a:pt x="82852" y="7510"/>
                      <a:pt x="91900" y="18958"/>
                      <a:pt x="94917" y="43092"/>
                    </a:cubicBezTo>
                    <a:lnTo>
                      <a:pt x="99742" y="43092"/>
                    </a:lnTo>
                    <a:lnTo>
                      <a:pt x="105774" y="85"/>
                    </a:lnTo>
                    <a:lnTo>
                      <a:pt x="101552" y="85"/>
                    </a:lnTo>
                    <a:cubicBezTo>
                      <a:pt x="99139" y="4416"/>
                      <a:pt x="96726" y="5654"/>
                      <a:pt x="92504" y="5654"/>
                    </a:cubicBezTo>
                    <a:cubicBezTo>
                      <a:pt x="90392" y="5654"/>
                      <a:pt x="87376" y="5035"/>
                      <a:pt x="81646" y="3488"/>
                    </a:cubicBezTo>
                    <a:cubicBezTo>
                      <a:pt x="74106" y="1013"/>
                      <a:pt x="69582" y="394"/>
                      <a:pt x="64756" y="394"/>
                    </a:cubicBezTo>
                    <a:cubicBezTo>
                      <a:pt x="42739" y="394"/>
                      <a:pt x="28262" y="13698"/>
                      <a:pt x="28262" y="34428"/>
                    </a:cubicBezTo>
                    <a:cubicBezTo>
                      <a:pt x="28262" y="44329"/>
                      <a:pt x="34596" y="57634"/>
                      <a:pt x="47263" y="74341"/>
                    </a:cubicBezTo>
                    <a:cubicBezTo>
                      <a:pt x="59026" y="90121"/>
                      <a:pt x="64153" y="100950"/>
                      <a:pt x="64153" y="109923"/>
                    </a:cubicBezTo>
                    <a:cubicBezTo>
                      <a:pt x="64153" y="123846"/>
                      <a:pt x="55105" y="133747"/>
                      <a:pt x="41834" y="133747"/>
                    </a:cubicBezTo>
                    <a:cubicBezTo>
                      <a:pt x="25246" y="133747"/>
                      <a:pt x="15896" y="121061"/>
                      <a:pt x="11070" y="91668"/>
                    </a:cubicBezTo>
                    <a:lnTo>
                      <a:pt x="6245" y="91668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57F0844B-053E-0E4F-DA11-AFA078DFC9E4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9129923" y="5043335"/>
                <a:ext cx="133007" cy="139849"/>
              </a:xfrm>
              <a:custGeom>
                <a:avLst/>
                <a:gdLst>
                  <a:gd name="connsiteX0" fmla="*/ 90095 w 133007"/>
                  <a:gd name="connsiteY0" fmla="*/ 85 h 139849"/>
                  <a:gd name="connsiteX1" fmla="*/ 217 w 133007"/>
                  <a:gd name="connsiteY1" fmla="*/ 96618 h 139849"/>
                  <a:gd name="connsiteX2" fmla="*/ 44552 w 133007"/>
                  <a:gd name="connsiteY2" fmla="*/ 139935 h 139849"/>
                  <a:gd name="connsiteX3" fmla="*/ 101254 w 133007"/>
                  <a:gd name="connsiteY3" fmla="*/ 113017 h 139849"/>
                  <a:gd name="connsiteX4" fmla="*/ 133224 w 133007"/>
                  <a:gd name="connsiteY4" fmla="*/ 43401 h 139849"/>
                  <a:gd name="connsiteX5" fmla="*/ 90095 w 133007"/>
                  <a:gd name="connsiteY5" fmla="*/ 85 h 139849"/>
                  <a:gd name="connsiteX6" fmla="*/ 86475 w 133007"/>
                  <a:gd name="connsiteY6" fmla="*/ 6582 h 139849"/>
                  <a:gd name="connsiteX7" fmla="*/ 107889 w 133007"/>
                  <a:gd name="connsiteY7" fmla="*/ 35666 h 139849"/>
                  <a:gd name="connsiteX8" fmla="*/ 84666 w 133007"/>
                  <a:gd name="connsiteY8" fmla="*/ 109304 h 139849"/>
                  <a:gd name="connsiteX9" fmla="*/ 49077 w 133007"/>
                  <a:gd name="connsiteY9" fmla="*/ 133437 h 139849"/>
                  <a:gd name="connsiteX10" fmla="*/ 25551 w 133007"/>
                  <a:gd name="connsiteY10" fmla="*/ 105282 h 139849"/>
                  <a:gd name="connsiteX11" fmla="*/ 49077 w 133007"/>
                  <a:gd name="connsiteY11" fmla="*/ 33191 h 139849"/>
                  <a:gd name="connsiteX12" fmla="*/ 86475 w 133007"/>
                  <a:gd name="connsiteY12" fmla="*/ 6582 h 13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007" h="139849">
                    <a:moveTo>
                      <a:pt x="90095" y="85"/>
                    </a:moveTo>
                    <a:cubicBezTo>
                      <a:pt x="44854" y="85"/>
                      <a:pt x="217" y="48042"/>
                      <a:pt x="217" y="96618"/>
                    </a:cubicBezTo>
                    <a:cubicBezTo>
                      <a:pt x="217" y="123227"/>
                      <a:pt x="17106" y="139935"/>
                      <a:pt x="44552" y="139935"/>
                    </a:cubicBezTo>
                    <a:cubicBezTo>
                      <a:pt x="64458" y="139935"/>
                      <a:pt x="83761" y="130652"/>
                      <a:pt x="101254" y="113017"/>
                    </a:cubicBezTo>
                    <a:cubicBezTo>
                      <a:pt x="121160" y="92905"/>
                      <a:pt x="133224" y="66606"/>
                      <a:pt x="133224" y="43401"/>
                    </a:cubicBezTo>
                    <a:cubicBezTo>
                      <a:pt x="133224" y="17721"/>
                      <a:pt x="115731" y="85"/>
                      <a:pt x="90095" y="85"/>
                    </a:cubicBezTo>
                    <a:close/>
                    <a:moveTo>
                      <a:pt x="86475" y="6582"/>
                    </a:moveTo>
                    <a:cubicBezTo>
                      <a:pt x="99444" y="6582"/>
                      <a:pt x="107889" y="18030"/>
                      <a:pt x="107889" y="35666"/>
                    </a:cubicBezTo>
                    <a:cubicBezTo>
                      <a:pt x="107889" y="58252"/>
                      <a:pt x="97936" y="89193"/>
                      <a:pt x="84666" y="109304"/>
                    </a:cubicBezTo>
                    <a:cubicBezTo>
                      <a:pt x="73506" y="125702"/>
                      <a:pt x="62046" y="133437"/>
                      <a:pt x="49077" y="133437"/>
                    </a:cubicBezTo>
                    <a:cubicBezTo>
                      <a:pt x="34901" y="133437"/>
                      <a:pt x="25551" y="122299"/>
                      <a:pt x="25551" y="105282"/>
                    </a:cubicBezTo>
                    <a:cubicBezTo>
                      <a:pt x="25551" y="82386"/>
                      <a:pt x="34298" y="55158"/>
                      <a:pt x="49077" y="33191"/>
                    </a:cubicBezTo>
                    <a:cubicBezTo>
                      <a:pt x="60839" y="15864"/>
                      <a:pt x="73506" y="6582"/>
                      <a:pt x="86475" y="65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4E9990C6-E4A0-3D7B-220B-570D3480D0CA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9277370" y="5043335"/>
                <a:ext cx="138738" cy="139231"/>
              </a:xfrm>
              <a:custGeom>
                <a:avLst/>
                <a:gdLst>
                  <a:gd name="connsiteX0" fmla="*/ 134737 w 138738"/>
                  <a:gd name="connsiteY0" fmla="*/ 100331 h 139231"/>
                  <a:gd name="connsiteX1" fmla="*/ 128403 w 138738"/>
                  <a:gd name="connsiteY1" fmla="*/ 108376 h 139231"/>
                  <a:gd name="connsiteX2" fmla="*/ 110006 w 138738"/>
                  <a:gd name="connsiteY2" fmla="*/ 124774 h 139231"/>
                  <a:gd name="connsiteX3" fmla="*/ 105180 w 138738"/>
                  <a:gd name="connsiteY3" fmla="*/ 119823 h 139231"/>
                  <a:gd name="connsiteX4" fmla="*/ 109402 w 138738"/>
                  <a:gd name="connsiteY4" fmla="*/ 100331 h 139231"/>
                  <a:gd name="connsiteX5" fmla="*/ 126594 w 138738"/>
                  <a:gd name="connsiteY5" fmla="*/ 36594 h 139231"/>
                  <a:gd name="connsiteX6" fmla="*/ 129308 w 138738"/>
                  <a:gd name="connsiteY6" fmla="*/ 18958 h 139231"/>
                  <a:gd name="connsiteX7" fmla="*/ 109402 w 138738"/>
                  <a:gd name="connsiteY7" fmla="*/ 85 h 139231"/>
                  <a:gd name="connsiteX8" fmla="*/ 40033 w 138738"/>
                  <a:gd name="connsiteY8" fmla="*/ 68153 h 139231"/>
                  <a:gd name="connsiteX9" fmla="*/ 60241 w 138738"/>
                  <a:gd name="connsiteY9" fmla="*/ 703 h 139231"/>
                  <a:gd name="connsiteX10" fmla="*/ 59336 w 138738"/>
                  <a:gd name="connsiteY10" fmla="*/ 85 h 139231"/>
                  <a:gd name="connsiteX11" fmla="*/ 10476 w 138738"/>
                  <a:gd name="connsiteY11" fmla="*/ 9676 h 139231"/>
                  <a:gd name="connsiteX12" fmla="*/ 10476 w 138738"/>
                  <a:gd name="connsiteY12" fmla="*/ 14627 h 139231"/>
                  <a:gd name="connsiteX13" fmla="*/ 29779 w 138738"/>
                  <a:gd name="connsiteY13" fmla="*/ 22980 h 139231"/>
                  <a:gd name="connsiteX14" fmla="*/ 29176 w 138738"/>
                  <a:gd name="connsiteY14" fmla="*/ 28240 h 139231"/>
                  <a:gd name="connsiteX15" fmla="*/ 222 w 138738"/>
                  <a:gd name="connsiteY15" fmla="*/ 136531 h 139231"/>
                  <a:gd name="connsiteX16" fmla="*/ 22842 w 138738"/>
                  <a:gd name="connsiteY16" fmla="*/ 136531 h 139231"/>
                  <a:gd name="connsiteX17" fmla="*/ 53002 w 138738"/>
                  <a:gd name="connsiteY17" fmla="*/ 59799 h 139231"/>
                  <a:gd name="connsiteX18" fmla="*/ 97640 w 138738"/>
                  <a:gd name="connsiteY18" fmla="*/ 15864 h 139231"/>
                  <a:gd name="connsiteX19" fmla="*/ 104878 w 138738"/>
                  <a:gd name="connsiteY19" fmla="*/ 24837 h 139231"/>
                  <a:gd name="connsiteX20" fmla="*/ 100656 w 138738"/>
                  <a:gd name="connsiteY20" fmla="*/ 48351 h 139231"/>
                  <a:gd name="connsiteX21" fmla="*/ 87385 w 138738"/>
                  <a:gd name="connsiteY21" fmla="*/ 99403 h 139231"/>
                  <a:gd name="connsiteX22" fmla="*/ 82560 w 138738"/>
                  <a:gd name="connsiteY22" fmla="*/ 122608 h 139231"/>
                  <a:gd name="connsiteX23" fmla="*/ 96735 w 138738"/>
                  <a:gd name="connsiteY23" fmla="*/ 139316 h 139231"/>
                  <a:gd name="connsiteX24" fmla="*/ 138960 w 138738"/>
                  <a:gd name="connsiteY24" fmla="*/ 104353 h 139231"/>
                  <a:gd name="connsiteX25" fmla="*/ 134737 w 138738"/>
                  <a:gd name="connsiteY25" fmla="*/ 100331 h 139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8738" h="139231">
                    <a:moveTo>
                      <a:pt x="134737" y="100331"/>
                    </a:moveTo>
                    <a:lnTo>
                      <a:pt x="128403" y="108376"/>
                    </a:lnTo>
                    <a:cubicBezTo>
                      <a:pt x="119657" y="119823"/>
                      <a:pt x="114228" y="124774"/>
                      <a:pt x="110006" y="124774"/>
                    </a:cubicBezTo>
                    <a:cubicBezTo>
                      <a:pt x="107593" y="124774"/>
                      <a:pt x="105180" y="122299"/>
                      <a:pt x="105180" y="119823"/>
                    </a:cubicBezTo>
                    <a:cubicBezTo>
                      <a:pt x="105180" y="117658"/>
                      <a:pt x="105180" y="117658"/>
                      <a:pt x="109402" y="100331"/>
                    </a:cubicBezTo>
                    <a:lnTo>
                      <a:pt x="126594" y="36594"/>
                    </a:lnTo>
                    <a:cubicBezTo>
                      <a:pt x="128102" y="30097"/>
                      <a:pt x="129308" y="23290"/>
                      <a:pt x="129308" y="18958"/>
                    </a:cubicBezTo>
                    <a:cubicBezTo>
                      <a:pt x="129308" y="7820"/>
                      <a:pt x="121165" y="85"/>
                      <a:pt x="109402" y="85"/>
                    </a:cubicBezTo>
                    <a:cubicBezTo>
                      <a:pt x="90100" y="85"/>
                      <a:pt x="71099" y="18649"/>
                      <a:pt x="40033" y="68153"/>
                    </a:cubicBezTo>
                    <a:lnTo>
                      <a:pt x="60241" y="703"/>
                    </a:lnTo>
                    <a:lnTo>
                      <a:pt x="59336" y="85"/>
                    </a:lnTo>
                    <a:cubicBezTo>
                      <a:pt x="43049" y="3488"/>
                      <a:pt x="36716" y="4726"/>
                      <a:pt x="10476" y="9676"/>
                    </a:cubicBezTo>
                    <a:lnTo>
                      <a:pt x="10476" y="14627"/>
                    </a:lnTo>
                    <a:cubicBezTo>
                      <a:pt x="25858" y="14936"/>
                      <a:pt x="29779" y="16792"/>
                      <a:pt x="29779" y="22980"/>
                    </a:cubicBezTo>
                    <a:cubicBezTo>
                      <a:pt x="29779" y="24837"/>
                      <a:pt x="29477" y="26693"/>
                      <a:pt x="29176" y="28240"/>
                    </a:cubicBezTo>
                    <a:lnTo>
                      <a:pt x="222" y="136531"/>
                    </a:lnTo>
                    <a:lnTo>
                      <a:pt x="22842" y="136531"/>
                    </a:lnTo>
                    <a:cubicBezTo>
                      <a:pt x="37017" y="87646"/>
                      <a:pt x="39732" y="80839"/>
                      <a:pt x="53002" y="59799"/>
                    </a:cubicBezTo>
                    <a:cubicBezTo>
                      <a:pt x="71099" y="31334"/>
                      <a:pt x="86480" y="15864"/>
                      <a:pt x="97640" y="15864"/>
                    </a:cubicBezTo>
                    <a:cubicBezTo>
                      <a:pt x="102164" y="15864"/>
                      <a:pt x="104878" y="19268"/>
                      <a:pt x="104878" y="24837"/>
                    </a:cubicBezTo>
                    <a:cubicBezTo>
                      <a:pt x="104878" y="28550"/>
                      <a:pt x="103069" y="38760"/>
                      <a:pt x="100656" y="48351"/>
                    </a:cubicBezTo>
                    <a:lnTo>
                      <a:pt x="87385" y="99403"/>
                    </a:lnTo>
                    <a:cubicBezTo>
                      <a:pt x="83464" y="115182"/>
                      <a:pt x="82560" y="119514"/>
                      <a:pt x="82560" y="122608"/>
                    </a:cubicBezTo>
                    <a:cubicBezTo>
                      <a:pt x="82560" y="134365"/>
                      <a:pt x="86782" y="139316"/>
                      <a:pt x="96735" y="139316"/>
                    </a:cubicBezTo>
                    <a:cubicBezTo>
                      <a:pt x="110307" y="139316"/>
                      <a:pt x="118149" y="132818"/>
                      <a:pt x="138960" y="104353"/>
                    </a:cubicBezTo>
                    <a:lnTo>
                      <a:pt x="134737" y="100331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816FA3AD-2264-BAB4-BF02-FEE34BC42AC1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9470058" y="4973719"/>
                <a:ext cx="41923" cy="71162"/>
              </a:xfrm>
              <a:custGeom>
                <a:avLst/>
                <a:gdLst>
                  <a:gd name="connsiteX0" fmla="*/ 2941 w 41923"/>
                  <a:gd name="connsiteY0" fmla="*/ 71247 h 71162"/>
                  <a:gd name="connsiteX1" fmla="*/ 42150 w 41923"/>
                  <a:gd name="connsiteY1" fmla="*/ 22052 h 71162"/>
                  <a:gd name="connsiteX2" fmla="*/ 24657 w 41923"/>
                  <a:gd name="connsiteY2" fmla="*/ 85 h 71162"/>
                  <a:gd name="connsiteX3" fmla="*/ 9275 w 41923"/>
                  <a:gd name="connsiteY3" fmla="*/ 14627 h 71162"/>
                  <a:gd name="connsiteX4" fmla="*/ 16815 w 41923"/>
                  <a:gd name="connsiteY4" fmla="*/ 28550 h 71162"/>
                  <a:gd name="connsiteX5" fmla="*/ 22847 w 41923"/>
                  <a:gd name="connsiteY5" fmla="*/ 38760 h 71162"/>
                  <a:gd name="connsiteX6" fmla="*/ 227 w 41923"/>
                  <a:gd name="connsiteY6" fmla="*/ 65987 h 71162"/>
                  <a:gd name="connsiteX7" fmla="*/ 2941 w 41923"/>
                  <a:gd name="connsiteY7" fmla="*/ 71247 h 71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923" h="71162">
                    <a:moveTo>
                      <a:pt x="2941" y="71247"/>
                    </a:moveTo>
                    <a:cubicBezTo>
                      <a:pt x="28276" y="57015"/>
                      <a:pt x="42150" y="39379"/>
                      <a:pt x="42150" y="22052"/>
                    </a:cubicBezTo>
                    <a:cubicBezTo>
                      <a:pt x="42150" y="9676"/>
                      <a:pt x="34609" y="85"/>
                      <a:pt x="24657" y="85"/>
                    </a:cubicBezTo>
                    <a:cubicBezTo>
                      <a:pt x="15910" y="85"/>
                      <a:pt x="9275" y="6273"/>
                      <a:pt x="9275" y="14627"/>
                    </a:cubicBezTo>
                    <a:cubicBezTo>
                      <a:pt x="9275" y="19886"/>
                      <a:pt x="11084" y="23290"/>
                      <a:pt x="16815" y="28550"/>
                    </a:cubicBezTo>
                    <a:cubicBezTo>
                      <a:pt x="21037" y="32881"/>
                      <a:pt x="22847" y="35666"/>
                      <a:pt x="22847" y="38760"/>
                    </a:cubicBezTo>
                    <a:cubicBezTo>
                      <a:pt x="22847" y="46804"/>
                      <a:pt x="15910" y="55158"/>
                      <a:pt x="227" y="65987"/>
                    </a:cubicBezTo>
                    <a:lnTo>
                      <a:pt x="2941" y="71247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786E1EBB-B8BC-0989-1074-919E242F2587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9518044" y="5043025"/>
                <a:ext cx="105561" cy="140778"/>
              </a:xfrm>
              <a:custGeom>
                <a:avLst/>
                <a:gdLst>
                  <a:gd name="connsiteX0" fmla="*/ 6262 w 105561"/>
                  <a:gd name="connsiteY0" fmla="*/ 91668 h 140778"/>
                  <a:gd name="connsiteX1" fmla="*/ 229 w 105561"/>
                  <a:gd name="connsiteY1" fmla="*/ 140863 h 140778"/>
                  <a:gd name="connsiteX2" fmla="*/ 5055 w 105561"/>
                  <a:gd name="connsiteY2" fmla="*/ 140863 h 140778"/>
                  <a:gd name="connsiteX3" fmla="*/ 12294 w 105561"/>
                  <a:gd name="connsiteY3" fmla="*/ 134365 h 140778"/>
                  <a:gd name="connsiteX4" fmla="*/ 27072 w 105561"/>
                  <a:gd name="connsiteY4" fmla="*/ 137150 h 140778"/>
                  <a:gd name="connsiteX5" fmla="*/ 43661 w 105561"/>
                  <a:gd name="connsiteY5" fmla="*/ 140244 h 140778"/>
                  <a:gd name="connsiteX6" fmla="*/ 87092 w 105561"/>
                  <a:gd name="connsiteY6" fmla="*/ 100022 h 140778"/>
                  <a:gd name="connsiteX7" fmla="*/ 66582 w 105561"/>
                  <a:gd name="connsiteY7" fmla="*/ 56705 h 140778"/>
                  <a:gd name="connsiteX8" fmla="*/ 50296 w 105561"/>
                  <a:gd name="connsiteY8" fmla="*/ 24218 h 140778"/>
                  <a:gd name="connsiteX9" fmla="*/ 67186 w 105561"/>
                  <a:gd name="connsiteY9" fmla="*/ 7510 h 140778"/>
                  <a:gd name="connsiteX10" fmla="*/ 94933 w 105561"/>
                  <a:gd name="connsiteY10" fmla="*/ 43092 h 140778"/>
                  <a:gd name="connsiteX11" fmla="*/ 99759 w 105561"/>
                  <a:gd name="connsiteY11" fmla="*/ 43092 h 140778"/>
                  <a:gd name="connsiteX12" fmla="*/ 105791 w 105561"/>
                  <a:gd name="connsiteY12" fmla="*/ 85 h 140778"/>
                  <a:gd name="connsiteX13" fmla="*/ 101569 w 105561"/>
                  <a:gd name="connsiteY13" fmla="*/ 85 h 140778"/>
                  <a:gd name="connsiteX14" fmla="*/ 92520 w 105561"/>
                  <a:gd name="connsiteY14" fmla="*/ 5654 h 140778"/>
                  <a:gd name="connsiteX15" fmla="*/ 81663 w 105561"/>
                  <a:gd name="connsiteY15" fmla="*/ 3488 h 140778"/>
                  <a:gd name="connsiteX16" fmla="*/ 64773 w 105561"/>
                  <a:gd name="connsiteY16" fmla="*/ 394 h 140778"/>
                  <a:gd name="connsiteX17" fmla="*/ 28279 w 105561"/>
                  <a:gd name="connsiteY17" fmla="*/ 34428 h 140778"/>
                  <a:gd name="connsiteX18" fmla="*/ 47280 w 105561"/>
                  <a:gd name="connsiteY18" fmla="*/ 74341 h 140778"/>
                  <a:gd name="connsiteX19" fmla="*/ 64170 w 105561"/>
                  <a:gd name="connsiteY19" fmla="*/ 109923 h 140778"/>
                  <a:gd name="connsiteX20" fmla="*/ 41851 w 105561"/>
                  <a:gd name="connsiteY20" fmla="*/ 133747 h 140778"/>
                  <a:gd name="connsiteX21" fmla="*/ 11087 w 105561"/>
                  <a:gd name="connsiteY21" fmla="*/ 91668 h 140778"/>
                  <a:gd name="connsiteX22" fmla="*/ 6262 w 105561"/>
                  <a:gd name="connsiteY22" fmla="*/ 91668 h 140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5561" h="140778">
                    <a:moveTo>
                      <a:pt x="6262" y="91668"/>
                    </a:moveTo>
                    <a:lnTo>
                      <a:pt x="229" y="140863"/>
                    </a:lnTo>
                    <a:lnTo>
                      <a:pt x="5055" y="140863"/>
                    </a:lnTo>
                    <a:cubicBezTo>
                      <a:pt x="7468" y="135912"/>
                      <a:pt x="9278" y="134365"/>
                      <a:pt x="12294" y="134365"/>
                    </a:cubicBezTo>
                    <a:cubicBezTo>
                      <a:pt x="15611" y="134365"/>
                      <a:pt x="21040" y="135603"/>
                      <a:pt x="27072" y="137150"/>
                    </a:cubicBezTo>
                    <a:cubicBezTo>
                      <a:pt x="33708" y="139316"/>
                      <a:pt x="38835" y="140244"/>
                      <a:pt x="43661" y="140244"/>
                    </a:cubicBezTo>
                    <a:cubicBezTo>
                      <a:pt x="68995" y="140244"/>
                      <a:pt x="87092" y="123536"/>
                      <a:pt x="87092" y="100022"/>
                    </a:cubicBezTo>
                    <a:cubicBezTo>
                      <a:pt x="87092" y="88264"/>
                      <a:pt x="80758" y="74651"/>
                      <a:pt x="66582" y="56705"/>
                    </a:cubicBezTo>
                    <a:cubicBezTo>
                      <a:pt x="55121" y="42163"/>
                      <a:pt x="50296" y="32572"/>
                      <a:pt x="50296" y="24218"/>
                    </a:cubicBezTo>
                    <a:cubicBezTo>
                      <a:pt x="50296" y="14008"/>
                      <a:pt x="56629" y="7510"/>
                      <a:pt x="67186" y="7510"/>
                    </a:cubicBezTo>
                    <a:cubicBezTo>
                      <a:pt x="82869" y="7510"/>
                      <a:pt x="91917" y="18958"/>
                      <a:pt x="94933" y="43092"/>
                    </a:cubicBezTo>
                    <a:lnTo>
                      <a:pt x="99759" y="43092"/>
                    </a:lnTo>
                    <a:lnTo>
                      <a:pt x="105791" y="85"/>
                    </a:lnTo>
                    <a:lnTo>
                      <a:pt x="101569" y="85"/>
                    </a:lnTo>
                    <a:cubicBezTo>
                      <a:pt x="99156" y="4416"/>
                      <a:pt x="96743" y="5654"/>
                      <a:pt x="92520" y="5654"/>
                    </a:cubicBezTo>
                    <a:cubicBezTo>
                      <a:pt x="90409" y="5654"/>
                      <a:pt x="87393" y="5035"/>
                      <a:pt x="81663" y="3488"/>
                    </a:cubicBezTo>
                    <a:cubicBezTo>
                      <a:pt x="74123" y="1013"/>
                      <a:pt x="69598" y="394"/>
                      <a:pt x="64773" y="394"/>
                    </a:cubicBezTo>
                    <a:cubicBezTo>
                      <a:pt x="42756" y="394"/>
                      <a:pt x="28279" y="13698"/>
                      <a:pt x="28279" y="34428"/>
                    </a:cubicBezTo>
                    <a:cubicBezTo>
                      <a:pt x="28279" y="44329"/>
                      <a:pt x="34612" y="57634"/>
                      <a:pt x="47280" y="74341"/>
                    </a:cubicBezTo>
                    <a:cubicBezTo>
                      <a:pt x="59042" y="90121"/>
                      <a:pt x="64170" y="100950"/>
                      <a:pt x="64170" y="109923"/>
                    </a:cubicBezTo>
                    <a:cubicBezTo>
                      <a:pt x="64170" y="123846"/>
                      <a:pt x="55121" y="133747"/>
                      <a:pt x="41851" y="133747"/>
                    </a:cubicBezTo>
                    <a:cubicBezTo>
                      <a:pt x="25263" y="133747"/>
                      <a:pt x="15913" y="121061"/>
                      <a:pt x="11087" y="91668"/>
                    </a:cubicBezTo>
                    <a:lnTo>
                      <a:pt x="6262" y="91668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BF6768D5-396F-F5DA-1821-4ABF52B014D1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9721442" y="4970625"/>
                <a:ext cx="108577" cy="209156"/>
              </a:xfrm>
              <a:custGeom>
                <a:avLst/>
                <a:gdLst>
                  <a:gd name="connsiteX0" fmla="*/ 236 w 108577"/>
                  <a:gd name="connsiteY0" fmla="*/ 209241 h 209156"/>
                  <a:gd name="connsiteX1" fmla="*/ 84383 w 108577"/>
                  <a:gd name="connsiteY1" fmla="*/ 209241 h 209156"/>
                  <a:gd name="connsiteX2" fmla="*/ 84383 w 108577"/>
                  <a:gd name="connsiteY2" fmla="*/ 204600 h 209156"/>
                  <a:gd name="connsiteX3" fmla="*/ 79558 w 108577"/>
                  <a:gd name="connsiteY3" fmla="*/ 204600 h 209156"/>
                  <a:gd name="connsiteX4" fmla="*/ 58446 w 108577"/>
                  <a:gd name="connsiteY4" fmla="*/ 194699 h 209156"/>
                  <a:gd name="connsiteX5" fmla="*/ 62065 w 108577"/>
                  <a:gd name="connsiteY5" fmla="*/ 178610 h 209156"/>
                  <a:gd name="connsiteX6" fmla="*/ 63573 w 108577"/>
                  <a:gd name="connsiteY6" fmla="*/ 173350 h 209156"/>
                  <a:gd name="connsiteX7" fmla="*/ 63874 w 108577"/>
                  <a:gd name="connsiteY7" fmla="*/ 171803 h 209156"/>
                  <a:gd name="connsiteX8" fmla="*/ 107004 w 108577"/>
                  <a:gd name="connsiteY8" fmla="*/ 11223 h 209156"/>
                  <a:gd name="connsiteX9" fmla="*/ 108813 w 108577"/>
                  <a:gd name="connsiteY9" fmla="*/ 2251 h 209156"/>
                  <a:gd name="connsiteX10" fmla="*/ 107305 w 108577"/>
                  <a:gd name="connsiteY10" fmla="*/ 85 h 209156"/>
                  <a:gd name="connsiteX11" fmla="*/ 106401 w 108577"/>
                  <a:gd name="connsiteY11" fmla="*/ 394 h 209156"/>
                  <a:gd name="connsiteX12" fmla="*/ 82574 w 108577"/>
                  <a:gd name="connsiteY12" fmla="*/ 5035 h 209156"/>
                  <a:gd name="connsiteX13" fmla="*/ 55429 w 108577"/>
                  <a:gd name="connsiteY13" fmla="*/ 10604 h 209156"/>
                  <a:gd name="connsiteX14" fmla="*/ 49096 w 108577"/>
                  <a:gd name="connsiteY14" fmla="*/ 11842 h 209156"/>
                  <a:gd name="connsiteX15" fmla="*/ 49096 w 108577"/>
                  <a:gd name="connsiteY15" fmla="*/ 16483 h 209156"/>
                  <a:gd name="connsiteX16" fmla="*/ 66287 w 108577"/>
                  <a:gd name="connsiteY16" fmla="*/ 15864 h 209156"/>
                  <a:gd name="connsiteX17" fmla="*/ 77748 w 108577"/>
                  <a:gd name="connsiteY17" fmla="*/ 25456 h 209156"/>
                  <a:gd name="connsiteX18" fmla="*/ 75637 w 108577"/>
                  <a:gd name="connsiteY18" fmla="*/ 35975 h 209156"/>
                  <a:gd name="connsiteX19" fmla="*/ 34016 w 108577"/>
                  <a:gd name="connsiteY19" fmla="*/ 188201 h 209156"/>
                  <a:gd name="connsiteX20" fmla="*/ 236 w 108577"/>
                  <a:gd name="connsiteY20" fmla="*/ 204909 h 209156"/>
                  <a:gd name="connsiteX21" fmla="*/ 236 w 108577"/>
                  <a:gd name="connsiteY21" fmla="*/ 209241 h 20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8577" h="209156">
                    <a:moveTo>
                      <a:pt x="236" y="209241"/>
                    </a:moveTo>
                    <a:lnTo>
                      <a:pt x="84383" y="209241"/>
                    </a:lnTo>
                    <a:lnTo>
                      <a:pt x="84383" y="204600"/>
                    </a:lnTo>
                    <a:lnTo>
                      <a:pt x="79558" y="204600"/>
                    </a:lnTo>
                    <a:cubicBezTo>
                      <a:pt x="64779" y="204600"/>
                      <a:pt x="58446" y="201506"/>
                      <a:pt x="58446" y="194699"/>
                    </a:cubicBezTo>
                    <a:cubicBezTo>
                      <a:pt x="58446" y="191914"/>
                      <a:pt x="59652" y="186345"/>
                      <a:pt x="62065" y="178610"/>
                    </a:cubicBezTo>
                    <a:cubicBezTo>
                      <a:pt x="62668" y="176135"/>
                      <a:pt x="63271" y="174278"/>
                      <a:pt x="63573" y="173350"/>
                    </a:cubicBezTo>
                    <a:lnTo>
                      <a:pt x="63874" y="171803"/>
                    </a:lnTo>
                    <a:lnTo>
                      <a:pt x="107004" y="11223"/>
                    </a:lnTo>
                    <a:cubicBezTo>
                      <a:pt x="108210" y="6582"/>
                      <a:pt x="108813" y="3798"/>
                      <a:pt x="108813" y="2251"/>
                    </a:cubicBezTo>
                    <a:cubicBezTo>
                      <a:pt x="108813" y="1013"/>
                      <a:pt x="108210" y="85"/>
                      <a:pt x="107305" y="85"/>
                    </a:cubicBezTo>
                    <a:cubicBezTo>
                      <a:pt x="107305" y="85"/>
                      <a:pt x="106702" y="85"/>
                      <a:pt x="106401" y="394"/>
                    </a:cubicBezTo>
                    <a:lnTo>
                      <a:pt x="82574" y="5035"/>
                    </a:lnTo>
                    <a:lnTo>
                      <a:pt x="55429" y="10604"/>
                    </a:lnTo>
                    <a:cubicBezTo>
                      <a:pt x="54826" y="10604"/>
                      <a:pt x="52413" y="11223"/>
                      <a:pt x="49096" y="11842"/>
                    </a:cubicBezTo>
                    <a:lnTo>
                      <a:pt x="49096" y="16483"/>
                    </a:lnTo>
                    <a:lnTo>
                      <a:pt x="66287" y="15864"/>
                    </a:lnTo>
                    <a:cubicBezTo>
                      <a:pt x="73224" y="15555"/>
                      <a:pt x="77748" y="19268"/>
                      <a:pt x="77748" y="25456"/>
                    </a:cubicBezTo>
                    <a:cubicBezTo>
                      <a:pt x="77748" y="27312"/>
                      <a:pt x="77145" y="30406"/>
                      <a:pt x="75637" y="35975"/>
                    </a:cubicBezTo>
                    <a:lnTo>
                      <a:pt x="34016" y="188201"/>
                    </a:lnTo>
                    <a:cubicBezTo>
                      <a:pt x="30396" y="199649"/>
                      <a:pt x="24063" y="202743"/>
                      <a:pt x="236" y="204909"/>
                    </a:cubicBezTo>
                    <a:lnTo>
                      <a:pt x="236" y="209241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1F457528-370A-8A8C-B63F-9D21F29E8B5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9838427" y="4973719"/>
                <a:ext cx="136023" cy="211631"/>
              </a:xfrm>
              <a:custGeom>
                <a:avLst/>
                <a:gdLst>
                  <a:gd name="connsiteX0" fmla="*/ 114247 w 136023"/>
                  <a:gd name="connsiteY0" fmla="*/ 85 h 211631"/>
                  <a:gd name="connsiteX1" fmla="*/ 241 w 136023"/>
                  <a:gd name="connsiteY1" fmla="*/ 211716 h 211631"/>
                  <a:gd name="connsiteX2" fmla="*/ 22258 w 136023"/>
                  <a:gd name="connsiteY2" fmla="*/ 211716 h 211631"/>
                  <a:gd name="connsiteX3" fmla="*/ 136264 w 136023"/>
                  <a:gd name="connsiteY3" fmla="*/ 85 h 211631"/>
                  <a:gd name="connsiteX4" fmla="*/ 114247 w 136023"/>
                  <a:gd name="connsiteY4" fmla="*/ 85 h 211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023" h="211631">
                    <a:moveTo>
                      <a:pt x="114247" y="85"/>
                    </a:moveTo>
                    <a:lnTo>
                      <a:pt x="241" y="211716"/>
                    </a:lnTo>
                    <a:lnTo>
                      <a:pt x="22258" y="211716"/>
                    </a:lnTo>
                    <a:lnTo>
                      <a:pt x="136264" y="85"/>
                    </a:lnTo>
                    <a:lnTo>
                      <a:pt x="114247" y="85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DFC3192C-AECC-E6C7-0D60-48912663297C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9946713" y="4970625"/>
                <a:ext cx="136023" cy="211321"/>
              </a:xfrm>
              <a:custGeom>
                <a:avLst/>
                <a:gdLst>
                  <a:gd name="connsiteX0" fmla="*/ 49405 w 136023"/>
                  <a:gd name="connsiteY0" fmla="*/ 33810 h 211321"/>
                  <a:gd name="connsiteX1" fmla="*/ 83185 w 136023"/>
                  <a:gd name="connsiteY1" fmla="*/ 13080 h 211321"/>
                  <a:gd name="connsiteX2" fmla="*/ 110028 w 136023"/>
                  <a:gd name="connsiteY2" fmla="*/ 41235 h 211321"/>
                  <a:gd name="connsiteX3" fmla="*/ 90423 w 136023"/>
                  <a:gd name="connsiteY3" fmla="*/ 74341 h 211321"/>
                  <a:gd name="connsiteX4" fmla="*/ 37944 w 136023"/>
                  <a:gd name="connsiteY4" fmla="*/ 92596 h 211321"/>
                  <a:gd name="connsiteX5" fmla="*/ 37944 w 136023"/>
                  <a:gd name="connsiteY5" fmla="*/ 97546 h 211321"/>
                  <a:gd name="connsiteX6" fmla="*/ 65692 w 136023"/>
                  <a:gd name="connsiteY6" fmla="*/ 100950 h 211321"/>
                  <a:gd name="connsiteX7" fmla="*/ 94043 w 136023"/>
                  <a:gd name="connsiteY7" fmla="*/ 148907 h 211321"/>
                  <a:gd name="connsiteX8" fmla="*/ 87407 w 136023"/>
                  <a:gd name="connsiteY8" fmla="*/ 178610 h 211321"/>
                  <a:gd name="connsiteX9" fmla="*/ 54532 w 136023"/>
                  <a:gd name="connsiteY9" fmla="*/ 199649 h 211321"/>
                  <a:gd name="connsiteX10" fmla="*/ 32817 w 136023"/>
                  <a:gd name="connsiteY10" fmla="*/ 189748 h 211321"/>
                  <a:gd name="connsiteX11" fmla="*/ 13514 w 136023"/>
                  <a:gd name="connsiteY11" fmla="*/ 181085 h 211321"/>
                  <a:gd name="connsiteX12" fmla="*/ 244 w 136023"/>
                  <a:gd name="connsiteY12" fmla="*/ 193152 h 211321"/>
                  <a:gd name="connsiteX13" fmla="*/ 34023 w 136023"/>
                  <a:gd name="connsiteY13" fmla="*/ 211407 h 211321"/>
                  <a:gd name="connsiteX14" fmla="*/ 79264 w 136023"/>
                  <a:gd name="connsiteY14" fmla="*/ 199959 h 211321"/>
                  <a:gd name="connsiteX15" fmla="*/ 118171 w 136023"/>
                  <a:gd name="connsiteY15" fmla="*/ 132200 h 211321"/>
                  <a:gd name="connsiteX16" fmla="*/ 89217 w 136023"/>
                  <a:gd name="connsiteY16" fmla="*/ 86099 h 211321"/>
                  <a:gd name="connsiteX17" fmla="*/ 89217 w 136023"/>
                  <a:gd name="connsiteY17" fmla="*/ 85170 h 211321"/>
                  <a:gd name="connsiteX18" fmla="*/ 136267 w 136023"/>
                  <a:gd name="connsiteY18" fmla="*/ 39379 h 211321"/>
                  <a:gd name="connsiteX19" fmla="*/ 94043 w 136023"/>
                  <a:gd name="connsiteY19" fmla="*/ 85 h 211321"/>
                  <a:gd name="connsiteX20" fmla="*/ 44579 w 136023"/>
                  <a:gd name="connsiteY20" fmla="*/ 32263 h 211321"/>
                  <a:gd name="connsiteX21" fmla="*/ 49405 w 136023"/>
                  <a:gd name="connsiteY21" fmla="*/ 33810 h 211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6023" h="211321">
                    <a:moveTo>
                      <a:pt x="49405" y="33810"/>
                    </a:moveTo>
                    <a:cubicBezTo>
                      <a:pt x="59961" y="19577"/>
                      <a:pt x="70517" y="13080"/>
                      <a:pt x="83185" y="13080"/>
                    </a:cubicBezTo>
                    <a:cubicBezTo>
                      <a:pt x="99170" y="13080"/>
                      <a:pt x="110028" y="24527"/>
                      <a:pt x="110028" y="41235"/>
                    </a:cubicBezTo>
                    <a:cubicBezTo>
                      <a:pt x="110028" y="54230"/>
                      <a:pt x="103694" y="65369"/>
                      <a:pt x="90423" y="74341"/>
                    </a:cubicBezTo>
                    <a:cubicBezTo>
                      <a:pt x="77756" y="83314"/>
                      <a:pt x="64787" y="87955"/>
                      <a:pt x="37944" y="92596"/>
                    </a:cubicBezTo>
                    <a:lnTo>
                      <a:pt x="37944" y="97546"/>
                    </a:lnTo>
                    <a:cubicBezTo>
                      <a:pt x="53929" y="97546"/>
                      <a:pt x="57850" y="97856"/>
                      <a:pt x="65692" y="100950"/>
                    </a:cubicBezTo>
                    <a:cubicBezTo>
                      <a:pt x="84090" y="107447"/>
                      <a:pt x="94043" y="124464"/>
                      <a:pt x="94043" y="148907"/>
                    </a:cubicBezTo>
                    <a:cubicBezTo>
                      <a:pt x="94043" y="160046"/>
                      <a:pt x="91630" y="171184"/>
                      <a:pt x="87407" y="178610"/>
                    </a:cubicBezTo>
                    <a:cubicBezTo>
                      <a:pt x="80470" y="190986"/>
                      <a:pt x="66597" y="199649"/>
                      <a:pt x="54532" y="199649"/>
                    </a:cubicBezTo>
                    <a:cubicBezTo>
                      <a:pt x="48802" y="199649"/>
                      <a:pt x="41865" y="196555"/>
                      <a:pt x="32817" y="189748"/>
                    </a:cubicBezTo>
                    <a:cubicBezTo>
                      <a:pt x="24070" y="183251"/>
                      <a:pt x="19245" y="181085"/>
                      <a:pt x="13514" y="181085"/>
                    </a:cubicBezTo>
                    <a:cubicBezTo>
                      <a:pt x="5069" y="181085"/>
                      <a:pt x="244" y="185417"/>
                      <a:pt x="244" y="193152"/>
                    </a:cubicBezTo>
                    <a:cubicBezTo>
                      <a:pt x="244" y="204909"/>
                      <a:pt x="12609" y="211407"/>
                      <a:pt x="34023" y="211407"/>
                    </a:cubicBezTo>
                    <a:cubicBezTo>
                      <a:pt x="51215" y="211407"/>
                      <a:pt x="66295" y="207694"/>
                      <a:pt x="79264" y="199959"/>
                    </a:cubicBezTo>
                    <a:cubicBezTo>
                      <a:pt x="103091" y="185726"/>
                      <a:pt x="118171" y="159736"/>
                      <a:pt x="118171" y="132200"/>
                    </a:cubicBezTo>
                    <a:cubicBezTo>
                      <a:pt x="118171" y="109923"/>
                      <a:pt x="109424" y="95690"/>
                      <a:pt x="89217" y="86099"/>
                    </a:cubicBezTo>
                    <a:lnTo>
                      <a:pt x="89217" y="85170"/>
                    </a:lnTo>
                    <a:cubicBezTo>
                      <a:pt x="125711" y="70628"/>
                      <a:pt x="136267" y="60418"/>
                      <a:pt x="136267" y="39379"/>
                    </a:cubicBezTo>
                    <a:cubicBezTo>
                      <a:pt x="136267" y="16792"/>
                      <a:pt x="118171" y="85"/>
                      <a:pt x="94043" y="85"/>
                    </a:cubicBezTo>
                    <a:cubicBezTo>
                      <a:pt x="73232" y="85"/>
                      <a:pt x="54532" y="12461"/>
                      <a:pt x="44579" y="32263"/>
                    </a:cubicBezTo>
                    <a:lnTo>
                      <a:pt x="49405" y="33810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0F5562C2-B358-BC06-F4CC-6672889CBA0B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10103600" y="4950553"/>
                <a:ext cx="81909" cy="100970"/>
              </a:xfrm>
              <a:custGeom>
                <a:avLst/>
                <a:gdLst>
                  <a:gd name="connsiteX0" fmla="*/ 17210 w 81909"/>
                  <a:gd name="connsiteY0" fmla="*/ 101051 h 100970"/>
                  <a:gd name="connsiteX1" fmla="*/ 42877 w 81909"/>
                  <a:gd name="connsiteY1" fmla="*/ 34883 h 100970"/>
                  <a:gd name="connsiteX2" fmla="*/ 60285 w 81909"/>
                  <a:gd name="connsiteY2" fmla="*/ 14963 h 100970"/>
                  <a:gd name="connsiteX3" fmla="*/ 63856 w 81909"/>
                  <a:gd name="connsiteY3" fmla="*/ 18169 h 100970"/>
                  <a:gd name="connsiteX4" fmla="*/ 71891 w 81909"/>
                  <a:gd name="connsiteY4" fmla="*/ 23206 h 100970"/>
                  <a:gd name="connsiteX5" fmla="*/ 82158 w 81909"/>
                  <a:gd name="connsiteY5" fmla="*/ 11987 h 100970"/>
                  <a:gd name="connsiteX6" fmla="*/ 71668 w 81909"/>
                  <a:gd name="connsiteY6" fmla="*/ 81 h 100970"/>
                  <a:gd name="connsiteX7" fmla="*/ 54706 w 81909"/>
                  <a:gd name="connsiteY7" fmla="*/ 9697 h 100970"/>
                  <a:gd name="connsiteX8" fmla="*/ 33056 w 81909"/>
                  <a:gd name="connsiteY8" fmla="*/ 41980 h 100970"/>
                  <a:gd name="connsiteX9" fmla="*/ 29932 w 81909"/>
                  <a:gd name="connsiteY9" fmla="*/ 50223 h 100970"/>
                  <a:gd name="connsiteX10" fmla="*/ 41761 w 81909"/>
                  <a:gd name="connsiteY10" fmla="*/ 539 h 100970"/>
                  <a:gd name="connsiteX11" fmla="*/ 41091 w 81909"/>
                  <a:gd name="connsiteY11" fmla="*/ 81 h 100970"/>
                  <a:gd name="connsiteX12" fmla="*/ 6497 w 81909"/>
                  <a:gd name="connsiteY12" fmla="*/ 6263 h 100970"/>
                  <a:gd name="connsiteX13" fmla="*/ 6497 w 81909"/>
                  <a:gd name="connsiteY13" fmla="*/ 10155 h 100970"/>
                  <a:gd name="connsiteX14" fmla="*/ 14086 w 81909"/>
                  <a:gd name="connsiteY14" fmla="*/ 9010 h 100970"/>
                  <a:gd name="connsiteX15" fmla="*/ 21897 w 81909"/>
                  <a:gd name="connsiteY15" fmla="*/ 15421 h 100970"/>
                  <a:gd name="connsiteX16" fmla="*/ 18326 w 81909"/>
                  <a:gd name="connsiteY16" fmla="*/ 34196 h 100970"/>
                  <a:gd name="connsiteX17" fmla="*/ 248 w 81909"/>
                  <a:gd name="connsiteY17" fmla="*/ 101051 h 100970"/>
                  <a:gd name="connsiteX18" fmla="*/ 17210 w 81909"/>
                  <a:gd name="connsiteY18" fmla="*/ 101051 h 100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1909" h="100970">
                    <a:moveTo>
                      <a:pt x="17210" y="101051"/>
                    </a:moveTo>
                    <a:cubicBezTo>
                      <a:pt x="28816" y="62129"/>
                      <a:pt x="32610" y="52283"/>
                      <a:pt x="42877" y="34883"/>
                    </a:cubicBezTo>
                    <a:cubicBezTo>
                      <a:pt x="50242" y="22061"/>
                      <a:pt x="56491" y="14963"/>
                      <a:pt x="60285" y="14963"/>
                    </a:cubicBezTo>
                    <a:cubicBezTo>
                      <a:pt x="61624" y="14963"/>
                      <a:pt x="62740" y="15879"/>
                      <a:pt x="63856" y="18169"/>
                    </a:cubicBezTo>
                    <a:cubicBezTo>
                      <a:pt x="65642" y="22061"/>
                      <a:pt x="67427" y="23206"/>
                      <a:pt x="71891" y="23206"/>
                    </a:cubicBezTo>
                    <a:cubicBezTo>
                      <a:pt x="78363" y="23206"/>
                      <a:pt x="82158" y="19085"/>
                      <a:pt x="82158" y="11987"/>
                    </a:cubicBezTo>
                    <a:cubicBezTo>
                      <a:pt x="82158" y="4889"/>
                      <a:pt x="77917" y="81"/>
                      <a:pt x="71668" y="81"/>
                    </a:cubicBezTo>
                    <a:cubicBezTo>
                      <a:pt x="66535" y="81"/>
                      <a:pt x="60508" y="3515"/>
                      <a:pt x="54706" y="9697"/>
                    </a:cubicBezTo>
                    <a:cubicBezTo>
                      <a:pt x="45555" y="19314"/>
                      <a:pt x="36627" y="32822"/>
                      <a:pt x="33056" y="41980"/>
                    </a:cubicBezTo>
                    <a:lnTo>
                      <a:pt x="29932" y="50223"/>
                    </a:lnTo>
                    <a:lnTo>
                      <a:pt x="41761" y="539"/>
                    </a:lnTo>
                    <a:lnTo>
                      <a:pt x="41091" y="81"/>
                    </a:lnTo>
                    <a:cubicBezTo>
                      <a:pt x="24799" y="3058"/>
                      <a:pt x="22790" y="3515"/>
                      <a:pt x="6497" y="6263"/>
                    </a:cubicBezTo>
                    <a:lnTo>
                      <a:pt x="6497" y="10155"/>
                    </a:lnTo>
                    <a:cubicBezTo>
                      <a:pt x="11854" y="9010"/>
                      <a:pt x="12523" y="9010"/>
                      <a:pt x="14086" y="9010"/>
                    </a:cubicBezTo>
                    <a:cubicBezTo>
                      <a:pt x="18996" y="9010"/>
                      <a:pt x="21897" y="11300"/>
                      <a:pt x="21897" y="15421"/>
                    </a:cubicBezTo>
                    <a:cubicBezTo>
                      <a:pt x="21897" y="18627"/>
                      <a:pt x="21897" y="18627"/>
                      <a:pt x="18326" y="34196"/>
                    </a:cubicBezTo>
                    <a:lnTo>
                      <a:pt x="248" y="101051"/>
                    </a:lnTo>
                    <a:lnTo>
                      <a:pt x="17210" y="101051"/>
                    </a:lnTo>
                    <a:close/>
                  </a:path>
                </a:pathLst>
              </a:custGeom>
              <a:solidFill>
                <a:srgbClr val="FFFFFF"/>
              </a:solidFill>
              <a:ln w="22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13B25EC1-844D-9A27-1C22-FECC2EC181B0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10180911" y="4895145"/>
                <a:ext cx="114271" cy="159354"/>
              </a:xfrm>
              <a:custGeom>
                <a:avLst/>
                <a:gdLst>
                  <a:gd name="connsiteX0" fmla="*/ 100238 w 114271"/>
                  <a:gd name="connsiteY0" fmla="*/ 131045 h 159354"/>
                  <a:gd name="connsiteX1" fmla="*/ 81937 w 114271"/>
                  <a:gd name="connsiteY1" fmla="*/ 147301 h 159354"/>
                  <a:gd name="connsiteX2" fmla="*/ 77920 w 114271"/>
                  <a:gd name="connsiteY2" fmla="*/ 142722 h 159354"/>
                  <a:gd name="connsiteX3" fmla="*/ 92427 w 114271"/>
                  <a:gd name="connsiteY3" fmla="*/ 86398 h 159354"/>
                  <a:gd name="connsiteX4" fmla="*/ 114522 w 114271"/>
                  <a:gd name="connsiteY4" fmla="*/ 1226 h 159354"/>
                  <a:gd name="connsiteX5" fmla="*/ 113406 w 114271"/>
                  <a:gd name="connsiteY5" fmla="*/ 81 h 159354"/>
                  <a:gd name="connsiteX6" fmla="*/ 79259 w 114271"/>
                  <a:gd name="connsiteY6" fmla="*/ 5347 h 159354"/>
                  <a:gd name="connsiteX7" fmla="*/ 79259 w 114271"/>
                  <a:gd name="connsiteY7" fmla="*/ 9240 h 159354"/>
                  <a:gd name="connsiteX8" fmla="*/ 93096 w 114271"/>
                  <a:gd name="connsiteY8" fmla="*/ 15193 h 159354"/>
                  <a:gd name="connsiteX9" fmla="*/ 89749 w 114271"/>
                  <a:gd name="connsiteY9" fmla="*/ 31220 h 159354"/>
                  <a:gd name="connsiteX10" fmla="*/ 79928 w 114271"/>
                  <a:gd name="connsiteY10" fmla="*/ 68769 h 159354"/>
                  <a:gd name="connsiteX11" fmla="*/ 65421 w 114271"/>
                  <a:gd name="connsiteY11" fmla="*/ 55489 h 159354"/>
                  <a:gd name="connsiteX12" fmla="*/ 251 w 114271"/>
                  <a:gd name="connsiteY12" fmla="*/ 132877 h 159354"/>
                  <a:gd name="connsiteX13" fmla="*/ 23685 w 114271"/>
                  <a:gd name="connsiteY13" fmla="*/ 158978 h 159354"/>
                  <a:gd name="connsiteX14" fmla="*/ 63859 w 114271"/>
                  <a:gd name="connsiteY14" fmla="*/ 128756 h 159354"/>
                  <a:gd name="connsiteX15" fmla="*/ 60958 w 114271"/>
                  <a:gd name="connsiteY15" fmla="*/ 149133 h 159354"/>
                  <a:gd name="connsiteX16" fmla="*/ 70331 w 114271"/>
                  <a:gd name="connsiteY16" fmla="*/ 159436 h 159354"/>
                  <a:gd name="connsiteX17" fmla="*/ 102917 w 114271"/>
                  <a:gd name="connsiteY17" fmla="*/ 133335 h 159354"/>
                  <a:gd name="connsiteX18" fmla="*/ 100238 w 114271"/>
                  <a:gd name="connsiteY18" fmla="*/ 131045 h 159354"/>
                  <a:gd name="connsiteX19" fmla="*/ 66314 w 114271"/>
                  <a:gd name="connsiteY19" fmla="*/ 60755 h 159354"/>
                  <a:gd name="connsiteX20" fmla="*/ 76357 w 114271"/>
                  <a:gd name="connsiteY20" fmla="*/ 73806 h 159354"/>
                  <a:gd name="connsiteX21" fmla="*/ 32613 w 114271"/>
                  <a:gd name="connsiteY21" fmla="*/ 147988 h 159354"/>
                  <a:gd name="connsiteX22" fmla="*/ 19668 w 114271"/>
                  <a:gd name="connsiteY22" fmla="*/ 132877 h 159354"/>
                  <a:gd name="connsiteX23" fmla="*/ 45558 w 114271"/>
                  <a:gd name="connsiteY23" fmla="*/ 71287 h 159354"/>
                  <a:gd name="connsiteX24" fmla="*/ 66314 w 114271"/>
                  <a:gd name="connsiteY24" fmla="*/ 60755 h 159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4271" h="159354">
                    <a:moveTo>
                      <a:pt x="100238" y="131045"/>
                    </a:moveTo>
                    <a:cubicBezTo>
                      <a:pt x="88186" y="145240"/>
                      <a:pt x="85731" y="147301"/>
                      <a:pt x="81937" y="147301"/>
                    </a:cubicBezTo>
                    <a:cubicBezTo>
                      <a:pt x="79705" y="147301"/>
                      <a:pt x="77920" y="145240"/>
                      <a:pt x="77920" y="142722"/>
                    </a:cubicBezTo>
                    <a:cubicBezTo>
                      <a:pt x="77920" y="139517"/>
                      <a:pt x="85062" y="111584"/>
                      <a:pt x="92427" y="86398"/>
                    </a:cubicBezTo>
                    <a:cubicBezTo>
                      <a:pt x="98453" y="65334"/>
                      <a:pt x="103140" y="47018"/>
                      <a:pt x="114522" y="1226"/>
                    </a:cubicBezTo>
                    <a:lnTo>
                      <a:pt x="113406" y="81"/>
                    </a:lnTo>
                    <a:cubicBezTo>
                      <a:pt x="101578" y="2600"/>
                      <a:pt x="93543" y="3974"/>
                      <a:pt x="79259" y="5347"/>
                    </a:cubicBezTo>
                    <a:lnTo>
                      <a:pt x="79259" y="9240"/>
                    </a:lnTo>
                    <a:cubicBezTo>
                      <a:pt x="91534" y="9698"/>
                      <a:pt x="93096" y="10385"/>
                      <a:pt x="93096" y="15193"/>
                    </a:cubicBezTo>
                    <a:cubicBezTo>
                      <a:pt x="93096" y="18169"/>
                      <a:pt x="92873" y="19543"/>
                      <a:pt x="89749" y="31220"/>
                    </a:cubicBezTo>
                    <a:lnTo>
                      <a:pt x="79928" y="68769"/>
                    </a:lnTo>
                    <a:cubicBezTo>
                      <a:pt x="78143" y="59152"/>
                      <a:pt x="74126" y="55489"/>
                      <a:pt x="65421" y="55489"/>
                    </a:cubicBezTo>
                    <a:cubicBezTo>
                      <a:pt x="36407" y="55489"/>
                      <a:pt x="251" y="98533"/>
                      <a:pt x="251" y="132877"/>
                    </a:cubicBezTo>
                    <a:cubicBezTo>
                      <a:pt x="251" y="149133"/>
                      <a:pt x="9178" y="158978"/>
                      <a:pt x="23685" y="158978"/>
                    </a:cubicBezTo>
                    <a:cubicBezTo>
                      <a:pt x="38862" y="158978"/>
                      <a:pt x="48682" y="151651"/>
                      <a:pt x="63859" y="128756"/>
                    </a:cubicBezTo>
                    <a:cubicBezTo>
                      <a:pt x="61404" y="140432"/>
                      <a:pt x="60958" y="143867"/>
                      <a:pt x="60958" y="149133"/>
                    </a:cubicBezTo>
                    <a:cubicBezTo>
                      <a:pt x="60958" y="155315"/>
                      <a:pt x="64752" y="159436"/>
                      <a:pt x="70331" y="159436"/>
                    </a:cubicBezTo>
                    <a:cubicBezTo>
                      <a:pt x="79705" y="159436"/>
                      <a:pt x="91311" y="150049"/>
                      <a:pt x="102917" y="133335"/>
                    </a:cubicBezTo>
                    <a:lnTo>
                      <a:pt x="100238" y="131045"/>
                    </a:lnTo>
                    <a:close/>
                    <a:moveTo>
                      <a:pt x="66314" y="60755"/>
                    </a:moveTo>
                    <a:cubicBezTo>
                      <a:pt x="73010" y="61213"/>
                      <a:pt x="76357" y="65563"/>
                      <a:pt x="76357" y="73806"/>
                    </a:cubicBezTo>
                    <a:cubicBezTo>
                      <a:pt x="76357" y="108607"/>
                      <a:pt x="53146" y="147988"/>
                      <a:pt x="32613" y="147988"/>
                    </a:cubicBezTo>
                    <a:cubicBezTo>
                      <a:pt x="25024" y="147988"/>
                      <a:pt x="19668" y="141806"/>
                      <a:pt x="19668" y="132877"/>
                    </a:cubicBezTo>
                    <a:cubicBezTo>
                      <a:pt x="19668" y="113873"/>
                      <a:pt x="30827" y="87314"/>
                      <a:pt x="45558" y="71287"/>
                    </a:cubicBezTo>
                    <a:cubicBezTo>
                      <a:pt x="51807" y="64647"/>
                      <a:pt x="60065" y="60297"/>
                      <a:pt x="66314" y="607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4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786D455F-CFC9-DE2E-323D-CA1F178C49BE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10405614" y="5043335"/>
                <a:ext cx="110688" cy="136446"/>
              </a:xfrm>
              <a:custGeom>
                <a:avLst/>
                <a:gdLst>
                  <a:gd name="connsiteX0" fmla="*/ 23180 w 110688"/>
                  <a:gd name="connsiteY0" fmla="*/ 136531 h 136446"/>
                  <a:gd name="connsiteX1" fmla="*/ 57865 w 110688"/>
                  <a:gd name="connsiteY1" fmla="*/ 47114 h 136446"/>
                  <a:gd name="connsiteX2" fmla="*/ 81390 w 110688"/>
                  <a:gd name="connsiteY2" fmla="*/ 20196 h 136446"/>
                  <a:gd name="connsiteX3" fmla="*/ 86216 w 110688"/>
                  <a:gd name="connsiteY3" fmla="*/ 24527 h 136446"/>
                  <a:gd name="connsiteX4" fmla="*/ 97073 w 110688"/>
                  <a:gd name="connsiteY4" fmla="*/ 31334 h 136446"/>
                  <a:gd name="connsiteX5" fmla="*/ 110947 w 110688"/>
                  <a:gd name="connsiteY5" fmla="*/ 16174 h 136446"/>
                  <a:gd name="connsiteX6" fmla="*/ 96772 w 110688"/>
                  <a:gd name="connsiteY6" fmla="*/ 85 h 136446"/>
                  <a:gd name="connsiteX7" fmla="*/ 73850 w 110688"/>
                  <a:gd name="connsiteY7" fmla="*/ 13080 h 136446"/>
                  <a:gd name="connsiteX8" fmla="*/ 44594 w 110688"/>
                  <a:gd name="connsiteY8" fmla="*/ 56705 h 136446"/>
                  <a:gd name="connsiteX9" fmla="*/ 40372 w 110688"/>
                  <a:gd name="connsiteY9" fmla="*/ 67844 h 136446"/>
                  <a:gd name="connsiteX10" fmla="*/ 56357 w 110688"/>
                  <a:gd name="connsiteY10" fmla="*/ 703 h 136446"/>
                  <a:gd name="connsiteX11" fmla="*/ 55452 w 110688"/>
                  <a:gd name="connsiteY11" fmla="*/ 85 h 136446"/>
                  <a:gd name="connsiteX12" fmla="*/ 8703 w 110688"/>
                  <a:gd name="connsiteY12" fmla="*/ 8439 h 136446"/>
                  <a:gd name="connsiteX13" fmla="*/ 8703 w 110688"/>
                  <a:gd name="connsiteY13" fmla="*/ 13698 h 136446"/>
                  <a:gd name="connsiteX14" fmla="*/ 18958 w 110688"/>
                  <a:gd name="connsiteY14" fmla="*/ 12151 h 136446"/>
                  <a:gd name="connsiteX15" fmla="*/ 29514 w 110688"/>
                  <a:gd name="connsiteY15" fmla="*/ 20815 h 136446"/>
                  <a:gd name="connsiteX16" fmla="*/ 24688 w 110688"/>
                  <a:gd name="connsiteY16" fmla="*/ 46186 h 136446"/>
                  <a:gd name="connsiteX17" fmla="*/ 258 w 110688"/>
                  <a:gd name="connsiteY17" fmla="*/ 136531 h 136446"/>
                  <a:gd name="connsiteX18" fmla="*/ 23180 w 110688"/>
                  <a:gd name="connsiteY18" fmla="*/ 136531 h 136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688" h="136446">
                    <a:moveTo>
                      <a:pt x="23180" y="136531"/>
                    </a:moveTo>
                    <a:cubicBezTo>
                      <a:pt x="38864" y="83933"/>
                      <a:pt x="43991" y="70628"/>
                      <a:pt x="57865" y="47114"/>
                    </a:cubicBezTo>
                    <a:cubicBezTo>
                      <a:pt x="67818" y="29787"/>
                      <a:pt x="76263" y="20196"/>
                      <a:pt x="81390" y="20196"/>
                    </a:cubicBezTo>
                    <a:cubicBezTo>
                      <a:pt x="83200" y="20196"/>
                      <a:pt x="84708" y="21433"/>
                      <a:pt x="86216" y="24527"/>
                    </a:cubicBezTo>
                    <a:cubicBezTo>
                      <a:pt x="88629" y="29787"/>
                      <a:pt x="91041" y="31334"/>
                      <a:pt x="97073" y="31334"/>
                    </a:cubicBezTo>
                    <a:cubicBezTo>
                      <a:pt x="105820" y="31334"/>
                      <a:pt x="110947" y="25765"/>
                      <a:pt x="110947" y="16174"/>
                    </a:cubicBezTo>
                    <a:cubicBezTo>
                      <a:pt x="110947" y="6582"/>
                      <a:pt x="105217" y="85"/>
                      <a:pt x="96772" y="85"/>
                    </a:cubicBezTo>
                    <a:cubicBezTo>
                      <a:pt x="89835" y="85"/>
                      <a:pt x="81692" y="4726"/>
                      <a:pt x="73850" y="13080"/>
                    </a:cubicBezTo>
                    <a:cubicBezTo>
                      <a:pt x="61484" y="26074"/>
                      <a:pt x="49420" y="44329"/>
                      <a:pt x="44594" y="56705"/>
                    </a:cubicBezTo>
                    <a:lnTo>
                      <a:pt x="40372" y="67844"/>
                    </a:lnTo>
                    <a:lnTo>
                      <a:pt x="56357" y="703"/>
                    </a:lnTo>
                    <a:lnTo>
                      <a:pt x="55452" y="85"/>
                    </a:lnTo>
                    <a:cubicBezTo>
                      <a:pt x="33435" y="4107"/>
                      <a:pt x="30720" y="4726"/>
                      <a:pt x="8703" y="8439"/>
                    </a:cubicBezTo>
                    <a:lnTo>
                      <a:pt x="8703" y="13698"/>
                    </a:lnTo>
                    <a:cubicBezTo>
                      <a:pt x="15942" y="12151"/>
                      <a:pt x="16847" y="12151"/>
                      <a:pt x="18958" y="12151"/>
                    </a:cubicBezTo>
                    <a:cubicBezTo>
                      <a:pt x="25593" y="12151"/>
                      <a:pt x="29514" y="15245"/>
                      <a:pt x="29514" y="20815"/>
                    </a:cubicBezTo>
                    <a:cubicBezTo>
                      <a:pt x="29514" y="25146"/>
                      <a:pt x="29514" y="25146"/>
                      <a:pt x="24688" y="46186"/>
                    </a:cubicBezTo>
                    <a:lnTo>
                      <a:pt x="258" y="136531"/>
                    </a:lnTo>
                    <a:lnTo>
                      <a:pt x="23180" y="136531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2D5D32DE-3847-5077-93B9-B51ECDA0D572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10522471" y="5043335"/>
                <a:ext cx="130594" cy="139849"/>
              </a:xfrm>
              <a:custGeom>
                <a:avLst/>
                <a:gdLst>
                  <a:gd name="connsiteX0" fmla="*/ 126635 w 130594"/>
                  <a:gd name="connsiteY0" fmla="*/ 100331 h 139849"/>
                  <a:gd name="connsiteX1" fmla="*/ 101601 w 130594"/>
                  <a:gd name="connsiteY1" fmla="*/ 124774 h 139849"/>
                  <a:gd name="connsiteX2" fmla="*/ 98284 w 130594"/>
                  <a:gd name="connsiteY2" fmla="*/ 119514 h 139849"/>
                  <a:gd name="connsiteX3" fmla="*/ 104014 w 130594"/>
                  <a:gd name="connsiteY3" fmla="*/ 95381 h 139849"/>
                  <a:gd name="connsiteX4" fmla="*/ 127841 w 130594"/>
                  <a:gd name="connsiteY4" fmla="*/ 2869 h 139849"/>
                  <a:gd name="connsiteX5" fmla="*/ 105522 w 130594"/>
                  <a:gd name="connsiteY5" fmla="*/ 2869 h 139849"/>
                  <a:gd name="connsiteX6" fmla="*/ 72346 w 130594"/>
                  <a:gd name="connsiteY6" fmla="*/ 78363 h 139849"/>
                  <a:gd name="connsiteX7" fmla="*/ 29820 w 130594"/>
                  <a:gd name="connsiteY7" fmla="*/ 123536 h 139849"/>
                  <a:gd name="connsiteX8" fmla="*/ 23486 w 130594"/>
                  <a:gd name="connsiteY8" fmla="*/ 115801 h 139849"/>
                  <a:gd name="connsiteX9" fmla="*/ 23787 w 130594"/>
                  <a:gd name="connsiteY9" fmla="*/ 113017 h 139849"/>
                  <a:gd name="connsiteX10" fmla="*/ 51233 w 130594"/>
                  <a:gd name="connsiteY10" fmla="*/ 703 h 139849"/>
                  <a:gd name="connsiteX11" fmla="*/ 50329 w 130594"/>
                  <a:gd name="connsiteY11" fmla="*/ 85 h 139849"/>
                  <a:gd name="connsiteX12" fmla="*/ 5088 w 130594"/>
                  <a:gd name="connsiteY12" fmla="*/ 8439 h 139849"/>
                  <a:gd name="connsiteX13" fmla="*/ 5088 w 130594"/>
                  <a:gd name="connsiteY13" fmla="*/ 12770 h 139849"/>
                  <a:gd name="connsiteX14" fmla="*/ 19867 w 130594"/>
                  <a:gd name="connsiteY14" fmla="*/ 14627 h 139849"/>
                  <a:gd name="connsiteX15" fmla="*/ 23184 w 130594"/>
                  <a:gd name="connsiteY15" fmla="*/ 20196 h 139849"/>
                  <a:gd name="connsiteX16" fmla="*/ 18962 w 130594"/>
                  <a:gd name="connsiteY16" fmla="*/ 40926 h 139849"/>
                  <a:gd name="connsiteX17" fmla="*/ 7802 w 130594"/>
                  <a:gd name="connsiteY17" fmla="*/ 84861 h 139849"/>
                  <a:gd name="connsiteX18" fmla="*/ 262 w 130594"/>
                  <a:gd name="connsiteY18" fmla="*/ 122917 h 139849"/>
                  <a:gd name="connsiteX19" fmla="*/ 16247 w 130594"/>
                  <a:gd name="connsiteY19" fmla="*/ 139935 h 139849"/>
                  <a:gd name="connsiteX20" fmla="*/ 88331 w 130594"/>
                  <a:gd name="connsiteY20" fmla="*/ 63512 h 139849"/>
                  <a:gd name="connsiteX21" fmla="*/ 74759 w 130594"/>
                  <a:gd name="connsiteY21" fmla="*/ 124464 h 139849"/>
                  <a:gd name="connsiteX22" fmla="*/ 89236 w 130594"/>
                  <a:gd name="connsiteY22" fmla="*/ 139316 h 139849"/>
                  <a:gd name="connsiteX23" fmla="*/ 130857 w 130594"/>
                  <a:gd name="connsiteY23" fmla="*/ 103116 h 139849"/>
                  <a:gd name="connsiteX24" fmla="*/ 126635 w 130594"/>
                  <a:gd name="connsiteY24" fmla="*/ 100331 h 13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0594" h="139849">
                    <a:moveTo>
                      <a:pt x="126635" y="100331"/>
                    </a:moveTo>
                    <a:cubicBezTo>
                      <a:pt x="110951" y="120442"/>
                      <a:pt x="106427" y="124774"/>
                      <a:pt x="101601" y="124774"/>
                    </a:cubicBezTo>
                    <a:cubicBezTo>
                      <a:pt x="99490" y="124774"/>
                      <a:pt x="98284" y="122917"/>
                      <a:pt x="98284" y="119514"/>
                    </a:cubicBezTo>
                    <a:cubicBezTo>
                      <a:pt x="98284" y="117658"/>
                      <a:pt x="98284" y="117658"/>
                      <a:pt x="104014" y="95381"/>
                    </a:cubicBezTo>
                    <a:lnTo>
                      <a:pt x="127841" y="2869"/>
                    </a:lnTo>
                    <a:lnTo>
                      <a:pt x="105522" y="2869"/>
                    </a:lnTo>
                    <a:cubicBezTo>
                      <a:pt x="88331" y="50827"/>
                      <a:pt x="86220" y="55777"/>
                      <a:pt x="72346" y="78363"/>
                    </a:cubicBezTo>
                    <a:cubicBezTo>
                      <a:pt x="54249" y="107757"/>
                      <a:pt x="39471" y="123536"/>
                      <a:pt x="29820" y="123536"/>
                    </a:cubicBezTo>
                    <a:cubicBezTo>
                      <a:pt x="26200" y="123536"/>
                      <a:pt x="23486" y="120442"/>
                      <a:pt x="23486" y="115801"/>
                    </a:cubicBezTo>
                    <a:cubicBezTo>
                      <a:pt x="23486" y="114564"/>
                      <a:pt x="23486" y="113945"/>
                      <a:pt x="23787" y="113017"/>
                    </a:cubicBezTo>
                    <a:lnTo>
                      <a:pt x="51233" y="703"/>
                    </a:lnTo>
                    <a:lnTo>
                      <a:pt x="50329" y="85"/>
                    </a:lnTo>
                    <a:cubicBezTo>
                      <a:pt x="33137" y="4107"/>
                      <a:pt x="22279" y="6273"/>
                      <a:pt x="5088" y="8439"/>
                    </a:cubicBezTo>
                    <a:lnTo>
                      <a:pt x="5088" y="12770"/>
                    </a:lnTo>
                    <a:cubicBezTo>
                      <a:pt x="16549" y="12770"/>
                      <a:pt x="17152" y="13080"/>
                      <a:pt x="19867" y="14627"/>
                    </a:cubicBezTo>
                    <a:cubicBezTo>
                      <a:pt x="21676" y="15245"/>
                      <a:pt x="23184" y="18030"/>
                      <a:pt x="23184" y="20196"/>
                    </a:cubicBezTo>
                    <a:cubicBezTo>
                      <a:pt x="23184" y="22671"/>
                      <a:pt x="21676" y="30406"/>
                      <a:pt x="18962" y="40926"/>
                    </a:cubicBezTo>
                    <a:lnTo>
                      <a:pt x="7802" y="84861"/>
                    </a:lnTo>
                    <a:cubicBezTo>
                      <a:pt x="2374" y="106829"/>
                      <a:pt x="262" y="117348"/>
                      <a:pt x="262" y="122917"/>
                    </a:cubicBezTo>
                    <a:cubicBezTo>
                      <a:pt x="262" y="134056"/>
                      <a:pt x="5691" y="139935"/>
                      <a:pt x="16247" y="139935"/>
                    </a:cubicBezTo>
                    <a:cubicBezTo>
                      <a:pt x="37661" y="139935"/>
                      <a:pt x="53646" y="123227"/>
                      <a:pt x="88331" y="63512"/>
                    </a:cubicBezTo>
                    <a:cubicBezTo>
                      <a:pt x="79584" y="96618"/>
                      <a:pt x="74759" y="117967"/>
                      <a:pt x="74759" y="124464"/>
                    </a:cubicBezTo>
                    <a:cubicBezTo>
                      <a:pt x="74759" y="133747"/>
                      <a:pt x="80187" y="139316"/>
                      <a:pt x="89236" y="139316"/>
                    </a:cubicBezTo>
                    <a:cubicBezTo>
                      <a:pt x="103411" y="139316"/>
                      <a:pt x="110348" y="133128"/>
                      <a:pt x="130857" y="103116"/>
                    </a:cubicBezTo>
                    <a:lnTo>
                      <a:pt x="126635" y="100331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24982393-6F13-10BC-B66B-CE310C200256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0673235" y="4968459"/>
                <a:ext cx="72083" cy="214725"/>
              </a:xfrm>
              <a:custGeom>
                <a:avLst/>
                <a:gdLst>
                  <a:gd name="connsiteX0" fmla="*/ 56969 w 72083"/>
                  <a:gd name="connsiteY0" fmla="*/ 173350 h 214725"/>
                  <a:gd name="connsiteX1" fmla="*/ 48826 w 72083"/>
                  <a:gd name="connsiteY1" fmla="*/ 183870 h 214725"/>
                  <a:gd name="connsiteX2" fmla="*/ 28015 w 72083"/>
                  <a:gd name="connsiteY2" fmla="*/ 201506 h 214725"/>
                  <a:gd name="connsiteX3" fmla="*/ 23491 w 72083"/>
                  <a:gd name="connsiteY3" fmla="*/ 195936 h 214725"/>
                  <a:gd name="connsiteX4" fmla="*/ 25904 w 72083"/>
                  <a:gd name="connsiteY4" fmla="*/ 183870 h 214725"/>
                  <a:gd name="connsiteX5" fmla="*/ 26808 w 72083"/>
                  <a:gd name="connsiteY5" fmla="*/ 180776 h 214725"/>
                  <a:gd name="connsiteX6" fmla="*/ 72351 w 72083"/>
                  <a:gd name="connsiteY6" fmla="*/ 1632 h 214725"/>
                  <a:gd name="connsiteX7" fmla="*/ 70843 w 72083"/>
                  <a:gd name="connsiteY7" fmla="*/ 85 h 214725"/>
                  <a:gd name="connsiteX8" fmla="*/ 23792 w 72083"/>
                  <a:gd name="connsiteY8" fmla="*/ 8439 h 214725"/>
                  <a:gd name="connsiteX9" fmla="*/ 23792 w 72083"/>
                  <a:gd name="connsiteY9" fmla="*/ 13389 h 214725"/>
                  <a:gd name="connsiteX10" fmla="*/ 44302 w 72083"/>
                  <a:gd name="connsiteY10" fmla="*/ 20505 h 214725"/>
                  <a:gd name="connsiteX11" fmla="*/ 43095 w 72083"/>
                  <a:gd name="connsiteY11" fmla="*/ 26075 h 214725"/>
                  <a:gd name="connsiteX12" fmla="*/ 1775 w 72083"/>
                  <a:gd name="connsiteY12" fmla="*/ 189439 h 214725"/>
                  <a:gd name="connsiteX13" fmla="*/ 267 w 72083"/>
                  <a:gd name="connsiteY13" fmla="*/ 197483 h 214725"/>
                  <a:gd name="connsiteX14" fmla="*/ 15046 w 72083"/>
                  <a:gd name="connsiteY14" fmla="*/ 214810 h 214725"/>
                  <a:gd name="connsiteX15" fmla="*/ 60890 w 72083"/>
                  <a:gd name="connsiteY15" fmla="*/ 176135 h 214725"/>
                  <a:gd name="connsiteX16" fmla="*/ 56969 w 72083"/>
                  <a:gd name="connsiteY16" fmla="*/ 173350 h 214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2083" h="214725">
                    <a:moveTo>
                      <a:pt x="56969" y="173350"/>
                    </a:moveTo>
                    <a:cubicBezTo>
                      <a:pt x="54254" y="176753"/>
                      <a:pt x="51540" y="180157"/>
                      <a:pt x="48826" y="183870"/>
                    </a:cubicBezTo>
                    <a:cubicBezTo>
                      <a:pt x="39174" y="196865"/>
                      <a:pt x="33444" y="201506"/>
                      <a:pt x="28015" y="201506"/>
                    </a:cubicBezTo>
                    <a:cubicBezTo>
                      <a:pt x="24999" y="201506"/>
                      <a:pt x="23491" y="199340"/>
                      <a:pt x="23491" y="195936"/>
                    </a:cubicBezTo>
                    <a:cubicBezTo>
                      <a:pt x="23491" y="193771"/>
                      <a:pt x="24396" y="190058"/>
                      <a:pt x="25904" y="183870"/>
                    </a:cubicBezTo>
                    <a:cubicBezTo>
                      <a:pt x="26205" y="182942"/>
                      <a:pt x="26507" y="181394"/>
                      <a:pt x="26808" y="180776"/>
                    </a:cubicBezTo>
                    <a:lnTo>
                      <a:pt x="72351" y="1632"/>
                    </a:lnTo>
                    <a:lnTo>
                      <a:pt x="70843" y="85"/>
                    </a:lnTo>
                    <a:cubicBezTo>
                      <a:pt x="53048" y="4107"/>
                      <a:pt x="41587" y="6273"/>
                      <a:pt x="23792" y="8439"/>
                    </a:cubicBezTo>
                    <a:lnTo>
                      <a:pt x="23792" y="13389"/>
                    </a:lnTo>
                    <a:cubicBezTo>
                      <a:pt x="38269" y="13389"/>
                      <a:pt x="44302" y="15555"/>
                      <a:pt x="44302" y="20505"/>
                    </a:cubicBezTo>
                    <a:cubicBezTo>
                      <a:pt x="44302" y="21433"/>
                      <a:pt x="44000" y="23290"/>
                      <a:pt x="43095" y="26075"/>
                    </a:cubicBezTo>
                    <a:lnTo>
                      <a:pt x="1775" y="189439"/>
                    </a:lnTo>
                    <a:cubicBezTo>
                      <a:pt x="870" y="192842"/>
                      <a:pt x="267" y="195936"/>
                      <a:pt x="267" y="197483"/>
                    </a:cubicBezTo>
                    <a:cubicBezTo>
                      <a:pt x="267" y="208622"/>
                      <a:pt x="5395" y="214810"/>
                      <a:pt x="15046" y="214810"/>
                    </a:cubicBezTo>
                    <a:cubicBezTo>
                      <a:pt x="30729" y="214810"/>
                      <a:pt x="41285" y="205837"/>
                      <a:pt x="60890" y="176135"/>
                    </a:cubicBezTo>
                    <a:lnTo>
                      <a:pt x="56969" y="173350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DE3EE1D8-D995-47CC-E4B5-6D65A2E78061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0754678" y="5043335"/>
                <a:ext cx="114911" cy="139849"/>
              </a:xfrm>
              <a:custGeom>
                <a:avLst/>
                <a:gdLst>
                  <a:gd name="connsiteX0" fmla="*/ 98895 w 114911"/>
                  <a:gd name="connsiteY0" fmla="*/ 102806 h 139849"/>
                  <a:gd name="connsiteX1" fmla="*/ 54860 w 114911"/>
                  <a:gd name="connsiteY1" fmla="*/ 126011 h 139849"/>
                  <a:gd name="connsiteX2" fmla="*/ 26510 w 114911"/>
                  <a:gd name="connsiteY2" fmla="*/ 98165 h 139849"/>
                  <a:gd name="connsiteX3" fmla="*/ 29526 w 114911"/>
                  <a:gd name="connsiteY3" fmla="*/ 78982 h 139849"/>
                  <a:gd name="connsiteX4" fmla="*/ 37971 w 114911"/>
                  <a:gd name="connsiteY4" fmla="*/ 77745 h 139849"/>
                  <a:gd name="connsiteX5" fmla="*/ 115181 w 114911"/>
                  <a:gd name="connsiteY5" fmla="*/ 21124 h 139849"/>
                  <a:gd name="connsiteX6" fmla="*/ 91053 w 114911"/>
                  <a:gd name="connsiteY6" fmla="*/ 85 h 139849"/>
                  <a:gd name="connsiteX7" fmla="*/ 270 w 114911"/>
                  <a:gd name="connsiteY7" fmla="*/ 97546 h 139849"/>
                  <a:gd name="connsiteX8" fmla="*/ 40082 w 114911"/>
                  <a:gd name="connsiteY8" fmla="*/ 139935 h 139849"/>
                  <a:gd name="connsiteX9" fmla="*/ 102514 w 114911"/>
                  <a:gd name="connsiteY9" fmla="*/ 106519 h 139849"/>
                  <a:gd name="connsiteX10" fmla="*/ 98895 w 114911"/>
                  <a:gd name="connsiteY10" fmla="*/ 102806 h 139849"/>
                  <a:gd name="connsiteX11" fmla="*/ 36764 w 114911"/>
                  <a:gd name="connsiteY11" fmla="*/ 58562 h 139849"/>
                  <a:gd name="connsiteX12" fmla="*/ 84719 w 114911"/>
                  <a:gd name="connsiteY12" fmla="*/ 7201 h 139849"/>
                  <a:gd name="connsiteX13" fmla="*/ 95275 w 114911"/>
                  <a:gd name="connsiteY13" fmla="*/ 19268 h 139849"/>
                  <a:gd name="connsiteX14" fmla="*/ 80195 w 114911"/>
                  <a:gd name="connsiteY14" fmla="*/ 49280 h 139849"/>
                  <a:gd name="connsiteX15" fmla="*/ 31637 w 114911"/>
                  <a:gd name="connsiteY15" fmla="*/ 72175 h 139849"/>
                  <a:gd name="connsiteX16" fmla="*/ 36764 w 114911"/>
                  <a:gd name="connsiteY16" fmla="*/ 58562 h 13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911" h="139849">
                    <a:moveTo>
                      <a:pt x="98895" y="102806"/>
                    </a:moveTo>
                    <a:cubicBezTo>
                      <a:pt x="77179" y="121061"/>
                      <a:pt x="67829" y="126011"/>
                      <a:pt x="54860" y="126011"/>
                    </a:cubicBezTo>
                    <a:cubicBezTo>
                      <a:pt x="37669" y="126011"/>
                      <a:pt x="26510" y="114873"/>
                      <a:pt x="26510" y="98165"/>
                    </a:cubicBezTo>
                    <a:cubicBezTo>
                      <a:pt x="26510" y="93524"/>
                      <a:pt x="27113" y="88883"/>
                      <a:pt x="29526" y="78982"/>
                    </a:cubicBezTo>
                    <a:lnTo>
                      <a:pt x="37971" y="77745"/>
                    </a:lnTo>
                    <a:cubicBezTo>
                      <a:pt x="83211" y="71247"/>
                      <a:pt x="115181" y="47733"/>
                      <a:pt x="115181" y="21124"/>
                    </a:cubicBezTo>
                    <a:cubicBezTo>
                      <a:pt x="115181" y="8129"/>
                      <a:pt x="106133" y="85"/>
                      <a:pt x="91053" y="85"/>
                    </a:cubicBezTo>
                    <a:cubicBezTo>
                      <a:pt x="47622" y="85"/>
                      <a:pt x="270" y="51136"/>
                      <a:pt x="270" y="97546"/>
                    </a:cubicBezTo>
                    <a:cubicBezTo>
                      <a:pt x="270" y="122608"/>
                      <a:pt x="16557" y="139935"/>
                      <a:pt x="40082" y="139935"/>
                    </a:cubicBezTo>
                    <a:cubicBezTo>
                      <a:pt x="61496" y="139935"/>
                      <a:pt x="84719" y="127249"/>
                      <a:pt x="102514" y="106519"/>
                    </a:cubicBezTo>
                    <a:lnTo>
                      <a:pt x="98895" y="102806"/>
                    </a:lnTo>
                    <a:close/>
                    <a:moveTo>
                      <a:pt x="36764" y="58562"/>
                    </a:moveTo>
                    <a:cubicBezTo>
                      <a:pt x="47019" y="31025"/>
                      <a:pt x="69337" y="7201"/>
                      <a:pt x="84719" y="7201"/>
                    </a:cubicBezTo>
                    <a:cubicBezTo>
                      <a:pt x="91053" y="7201"/>
                      <a:pt x="95275" y="12151"/>
                      <a:pt x="95275" y="19268"/>
                    </a:cubicBezTo>
                    <a:cubicBezTo>
                      <a:pt x="95275" y="28859"/>
                      <a:pt x="89545" y="39998"/>
                      <a:pt x="80195" y="49280"/>
                    </a:cubicBezTo>
                    <a:cubicBezTo>
                      <a:pt x="69036" y="60109"/>
                      <a:pt x="57575" y="65678"/>
                      <a:pt x="31637" y="72175"/>
                    </a:cubicBezTo>
                    <a:lnTo>
                      <a:pt x="36764" y="58562"/>
                    </a:lnTo>
                    <a:close/>
                  </a:path>
                </a:pathLst>
              </a:custGeom>
              <a:solidFill>
                <a:srgbClr val="FFFFFF"/>
              </a:solidFill>
              <a:ln w="30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80" name="Group 1279">
            <a:extLst>
              <a:ext uri="{FF2B5EF4-FFF2-40B4-BE49-F238E27FC236}">
                <a16:creationId xmlns:a16="http://schemas.microsoft.com/office/drawing/2014/main" id="{D5F0B7A3-D5E0-3C84-EB33-D14F1035A4CD}"/>
              </a:ext>
            </a:extLst>
          </p:cNvPr>
          <p:cNvGrpSpPr/>
          <p:nvPr/>
        </p:nvGrpSpPr>
        <p:grpSpPr>
          <a:xfrm>
            <a:off x="1656773" y="5642263"/>
            <a:ext cx="5169934" cy="697878"/>
            <a:chOff x="1656773" y="5642263"/>
            <a:chExt cx="5169934" cy="697878"/>
          </a:xfrm>
        </p:grpSpPr>
        <p:grpSp>
          <p:nvGrpSpPr>
            <p:cNvPr id="1260" name="Group 125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E_a=-\frac{(b-a)^5}{180n^4} \bar{f}^{(4)}&#10;\end{align*}&#10;}&#10;\end{document}" title="IguanaTex Shape Display">
              <a:extLst>
                <a:ext uri="{FF2B5EF4-FFF2-40B4-BE49-F238E27FC236}">
                  <a16:creationId xmlns:a16="http://schemas.microsoft.com/office/drawing/2014/main" id="{876923F3-46DB-813A-D407-1BE445018AC3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4400395" y="5642263"/>
              <a:ext cx="2426312" cy="697878"/>
              <a:chOff x="8450907" y="4837602"/>
              <a:chExt cx="2426312" cy="697878"/>
            </a:xfrm>
            <a:solidFill>
              <a:srgbClr val="FFFF00"/>
            </a:solidFill>
          </p:grpSpPr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39A45C84-7E2C-C1AD-F82D-AC131DFA26C0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8450907" y="5116064"/>
                <a:ext cx="192704" cy="202039"/>
              </a:xfrm>
              <a:custGeom>
                <a:avLst/>
                <a:gdLst>
                  <a:gd name="connsiteX0" fmla="*/ 192899 w 192704"/>
                  <a:gd name="connsiteY0" fmla="*/ 88 h 202039"/>
                  <a:gd name="connsiteX1" fmla="*/ 42073 w 192704"/>
                  <a:gd name="connsiteY1" fmla="*/ 88 h 202039"/>
                  <a:gd name="connsiteX2" fmla="*/ 42073 w 192704"/>
                  <a:gd name="connsiteY2" fmla="*/ 5039 h 202039"/>
                  <a:gd name="connsiteX3" fmla="*/ 65441 w 192704"/>
                  <a:gd name="connsiteY3" fmla="*/ 17724 h 202039"/>
                  <a:gd name="connsiteX4" fmla="*/ 62102 w 192704"/>
                  <a:gd name="connsiteY4" fmla="*/ 37526 h 202039"/>
                  <a:gd name="connsiteX5" fmla="*/ 24775 w 192704"/>
                  <a:gd name="connsiteY5" fmla="*/ 174282 h 202039"/>
                  <a:gd name="connsiteX6" fmla="*/ 194 w 192704"/>
                  <a:gd name="connsiteY6" fmla="*/ 197178 h 202039"/>
                  <a:gd name="connsiteX7" fmla="*/ 194 w 192704"/>
                  <a:gd name="connsiteY7" fmla="*/ 202128 h 202039"/>
                  <a:gd name="connsiteX8" fmla="*/ 154055 w 192704"/>
                  <a:gd name="connsiteY8" fmla="*/ 202128 h 202039"/>
                  <a:gd name="connsiteX9" fmla="*/ 172870 w 192704"/>
                  <a:gd name="connsiteY9" fmla="*/ 152005 h 202039"/>
                  <a:gd name="connsiteX10" fmla="*/ 168014 w 192704"/>
                  <a:gd name="connsiteY10" fmla="*/ 149530 h 202039"/>
                  <a:gd name="connsiteX11" fmla="*/ 132811 w 192704"/>
                  <a:gd name="connsiteY11" fmla="*/ 183564 h 202039"/>
                  <a:gd name="connsiteX12" fmla="*/ 78186 w 192704"/>
                  <a:gd name="connsiteY12" fmla="*/ 191918 h 202039"/>
                  <a:gd name="connsiteX13" fmla="*/ 53909 w 192704"/>
                  <a:gd name="connsiteY13" fmla="*/ 181398 h 202039"/>
                  <a:gd name="connsiteX14" fmla="*/ 64834 w 192704"/>
                  <a:gd name="connsiteY14" fmla="*/ 136225 h 202039"/>
                  <a:gd name="connsiteX15" fmla="*/ 74545 w 192704"/>
                  <a:gd name="connsiteY15" fmla="*/ 100644 h 202039"/>
                  <a:gd name="connsiteX16" fmla="*/ 98216 w 192704"/>
                  <a:gd name="connsiteY16" fmla="*/ 101572 h 202039"/>
                  <a:gd name="connsiteX17" fmla="*/ 121886 w 192704"/>
                  <a:gd name="connsiteY17" fmla="*/ 106213 h 202039"/>
                  <a:gd name="connsiteX18" fmla="*/ 124011 w 192704"/>
                  <a:gd name="connsiteY18" fmla="*/ 115805 h 202039"/>
                  <a:gd name="connsiteX19" fmla="*/ 121886 w 192704"/>
                  <a:gd name="connsiteY19" fmla="*/ 131894 h 202039"/>
                  <a:gd name="connsiteX20" fmla="*/ 127956 w 192704"/>
                  <a:gd name="connsiteY20" fmla="*/ 133441 h 202039"/>
                  <a:gd name="connsiteX21" fmla="*/ 148592 w 192704"/>
                  <a:gd name="connsiteY21" fmla="*/ 61659 h 202039"/>
                  <a:gd name="connsiteX22" fmla="*/ 143130 w 192704"/>
                  <a:gd name="connsiteY22" fmla="*/ 60422 h 202039"/>
                  <a:gd name="connsiteX23" fmla="*/ 101250 w 192704"/>
                  <a:gd name="connsiteY23" fmla="*/ 89815 h 202039"/>
                  <a:gd name="connsiteX24" fmla="*/ 77276 w 192704"/>
                  <a:gd name="connsiteY24" fmla="*/ 90434 h 202039"/>
                  <a:gd name="connsiteX25" fmla="*/ 97305 w 192704"/>
                  <a:gd name="connsiteY25" fmla="*/ 18343 h 202039"/>
                  <a:gd name="connsiteX26" fmla="*/ 119459 w 192704"/>
                  <a:gd name="connsiteY26" fmla="*/ 10299 h 202039"/>
                  <a:gd name="connsiteX27" fmla="*/ 177725 w 192704"/>
                  <a:gd name="connsiteY27" fmla="*/ 32885 h 202039"/>
                  <a:gd name="connsiteX28" fmla="*/ 177118 w 192704"/>
                  <a:gd name="connsiteY28" fmla="*/ 46808 h 202039"/>
                  <a:gd name="connsiteX29" fmla="*/ 183491 w 192704"/>
                  <a:gd name="connsiteY29" fmla="*/ 47427 h 202039"/>
                  <a:gd name="connsiteX30" fmla="*/ 192899 w 192704"/>
                  <a:gd name="connsiteY30" fmla="*/ 88 h 202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2704" h="202039">
                    <a:moveTo>
                      <a:pt x="192899" y="88"/>
                    </a:moveTo>
                    <a:lnTo>
                      <a:pt x="42073" y="88"/>
                    </a:lnTo>
                    <a:lnTo>
                      <a:pt x="42073" y="5039"/>
                    </a:lnTo>
                    <a:cubicBezTo>
                      <a:pt x="60889" y="6895"/>
                      <a:pt x="65441" y="9370"/>
                      <a:pt x="65441" y="17724"/>
                    </a:cubicBezTo>
                    <a:cubicBezTo>
                      <a:pt x="65441" y="21128"/>
                      <a:pt x="63620" y="31957"/>
                      <a:pt x="62102" y="37526"/>
                    </a:cubicBezTo>
                    <a:lnTo>
                      <a:pt x="24775" y="174282"/>
                    </a:lnTo>
                    <a:cubicBezTo>
                      <a:pt x="19616" y="191918"/>
                      <a:pt x="17189" y="194084"/>
                      <a:pt x="194" y="197178"/>
                    </a:cubicBezTo>
                    <a:lnTo>
                      <a:pt x="194" y="202128"/>
                    </a:lnTo>
                    <a:lnTo>
                      <a:pt x="154055" y="202128"/>
                    </a:lnTo>
                    <a:lnTo>
                      <a:pt x="172870" y="152005"/>
                    </a:lnTo>
                    <a:lnTo>
                      <a:pt x="168014" y="149530"/>
                    </a:lnTo>
                    <a:cubicBezTo>
                      <a:pt x="153751" y="169331"/>
                      <a:pt x="145861" y="177376"/>
                      <a:pt x="132811" y="183564"/>
                    </a:cubicBezTo>
                    <a:cubicBezTo>
                      <a:pt x="121583" y="188824"/>
                      <a:pt x="100947" y="191918"/>
                      <a:pt x="78186" y="191918"/>
                    </a:cubicBezTo>
                    <a:cubicBezTo>
                      <a:pt x="61192" y="191918"/>
                      <a:pt x="53909" y="188824"/>
                      <a:pt x="53909" y="181398"/>
                    </a:cubicBezTo>
                    <a:cubicBezTo>
                      <a:pt x="53909" y="177995"/>
                      <a:pt x="57247" y="163453"/>
                      <a:pt x="64834" y="136225"/>
                    </a:cubicBezTo>
                    <a:cubicBezTo>
                      <a:pt x="68779" y="122612"/>
                      <a:pt x="71510" y="112401"/>
                      <a:pt x="74545" y="100644"/>
                    </a:cubicBezTo>
                    <a:cubicBezTo>
                      <a:pt x="85166" y="101263"/>
                      <a:pt x="94574" y="101572"/>
                      <a:pt x="98216" y="101572"/>
                    </a:cubicBezTo>
                    <a:cubicBezTo>
                      <a:pt x="110051" y="101263"/>
                      <a:pt x="118548" y="103119"/>
                      <a:pt x="121886" y="106213"/>
                    </a:cubicBezTo>
                    <a:cubicBezTo>
                      <a:pt x="123404" y="107760"/>
                      <a:pt x="124011" y="110545"/>
                      <a:pt x="124011" y="115805"/>
                    </a:cubicBezTo>
                    <a:cubicBezTo>
                      <a:pt x="124011" y="121065"/>
                      <a:pt x="123404" y="125087"/>
                      <a:pt x="121886" y="131894"/>
                    </a:cubicBezTo>
                    <a:lnTo>
                      <a:pt x="127956" y="133441"/>
                    </a:lnTo>
                    <a:lnTo>
                      <a:pt x="148592" y="61659"/>
                    </a:lnTo>
                    <a:lnTo>
                      <a:pt x="143130" y="60422"/>
                    </a:lnTo>
                    <a:cubicBezTo>
                      <a:pt x="131598" y="86721"/>
                      <a:pt x="128866" y="88577"/>
                      <a:pt x="101250" y="89815"/>
                    </a:cubicBezTo>
                    <a:cubicBezTo>
                      <a:pt x="97609" y="89815"/>
                      <a:pt x="87898" y="90124"/>
                      <a:pt x="77276" y="90434"/>
                    </a:cubicBezTo>
                    <a:lnTo>
                      <a:pt x="97305" y="18343"/>
                    </a:lnTo>
                    <a:cubicBezTo>
                      <a:pt x="99126" y="11536"/>
                      <a:pt x="102464" y="10299"/>
                      <a:pt x="119459" y="10299"/>
                    </a:cubicBezTo>
                    <a:cubicBezTo>
                      <a:pt x="167104" y="10299"/>
                      <a:pt x="177725" y="14321"/>
                      <a:pt x="177725" y="32885"/>
                    </a:cubicBezTo>
                    <a:cubicBezTo>
                      <a:pt x="177725" y="36907"/>
                      <a:pt x="177422" y="41548"/>
                      <a:pt x="177118" y="46808"/>
                    </a:cubicBezTo>
                    <a:lnTo>
                      <a:pt x="183491" y="47427"/>
                    </a:lnTo>
                    <a:lnTo>
                      <a:pt x="192899" y="88"/>
                    </a:ln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B28E4BE7-C178-EF7F-FDBB-E303F6AFF9B1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8641145" y="5263717"/>
                <a:ext cx="103077" cy="103488"/>
              </a:xfrm>
              <a:custGeom>
                <a:avLst/>
                <a:gdLst>
                  <a:gd name="connsiteX0" fmla="*/ 100582 w 103077"/>
                  <a:gd name="connsiteY0" fmla="*/ 75876 h 103488"/>
                  <a:gd name="connsiteX1" fmla="*/ 94294 w 103077"/>
                  <a:gd name="connsiteY1" fmla="*/ 82286 h 103488"/>
                  <a:gd name="connsiteX2" fmla="*/ 82616 w 103077"/>
                  <a:gd name="connsiteY2" fmla="*/ 91674 h 103488"/>
                  <a:gd name="connsiteX3" fmla="*/ 79472 w 103077"/>
                  <a:gd name="connsiteY3" fmla="*/ 88697 h 103488"/>
                  <a:gd name="connsiteX4" fmla="*/ 99459 w 103077"/>
                  <a:gd name="connsiteY4" fmla="*/ 5586 h 103488"/>
                  <a:gd name="connsiteX5" fmla="*/ 100806 w 103077"/>
                  <a:gd name="connsiteY5" fmla="*/ 778 h 103488"/>
                  <a:gd name="connsiteX6" fmla="*/ 99234 w 103077"/>
                  <a:gd name="connsiteY6" fmla="*/ 91 h 103488"/>
                  <a:gd name="connsiteX7" fmla="*/ 85536 w 103077"/>
                  <a:gd name="connsiteY7" fmla="*/ 1693 h 103488"/>
                  <a:gd name="connsiteX8" fmla="*/ 84862 w 103077"/>
                  <a:gd name="connsiteY8" fmla="*/ 2380 h 103488"/>
                  <a:gd name="connsiteX9" fmla="*/ 82392 w 103077"/>
                  <a:gd name="connsiteY9" fmla="*/ 13370 h 103488"/>
                  <a:gd name="connsiteX10" fmla="*/ 64426 w 103077"/>
                  <a:gd name="connsiteY10" fmla="*/ 91 h 103488"/>
                  <a:gd name="connsiteX11" fmla="*/ 199 w 103077"/>
                  <a:gd name="connsiteY11" fmla="*/ 78165 h 103488"/>
                  <a:gd name="connsiteX12" fmla="*/ 23105 w 103077"/>
                  <a:gd name="connsiteY12" fmla="*/ 103579 h 103488"/>
                  <a:gd name="connsiteX13" fmla="*/ 68244 w 103077"/>
                  <a:gd name="connsiteY13" fmla="*/ 67633 h 103488"/>
                  <a:gd name="connsiteX14" fmla="*/ 63079 w 103077"/>
                  <a:gd name="connsiteY14" fmla="*/ 93963 h 103488"/>
                  <a:gd name="connsiteX15" fmla="*/ 72062 w 103077"/>
                  <a:gd name="connsiteY15" fmla="*/ 103350 h 103488"/>
                  <a:gd name="connsiteX16" fmla="*/ 103277 w 103077"/>
                  <a:gd name="connsiteY16" fmla="*/ 78165 h 103488"/>
                  <a:gd name="connsiteX17" fmla="*/ 100582 w 103077"/>
                  <a:gd name="connsiteY17" fmla="*/ 75876 h 103488"/>
                  <a:gd name="connsiteX18" fmla="*/ 65774 w 103077"/>
                  <a:gd name="connsiteY18" fmla="*/ 5128 h 103488"/>
                  <a:gd name="connsiteX19" fmla="*/ 78350 w 103077"/>
                  <a:gd name="connsiteY19" fmla="*/ 19094 h 103488"/>
                  <a:gd name="connsiteX20" fmla="*/ 51626 w 103077"/>
                  <a:gd name="connsiteY20" fmla="*/ 82286 h 103488"/>
                  <a:gd name="connsiteX21" fmla="*/ 32088 w 103077"/>
                  <a:gd name="connsiteY21" fmla="*/ 92361 h 103488"/>
                  <a:gd name="connsiteX22" fmla="*/ 19063 w 103077"/>
                  <a:gd name="connsiteY22" fmla="*/ 75189 h 103488"/>
                  <a:gd name="connsiteX23" fmla="*/ 37253 w 103077"/>
                  <a:gd name="connsiteY23" fmla="*/ 25047 h 103488"/>
                  <a:gd name="connsiteX24" fmla="*/ 65774 w 103077"/>
                  <a:gd name="connsiteY24" fmla="*/ 5128 h 103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3077" h="103488">
                    <a:moveTo>
                      <a:pt x="100582" y="75876"/>
                    </a:moveTo>
                    <a:cubicBezTo>
                      <a:pt x="97213" y="79310"/>
                      <a:pt x="95866" y="80455"/>
                      <a:pt x="94294" y="82286"/>
                    </a:cubicBezTo>
                    <a:cubicBezTo>
                      <a:pt x="87557" y="89384"/>
                      <a:pt x="84637" y="91674"/>
                      <a:pt x="82616" y="91674"/>
                    </a:cubicBezTo>
                    <a:cubicBezTo>
                      <a:pt x="80820" y="91674"/>
                      <a:pt x="79472" y="90300"/>
                      <a:pt x="79472" y="88697"/>
                    </a:cubicBezTo>
                    <a:cubicBezTo>
                      <a:pt x="79472" y="84118"/>
                      <a:pt x="88904" y="44966"/>
                      <a:pt x="99459" y="5586"/>
                    </a:cubicBezTo>
                    <a:cubicBezTo>
                      <a:pt x="100133" y="3296"/>
                      <a:pt x="100357" y="2838"/>
                      <a:pt x="100806" y="778"/>
                    </a:cubicBezTo>
                    <a:lnTo>
                      <a:pt x="99234" y="91"/>
                    </a:lnTo>
                    <a:lnTo>
                      <a:pt x="85536" y="1693"/>
                    </a:lnTo>
                    <a:lnTo>
                      <a:pt x="84862" y="2380"/>
                    </a:lnTo>
                    <a:lnTo>
                      <a:pt x="82392" y="13370"/>
                    </a:lnTo>
                    <a:cubicBezTo>
                      <a:pt x="80595" y="4899"/>
                      <a:pt x="74083" y="91"/>
                      <a:pt x="64426" y="91"/>
                    </a:cubicBezTo>
                    <a:cubicBezTo>
                      <a:pt x="34783" y="91"/>
                      <a:pt x="199" y="41990"/>
                      <a:pt x="199" y="78165"/>
                    </a:cubicBezTo>
                    <a:cubicBezTo>
                      <a:pt x="199" y="94192"/>
                      <a:pt x="8733" y="103579"/>
                      <a:pt x="23105" y="103579"/>
                    </a:cubicBezTo>
                    <a:cubicBezTo>
                      <a:pt x="38825" y="103579"/>
                      <a:pt x="48482" y="96024"/>
                      <a:pt x="68244" y="67633"/>
                    </a:cubicBezTo>
                    <a:cubicBezTo>
                      <a:pt x="63752" y="85492"/>
                      <a:pt x="63079" y="88468"/>
                      <a:pt x="63079" y="93963"/>
                    </a:cubicBezTo>
                    <a:cubicBezTo>
                      <a:pt x="63079" y="100603"/>
                      <a:pt x="65774" y="103350"/>
                      <a:pt x="72062" y="103350"/>
                    </a:cubicBezTo>
                    <a:cubicBezTo>
                      <a:pt x="81044" y="103350"/>
                      <a:pt x="86659" y="99000"/>
                      <a:pt x="103277" y="78165"/>
                    </a:cubicBezTo>
                    <a:lnTo>
                      <a:pt x="100582" y="75876"/>
                    </a:lnTo>
                    <a:close/>
                    <a:moveTo>
                      <a:pt x="65774" y="5128"/>
                    </a:moveTo>
                    <a:cubicBezTo>
                      <a:pt x="73409" y="5586"/>
                      <a:pt x="78350" y="11081"/>
                      <a:pt x="78350" y="19094"/>
                    </a:cubicBezTo>
                    <a:cubicBezTo>
                      <a:pt x="78350" y="38327"/>
                      <a:pt x="67121" y="65344"/>
                      <a:pt x="51626" y="82286"/>
                    </a:cubicBezTo>
                    <a:cubicBezTo>
                      <a:pt x="46236" y="88468"/>
                      <a:pt x="38601" y="92361"/>
                      <a:pt x="32088" y="92361"/>
                    </a:cubicBezTo>
                    <a:cubicBezTo>
                      <a:pt x="24228" y="92361"/>
                      <a:pt x="19063" y="85721"/>
                      <a:pt x="19063" y="75189"/>
                    </a:cubicBezTo>
                    <a:cubicBezTo>
                      <a:pt x="19063" y="62825"/>
                      <a:pt x="27597" y="39242"/>
                      <a:pt x="37253" y="25047"/>
                    </a:cubicBezTo>
                    <a:cubicBezTo>
                      <a:pt x="46236" y="11767"/>
                      <a:pt x="56791" y="4441"/>
                      <a:pt x="65774" y="5128"/>
                    </a:cubicBez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65C4D602-AF10-AE9C-C2C8-C408A24BFFB3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8849947" y="5204553"/>
                <a:ext cx="201808" cy="72400"/>
              </a:xfrm>
              <a:custGeom>
                <a:avLst/>
                <a:gdLst>
                  <a:gd name="connsiteX0" fmla="*/ 191698 w 201808"/>
                  <a:gd name="connsiteY0" fmla="*/ 12465 h 72400"/>
                  <a:gd name="connsiteX1" fmla="*/ 202016 w 201808"/>
                  <a:gd name="connsiteY1" fmla="*/ 6277 h 72400"/>
                  <a:gd name="connsiteX2" fmla="*/ 192001 w 201808"/>
                  <a:gd name="connsiteY2" fmla="*/ 88 h 72400"/>
                  <a:gd name="connsiteX3" fmla="*/ 10221 w 201808"/>
                  <a:gd name="connsiteY3" fmla="*/ 88 h 72400"/>
                  <a:gd name="connsiteX4" fmla="*/ 207 w 201808"/>
                  <a:gd name="connsiteY4" fmla="*/ 6277 h 72400"/>
                  <a:gd name="connsiteX5" fmla="*/ 10525 w 201808"/>
                  <a:gd name="connsiteY5" fmla="*/ 12465 h 72400"/>
                  <a:gd name="connsiteX6" fmla="*/ 191698 w 201808"/>
                  <a:gd name="connsiteY6" fmla="*/ 12465 h 72400"/>
                  <a:gd name="connsiteX7" fmla="*/ 192001 w 201808"/>
                  <a:gd name="connsiteY7" fmla="*/ 72489 h 72400"/>
                  <a:gd name="connsiteX8" fmla="*/ 202016 w 201808"/>
                  <a:gd name="connsiteY8" fmla="*/ 66301 h 72400"/>
                  <a:gd name="connsiteX9" fmla="*/ 191698 w 201808"/>
                  <a:gd name="connsiteY9" fmla="*/ 60113 h 72400"/>
                  <a:gd name="connsiteX10" fmla="*/ 10525 w 201808"/>
                  <a:gd name="connsiteY10" fmla="*/ 60113 h 72400"/>
                  <a:gd name="connsiteX11" fmla="*/ 207 w 201808"/>
                  <a:gd name="connsiteY11" fmla="*/ 66301 h 72400"/>
                  <a:gd name="connsiteX12" fmla="*/ 10221 w 201808"/>
                  <a:gd name="connsiteY12" fmla="*/ 72489 h 72400"/>
                  <a:gd name="connsiteX13" fmla="*/ 192001 w 201808"/>
                  <a:gd name="connsiteY13" fmla="*/ 72489 h 7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808" h="72400">
                    <a:moveTo>
                      <a:pt x="191698" y="12465"/>
                    </a:moveTo>
                    <a:cubicBezTo>
                      <a:pt x="196250" y="12465"/>
                      <a:pt x="202016" y="12465"/>
                      <a:pt x="202016" y="6277"/>
                    </a:cubicBezTo>
                    <a:cubicBezTo>
                      <a:pt x="202016" y="88"/>
                      <a:pt x="196250" y="88"/>
                      <a:pt x="192001" y="88"/>
                    </a:cubicBezTo>
                    <a:lnTo>
                      <a:pt x="10221" y="88"/>
                    </a:lnTo>
                    <a:cubicBezTo>
                      <a:pt x="5973" y="88"/>
                      <a:pt x="207" y="88"/>
                      <a:pt x="207" y="6277"/>
                    </a:cubicBezTo>
                    <a:cubicBezTo>
                      <a:pt x="207" y="12465"/>
                      <a:pt x="5973" y="12465"/>
                      <a:pt x="10525" y="12465"/>
                    </a:cubicBezTo>
                    <a:lnTo>
                      <a:pt x="191698" y="12465"/>
                    </a:lnTo>
                    <a:close/>
                    <a:moveTo>
                      <a:pt x="192001" y="72489"/>
                    </a:moveTo>
                    <a:cubicBezTo>
                      <a:pt x="196250" y="72489"/>
                      <a:pt x="202016" y="72489"/>
                      <a:pt x="202016" y="66301"/>
                    </a:cubicBezTo>
                    <a:cubicBezTo>
                      <a:pt x="202016" y="60113"/>
                      <a:pt x="196250" y="60113"/>
                      <a:pt x="191698" y="60113"/>
                    </a:cubicBezTo>
                    <a:lnTo>
                      <a:pt x="10525" y="60113"/>
                    </a:lnTo>
                    <a:cubicBezTo>
                      <a:pt x="5973" y="60113"/>
                      <a:pt x="207" y="60113"/>
                      <a:pt x="207" y="66301"/>
                    </a:cubicBezTo>
                    <a:cubicBezTo>
                      <a:pt x="207" y="72489"/>
                      <a:pt x="5973" y="72489"/>
                      <a:pt x="10221" y="72489"/>
                    </a:cubicBezTo>
                    <a:lnTo>
                      <a:pt x="192001" y="72489"/>
                    </a:ln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DD5889F3-9B57-5D47-9611-FF1EBCDB03C9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9162510" y="5234565"/>
                <a:ext cx="185421" cy="12376"/>
              </a:xfrm>
              <a:custGeom>
                <a:avLst/>
                <a:gdLst>
                  <a:gd name="connsiteX0" fmla="*/ 175016 w 185421"/>
                  <a:gd name="connsiteY0" fmla="*/ 12465 h 12376"/>
                  <a:gd name="connsiteX1" fmla="*/ 185637 w 185421"/>
                  <a:gd name="connsiteY1" fmla="*/ 6277 h 12376"/>
                  <a:gd name="connsiteX2" fmla="*/ 175016 w 185421"/>
                  <a:gd name="connsiteY2" fmla="*/ 89 h 12376"/>
                  <a:gd name="connsiteX3" fmla="*/ 10837 w 185421"/>
                  <a:gd name="connsiteY3" fmla="*/ 89 h 12376"/>
                  <a:gd name="connsiteX4" fmla="*/ 216 w 185421"/>
                  <a:gd name="connsiteY4" fmla="*/ 6277 h 12376"/>
                  <a:gd name="connsiteX5" fmla="*/ 10837 w 185421"/>
                  <a:gd name="connsiteY5" fmla="*/ 12465 h 12376"/>
                  <a:gd name="connsiteX6" fmla="*/ 175016 w 185421"/>
                  <a:gd name="connsiteY6" fmla="*/ 12465 h 1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421" h="12376">
                    <a:moveTo>
                      <a:pt x="175016" y="12465"/>
                    </a:moveTo>
                    <a:cubicBezTo>
                      <a:pt x="180175" y="12465"/>
                      <a:pt x="185637" y="12465"/>
                      <a:pt x="185637" y="6277"/>
                    </a:cubicBezTo>
                    <a:cubicBezTo>
                      <a:pt x="185637" y="89"/>
                      <a:pt x="180175" y="89"/>
                      <a:pt x="175016" y="89"/>
                    </a:cubicBezTo>
                    <a:lnTo>
                      <a:pt x="10837" y="89"/>
                    </a:lnTo>
                    <a:cubicBezTo>
                      <a:pt x="5678" y="89"/>
                      <a:pt x="216" y="89"/>
                      <a:pt x="216" y="6277"/>
                    </a:cubicBezTo>
                    <a:cubicBezTo>
                      <a:pt x="216" y="12465"/>
                      <a:pt x="5678" y="12465"/>
                      <a:pt x="10837" y="12465"/>
                    </a:cubicBezTo>
                    <a:lnTo>
                      <a:pt x="175016" y="12465"/>
                    </a:ln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AE189D2F-3B01-3C28-DD72-72D8415F9859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9440598" y="4875804"/>
                <a:ext cx="70405" cy="309402"/>
              </a:xfrm>
              <a:custGeom>
                <a:avLst/>
                <a:gdLst>
                  <a:gd name="connsiteX0" fmla="*/ 70631 w 70405"/>
                  <a:gd name="connsiteY0" fmla="*/ 306390 h 309402"/>
                  <a:gd name="connsiteX1" fmla="*/ 65472 w 70405"/>
                  <a:gd name="connsiteY1" fmla="*/ 299583 h 309402"/>
                  <a:gd name="connsiteX2" fmla="*/ 17827 w 70405"/>
                  <a:gd name="connsiteY2" fmla="*/ 154783 h 309402"/>
                  <a:gd name="connsiteX3" fmla="*/ 66686 w 70405"/>
                  <a:gd name="connsiteY3" fmla="*/ 8436 h 309402"/>
                  <a:gd name="connsiteX4" fmla="*/ 70631 w 70405"/>
                  <a:gd name="connsiteY4" fmla="*/ 3176 h 309402"/>
                  <a:gd name="connsiteX5" fmla="*/ 67596 w 70405"/>
                  <a:gd name="connsiteY5" fmla="*/ 82 h 309402"/>
                  <a:gd name="connsiteX6" fmla="*/ 19344 w 70405"/>
                  <a:gd name="connsiteY6" fmla="*/ 60415 h 309402"/>
                  <a:gd name="connsiteX7" fmla="*/ 225 w 70405"/>
                  <a:gd name="connsiteY7" fmla="*/ 154783 h 309402"/>
                  <a:gd name="connsiteX8" fmla="*/ 20254 w 70405"/>
                  <a:gd name="connsiteY8" fmla="*/ 251316 h 309402"/>
                  <a:gd name="connsiteX9" fmla="*/ 67596 w 70405"/>
                  <a:gd name="connsiteY9" fmla="*/ 309484 h 309402"/>
                  <a:gd name="connsiteX10" fmla="*/ 70631 w 70405"/>
                  <a:gd name="connsiteY10" fmla="*/ 306390 h 309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405" h="309402">
                    <a:moveTo>
                      <a:pt x="70631" y="306390"/>
                    </a:moveTo>
                    <a:cubicBezTo>
                      <a:pt x="70631" y="305462"/>
                      <a:pt x="70631" y="304843"/>
                      <a:pt x="65472" y="299583"/>
                    </a:cubicBezTo>
                    <a:cubicBezTo>
                      <a:pt x="27538" y="260598"/>
                      <a:pt x="17827" y="202121"/>
                      <a:pt x="17827" y="154783"/>
                    </a:cubicBezTo>
                    <a:cubicBezTo>
                      <a:pt x="17827" y="100947"/>
                      <a:pt x="29359" y="47111"/>
                      <a:pt x="66686" y="8436"/>
                    </a:cubicBezTo>
                    <a:cubicBezTo>
                      <a:pt x="70631" y="4723"/>
                      <a:pt x="70631" y="4104"/>
                      <a:pt x="70631" y="3176"/>
                    </a:cubicBezTo>
                    <a:cubicBezTo>
                      <a:pt x="70631" y="1010"/>
                      <a:pt x="69417" y="82"/>
                      <a:pt x="67596" y="82"/>
                    </a:cubicBezTo>
                    <a:cubicBezTo>
                      <a:pt x="64561" y="82"/>
                      <a:pt x="37249" y="21121"/>
                      <a:pt x="19344" y="60415"/>
                    </a:cubicBezTo>
                    <a:cubicBezTo>
                      <a:pt x="3867" y="94449"/>
                      <a:pt x="225" y="128793"/>
                      <a:pt x="225" y="154783"/>
                    </a:cubicBezTo>
                    <a:cubicBezTo>
                      <a:pt x="225" y="178916"/>
                      <a:pt x="3563" y="216354"/>
                      <a:pt x="20254" y="251316"/>
                    </a:cubicBezTo>
                    <a:cubicBezTo>
                      <a:pt x="38463" y="289373"/>
                      <a:pt x="64561" y="309484"/>
                      <a:pt x="67596" y="309484"/>
                    </a:cubicBezTo>
                    <a:cubicBezTo>
                      <a:pt x="69417" y="309484"/>
                      <a:pt x="70631" y="308556"/>
                      <a:pt x="70631" y="306390"/>
                    </a:cubicBez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0CC505A6-03C4-229D-B6F2-05E3B64155B4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9535719" y="4896534"/>
                <a:ext cx="136562" cy="214725"/>
              </a:xfrm>
              <a:custGeom>
                <a:avLst/>
                <a:gdLst>
                  <a:gd name="connsiteX0" fmla="*/ 26631 w 136562"/>
                  <a:gd name="connsiteY0" fmla="*/ 12458 h 214725"/>
                  <a:gd name="connsiteX1" fmla="*/ 46357 w 136562"/>
                  <a:gd name="connsiteY1" fmla="*/ 20811 h 214725"/>
                  <a:gd name="connsiteX2" fmla="*/ 43626 w 136562"/>
                  <a:gd name="connsiteY2" fmla="*/ 34116 h 214725"/>
                  <a:gd name="connsiteX3" fmla="*/ 42108 w 136562"/>
                  <a:gd name="connsiteY3" fmla="*/ 39994 h 214725"/>
                  <a:gd name="connsiteX4" fmla="*/ 41501 w 136562"/>
                  <a:gd name="connsiteY4" fmla="*/ 42160 h 214725"/>
                  <a:gd name="connsiteX5" fmla="*/ 229 w 136562"/>
                  <a:gd name="connsiteY5" fmla="*/ 197171 h 214725"/>
                  <a:gd name="connsiteX6" fmla="*/ 229 w 136562"/>
                  <a:gd name="connsiteY6" fmla="*/ 198408 h 214725"/>
                  <a:gd name="connsiteX7" fmla="*/ 40591 w 136562"/>
                  <a:gd name="connsiteY7" fmla="*/ 214807 h 214725"/>
                  <a:gd name="connsiteX8" fmla="*/ 136792 w 136562"/>
                  <a:gd name="connsiteY8" fmla="*/ 112085 h 214725"/>
                  <a:gd name="connsiteX9" fmla="*/ 101589 w 136562"/>
                  <a:gd name="connsiteY9" fmla="*/ 74957 h 214725"/>
                  <a:gd name="connsiteX10" fmla="*/ 43019 w 136562"/>
                  <a:gd name="connsiteY10" fmla="*/ 121677 h 214725"/>
                  <a:gd name="connsiteX11" fmla="*/ 74580 w 136562"/>
                  <a:gd name="connsiteY11" fmla="*/ 1629 h 214725"/>
                  <a:gd name="connsiteX12" fmla="*/ 73063 w 136562"/>
                  <a:gd name="connsiteY12" fmla="*/ 82 h 214725"/>
                  <a:gd name="connsiteX13" fmla="*/ 26631 w 136562"/>
                  <a:gd name="connsiteY13" fmla="*/ 7198 h 214725"/>
                  <a:gd name="connsiteX14" fmla="*/ 26631 w 136562"/>
                  <a:gd name="connsiteY14" fmla="*/ 12458 h 214725"/>
                  <a:gd name="connsiteX15" fmla="*/ 89753 w 136562"/>
                  <a:gd name="connsiteY15" fmla="*/ 90118 h 214725"/>
                  <a:gd name="connsiteX16" fmla="*/ 110996 w 136562"/>
                  <a:gd name="connsiteY16" fmla="*/ 116726 h 214725"/>
                  <a:gd name="connsiteX17" fmla="*/ 77615 w 136562"/>
                  <a:gd name="connsiteY17" fmla="*/ 189436 h 214725"/>
                  <a:gd name="connsiteX18" fmla="*/ 40288 w 136562"/>
                  <a:gd name="connsiteY18" fmla="*/ 207690 h 214725"/>
                  <a:gd name="connsiteX19" fmla="*/ 26328 w 136562"/>
                  <a:gd name="connsiteY19" fmla="*/ 197171 h 214725"/>
                  <a:gd name="connsiteX20" fmla="*/ 48178 w 136562"/>
                  <a:gd name="connsiteY20" fmla="*/ 125699 h 214725"/>
                  <a:gd name="connsiteX21" fmla="*/ 89753 w 136562"/>
                  <a:gd name="connsiteY21" fmla="*/ 90118 h 214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6562" h="214725">
                    <a:moveTo>
                      <a:pt x="26631" y="12458"/>
                    </a:moveTo>
                    <a:cubicBezTo>
                      <a:pt x="44536" y="13076"/>
                      <a:pt x="46357" y="14005"/>
                      <a:pt x="46357" y="20811"/>
                    </a:cubicBezTo>
                    <a:cubicBezTo>
                      <a:pt x="46357" y="23596"/>
                      <a:pt x="45447" y="27309"/>
                      <a:pt x="43626" y="34116"/>
                    </a:cubicBezTo>
                    <a:cubicBezTo>
                      <a:pt x="43019" y="36282"/>
                      <a:pt x="42412" y="38447"/>
                      <a:pt x="42108" y="39994"/>
                    </a:cubicBezTo>
                    <a:lnTo>
                      <a:pt x="41501" y="42160"/>
                    </a:lnTo>
                    <a:lnTo>
                      <a:pt x="229" y="197171"/>
                    </a:lnTo>
                    <a:lnTo>
                      <a:pt x="229" y="198408"/>
                    </a:lnTo>
                    <a:cubicBezTo>
                      <a:pt x="229" y="205525"/>
                      <a:pt x="23597" y="214807"/>
                      <a:pt x="40591" y="214807"/>
                    </a:cubicBezTo>
                    <a:cubicBezTo>
                      <a:pt x="86415" y="214807"/>
                      <a:pt x="136792" y="160661"/>
                      <a:pt x="136792" y="112085"/>
                    </a:cubicBezTo>
                    <a:cubicBezTo>
                      <a:pt x="136792" y="90427"/>
                      <a:pt x="121921" y="74957"/>
                      <a:pt x="101589" y="74957"/>
                    </a:cubicBezTo>
                    <a:cubicBezTo>
                      <a:pt x="80346" y="74957"/>
                      <a:pt x="64565" y="87642"/>
                      <a:pt x="43019" y="121677"/>
                    </a:cubicBezTo>
                    <a:cubicBezTo>
                      <a:pt x="58799" y="62890"/>
                      <a:pt x="60924" y="54536"/>
                      <a:pt x="74580" y="1629"/>
                    </a:cubicBezTo>
                    <a:lnTo>
                      <a:pt x="73063" y="82"/>
                    </a:lnTo>
                    <a:cubicBezTo>
                      <a:pt x="57889" y="2866"/>
                      <a:pt x="46964" y="4723"/>
                      <a:pt x="26631" y="7198"/>
                    </a:cubicBezTo>
                    <a:lnTo>
                      <a:pt x="26631" y="12458"/>
                    </a:lnTo>
                    <a:close/>
                    <a:moveTo>
                      <a:pt x="89753" y="90118"/>
                    </a:moveTo>
                    <a:cubicBezTo>
                      <a:pt x="102803" y="90118"/>
                      <a:pt x="110996" y="100328"/>
                      <a:pt x="110996" y="116726"/>
                    </a:cubicBezTo>
                    <a:cubicBezTo>
                      <a:pt x="110996" y="137147"/>
                      <a:pt x="95519" y="170253"/>
                      <a:pt x="77615" y="189436"/>
                    </a:cubicBezTo>
                    <a:cubicBezTo>
                      <a:pt x="66386" y="201193"/>
                      <a:pt x="53337" y="207690"/>
                      <a:pt x="40288" y="207690"/>
                    </a:cubicBezTo>
                    <a:cubicBezTo>
                      <a:pt x="30880" y="207690"/>
                      <a:pt x="26328" y="204287"/>
                      <a:pt x="26328" y="197171"/>
                    </a:cubicBezTo>
                    <a:cubicBezTo>
                      <a:pt x="26328" y="178607"/>
                      <a:pt x="35432" y="148595"/>
                      <a:pt x="48178" y="125699"/>
                    </a:cubicBezTo>
                    <a:cubicBezTo>
                      <a:pt x="61531" y="101875"/>
                      <a:pt x="75187" y="90118"/>
                      <a:pt x="89753" y="90118"/>
                    </a:cubicBez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C642E127-56FE-9208-C22A-05765570C2C7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9748538" y="5024317"/>
                <a:ext cx="185421" cy="12376"/>
              </a:xfrm>
              <a:custGeom>
                <a:avLst/>
                <a:gdLst>
                  <a:gd name="connsiteX0" fmla="*/ 175035 w 185421"/>
                  <a:gd name="connsiteY0" fmla="*/ 12458 h 12376"/>
                  <a:gd name="connsiteX1" fmla="*/ 185656 w 185421"/>
                  <a:gd name="connsiteY1" fmla="*/ 6270 h 12376"/>
                  <a:gd name="connsiteX2" fmla="*/ 175035 w 185421"/>
                  <a:gd name="connsiteY2" fmla="*/ 82 h 12376"/>
                  <a:gd name="connsiteX3" fmla="*/ 10856 w 185421"/>
                  <a:gd name="connsiteY3" fmla="*/ 82 h 12376"/>
                  <a:gd name="connsiteX4" fmla="*/ 235 w 185421"/>
                  <a:gd name="connsiteY4" fmla="*/ 6270 h 12376"/>
                  <a:gd name="connsiteX5" fmla="*/ 10856 w 185421"/>
                  <a:gd name="connsiteY5" fmla="*/ 12458 h 12376"/>
                  <a:gd name="connsiteX6" fmla="*/ 175035 w 185421"/>
                  <a:gd name="connsiteY6" fmla="*/ 12458 h 12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421" h="12376">
                    <a:moveTo>
                      <a:pt x="175035" y="12458"/>
                    </a:moveTo>
                    <a:cubicBezTo>
                      <a:pt x="180194" y="12458"/>
                      <a:pt x="185656" y="12458"/>
                      <a:pt x="185656" y="6270"/>
                    </a:cubicBezTo>
                    <a:cubicBezTo>
                      <a:pt x="185656" y="82"/>
                      <a:pt x="180194" y="82"/>
                      <a:pt x="175035" y="82"/>
                    </a:cubicBezTo>
                    <a:lnTo>
                      <a:pt x="10856" y="82"/>
                    </a:lnTo>
                    <a:cubicBezTo>
                      <a:pt x="5697" y="82"/>
                      <a:pt x="235" y="82"/>
                      <a:pt x="235" y="6270"/>
                    </a:cubicBezTo>
                    <a:cubicBezTo>
                      <a:pt x="235" y="12458"/>
                      <a:pt x="5697" y="12458"/>
                      <a:pt x="10856" y="12458"/>
                    </a:cubicBezTo>
                    <a:lnTo>
                      <a:pt x="175035" y="12458"/>
                    </a:ln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F2197C6D-EC41-B668-F8E9-F6D917C1D0DA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0007494" y="4971409"/>
                <a:ext cx="139293" cy="139849"/>
              </a:xfrm>
              <a:custGeom>
                <a:avLst/>
                <a:gdLst>
                  <a:gd name="connsiteX0" fmla="*/ 135897 w 139293"/>
                  <a:gd name="connsiteY0" fmla="*/ 102494 h 139849"/>
                  <a:gd name="connsiteX1" fmla="*/ 127399 w 139293"/>
                  <a:gd name="connsiteY1" fmla="*/ 111157 h 139849"/>
                  <a:gd name="connsiteX2" fmla="*/ 111619 w 139293"/>
                  <a:gd name="connsiteY2" fmla="*/ 123843 h 139849"/>
                  <a:gd name="connsiteX3" fmla="*/ 107370 w 139293"/>
                  <a:gd name="connsiteY3" fmla="*/ 119821 h 139849"/>
                  <a:gd name="connsiteX4" fmla="*/ 134379 w 139293"/>
                  <a:gd name="connsiteY4" fmla="*/ 7507 h 139849"/>
                  <a:gd name="connsiteX5" fmla="*/ 136200 w 139293"/>
                  <a:gd name="connsiteY5" fmla="*/ 1010 h 139849"/>
                  <a:gd name="connsiteX6" fmla="*/ 134076 w 139293"/>
                  <a:gd name="connsiteY6" fmla="*/ 82 h 139849"/>
                  <a:gd name="connsiteX7" fmla="*/ 115564 w 139293"/>
                  <a:gd name="connsiteY7" fmla="*/ 2248 h 139849"/>
                  <a:gd name="connsiteX8" fmla="*/ 114654 w 139293"/>
                  <a:gd name="connsiteY8" fmla="*/ 3176 h 139849"/>
                  <a:gd name="connsiteX9" fmla="*/ 111315 w 139293"/>
                  <a:gd name="connsiteY9" fmla="*/ 18027 h 139849"/>
                  <a:gd name="connsiteX10" fmla="*/ 87038 w 139293"/>
                  <a:gd name="connsiteY10" fmla="*/ 82 h 139849"/>
                  <a:gd name="connsiteX11" fmla="*/ 245 w 139293"/>
                  <a:gd name="connsiteY11" fmla="*/ 105588 h 139849"/>
                  <a:gd name="connsiteX12" fmla="*/ 31199 w 139293"/>
                  <a:gd name="connsiteY12" fmla="*/ 139932 h 139849"/>
                  <a:gd name="connsiteX13" fmla="*/ 92197 w 139293"/>
                  <a:gd name="connsiteY13" fmla="*/ 91356 h 139849"/>
                  <a:gd name="connsiteX14" fmla="*/ 85217 w 139293"/>
                  <a:gd name="connsiteY14" fmla="*/ 126937 h 139849"/>
                  <a:gd name="connsiteX15" fmla="*/ 97356 w 139293"/>
                  <a:gd name="connsiteY15" fmla="*/ 139622 h 139849"/>
                  <a:gd name="connsiteX16" fmla="*/ 139538 w 139293"/>
                  <a:gd name="connsiteY16" fmla="*/ 105588 h 139849"/>
                  <a:gd name="connsiteX17" fmla="*/ 135897 w 139293"/>
                  <a:gd name="connsiteY17" fmla="*/ 102494 h 139849"/>
                  <a:gd name="connsiteX18" fmla="*/ 88859 w 139293"/>
                  <a:gd name="connsiteY18" fmla="*/ 6889 h 139849"/>
                  <a:gd name="connsiteX19" fmla="*/ 105853 w 139293"/>
                  <a:gd name="connsiteY19" fmla="*/ 25762 h 139849"/>
                  <a:gd name="connsiteX20" fmla="*/ 69740 w 139293"/>
                  <a:gd name="connsiteY20" fmla="*/ 111157 h 139849"/>
                  <a:gd name="connsiteX21" fmla="*/ 43338 w 139293"/>
                  <a:gd name="connsiteY21" fmla="*/ 124771 h 139849"/>
                  <a:gd name="connsiteX22" fmla="*/ 25736 w 139293"/>
                  <a:gd name="connsiteY22" fmla="*/ 101566 h 139849"/>
                  <a:gd name="connsiteX23" fmla="*/ 50318 w 139293"/>
                  <a:gd name="connsiteY23" fmla="*/ 33807 h 139849"/>
                  <a:gd name="connsiteX24" fmla="*/ 88859 w 139293"/>
                  <a:gd name="connsiteY24" fmla="*/ 6889 h 139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9293" h="139849">
                    <a:moveTo>
                      <a:pt x="135897" y="102494"/>
                    </a:moveTo>
                    <a:cubicBezTo>
                      <a:pt x="131345" y="107135"/>
                      <a:pt x="129524" y="108682"/>
                      <a:pt x="127399" y="111157"/>
                    </a:cubicBezTo>
                    <a:cubicBezTo>
                      <a:pt x="118295" y="120749"/>
                      <a:pt x="114350" y="123843"/>
                      <a:pt x="111619" y="123843"/>
                    </a:cubicBezTo>
                    <a:cubicBezTo>
                      <a:pt x="109191" y="123843"/>
                      <a:pt x="107370" y="121986"/>
                      <a:pt x="107370" y="119821"/>
                    </a:cubicBezTo>
                    <a:cubicBezTo>
                      <a:pt x="107370" y="113632"/>
                      <a:pt x="120116" y="60725"/>
                      <a:pt x="134379" y="7507"/>
                    </a:cubicBezTo>
                    <a:cubicBezTo>
                      <a:pt x="135290" y="4413"/>
                      <a:pt x="135593" y="3795"/>
                      <a:pt x="136200" y="1010"/>
                    </a:cubicBezTo>
                    <a:lnTo>
                      <a:pt x="134076" y="82"/>
                    </a:lnTo>
                    <a:lnTo>
                      <a:pt x="115564" y="2248"/>
                    </a:lnTo>
                    <a:lnTo>
                      <a:pt x="114654" y="3176"/>
                    </a:lnTo>
                    <a:lnTo>
                      <a:pt x="111315" y="18027"/>
                    </a:lnTo>
                    <a:cubicBezTo>
                      <a:pt x="108888" y="6579"/>
                      <a:pt x="100087" y="82"/>
                      <a:pt x="87038" y="82"/>
                    </a:cubicBezTo>
                    <a:cubicBezTo>
                      <a:pt x="46979" y="82"/>
                      <a:pt x="245" y="56702"/>
                      <a:pt x="245" y="105588"/>
                    </a:cubicBezTo>
                    <a:cubicBezTo>
                      <a:pt x="245" y="127246"/>
                      <a:pt x="11777" y="139932"/>
                      <a:pt x="31199" y="139932"/>
                    </a:cubicBezTo>
                    <a:cubicBezTo>
                      <a:pt x="52442" y="139932"/>
                      <a:pt x="65491" y="129721"/>
                      <a:pt x="92197" y="91356"/>
                    </a:cubicBezTo>
                    <a:cubicBezTo>
                      <a:pt x="86127" y="115489"/>
                      <a:pt x="85217" y="119511"/>
                      <a:pt x="85217" y="126937"/>
                    </a:cubicBezTo>
                    <a:cubicBezTo>
                      <a:pt x="85217" y="135909"/>
                      <a:pt x="88859" y="139622"/>
                      <a:pt x="97356" y="139622"/>
                    </a:cubicBezTo>
                    <a:cubicBezTo>
                      <a:pt x="109495" y="139622"/>
                      <a:pt x="117081" y="133744"/>
                      <a:pt x="139538" y="105588"/>
                    </a:cubicBezTo>
                    <a:lnTo>
                      <a:pt x="135897" y="102494"/>
                    </a:lnTo>
                    <a:close/>
                    <a:moveTo>
                      <a:pt x="88859" y="6889"/>
                    </a:moveTo>
                    <a:cubicBezTo>
                      <a:pt x="99177" y="7507"/>
                      <a:pt x="105853" y="14933"/>
                      <a:pt x="105853" y="25762"/>
                    </a:cubicBezTo>
                    <a:cubicBezTo>
                      <a:pt x="105853" y="51752"/>
                      <a:pt x="90679" y="88261"/>
                      <a:pt x="69740" y="111157"/>
                    </a:cubicBezTo>
                    <a:cubicBezTo>
                      <a:pt x="62456" y="119511"/>
                      <a:pt x="52138" y="124771"/>
                      <a:pt x="43338" y="124771"/>
                    </a:cubicBezTo>
                    <a:cubicBezTo>
                      <a:pt x="32716" y="124771"/>
                      <a:pt x="25736" y="115798"/>
                      <a:pt x="25736" y="101566"/>
                    </a:cubicBezTo>
                    <a:cubicBezTo>
                      <a:pt x="25736" y="84858"/>
                      <a:pt x="37268" y="52990"/>
                      <a:pt x="50318" y="33807"/>
                    </a:cubicBezTo>
                    <a:cubicBezTo>
                      <a:pt x="62456" y="15861"/>
                      <a:pt x="76720" y="5960"/>
                      <a:pt x="88859" y="6889"/>
                    </a:cubicBez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6308543B-8297-199C-5286-88EC9DF30EC3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0171938" y="4875804"/>
                <a:ext cx="70405" cy="309402"/>
              </a:xfrm>
              <a:custGeom>
                <a:avLst/>
                <a:gdLst>
                  <a:gd name="connsiteX0" fmla="*/ 70655 w 70405"/>
                  <a:gd name="connsiteY0" fmla="*/ 154783 h 309402"/>
                  <a:gd name="connsiteX1" fmla="*/ 50626 w 70405"/>
                  <a:gd name="connsiteY1" fmla="*/ 58249 h 309402"/>
                  <a:gd name="connsiteX2" fmla="*/ 3284 w 70405"/>
                  <a:gd name="connsiteY2" fmla="*/ 82 h 309402"/>
                  <a:gd name="connsiteX3" fmla="*/ 249 w 70405"/>
                  <a:gd name="connsiteY3" fmla="*/ 3176 h 309402"/>
                  <a:gd name="connsiteX4" fmla="*/ 6015 w 70405"/>
                  <a:gd name="connsiteY4" fmla="*/ 10292 h 309402"/>
                  <a:gd name="connsiteX5" fmla="*/ 53054 w 70405"/>
                  <a:gd name="connsiteY5" fmla="*/ 154783 h 309402"/>
                  <a:gd name="connsiteX6" fmla="*/ 4195 w 70405"/>
                  <a:gd name="connsiteY6" fmla="*/ 301130 h 309402"/>
                  <a:gd name="connsiteX7" fmla="*/ 249 w 70405"/>
                  <a:gd name="connsiteY7" fmla="*/ 306390 h 309402"/>
                  <a:gd name="connsiteX8" fmla="*/ 3284 w 70405"/>
                  <a:gd name="connsiteY8" fmla="*/ 309484 h 309402"/>
                  <a:gd name="connsiteX9" fmla="*/ 51536 w 70405"/>
                  <a:gd name="connsiteY9" fmla="*/ 249151 h 309402"/>
                  <a:gd name="connsiteX10" fmla="*/ 70655 w 70405"/>
                  <a:gd name="connsiteY10" fmla="*/ 154783 h 309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405" h="309402">
                    <a:moveTo>
                      <a:pt x="70655" y="154783"/>
                    </a:moveTo>
                    <a:cubicBezTo>
                      <a:pt x="70655" y="130649"/>
                      <a:pt x="67317" y="93212"/>
                      <a:pt x="50626" y="58249"/>
                    </a:cubicBezTo>
                    <a:cubicBezTo>
                      <a:pt x="32418" y="20193"/>
                      <a:pt x="6319" y="82"/>
                      <a:pt x="3284" y="82"/>
                    </a:cubicBezTo>
                    <a:cubicBezTo>
                      <a:pt x="1463" y="82"/>
                      <a:pt x="249" y="1319"/>
                      <a:pt x="249" y="3176"/>
                    </a:cubicBezTo>
                    <a:cubicBezTo>
                      <a:pt x="249" y="4104"/>
                      <a:pt x="249" y="4723"/>
                      <a:pt x="6015" y="10292"/>
                    </a:cubicBezTo>
                    <a:cubicBezTo>
                      <a:pt x="35756" y="40923"/>
                      <a:pt x="53054" y="90118"/>
                      <a:pt x="53054" y="154783"/>
                    </a:cubicBezTo>
                    <a:cubicBezTo>
                      <a:pt x="53054" y="207691"/>
                      <a:pt x="41825" y="262145"/>
                      <a:pt x="4195" y="301130"/>
                    </a:cubicBezTo>
                    <a:cubicBezTo>
                      <a:pt x="249" y="304843"/>
                      <a:pt x="249" y="305462"/>
                      <a:pt x="249" y="306390"/>
                    </a:cubicBezTo>
                    <a:cubicBezTo>
                      <a:pt x="249" y="308246"/>
                      <a:pt x="1463" y="309484"/>
                      <a:pt x="3284" y="309484"/>
                    </a:cubicBezTo>
                    <a:cubicBezTo>
                      <a:pt x="6319" y="309484"/>
                      <a:pt x="33631" y="288445"/>
                      <a:pt x="51536" y="249151"/>
                    </a:cubicBezTo>
                    <a:cubicBezTo>
                      <a:pt x="67013" y="215116"/>
                      <a:pt x="70655" y="180773"/>
                      <a:pt x="70655" y="154783"/>
                    </a:cubicBez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793F02D-8DD2-2671-A495-19A6DE594A40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0280011" y="4837602"/>
                <a:ext cx="91175" cy="160728"/>
              </a:xfrm>
              <a:custGeom>
                <a:avLst/>
                <a:gdLst>
                  <a:gd name="connsiteX0" fmla="*/ 33713 w 91175"/>
                  <a:gd name="connsiteY0" fmla="*/ 24120 h 160728"/>
                  <a:gd name="connsiteX1" fmla="*/ 77729 w 91175"/>
                  <a:gd name="connsiteY1" fmla="*/ 24120 h 160728"/>
                  <a:gd name="connsiteX2" fmla="*/ 82894 w 91175"/>
                  <a:gd name="connsiteY2" fmla="*/ 22060 h 160728"/>
                  <a:gd name="connsiteX3" fmla="*/ 91427 w 91175"/>
                  <a:gd name="connsiteY3" fmla="*/ 1682 h 160728"/>
                  <a:gd name="connsiteX4" fmla="*/ 89406 w 91175"/>
                  <a:gd name="connsiteY4" fmla="*/ 80 h 160728"/>
                  <a:gd name="connsiteX5" fmla="*/ 79076 w 91175"/>
                  <a:gd name="connsiteY5" fmla="*/ 6033 h 160728"/>
                  <a:gd name="connsiteX6" fmla="*/ 32141 w 91175"/>
                  <a:gd name="connsiteY6" fmla="*/ 6033 h 160728"/>
                  <a:gd name="connsiteX7" fmla="*/ 7663 w 91175"/>
                  <a:gd name="connsiteY7" fmla="*/ 60295 h 160728"/>
                  <a:gd name="connsiteX8" fmla="*/ 7439 w 91175"/>
                  <a:gd name="connsiteY8" fmla="*/ 61440 h 160728"/>
                  <a:gd name="connsiteX9" fmla="*/ 10133 w 91175"/>
                  <a:gd name="connsiteY9" fmla="*/ 63272 h 160728"/>
                  <a:gd name="connsiteX10" fmla="*/ 35510 w 91175"/>
                  <a:gd name="connsiteY10" fmla="*/ 67851 h 160728"/>
                  <a:gd name="connsiteX11" fmla="*/ 73237 w 91175"/>
                  <a:gd name="connsiteY11" fmla="*/ 113185 h 160728"/>
                  <a:gd name="connsiteX12" fmla="*/ 42022 w 91175"/>
                  <a:gd name="connsiteY12" fmla="*/ 152336 h 160728"/>
                  <a:gd name="connsiteX13" fmla="*/ 26976 w 91175"/>
                  <a:gd name="connsiteY13" fmla="*/ 145697 h 160728"/>
                  <a:gd name="connsiteX14" fmla="*/ 9909 w 91175"/>
                  <a:gd name="connsiteY14" fmla="*/ 138141 h 160728"/>
                  <a:gd name="connsiteX15" fmla="*/ 252 w 91175"/>
                  <a:gd name="connsiteY15" fmla="*/ 146612 h 160728"/>
                  <a:gd name="connsiteX16" fmla="*/ 27650 w 91175"/>
                  <a:gd name="connsiteY16" fmla="*/ 160808 h 160728"/>
                  <a:gd name="connsiteX17" fmla="*/ 73911 w 91175"/>
                  <a:gd name="connsiteY17" fmla="*/ 142949 h 160728"/>
                  <a:gd name="connsiteX18" fmla="*/ 88957 w 91175"/>
                  <a:gd name="connsiteY18" fmla="*/ 102195 h 160728"/>
                  <a:gd name="connsiteX19" fmla="*/ 73462 w 91175"/>
                  <a:gd name="connsiteY19" fmla="*/ 63730 h 160728"/>
                  <a:gd name="connsiteX20" fmla="*/ 24281 w 91175"/>
                  <a:gd name="connsiteY20" fmla="*/ 43582 h 160728"/>
                  <a:gd name="connsiteX21" fmla="*/ 33713 w 91175"/>
                  <a:gd name="connsiteY21" fmla="*/ 24120 h 160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1175" h="160728">
                    <a:moveTo>
                      <a:pt x="33713" y="24120"/>
                    </a:moveTo>
                    <a:lnTo>
                      <a:pt x="77729" y="24120"/>
                    </a:lnTo>
                    <a:cubicBezTo>
                      <a:pt x="81322" y="24120"/>
                      <a:pt x="82220" y="23662"/>
                      <a:pt x="82894" y="22060"/>
                    </a:cubicBezTo>
                    <a:lnTo>
                      <a:pt x="91427" y="1682"/>
                    </a:lnTo>
                    <a:lnTo>
                      <a:pt x="89406" y="80"/>
                    </a:lnTo>
                    <a:cubicBezTo>
                      <a:pt x="86038" y="4888"/>
                      <a:pt x="83792" y="6033"/>
                      <a:pt x="79076" y="6033"/>
                    </a:cubicBezTo>
                    <a:lnTo>
                      <a:pt x="32141" y="6033"/>
                    </a:lnTo>
                    <a:lnTo>
                      <a:pt x="7663" y="60295"/>
                    </a:lnTo>
                    <a:cubicBezTo>
                      <a:pt x="7439" y="60753"/>
                      <a:pt x="7439" y="60982"/>
                      <a:pt x="7439" y="61440"/>
                    </a:cubicBezTo>
                    <a:cubicBezTo>
                      <a:pt x="7439" y="62585"/>
                      <a:pt x="8337" y="63272"/>
                      <a:pt x="10133" y="63272"/>
                    </a:cubicBezTo>
                    <a:cubicBezTo>
                      <a:pt x="17320" y="63272"/>
                      <a:pt x="26302" y="64875"/>
                      <a:pt x="35510" y="67851"/>
                    </a:cubicBezTo>
                    <a:cubicBezTo>
                      <a:pt x="61335" y="76322"/>
                      <a:pt x="73237" y="90518"/>
                      <a:pt x="73237" y="113185"/>
                    </a:cubicBezTo>
                    <a:cubicBezTo>
                      <a:pt x="73237" y="135165"/>
                      <a:pt x="59539" y="152336"/>
                      <a:pt x="42022" y="152336"/>
                    </a:cubicBezTo>
                    <a:cubicBezTo>
                      <a:pt x="37531" y="152336"/>
                      <a:pt x="33713" y="150734"/>
                      <a:pt x="26976" y="145697"/>
                    </a:cubicBezTo>
                    <a:cubicBezTo>
                      <a:pt x="19790" y="140431"/>
                      <a:pt x="14625" y="138141"/>
                      <a:pt x="9909" y="138141"/>
                    </a:cubicBezTo>
                    <a:cubicBezTo>
                      <a:pt x="3396" y="138141"/>
                      <a:pt x="252" y="140888"/>
                      <a:pt x="252" y="146612"/>
                    </a:cubicBezTo>
                    <a:cubicBezTo>
                      <a:pt x="252" y="155313"/>
                      <a:pt x="10807" y="160808"/>
                      <a:pt x="27650" y="160808"/>
                    </a:cubicBezTo>
                    <a:cubicBezTo>
                      <a:pt x="46514" y="160808"/>
                      <a:pt x="62683" y="154626"/>
                      <a:pt x="73911" y="142949"/>
                    </a:cubicBezTo>
                    <a:cubicBezTo>
                      <a:pt x="84241" y="132646"/>
                      <a:pt x="88957" y="119595"/>
                      <a:pt x="88957" y="102195"/>
                    </a:cubicBezTo>
                    <a:cubicBezTo>
                      <a:pt x="88957" y="85710"/>
                      <a:pt x="84690" y="75178"/>
                      <a:pt x="73462" y="63730"/>
                    </a:cubicBezTo>
                    <a:cubicBezTo>
                      <a:pt x="63581" y="53656"/>
                      <a:pt x="50780" y="48390"/>
                      <a:pt x="24281" y="43582"/>
                    </a:cubicBezTo>
                    <a:lnTo>
                      <a:pt x="33713" y="24120"/>
                    </a:lnTo>
                    <a:close/>
                  </a:path>
                </a:pathLst>
              </a:custGeom>
              <a:grpFill/>
              <a:ln w="22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F4AB02C9-148A-5E31-3E5C-C16B8EDE658C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9410554" y="5234253"/>
                <a:ext cx="990206" cy="12419"/>
              </a:xfrm>
              <a:custGeom>
                <a:avLst/>
                <a:gdLst>
                  <a:gd name="connsiteX0" fmla="*/ 0 w 990206"/>
                  <a:gd name="connsiteY0" fmla="*/ 0 h 12419"/>
                  <a:gd name="connsiteX1" fmla="*/ 990206 w 990206"/>
                  <a:gd name="connsiteY1" fmla="*/ 0 h 12419"/>
                  <a:gd name="connsiteX2" fmla="*/ 990206 w 990206"/>
                  <a:gd name="connsiteY2" fmla="*/ 12419 h 12419"/>
                  <a:gd name="connsiteX3" fmla="*/ 0 w 990206"/>
                  <a:gd name="connsiteY3" fmla="*/ 12419 h 1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0206" h="12419">
                    <a:moveTo>
                      <a:pt x="0" y="0"/>
                    </a:moveTo>
                    <a:lnTo>
                      <a:pt x="990206" y="0"/>
                    </a:lnTo>
                    <a:lnTo>
                      <a:pt x="990206" y="12419"/>
                    </a:lnTo>
                    <a:lnTo>
                      <a:pt x="0" y="12419"/>
                    </a:ln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F2D95E42-0085-174B-753A-80652FD4DC1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9570764" y="5321993"/>
                <a:ext cx="85882" cy="209156"/>
              </a:xfrm>
              <a:custGeom>
                <a:avLst/>
                <a:gdLst>
                  <a:gd name="connsiteX0" fmla="*/ 54854 w 85882"/>
                  <a:gd name="connsiteY0" fmla="*/ 96 h 209156"/>
                  <a:gd name="connsiteX1" fmla="*/ 229 w 85882"/>
                  <a:gd name="connsiteY1" fmla="*/ 28252 h 209156"/>
                  <a:gd name="connsiteX2" fmla="*/ 229 w 85882"/>
                  <a:gd name="connsiteY2" fmla="*/ 32583 h 209156"/>
                  <a:gd name="connsiteX3" fmla="*/ 8423 w 85882"/>
                  <a:gd name="connsiteY3" fmla="*/ 29180 h 209156"/>
                  <a:gd name="connsiteX4" fmla="*/ 22079 w 85882"/>
                  <a:gd name="connsiteY4" fmla="*/ 25776 h 209156"/>
                  <a:gd name="connsiteX5" fmla="*/ 31183 w 85882"/>
                  <a:gd name="connsiteY5" fmla="*/ 40318 h 209156"/>
                  <a:gd name="connsiteX6" fmla="*/ 31183 w 85882"/>
                  <a:gd name="connsiteY6" fmla="*/ 180478 h 209156"/>
                  <a:gd name="connsiteX7" fmla="*/ 23900 w 85882"/>
                  <a:gd name="connsiteY7" fmla="*/ 200589 h 209156"/>
                  <a:gd name="connsiteX8" fmla="*/ 2353 w 85882"/>
                  <a:gd name="connsiteY8" fmla="*/ 204611 h 209156"/>
                  <a:gd name="connsiteX9" fmla="*/ 2353 w 85882"/>
                  <a:gd name="connsiteY9" fmla="*/ 209252 h 209156"/>
                  <a:gd name="connsiteX10" fmla="*/ 86111 w 85882"/>
                  <a:gd name="connsiteY10" fmla="*/ 209252 h 209156"/>
                  <a:gd name="connsiteX11" fmla="*/ 86111 w 85882"/>
                  <a:gd name="connsiteY11" fmla="*/ 204611 h 209156"/>
                  <a:gd name="connsiteX12" fmla="*/ 57282 w 85882"/>
                  <a:gd name="connsiteY12" fmla="*/ 186356 h 209156"/>
                  <a:gd name="connsiteX13" fmla="*/ 57282 w 85882"/>
                  <a:gd name="connsiteY13" fmla="*/ 715 h 209156"/>
                  <a:gd name="connsiteX14" fmla="*/ 54854 w 85882"/>
                  <a:gd name="connsiteY14" fmla="*/ 96 h 20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882" h="209156">
                    <a:moveTo>
                      <a:pt x="54854" y="96"/>
                    </a:moveTo>
                    <a:lnTo>
                      <a:pt x="229" y="28252"/>
                    </a:lnTo>
                    <a:lnTo>
                      <a:pt x="229" y="32583"/>
                    </a:lnTo>
                    <a:cubicBezTo>
                      <a:pt x="3871" y="31036"/>
                      <a:pt x="7209" y="29799"/>
                      <a:pt x="8423" y="29180"/>
                    </a:cubicBezTo>
                    <a:cubicBezTo>
                      <a:pt x="13885" y="27014"/>
                      <a:pt x="19044" y="25776"/>
                      <a:pt x="22079" y="25776"/>
                    </a:cubicBezTo>
                    <a:cubicBezTo>
                      <a:pt x="28452" y="25776"/>
                      <a:pt x="31183" y="30417"/>
                      <a:pt x="31183" y="40318"/>
                    </a:cubicBezTo>
                    <a:lnTo>
                      <a:pt x="31183" y="180478"/>
                    </a:lnTo>
                    <a:cubicBezTo>
                      <a:pt x="31183" y="190688"/>
                      <a:pt x="28755" y="197804"/>
                      <a:pt x="23900" y="200589"/>
                    </a:cubicBezTo>
                    <a:cubicBezTo>
                      <a:pt x="19348" y="203373"/>
                      <a:pt x="15099" y="204302"/>
                      <a:pt x="2353" y="204611"/>
                    </a:cubicBezTo>
                    <a:lnTo>
                      <a:pt x="2353" y="209252"/>
                    </a:lnTo>
                    <a:lnTo>
                      <a:pt x="86111" y="209252"/>
                    </a:lnTo>
                    <a:lnTo>
                      <a:pt x="86111" y="204611"/>
                    </a:lnTo>
                    <a:cubicBezTo>
                      <a:pt x="62137" y="204302"/>
                      <a:pt x="57282" y="201208"/>
                      <a:pt x="57282" y="186356"/>
                    </a:cubicBezTo>
                    <a:lnTo>
                      <a:pt x="57282" y="715"/>
                    </a:lnTo>
                    <a:lnTo>
                      <a:pt x="54854" y="96"/>
                    </a:ln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0816AAD9-FA26-002C-E25D-0D510A3FD273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9706378" y="5321993"/>
                <a:ext cx="118050" cy="213487"/>
              </a:xfrm>
              <a:custGeom>
                <a:avLst/>
                <a:gdLst>
                  <a:gd name="connsiteX0" fmla="*/ 71246 w 118050"/>
                  <a:gd name="connsiteY0" fmla="*/ 94464 h 213487"/>
                  <a:gd name="connsiteX1" fmla="*/ 111912 w 118050"/>
                  <a:gd name="connsiteY1" fmla="*/ 44031 h 213487"/>
                  <a:gd name="connsiteX2" fmla="*/ 59714 w 118050"/>
                  <a:gd name="connsiteY2" fmla="*/ 96 h 213487"/>
                  <a:gd name="connsiteX3" fmla="*/ 2055 w 118050"/>
                  <a:gd name="connsiteY3" fmla="*/ 48982 h 213487"/>
                  <a:gd name="connsiteX4" fmla="*/ 39685 w 118050"/>
                  <a:gd name="connsiteY4" fmla="*/ 106530 h 213487"/>
                  <a:gd name="connsiteX5" fmla="*/ 234 w 118050"/>
                  <a:gd name="connsiteY5" fmla="*/ 162532 h 213487"/>
                  <a:gd name="connsiteX6" fmla="*/ 58500 w 118050"/>
                  <a:gd name="connsiteY6" fmla="*/ 213584 h 213487"/>
                  <a:gd name="connsiteX7" fmla="*/ 118285 w 118050"/>
                  <a:gd name="connsiteY7" fmla="*/ 161295 h 213487"/>
                  <a:gd name="connsiteX8" fmla="*/ 71246 w 118050"/>
                  <a:gd name="connsiteY8" fmla="*/ 94464 h 213487"/>
                  <a:gd name="connsiteX9" fmla="*/ 65784 w 118050"/>
                  <a:gd name="connsiteY9" fmla="*/ 126332 h 213487"/>
                  <a:gd name="connsiteX10" fmla="*/ 95221 w 118050"/>
                  <a:gd name="connsiteY10" fmla="*/ 170886 h 213487"/>
                  <a:gd name="connsiteX11" fmla="*/ 61839 w 118050"/>
                  <a:gd name="connsiteY11" fmla="*/ 204920 h 213487"/>
                  <a:gd name="connsiteX12" fmla="*/ 23298 w 118050"/>
                  <a:gd name="connsiteY12" fmla="*/ 160057 h 213487"/>
                  <a:gd name="connsiteX13" fmla="*/ 47575 w 118050"/>
                  <a:gd name="connsiteY13" fmla="*/ 112718 h 213487"/>
                  <a:gd name="connsiteX14" fmla="*/ 65784 w 118050"/>
                  <a:gd name="connsiteY14" fmla="*/ 126332 h 213487"/>
                  <a:gd name="connsiteX15" fmla="*/ 62446 w 118050"/>
                  <a:gd name="connsiteY15" fmla="*/ 88894 h 213487"/>
                  <a:gd name="connsiteX16" fmla="*/ 24512 w 118050"/>
                  <a:gd name="connsiteY16" fmla="*/ 39390 h 213487"/>
                  <a:gd name="connsiteX17" fmla="*/ 57287 w 118050"/>
                  <a:gd name="connsiteY17" fmla="*/ 8759 h 213487"/>
                  <a:gd name="connsiteX18" fmla="*/ 90972 w 118050"/>
                  <a:gd name="connsiteY18" fmla="*/ 43722 h 213487"/>
                  <a:gd name="connsiteX19" fmla="*/ 65177 w 118050"/>
                  <a:gd name="connsiteY19" fmla="*/ 87038 h 213487"/>
                  <a:gd name="connsiteX20" fmla="*/ 62446 w 118050"/>
                  <a:gd name="connsiteY20" fmla="*/ 88894 h 213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8050" h="213487">
                    <a:moveTo>
                      <a:pt x="71246" y="94464"/>
                    </a:moveTo>
                    <a:cubicBezTo>
                      <a:pt x="101290" y="78065"/>
                      <a:pt x="111912" y="65070"/>
                      <a:pt x="111912" y="44031"/>
                    </a:cubicBezTo>
                    <a:cubicBezTo>
                      <a:pt x="111912" y="18660"/>
                      <a:pt x="90062" y="96"/>
                      <a:pt x="59714" y="96"/>
                    </a:cubicBezTo>
                    <a:cubicBezTo>
                      <a:pt x="26636" y="96"/>
                      <a:pt x="2055" y="20826"/>
                      <a:pt x="2055" y="48982"/>
                    </a:cubicBezTo>
                    <a:cubicBezTo>
                      <a:pt x="2055" y="69093"/>
                      <a:pt x="7821" y="78065"/>
                      <a:pt x="39685" y="106530"/>
                    </a:cubicBezTo>
                    <a:cubicBezTo>
                      <a:pt x="6910" y="131901"/>
                      <a:pt x="234" y="141493"/>
                      <a:pt x="234" y="162532"/>
                    </a:cubicBezTo>
                    <a:cubicBezTo>
                      <a:pt x="234" y="192544"/>
                      <a:pt x="24208" y="213584"/>
                      <a:pt x="58500" y="213584"/>
                    </a:cubicBezTo>
                    <a:cubicBezTo>
                      <a:pt x="94917" y="213584"/>
                      <a:pt x="118285" y="193163"/>
                      <a:pt x="118285" y="161295"/>
                    </a:cubicBezTo>
                    <a:cubicBezTo>
                      <a:pt x="118285" y="137471"/>
                      <a:pt x="107966" y="122310"/>
                      <a:pt x="71246" y="94464"/>
                    </a:cubicBezTo>
                    <a:close/>
                    <a:moveTo>
                      <a:pt x="65784" y="126332"/>
                    </a:moveTo>
                    <a:cubicBezTo>
                      <a:pt x="87937" y="142421"/>
                      <a:pt x="95221" y="153560"/>
                      <a:pt x="95221" y="170886"/>
                    </a:cubicBezTo>
                    <a:cubicBezTo>
                      <a:pt x="95221" y="190997"/>
                      <a:pt x="81564" y="204920"/>
                      <a:pt x="61839" y="204920"/>
                    </a:cubicBezTo>
                    <a:cubicBezTo>
                      <a:pt x="38775" y="204920"/>
                      <a:pt x="23298" y="186975"/>
                      <a:pt x="23298" y="160057"/>
                    </a:cubicBezTo>
                    <a:cubicBezTo>
                      <a:pt x="23298" y="140255"/>
                      <a:pt x="29974" y="127260"/>
                      <a:pt x="47575" y="112718"/>
                    </a:cubicBezTo>
                    <a:lnTo>
                      <a:pt x="65784" y="126332"/>
                    </a:lnTo>
                    <a:close/>
                    <a:moveTo>
                      <a:pt x="62446" y="88894"/>
                    </a:moveTo>
                    <a:cubicBezTo>
                      <a:pt x="35437" y="70949"/>
                      <a:pt x="24512" y="56717"/>
                      <a:pt x="24512" y="39390"/>
                    </a:cubicBezTo>
                    <a:cubicBezTo>
                      <a:pt x="24512" y="21445"/>
                      <a:pt x="38168" y="8759"/>
                      <a:pt x="57287" y="8759"/>
                    </a:cubicBezTo>
                    <a:cubicBezTo>
                      <a:pt x="77923" y="8759"/>
                      <a:pt x="90972" y="22373"/>
                      <a:pt x="90972" y="43722"/>
                    </a:cubicBezTo>
                    <a:cubicBezTo>
                      <a:pt x="90972" y="61358"/>
                      <a:pt x="82475" y="75281"/>
                      <a:pt x="65177" y="87038"/>
                    </a:cubicBezTo>
                    <a:cubicBezTo>
                      <a:pt x="63659" y="87966"/>
                      <a:pt x="63659" y="87966"/>
                      <a:pt x="62446" y="88894"/>
                    </a:cubicBez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E4D5ACFB-9685-A486-BFB0-90BA24F94B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9848972" y="5321993"/>
                <a:ext cx="137169" cy="213487"/>
              </a:xfrm>
              <a:custGeom>
                <a:avLst/>
                <a:gdLst>
                  <a:gd name="connsiteX0" fmla="*/ 70037 w 137169"/>
                  <a:gd name="connsiteY0" fmla="*/ 96 h 213487"/>
                  <a:gd name="connsiteX1" fmla="*/ 29372 w 137169"/>
                  <a:gd name="connsiteY1" fmla="*/ 16185 h 213487"/>
                  <a:gd name="connsiteX2" fmla="*/ 239 w 137169"/>
                  <a:gd name="connsiteY2" fmla="*/ 105293 h 213487"/>
                  <a:gd name="connsiteX3" fmla="*/ 24517 w 137169"/>
                  <a:gd name="connsiteY3" fmla="*/ 192544 h 213487"/>
                  <a:gd name="connsiteX4" fmla="*/ 68824 w 137169"/>
                  <a:gd name="connsiteY4" fmla="*/ 213584 h 213487"/>
                  <a:gd name="connsiteX5" fmla="*/ 108275 w 137169"/>
                  <a:gd name="connsiteY5" fmla="*/ 197495 h 213487"/>
                  <a:gd name="connsiteX6" fmla="*/ 137408 w 137169"/>
                  <a:gd name="connsiteY6" fmla="*/ 107149 h 213487"/>
                  <a:gd name="connsiteX7" fmla="*/ 70037 w 137169"/>
                  <a:gd name="connsiteY7" fmla="*/ 96 h 213487"/>
                  <a:gd name="connsiteX8" fmla="*/ 69127 w 137169"/>
                  <a:gd name="connsiteY8" fmla="*/ 8140 h 213487"/>
                  <a:gd name="connsiteX9" fmla="*/ 108275 w 137169"/>
                  <a:gd name="connsiteY9" fmla="*/ 107768 h 213487"/>
                  <a:gd name="connsiteX10" fmla="*/ 68824 w 137169"/>
                  <a:gd name="connsiteY10" fmla="*/ 205539 h 213487"/>
                  <a:gd name="connsiteX11" fmla="*/ 29372 w 137169"/>
                  <a:gd name="connsiteY11" fmla="*/ 108077 h 213487"/>
                  <a:gd name="connsiteX12" fmla="*/ 69127 w 137169"/>
                  <a:gd name="connsiteY12" fmla="*/ 8140 h 213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7169" h="213487">
                    <a:moveTo>
                      <a:pt x="70037" y="96"/>
                    </a:moveTo>
                    <a:cubicBezTo>
                      <a:pt x="53346" y="96"/>
                      <a:pt x="40601" y="5356"/>
                      <a:pt x="29372" y="16185"/>
                    </a:cubicBezTo>
                    <a:cubicBezTo>
                      <a:pt x="11771" y="33511"/>
                      <a:pt x="239" y="69093"/>
                      <a:pt x="239" y="105293"/>
                    </a:cubicBezTo>
                    <a:cubicBezTo>
                      <a:pt x="239" y="139018"/>
                      <a:pt x="10253" y="175218"/>
                      <a:pt x="24517" y="192544"/>
                    </a:cubicBezTo>
                    <a:cubicBezTo>
                      <a:pt x="35745" y="206158"/>
                      <a:pt x="51222" y="213584"/>
                      <a:pt x="68824" y="213584"/>
                    </a:cubicBezTo>
                    <a:cubicBezTo>
                      <a:pt x="84301" y="213584"/>
                      <a:pt x="97350" y="208324"/>
                      <a:pt x="108275" y="197495"/>
                    </a:cubicBezTo>
                    <a:cubicBezTo>
                      <a:pt x="125876" y="180478"/>
                      <a:pt x="137408" y="144587"/>
                      <a:pt x="137408" y="107149"/>
                    </a:cubicBezTo>
                    <a:cubicBezTo>
                      <a:pt x="137408" y="43722"/>
                      <a:pt x="109792" y="96"/>
                      <a:pt x="70037" y="96"/>
                    </a:cubicBezTo>
                    <a:close/>
                    <a:moveTo>
                      <a:pt x="69127" y="8140"/>
                    </a:moveTo>
                    <a:cubicBezTo>
                      <a:pt x="94619" y="8140"/>
                      <a:pt x="108275" y="43103"/>
                      <a:pt x="108275" y="107768"/>
                    </a:cubicBezTo>
                    <a:cubicBezTo>
                      <a:pt x="108275" y="172433"/>
                      <a:pt x="94922" y="205539"/>
                      <a:pt x="68824" y="205539"/>
                    </a:cubicBezTo>
                    <a:cubicBezTo>
                      <a:pt x="42725" y="205539"/>
                      <a:pt x="29372" y="172433"/>
                      <a:pt x="29372" y="108077"/>
                    </a:cubicBezTo>
                    <a:cubicBezTo>
                      <a:pt x="29372" y="42484"/>
                      <a:pt x="43028" y="8140"/>
                      <a:pt x="69127" y="8140"/>
                    </a:cubicBez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665CF8FB-B946-0DC5-E2E5-333CC1ABCCE0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9998243" y="5394702"/>
                <a:ext cx="139597" cy="139231"/>
              </a:xfrm>
              <a:custGeom>
                <a:avLst/>
                <a:gdLst>
                  <a:gd name="connsiteX0" fmla="*/ 135593 w 139597"/>
                  <a:gd name="connsiteY0" fmla="*/ 100342 h 139231"/>
                  <a:gd name="connsiteX1" fmla="*/ 129220 w 139597"/>
                  <a:gd name="connsiteY1" fmla="*/ 108386 h 139231"/>
                  <a:gd name="connsiteX2" fmla="*/ 110708 w 139597"/>
                  <a:gd name="connsiteY2" fmla="*/ 124785 h 139231"/>
                  <a:gd name="connsiteX3" fmla="*/ 105853 w 139597"/>
                  <a:gd name="connsiteY3" fmla="*/ 119834 h 139231"/>
                  <a:gd name="connsiteX4" fmla="*/ 110101 w 139597"/>
                  <a:gd name="connsiteY4" fmla="*/ 100342 h 139231"/>
                  <a:gd name="connsiteX5" fmla="*/ 127399 w 139597"/>
                  <a:gd name="connsiteY5" fmla="*/ 36605 h 139231"/>
                  <a:gd name="connsiteX6" fmla="*/ 130131 w 139597"/>
                  <a:gd name="connsiteY6" fmla="*/ 18969 h 139231"/>
                  <a:gd name="connsiteX7" fmla="*/ 110101 w 139597"/>
                  <a:gd name="connsiteY7" fmla="*/ 95 h 139231"/>
                  <a:gd name="connsiteX8" fmla="*/ 40303 w 139597"/>
                  <a:gd name="connsiteY8" fmla="*/ 68164 h 139231"/>
                  <a:gd name="connsiteX9" fmla="*/ 60635 w 139597"/>
                  <a:gd name="connsiteY9" fmla="*/ 714 h 139231"/>
                  <a:gd name="connsiteX10" fmla="*/ 59725 w 139597"/>
                  <a:gd name="connsiteY10" fmla="*/ 95 h 139231"/>
                  <a:gd name="connsiteX11" fmla="*/ 10563 w 139597"/>
                  <a:gd name="connsiteY11" fmla="*/ 9687 h 139231"/>
                  <a:gd name="connsiteX12" fmla="*/ 10563 w 139597"/>
                  <a:gd name="connsiteY12" fmla="*/ 14637 h 139231"/>
                  <a:gd name="connsiteX13" fmla="*/ 29985 w 139597"/>
                  <a:gd name="connsiteY13" fmla="*/ 22991 h 139231"/>
                  <a:gd name="connsiteX14" fmla="*/ 29378 w 139597"/>
                  <a:gd name="connsiteY14" fmla="*/ 28251 h 139231"/>
                  <a:gd name="connsiteX15" fmla="*/ 244 w 139597"/>
                  <a:gd name="connsiteY15" fmla="*/ 136542 h 139231"/>
                  <a:gd name="connsiteX16" fmla="*/ 23005 w 139597"/>
                  <a:gd name="connsiteY16" fmla="*/ 136542 h 139231"/>
                  <a:gd name="connsiteX17" fmla="*/ 53352 w 139597"/>
                  <a:gd name="connsiteY17" fmla="*/ 59810 h 139231"/>
                  <a:gd name="connsiteX18" fmla="*/ 98266 w 139597"/>
                  <a:gd name="connsiteY18" fmla="*/ 15875 h 139231"/>
                  <a:gd name="connsiteX19" fmla="*/ 105549 w 139597"/>
                  <a:gd name="connsiteY19" fmla="*/ 24848 h 139231"/>
                  <a:gd name="connsiteX20" fmla="*/ 101301 w 139597"/>
                  <a:gd name="connsiteY20" fmla="*/ 48362 h 139231"/>
                  <a:gd name="connsiteX21" fmla="*/ 87948 w 139597"/>
                  <a:gd name="connsiteY21" fmla="*/ 99414 h 139231"/>
                  <a:gd name="connsiteX22" fmla="*/ 83092 w 139597"/>
                  <a:gd name="connsiteY22" fmla="*/ 122619 h 139231"/>
                  <a:gd name="connsiteX23" fmla="*/ 97356 w 139597"/>
                  <a:gd name="connsiteY23" fmla="*/ 139326 h 139231"/>
                  <a:gd name="connsiteX24" fmla="*/ 139842 w 139597"/>
                  <a:gd name="connsiteY24" fmla="*/ 104364 h 139231"/>
                  <a:gd name="connsiteX25" fmla="*/ 135593 w 139597"/>
                  <a:gd name="connsiteY25" fmla="*/ 100342 h 139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9597" h="139231">
                    <a:moveTo>
                      <a:pt x="135593" y="100342"/>
                    </a:moveTo>
                    <a:lnTo>
                      <a:pt x="129220" y="108386"/>
                    </a:lnTo>
                    <a:cubicBezTo>
                      <a:pt x="120419" y="119834"/>
                      <a:pt x="114957" y="124785"/>
                      <a:pt x="110708" y="124785"/>
                    </a:cubicBezTo>
                    <a:cubicBezTo>
                      <a:pt x="108281" y="124785"/>
                      <a:pt x="105853" y="122309"/>
                      <a:pt x="105853" y="119834"/>
                    </a:cubicBezTo>
                    <a:cubicBezTo>
                      <a:pt x="105853" y="117668"/>
                      <a:pt x="105853" y="117668"/>
                      <a:pt x="110101" y="100342"/>
                    </a:cubicBezTo>
                    <a:lnTo>
                      <a:pt x="127399" y="36605"/>
                    </a:lnTo>
                    <a:cubicBezTo>
                      <a:pt x="128917" y="30107"/>
                      <a:pt x="130131" y="23301"/>
                      <a:pt x="130131" y="18969"/>
                    </a:cubicBezTo>
                    <a:cubicBezTo>
                      <a:pt x="130131" y="7830"/>
                      <a:pt x="121937" y="95"/>
                      <a:pt x="110101" y="95"/>
                    </a:cubicBezTo>
                    <a:cubicBezTo>
                      <a:pt x="90679" y="95"/>
                      <a:pt x="71560" y="18660"/>
                      <a:pt x="40303" y="68164"/>
                    </a:cubicBezTo>
                    <a:lnTo>
                      <a:pt x="60635" y="714"/>
                    </a:lnTo>
                    <a:lnTo>
                      <a:pt x="59725" y="95"/>
                    </a:lnTo>
                    <a:cubicBezTo>
                      <a:pt x="43337" y="3499"/>
                      <a:pt x="36965" y="4736"/>
                      <a:pt x="10563" y="9687"/>
                    </a:cubicBezTo>
                    <a:lnTo>
                      <a:pt x="10563" y="14637"/>
                    </a:lnTo>
                    <a:cubicBezTo>
                      <a:pt x="26040" y="14947"/>
                      <a:pt x="29985" y="16803"/>
                      <a:pt x="29985" y="22991"/>
                    </a:cubicBezTo>
                    <a:cubicBezTo>
                      <a:pt x="29985" y="24848"/>
                      <a:pt x="29681" y="26704"/>
                      <a:pt x="29378" y="28251"/>
                    </a:cubicBezTo>
                    <a:lnTo>
                      <a:pt x="244" y="136542"/>
                    </a:lnTo>
                    <a:lnTo>
                      <a:pt x="23005" y="136542"/>
                    </a:lnTo>
                    <a:cubicBezTo>
                      <a:pt x="37268" y="87656"/>
                      <a:pt x="39999" y="80849"/>
                      <a:pt x="53352" y="59810"/>
                    </a:cubicBezTo>
                    <a:cubicBezTo>
                      <a:pt x="71560" y="31345"/>
                      <a:pt x="87037" y="15875"/>
                      <a:pt x="98266" y="15875"/>
                    </a:cubicBezTo>
                    <a:cubicBezTo>
                      <a:pt x="102818" y="15875"/>
                      <a:pt x="105549" y="19278"/>
                      <a:pt x="105549" y="24848"/>
                    </a:cubicBezTo>
                    <a:cubicBezTo>
                      <a:pt x="105549" y="28560"/>
                      <a:pt x="103728" y="38771"/>
                      <a:pt x="101301" y="48362"/>
                    </a:cubicBezTo>
                    <a:lnTo>
                      <a:pt x="87948" y="99414"/>
                    </a:lnTo>
                    <a:cubicBezTo>
                      <a:pt x="84003" y="115193"/>
                      <a:pt x="83092" y="119525"/>
                      <a:pt x="83092" y="122619"/>
                    </a:cubicBezTo>
                    <a:cubicBezTo>
                      <a:pt x="83092" y="134376"/>
                      <a:pt x="87341" y="139326"/>
                      <a:pt x="97356" y="139326"/>
                    </a:cubicBezTo>
                    <a:cubicBezTo>
                      <a:pt x="111012" y="139326"/>
                      <a:pt x="118902" y="132829"/>
                      <a:pt x="139842" y="104364"/>
                    </a:cubicBezTo>
                    <a:lnTo>
                      <a:pt x="135593" y="100342"/>
                    </a:ln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40034410-9C78-CFCA-10C7-9A09FA5E57E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0148994" y="5286624"/>
                <a:ext cx="103301" cy="154775"/>
              </a:xfrm>
              <a:custGeom>
                <a:avLst/>
                <a:gdLst>
                  <a:gd name="connsiteX0" fmla="*/ 103550 w 103301"/>
                  <a:gd name="connsiteY0" fmla="*/ 101980 h 154775"/>
                  <a:gd name="connsiteX1" fmla="*/ 80644 w 103301"/>
                  <a:gd name="connsiteY1" fmla="*/ 101980 h 154775"/>
                  <a:gd name="connsiteX2" fmla="*/ 80644 w 103301"/>
                  <a:gd name="connsiteY2" fmla="*/ 94 h 154775"/>
                  <a:gd name="connsiteX3" fmla="*/ 70763 w 103301"/>
                  <a:gd name="connsiteY3" fmla="*/ 94 h 154775"/>
                  <a:gd name="connsiteX4" fmla="*/ 248 w 103301"/>
                  <a:gd name="connsiteY4" fmla="*/ 101980 h 154775"/>
                  <a:gd name="connsiteX5" fmla="*/ 248 w 103301"/>
                  <a:gd name="connsiteY5" fmla="*/ 116633 h 154775"/>
                  <a:gd name="connsiteX6" fmla="*/ 63352 w 103301"/>
                  <a:gd name="connsiteY6" fmla="*/ 116633 h 154775"/>
                  <a:gd name="connsiteX7" fmla="*/ 63352 w 103301"/>
                  <a:gd name="connsiteY7" fmla="*/ 154869 h 154775"/>
                  <a:gd name="connsiteX8" fmla="*/ 80644 w 103301"/>
                  <a:gd name="connsiteY8" fmla="*/ 154869 h 154775"/>
                  <a:gd name="connsiteX9" fmla="*/ 80644 w 103301"/>
                  <a:gd name="connsiteY9" fmla="*/ 116633 h 154775"/>
                  <a:gd name="connsiteX10" fmla="*/ 103550 w 103301"/>
                  <a:gd name="connsiteY10" fmla="*/ 116633 h 154775"/>
                  <a:gd name="connsiteX11" fmla="*/ 103550 w 103301"/>
                  <a:gd name="connsiteY11" fmla="*/ 101980 h 154775"/>
                  <a:gd name="connsiteX12" fmla="*/ 63128 w 103301"/>
                  <a:gd name="connsiteY12" fmla="*/ 101980 h 154775"/>
                  <a:gd name="connsiteX13" fmla="*/ 9231 w 103301"/>
                  <a:gd name="connsiteY13" fmla="*/ 101980 h 154775"/>
                  <a:gd name="connsiteX14" fmla="*/ 63128 w 103301"/>
                  <a:gd name="connsiteY14" fmla="*/ 23448 h 154775"/>
                  <a:gd name="connsiteX15" fmla="*/ 63128 w 103301"/>
                  <a:gd name="connsiteY15" fmla="*/ 101980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3301" h="154775">
                    <a:moveTo>
                      <a:pt x="103550" y="101980"/>
                    </a:moveTo>
                    <a:lnTo>
                      <a:pt x="80644" y="101980"/>
                    </a:lnTo>
                    <a:lnTo>
                      <a:pt x="80644" y="94"/>
                    </a:lnTo>
                    <a:lnTo>
                      <a:pt x="70763" y="94"/>
                    </a:lnTo>
                    <a:lnTo>
                      <a:pt x="248" y="101980"/>
                    </a:lnTo>
                    <a:lnTo>
                      <a:pt x="248" y="116633"/>
                    </a:lnTo>
                    <a:lnTo>
                      <a:pt x="63352" y="116633"/>
                    </a:lnTo>
                    <a:lnTo>
                      <a:pt x="63352" y="154869"/>
                    </a:lnTo>
                    <a:lnTo>
                      <a:pt x="80644" y="154869"/>
                    </a:lnTo>
                    <a:lnTo>
                      <a:pt x="80644" y="116633"/>
                    </a:lnTo>
                    <a:lnTo>
                      <a:pt x="103550" y="116633"/>
                    </a:lnTo>
                    <a:lnTo>
                      <a:pt x="103550" y="101980"/>
                    </a:lnTo>
                    <a:close/>
                    <a:moveTo>
                      <a:pt x="63128" y="101980"/>
                    </a:moveTo>
                    <a:lnTo>
                      <a:pt x="9231" y="101980"/>
                    </a:lnTo>
                    <a:lnTo>
                      <a:pt x="63128" y="23448"/>
                    </a:lnTo>
                    <a:lnTo>
                      <a:pt x="63128" y="101980"/>
                    </a:lnTo>
                    <a:close/>
                  </a:path>
                </a:pathLst>
              </a:custGeom>
              <a:grpFill/>
              <a:ln w="22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AEB84A-5E74-639B-1B62-445FE2AE2F69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0523047" y="5063210"/>
                <a:ext cx="94379" cy="16707"/>
              </a:xfrm>
              <a:custGeom>
                <a:avLst/>
                <a:gdLst>
                  <a:gd name="connsiteX0" fmla="*/ 261 w 94379"/>
                  <a:gd name="connsiteY0" fmla="*/ 87 h 16707"/>
                  <a:gd name="connsiteX1" fmla="*/ 261 w 94379"/>
                  <a:gd name="connsiteY1" fmla="*/ 16795 h 16707"/>
                  <a:gd name="connsiteX2" fmla="*/ 94641 w 94379"/>
                  <a:gd name="connsiteY2" fmla="*/ 16795 h 16707"/>
                  <a:gd name="connsiteX3" fmla="*/ 94641 w 94379"/>
                  <a:gd name="connsiteY3" fmla="*/ 87 h 16707"/>
                  <a:gd name="connsiteX4" fmla="*/ 261 w 94379"/>
                  <a:gd name="connsiteY4" fmla="*/ 87 h 16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79" h="16707">
                    <a:moveTo>
                      <a:pt x="261" y="87"/>
                    </a:moveTo>
                    <a:lnTo>
                      <a:pt x="261" y="16795"/>
                    </a:lnTo>
                    <a:lnTo>
                      <a:pt x="94641" y="16795"/>
                    </a:lnTo>
                    <a:lnTo>
                      <a:pt x="94641" y="87"/>
                    </a:lnTo>
                    <a:lnTo>
                      <a:pt x="261" y="87"/>
                    </a:ln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204877A8-1F49-534C-6797-2469D45E4E6A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0438395" y="5108328"/>
                <a:ext cx="173282" cy="273821"/>
              </a:xfrm>
              <a:custGeom>
                <a:avLst/>
                <a:gdLst>
                  <a:gd name="connsiteX0" fmla="*/ 55492 w 173282"/>
                  <a:gd name="connsiteY0" fmla="*/ 87340 h 273821"/>
                  <a:gd name="connsiteX1" fmla="*/ 82805 w 173282"/>
                  <a:gd name="connsiteY1" fmla="*/ 87340 h 273821"/>
                  <a:gd name="connsiteX2" fmla="*/ 56099 w 173282"/>
                  <a:gd name="connsiteY2" fmla="*/ 217289 h 273821"/>
                  <a:gd name="connsiteX3" fmla="*/ 26662 w 173282"/>
                  <a:gd name="connsiteY3" fmla="*/ 267412 h 273821"/>
                  <a:gd name="connsiteX4" fmla="*/ 20593 w 173282"/>
                  <a:gd name="connsiteY4" fmla="*/ 262462 h 273821"/>
                  <a:gd name="connsiteX5" fmla="*/ 21807 w 173282"/>
                  <a:gd name="connsiteY5" fmla="*/ 259058 h 273821"/>
                  <a:gd name="connsiteX6" fmla="*/ 23324 w 173282"/>
                  <a:gd name="connsiteY6" fmla="*/ 254108 h 273821"/>
                  <a:gd name="connsiteX7" fmla="*/ 11489 w 173282"/>
                  <a:gd name="connsiteY7" fmla="*/ 242351 h 273821"/>
                  <a:gd name="connsiteX8" fmla="*/ 260 w 173282"/>
                  <a:gd name="connsiteY8" fmla="*/ 255036 h 273821"/>
                  <a:gd name="connsiteX9" fmla="*/ 24234 w 173282"/>
                  <a:gd name="connsiteY9" fmla="*/ 273910 h 273821"/>
                  <a:gd name="connsiteX10" fmla="*/ 84929 w 173282"/>
                  <a:gd name="connsiteY10" fmla="*/ 186349 h 273821"/>
                  <a:gd name="connsiteX11" fmla="*/ 106779 w 173282"/>
                  <a:gd name="connsiteY11" fmla="*/ 87340 h 273821"/>
                  <a:gd name="connsiteX12" fmla="*/ 139857 w 173282"/>
                  <a:gd name="connsiteY12" fmla="*/ 87340 h 273821"/>
                  <a:gd name="connsiteX13" fmla="*/ 141678 w 173282"/>
                  <a:gd name="connsiteY13" fmla="*/ 77439 h 273821"/>
                  <a:gd name="connsiteX14" fmla="*/ 108903 w 173282"/>
                  <a:gd name="connsiteY14" fmla="*/ 77439 h 273821"/>
                  <a:gd name="connsiteX15" fmla="*/ 145927 w 173282"/>
                  <a:gd name="connsiteY15" fmla="*/ 6895 h 273821"/>
                  <a:gd name="connsiteX16" fmla="*/ 152603 w 173282"/>
                  <a:gd name="connsiteY16" fmla="*/ 10608 h 273821"/>
                  <a:gd name="connsiteX17" fmla="*/ 151389 w 173282"/>
                  <a:gd name="connsiteY17" fmla="*/ 13702 h 273821"/>
                  <a:gd name="connsiteX18" fmla="*/ 149568 w 173282"/>
                  <a:gd name="connsiteY18" fmla="*/ 20200 h 273821"/>
                  <a:gd name="connsiteX19" fmla="*/ 160797 w 173282"/>
                  <a:gd name="connsiteY19" fmla="*/ 32576 h 273821"/>
                  <a:gd name="connsiteX20" fmla="*/ 173543 w 173282"/>
                  <a:gd name="connsiteY20" fmla="*/ 20200 h 273821"/>
                  <a:gd name="connsiteX21" fmla="*/ 147444 w 173282"/>
                  <a:gd name="connsiteY21" fmla="*/ 89 h 273821"/>
                  <a:gd name="connsiteX22" fmla="*/ 109814 w 173282"/>
                  <a:gd name="connsiteY22" fmla="*/ 21437 h 273821"/>
                  <a:gd name="connsiteX23" fmla="*/ 85536 w 173282"/>
                  <a:gd name="connsiteY23" fmla="*/ 77439 h 273821"/>
                  <a:gd name="connsiteX24" fmla="*/ 57616 w 173282"/>
                  <a:gd name="connsiteY24" fmla="*/ 77439 h 273821"/>
                  <a:gd name="connsiteX25" fmla="*/ 55492 w 173282"/>
                  <a:gd name="connsiteY25" fmla="*/ 87340 h 27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3282" h="273821">
                    <a:moveTo>
                      <a:pt x="55492" y="87340"/>
                    </a:moveTo>
                    <a:lnTo>
                      <a:pt x="82805" y="87340"/>
                    </a:lnTo>
                    <a:lnTo>
                      <a:pt x="56099" y="217289"/>
                    </a:lnTo>
                    <a:cubicBezTo>
                      <a:pt x="49423" y="250395"/>
                      <a:pt x="39408" y="267412"/>
                      <a:pt x="26662" y="267412"/>
                    </a:cubicBezTo>
                    <a:cubicBezTo>
                      <a:pt x="23021" y="267412"/>
                      <a:pt x="20593" y="265246"/>
                      <a:pt x="20593" y="262462"/>
                    </a:cubicBezTo>
                    <a:cubicBezTo>
                      <a:pt x="20593" y="261533"/>
                      <a:pt x="20896" y="260605"/>
                      <a:pt x="21807" y="259058"/>
                    </a:cubicBezTo>
                    <a:cubicBezTo>
                      <a:pt x="23021" y="257202"/>
                      <a:pt x="23324" y="255964"/>
                      <a:pt x="23324" y="254108"/>
                    </a:cubicBezTo>
                    <a:cubicBezTo>
                      <a:pt x="23324" y="247610"/>
                      <a:pt x="17861" y="242351"/>
                      <a:pt x="11489" y="242351"/>
                    </a:cubicBezTo>
                    <a:cubicBezTo>
                      <a:pt x="5116" y="242351"/>
                      <a:pt x="260" y="247920"/>
                      <a:pt x="260" y="255036"/>
                    </a:cubicBezTo>
                    <a:cubicBezTo>
                      <a:pt x="260" y="265556"/>
                      <a:pt x="10882" y="273910"/>
                      <a:pt x="24234" y="273910"/>
                    </a:cubicBezTo>
                    <a:cubicBezTo>
                      <a:pt x="51243" y="273910"/>
                      <a:pt x="72486" y="243279"/>
                      <a:pt x="84929" y="186349"/>
                    </a:cubicBezTo>
                    <a:lnTo>
                      <a:pt x="106779" y="87340"/>
                    </a:lnTo>
                    <a:lnTo>
                      <a:pt x="139857" y="87340"/>
                    </a:lnTo>
                    <a:lnTo>
                      <a:pt x="141678" y="77439"/>
                    </a:lnTo>
                    <a:lnTo>
                      <a:pt x="108903" y="77439"/>
                    </a:lnTo>
                    <a:cubicBezTo>
                      <a:pt x="117704" y="28863"/>
                      <a:pt x="128932" y="6895"/>
                      <a:pt x="145927" y="6895"/>
                    </a:cubicBezTo>
                    <a:cubicBezTo>
                      <a:pt x="149872" y="6895"/>
                      <a:pt x="152603" y="8442"/>
                      <a:pt x="152603" y="10608"/>
                    </a:cubicBezTo>
                    <a:cubicBezTo>
                      <a:pt x="152603" y="11536"/>
                      <a:pt x="152300" y="12155"/>
                      <a:pt x="151389" y="13702"/>
                    </a:cubicBezTo>
                    <a:cubicBezTo>
                      <a:pt x="150175" y="16487"/>
                      <a:pt x="149568" y="18034"/>
                      <a:pt x="149568" y="20200"/>
                    </a:cubicBezTo>
                    <a:cubicBezTo>
                      <a:pt x="149568" y="27625"/>
                      <a:pt x="154121" y="32576"/>
                      <a:pt x="160797" y="32576"/>
                    </a:cubicBezTo>
                    <a:cubicBezTo>
                      <a:pt x="167777" y="32576"/>
                      <a:pt x="173543" y="27007"/>
                      <a:pt x="173543" y="20200"/>
                    </a:cubicBezTo>
                    <a:cubicBezTo>
                      <a:pt x="173543" y="8752"/>
                      <a:pt x="162314" y="89"/>
                      <a:pt x="147444" y="89"/>
                    </a:cubicBezTo>
                    <a:cubicBezTo>
                      <a:pt x="132574" y="89"/>
                      <a:pt x="120739" y="6895"/>
                      <a:pt x="109814" y="21437"/>
                    </a:cubicBezTo>
                    <a:cubicBezTo>
                      <a:pt x="100709" y="33504"/>
                      <a:pt x="94640" y="47736"/>
                      <a:pt x="85536" y="77439"/>
                    </a:cubicBezTo>
                    <a:lnTo>
                      <a:pt x="57616" y="77439"/>
                    </a:lnTo>
                    <a:lnTo>
                      <a:pt x="55492" y="87340"/>
                    </a:lnTo>
                    <a:close/>
                  </a:path>
                </a:pathLst>
              </a:custGeom>
              <a:grpFill/>
              <a:ln w="4118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1670C242-546B-CD1F-0EDD-83B19E74452D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0634388" y="5018127"/>
                <a:ext cx="52100" cy="228957"/>
              </a:xfrm>
              <a:custGeom>
                <a:avLst/>
                <a:gdLst>
                  <a:gd name="connsiteX0" fmla="*/ 52364 w 52100"/>
                  <a:gd name="connsiteY0" fmla="*/ 226753 h 228957"/>
                  <a:gd name="connsiteX1" fmla="*/ 48546 w 52100"/>
                  <a:gd name="connsiteY1" fmla="*/ 221716 h 228957"/>
                  <a:gd name="connsiteX2" fmla="*/ 13289 w 52100"/>
                  <a:gd name="connsiteY2" fmla="*/ 114564 h 228957"/>
                  <a:gd name="connsiteX3" fmla="*/ 49445 w 52100"/>
                  <a:gd name="connsiteY3" fmla="*/ 6267 h 228957"/>
                  <a:gd name="connsiteX4" fmla="*/ 52364 w 52100"/>
                  <a:gd name="connsiteY4" fmla="*/ 2375 h 228957"/>
                  <a:gd name="connsiteX5" fmla="*/ 50118 w 52100"/>
                  <a:gd name="connsiteY5" fmla="*/ 85 h 228957"/>
                  <a:gd name="connsiteX6" fmla="*/ 14412 w 52100"/>
                  <a:gd name="connsiteY6" fmla="*/ 44732 h 228957"/>
                  <a:gd name="connsiteX7" fmla="*/ 264 w 52100"/>
                  <a:gd name="connsiteY7" fmla="*/ 114564 h 228957"/>
                  <a:gd name="connsiteX8" fmla="*/ 15086 w 52100"/>
                  <a:gd name="connsiteY8" fmla="*/ 185999 h 228957"/>
                  <a:gd name="connsiteX9" fmla="*/ 50118 w 52100"/>
                  <a:gd name="connsiteY9" fmla="*/ 229043 h 228957"/>
                  <a:gd name="connsiteX10" fmla="*/ 52364 w 52100"/>
                  <a:gd name="connsiteY10" fmla="*/ 226753 h 22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100" h="228957">
                    <a:moveTo>
                      <a:pt x="52364" y="226753"/>
                    </a:moveTo>
                    <a:cubicBezTo>
                      <a:pt x="52364" y="226066"/>
                      <a:pt x="52364" y="225608"/>
                      <a:pt x="48546" y="221716"/>
                    </a:cubicBezTo>
                    <a:cubicBezTo>
                      <a:pt x="20475" y="192867"/>
                      <a:pt x="13289" y="149594"/>
                      <a:pt x="13289" y="114564"/>
                    </a:cubicBezTo>
                    <a:cubicBezTo>
                      <a:pt x="13289" y="74725"/>
                      <a:pt x="21823" y="34887"/>
                      <a:pt x="49445" y="6267"/>
                    </a:cubicBezTo>
                    <a:cubicBezTo>
                      <a:pt x="52364" y="3519"/>
                      <a:pt x="52364" y="3061"/>
                      <a:pt x="52364" y="2375"/>
                    </a:cubicBezTo>
                    <a:cubicBezTo>
                      <a:pt x="52364" y="772"/>
                      <a:pt x="51466" y="85"/>
                      <a:pt x="50118" y="85"/>
                    </a:cubicBezTo>
                    <a:cubicBezTo>
                      <a:pt x="47873" y="85"/>
                      <a:pt x="27661" y="15654"/>
                      <a:pt x="14412" y="44732"/>
                    </a:cubicBezTo>
                    <a:cubicBezTo>
                      <a:pt x="2959" y="69917"/>
                      <a:pt x="264" y="95331"/>
                      <a:pt x="264" y="114564"/>
                    </a:cubicBezTo>
                    <a:cubicBezTo>
                      <a:pt x="264" y="132423"/>
                      <a:pt x="2734" y="160126"/>
                      <a:pt x="15086" y="185999"/>
                    </a:cubicBezTo>
                    <a:cubicBezTo>
                      <a:pt x="28560" y="214160"/>
                      <a:pt x="47873" y="229043"/>
                      <a:pt x="50118" y="229043"/>
                    </a:cubicBezTo>
                    <a:cubicBezTo>
                      <a:pt x="51466" y="229043"/>
                      <a:pt x="52364" y="228356"/>
                      <a:pt x="52364" y="226753"/>
                    </a:cubicBez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3F2F6F76-4D77-D19E-AE86-E2FA30A822AE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10702307" y="5035070"/>
                <a:ext cx="103301" cy="154775"/>
              </a:xfrm>
              <a:custGeom>
                <a:avLst/>
                <a:gdLst>
                  <a:gd name="connsiteX0" fmla="*/ 103568 w 103301"/>
                  <a:gd name="connsiteY0" fmla="*/ 101972 h 154775"/>
                  <a:gd name="connsiteX1" fmla="*/ 80662 w 103301"/>
                  <a:gd name="connsiteY1" fmla="*/ 101972 h 154775"/>
                  <a:gd name="connsiteX2" fmla="*/ 80662 w 103301"/>
                  <a:gd name="connsiteY2" fmla="*/ 86 h 154775"/>
                  <a:gd name="connsiteX3" fmla="*/ 70781 w 103301"/>
                  <a:gd name="connsiteY3" fmla="*/ 86 h 154775"/>
                  <a:gd name="connsiteX4" fmla="*/ 266 w 103301"/>
                  <a:gd name="connsiteY4" fmla="*/ 101972 h 154775"/>
                  <a:gd name="connsiteX5" fmla="*/ 266 w 103301"/>
                  <a:gd name="connsiteY5" fmla="*/ 116625 h 154775"/>
                  <a:gd name="connsiteX6" fmla="*/ 63370 w 103301"/>
                  <a:gd name="connsiteY6" fmla="*/ 116625 h 154775"/>
                  <a:gd name="connsiteX7" fmla="*/ 63370 w 103301"/>
                  <a:gd name="connsiteY7" fmla="*/ 154861 h 154775"/>
                  <a:gd name="connsiteX8" fmla="*/ 80662 w 103301"/>
                  <a:gd name="connsiteY8" fmla="*/ 154861 h 154775"/>
                  <a:gd name="connsiteX9" fmla="*/ 80662 w 103301"/>
                  <a:gd name="connsiteY9" fmla="*/ 116625 h 154775"/>
                  <a:gd name="connsiteX10" fmla="*/ 103568 w 103301"/>
                  <a:gd name="connsiteY10" fmla="*/ 116625 h 154775"/>
                  <a:gd name="connsiteX11" fmla="*/ 103568 w 103301"/>
                  <a:gd name="connsiteY11" fmla="*/ 101972 h 154775"/>
                  <a:gd name="connsiteX12" fmla="*/ 63146 w 103301"/>
                  <a:gd name="connsiteY12" fmla="*/ 101972 h 154775"/>
                  <a:gd name="connsiteX13" fmla="*/ 9249 w 103301"/>
                  <a:gd name="connsiteY13" fmla="*/ 101972 h 154775"/>
                  <a:gd name="connsiteX14" fmla="*/ 63146 w 103301"/>
                  <a:gd name="connsiteY14" fmla="*/ 23440 h 154775"/>
                  <a:gd name="connsiteX15" fmla="*/ 63146 w 103301"/>
                  <a:gd name="connsiteY15" fmla="*/ 101972 h 15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3301" h="154775">
                    <a:moveTo>
                      <a:pt x="103568" y="101972"/>
                    </a:moveTo>
                    <a:lnTo>
                      <a:pt x="80662" y="101972"/>
                    </a:lnTo>
                    <a:lnTo>
                      <a:pt x="80662" y="86"/>
                    </a:lnTo>
                    <a:lnTo>
                      <a:pt x="70781" y="86"/>
                    </a:lnTo>
                    <a:lnTo>
                      <a:pt x="266" y="101972"/>
                    </a:lnTo>
                    <a:lnTo>
                      <a:pt x="266" y="116625"/>
                    </a:lnTo>
                    <a:lnTo>
                      <a:pt x="63370" y="116625"/>
                    </a:lnTo>
                    <a:lnTo>
                      <a:pt x="63370" y="154861"/>
                    </a:lnTo>
                    <a:lnTo>
                      <a:pt x="80662" y="154861"/>
                    </a:lnTo>
                    <a:lnTo>
                      <a:pt x="80662" y="116625"/>
                    </a:lnTo>
                    <a:lnTo>
                      <a:pt x="103568" y="116625"/>
                    </a:lnTo>
                    <a:lnTo>
                      <a:pt x="103568" y="101972"/>
                    </a:lnTo>
                    <a:close/>
                    <a:moveTo>
                      <a:pt x="63146" y="101972"/>
                    </a:moveTo>
                    <a:lnTo>
                      <a:pt x="9249" y="101972"/>
                    </a:lnTo>
                    <a:lnTo>
                      <a:pt x="63146" y="23440"/>
                    </a:lnTo>
                    <a:lnTo>
                      <a:pt x="63146" y="101972"/>
                    </a:lnTo>
                    <a:close/>
                  </a:path>
                </a:pathLst>
              </a:custGeom>
              <a:grpFill/>
              <a:ln w="225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5C3DFFD7-B22A-EAF5-E823-5E97E633C106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10825119" y="5018127"/>
                <a:ext cx="52100" cy="228957"/>
              </a:xfrm>
              <a:custGeom>
                <a:avLst/>
                <a:gdLst>
                  <a:gd name="connsiteX0" fmla="*/ 52371 w 52100"/>
                  <a:gd name="connsiteY0" fmla="*/ 114564 h 228957"/>
                  <a:gd name="connsiteX1" fmla="*/ 37549 w 52100"/>
                  <a:gd name="connsiteY1" fmla="*/ 43129 h 228957"/>
                  <a:gd name="connsiteX2" fmla="*/ 2516 w 52100"/>
                  <a:gd name="connsiteY2" fmla="*/ 85 h 228957"/>
                  <a:gd name="connsiteX3" fmla="*/ 271 w 52100"/>
                  <a:gd name="connsiteY3" fmla="*/ 2375 h 228957"/>
                  <a:gd name="connsiteX4" fmla="*/ 4537 w 52100"/>
                  <a:gd name="connsiteY4" fmla="*/ 7641 h 228957"/>
                  <a:gd name="connsiteX5" fmla="*/ 39346 w 52100"/>
                  <a:gd name="connsiteY5" fmla="*/ 114564 h 228957"/>
                  <a:gd name="connsiteX6" fmla="*/ 3190 w 52100"/>
                  <a:gd name="connsiteY6" fmla="*/ 222861 h 228957"/>
                  <a:gd name="connsiteX7" fmla="*/ 271 w 52100"/>
                  <a:gd name="connsiteY7" fmla="*/ 226753 h 228957"/>
                  <a:gd name="connsiteX8" fmla="*/ 2516 w 52100"/>
                  <a:gd name="connsiteY8" fmla="*/ 229043 h 228957"/>
                  <a:gd name="connsiteX9" fmla="*/ 38223 w 52100"/>
                  <a:gd name="connsiteY9" fmla="*/ 184396 h 228957"/>
                  <a:gd name="connsiteX10" fmla="*/ 52371 w 52100"/>
                  <a:gd name="connsiteY10" fmla="*/ 114564 h 228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100" h="228957">
                    <a:moveTo>
                      <a:pt x="52371" y="114564"/>
                    </a:moveTo>
                    <a:cubicBezTo>
                      <a:pt x="52371" y="96705"/>
                      <a:pt x="49900" y="69001"/>
                      <a:pt x="37549" y="43129"/>
                    </a:cubicBezTo>
                    <a:cubicBezTo>
                      <a:pt x="24075" y="14967"/>
                      <a:pt x="4762" y="85"/>
                      <a:pt x="2516" y="85"/>
                    </a:cubicBezTo>
                    <a:cubicBezTo>
                      <a:pt x="1169" y="85"/>
                      <a:pt x="271" y="1001"/>
                      <a:pt x="271" y="2375"/>
                    </a:cubicBezTo>
                    <a:cubicBezTo>
                      <a:pt x="271" y="3061"/>
                      <a:pt x="271" y="3519"/>
                      <a:pt x="4537" y="7641"/>
                    </a:cubicBezTo>
                    <a:cubicBezTo>
                      <a:pt x="26545" y="30307"/>
                      <a:pt x="39346" y="66712"/>
                      <a:pt x="39346" y="114564"/>
                    </a:cubicBezTo>
                    <a:cubicBezTo>
                      <a:pt x="39346" y="153716"/>
                      <a:pt x="31037" y="194012"/>
                      <a:pt x="3190" y="222861"/>
                    </a:cubicBezTo>
                    <a:cubicBezTo>
                      <a:pt x="271" y="225608"/>
                      <a:pt x="271" y="226066"/>
                      <a:pt x="271" y="226753"/>
                    </a:cubicBezTo>
                    <a:cubicBezTo>
                      <a:pt x="271" y="228127"/>
                      <a:pt x="1169" y="229043"/>
                      <a:pt x="2516" y="229043"/>
                    </a:cubicBezTo>
                    <a:cubicBezTo>
                      <a:pt x="4762" y="229043"/>
                      <a:pt x="24973" y="213473"/>
                      <a:pt x="38223" y="184396"/>
                    </a:cubicBezTo>
                    <a:cubicBezTo>
                      <a:pt x="49676" y="159211"/>
                      <a:pt x="52371" y="133796"/>
                      <a:pt x="52371" y="114564"/>
                    </a:cubicBezTo>
                    <a:close/>
                  </a:path>
                </a:pathLst>
              </a:custGeom>
              <a:grpFill/>
              <a:ln w="304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79" name="Group 127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Error estimate:}&#10;\end{align*}&#10;}&#10;\end{document}" title="IguanaTex Shape Display">
              <a:extLst>
                <a:ext uri="{FF2B5EF4-FFF2-40B4-BE49-F238E27FC236}">
                  <a16:creationId xmlns:a16="http://schemas.microsoft.com/office/drawing/2014/main" id="{AA887040-A000-A5DD-2DA3-DB7BC36B9A43}"/>
                </a:ext>
              </a:extLst>
            </p:cNvPr>
            <p:cNvGrpSpPr>
              <a:grpSpLocks noChangeAspect="1"/>
            </p:cNvGrpSpPr>
            <p:nvPr>
              <p:custDataLst>
                <p:tags r:id="rId4"/>
              </p:custDataLst>
            </p:nvPr>
          </p:nvGrpSpPr>
          <p:grpSpPr>
            <a:xfrm>
              <a:off x="1656773" y="5893913"/>
              <a:ext cx="1860457" cy="194578"/>
              <a:chOff x="8777674" y="4838150"/>
              <a:chExt cx="1860457" cy="194578"/>
            </a:xfrm>
            <a:solidFill>
              <a:srgbClr val="FFC000"/>
            </a:solidFill>
          </p:grpSpPr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0C892E26-A534-28E8-05CF-4F7C9BFF0E5A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8777674" y="4838442"/>
                <a:ext cx="193679" cy="190494"/>
              </a:xfrm>
              <a:custGeom>
                <a:avLst/>
                <a:gdLst>
                  <a:gd name="connsiteX0" fmla="*/ 193882 w 193679"/>
                  <a:gd name="connsiteY0" fmla="*/ 85 h 190494"/>
                  <a:gd name="connsiteX1" fmla="*/ 42294 w 193679"/>
                  <a:gd name="connsiteY1" fmla="*/ 85 h 190494"/>
                  <a:gd name="connsiteX2" fmla="*/ 42294 w 193679"/>
                  <a:gd name="connsiteY2" fmla="*/ 4752 h 190494"/>
                  <a:gd name="connsiteX3" fmla="*/ 65779 w 193679"/>
                  <a:gd name="connsiteY3" fmla="*/ 16713 h 190494"/>
                  <a:gd name="connsiteX4" fmla="*/ 62424 w 193679"/>
                  <a:gd name="connsiteY4" fmla="*/ 35383 h 190494"/>
                  <a:gd name="connsiteX5" fmla="*/ 24909 w 193679"/>
                  <a:gd name="connsiteY5" fmla="*/ 164324 h 190494"/>
                  <a:gd name="connsiteX6" fmla="*/ 203 w 193679"/>
                  <a:gd name="connsiteY6" fmla="*/ 185912 h 190494"/>
                  <a:gd name="connsiteX7" fmla="*/ 203 w 193679"/>
                  <a:gd name="connsiteY7" fmla="*/ 190579 h 190494"/>
                  <a:gd name="connsiteX8" fmla="*/ 154841 w 193679"/>
                  <a:gd name="connsiteY8" fmla="*/ 190579 h 190494"/>
                  <a:gd name="connsiteX9" fmla="*/ 173752 w 193679"/>
                  <a:gd name="connsiteY9" fmla="*/ 143320 h 190494"/>
                  <a:gd name="connsiteX10" fmla="*/ 168872 w 193679"/>
                  <a:gd name="connsiteY10" fmla="*/ 140987 h 190494"/>
                  <a:gd name="connsiteX11" fmla="*/ 133491 w 193679"/>
                  <a:gd name="connsiteY11" fmla="*/ 173076 h 190494"/>
                  <a:gd name="connsiteX12" fmla="*/ 78590 w 193679"/>
                  <a:gd name="connsiteY12" fmla="*/ 180952 h 190494"/>
                  <a:gd name="connsiteX13" fmla="*/ 54189 w 193679"/>
                  <a:gd name="connsiteY13" fmla="*/ 171034 h 190494"/>
                  <a:gd name="connsiteX14" fmla="*/ 65169 w 193679"/>
                  <a:gd name="connsiteY14" fmla="*/ 128442 h 190494"/>
                  <a:gd name="connsiteX15" fmla="*/ 74930 w 193679"/>
                  <a:gd name="connsiteY15" fmla="*/ 94894 h 190494"/>
                  <a:gd name="connsiteX16" fmla="*/ 98720 w 193679"/>
                  <a:gd name="connsiteY16" fmla="*/ 95770 h 190494"/>
                  <a:gd name="connsiteX17" fmla="*/ 122511 w 193679"/>
                  <a:gd name="connsiteY17" fmla="*/ 100145 h 190494"/>
                  <a:gd name="connsiteX18" fmla="*/ 124646 w 193679"/>
                  <a:gd name="connsiteY18" fmla="*/ 109189 h 190494"/>
                  <a:gd name="connsiteX19" fmla="*/ 122511 w 193679"/>
                  <a:gd name="connsiteY19" fmla="*/ 124358 h 190494"/>
                  <a:gd name="connsiteX20" fmla="*/ 128611 w 193679"/>
                  <a:gd name="connsiteY20" fmla="*/ 125817 h 190494"/>
                  <a:gd name="connsiteX21" fmla="*/ 149351 w 193679"/>
                  <a:gd name="connsiteY21" fmla="*/ 58137 h 190494"/>
                  <a:gd name="connsiteX22" fmla="*/ 143861 w 193679"/>
                  <a:gd name="connsiteY22" fmla="*/ 56971 h 190494"/>
                  <a:gd name="connsiteX23" fmla="*/ 101770 w 193679"/>
                  <a:gd name="connsiteY23" fmla="*/ 84684 h 190494"/>
                  <a:gd name="connsiteX24" fmla="*/ 77675 w 193679"/>
                  <a:gd name="connsiteY24" fmla="*/ 85268 h 190494"/>
                  <a:gd name="connsiteX25" fmla="*/ 97805 w 193679"/>
                  <a:gd name="connsiteY25" fmla="*/ 17296 h 190494"/>
                  <a:gd name="connsiteX26" fmla="*/ 120071 w 193679"/>
                  <a:gd name="connsiteY26" fmla="*/ 9712 h 190494"/>
                  <a:gd name="connsiteX27" fmla="*/ 178632 w 193679"/>
                  <a:gd name="connsiteY27" fmla="*/ 31007 h 190494"/>
                  <a:gd name="connsiteX28" fmla="*/ 178022 w 193679"/>
                  <a:gd name="connsiteY28" fmla="*/ 44135 h 190494"/>
                  <a:gd name="connsiteX29" fmla="*/ 184427 w 193679"/>
                  <a:gd name="connsiteY29" fmla="*/ 44718 h 190494"/>
                  <a:gd name="connsiteX30" fmla="*/ 193882 w 193679"/>
                  <a:gd name="connsiteY30" fmla="*/ 85 h 19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3679" h="190494">
                    <a:moveTo>
                      <a:pt x="193882" y="85"/>
                    </a:moveTo>
                    <a:lnTo>
                      <a:pt x="42294" y="85"/>
                    </a:lnTo>
                    <a:lnTo>
                      <a:pt x="42294" y="4752"/>
                    </a:lnTo>
                    <a:cubicBezTo>
                      <a:pt x="61204" y="6503"/>
                      <a:pt x="65779" y="8836"/>
                      <a:pt x="65779" y="16713"/>
                    </a:cubicBezTo>
                    <a:cubicBezTo>
                      <a:pt x="65779" y="19922"/>
                      <a:pt x="63949" y="30132"/>
                      <a:pt x="62424" y="35383"/>
                    </a:cubicBezTo>
                    <a:lnTo>
                      <a:pt x="24909" y="164324"/>
                    </a:lnTo>
                    <a:cubicBezTo>
                      <a:pt x="19723" y="180952"/>
                      <a:pt x="17283" y="182995"/>
                      <a:pt x="203" y="185912"/>
                    </a:cubicBezTo>
                    <a:lnTo>
                      <a:pt x="203" y="190579"/>
                    </a:lnTo>
                    <a:lnTo>
                      <a:pt x="154841" y="190579"/>
                    </a:lnTo>
                    <a:lnTo>
                      <a:pt x="173752" y="143320"/>
                    </a:lnTo>
                    <a:lnTo>
                      <a:pt x="168872" y="140987"/>
                    </a:lnTo>
                    <a:cubicBezTo>
                      <a:pt x="154536" y="159657"/>
                      <a:pt x="146606" y="167242"/>
                      <a:pt x="133491" y="173076"/>
                    </a:cubicBezTo>
                    <a:cubicBezTo>
                      <a:pt x="122206" y="178035"/>
                      <a:pt x="101465" y="180952"/>
                      <a:pt x="78590" y="180952"/>
                    </a:cubicBezTo>
                    <a:cubicBezTo>
                      <a:pt x="61509" y="180952"/>
                      <a:pt x="54189" y="178035"/>
                      <a:pt x="54189" y="171034"/>
                    </a:cubicBezTo>
                    <a:cubicBezTo>
                      <a:pt x="54189" y="167825"/>
                      <a:pt x="57544" y="154114"/>
                      <a:pt x="65169" y="128442"/>
                    </a:cubicBezTo>
                    <a:cubicBezTo>
                      <a:pt x="69134" y="115607"/>
                      <a:pt x="71880" y="105980"/>
                      <a:pt x="74930" y="94894"/>
                    </a:cubicBezTo>
                    <a:cubicBezTo>
                      <a:pt x="85605" y="95478"/>
                      <a:pt x="95060" y="95770"/>
                      <a:pt x="98720" y="95770"/>
                    </a:cubicBezTo>
                    <a:cubicBezTo>
                      <a:pt x="110615" y="95478"/>
                      <a:pt x="119156" y="97228"/>
                      <a:pt x="122511" y="100145"/>
                    </a:cubicBezTo>
                    <a:cubicBezTo>
                      <a:pt x="124036" y="101604"/>
                      <a:pt x="124646" y="104230"/>
                      <a:pt x="124646" y="109189"/>
                    </a:cubicBezTo>
                    <a:cubicBezTo>
                      <a:pt x="124646" y="114148"/>
                      <a:pt x="124036" y="117940"/>
                      <a:pt x="122511" y="124358"/>
                    </a:cubicBezTo>
                    <a:lnTo>
                      <a:pt x="128611" y="125817"/>
                    </a:lnTo>
                    <a:lnTo>
                      <a:pt x="149351" y="58137"/>
                    </a:lnTo>
                    <a:lnTo>
                      <a:pt x="143861" y="56971"/>
                    </a:lnTo>
                    <a:cubicBezTo>
                      <a:pt x="132271" y="81767"/>
                      <a:pt x="129526" y="83517"/>
                      <a:pt x="101770" y="84684"/>
                    </a:cubicBezTo>
                    <a:cubicBezTo>
                      <a:pt x="98110" y="84684"/>
                      <a:pt x="88350" y="84976"/>
                      <a:pt x="77675" y="85268"/>
                    </a:cubicBezTo>
                    <a:lnTo>
                      <a:pt x="97805" y="17296"/>
                    </a:lnTo>
                    <a:cubicBezTo>
                      <a:pt x="99635" y="10878"/>
                      <a:pt x="102990" y="9712"/>
                      <a:pt x="120071" y="9712"/>
                    </a:cubicBezTo>
                    <a:cubicBezTo>
                      <a:pt x="167957" y="9712"/>
                      <a:pt x="178632" y="13504"/>
                      <a:pt x="178632" y="31007"/>
                    </a:cubicBezTo>
                    <a:cubicBezTo>
                      <a:pt x="178632" y="34800"/>
                      <a:pt x="178327" y="39175"/>
                      <a:pt x="178022" y="44135"/>
                    </a:cubicBezTo>
                    <a:lnTo>
                      <a:pt x="184427" y="44718"/>
                    </a:lnTo>
                    <a:lnTo>
                      <a:pt x="193882" y="85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2273E4D6-70FB-536F-F048-99322E4EC6A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978762" y="4900287"/>
                <a:ext cx="111937" cy="128649"/>
              </a:xfrm>
              <a:custGeom>
                <a:avLst/>
                <a:gdLst>
                  <a:gd name="connsiteX0" fmla="*/ 23390 w 111937"/>
                  <a:gd name="connsiteY0" fmla="*/ 128734 h 128649"/>
                  <a:gd name="connsiteX1" fmla="*/ 58465 w 111937"/>
                  <a:gd name="connsiteY1" fmla="*/ 44426 h 128649"/>
                  <a:gd name="connsiteX2" fmla="*/ 82256 w 111937"/>
                  <a:gd name="connsiteY2" fmla="*/ 19047 h 128649"/>
                  <a:gd name="connsiteX3" fmla="*/ 87136 w 111937"/>
                  <a:gd name="connsiteY3" fmla="*/ 23131 h 128649"/>
                  <a:gd name="connsiteX4" fmla="*/ 98116 w 111937"/>
                  <a:gd name="connsiteY4" fmla="*/ 29549 h 128649"/>
                  <a:gd name="connsiteX5" fmla="*/ 112146 w 111937"/>
                  <a:gd name="connsiteY5" fmla="*/ 15254 h 128649"/>
                  <a:gd name="connsiteX6" fmla="*/ 97811 w 111937"/>
                  <a:gd name="connsiteY6" fmla="*/ 85 h 128649"/>
                  <a:gd name="connsiteX7" fmla="*/ 74631 w 111937"/>
                  <a:gd name="connsiteY7" fmla="*/ 12337 h 128649"/>
                  <a:gd name="connsiteX8" fmla="*/ 45045 w 111937"/>
                  <a:gd name="connsiteY8" fmla="*/ 53470 h 128649"/>
                  <a:gd name="connsiteX9" fmla="*/ 40775 w 111937"/>
                  <a:gd name="connsiteY9" fmla="*/ 63972 h 128649"/>
                  <a:gd name="connsiteX10" fmla="*/ 56940 w 111937"/>
                  <a:gd name="connsiteY10" fmla="*/ 668 h 128649"/>
                  <a:gd name="connsiteX11" fmla="*/ 56025 w 111937"/>
                  <a:gd name="connsiteY11" fmla="*/ 85 h 128649"/>
                  <a:gd name="connsiteX12" fmla="*/ 8749 w 111937"/>
                  <a:gd name="connsiteY12" fmla="*/ 7961 h 128649"/>
                  <a:gd name="connsiteX13" fmla="*/ 8749 w 111937"/>
                  <a:gd name="connsiteY13" fmla="*/ 12920 h 128649"/>
                  <a:gd name="connsiteX14" fmla="*/ 19119 w 111937"/>
                  <a:gd name="connsiteY14" fmla="*/ 11462 h 128649"/>
                  <a:gd name="connsiteX15" fmla="*/ 29795 w 111937"/>
                  <a:gd name="connsiteY15" fmla="*/ 19630 h 128649"/>
                  <a:gd name="connsiteX16" fmla="*/ 24915 w 111937"/>
                  <a:gd name="connsiteY16" fmla="*/ 43551 h 128649"/>
                  <a:gd name="connsiteX17" fmla="*/ 209 w 111937"/>
                  <a:gd name="connsiteY17" fmla="*/ 128734 h 128649"/>
                  <a:gd name="connsiteX18" fmla="*/ 23390 w 111937"/>
                  <a:gd name="connsiteY18" fmla="*/ 128734 h 12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1937" h="128649">
                    <a:moveTo>
                      <a:pt x="23390" y="128734"/>
                    </a:moveTo>
                    <a:cubicBezTo>
                      <a:pt x="39250" y="79141"/>
                      <a:pt x="44435" y="66597"/>
                      <a:pt x="58465" y="44426"/>
                    </a:cubicBezTo>
                    <a:cubicBezTo>
                      <a:pt x="68531" y="28090"/>
                      <a:pt x="77071" y="19047"/>
                      <a:pt x="82256" y="19047"/>
                    </a:cubicBezTo>
                    <a:cubicBezTo>
                      <a:pt x="84086" y="19047"/>
                      <a:pt x="85611" y="20214"/>
                      <a:pt x="87136" y="23131"/>
                    </a:cubicBezTo>
                    <a:cubicBezTo>
                      <a:pt x="89576" y="28090"/>
                      <a:pt x="92016" y="29549"/>
                      <a:pt x="98116" y="29549"/>
                    </a:cubicBezTo>
                    <a:cubicBezTo>
                      <a:pt x="106961" y="29549"/>
                      <a:pt x="112146" y="24298"/>
                      <a:pt x="112146" y="15254"/>
                    </a:cubicBezTo>
                    <a:cubicBezTo>
                      <a:pt x="112146" y="6211"/>
                      <a:pt x="106351" y="85"/>
                      <a:pt x="97811" y="85"/>
                    </a:cubicBezTo>
                    <a:cubicBezTo>
                      <a:pt x="90796" y="85"/>
                      <a:pt x="82561" y="4461"/>
                      <a:pt x="74631" y="12337"/>
                    </a:cubicBezTo>
                    <a:cubicBezTo>
                      <a:pt x="62125" y="24589"/>
                      <a:pt x="49925" y="41801"/>
                      <a:pt x="45045" y="53470"/>
                    </a:cubicBezTo>
                    <a:lnTo>
                      <a:pt x="40775" y="63972"/>
                    </a:lnTo>
                    <a:lnTo>
                      <a:pt x="56940" y="668"/>
                    </a:lnTo>
                    <a:lnTo>
                      <a:pt x="56025" y="85"/>
                    </a:lnTo>
                    <a:cubicBezTo>
                      <a:pt x="33760" y="3877"/>
                      <a:pt x="31015" y="4461"/>
                      <a:pt x="8749" y="7961"/>
                    </a:cubicBezTo>
                    <a:lnTo>
                      <a:pt x="8749" y="12920"/>
                    </a:lnTo>
                    <a:cubicBezTo>
                      <a:pt x="16069" y="11462"/>
                      <a:pt x="16984" y="11462"/>
                      <a:pt x="19119" y="11462"/>
                    </a:cubicBezTo>
                    <a:cubicBezTo>
                      <a:pt x="25830" y="11462"/>
                      <a:pt x="29795" y="14379"/>
                      <a:pt x="29795" y="19630"/>
                    </a:cubicBezTo>
                    <a:cubicBezTo>
                      <a:pt x="29795" y="23714"/>
                      <a:pt x="29795" y="23714"/>
                      <a:pt x="24915" y="43551"/>
                    </a:cubicBezTo>
                    <a:lnTo>
                      <a:pt x="209" y="128734"/>
                    </a:lnTo>
                    <a:lnTo>
                      <a:pt x="23390" y="128734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E41DF576-2EAB-1861-415C-FF7E3C8EC0FD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9097851" y="4900287"/>
                <a:ext cx="111937" cy="128649"/>
              </a:xfrm>
              <a:custGeom>
                <a:avLst/>
                <a:gdLst>
                  <a:gd name="connsiteX0" fmla="*/ 23393 w 111937"/>
                  <a:gd name="connsiteY0" fmla="*/ 128734 h 128649"/>
                  <a:gd name="connsiteX1" fmla="*/ 58469 w 111937"/>
                  <a:gd name="connsiteY1" fmla="*/ 44426 h 128649"/>
                  <a:gd name="connsiteX2" fmla="*/ 82260 w 111937"/>
                  <a:gd name="connsiteY2" fmla="*/ 19047 h 128649"/>
                  <a:gd name="connsiteX3" fmla="*/ 87140 w 111937"/>
                  <a:gd name="connsiteY3" fmla="*/ 23131 h 128649"/>
                  <a:gd name="connsiteX4" fmla="*/ 98120 w 111937"/>
                  <a:gd name="connsiteY4" fmla="*/ 29549 h 128649"/>
                  <a:gd name="connsiteX5" fmla="*/ 112150 w 111937"/>
                  <a:gd name="connsiteY5" fmla="*/ 15254 h 128649"/>
                  <a:gd name="connsiteX6" fmla="*/ 97815 w 111937"/>
                  <a:gd name="connsiteY6" fmla="*/ 85 h 128649"/>
                  <a:gd name="connsiteX7" fmla="*/ 74635 w 111937"/>
                  <a:gd name="connsiteY7" fmla="*/ 12337 h 128649"/>
                  <a:gd name="connsiteX8" fmla="*/ 45049 w 111937"/>
                  <a:gd name="connsiteY8" fmla="*/ 53470 h 128649"/>
                  <a:gd name="connsiteX9" fmla="*/ 40779 w 111937"/>
                  <a:gd name="connsiteY9" fmla="*/ 63972 h 128649"/>
                  <a:gd name="connsiteX10" fmla="*/ 56944 w 111937"/>
                  <a:gd name="connsiteY10" fmla="*/ 668 h 128649"/>
                  <a:gd name="connsiteX11" fmla="*/ 56029 w 111937"/>
                  <a:gd name="connsiteY11" fmla="*/ 85 h 128649"/>
                  <a:gd name="connsiteX12" fmla="*/ 8753 w 111937"/>
                  <a:gd name="connsiteY12" fmla="*/ 7961 h 128649"/>
                  <a:gd name="connsiteX13" fmla="*/ 8753 w 111937"/>
                  <a:gd name="connsiteY13" fmla="*/ 12920 h 128649"/>
                  <a:gd name="connsiteX14" fmla="*/ 19123 w 111937"/>
                  <a:gd name="connsiteY14" fmla="*/ 11462 h 128649"/>
                  <a:gd name="connsiteX15" fmla="*/ 29799 w 111937"/>
                  <a:gd name="connsiteY15" fmla="*/ 19630 h 128649"/>
                  <a:gd name="connsiteX16" fmla="*/ 24918 w 111937"/>
                  <a:gd name="connsiteY16" fmla="*/ 43551 h 128649"/>
                  <a:gd name="connsiteX17" fmla="*/ 213 w 111937"/>
                  <a:gd name="connsiteY17" fmla="*/ 128734 h 128649"/>
                  <a:gd name="connsiteX18" fmla="*/ 23393 w 111937"/>
                  <a:gd name="connsiteY18" fmla="*/ 128734 h 12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1937" h="128649">
                    <a:moveTo>
                      <a:pt x="23393" y="128734"/>
                    </a:moveTo>
                    <a:cubicBezTo>
                      <a:pt x="39254" y="79141"/>
                      <a:pt x="44439" y="66597"/>
                      <a:pt x="58469" y="44426"/>
                    </a:cubicBezTo>
                    <a:cubicBezTo>
                      <a:pt x="68534" y="28090"/>
                      <a:pt x="77075" y="19047"/>
                      <a:pt x="82260" y="19047"/>
                    </a:cubicBezTo>
                    <a:cubicBezTo>
                      <a:pt x="84090" y="19047"/>
                      <a:pt x="85615" y="20214"/>
                      <a:pt x="87140" y="23131"/>
                    </a:cubicBezTo>
                    <a:cubicBezTo>
                      <a:pt x="89580" y="28090"/>
                      <a:pt x="92020" y="29549"/>
                      <a:pt x="98120" y="29549"/>
                    </a:cubicBezTo>
                    <a:cubicBezTo>
                      <a:pt x="106965" y="29549"/>
                      <a:pt x="112150" y="24298"/>
                      <a:pt x="112150" y="15254"/>
                    </a:cubicBezTo>
                    <a:cubicBezTo>
                      <a:pt x="112150" y="6211"/>
                      <a:pt x="106355" y="85"/>
                      <a:pt x="97815" y="85"/>
                    </a:cubicBezTo>
                    <a:cubicBezTo>
                      <a:pt x="90800" y="85"/>
                      <a:pt x="82565" y="4461"/>
                      <a:pt x="74635" y="12337"/>
                    </a:cubicBezTo>
                    <a:cubicBezTo>
                      <a:pt x="62129" y="24589"/>
                      <a:pt x="49929" y="41801"/>
                      <a:pt x="45049" y="53470"/>
                    </a:cubicBezTo>
                    <a:lnTo>
                      <a:pt x="40779" y="63972"/>
                    </a:lnTo>
                    <a:lnTo>
                      <a:pt x="56944" y="668"/>
                    </a:lnTo>
                    <a:lnTo>
                      <a:pt x="56029" y="85"/>
                    </a:lnTo>
                    <a:cubicBezTo>
                      <a:pt x="33764" y="3877"/>
                      <a:pt x="31019" y="4461"/>
                      <a:pt x="8753" y="7961"/>
                    </a:cubicBezTo>
                    <a:lnTo>
                      <a:pt x="8753" y="12920"/>
                    </a:lnTo>
                    <a:cubicBezTo>
                      <a:pt x="16073" y="11462"/>
                      <a:pt x="16988" y="11462"/>
                      <a:pt x="19123" y="11462"/>
                    </a:cubicBezTo>
                    <a:cubicBezTo>
                      <a:pt x="25833" y="11462"/>
                      <a:pt x="29799" y="14379"/>
                      <a:pt x="29799" y="19630"/>
                    </a:cubicBezTo>
                    <a:cubicBezTo>
                      <a:pt x="29799" y="23714"/>
                      <a:pt x="29799" y="23714"/>
                      <a:pt x="24918" y="43551"/>
                    </a:cubicBezTo>
                    <a:lnTo>
                      <a:pt x="213" y="128734"/>
                    </a:lnTo>
                    <a:lnTo>
                      <a:pt x="23393" y="128734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977819A6-8139-57F2-1133-2C7FCD6F42E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9197675" y="4900287"/>
                <a:ext cx="134507" cy="131858"/>
              </a:xfrm>
              <a:custGeom>
                <a:avLst/>
                <a:gdLst>
                  <a:gd name="connsiteX0" fmla="*/ 91108 w 134507"/>
                  <a:gd name="connsiteY0" fmla="*/ 85 h 131858"/>
                  <a:gd name="connsiteX1" fmla="*/ 216 w 134507"/>
                  <a:gd name="connsiteY1" fmla="*/ 91102 h 131858"/>
                  <a:gd name="connsiteX2" fmla="*/ 45052 w 134507"/>
                  <a:gd name="connsiteY2" fmla="*/ 131943 h 131858"/>
                  <a:gd name="connsiteX3" fmla="*/ 102394 w 134507"/>
                  <a:gd name="connsiteY3" fmla="*/ 106563 h 131858"/>
                  <a:gd name="connsiteX4" fmla="*/ 134724 w 134507"/>
                  <a:gd name="connsiteY4" fmla="*/ 40926 h 131858"/>
                  <a:gd name="connsiteX5" fmla="*/ 91108 w 134507"/>
                  <a:gd name="connsiteY5" fmla="*/ 85 h 131858"/>
                  <a:gd name="connsiteX6" fmla="*/ 87448 w 134507"/>
                  <a:gd name="connsiteY6" fmla="*/ 6211 h 131858"/>
                  <a:gd name="connsiteX7" fmla="*/ 109104 w 134507"/>
                  <a:gd name="connsiteY7" fmla="*/ 33633 h 131858"/>
                  <a:gd name="connsiteX8" fmla="*/ 85618 w 134507"/>
                  <a:gd name="connsiteY8" fmla="*/ 103063 h 131858"/>
                  <a:gd name="connsiteX9" fmla="*/ 49627 w 134507"/>
                  <a:gd name="connsiteY9" fmla="*/ 125817 h 131858"/>
                  <a:gd name="connsiteX10" fmla="*/ 25837 w 134507"/>
                  <a:gd name="connsiteY10" fmla="*/ 99270 h 131858"/>
                  <a:gd name="connsiteX11" fmla="*/ 49627 w 134507"/>
                  <a:gd name="connsiteY11" fmla="*/ 31299 h 131858"/>
                  <a:gd name="connsiteX12" fmla="*/ 87448 w 134507"/>
                  <a:gd name="connsiteY12" fmla="*/ 6211 h 13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4507" h="131858">
                    <a:moveTo>
                      <a:pt x="91108" y="85"/>
                    </a:moveTo>
                    <a:cubicBezTo>
                      <a:pt x="45357" y="85"/>
                      <a:pt x="216" y="45302"/>
                      <a:pt x="216" y="91102"/>
                    </a:cubicBezTo>
                    <a:cubicBezTo>
                      <a:pt x="216" y="116190"/>
                      <a:pt x="17297" y="131943"/>
                      <a:pt x="45052" y="131943"/>
                    </a:cubicBezTo>
                    <a:cubicBezTo>
                      <a:pt x="65183" y="131943"/>
                      <a:pt x="84703" y="123191"/>
                      <a:pt x="102394" y="106563"/>
                    </a:cubicBezTo>
                    <a:cubicBezTo>
                      <a:pt x="122524" y="87601"/>
                      <a:pt x="134724" y="62805"/>
                      <a:pt x="134724" y="40926"/>
                    </a:cubicBezTo>
                    <a:cubicBezTo>
                      <a:pt x="134724" y="16713"/>
                      <a:pt x="117034" y="85"/>
                      <a:pt x="91108" y="85"/>
                    </a:cubicBezTo>
                    <a:close/>
                    <a:moveTo>
                      <a:pt x="87448" y="6211"/>
                    </a:moveTo>
                    <a:cubicBezTo>
                      <a:pt x="100564" y="6211"/>
                      <a:pt x="109104" y="17005"/>
                      <a:pt x="109104" y="33633"/>
                    </a:cubicBezTo>
                    <a:cubicBezTo>
                      <a:pt x="109104" y="54928"/>
                      <a:pt x="99039" y="84101"/>
                      <a:pt x="85618" y="103063"/>
                    </a:cubicBezTo>
                    <a:cubicBezTo>
                      <a:pt x="74333" y="118524"/>
                      <a:pt x="62743" y="125817"/>
                      <a:pt x="49627" y="125817"/>
                    </a:cubicBezTo>
                    <a:cubicBezTo>
                      <a:pt x="35292" y="125817"/>
                      <a:pt x="25837" y="115315"/>
                      <a:pt x="25837" y="99270"/>
                    </a:cubicBezTo>
                    <a:cubicBezTo>
                      <a:pt x="25837" y="77683"/>
                      <a:pt x="34682" y="52011"/>
                      <a:pt x="49627" y="31299"/>
                    </a:cubicBezTo>
                    <a:cubicBezTo>
                      <a:pt x="61523" y="14963"/>
                      <a:pt x="74333" y="6211"/>
                      <a:pt x="87448" y="6211"/>
                    </a:cubicBez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42095F70-9885-047A-D476-06765D1D3FDF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9356240" y="4900287"/>
                <a:ext cx="111937" cy="128649"/>
              </a:xfrm>
              <a:custGeom>
                <a:avLst/>
                <a:gdLst>
                  <a:gd name="connsiteX0" fmla="*/ 23402 w 111937"/>
                  <a:gd name="connsiteY0" fmla="*/ 128734 h 128649"/>
                  <a:gd name="connsiteX1" fmla="*/ 58478 w 111937"/>
                  <a:gd name="connsiteY1" fmla="*/ 44426 h 128649"/>
                  <a:gd name="connsiteX2" fmla="*/ 82268 w 111937"/>
                  <a:gd name="connsiteY2" fmla="*/ 19047 h 128649"/>
                  <a:gd name="connsiteX3" fmla="*/ 87148 w 111937"/>
                  <a:gd name="connsiteY3" fmla="*/ 23131 h 128649"/>
                  <a:gd name="connsiteX4" fmla="*/ 98128 w 111937"/>
                  <a:gd name="connsiteY4" fmla="*/ 29549 h 128649"/>
                  <a:gd name="connsiteX5" fmla="*/ 112159 w 111937"/>
                  <a:gd name="connsiteY5" fmla="*/ 15254 h 128649"/>
                  <a:gd name="connsiteX6" fmla="*/ 97823 w 111937"/>
                  <a:gd name="connsiteY6" fmla="*/ 85 h 128649"/>
                  <a:gd name="connsiteX7" fmla="*/ 74643 w 111937"/>
                  <a:gd name="connsiteY7" fmla="*/ 12337 h 128649"/>
                  <a:gd name="connsiteX8" fmla="*/ 45057 w 111937"/>
                  <a:gd name="connsiteY8" fmla="*/ 53470 h 128649"/>
                  <a:gd name="connsiteX9" fmla="*/ 40787 w 111937"/>
                  <a:gd name="connsiteY9" fmla="*/ 63972 h 128649"/>
                  <a:gd name="connsiteX10" fmla="*/ 56953 w 111937"/>
                  <a:gd name="connsiteY10" fmla="*/ 668 h 128649"/>
                  <a:gd name="connsiteX11" fmla="*/ 56038 w 111937"/>
                  <a:gd name="connsiteY11" fmla="*/ 85 h 128649"/>
                  <a:gd name="connsiteX12" fmla="*/ 8762 w 111937"/>
                  <a:gd name="connsiteY12" fmla="*/ 7961 h 128649"/>
                  <a:gd name="connsiteX13" fmla="*/ 8762 w 111937"/>
                  <a:gd name="connsiteY13" fmla="*/ 12920 h 128649"/>
                  <a:gd name="connsiteX14" fmla="*/ 19132 w 111937"/>
                  <a:gd name="connsiteY14" fmla="*/ 11462 h 128649"/>
                  <a:gd name="connsiteX15" fmla="*/ 29807 w 111937"/>
                  <a:gd name="connsiteY15" fmla="*/ 19630 h 128649"/>
                  <a:gd name="connsiteX16" fmla="*/ 24927 w 111937"/>
                  <a:gd name="connsiteY16" fmla="*/ 43551 h 128649"/>
                  <a:gd name="connsiteX17" fmla="*/ 221 w 111937"/>
                  <a:gd name="connsiteY17" fmla="*/ 128734 h 128649"/>
                  <a:gd name="connsiteX18" fmla="*/ 23402 w 111937"/>
                  <a:gd name="connsiteY18" fmla="*/ 128734 h 128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1937" h="128649">
                    <a:moveTo>
                      <a:pt x="23402" y="128734"/>
                    </a:moveTo>
                    <a:cubicBezTo>
                      <a:pt x="39262" y="79141"/>
                      <a:pt x="44447" y="66597"/>
                      <a:pt x="58478" y="44426"/>
                    </a:cubicBezTo>
                    <a:cubicBezTo>
                      <a:pt x="68543" y="28090"/>
                      <a:pt x="77083" y="19047"/>
                      <a:pt x="82268" y="19047"/>
                    </a:cubicBezTo>
                    <a:cubicBezTo>
                      <a:pt x="84098" y="19047"/>
                      <a:pt x="85623" y="20214"/>
                      <a:pt x="87148" y="23131"/>
                    </a:cubicBezTo>
                    <a:cubicBezTo>
                      <a:pt x="89588" y="28090"/>
                      <a:pt x="92028" y="29549"/>
                      <a:pt x="98128" y="29549"/>
                    </a:cubicBezTo>
                    <a:cubicBezTo>
                      <a:pt x="106974" y="29549"/>
                      <a:pt x="112159" y="24298"/>
                      <a:pt x="112159" y="15254"/>
                    </a:cubicBezTo>
                    <a:cubicBezTo>
                      <a:pt x="112159" y="6211"/>
                      <a:pt x="106364" y="85"/>
                      <a:pt x="97823" y="85"/>
                    </a:cubicBezTo>
                    <a:cubicBezTo>
                      <a:pt x="90808" y="85"/>
                      <a:pt x="82573" y="4461"/>
                      <a:pt x="74643" y="12337"/>
                    </a:cubicBezTo>
                    <a:cubicBezTo>
                      <a:pt x="62138" y="24589"/>
                      <a:pt x="49937" y="41801"/>
                      <a:pt x="45057" y="53470"/>
                    </a:cubicBezTo>
                    <a:lnTo>
                      <a:pt x="40787" y="63972"/>
                    </a:lnTo>
                    <a:lnTo>
                      <a:pt x="56953" y="668"/>
                    </a:lnTo>
                    <a:lnTo>
                      <a:pt x="56038" y="85"/>
                    </a:lnTo>
                    <a:cubicBezTo>
                      <a:pt x="33772" y="3877"/>
                      <a:pt x="31027" y="4461"/>
                      <a:pt x="8762" y="7961"/>
                    </a:cubicBezTo>
                    <a:lnTo>
                      <a:pt x="8762" y="12920"/>
                    </a:lnTo>
                    <a:cubicBezTo>
                      <a:pt x="16082" y="11462"/>
                      <a:pt x="16997" y="11462"/>
                      <a:pt x="19132" y="11462"/>
                    </a:cubicBezTo>
                    <a:cubicBezTo>
                      <a:pt x="25842" y="11462"/>
                      <a:pt x="29807" y="14379"/>
                      <a:pt x="29807" y="19630"/>
                    </a:cubicBezTo>
                    <a:cubicBezTo>
                      <a:pt x="29807" y="23714"/>
                      <a:pt x="29807" y="23714"/>
                      <a:pt x="24927" y="43551"/>
                    </a:cubicBezTo>
                    <a:lnTo>
                      <a:pt x="221" y="128734"/>
                    </a:lnTo>
                    <a:lnTo>
                      <a:pt x="23402" y="128734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E31155D6-B5C2-F372-1A87-0A399CA491A8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9547597" y="4900287"/>
                <a:ext cx="116207" cy="131858"/>
              </a:xfrm>
              <a:custGeom>
                <a:avLst/>
                <a:gdLst>
                  <a:gd name="connsiteX0" fmla="*/ 99965 w 116207"/>
                  <a:gd name="connsiteY0" fmla="*/ 96936 h 131858"/>
                  <a:gd name="connsiteX1" fmla="*/ 55434 w 116207"/>
                  <a:gd name="connsiteY1" fmla="*/ 118816 h 131858"/>
                  <a:gd name="connsiteX2" fmla="*/ 26763 w 116207"/>
                  <a:gd name="connsiteY2" fmla="*/ 92561 h 131858"/>
                  <a:gd name="connsiteX3" fmla="*/ 29813 w 116207"/>
                  <a:gd name="connsiteY3" fmla="*/ 74474 h 131858"/>
                  <a:gd name="connsiteX4" fmla="*/ 38354 w 116207"/>
                  <a:gd name="connsiteY4" fmla="*/ 73307 h 131858"/>
                  <a:gd name="connsiteX5" fmla="*/ 116435 w 116207"/>
                  <a:gd name="connsiteY5" fmla="*/ 19922 h 131858"/>
                  <a:gd name="connsiteX6" fmla="*/ 92035 w 116207"/>
                  <a:gd name="connsiteY6" fmla="*/ 85 h 131858"/>
                  <a:gd name="connsiteX7" fmla="*/ 228 w 116207"/>
                  <a:gd name="connsiteY7" fmla="*/ 91977 h 131858"/>
                  <a:gd name="connsiteX8" fmla="*/ 40489 w 116207"/>
                  <a:gd name="connsiteY8" fmla="*/ 131943 h 131858"/>
                  <a:gd name="connsiteX9" fmla="*/ 103625 w 116207"/>
                  <a:gd name="connsiteY9" fmla="*/ 100437 h 131858"/>
                  <a:gd name="connsiteX10" fmla="*/ 99965 w 116207"/>
                  <a:gd name="connsiteY10" fmla="*/ 96936 h 131858"/>
                  <a:gd name="connsiteX11" fmla="*/ 37134 w 116207"/>
                  <a:gd name="connsiteY11" fmla="*/ 55220 h 131858"/>
                  <a:gd name="connsiteX12" fmla="*/ 85630 w 116207"/>
                  <a:gd name="connsiteY12" fmla="*/ 6794 h 131858"/>
                  <a:gd name="connsiteX13" fmla="*/ 96305 w 116207"/>
                  <a:gd name="connsiteY13" fmla="*/ 18171 h 131858"/>
                  <a:gd name="connsiteX14" fmla="*/ 81054 w 116207"/>
                  <a:gd name="connsiteY14" fmla="*/ 46469 h 131858"/>
                  <a:gd name="connsiteX15" fmla="*/ 31948 w 116207"/>
                  <a:gd name="connsiteY15" fmla="*/ 68056 h 131858"/>
                  <a:gd name="connsiteX16" fmla="*/ 37134 w 116207"/>
                  <a:gd name="connsiteY16" fmla="*/ 55220 h 13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6207" h="131858">
                    <a:moveTo>
                      <a:pt x="99965" y="96936"/>
                    </a:moveTo>
                    <a:cubicBezTo>
                      <a:pt x="78004" y="114148"/>
                      <a:pt x="68549" y="118816"/>
                      <a:pt x="55434" y="118816"/>
                    </a:cubicBezTo>
                    <a:cubicBezTo>
                      <a:pt x="38049" y="118816"/>
                      <a:pt x="26763" y="108314"/>
                      <a:pt x="26763" y="92561"/>
                    </a:cubicBezTo>
                    <a:cubicBezTo>
                      <a:pt x="26763" y="88185"/>
                      <a:pt x="27373" y="83809"/>
                      <a:pt x="29813" y="74474"/>
                    </a:cubicBezTo>
                    <a:lnTo>
                      <a:pt x="38354" y="73307"/>
                    </a:lnTo>
                    <a:cubicBezTo>
                      <a:pt x="84105" y="67181"/>
                      <a:pt x="116435" y="45010"/>
                      <a:pt x="116435" y="19922"/>
                    </a:cubicBezTo>
                    <a:cubicBezTo>
                      <a:pt x="116435" y="7669"/>
                      <a:pt x="107285" y="85"/>
                      <a:pt x="92035" y="85"/>
                    </a:cubicBezTo>
                    <a:cubicBezTo>
                      <a:pt x="48114" y="85"/>
                      <a:pt x="228" y="48219"/>
                      <a:pt x="228" y="91977"/>
                    </a:cubicBezTo>
                    <a:cubicBezTo>
                      <a:pt x="228" y="115607"/>
                      <a:pt x="16698" y="131943"/>
                      <a:pt x="40489" y="131943"/>
                    </a:cubicBezTo>
                    <a:cubicBezTo>
                      <a:pt x="62144" y="131943"/>
                      <a:pt x="85630" y="119983"/>
                      <a:pt x="103625" y="100437"/>
                    </a:cubicBezTo>
                    <a:lnTo>
                      <a:pt x="99965" y="96936"/>
                    </a:lnTo>
                    <a:close/>
                    <a:moveTo>
                      <a:pt x="37134" y="55220"/>
                    </a:moveTo>
                    <a:cubicBezTo>
                      <a:pt x="47504" y="29257"/>
                      <a:pt x="70074" y="6794"/>
                      <a:pt x="85630" y="6794"/>
                    </a:cubicBezTo>
                    <a:cubicBezTo>
                      <a:pt x="92035" y="6794"/>
                      <a:pt x="96305" y="11462"/>
                      <a:pt x="96305" y="18171"/>
                    </a:cubicBezTo>
                    <a:cubicBezTo>
                      <a:pt x="96305" y="27215"/>
                      <a:pt x="90510" y="37717"/>
                      <a:pt x="81054" y="46469"/>
                    </a:cubicBezTo>
                    <a:cubicBezTo>
                      <a:pt x="69769" y="56679"/>
                      <a:pt x="58179" y="61930"/>
                      <a:pt x="31948" y="68056"/>
                    </a:cubicBezTo>
                    <a:lnTo>
                      <a:pt x="37134" y="55220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3A3EA768-B5AB-D116-71F2-ED6F2F048B82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9678951" y="4899995"/>
                <a:ext cx="106752" cy="132733"/>
              </a:xfrm>
              <a:custGeom>
                <a:avLst/>
                <a:gdLst>
                  <a:gd name="connsiteX0" fmla="*/ 6332 w 106752"/>
                  <a:gd name="connsiteY0" fmla="*/ 86434 h 132733"/>
                  <a:gd name="connsiteX1" fmla="*/ 232 w 106752"/>
                  <a:gd name="connsiteY1" fmla="*/ 132818 h 132733"/>
                  <a:gd name="connsiteX2" fmla="*/ 5112 w 106752"/>
                  <a:gd name="connsiteY2" fmla="*/ 132818 h 132733"/>
                  <a:gd name="connsiteX3" fmla="*/ 12432 w 106752"/>
                  <a:gd name="connsiteY3" fmla="*/ 126692 h 132733"/>
                  <a:gd name="connsiteX4" fmla="*/ 27378 w 106752"/>
                  <a:gd name="connsiteY4" fmla="*/ 129318 h 132733"/>
                  <a:gd name="connsiteX5" fmla="*/ 44153 w 106752"/>
                  <a:gd name="connsiteY5" fmla="*/ 132235 h 132733"/>
                  <a:gd name="connsiteX6" fmla="*/ 88074 w 106752"/>
                  <a:gd name="connsiteY6" fmla="*/ 94311 h 132733"/>
                  <a:gd name="connsiteX7" fmla="*/ 67334 w 106752"/>
                  <a:gd name="connsiteY7" fmla="*/ 53470 h 132733"/>
                  <a:gd name="connsiteX8" fmla="*/ 50863 w 106752"/>
                  <a:gd name="connsiteY8" fmla="*/ 22839 h 132733"/>
                  <a:gd name="connsiteX9" fmla="*/ 67944 w 106752"/>
                  <a:gd name="connsiteY9" fmla="*/ 7086 h 132733"/>
                  <a:gd name="connsiteX10" fmla="*/ 96004 w 106752"/>
                  <a:gd name="connsiteY10" fmla="*/ 40634 h 132733"/>
                  <a:gd name="connsiteX11" fmla="*/ 100884 w 106752"/>
                  <a:gd name="connsiteY11" fmla="*/ 40634 h 132733"/>
                  <a:gd name="connsiteX12" fmla="*/ 106984 w 106752"/>
                  <a:gd name="connsiteY12" fmla="*/ 85 h 132733"/>
                  <a:gd name="connsiteX13" fmla="*/ 102714 w 106752"/>
                  <a:gd name="connsiteY13" fmla="*/ 85 h 132733"/>
                  <a:gd name="connsiteX14" fmla="*/ 93564 w 106752"/>
                  <a:gd name="connsiteY14" fmla="*/ 5336 h 132733"/>
                  <a:gd name="connsiteX15" fmla="*/ 82584 w 106752"/>
                  <a:gd name="connsiteY15" fmla="*/ 3294 h 132733"/>
                  <a:gd name="connsiteX16" fmla="*/ 65504 w 106752"/>
                  <a:gd name="connsiteY16" fmla="*/ 376 h 132733"/>
                  <a:gd name="connsiteX17" fmla="*/ 28598 w 106752"/>
                  <a:gd name="connsiteY17" fmla="*/ 32466 h 132733"/>
                  <a:gd name="connsiteX18" fmla="*/ 47813 w 106752"/>
                  <a:gd name="connsiteY18" fmla="*/ 70098 h 132733"/>
                  <a:gd name="connsiteX19" fmla="*/ 64894 w 106752"/>
                  <a:gd name="connsiteY19" fmla="*/ 103646 h 132733"/>
                  <a:gd name="connsiteX20" fmla="*/ 42323 w 106752"/>
                  <a:gd name="connsiteY20" fmla="*/ 126109 h 132733"/>
                  <a:gd name="connsiteX21" fmla="*/ 11212 w 106752"/>
                  <a:gd name="connsiteY21" fmla="*/ 86434 h 132733"/>
                  <a:gd name="connsiteX22" fmla="*/ 6332 w 106752"/>
                  <a:gd name="connsiteY22" fmla="*/ 86434 h 132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6752" h="132733">
                    <a:moveTo>
                      <a:pt x="6332" y="86434"/>
                    </a:moveTo>
                    <a:lnTo>
                      <a:pt x="232" y="132818"/>
                    </a:lnTo>
                    <a:lnTo>
                      <a:pt x="5112" y="132818"/>
                    </a:lnTo>
                    <a:cubicBezTo>
                      <a:pt x="7552" y="128151"/>
                      <a:pt x="9382" y="126692"/>
                      <a:pt x="12432" y="126692"/>
                    </a:cubicBezTo>
                    <a:cubicBezTo>
                      <a:pt x="15787" y="126692"/>
                      <a:pt x="21278" y="127859"/>
                      <a:pt x="27378" y="129318"/>
                    </a:cubicBezTo>
                    <a:cubicBezTo>
                      <a:pt x="34088" y="131360"/>
                      <a:pt x="39273" y="132235"/>
                      <a:pt x="44153" y="132235"/>
                    </a:cubicBezTo>
                    <a:cubicBezTo>
                      <a:pt x="69774" y="132235"/>
                      <a:pt x="88074" y="116482"/>
                      <a:pt x="88074" y="94311"/>
                    </a:cubicBezTo>
                    <a:cubicBezTo>
                      <a:pt x="88074" y="83226"/>
                      <a:pt x="81669" y="70390"/>
                      <a:pt x="67334" y="53470"/>
                    </a:cubicBezTo>
                    <a:cubicBezTo>
                      <a:pt x="55743" y="39759"/>
                      <a:pt x="50863" y="30716"/>
                      <a:pt x="50863" y="22839"/>
                    </a:cubicBezTo>
                    <a:cubicBezTo>
                      <a:pt x="50863" y="13212"/>
                      <a:pt x="57268" y="7086"/>
                      <a:pt x="67944" y="7086"/>
                    </a:cubicBezTo>
                    <a:cubicBezTo>
                      <a:pt x="83804" y="7086"/>
                      <a:pt x="92954" y="17880"/>
                      <a:pt x="96004" y="40634"/>
                    </a:cubicBezTo>
                    <a:lnTo>
                      <a:pt x="100884" y="40634"/>
                    </a:lnTo>
                    <a:lnTo>
                      <a:pt x="106984" y="85"/>
                    </a:lnTo>
                    <a:lnTo>
                      <a:pt x="102714" y="85"/>
                    </a:lnTo>
                    <a:cubicBezTo>
                      <a:pt x="100274" y="4169"/>
                      <a:pt x="97834" y="5336"/>
                      <a:pt x="93564" y="5336"/>
                    </a:cubicBezTo>
                    <a:cubicBezTo>
                      <a:pt x="91429" y="5336"/>
                      <a:pt x="88379" y="4752"/>
                      <a:pt x="82584" y="3294"/>
                    </a:cubicBezTo>
                    <a:cubicBezTo>
                      <a:pt x="74959" y="960"/>
                      <a:pt x="70384" y="376"/>
                      <a:pt x="65504" y="376"/>
                    </a:cubicBezTo>
                    <a:cubicBezTo>
                      <a:pt x="43238" y="376"/>
                      <a:pt x="28598" y="12920"/>
                      <a:pt x="28598" y="32466"/>
                    </a:cubicBezTo>
                    <a:cubicBezTo>
                      <a:pt x="28598" y="41801"/>
                      <a:pt x="35003" y="54345"/>
                      <a:pt x="47813" y="70098"/>
                    </a:cubicBezTo>
                    <a:cubicBezTo>
                      <a:pt x="59708" y="84976"/>
                      <a:pt x="64894" y="95186"/>
                      <a:pt x="64894" y="103646"/>
                    </a:cubicBezTo>
                    <a:cubicBezTo>
                      <a:pt x="64894" y="116774"/>
                      <a:pt x="55743" y="126109"/>
                      <a:pt x="42323" y="126109"/>
                    </a:cubicBezTo>
                    <a:cubicBezTo>
                      <a:pt x="25548" y="126109"/>
                      <a:pt x="16093" y="114148"/>
                      <a:pt x="11212" y="86434"/>
                    </a:cubicBezTo>
                    <a:lnTo>
                      <a:pt x="6332" y="86434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50DDF023-73B4-82C2-9FE0-0EEB0F8E66F6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9804446" y="4869656"/>
                <a:ext cx="78996" cy="162489"/>
              </a:xfrm>
              <a:custGeom>
                <a:avLst/>
                <a:gdLst>
                  <a:gd name="connsiteX0" fmla="*/ 79233 w 78996"/>
                  <a:gd name="connsiteY0" fmla="*/ 34508 h 162489"/>
                  <a:gd name="connsiteX1" fmla="*/ 54832 w 78996"/>
                  <a:gd name="connsiteY1" fmla="*/ 34508 h 162489"/>
                  <a:gd name="connsiteX2" fmla="*/ 63372 w 78996"/>
                  <a:gd name="connsiteY2" fmla="*/ 4461 h 162489"/>
                  <a:gd name="connsiteX3" fmla="*/ 63677 w 78996"/>
                  <a:gd name="connsiteY3" fmla="*/ 3002 h 162489"/>
                  <a:gd name="connsiteX4" fmla="*/ 61237 w 78996"/>
                  <a:gd name="connsiteY4" fmla="*/ 85 h 162489"/>
                  <a:gd name="connsiteX5" fmla="*/ 56662 w 78996"/>
                  <a:gd name="connsiteY5" fmla="*/ 2710 h 162489"/>
                  <a:gd name="connsiteX6" fmla="*/ 16096 w 78996"/>
                  <a:gd name="connsiteY6" fmla="*/ 34800 h 162489"/>
                  <a:gd name="connsiteX7" fmla="*/ 6336 w 78996"/>
                  <a:gd name="connsiteY7" fmla="*/ 42093 h 162489"/>
                  <a:gd name="connsiteX8" fmla="*/ 6641 w 78996"/>
                  <a:gd name="connsiteY8" fmla="*/ 43843 h 162489"/>
                  <a:gd name="connsiteX9" fmla="*/ 29212 w 78996"/>
                  <a:gd name="connsiteY9" fmla="*/ 43843 h 162489"/>
                  <a:gd name="connsiteX10" fmla="*/ 7251 w 78996"/>
                  <a:gd name="connsiteY10" fmla="*/ 124067 h 162489"/>
                  <a:gd name="connsiteX11" fmla="*/ 5421 w 78996"/>
                  <a:gd name="connsiteY11" fmla="*/ 130193 h 162489"/>
                  <a:gd name="connsiteX12" fmla="*/ 236 w 78996"/>
                  <a:gd name="connsiteY12" fmla="*/ 151489 h 162489"/>
                  <a:gd name="connsiteX13" fmla="*/ 14876 w 78996"/>
                  <a:gd name="connsiteY13" fmla="*/ 162574 h 162489"/>
                  <a:gd name="connsiteX14" fmla="*/ 58187 w 78996"/>
                  <a:gd name="connsiteY14" fmla="*/ 127276 h 162489"/>
                  <a:gd name="connsiteX15" fmla="*/ 54222 w 78996"/>
                  <a:gd name="connsiteY15" fmla="*/ 125234 h 162489"/>
                  <a:gd name="connsiteX16" fmla="*/ 29517 w 78996"/>
                  <a:gd name="connsiteY16" fmla="*/ 148280 h 162489"/>
                  <a:gd name="connsiteX17" fmla="*/ 24942 w 78996"/>
                  <a:gd name="connsiteY17" fmla="*/ 142445 h 162489"/>
                  <a:gd name="connsiteX18" fmla="*/ 25247 w 78996"/>
                  <a:gd name="connsiteY18" fmla="*/ 140987 h 162489"/>
                  <a:gd name="connsiteX19" fmla="*/ 52087 w 78996"/>
                  <a:gd name="connsiteY19" fmla="*/ 43843 h 162489"/>
                  <a:gd name="connsiteX20" fmla="*/ 77708 w 78996"/>
                  <a:gd name="connsiteY20" fmla="*/ 43843 h 162489"/>
                  <a:gd name="connsiteX21" fmla="*/ 79233 w 78996"/>
                  <a:gd name="connsiteY21" fmla="*/ 34508 h 162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8996" h="162489">
                    <a:moveTo>
                      <a:pt x="79233" y="34508"/>
                    </a:moveTo>
                    <a:lnTo>
                      <a:pt x="54832" y="34508"/>
                    </a:lnTo>
                    <a:lnTo>
                      <a:pt x="63372" y="4461"/>
                    </a:lnTo>
                    <a:cubicBezTo>
                      <a:pt x="63677" y="3877"/>
                      <a:pt x="63677" y="3294"/>
                      <a:pt x="63677" y="3002"/>
                    </a:cubicBezTo>
                    <a:cubicBezTo>
                      <a:pt x="63677" y="960"/>
                      <a:pt x="62762" y="85"/>
                      <a:pt x="61237" y="85"/>
                    </a:cubicBezTo>
                    <a:cubicBezTo>
                      <a:pt x="59407" y="85"/>
                      <a:pt x="58492" y="376"/>
                      <a:pt x="56662" y="2710"/>
                    </a:cubicBezTo>
                    <a:cubicBezTo>
                      <a:pt x="44767" y="17588"/>
                      <a:pt x="25857" y="32174"/>
                      <a:pt x="16096" y="34800"/>
                    </a:cubicBezTo>
                    <a:cubicBezTo>
                      <a:pt x="8471" y="37133"/>
                      <a:pt x="6336" y="38884"/>
                      <a:pt x="6336" y="42093"/>
                    </a:cubicBezTo>
                    <a:cubicBezTo>
                      <a:pt x="6336" y="42384"/>
                      <a:pt x="6336" y="42968"/>
                      <a:pt x="6641" y="43843"/>
                    </a:cubicBezTo>
                    <a:lnTo>
                      <a:pt x="29212" y="43843"/>
                    </a:lnTo>
                    <a:lnTo>
                      <a:pt x="7251" y="124067"/>
                    </a:lnTo>
                    <a:cubicBezTo>
                      <a:pt x="6641" y="126692"/>
                      <a:pt x="6336" y="127567"/>
                      <a:pt x="5421" y="130193"/>
                    </a:cubicBezTo>
                    <a:cubicBezTo>
                      <a:pt x="2676" y="138944"/>
                      <a:pt x="236" y="149155"/>
                      <a:pt x="236" y="151489"/>
                    </a:cubicBezTo>
                    <a:cubicBezTo>
                      <a:pt x="236" y="157906"/>
                      <a:pt x="6641" y="162574"/>
                      <a:pt x="14876" y="162574"/>
                    </a:cubicBezTo>
                    <a:cubicBezTo>
                      <a:pt x="28907" y="162574"/>
                      <a:pt x="38972" y="154406"/>
                      <a:pt x="58187" y="127276"/>
                    </a:cubicBezTo>
                    <a:lnTo>
                      <a:pt x="54222" y="125234"/>
                    </a:lnTo>
                    <a:cubicBezTo>
                      <a:pt x="39277" y="143612"/>
                      <a:pt x="34397" y="148280"/>
                      <a:pt x="29517" y="148280"/>
                    </a:cubicBezTo>
                    <a:cubicBezTo>
                      <a:pt x="26772" y="148280"/>
                      <a:pt x="24942" y="145946"/>
                      <a:pt x="24942" y="142445"/>
                    </a:cubicBezTo>
                    <a:cubicBezTo>
                      <a:pt x="24942" y="142153"/>
                      <a:pt x="24942" y="141862"/>
                      <a:pt x="25247" y="140987"/>
                    </a:cubicBezTo>
                    <a:lnTo>
                      <a:pt x="52087" y="43843"/>
                    </a:lnTo>
                    <a:lnTo>
                      <a:pt x="77708" y="43843"/>
                    </a:lnTo>
                    <a:lnTo>
                      <a:pt x="79233" y="34508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753BED4D-DBF3-4F60-FE79-DD63D335481E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9893213" y="4838150"/>
                <a:ext cx="65576" cy="193995"/>
              </a:xfrm>
              <a:custGeom>
                <a:avLst/>
                <a:gdLst>
                  <a:gd name="connsiteX0" fmla="*/ 53005 w 65576"/>
                  <a:gd name="connsiteY0" fmla="*/ 157615 h 193995"/>
                  <a:gd name="connsiteX1" fmla="*/ 40500 w 65576"/>
                  <a:gd name="connsiteY1" fmla="*/ 172493 h 193995"/>
                  <a:gd name="connsiteX2" fmla="*/ 27994 w 65576"/>
                  <a:gd name="connsiteY2" fmla="*/ 180369 h 193995"/>
                  <a:gd name="connsiteX3" fmla="*/ 23114 w 65576"/>
                  <a:gd name="connsiteY3" fmla="*/ 175993 h 193995"/>
                  <a:gd name="connsiteX4" fmla="*/ 26164 w 65576"/>
                  <a:gd name="connsiteY4" fmla="*/ 163157 h 193995"/>
                  <a:gd name="connsiteX5" fmla="*/ 27689 w 65576"/>
                  <a:gd name="connsiteY5" fmla="*/ 157906 h 193995"/>
                  <a:gd name="connsiteX6" fmla="*/ 27689 w 65576"/>
                  <a:gd name="connsiteY6" fmla="*/ 157323 h 193995"/>
                  <a:gd name="connsiteX7" fmla="*/ 27994 w 65576"/>
                  <a:gd name="connsiteY7" fmla="*/ 156740 h 193995"/>
                  <a:gd name="connsiteX8" fmla="*/ 54835 w 65576"/>
                  <a:gd name="connsiteY8" fmla="*/ 62805 h 193995"/>
                  <a:gd name="connsiteX9" fmla="*/ 53920 w 65576"/>
                  <a:gd name="connsiteY9" fmla="*/ 62222 h 193995"/>
                  <a:gd name="connsiteX10" fmla="*/ 5119 w 65576"/>
                  <a:gd name="connsiteY10" fmla="*/ 69515 h 193995"/>
                  <a:gd name="connsiteX11" fmla="*/ 5119 w 65576"/>
                  <a:gd name="connsiteY11" fmla="*/ 74182 h 193995"/>
                  <a:gd name="connsiteX12" fmla="*/ 24334 w 65576"/>
                  <a:gd name="connsiteY12" fmla="*/ 81183 h 193995"/>
                  <a:gd name="connsiteX13" fmla="*/ 21589 w 65576"/>
                  <a:gd name="connsiteY13" fmla="*/ 94019 h 193995"/>
                  <a:gd name="connsiteX14" fmla="*/ 6949 w 65576"/>
                  <a:gd name="connsiteY14" fmla="*/ 145654 h 193995"/>
                  <a:gd name="connsiteX15" fmla="*/ 239 w 65576"/>
                  <a:gd name="connsiteY15" fmla="*/ 177452 h 193995"/>
                  <a:gd name="connsiteX16" fmla="*/ 14269 w 65576"/>
                  <a:gd name="connsiteY16" fmla="*/ 194080 h 193995"/>
                  <a:gd name="connsiteX17" fmla="*/ 56970 w 65576"/>
                  <a:gd name="connsiteY17" fmla="*/ 160824 h 193995"/>
                  <a:gd name="connsiteX18" fmla="*/ 53005 w 65576"/>
                  <a:gd name="connsiteY18" fmla="*/ 157615 h 193995"/>
                  <a:gd name="connsiteX19" fmla="*/ 50565 w 65576"/>
                  <a:gd name="connsiteY19" fmla="*/ 85 h 193995"/>
                  <a:gd name="connsiteX20" fmla="*/ 36230 w 65576"/>
                  <a:gd name="connsiteY20" fmla="*/ 15546 h 193995"/>
                  <a:gd name="connsiteX21" fmla="*/ 50870 w 65576"/>
                  <a:gd name="connsiteY21" fmla="*/ 31007 h 193995"/>
                  <a:gd name="connsiteX22" fmla="*/ 65815 w 65576"/>
                  <a:gd name="connsiteY22" fmla="*/ 16129 h 193995"/>
                  <a:gd name="connsiteX23" fmla="*/ 50565 w 65576"/>
                  <a:gd name="connsiteY23" fmla="*/ 85 h 193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5576" h="193995">
                    <a:moveTo>
                      <a:pt x="53005" y="157615"/>
                    </a:moveTo>
                    <a:cubicBezTo>
                      <a:pt x="45685" y="166950"/>
                      <a:pt x="43550" y="169284"/>
                      <a:pt x="40500" y="172493"/>
                    </a:cubicBezTo>
                    <a:cubicBezTo>
                      <a:pt x="35315" y="177452"/>
                      <a:pt x="30739" y="180369"/>
                      <a:pt x="27994" y="180369"/>
                    </a:cubicBezTo>
                    <a:cubicBezTo>
                      <a:pt x="25554" y="180369"/>
                      <a:pt x="23114" y="178035"/>
                      <a:pt x="23114" y="175993"/>
                    </a:cubicBezTo>
                    <a:cubicBezTo>
                      <a:pt x="23114" y="173076"/>
                      <a:pt x="24029" y="168700"/>
                      <a:pt x="26164" y="163157"/>
                    </a:cubicBezTo>
                    <a:cubicBezTo>
                      <a:pt x="26164" y="162282"/>
                      <a:pt x="27079" y="160240"/>
                      <a:pt x="27689" y="157906"/>
                    </a:cubicBezTo>
                    <a:lnTo>
                      <a:pt x="27689" y="157323"/>
                    </a:lnTo>
                    <a:lnTo>
                      <a:pt x="27994" y="156740"/>
                    </a:lnTo>
                    <a:lnTo>
                      <a:pt x="54835" y="62805"/>
                    </a:lnTo>
                    <a:lnTo>
                      <a:pt x="53920" y="62222"/>
                    </a:lnTo>
                    <a:cubicBezTo>
                      <a:pt x="23114" y="67764"/>
                      <a:pt x="17014" y="68639"/>
                      <a:pt x="5119" y="69515"/>
                    </a:cubicBezTo>
                    <a:lnTo>
                      <a:pt x="5119" y="74182"/>
                    </a:lnTo>
                    <a:cubicBezTo>
                      <a:pt x="21284" y="74474"/>
                      <a:pt x="24334" y="75349"/>
                      <a:pt x="24334" y="81183"/>
                    </a:cubicBezTo>
                    <a:cubicBezTo>
                      <a:pt x="24334" y="83517"/>
                      <a:pt x="23419" y="88185"/>
                      <a:pt x="21589" y="94019"/>
                    </a:cubicBezTo>
                    <a:lnTo>
                      <a:pt x="6949" y="145654"/>
                    </a:lnTo>
                    <a:cubicBezTo>
                      <a:pt x="2069" y="162574"/>
                      <a:pt x="239" y="171617"/>
                      <a:pt x="239" y="177452"/>
                    </a:cubicBezTo>
                    <a:cubicBezTo>
                      <a:pt x="239" y="188246"/>
                      <a:pt x="5119" y="194080"/>
                      <a:pt x="14269" y="194080"/>
                    </a:cubicBezTo>
                    <a:cubicBezTo>
                      <a:pt x="28299" y="194080"/>
                      <a:pt x="39585" y="185328"/>
                      <a:pt x="56970" y="160824"/>
                    </a:cubicBezTo>
                    <a:lnTo>
                      <a:pt x="53005" y="157615"/>
                    </a:lnTo>
                    <a:close/>
                    <a:moveTo>
                      <a:pt x="50565" y="85"/>
                    </a:moveTo>
                    <a:cubicBezTo>
                      <a:pt x="42330" y="85"/>
                      <a:pt x="36230" y="6794"/>
                      <a:pt x="36230" y="15546"/>
                    </a:cubicBezTo>
                    <a:cubicBezTo>
                      <a:pt x="36230" y="24881"/>
                      <a:pt x="42025" y="31007"/>
                      <a:pt x="50870" y="31007"/>
                    </a:cubicBezTo>
                    <a:cubicBezTo>
                      <a:pt x="58800" y="31007"/>
                      <a:pt x="65815" y="24298"/>
                      <a:pt x="65815" y="16129"/>
                    </a:cubicBezTo>
                    <a:cubicBezTo>
                      <a:pt x="65815" y="7669"/>
                      <a:pt x="58800" y="85"/>
                      <a:pt x="50565" y="85"/>
                    </a:cubicBez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BD8A3045-A656-3730-7B2C-0B2ADA9215F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9967034" y="4900287"/>
                <a:ext cx="211064" cy="131275"/>
              </a:xfrm>
              <a:custGeom>
                <a:avLst/>
                <a:gdLst>
                  <a:gd name="connsiteX0" fmla="*/ 206731 w 211064"/>
                  <a:gd name="connsiteY0" fmla="*/ 94603 h 131275"/>
                  <a:gd name="connsiteX1" fmla="*/ 200326 w 211064"/>
                  <a:gd name="connsiteY1" fmla="*/ 102187 h 131275"/>
                  <a:gd name="connsiteX2" fmla="*/ 180805 w 211064"/>
                  <a:gd name="connsiteY2" fmla="*/ 117649 h 131275"/>
                  <a:gd name="connsiteX3" fmla="*/ 176840 w 211064"/>
                  <a:gd name="connsiteY3" fmla="*/ 112981 h 131275"/>
                  <a:gd name="connsiteX4" fmla="*/ 179890 w 211064"/>
                  <a:gd name="connsiteY4" fmla="*/ 99854 h 131275"/>
                  <a:gd name="connsiteX5" fmla="*/ 200631 w 211064"/>
                  <a:gd name="connsiteY5" fmla="*/ 26631 h 131275"/>
                  <a:gd name="connsiteX6" fmla="*/ 201546 w 211064"/>
                  <a:gd name="connsiteY6" fmla="*/ 18463 h 131275"/>
                  <a:gd name="connsiteX7" fmla="*/ 183550 w 211064"/>
                  <a:gd name="connsiteY7" fmla="*/ 85 h 131275"/>
                  <a:gd name="connsiteX8" fmla="*/ 164335 w 211064"/>
                  <a:gd name="connsiteY8" fmla="*/ 6503 h 131275"/>
                  <a:gd name="connsiteX9" fmla="*/ 115839 w 211064"/>
                  <a:gd name="connsiteY9" fmla="*/ 61930 h 131275"/>
                  <a:gd name="connsiteX10" fmla="*/ 128039 w 211064"/>
                  <a:gd name="connsiteY10" fmla="*/ 17588 h 131275"/>
                  <a:gd name="connsiteX11" fmla="*/ 110654 w 211064"/>
                  <a:gd name="connsiteY11" fmla="*/ 85 h 131275"/>
                  <a:gd name="connsiteX12" fmla="*/ 42637 w 211064"/>
                  <a:gd name="connsiteY12" fmla="*/ 61638 h 131275"/>
                  <a:gd name="connsiteX13" fmla="*/ 60328 w 211064"/>
                  <a:gd name="connsiteY13" fmla="*/ 668 h 131275"/>
                  <a:gd name="connsiteX14" fmla="*/ 59413 w 211064"/>
                  <a:gd name="connsiteY14" fmla="*/ 85 h 131275"/>
                  <a:gd name="connsiteX15" fmla="*/ 10612 w 211064"/>
                  <a:gd name="connsiteY15" fmla="*/ 9128 h 131275"/>
                  <a:gd name="connsiteX16" fmla="*/ 10612 w 211064"/>
                  <a:gd name="connsiteY16" fmla="*/ 13796 h 131275"/>
                  <a:gd name="connsiteX17" fmla="*/ 18237 w 211064"/>
                  <a:gd name="connsiteY17" fmla="*/ 13796 h 131275"/>
                  <a:gd name="connsiteX18" fmla="*/ 30132 w 211064"/>
                  <a:gd name="connsiteY18" fmla="*/ 20214 h 131275"/>
                  <a:gd name="connsiteX19" fmla="*/ 12137 w 211064"/>
                  <a:gd name="connsiteY19" fmla="*/ 87018 h 131275"/>
                  <a:gd name="connsiteX20" fmla="*/ 242 w 211064"/>
                  <a:gd name="connsiteY20" fmla="*/ 128734 h 131275"/>
                  <a:gd name="connsiteX21" fmla="*/ 23117 w 211064"/>
                  <a:gd name="connsiteY21" fmla="*/ 128734 h 131275"/>
                  <a:gd name="connsiteX22" fmla="*/ 52703 w 211064"/>
                  <a:gd name="connsiteY22" fmla="*/ 56387 h 131275"/>
                  <a:gd name="connsiteX23" fmla="*/ 98454 w 211064"/>
                  <a:gd name="connsiteY23" fmla="*/ 15254 h 131275"/>
                  <a:gd name="connsiteX24" fmla="*/ 104554 w 211064"/>
                  <a:gd name="connsiteY24" fmla="*/ 22547 h 131275"/>
                  <a:gd name="connsiteX25" fmla="*/ 75578 w 211064"/>
                  <a:gd name="connsiteY25" fmla="*/ 128734 h 131275"/>
                  <a:gd name="connsiteX26" fmla="*/ 98454 w 211064"/>
                  <a:gd name="connsiteY26" fmla="*/ 128734 h 131275"/>
                  <a:gd name="connsiteX27" fmla="*/ 132309 w 211064"/>
                  <a:gd name="connsiteY27" fmla="*/ 47927 h 131275"/>
                  <a:gd name="connsiteX28" fmla="*/ 171350 w 211064"/>
                  <a:gd name="connsiteY28" fmla="*/ 15254 h 131275"/>
                  <a:gd name="connsiteX29" fmla="*/ 177450 w 211064"/>
                  <a:gd name="connsiteY29" fmla="*/ 21380 h 131275"/>
                  <a:gd name="connsiteX30" fmla="*/ 175315 w 211064"/>
                  <a:gd name="connsiteY30" fmla="*/ 31591 h 131275"/>
                  <a:gd name="connsiteX31" fmla="*/ 157625 w 211064"/>
                  <a:gd name="connsiteY31" fmla="*/ 98687 h 131275"/>
                  <a:gd name="connsiteX32" fmla="*/ 153660 w 211064"/>
                  <a:gd name="connsiteY32" fmla="*/ 117940 h 131275"/>
                  <a:gd name="connsiteX33" fmla="*/ 165860 w 211064"/>
                  <a:gd name="connsiteY33" fmla="*/ 131360 h 131275"/>
                  <a:gd name="connsiteX34" fmla="*/ 209781 w 211064"/>
                  <a:gd name="connsiteY34" fmla="*/ 100145 h 131275"/>
                  <a:gd name="connsiteX35" fmla="*/ 211306 w 211064"/>
                  <a:gd name="connsiteY35" fmla="*/ 98103 h 131275"/>
                  <a:gd name="connsiteX36" fmla="*/ 206731 w 211064"/>
                  <a:gd name="connsiteY36" fmla="*/ 94603 h 13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11064" h="131275">
                    <a:moveTo>
                      <a:pt x="206731" y="94603"/>
                    </a:moveTo>
                    <a:cubicBezTo>
                      <a:pt x="203681" y="98103"/>
                      <a:pt x="201241" y="101021"/>
                      <a:pt x="200326" y="102187"/>
                    </a:cubicBezTo>
                    <a:cubicBezTo>
                      <a:pt x="191786" y="112689"/>
                      <a:pt x="185381" y="117649"/>
                      <a:pt x="180805" y="117649"/>
                    </a:cubicBezTo>
                    <a:cubicBezTo>
                      <a:pt x="178365" y="117649"/>
                      <a:pt x="176840" y="115898"/>
                      <a:pt x="176840" y="112981"/>
                    </a:cubicBezTo>
                    <a:cubicBezTo>
                      <a:pt x="176840" y="111523"/>
                      <a:pt x="178060" y="106855"/>
                      <a:pt x="179890" y="99854"/>
                    </a:cubicBezTo>
                    <a:lnTo>
                      <a:pt x="200631" y="26631"/>
                    </a:lnTo>
                    <a:cubicBezTo>
                      <a:pt x="200936" y="25465"/>
                      <a:pt x="201546" y="20214"/>
                      <a:pt x="201546" y="18463"/>
                    </a:cubicBezTo>
                    <a:cubicBezTo>
                      <a:pt x="201546" y="7961"/>
                      <a:pt x="193921" y="85"/>
                      <a:pt x="183550" y="85"/>
                    </a:cubicBezTo>
                    <a:cubicBezTo>
                      <a:pt x="177755" y="85"/>
                      <a:pt x="171655" y="2127"/>
                      <a:pt x="164335" y="6503"/>
                    </a:cubicBezTo>
                    <a:cubicBezTo>
                      <a:pt x="149390" y="15838"/>
                      <a:pt x="136884" y="29840"/>
                      <a:pt x="115839" y="61930"/>
                    </a:cubicBezTo>
                    <a:cubicBezTo>
                      <a:pt x="123464" y="39759"/>
                      <a:pt x="128039" y="23131"/>
                      <a:pt x="128039" y="17588"/>
                    </a:cubicBezTo>
                    <a:cubicBezTo>
                      <a:pt x="128039" y="7378"/>
                      <a:pt x="121024" y="85"/>
                      <a:pt x="110654" y="85"/>
                    </a:cubicBezTo>
                    <a:cubicBezTo>
                      <a:pt x="92049" y="85"/>
                      <a:pt x="70698" y="19338"/>
                      <a:pt x="42637" y="61638"/>
                    </a:cubicBezTo>
                    <a:lnTo>
                      <a:pt x="60328" y="668"/>
                    </a:lnTo>
                    <a:lnTo>
                      <a:pt x="59413" y="85"/>
                    </a:lnTo>
                    <a:cubicBezTo>
                      <a:pt x="42332" y="3585"/>
                      <a:pt x="35927" y="4752"/>
                      <a:pt x="10612" y="9128"/>
                    </a:cubicBezTo>
                    <a:lnTo>
                      <a:pt x="10612" y="13796"/>
                    </a:lnTo>
                    <a:lnTo>
                      <a:pt x="18237" y="13796"/>
                    </a:lnTo>
                    <a:cubicBezTo>
                      <a:pt x="26167" y="13796"/>
                      <a:pt x="30132" y="15838"/>
                      <a:pt x="30132" y="20214"/>
                    </a:cubicBezTo>
                    <a:cubicBezTo>
                      <a:pt x="30132" y="23422"/>
                      <a:pt x="23117" y="49969"/>
                      <a:pt x="12137" y="87018"/>
                    </a:cubicBezTo>
                    <a:cubicBezTo>
                      <a:pt x="5122" y="110939"/>
                      <a:pt x="4207" y="113856"/>
                      <a:pt x="242" y="128734"/>
                    </a:cubicBezTo>
                    <a:lnTo>
                      <a:pt x="23117" y="128734"/>
                    </a:lnTo>
                    <a:cubicBezTo>
                      <a:pt x="37757" y="82350"/>
                      <a:pt x="42332" y="71557"/>
                      <a:pt x="52703" y="56387"/>
                    </a:cubicBezTo>
                    <a:cubicBezTo>
                      <a:pt x="69783" y="31591"/>
                      <a:pt x="88083" y="15254"/>
                      <a:pt x="98454" y="15254"/>
                    </a:cubicBezTo>
                    <a:cubicBezTo>
                      <a:pt x="102419" y="15254"/>
                      <a:pt x="104554" y="17880"/>
                      <a:pt x="104554" y="22547"/>
                    </a:cubicBezTo>
                    <a:cubicBezTo>
                      <a:pt x="104554" y="25173"/>
                      <a:pt x="94794" y="60471"/>
                      <a:pt x="75578" y="128734"/>
                    </a:cubicBezTo>
                    <a:lnTo>
                      <a:pt x="98454" y="128734"/>
                    </a:lnTo>
                    <a:cubicBezTo>
                      <a:pt x="110654" y="83226"/>
                      <a:pt x="116754" y="68639"/>
                      <a:pt x="132309" y="47927"/>
                    </a:cubicBezTo>
                    <a:cubicBezTo>
                      <a:pt x="147255" y="28090"/>
                      <a:pt x="162505" y="15254"/>
                      <a:pt x="171350" y="15254"/>
                    </a:cubicBezTo>
                    <a:cubicBezTo>
                      <a:pt x="174705" y="15254"/>
                      <a:pt x="177450" y="18171"/>
                      <a:pt x="177450" y="21380"/>
                    </a:cubicBezTo>
                    <a:cubicBezTo>
                      <a:pt x="177450" y="22839"/>
                      <a:pt x="176840" y="26340"/>
                      <a:pt x="175315" y="31591"/>
                    </a:cubicBezTo>
                    <a:lnTo>
                      <a:pt x="157625" y="98687"/>
                    </a:lnTo>
                    <a:cubicBezTo>
                      <a:pt x="154880" y="109481"/>
                      <a:pt x="153660" y="115023"/>
                      <a:pt x="153660" y="117940"/>
                    </a:cubicBezTo>
                    <a:cubicBezTo>
                      <a:pt x="153660" y="126692"/>
                      <a:pt x="157930" y="131360"/>
                      <a:pt x="165860" y="131360"/>
                    </a:cubicBezTo>
                    <a:cubicBezTo>
                      <a:pt x="180195" y="131360"/>
                      <a:pt x="193616" y="121733"/>
                      <a:pt x="209781" y="100145"/>
                    </a:cubicBezTo>
                    <a:lnTo>
                      <a:pt x="211306" y="98103"/>
                    </a:lnTo>
                    <a:lnTo>
                      <a:pt x="206731" y="94603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20BAF754-6F0C-D49F-0EB4-C68C5B3E3BE8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10189599" y="4900287"/>
                <a:ext cx="139998" cy="131858"/>
              </a:xfrm>
              <a:custGeom>
                <a:avLst/>
                <a:gdLst>
                  <a:gd name="connsiteX0" fmla="*/ 136587 w 139998"/>
                  <a:gd name="connsiteY0" fmla="*/ 96645 h 131858"/>
                  <a:gd name="connsiteX1" fmla="*/ 128047 w 139998"/>
                  <a:gd name="connsiteY1" fmla="*/ 104813 h 131858"/>
                  <a:gd name="connsiteX2" fmla="*/ 112186 w 139998"/>
                  <a:gd name="connsiteY2" fmla="*/ 116774 h 131858"/>
                  <a:gd name="connsiteX3" fmla="*/ 107916 w 139998"/>
                  <a:gd name="connsiteY3" fmla="*/ 112981 h 131858"/>
                  <a:gd name="connsiteX4" fmla="*/ 135062 w 139998"/>
                  <a:gd name="connsiteY4" fmla="*/ 7086 h 131858"/>
                  <a:gd name="connsiteX5" fmla="*/ 136892 w 139998"/>
                  <a:gd name="connsiteY5" fmla="*/ 960 h 131858"/>
                  <a:gd name="connsiteX6" fmla="*/ 134757 w 139998"/>
                  <a:gd name="connsiteY6" fmla="*/ 85 h 131858"/>
                  <a:gd name="connsiteX7" fmla="*/ 116151 w 139998"/>
                  <a:gd name="connsiteY7" fmla="*/ 2127 h 131858"/>
                  <a:gd name="connsiteX8" fmla="*/ 115236 w 139998"/>
                  <a:gd name="connsiteY8" fmla="*/ 3002 h 131858"/>
                  <a:gd name="connsiteX9" fmla="*/ 111881 w 139998"/>
                  <a:gd name="connsiteY9" fmla="*/ 17005 h 131858"/>
                  <a:gd name="connsiteX10" fmla="*/ 87481 w 139998"/>
                  <a:gd name="connsiteY10" fmla="*/ 85 h 131858"/>
                  <a:gd name="connsiteX11" fmla="*/ 249 w 139998"/>
                  <a:gd name="connsiteY11" fmla="*/ 99562 h 131858"/>
                  <a:gd name="connsiteX12" fmla="*/ 31359 w 139998"/>
                  <a:gd name="connsiteY12" fmla="*/ 131943 h 131858"/>
                  <a:gd name="connsiteX13" fmla="*/ 92666 w 139998"/>
                  <a:gd name="connsiteY13" fmla="*/ 86143 h 131858"/>
                  <a:gd name="connsiteX14" fmla="*/ 85651 w 139998"/>
                  <a:gd name="connsiteY14" fmla="*/ 119691 h 131858"/>
                  <a:gd name="connsiteX15" fmla="*/ 97851 w 139998"/>
                  <a:gd name="connsiteY15" fmla="*/ 131651 h 131858"/>
                  <a:gd name="connsiteX16" fmla="*/ 140247 w 139998"/>
                  <a:gd name="connsiteY16" fmla="*/ 99562 h 131858"/>
                  <a:gd name="connsiteX17" fmla="*/ 136587 w 139998"/>
                  <a:gd name="connsiteY17" fmla="*/ 96645 h 131858"/>
                  <a:gd name="connsiteX18" fmla="*/ 89311 w 139998"/>
                  <a:gd name="connsiteY18" fmla="*/ 6503 h 131858"/>
                  <a:gd name="connsiteX19" fmla="*/ 106391 w 139998"/>
                  <a:gd name="connsiteY19" fmla="*/ 24298 h 131858"/>
                  <a:gd name="connsiteX20" fmla="*/ 70095 w 139998"/>
                  <a:gd name="connsiteY20" fmla="*/ 104813 h 131858"/>
                  <a:gd name="connsiteX21" fmla="*/ 43560 w 139998"/>
                  <a:gd name="connsiteY21" fmla="*/ 117649 h 131858"/>
                  <a:gd name="connsiteX22" fmla="*/ 25869 w 139998"/>
                  <a:gd name="connsiteY22" fmla="*/ 95770 h 131858"/>
                  <a:gd name="connsiteX23" fmla="*/ 50575 w 139998"/>
                  <a:gd name="connsiteY23" fmla="*/ 31882 h 131858"/>
                  <a:gd name="connsiteX24" fmla="*/ 89311 w 139998"/>
                  <a:gd name="connsiteY24" fmla="*/ 6503 h 13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9998" h="131858">
                    <a:moveTo>
                      <a:pt x="136587" y="96645"/>
                    </a:moveTo>
                    <a:cubicBezTo>
                      <a:pt x="132012" y="101021"/>
                      <a:pt x="130182" y="102479"/>
                      <a:pt x="128047" y="104813"/>
                    </a:cubicBezTo>
                    <a:cubicBezTo>
                      <a:pt x="118896" y="113856"/>
                      <a:pt x="114931" y="116774"/>
                      <a:pt x="112186" y="116774"/>
                    </a:cubicBezTo>
                    <a:cubicBezTo>
                      <a:pt x="109746" y="116774"/>
                      <a:pt x="107916" y="115023"/>
                      <a:pt x="107916" y="112981"/>
                    </a:cubicBezTo>
                    <a:cubicBezTo>
                      <a:pt x="107916" y="107147"/>
                      <a:pt x="120726" y="57262"/>
                      <a:pt x="135062" y="7086"/>
                    </a:cubicBezTo>
                    <a:cubicBezTo>
                      <a:pt x="135977" y="4169"/>
                      <a:pt x="136282" y="3585"/>
                      <a:pt x="136892" y="960"/>
                    </a:cubicBezTo>
                    <a:lnTo>
                      <a:pt x="134757" y="85"/>
                    </a:lnTo>
                    <a:lnTo>
                      <a:pt x="116151" y="2127"/>
                    </a:lnTo>
                    <a:lnTo>
                      <a:pt x="115236" y="3002"/>
                    </a:lnTo>
                    <a:lnTo>
                      <a:pt x="111881" y="17005"/>
                    </a:lnTo>
                    <a:cubicBezTo>
                      <a:pt x="109441" y="6211"/>
                      <a:pt x="100596" y="85"/>
                      <a:pt x="87481" y="85"/>
                    </a:cubicBezTo>
                    <a:cubicBezTo>
                      <a:pt x="47220" y="85"/>
                      <a:pt x="249" y="53470"/>
                      <a:pt x="249" y="99562"/>
                    </a:cubicBezTo>
                    <a:cubicBezTo>
                      <a:pt x="249" y="119983"/>
                      <a:pt x="11839" y="131943"/>
                      <a:pt x="31359" y="131943"/>
                    </a:cubicBezTo>
                    <a:cubicBezTo>
                      <a:pt x="52710" y="131943"/>
                      <a:pt x="65825" y="122316"/>
                      <a:pt x="92666" y="86143"/>
                    </a:cubicBezTo>
                    <a:cubicBezTo>
                      <a:pt x="86566" y="108897"/>
                      <a:pt x="85651" y="112689"/>
                      <a:pt x="85651" y="119691"/>
                    </a:cubicBezTo>
                    <a:cubicBezTo>
                      <a:pt x="85651" y="128151"/>
                      <a:pt x="89311" y="131651"/>
                      <a:pt x="97851" y="131651"/>
                    </a:cubicBezTo>
                    <a:cubicBezTo>
                      <a:pt x="110051" y="131651"/>
                      <a:pt x="117676" y="126109"/>
                      <a:pt x="140247" y="99562"/>
                    </a:cubicBezTo>
                    <a:lnTo>
                      <a:pt x="136587" y="96645"/>
                    </a:lnTo>
                    <a:close/>
                    <a:moveTo>
                      <a:pt x="89311" y="6503"/>
                    </a:moveTo>
                    <a:cubicBezTo>
                      <a:pt x="99681" y="7086"/>
                      <a:pt x="106391" y="14087"/>
                      <a:pt x="106391" y="24298"/>
                    </a:cubicBezTo>
                    <a:cubicBezTo>
                      <a:pt x="106391" y="48802"/>
                      <a:pt x="91141" y="83226"/>
                      <a:pt x="70095" y="104813"/>
                    </a:cubicBezTo>
                    <a:cubicBezTo>
                      <a:pt x="62775" y="112689"/>
                      <a:pt x="52405" y="117649"/>
                      <a:pt x="43560" y="117649"/>
                    </a:cubicBezTo>
                    <a:cubicBezTo>
                      <a:pt x="32884" y="117649"/>
                      <a:pt x="25869" y="109189"/>
                      <a:pt x="25869" y="95770"/>
                    </a:cubicBezTo>
                    <a:cubicBezTo>
                      <a:pt x="25869" y="80017"/>
                      <a:pt x="37460" y="49969"/>
                      <a:pt x="50575" y="31882"/>
                    </a:cubicBezTo>
                    <a:cubicBezTo>
                      <a:pt x="62775" y="14963"/>
                      <a:pt x="77110" y="5627"/>
                      <a:pt x="89311" y="6503"/>
                    </a:cubicBez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4516D23B-B446-1A99-6006-651682E864EB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10348774" y="4869656"/>
                <a:ext cx="78996" cy="162489"/>
              </a:xfrm>
              <a:custGeom>
                <a:avLst/>
                <a:gdLst>
                  <a:gd name="connsiteX0" fmla="*/ 79250 w 78996"/>
                  <a:gd name="connsiteY0" fmla="*/ 34508 h 162489"/>
                  <a:gd name="connsiteX1" fmla="*/ 54850 w 78996"/>
                  <a:gd name="connsiteY1" fmla="*/ 34508 h 162489"/>
                  <a:gd name="connsiteX2" fmla="*/ 63390 w 78996"/>
                  <a:gd name="connsiteY2" fmla="*/ 4461 h 162489"/>
                  <a:gd name="connsiteX3" fmla="*/ 63695 w 78996"/>
                  <a:gd name="connsiteY3" fmla="*/ 3002 h 162489"/>
                  <a:gd name="connsiteX4" fmla="*/ 61255 w 78996"/>
                  <a:gd name="connsiteY4" fmla="*/ 85 h 162489"/>
                  <a:gd name="connsiteX5" fmla="*/ 56680 w 78996"/>
                  <a:gd name="connsiteY5" fmla="*/ 2710 h 162489"/>
                  <a:gd name="connsiteX6" fmla="*/ 16114 w 78996"/>
                  <a:gd name="connsiteY6" fmla="*/ 34800 h 162489"/>
                  <a:gd name="connsiteX7" fmla="*/ 6354 w 78996"/>
                  <a:gd name="connsiteY7" fmla="*/ 42093 h 162489"/>
                  <a:gd name="connsiteX8" fmla="*/ 6659 w 78996"/>
                  <a:gd name="connsiteY8" fmla="*/ 43843 h 162489"/>
                  <a:gd name="connsiteX9" fmla="*/ 29229 w 78996"/>
                  <a:gd name="connsiteY9" fmla="*/ 43843 h 162489"/>
                  <a:gd name="connsiteX10" fmla="*/ 7269 w 78996"/>
                  <a:gd name="connsiteY10" fmla="*/ 124067 h 162489"/>
                  <a:gd name="connsiteX11" fmla="*/ 5439 w 78996"/>
                  <a:gd name="connsiteY11" fmla="*/ 130193 h 162489"/>
                  <a:gd name="connsiteX12" fmla="*/ 254 w 78996"/>
                  <a:gd name="connsiteY12" fmla="*/ 151489 h 162489"/>
                  <a:gd name="connsiteX13" fmla="*/ 14894 w 78996"/>
                  <a:gd name="connsiteY13" fmla="*/ 162574 h 162489"/>
                  <a:gd name="connsiteX14" fmla="*/ 58205 w 78996"/>
                  <a:gd name="connsiteY14" fmla="*/ 127276 h 162489"/>
                  <a:gd name="connsiteX15" fmla="*/ 54240 w 78996"/>
                  <a:gd name="connsiteY15" fmla="*/ 125234 h 162489"/>
                  <a:gd name="connsiteX16" fmla="*/ 29534 w 78996"/>
                  <a:gd name="connsiteY16" fmla="*/ 148280 h 162489"/>
                  <a:gd name="connsiteX17" fmla="*/ 24959 w 78996"/>
                  <a:gd name="connsiteY17" fmla="*/ 142445 h 162489"/>
                  <a:gd name="connsiteX18" fmla="*/ 25264 w 78996"/>
                  <a:gd name="connsiteY18" fmla="*/ 140987 h 162489"/>
                  <a:gd name="connsiteX19" fmla="*/ 52105 w 78996"/>
                  <a:gd name="connsiteY19" fmla="*/ 43843 h 162489"/>
                  <a:gd name="connsiteX20" fmla="*/ 77725 w 78996"/>
                  <a:gd name="connsiteY20" fmla="*/ 43843 h 162489"/>
                  <a:gd name="connsiteX21" fmla="*/ 79250 w 78996"/>
                  <a:gd name="connsiteY21" fmla="*/ 34508 h 162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8996" h="162489">
                    <a:moveTo>
                      <a:pt x="79250" y="34508"/>
                    </a:moveTo>
                    <a:lnTo>
                      <a:pt x="54850" y="34508"/>
                    </a:lnTo>
                    <a:lnTo>
                      <a:pt x="63390" y="4461"/>
                    </a:lnTo>
                    <a:cubicBezTo>
                      <a:pt x="63695" y="3877"/>
                      <a:pt x="63695" y="3294"/>
                      <a:pt x="63695" y="3002"/>
                    </a:cubicBezTo>
                    <a:cubicBezTo>
                      <a:pt x="63695" y="960"/>
                      <a:pt x="62780" y="85"/>
                      <a:pt x="61255" y="85"/>
                    </a:cubicBezTo>
                    <a:cubicBezTo>
                      <a:pt x="59425" y="85"/>
                      <a:pt x="58510" y="376"/>
                      <a:pt x="56680" y="2710"/>
                    </a:cubicBezTo>
                    <a:cubicBezTo>
                      <a:pt x="44785" y="17588"/>
                      <a:pt x="25874" y="32174"/>
                      <a:pt x="16114" y="34800"/>
                    </a:cubicBezTo>
                    <a:cubicBezTo>
                      <a:pt x="8489" y="37133"/>
                      <a:pt x="6354" y="38884"/>
                      <a:pt x="6354" y="42093"/>
                    </a:cubicBezTo>
                    <a:cubicBezTo>
                      <a:pt x="6354" y="42384"/>
                      <a:pt x="6354" y="42968"/>
                      <a:pt x="6659" y="43843"/>
                    </a:cubicBezTo>
                    <a:lnTo>
                      <a:pt x="29229" y="43843"/>
                    </a:lnTo>
                    <a:lnTo>
                      <a:pt x="7269" y="124067"/>
                    </a:lnTo>
                    <a:cubicBezTo>
                      <a:pt x="6659" y="126692"/>
                      <a:pt x="6354" y="127567"/>
                      <a:pt x="5439" y="130193"/>
                    </a:cubicBezTo>
                    <a:cubicBezTo>
                      <a:pt x="2694" y="138944"/>
                      <a:pt x="254" y="149155"/>
                      <a:pt x="254" y="151489"/>
                    </a:cubicBezTo>
                    <a:cubicBezTo>
                      <a:pt x="254" y="157906"/>
                      <a:pt x="6659" y="162574"/>
                      <a:pt x="14894" y="162574"/>
                    </a:cubicBezTo>
                    <a:cubicBezTo>
                      <a:pt x="28924" y="162574"/>
                      <a:pt x="38990" y="154406"/>
                      <a:pt x="58205" y="127276"/>
                    </a:cubicBezTo>
                    <a:lnTo>
                      <a:pt x="54240" y="125234"/>
                    </a:lnTo>
                    <a:cubicBezTo>
                      <a:pt x="39295" y="143612"/>
                      <a:pt x="34414" y="148280"/>
                      <a:pt x="29534" y="148280"/>
                    </a:cubicBezTo>
                    <a:cubicBezTo>
                      <a:pt x="26789" y="148280"/>
                      <a:pt x="24959" y="145946"/>
                      <a:pt x="24959" y="142445"/>
                    </a:cubicBezTo>
                    <a:cubicBezTo>
                      <a:pt x="24959" y="142153"/>
                      <a:pt x="24959" y="141862"/>
                      <a:pt x="25264" y="140987"/>
                    </a:cubicBezTo>
                    <a:lnTo>
                      <a:pt x="52105" y="43843"/>
                    </a:lnTo>
                    <a:lnTo>
                      <a:pt x="77725" y="43843"/>
                    </a:lnTo>
                    <a:lnTo>
                      <a:pt x="79250" y="34508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AF39B09C-60E6-A69B-C647-BE8D98BED657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10432051" y="4900287"/>
                <a:ext cx="116207" cy="131858"/>
              </a:xfrm>
              <a:custGeom>
                <a:avLst/>
                <a:gdLst>
                  <a:gd name="connsiteX0" fmla="*/ 99994 w 116207"/>
                  <a:gd name="connsiteY0" fmla="*/ 96936 h 131858"/>
                  <a:gd name="connsiteX1" fmla="*/ 55463 w 116207"/>
                  <a:gd name="connsiteY1" fmla="*/ 118816 h 131858"/>
                  <a:gd name="connsiteX2" fmla="*/ 26792 w 116207"/>
                  <a:gd name="connsiteY2" fmla="*/ 92561 h 131858"/>
                  <a:gd name="connsiteX3" fmla="*/ 29842 w 116207"/>
                  <a:gd name="connsiteY3" fmla="*/ 74474 h 131858"/>
                  <a:gd name="connsiteX4" fmla="*/ 38382 w 116207"/>
                  <a:gd name="connsiteY4" fmla="*/ 73307 h 131858"/>
                  <a:gd name="connsiteX5" fmla="*/ 116464 w 116207"/>
                  <a:gd name="connsiteY5" fmla="*/ 19922 h 131858"/>
                  <a:gd name="connsiteX6" fmla="*/ 92063 w 116207"/>
                  <a:gd name="connsiteY6" fmla="*/ 85 h 131858"/>
                  <a:gd name="connsiteX7" fmla="*/ 257 w 116207"/>
                  <a:gd name="connsiteY7" fmla="*/ 91977 h 131858"/>
                  <a:gd name="connsiteX8" fmla="*/ 40517 w 116207"/>
                  <a:gd name="connsiteY8" fmla="*/ 131943 h 131858"/>
                  <a:gd name="connsiteX9" fmla="*/ 103654 w 116207"/>
                  <a:gd name="connsiteY9" fmla="*/ 100437 h 131858"/>
                  <a:gd name="connsiteX10" fmla="*/ 99994 w 116207"/>
                  <a:gd name="connsiteY10" fmla="*/ 96936 h 131858"/>
                  <a:gd name="connsiteX11" fmla="*/ 37162 w 116207"/>
                  <a:gd name="connsiteY11" fmla="*/ 55220 h 131858"/>
                  <a:gd name="connsiteX12" fmla="*/ 85658 w 116207"/>
                  <a:gd name="connsiteY12" fmla="*/ 6794 h 131858"/>
                  <a:gd name="connsiteX13" fmla="*/ 96334 w 116207"/>
                  <a:gd name="connsiteY13" fmla="*/ 18171 h 131858"/>
                  <a:gd name="connsiteX14" fmla="*/ 81083 w 116207"/>
                  <a:gd name="connsiteY14" fmla="*/ 46469 h 131858"/>
                  <a:gd name="connsiteX15" fmla="*/ 31977 w 116207"/>
                  <a:gd name="connsiteY15" fmla="*/ 68056 h 131858"/>
                  <a:gd name="connsiteX16" fmla="*/ 37162 w 116207"/>
                  <a:gd name="connsiteY16" fmla="*/ 55220 h 13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6207" h="131858">
                    <a:moveTo>
                      <a:pt x="99994" y="96936"/>
                    </a:moveTo>
                    <a:cubicBezTo>
                      <a:pt x="78033" y="114148"/>
                      <a:pt x="68578" y="118816"/>
                      <a:pt x="55463" y="118816"/>
                    </a:cubicBezTo>
                    <a:cubicBezTo>
                      <a:pt x="38077" y="118816"/>
                      <a:pt x="26792" y="108314"/>
                      <a:pt x="26792" y="92561"/>
                    </a:cubicBezTo>
                    <a:cubicBezTo>
                      <a:pt x="26792" y="88185"/>
                      <a:pt x="27402" y="83809"/>
                      <a:pt x="29842" y="74474"/>
                    </a:cubicBezTo>
                    <a:lnTo>
                      <a:pt x="38382" y="73307"/>
                    </a:lnTo>
                    <a:cubicBezTo>
                      <a:pt x="84133" y="67181"/>
                      <a:pt x="116464" y="45010"/>
                      <a:pt x="116464" y="19922"/>
                    </a:cubicBezTo>
                    <a:cubicBezTo>
                      <a:pt x="116464" y="7669"/>
                      <a:pt x="107314" y="85"/>
                      <a:pt x="92063" y="85"/>
                    </a:cubicBezTo>
                    <a:cubicBezTo>
                      <a:pt x="48143" y="85"/>
                      <a:pt x="257" y="48219"/>
                      <a:pt x="257" y="91977"/>
                    </a:cubicBezTo>
                    <a:cubicBezTo>
                      <a:pt x="257" y="115607"/>
                      <a:pt x="16727" y="131943"/>
                      <a:pt x="40517" y="131943"/>
                    </a:cubicBezTo>
                    <a:cubicBezTo>
                      <a:pt x="62173" y="131943"/>
                      <a:pt x="85658" y="119983"/>
                      <a:pt x="103654" y="100437"/>
                    </a:cubicBezTo>
                    <a:lnTo>
                      <a:pt x="99994" y="96936"/>
                    </a:lnTo>
                    <a:close/>
                    <a:moveTo>
                      <a:pt x="37162" y="55220"/>
                    </a:moveTo>
                    <a:cubicBezTo>
                      <a:pt x="47533" y="29257"/>
                      <a:pt x="70103" y="6794"/>
                      <a:pt x="85658" y="6794"/>
                    </a:cubicBezTo>
                    <a:cubicBezTo>
                      <a:pt x="92063" y="6794"/>
                      <a:pt x="96334" y="11462"/>
                      <a:pt x="96334" y="18171"/>
                    </a:cubicBezTo>
                    <a:cubicBezTo>
                      <a:pt x="96334" y="27215"/>
                      <a:pt x="90538" y="37717"/>
                      <a:pt x="81083" y="46469"/>
                    </a:cubicBezTo>
                    <a:cubicBezTo>
                      <a:pt x="69798" y="56679"/>
                      <a:pt x="58208" y="61930"/>
                      <a:pt x="31977" y="68056"/>
                    </a:cubicBezTo>
                    <a:lnTo>
                      <a:pt x="37162" y="55220"/>
                    </a:ln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69FF85F-C098-7D13-C187-CA0AA1FC93C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10573775" y="4900287"/>
                <a:ext cx="64356" cy="131858"/>
              </a:xfrm>
              <a:custGeom>
                <a:avLst/>
                <a:gdLst>
                  <a:gd name="connsiteX0" fmla="*/ 17341 w 64356"/>
                  <a:gd name="connsiteY0" fmla="*/ 99562 h 131858"/>
                  <a:gd name="connsiteX1" fmla="*/ 261 w 64356"/>
                  <a:gd name="connsiteY1" fmla="*/ 116190 h 131858"/>
                  <a:gd name="connsiteX2" fmla="*/ 16731 w 64356"/>
                  <a:gd name="connsiteY2" fmla="*/ 131943 h 131858"/>
                  <a:gd name="connsiteX3" fmla="*/ 34117 w 64356"/>
                  <a:gd name="connsiteY3" fmla="*/ 116190 h 131858"/>
                  <a:gd name="connsiteX4" fmla="*/ 17341 w 64356"/>
                  <a:gd name="connsiteY4" fmla="*/ 99562 h 131858"/>
                  <a:gd name="connsiteX5" fmla="*/ 47537 w 64356"/>
                  <a:gd name="connsiteY5" fmla="*/ 85 h 131858"/>
                  <a:gd name="connsiteX6" fmla="*/ 30762 w 64356"/>
                  <a:gd name="connsiteY6" fmla="*/ 16713 h 131858"/>
                  <a:gd name="connsiteX7" fmla="*/ 47232 w 64356"/>
                  <a:gd name="connsiteY7" fmla="*/ 32466 h 131858"/>
                  <a:gd name="connsiteX8" fmla="*/ 64617 w 64356"/>
                  <a:gd name="connsiteY8" fmla="*/ 16713 h 131858"/>
                  <a:gd name="connsiteX9" fmla="*/ 47537 w 64356"/>
                  <a:gd name="connsiteY9" fmla="*/ 85 h 131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356" h="131858">
                    <a:moveTo>
                      <a:pt x="17341" y="99562"/>
                    </a:moveTo>
                    <a:cubicBezTo>
                      <a:pt x="7886" y="99562"/>
                      <a:pt x="261" y="107147"/>
                      <a:pt x="261" y="116190"/>
                    </a:cubicBezTo>
                    <a:cubicBezTo>
                      <a:pt x="261" y="124650"/>
                      <a:pt x="7886" y="131943"/>
                      <a:pt x="16731" y="131943"/>
                    </a:cubicBezTo>
                    <a:cubicBezTo>
                      <a:pt x="26491" y="131943"/>
                      <a:pt x="34117" y="124942"/>
                      <a:pt x="34117" y="116190"/>
                    </a:cubicBezTo>
                    <a:cubicBezTo>
                      <a:pt x="34117" y="107147"/>
                      <a:pt x="26491" y="99562"/>
                      <a:pt x="17341" y="99562"/>
                    </a:cubicBezTo>
                    <a:close/>
                    <a:moveTo>
                      <a:pt x="47537" y="85"/>
                    </a:moveTo>
                    <a:cubicBezTo>
                      <a:pt x="38082" y="85"/>
                      <a:pt x="30762" y="7378"/>
                      <a:pt x="30762" y="16713"/>
                    </a:cubicBezTo>
                    <a:cubicBezTo>
                      <a:pt x="30762" y="25465"/>
                      <a:pt x="38082" y="32466"/>
                      <a:pt x="47232" y="32466"/>
                    </a:cubicBezTo>
                    <a:cubicBezTo>
                      <a:pt x="56992" y="32466"/>
                      <a:pt x="64617" y="25465"/>
                      <a:pt x="64617" y="16713"/>
                    </a:cubicBezTo>
                    <a:cubicBezTo>
                      <a:pt x="64617" y="7378"/>
                      <a:pt x="56992" y="85"/>
                      <a:pt x="47537" y="85"/>
                    </a:cubicBezTo>
                    <a:close/>
                  </a:path>
                </a:pathLst>
              </a:custGeom>
              <a:grpFill/>
              <a:ln w="3060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241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ECB8-34FC-DD81-ABC5-810A1118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16808-1E66-22D2-C84D-70F7A8A2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FFF72-374D-9FE8-9CCC-292C89CBA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C6666-154E-1C18-A28F-3381023460A1}"/>
              </a:ext>
            </a:extLst>
          </p:cNvPr>
          <p:cNvSpPr txBox="1"/>
          <p:nvPr/>
        </p:nvSpPr>
        <p:spPr>
          <a:xfrm>
            <a:off x="1619852" y="229092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Using: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4484FA3-E876-3065-B985-2598B4373C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4342895"/>
                  </p:ext>
                </p:extLst>
              </p:nvPr>
            </p:nvGraphicFramePr>
            <p:xfrm>
              <a:off x="2361162" y="2063584"/>
              <a:ext cx="8194115" cy="307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8823">
                      <a:extLst>
                        <a:ext uri="{9D8B030D-6E8A-4147-A177-3AD203B41FA5}">
                          <a16:colId xmlns:a16="http://schemas.microsoft.com/office/drawing/2014/main" val="1642784691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209364003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2325458507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1920809994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2222611915"/>
                        </a:ext>
                      </a:extLst>
                    </a:gridCol>
                  </a:tblGrid>
                  <a:tr h="65258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Ends: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Even: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Odd: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35565974"/>
                      </a:ext>
                    </a:extLst>
                  </a:tr>
                  <a:tr h="36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2027364"/>
                      </a:ext>
                    </a:extLst>
                  </a:tr>
                  <a:tr h="36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1.288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229136"/>
                      </a:ext>
                    </a:extLst>
                  </a:tr>
                  <a:tr h="36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9107264"/>
                      </a:ext>
                    </a:extLst>
                  </a:tr>
                  <a:tr h="36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3.464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7175728"/>
                      </a:ext>
                    </a:extLst>
                  </a:tr>
                  <a:tr h="36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1700805"/>
                      </a:ext>
                    </a:extLst>
                  </a:tr>
                  <a:tr h="3688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Sum: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4.752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3735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4484FA3-E876-3065-B985-2598B4373C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4342895"/>
                  </p:ext>
                </p:extLst>
              </p:nvPr>
            </p:nvGraphicFramePr>
            <p:xfrm>
              <a:off x="2361162" y="2063584"/>
              <a:ext cx="8194115" cy="307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8823">
                      <a:extLst>
                        <a:ext uri="{9D8B030D-6E8A-4147-A177-3AD203B41FA5}">
                          <a16:colId xmlns:a16="http://schemas.microsoft.com/office/drawing/2014/main" val="1642784691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209364003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2325458507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1920809994"/>
                        </a:ext>
                      </a:extLst>
                    </a:gridCol>
                    <a:gridCol w="1638823">
                      <a:extLst>
                        <a:ext uri="{9D8B030D-6E8A-4147-A177-3AD203B41FA5}">
                          <a16:colId xmlns:a16="http://schemas.microsoft.com/office/drawing/2014/main" val="2222611915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6"/>
                          <a:stretch>
                            <a:fillRect l="-372" t="-3478" r="-401487" b="-3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6"/>
                          <a:stretch>
                            <a:fillRect l="-100372" t="-3478" r="-301487" b="-3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6"/>
                          <a:stretch>
                            <a:fillRect l="-200372" t="-3478" r="-201487" b="-3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6"/>
                          <a:stretch>
                            <a:fillRect l="-300372" t="-3478" r="-101487" b="-35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6"/>
                          <a:stretch>
                            <a:fillRect l="-400372" t="-3478" r="-1487" b="-35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556597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202736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1.288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2291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910726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3.464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717572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17008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Sum: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4.752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37350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1" name="Group 60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0.8\frac{0.2+4(1.288+3.464)+2(2.456)+0.232}{12}=1.623467&#10;\end{align*}&#10;}&#10;\end{document}" title="IguanaTex Shape Display">
            <a:extLst>
              <a:ext uri="{FF2B5EF4-FFF2-40B4-BE49-F238E27FC236}">
                <a16:creationId xmlns:a16="http://schemas.microsoft.com/office/drawing/2014/main" id="{55D0D72D-1DE8-215D-B27C-0FAFABD32AB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523314" y="5189682"/>
            <a:ext cx="7661993" cy="640781"/>
            <a:chOff x="5820651" y="4787944"/>
            <a:chExt cx="7661993" cy="6407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A1786A-3FD0-73CF-D21F-EE7277F6A081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5820651" y="5022864"/>
              <a:ext cx="118590" cy="197549"/>
            </a:xfrm>
            <a:custGeom>
              <a:avLst/>
              <a:gdLst>
                <a:gd name="connsiteX0" fmla="*/ 108 w 118590"/>
                <a:gd name="connsiteY0" fmla="*/ 197638 h 197549"/>
                <a:gd name="connsiteX1" fmla="*/ 73924 w 118590"/>
                <a:gd name="connsiteY1" fmla="*/ 197638 h 197549"/>
                <a:gd name="connsiteX2" fmla="*/ 73924 w 118590"/>
                <a:gd name="connsiteY2" fmla="*/ 192798 h 197549"/>
                <a:gd name="connsiteX3" fmla="*/ 53352 w 118590"/>
                <a:gd name="connsiteY3" fmla="*/ 180394 h 197549"/>
                <a:gd name="connsiteX4" fmla="*/ 56680 w 118590"/>
                <a:gd name="connsiteY4" fmla="*/ 161335 h 197549"/>
                <a:gd name="connsiteX5" fmla="*/ 93891 w 118590"/>
                <a:gd name="connsiteY5" fmla="*/ 27315 h 197549"/>
                <a:gd name="connsiteX6" fmla="*/ 118698 w 118590"/>
                <a:gd name="connsiteY6" fmla="*/ 4928 h 197549"/>
                <a:gd name="connsiteX7" fmla="*/ 118698 w 118590"/>
                <a:gd name="connsiteY7" fmla="*/ 88 h 197549"/>
                <a:gd name="connsiteX8" fmla="*/ 43974 w 118590"/>
                <a:gd name="connsiteY8" fmla="*/ 88 h 197549"/>
                <a:gd name="connsiteX9" fmla="*/ 43974 w 118590"/>
                <a:gd name="connsiteY9" fmla="*/ 4928 h 197549"/>
                <a:gd name="connsiteX10" fmla="*/ 65151 w 118590"/>
                <a:gd name="connsiteY10" fmla="*/ 17937 h 197549"/>
                <a:gd name="connsiteX11" fmla="*/ 61823 w 118590"/>
                <a:gd name="connsiteY11" fmla="*/ 36694 h 197549"/>
                <a:gd name="connsiteX12" fmla="*/ 24612 w 118590"/>
                <a:gd name="connsiteY12" fmla="*/ 170411 h 197549"/>
                <a:gd name="connsiteX13" fmla="*/ 108 w 118590"/>
                <a:gd name="connsiteY13" fmla="*/ 192798 h 197549"/>
                <a:gd name="connsiteX14" fmla="*/ 108 w 118590"/>
                <a:gd name="connsiteY14" fmla="*/ 197638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590" h="197549">
                  <a:moveTo>
                    <a:pt x="108" y="197638"/>
                  </a:moveTo>
                  <a:lnTo>
                    <a:pt x="73924" y="197638"/>
                  </a:lnTo>
                  <a:lnTo>
                    <a:pt x="73924" y="192798"/>
                  </a:lnTo>
                  <a:cubicBezTo>
                    <a:pt x="56680" y="190680"/>
                    <a:pt x="53352" y="188865"/>
                    <a:pt x="53352" y="180394"/>
                  </a:cubicBezTo>
                  <a:cubicBezTo>
                    <a:pt x="53352" y="174646"/>
                    <a:pt x="53957" y="171016"/>
                    <a:pt x="56680" y="161335"/>
                  </a:cubicBezTo>
                  <a:lnTo>
                    <a:pt x="93891" y="27315"/>
                  </a:lnTo>
                  <a:cubicBezTo>
                    <a:pt x="99336" y="9769"/>
                    <a:pt x="101454" y="7954"/>
                    <a:pt x="118698" y="4928"/>
                  </a:cubicBezTo>
                  <a:lnTo>
                    <a:pt x="118698" y="88"/>
                  </a:lnTo>
                  <a:lnTo>
                    <a:pt x="43974" y="88"/>
                  </a:lnTo>
                  <a:lnTo>
                    <a:pt x="43974" y="4928"/>
                  </a:lnTo>
                  <a:cubicBezTo>
                    <a:pt x="61521" y="7046"/>
                    <a:pt x="65151" y="9466"/>
                    <a:pt x="65151" y="17937"/>
                  </a:cubicBezTo>
                  <a:cubicBezTo>
                    <a:pt x="65151" y="22172"/>
                    <a:pt x="63941" y="29130"/>
                    <a:pt x="61823" y="36694"/>
                  </a:cubicBezTo>
                  <a:lnTo>
                    <a:pt x="24612" y="170411"/>
                  </a:lnTo>
                  <a:cubicBezTo>
                    <a:pt x="19167" y="187957"/>
                    <a:pt x="17049" y="189772"/>
                    <a:pt x="108" y="192798"/>
                  </a:cubicBezTo>
                  <a:lnTo>
                    <a:pt x="108" y="197638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7B5388C-BAE7-50BF-98FE-4E471A5C9F1B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6024093" y="5109387"/>
              <a:ext cx="201180" cy="70791"/>
            </a:xfrm>
            <a:custGeom>
              <a:avLst/>
              <a:gdLst>
                <a:gd name="connsiteX0" fmla="*/ 191008 w 201180"/>
                <a:gd name="connsiteY0" fmla="*/ 12189 h 70791"/>
                <a:gd name="connsiteX1" fmla="*/ 201294 w 201180"/>
                <a:gd name="connsiteY1" fmla="*/ 6138 h 70791"/>
                <a:gd name="connsiteX2" fmla="*/ 191311 w 201180"/>
                <a:gd name="connsiteY2" fmla="*/ 88 h 70791"/>
                <a:gd name="connsiteX3" fmla="*/ 10097 w 201180"/>
                <a:gd name="connsiteY3" fmla="*/ 88 h 70791"/>
                <a:gd name="connsiteX4" fmla="*/ 114 w 201180"/>
                <a:gd name="connsiteY4" fmla="*/ 6138 h 70791"/>
                <a:gd name="connsiteX5" fmla="*/ 10400 w 201180"/>
                <a:gd name="connsiteY5" fmla="*/ 12189 h 70791"/>
                <a:gd name="connsiteX6" fmla="*/ 191008 w 201180"/>
                <a:gd name="connsiteY6" fmla="*/ 12189 h 70791"/>
                <a:gd name="connsiteX7" fmla="*/ 191311 w 201180"/>
                <a:gd name="connsiteY7" fmla="*/ 70879 h 70791"/>
                <a:gd name="connsiteX8" fmla="*/ 201294 w 201180"/>
                <a:gd name="connsiteY8" fmla="*/ 64829 h 70791"/>
                <a:gd name="connsiteX9" fmla="*/ 191008 w 201180"/>
                <a:gd name="connsiteY9" fmla="*/ 58778 h 70791"/>
                <a:gd name="connsiteX10" fmla="*/ 10400 w 201180"/>
                <a:gd name="connsiteY10" fmla="*/ 58778 h 70791"/>
                <a:gd name="connsiteX11" fmla="*/ 114 w 201180"/>
                <a:gd name="connsiteY11" fmla="*/ 64829 h 70791"/>
                <a:gd name="connsiteX12" fmla="*/ 10097 w 201180"/>
                <a:gd name="connsiteY12" fmla="*/ 70879 h 70791"/>
                <a:gd name="connsiteX13" fmla="*/ 191311 w 201180"/>
                <a:gd name="connsiteY13" fmla="*/ 7087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180" h="70791">
                  <a:moveTo>
                    <a:pt x="191008" y="12189"/>
                  </a:moveTo>
                  <a:cubicBezTo>
                    <a:pt x="195546" y="12189"/>
                    <a:pt x="201294" y="12189"/>
                    <a:pt x="201294" y="6138"/>
                  </a:cubicBezTo>
                  <a:cubicBezTo>
                    <a:pt x="201294" y="88"/>
                    <a:pt x="195546" y="88"/>
                    <a:pt x="191311" y="88"/>
                  </a:cubicBezTo>
                  <a:lnTo>
                    <a:pt x="10097" y="88"/>
                  </a:lnTo>
                  <a:cubicBezTo>
                    <a:pt x="5862" y="88"/>
                    <a:pt x="114" y="88"/>
                    <a:pt x="114" y="6138"/>
                  </a:cubicBezTo>
                  <a:cubicBezTo>
                    <a:pt x="114" y="12189"/>
                    <a:pt x="5862" y="12189"/>
                    <a:pt x="10400" y="12189"/>
                  </a:cubicBezTo>
                  <a:lnTo>
                    <a:pt x="191008" y="12189"/>
                  </a:lnTo>
                  <a:close/>
                  <a:moveTo>
                    <a:pt x="191311" y="70879"/>
                  </a:moveTo>
                  <a:cubicBezTo>
                    <a:pt x="195546" y="70879"/>
                    <a:pt x="201294" y="70879"/>
                    <a:pt x="201294" y="64829"/>
                  </a:cubicBezTo>
                  <a:cubicBezTo>
                    <a:pt x="201294" y="58778"/>
                    <a:pt x="195546" y="58778"/>
                    <a:pt x="191008" y="58778"/>
                  </a:cubicBezTo>
                  <a:lnTo>
                    <a:pt x="10400" y="58778"/>
                  </a:lnTo>
                  <a:cubicBezTo>
                    <a:pt x="5862" y="58778"/>
                    <a:pt x="114" y="58778"/>
                    <a:pt x="114" y="64829"/>
                  </a:cubicBezTo>
                  <a:cubicBezTo>
                    <a:pt x="114" y="70879"/>
                    <a:pt x="5862" y="70879"/>
                    <a:pt x="10097" y="70879"/>
                  </a:cubicBezTo>
                  <a:lnTo>
                    <a:pt x="191311" y="70879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D7981B-E514-CCE4-21A1-FC10F6537482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6317832" y="5015906"/>
              <a:ext cx="136742" cy="208743"/>
            </a:xfrm>
            <a:custGeom>
              <a:avLst/>
              <a:gdLst>
                <a:gd name="connsiteX0" fmla="*/ 69705 w 136742"/>
                <a:gd name="connsiteY0" fmla="*/ 88 h 208743"/>
                <a:gd name="connsiteX1" fmla="*/ 29166 w 136742"/>
                <a:gd name="connsiteY1" fmla="*/ 15819 h 208743"/>
                <a:gd name="connsiteX2" fmla="*/ 124 w 136742"/>
                <a:gd name="connsiteY2" fmla="*/ 102947 h 208743"/>
                <a:gd name="connsiteX3" fmla="*/ 24326 w 136742"/>
                <a:gd name="connsiteY3" fmla="*/ 188260 h 208743"/>
                <a:gd name="connsiteX4" fmla="*/ 68495 w 136742"/>
                <a:gd name="connsiteY4" fmla="*/ 208831 h 208743"/>
                <a:gd name="connsiteX5" fmla="*/ 107823 w 136742"/>
                <a:gd name="connsiteY5" fmla="*/ 193100 h 208743"/>
                <a:gd name="connsiteX6" fmla="*/ 136866 w 136742"/>
                <a:gd name="connsiteY6" fmla="*/ 104762 h 208743"/>
                <a:gd name="connsiteX7" fmla="*/ 69705 w 136742"/>
                <a:gd name="connsiteY7" fmla="*/ 88 h 208743"/>
                <a:gd name="connsiteX8" fmla="*/ 68797 w 136742"/>
                <a:gd name="connsiteY8" fmla="*/ 7954 h 208743"/>
                <a:gd name="connsiteX9" fmla="*/ 107823 w 136742"/>
                <a:gd name="connsiteY9" fmla="*/ 105367 h 208743"/>
                <a:gd name="connsiteX10" fmla="*/ 68495 w 136742"/>
                <a:gd name="connsiteY10" fmla="*/ 200966 h 208743"/>
                <a:gd name="connsiteX11" fmla="*/ 29166 w 136742"/>
                <a:gd name="connsiteY11" fmla="*/ 105670 h 208743"/>
                <a:gd name="connsiteX12" fmla="*/ 68797 w 136742"/>
                <a:gd name="connsiteY12" fmla="*/ 7954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8743">
                  <a:moveTo>
                    <a:pt x="69705" y="88"/>
                  </a:moveTo>
                  <a:cubicBezTo>
                    <a:pt x="53066" y="88"/>
                    <a:pt x="40360" y="5231"/>
                    <a:pt x="29166" y="15819"/>
                  </a:cubicBezTo>
                  <a:cubicBezTo>
                    <a:pt x="11620" y="32761"/>
                    <a:pt x="124" y="67551"/>
                    <a:pt x="124" y="102947"/>
                  </a:cubicBezTo>
                  <a:cubicBezTo>
                    <a:pt x="124" y="135922"/>
                    <a:pt x="10107" y="171318"/>
                    <a:pt x="24326" y="188260"/>
                  </a:cubicBezTo>
                  <a:cubicBezTo>
                    <a:pt x="35519" y="201571"/>
                    <a:pt x="50948" y="208831"/>
                    <a:pt x="68495" y="208831"/>
                  </a:cubicBezTo>
                  <a:cubicBezTo>
                    <a:pt x="83924" y="208831"/>
                    <a:pt x="96932" y="203689"/>
                    <a:pt x="107823" y="193100"/>
                  </a:cubicBezTo>
                  <a:cubicBezTo>
                    <a:pt x="125370" y="176461"/>
                    <a:pt x="136866" y="141368"/>
                    <a:pt x="136866" y="104762"/>
                  </a:cubicBezTo>
                  <a:cubicBezTo>
                    <a:pt x="136866" y="42744"/>
                    <a:pt x="109336" y="88"/>
                    <a:pt x="69705" y="88"/>
                  </a:cubicBezTo>
                  <a:close/>
                  <a:moveTo>
                    <a:pt x="68797" y="7954"/>
                  </a:moveTo>
                  <a:cubicBezTo>
                    <a:pt x="94210" y="7954"/>
                    <a:pt x="107823" y="42139"/>
                    <a:pt x="107823" y="105367"/>
                  </a:cubicBezTo>
                  <a:cubicBezTo>
                    <a:pt x="107823" y="168595"/>
                    <a:pt x="94512" y="200966"/>
                    <a:pt x="68495" y="200966"/>
                  </a:cubicBezTo>
                  <a:cubicBezTo>
                    <a:pt x="42477" y="200966"/>
                    <a:pt x="29166" y="168595"/>
                    <a:pt x="29166" y="105670"/>
                  </a:cubicBezTo>
                  <a:cubicBezTo>
                    <a:pt x="29166" y="41534"/>
                    <a:pt x="42780" y="7954"/>
                    <a:pt x="68797" y="7954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BB1C81E-B8F4-DB28-E146-FFE7BCC26B68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6488420" y="5188347"/>
              <a:ext cx="32067" cy="32067"/>
            </a:xfrm>
            <a:custGeom>
              <a:avLst/>
              <a:gdLst>
                <a:gd name="connsiteX0" fmla="*/ 32197 w 32067"/>
                <a:gd name="connsiteY0" fmla="*/ 16122 h 32067"/>
                <a:gd name="connsiteX1" fmla="*/ 16163 w 32067"/>
                <a:gd name="connsiteY1" fmla="*/ 88 h 32067"/>
                <a:gd name="connsiteX2" fmla="*/ 129 w 32067"/>
                <a:gd name="connsiteY2" fmla="*/ 16122 h 32067"/>
                <a:gd name="connsiteX3" fmla="*/ 16163 w 32067"/>
                <a:gd name="connsiteY3" fmla="*/ 32156 h 32067"/>
                <a:gd name="connsiteX4" fmla="*/ 32197 w 32067"/>
                <a:gd name="connsiteY4" fmla="*/ 16122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197" y="16122"/>
                  </a:moveTo>
                  <a:cubicBezTo>
                    <a:pt x="32197" y="7349"/>
                    <a:pt x="24936" y="88"/>
                    <a:pt x="16163" y="88"/>
                  </a:cubicBezTo>
                  <a:cubicBezTo>
                    <a:pt x="7389" y="88"/>
                    <a:pt x="129" y="7349"/>
                    <a:pt x="129" y="16122"/>
                  </a:cubicBezTo>
                  <a:cubicBezTo>
                    <a:pt x="129" y="24895"/>
                    <a:pt x="7389" y="32156"/>
                    <a:pt x="16163" y="32156"/>
                  </a:cubicBezTo>
                  <a:cubicBezTo>
                    <a:pt x="24936" y="32156"/>
                    <a:pt x="32197" y="24895"/>
                    <a:pt x="32197" y="16122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64D0870-E6B8-1F3A-A235-9987EA5C868A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6563455" y="5015906"/>
              <a:ext cx="117682" cy="208743"/>
            </a:xfrm>
            <a:custGeom>
              <a:avLst/>
              <a:gdLst>
                <a:gd name="connsiteX0" fmla="*/ 70923 w 117682"/>
                <a:gd name="connsiteY0" fmla="*/ 92359 h 208743"/>
                <a:gd name="connsiteX1" fmla="*/ 111461 w 117682"/>
                <a:gd name="connsiteY1" fmla="*/ 43047 h 208743"/>
                <a:gd name="connsiteX2" fmla="*/ 59427 w 117682"/>
                <a:gd name="connsiteY2" fmla="*/ 88 h 208743"/>
                <a:gd name="connsiteX3" fmla="*/ 1947 w 117682"/>
                <a:gd name="connsiteY3" fmla="*/ 47887 h 208743"/>
                <a:gd name="connsiteX4" fmla="*/ 39460 w 117682"/>
                <a:gd name="connsiteY4" fmla="*/ 104157 h 208743"/>
                <a:gd name="connsiteX5" fmla="*/ 131 w 117682"/>
                <a:gd name="connsiteY5" fmla="*/ 158915 h 208743"/>
                <a:gd name="connsiteX6" fmla="*/ 58217 w 117682"/>
                <a:gd name="connsiteY6" fmla="*/ 208831 h 208743"/>
                <a:gd name="connsiteX7" fmla="*/ 117814 w 117682"/>
                <a:gd name="connsiteY7" fmla="*/ 157704 h 208743"/>
                <a:gd name="connsiteX8" fmla="*/ 70923 w 117682"/>
                <a:gd name="connsiteY8" fmla="*/ 92359 h 208743"/>
                <a:gd name="connsiteX9" fmla="*/ 65477 w 117682"/>
                <a:gd name="connsiteY9" fmla="*/ 123519 h 208743"/>
                <a:gd name="connsiteX10" fmla="*/ 94822 w 117682"/>
                <a:gd name="connsiteY10" fmla="*/ 167083 h 208743"/>
                <a:gd name="connsiteX11" fmla="*/ 61544 w 117682"/>
                <a:gd name="connsiteY11" fmla="*/ 200361 h 208743"/>
                <a:gd name="connsiteX12" fmla="*/ 23123 w 117682"/>
                <a:gd name="connsiteY12" fmla="*/ 156494 h 208743"/>
                <a:gd name="connsiteX13" fmla="*/ 47326 w 117682"/>
                <a:gd name="connsiteY13" fmla="*/ 110208 h 208743"/>
                <a:gd name="connsiteX14" fmla="*/ 65477 w 117682"/>
                <a:gd name="connsiteY14" fmla="*/ 123519 h 208743"/>
                <a:gd name="connsiteX15" fmla="*/ 62149 w 117682"/>
                <a:gd name="connsiteY15" fmla="*/ 86913 h 208743"/>
                <a:gd name="connsiteX16" fmla="*/ 24334 w 117682"/>
                <a:gd name="connsiteY16" fmla="*/ 38509 h 208743"/>
                <a:gd name="connsiteX17" fmla="*/ 57006 w 117682"/>
                <a:gd name="connsiteY17" fmla="*/ 8559 h 208743"/>
                <a:gd name="connsiteX18" fmla="*/ 90587 w 117682"/>
                <a:gd name="connsiteY18" fmla="*/ 42744 h 208743"/>
                <a:gd name="connsiteX19" fmla="*/ 64872 w 117682"/>
                <a:gd name="connsiteY19" fmla="*/ 85098 h 208743"/>
                <a:gd name="connsiteX20" fmla="*/ 62149 w 117682"/>
                <a:gd name="connsiteY20" fmla="*/ 86913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8743">
                  <a:moveTo>
                    <a:pt x="70923" y="92359"/>
                  </a:moveTo>
                  <a:cubicBezTo>
                    <a:pt x="100873" y="76325"/>
                    <a:pt x="111461" y="63619"/>
                    <a:pt x="111461" y="43047"/>
                  </a:cubicBezTo>
                  <a:cubicBezTo>
                    <a:pt x="111461" y="18240"/>
                    <a:pt x="89679" y="88"/>
                    <a:pt x="59427" y="88"/>
                  </a:cubicBezTo>
                  <a:cubicBezTo>
                    <a:pt x="26451" y="88"/>
                    <a:pt x="1947" y="20357"/>
                    <a:pt x="1947" y="47887"/>
                  </a:cubicBezTo>
                  <a:cubicBezTo>
                    <a:pt x="1947" y="67551"/>
                    <a:pt x="7695" y="76325"/>
                    <a:pt x="39460" y="104157"/>
                  </a:cubicBezTo>
                  <a:cubicBezTo>
                    <a:pt x="6787" y="128964"/>
                    <a:pt x="131" y="138343"/>
                    <a:pt x="131" y="158915"/>
                  </a:cubicBezTo>
                  <a:cubicBezTo>
                    <a:pt x="131" y="188260"/>
                    <a:pt x="24031" y="208831"/>
                    <a:pt x="58217" y="208831"/>
                  </a:cubicBezTo>
                  <a:cubicBezTo>
                    <a:pt x="94520" y="208831"/>
                    <a:pt x="117814" y="188865"/>
                    <a:pt x="117814" y="157704"/>
                  </a:cubicBezTo>
                  <a:cubicBezTo>
                    <a:pt x="117814" y="134410"/>
                    <a:pt x="107528" y="119586"/>
                    <a:pt x="70923" y="92359"/>
                  </a:cubicBezTo>
                  <a:close/>
                  <a:moveTo>
                    <a:pt x="65477" y="123519"/>
                  </a:moveTo>
                  <a:cubicBezTo>
                    <a:pt x="87562" y="139250"/>
                    <a:pt x="94822" y="150141"/>
                    <a:pt x="94822" y="167083"/>
                  </a:cubicBezTo>
                  <a:cubicBezTo>
                    <a:pt x="94822" y="186747"/>
                    <a:pt x="81209" y="200361"/>
                    <a:pt x="61544" y="200361"/>
                  </a:cubicBezTo>
                  <a:cubicBezTo>
                    <a:pt x="38552" y="200361"/>
                    <a:pt x="23123" y="182814"/>
                    <a:pt x="23123" y="156494"/>
                  </a:cubicBezTo>
                  <a:cubicBezTo>
                    <a:pt x="23123" y="137133"/>
                    <a:pt x="29779" y="124426"/>
                    <a:pt x="47326" y="110208"/>
                  </a:cubicBezTo>
                  <a:lnTo>
                    <a:pt x="65477" y="123519"/>
                  </a:lnTo>
                  <a:close/>
                  <a:moveTo>
                    <a:pt x="62149" y="86913"/>
                  </a:moveTo>
                  <a:cubicBezTo>
                    <a:pt x="35225" y="69367"/>
                    <a:pt x="24334" y="55450"/>
                    <a:pt x="24334" y="38509"/>
                  </a:cubicBezTo>
                  <a:cubicBezTo>
                    <a:pt x="24334" y="20962"/>
                    <a:pt x="37947" y="8559"/>
                    <a:pt x="57006" y="8559"/>
                  </a:cubicBezTo>
                  <a:cubicBezTo>
                    <a:pt x="77578" y="8559"/>
                    <a:pt x="90587" y="21870"/>
                    <a:pt x="90587" y="42744"/>
                  </a:cubicBezTo>
                  <a:cubicBezTo>
                    <a:pt x="90587" y="59988"/>
                    <a:pt x="82116" y="73602"/>
                    <a:pt x="64872" y="85098"/>
                  </a:cubicBezTo>
                  <a:cubicBezTo>
                    <a:pt x="63360" y="86006"/>
                    <a:pt x="63360" y="86006"/>
                    <a:pt x="62149" y="86913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C08D221-7CCE-EEFE-68AA-0F469C190DE3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6742044" y="4810331"/>
              <a:ext cx="136742" cy="208743"/>
            </a:xfrm>
            <a:custGeom>
              <a:avLst/>
              <a:gdLst>
                <a:gd name="connsiteX0" fmla="*/ 69719 w 136742"/>
                <a:gd name="connsiteY0" fmla="*/ 81 h 208743"/>
                <a:gd name="connsiteX1" fmla="*/ 29180 w 136742"/>
                <a:gd name="connsiteY1" fmla="*/ 15813 h 208743"/>
                <a:gd name="connsiteX2" fmla="*/ 138 w 136742"/>
                <a:gd name="connsiteY2" fmla="*/ 102940 h 208743"/>
                <a:gd name="connsiteX3" fmla="*/ 24340 w 136742"/>
                <a:gd name="connsiteY3" fmla="*/ 188253 h 208743"/>
                <a:gd name="connsiteX4" fmla="*/ 68509 w 136742"/>
                <a:gd name="connsiteY4" fmla="*/ 208825 h 208743"/>
                <a:gd name="connsiteX5" fmla="*/ 107837 w 136742"/>
                <a:gd name="connsiteY5" fmla="*/ 193093 h 208743"/>
                <a:gd name="connsiteX6" fmla="*/ 136880 w 136742"/>
                <a:gd name="connsiteY6" fmla="*/ 104755 h 208743"/>
                <a:gd name="connsiteX7" fmla="*/ 69719 w 136742"/>
                <a:gd name="connsiteY7" fmla="*/ 81 h 208743"/>
                <a:gd name="connsiteX8" fmla="*/ 68811 w 136742"/>
                <a:gd name="connsiteY8" fmla="*/ 7947 h 208743"/>
                <a:gd name="connsiteX9" fmla="*/ 107837 w 136742"/>
                <a:gd name="connsiteY9" fmla="*/ 105361 h 208743"/>
                <a:gd name="connsiteX10" fmla="*/ 68509 w 136742"/>
                <a:gd name="connsiteY10" fmla="*/ 200959 h 208743"/>
                <a:gd name="connsiteX11" fmla="*/ 29180 w 136742"/>
                <a:gd name="connsiteY11" fmla="*/ 105663 h 208743"/>
                <a:gd name="connsiteX12" fmla="*/ 68811 w 136742"/>
                <a:gd name="connsiteY12" fmla="*/ 7947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8743">
                  <a:moveTo>
                    <a:pt x="69719" y="81"/>
                  </a:moveTo>
                  <a:cubicBezTo>
                    <a:pt x="53080" y="81"/>
                    <a:pt x="40374" y="5224"/>
                    <a:pt x="29180" y="15813"/>
                  </a:cubicBezTo>
                  <a:cubicBezTo>
                    <a:pt x="11634" y="32754"/>
                    <a:pt x="138" y="67545"/>
                    <a:pt x="138" y="102940"/>
                  </a:cubicBezTo>
                  <a:cubicBezTo>
                    <a:pt x="138" y="135916"/>
                    <a:pt x="10121" y="171311"/>
                    <a:pt x="24340" y="188253"/>
                  </a:cubicBezTo>
                  <a:cubicBezTo>
                    <a:pt x="35533" y="201564"/>
                    <a:pt x="50962" y="208825"/>
                    <a:pt x="68509" y="208825"/>
                  </a:cubicBezTo>
                  <a:cubicBezTo>
                    <a:pt x="83938" y="208825"/>
                    <a:pt x="96946" y="203682"/>
                    <a:pt x="107837" y="193093"/>
                  </a:cubicBezTo>
                  <a:cubicBezTo>
                    <a:pt x="125384" y="176454"/>
                    <a:pt x="136880" y="141361"/>
                    <a:pt x="136880" y="104755"/>
                  </a:cubicBezTo>
                  <a:cubicBezTo>
                    <a:pt x="136880" y="42737"/>
                    <a:pt x="109350" y="81"/>
                    <a:pt x="69719" y="81"/>
                  </a:cubicBezTo>
                  <a:close/>
                  <a:moveTo>
                    <a:pt x="68811" y="7947"/>
                  </a:moveTo>
                  <a:cubicBezTo>
                    <a:pt x="94223" y="7947"/>
                    <a:pt x="107837" y="42132"/>
                    <a:pt x="107837" y="105361"/>
                  </a:cubicBezTo>
                  <a:cubicBezTo>
                    <a:pt x="107837" y="168589"/>
                    <a:pt x="94526" y="200959"/>
                    <a:pt x="68509" y="200959"/>
                  </a:cubicBezTo>
                  <a:cubicBezTo>
                    <a:pt x="42491" y="200959"/>
                    <a:pt x="29180" y="168589"/>
                    <a:pt x="29180" y="105663"/>
                  </a:cubicBezTo>
                  <a:cubicBezTo>
                    <a:pt x="29180" y="41527"/>
                    <a:pt x="42794" y="7947"/>
                    <a:pt x="68811" y="7947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D3761B-9C8D-6682-1D0B-CDF576C8ED8C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6912631" y="4982771"/>
              <a:ext cx="32067" cy="32067"/>
            </a:xfrm>
            <a:custGeom>
              <a:avLst/>
              <a:gdLst>
                <a:gd name="connsiteX0" fmla="*/ 32210 w 32067"/>
                <a:gd name="connsiteY0" fmla="*/ 16115 h 32067"/>
                <a:gd name="connsiteX1" fmla="*/ 16177 w 32067"/>
                <a:gd name="connsiteY1" fmla="*/ 81 h 32067"/>
                <a:gd name="connsiteX2" fmla="*/ 143 w 32067"/>
                <a:gd name="connsiteY2" fmla="*/ 16115 h 32067"/>
                <a:gd name="connsiteX3" fmla="*/ 16177 w 32067"/>
                <a:gd name="connsiteY3" fmla="*/ 32149 h 32067"/>
                <a:gd name="connsiteX4" fmla="*/ 32210 w 32067"/>
                <a:gd name="connsiteY4" fmla="*/ 16115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210" y="16115"/>
                  </a:moveTo>
                  <a:cubicBezTo>
                    <a:pt x="32210" y="7342"/>
                    <a:pt x="24950" y="81"/>
                    <a:pt x="16177" y="81"/>
                  </a:cubicBezTo>
                  <a:cubicBezTo>
                    <a:pt x="7403" y="81"/>
                    <a:pt x="143" y="7342"/>
                    <a:pt x="143" y="16115"/>
                  </a:cubicBezTo>
                  <a:cubicBezTo>
                    <a:pt x="143" y="24888"/>
                    <a:pt x="7403" y="32149"/>
                    <a:pt x="16177" y="32149"/>
                  </a:cubicBezTo>
                  <a:cubicBezTo>
                    <a:pt x="24950" y="32149"/>
                    <a:pt x="32210" y="24888"/>
                    <a:pt x="32210" y="1611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DFAAAE4-8530-06C8-DDFC-778AB23DCE9D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6979801" y="4810331"/>
              <a:ext cx="134624" cy="204508"/>
            </a:xfrm>
            <a:custGeom>
              <a:avLst/>
              <a:gdLst>
                <a:gd name="connsiteX0" fmla="*/ 134770 w 134624"/>
                <a:gd name="connsiteY0" fmla="*/ 163143 h 204508"/>
                <a:gd name="connsiteX1" fmla="*/ 130837 w 134624"/>
                <a:gd name="connsiteY1" fmla="*/ 161631 h 204508"/>
                <a:gd name="connsiteX2" fmla="*/ 102097 w 134624"/>
                <a:gd name="connsiteY2" fmla="*/ 181597 h 204508"/>
                <a:gd name="connsiteX3" fmla="*/ 29793 w 134624"/>
                <a:gd name="connsiteY3" fmla="*/ 181597 h 204508"/>
                <a:gd name="connsiteX4" fmla="*/ 80617 w 134624"/>
                <a:gd name="connsiteY4" fmla="*/ 128353 h 204508"/>
                <a:gd name="connsiteX5" fmla="*/ 119341 w 134624"/>
                <a:gd name="connsiteY5" fmla="*/ 53628 h 204508"/>
                <a:gd name="connsiteX6" fmla="*/ 63373 w 134624"/>
                <a:gd name="connsiteY6" fmla="*/ 81 h 204508"/>
                <a:gd name="connsiteX7" fmla="*/ 19810 w 134624"/>
                <a:gd name="connsiteY7" fmla="*/ 18838 h 204508"/>
                <a:gd name="connsiteX8" fmla="*/ 448 w 134624"/>
                <a:gd name="connsiteY8" fmla="*/ 60284 h 204508"/>
                <a:gd name="connsiteX9" fmla="*/ 6801 w 134624"/>
                <a:gd name="connsiteY9" fmla="*/ 61797 h 204508"/>
                <a:gd name="connsiteX10" fmla="*/ 50667 w 134624"/>
                <a:gd name="connsiteY10" fmla="*/ 22468 h 204508"/>
                <a:gd name="connsiteX11" fmla="*/ 93324 w 134624"/>
                <a:gd name="connsiteY11" fmla="*/ 65124 h 204508"/>
                <a:gd name="connsiteX12" fmla="*/ 53995 w 134624"/>
                <a:gd name="connsiteY12" fmla="*/ 143781 h 204508"/>
                <a:gd name="connsiteX13" fmla="*/ 145 w 134624"/>
                <a:gd name="connsiteY13" fmla="*/ 200959 h 204508"/>
                <a:gd name="connsiteX14" fmla="*/ 145 w 134624"/>
                <a:gd name="connsiteY14" fmla="*/ 204589 h 204508"/>
                <a:gd name="connsiteX15" fmla="*/ 118131 w 134624"/>
                <a:gd name="connsiteY15" fmla="*/ 204589 h 204508"/>
                <a:gd name="connsiteX16" fmla="*/ 134770 w 134624"/>
                <a:gd name="connsiteY16" fmla="*/ 16314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770" y="163143"/>
                  </a:moveTo>
                  <a:lnTo>
                    <a:pt x="130837" y="161631"/>
                  </a:lnTo>
                  <a:cubicBezTo>
                    <a:pt x="119643" y="178875"/>
                    <a:pt x="115711" y="181597"/>
                    <a:pt x="102097" y="181597"/>
                  </a:cubicBezTo>
                  <a:lnTo>
                    <a:pt x="29793" y="181597"/>
                  </a:lnTo>
                  <a:lnTo>
                    <a:pt x="80617" y="128353"/>
                  </a:lnTo>
                  <a:cubicBezTo>
                    <a:pt x="107542" y="100218"/>
                    <a:pt x="119341" y="77226"/>
                    <a:pt x="119341" y="53628"/>
                  </a:cubicBezTo>
                  <a:cubicBezTo>
                    <a:pt x="119341" y="23376"/>
                    <a:pt x="94836" y="81"/>
                    <a:pt x="63373" y="81"/>
                  </a:cubicBezTo>
                  <a:cubicBezTo>
                    <a:pt x="46734" y="81"/>
                    <a:pt x="31003" y="6737"/>
                    <a:pt x="19810" y="18838"/>
                  </a:cubicBezTo>
                  <a:cubicBezTo>
                    <a:pt x="10129" y="29124"/>
                    <a:pt x="5591" y="38805"/>
                    <a:pt x="448" y="60284"/>
                  </a:cubicBezTo>
                  <a:lnTo>
                    <a:pt x="6801" y="61797"/>
                  </a:lnTo>
                  <a:cubicBezTo>
                    <a:pt x="18902" y="32149"/>
                    <a:pt x="29793" y="22468"/>
                    <a:pt x="50667" y="22468"/>
                  </a:cubicBezTo>
                  <a:cubicBezTo>
                    <a:pt x="76080" y="22468"/>
                    <a:pt x="93324" y="39712"/>
                    <a:pt x="93324" y="65124"/>
                  </a:cubicBezTo>
                  <a:cubicBezTo>
                    <a:pt x="93324" y="88722"/>
                    <a:pt x="79407" y="116857"/>
                    <a:pt x="53995" y="143781"/>
                  </a:cubicBezTo>
                  <a:lnTo>
                    <a:pt x="145" y="200959"/>
                  </a:lnTo>
                  <a:lnTo>
                    <a:pt x="145" y="204589"/>
                  </a:lnTo>
                  <a:lnTo>
                    <a:pt x="118131" y="204589"/>
                  </a:lnTo>
                  <a:lnTo>
                    <a:pt x="134770" y="163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866D58C-0216-0908-F406-09EB8F026BF4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7181671" y="4838466"/>
              <a:ext cx="201180" cy="201482"/>
            </a:xfrm>
            <a:custGeom>
              <a:avLst/>
              <a:gdLst>
                <a:gd name="connsiteX0" fmla="*/ 106944 w 201180"/>
                <a:gd name="connsiteY0" fmla="*/ 106873 h 201482"/>
                <a:gd name="connsiteX1" fmla="*/ 191349 w 201180"/>
                <a:gd name="connsiteY1" fmla="*/ 106873 h 201482"/>
                <a:gd name="connsiteX2" fmla="*/ 201332 w 201180"/>
                <a:gd name="connsiteY2" fmla="*/ 100823 h 201482"/>
                <a:gd name="connsiteX3" fmla="*/ 191349 w 201180"/>
                <a:gd name="connsiteY3" fmla="*/ 94772 h 201482"/>
                <a:gd name="connsiteX4" fmla="*/ 106944 w 201180"/>
                <a:gd name="connsiteY4" fmla="*/ 94772 h 201482"/>
                <a:gd name="connsiteX5" fmla="*/ 106944 w 201180"/>
                <a:gd name="connsiteY5" fmla="*/ 10065 h 201482"/>
                <a:gd name="connsiteX6" fmla="*/ 100893 w 201180"/>
                <a:gd name="connsiteY6" fmla="*/ 81 h 201482"/>
                <a:gd name="connsiteX7" fmla="*/ 94843 w 201180"/>
                <a:gd name="connsiteY7" fmla="*/ 10065 h 201482"/>
                <a:gd name="connsiteX8" fmla="*/ 94843 w 201180"/>
                <a:gd name="connsiteY8" fmla="*/ 94772 h 201482"/>
                <a:gd name="connsiteX9" fmla="*/ 10135 w 201180"/>
                <a:gd name="connsiteY9" fmla="*/ 94772 h 201482"/>
                <a:gd name="connsiteX10" fmla="*/ 152 w 201180"/>
                <a:gd name="connsiteY10" fmla="*/ 100823 h 201482"/>
                <a:gd name="connsiteX11" fmla="*/ 10135 w 201180"/>
                <a:gd name="connsiteY11" fmla="*/ 106873 h 201482"/>
                <a:gd name="connsiteX12" fmla="*/ 94843 w 201180"/>
                <a:gd name="connsiteY12" fmla="*/ 106873 h 201482"/>
                <a:gd name="connsiteX13" fmla="*/ 94843 w 201180"/>
                <a:gd name="connsiteY13" fmla="*/ 191581 h 201482"/>
                <a:gd name="connsiteX14" fmla="*/ 100893 w 201180"/>
                <a:gd name="connsiteY14" fmla="*/ 201564 h 201482"/>
                <a:gd name="connsiteX15" fmla="*/ 106944 w 201180"/>
                <a:gd name="connsiteY15" fmla="*/ 191581 h 201482"/>
                <a:gd name="connsiteX16" fmla="*/ 106944 w 201180"/>
                <a:gd name="connsiteY16" fmla="*/ 106873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180" h="201482">
                  <a:moveTo>
                    <a:pt x="106944" y="106873"/>
                  </a:moveTo>
                  <a:lnTo>
                    <a:pt x="191349" y="106873"/>
                  </a:lnTo>
                  <a:cubicBezTo>
                    <a:pt x="195584" y="106873"/>
                    <a:pt x="201332" y="106873"/>
                    <a:pt x="201332" y="100823"/>
                  </a:cubicBezTo>
                  <a:cubicBezTo>
                    <a:pt x="201332" y="94772"/>
                    <a:pt x="195584" y="94772"/>
                    <a:pt x="191349" y="94772"/>
                  </a:cubicBezTo>
                  <a:lnTo>
                    <a:pt x="106944" y="94772"/>
                  </a:lnTo>
                  <a:lnTo>
                    <a:pt x="106944" y="10065"/>
                  </a:lnTo>
                  <a:cubicBezTo>
                    <a:pt x="106944" y="5829"/>
                    <a:pt x="106944" y="81"/>
                    <a:pt x="100893" y="81"/>
                  </a:cubicBezTo>
                  <a:cubicBezTo>
                    <a:pt x="94843" y="81"/>
                    <a:pt x="94843" y="5829"/>
                    <a:pt x="94843" y="10065"/>
                  </a:cubicBezTo>
                  <a:lnTo>
                    <a:pt x="94843" y="94772"/>
                  </a:lnTo>
                  <a:lnTo>
                    <a:pt x="10135" y="94772"/>
                  </a:lnTo>
                  <a:cubicBezTo>
                    <a:pt x="5900" y="94772"/>
                    <a:pt x="152" y="94772"/>
                    <a:pt x="152" y="100823"/>
                  </a:cubicBezTo>
                  <a:cubicBezTo>
                    <a:pt x="152" y="106873"/>
                    <a:pt x="5900" y="106873"/>
                    <a:pt x="10135" y="106873"/>
                  </a:cubicBezTo>
                  <a:lnTo>
                    <a:pt x="94843" y="106873"/>
                  </a:lnTo>
                  <a:lnTo>
                    <a:pt x="94843" y="191581"/>
                  </a:lnTo>
                  <a:cubicBezTo>
                    <a:pt x="94843" y="195816"/>
                    <a:pt x="94843" y="201564"/>
                    <a:pt x="100893" y="201564"/>
                  </a:cubicBezTo>
                  <a:cubicBezTo>
                    <a:pt x="106944" y="201564"/>
                    <a:pt x="106944" y="195816"/>
                    <a:pt x="106944" y="191581"/>
                  </a:cubicBezTo>
                  <a:lnTo>
                    <a:pt x="106944" y="10687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8DDCC20-1A88-7B53-CD1E-F9D03DED43A5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7446476" y="4810331"/>
              <a:ext cx="139162" cy="204508"/>
            </a:xfrm>
            <a:custGeom>
              <a:avLst/>
              <a:gdLst>
                <a:gd name="connsiteX0" fmla="*/ 139323 w 139162"/>
                <a:gd name="connsiteY0" fmla="*/ 134706 h 204508"/>
                <a:gd name="connsiteX1" fmla="*/ 108465 w 139162"/>
                <a:gd name="connsiteY1" fmla="*/ 134706 h 204508"/>
                <a:gd name="connsiteX2" fmla="*/ 108465 w 139162"/>
                <a:gd name="connsiteY2" fmla="*/ 81 h 204508"/>
                <a:gd name="connsiteX3" fmla="*/ 95154 w 139162"/>
                <a:gd name="connsiteY3" fmla="*/ 81 h 204508"/>
                <a:gd name="connsiteX4" fmla="*/ 161 w 139162"/>
                <a:gd name="connsiteY4" fmla="*/ 134706 h 204508"/>
                <a:gd name="connsiteX5" fmla="*/ 161 w 139162"/>
                <a:gd name="connsiteY5" fmla="*/ 154067 h 204508"/>
                <a:gd name="connsiteX6" fmla="*/ 85171 w 139162"/>
                <a:gd name="connsiteY6" fmla="*/ 154067 h 204508"/>
                <a:gd name="connsiteX7" fmla="*/ 85171 w 139162"/>
                <a:gd name="connsiteY7" fmla="*/ 204589 h 204508"/>
                <a:gd name="connsiteX8" fmla="*/ 108465 w 139162"/>
                <a:gd name="connsiteY8" fmla="*/ 204589 h 204508"/>
                <a:gd name="connsiteX9" fmla="*/ 108465 w 139162"/>
                <a:gd name="connsiteY9" fmla="*/ 154067 h 204508"/>
                <a:gd name="connsiteX10" fmla="*/ 139323 w 139162"/>
                <a:gd name="connsiteY10" fmla="*/ 154067 h 204508"/>
                <a:gd name="connsiteX11" fmla="*/ 139323 w 139162"/>
                <a:gd name="connsiteY11" fmla="*/ 134706 h 204508"/>
                <a:gd name="connsiteX12" fmla="*/ 84868 w 139162"/>
                <a:gd name="connsiteY12" fmla="*/ 134706 h 204508"/>
                <a:gd name="connsiteX13" fmla="*/ 12262 w 139162"/>
                <a:gd name="connsiteY13" fmla="*/ 134706 h 204508"/>
                <a:gd name="connsiteX14" fmla="*/ 84868 w 139162"/>
                <a:gd name="connsiteY14" fmla="*/ 30939 h 204508"/>
                <a:gd name="connsiteX15" fmla="*/ 84868 w 139162"/>
                <a:gd name="connsiteY15" fmla="*/ 13470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4508">
                  <a:moveTo>
                    <a:pt x="139323" y="134706"/>
                  </a:moveTo>
                  <a:lnTo>
                    <a:pt x="108465" y="134706"/>
                  </a:lnTo>
                  <a:lnTo>
                    <a:pt x="108465" y="81"/>
                  </a:lnTo>
                  <a:lnTo>
                    <a:pt x="95154" y="81"/>
                  </a:lnTo>
                  <a:lnTo>
                    <a:pt x="161" y="134706"/>
                  </a:lnTo>
                  <a:lnTo>
                    <a:pt x="161" y="154067"/>
                  </a:lnTo>
                  <a:lnTo>
                    <a:pt x="85171" y="154067"/>
                  </a:lnTo>
                  <a:lnTo>
                    <a:pt x="85171" y="204589"/>
                  </a:lnTo>
                  <a:lnTo>
                    <a:pt x="108465" y="204589"/>
                  </a:lnTo>
                  <a:lnTo>
                    <a:pt x="108465" y="154067"/>
                  </a:lnTo>
                  <a:lnTo>
                    <a:pt x="139323" y="154067"/>
                  </a:lnTo>
                  <a:lnTo>
                    <a:pt x="139323" y="134706"/>
                  </a:lnTo>
                  <a:close/>
                  <a:moveTo>
                    <a:pt x="84868" y="134706"/>
                  </a:moveTo>
                  <a:lnTo>
                    <a:pt x="12262" y="134706"/>
                  </a:lnTo>
                  <a:lnTo>
                    <a:pt x="84868" y="30939"/>
                  </a:lnTo>
                  <a:lnTo>
                    <a:pt x="84868" y="134706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FA22688-10B5-CBF3-009C-03DE1FD6B284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7624627" y="4787944"/>
              <a:ext cx="70186" cy="302526"/>
            </a:xfrm>
            <a:custGeom>
              <a:avLst/>
              <a:gdLst>
                <a:gd name="connsiteX0" fmla="*/ 70352 w 70186"/>
                <a:gd name="connsiteY0" fmla="*/ 299583 h 302526"/>
                <a:gd name="connsiteX1" fmla="*/ 65209 w 70186"/>
                <a:gd name="connsiteY1" fmla="*/ 292927 h 302526"/>
                <a:gd name="connsiteX2" fmla="*/ 17712 w 70186"/>
                <a:gd name="connsiteY2" fmla="*/ 151345 h 302526"/>
                <a:gd name="connsiteX3" fmla="*/ 66419 w 70186"/>
                <a:gd name="connsiteY3" fmla="*/ 8249 h 302526"/>
                <a:gd name="connsiteX4" fmla="*/ 70352 w 70186"/>
                <a:gd name="connsiteY4" fmla="*/ 3106 h 302526"/>
                <a:gd name="connsiteX5" fmla="*/ 67327 w 70186"/>
                <a:gd name="connsiteY5" fmla="*/ 81 h 302526"/>
                <a:gd name="connsiteX6" fmla="*/ 19225 w 70186"/>
                <a:gd name="connsiteY6" fmla="*/ 59074 h 302526"/>
                <a:gd name="connsiteX7" fmla="*/ 166 w 70186"/>
                <a:gd name="connsiteY7" fmla="*/ 151345 h 302526"/>
                <a:gd name="connsiteX8" fmla="*/ 20133 w 70186"/>
                <a:gd name="connsiteY8" fmla="*/ 245733 h 302526"/>
                <a:gd name="connsiteX9" fmla="*/ 67327 w 70186"/>
                <a:gd name="connsiteY9" fmla="*/ 302608 h 302526"/>
                <a:gd name="connsiteX10" fmla="*/ 70352 w 70186"/>
                <a:gd name="connsiteY10" fmla="*/ 29958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2526">
                  <a:moveTo>
                    <a:pt x="70352" y="299583"/>
                  </a:moveTo>
                  <a:cubicBezTo>
                    <a:pt x="70352" y="298675"/>
                    <a:pt x="70352" y="298070"/>
                    <a:pt x="65209" y="292927"/>
                  </a:cubicBezTo>
                  <a:cubicBezTo>
                    <a:pt x="27393" y="254809"/>
                    <a:pt x="17712" y="197631"/>
                    <a:pt x="17712" y="151345"/>
                  </a:cubicBezTo>
                  <a:cubicBezTo>
                    <a:pt x="17712" y="98705"/>
                    <a:pt x="29208" y="46065"/>
                    <a:pt x="66419" y="8249"/>
                  </a:cubicBezTo>
                  <a:cubicBezTo>
                    <a:pt x="70352" y="4619"/>
                    <a:pt x="70352" y="4014"/>
                    <a:pt x="70352" y="3106"/>
                  </a:cubicBezTo>
                  <a:cubicBezTo>
                    <a:pt x="70352" y="989"/>
                    <a:pt x="69142" y="81"/>
                    <a:pt x="67327" y="81"/>
                  </a:cubicBezTo>
                  <a:cubicBezTo>
                    <a:pt x="64302" y="81"/>
                    <a:pt x="37074" y="20653"/>
                    <a:pt x="19225" y="59074"/>
                  </a:cubicBezTo>
                  <a:cubicBezTo>
                    <a:pt x="3796" y="92352"/>
                    <a:pt x="166" y="125932"/>
                    <a:pt x="166" y="151345"/>
                  </a:cubicBezTo>
                  <a:cubicBezTo>
                    <a:pt x="166" y="174942"/>
                    <a:pt x="3494" y="211547"/>
                    <a:pt x="20133" y="245733"/>
                  </a:cubicBezTo>
                  <a:cubicBezTo>
                    <a:pt x="38284" y="282944"/>
                    <a:pt x="64302" y="302608"/>
                    <a:pt x="67327" y="302608"/>
                  </a:cubicBezTo>
                  <a:cubicBezTo>
                    <a:pt x="69142" y="302608"/>
                    <a:pt x="70352" y="301700"/>
                    <a:pt x="70352" y="299583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AD2A79-4357-4A22-3D80-594CDB85D99D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7746074" y="4810331"/>
              <a:ext cx="85615" cy="204508"/>
            </a:xfrm>
            <a:custGeom>
              <a:avLst/>
              <a:gdLst>
                <a:gd name="connsiteX0" fmla="*/ 54625 w 85615"/>
                <a:gd name="connsiteY0" fmla="*/ 81 h 204508"/>
                <a:gd name="connsiteX1" fmla="*/ 170 w 85615"/>
                <a:gd name="connsiteY1" fmla="*/ 27611 h 204508"/>
                <a:gd name="connsiteX2" fmla="*/ 170 w 85615"/>
                <a:gd name="connsiteY2" fmla="*/ 31847 h 204508"/>
                <a:gd name="connsiteX3" fmla="*/ 8338 w 85615"/>
                <a:gd name="connsiteY3" fmla="*/ 28519 h 204508"/>
                <a:gd name="connsiteX4" fmla="*/ 21952 w 85615"/>
                <a:gd name="connsiteY4" fmla="*/ 25191 h 204508"/>
                <a:gd name="connsiteX5" fmla="*/ 31027 w 85615"/>
                <a:gd name="connsiteY5" fmla="*/ 39410 h 204508"/>
                <a:gd name="connsiteX6" fmla="*/ 31027 w 85615"/>
                <a:gd name="connsiteY6" fmla="*/ 176454 h 204508"/>
                <a:gd name="connsiteX7" fmla="*/ 23767 w 85615"/>
                <a:gd name="connsiteY7" fmla="*/ 196119 h 204508"/>
                <a:gd name="connsiteX8" fmla="*/ 2287 w 85615"/>
                <a:gd name="connsiteY8" fmla="*/ 200051 h 204508"/>
                <a:gd name="connsiteX9" fmla="*/ 2287 w 85615"/>
                <a:gd name="connsiteY9" fmla="*/ 204589 h 204508"/>
                <a:gd name="connsiteX10" fmla="*/ 85785 w 85615"/>
                <a:gd name="connsiteY10" fmla="*/ 204589 h 204508"/>
                <a:gd name="connsiteX11" fmla="*/ 85785 w 85615"/>
                <a:gd name="connsiteY11" fmla="*/ 200051 h 204508"/>
                <a:gd name="connsiteX12" fmla="*/ 57045 w 85615"/>
                <a:gd name="connsiteY12" fmla="*/ 182202 h 204508"/>
                <a:gd name="connsiteX13" fmla="*/ 57045 w 85615"/>
                <a:gd name="connsiteY13" fmla="*/ 686 h 204508"/>
                <a:gd name="connsiteX14" fmla="*/ 54625 w 85615"/>
                <a:gd name="connsiteY14" fmla="*/ 81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4508">
                  <a:moveTo>
                    <a:pt x="54625" y="81"/>
                  </a:moveTo>
                  <a:lnTo>
                    <a:pt x="170" y="27611"/>
                  </a:lnTo>
                  <a:lnTo>
                    <a:pt x="170" y="31847"/>
                  </a:lnTo>
                  <a:cubicBezTo>
                    <a:pt x="3800" y="30334"/>
                    <a:pt x="7128" y="29124"/>
                    <a:pt x="8338" y="28519"/>
                  </a:cubicBezTo>
                  <a:cubicBezTo>
                    <a:pt x="13783" y="26401"/>
                    <a:pt x="18926" y="25191"/>
                    <a:pt x="21952" y="25191"/>
                  </a:cubicBezTo>
                  <a:cubicBezTo>
                    <a:pt x="28305" y="25191"/>
                    <a:pt x="31027" y="29729"/>
                    <a:pt x="31027" y="39410"/>
                  </a:cubicBezTo>
                  <a:lnTo>
                    <a:pt x="31027" y="176454"/>
                  </a:lnTo>
                  <a:cubicBezTo>
                    <a:pt x="31027" y="186438"/>
                    <a:pt x="28607" y="193396"/>
                    <a:pt x="23767" y="196119"/>
                  </a:cubicBezTo>
                  <a:cubicBezTo>
                    <a:pt x="19229" y="198841"/>
                    <a:pt x="14993" y="199749"/>
                    <a:pt x="2287" y="200051"/>
                  </a:cubicBezTo>
                  <a:lnTo>
                    <a:pt x="2287" y="204589"/>
                  </a:lnTo>
                  <a:lnTo>
                    <a:pt x="85785" y="204589"/>
                  </a:lnTo>
                  <a:lnTo>
                    <a:pt x="85785" y="200051"/>
                  </a:lnTo>
                  <a:cubicBezTo>
                    <a:pt x="61885" y="199749"/>
                    <a:pt x="57045" y="196724"/>
                    <a:pt x="57045" y="182202"/>
                  </a:cubicBezTo>
                  <a:lnTo>
                    <a:pt x="57045" y="686"/>
                  </a:lnTo>
                  <a:lnTo>
                    <a:pt x="54625" y="81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EAB81-7076-CC21-90D4-C428F415AAA0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890341" y="4982771"/>
              <a:ext cx="32067" cy="32067"/>
            </a:xfrm>
            <a:custGeom>
              <a:avLst/>
              <a:gdLst>
                <a:gd name="connsiteX0" fmla="*/ 32243 w 32067"/>
                <a:gd name="connsiteY0" fmla="*/ 16115 h 32067"/>
                <a:gd name="connsiteX1" fmla="*/ 16209 w 32067"/>
                <a:gd name="connsiteY1" fmla="*/ 81 h 32067"/>
                <a:gd name="connsiteX2" fmla="*/ 175 w 32067"/>
                <a:gd name="connsiteY2" fmla="*/ 16115 h 32067"/>
                <a:gd name="connsiteX3" fmla="*/ 16209 w 32067"/>
                <a:gd name="connsiteY3" fmla="*/ 32149 h 32067"/>
                <a:gd name="connsiteX4" fmla="*/ 32243 w 32067"/>
                <a:gd name="connsiteY4" fmla="*/ 16115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243" y="16115"/>
                  </a:moveTo>
                  <a:cubicBezTo>
                    <a:pt x="32243" y="7342"/>
                    <a:pt x="24982" y="81"/>
                    <a:pt x="16209" y="81"/>
                  </a:cubicBezTo>
                  <a:cubicBezTo>
                    <a:pt x="7435" y="81"/>
                    <a:pt x="175" y="7342"/>
                    <a:pt x="175" y="16115"/>
                  </a:cubicBezTo>
                  <a:cubicBezTo>
                    <a:pt x="175" y="24888"/>
                    <a:pt x="7435" y="32149"/>
                    <a:pt x="16209" y="32149"/>
                  </a:cubicBezTo>
                  <a:cubicBezTo>
                    <a:pt x="24982" y="32149"/>
                    <a:pt x="32243" y="24888"/>
                    <a:pt x="32243" y="1611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8BEA87C-DE72-19E8-7BE7-9055741F3685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7957511" y="4810331"/>
              <a:ext cx="134624" cy="204508"/>
            </a:xfrm>
            <a:custGeom>
              <a:avLst/>
              <a:gdLst>
                <a:gd name="connsiteX0" fmla="*/ 134802 w 134624"/>
                <a:gd name="connsiteY0" fmla="*/ 163143 h 204508"/>
                <a:gd name="connsiteX1" fmla="*/ 130869 w 134624"/>
                <a:gd name="connsiteY1" fmla="*/ 161631 h 204508"/>
                <a:gd name="connsiteX2" fmla="*/ 102129 w 134624"/>
                <a:gd name="connsiteY2" fmla="*/ 181597 h 204508"/>
                <a:gd name="connsiteX3" fmla="*/ 29825 w 134624"/>
                <a:gd name="connsiteY3" fmla="*/ 181597 h 204508"/>
                <a:gd name="connsiteX4" fmla="*/ 80650 w 134624"/>
                <a:gd name="connsiteY4" fmla="*/ 128353 h 204508"/>
                <a:gd name="connsiteX5" fmla="*/ 119373 w 134624"/>
                <a:gd name="connsiteY5" fmla="*/ 53628 h 204508"/>
                <a:gd name="connsiteX6" fmla="*/ 63406 w 134624"/>
                <a:gd name="connsiteY6" fmla="*/ 81 h 204508"/>
                <a:gd name="connsiteX7" fmla="*/ 19842 w 134624"/>
                <a:gd name="connsiteY7" fmla="*/ 18838 h 204508"/>
                <a:gd name="connsiteX8" fmla="*/ 480 w 134624"/>
                <a:gd name="connsiteY8" fmla="*/ 60284 h 204508"/>
                <a:gd name="connsiteX9" fmla="*/ 6833 w 134624"/>
                <a:gd name="connsiteY9" fmla="*/ 61797 h 204508"/>
                <a:gd name="connsiteX10" fmla="*/ 50699 w 134624"/>
                <a:gd name="connsiteY10" fmla="*/ 22468 h 204508"/>
                <a:gd name="connsiteX11" fmla="*/ 93356 w 134624"/>
                <a:gd name="connsiteY11" fmla="*/ 65124 h 204508"/>
                <a:gd name="connsiteX12" fmla="*/ 54027 w 134624"/>
                <a:gd name="connsiteY12" fmla="*/ 143781 h 204508"/>
                <a:gd name="connsiteX13" fmla="*/ 177 w 134624"/>
                <a:gd name="connsiteY13" fmla="*/ 200959 h 204508"/>
                <a:gd name="connsiteX14" fmla="*/ 177 w 134624"/>
                <a:gd name="connsiteY14" fmla="*/ 204589 h 204508"/>
                <a:gd name="connsiteX15" fmla="*/ 118163 w 134624"/>
                <a:gd name="connsiteY15" fmla="*/ 204589 h 204508"/>
                <a:gd name="connsiteX16" fmla="*/ 134802 w 134624"/>
                <a:gd name="connsiteY16" fmla="*/ 16314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802" y="163143"/>
                  </a:moveTo>
                  <a:lnTo>
                    <a:pt x="130869" y="161631"/>
                  </a:lnTo>
                  <a:cubicBezTo>
                    <a:pt x="119676" y="178875"/>
                    <a:pt x="115743" y="181597"/>
                    <a:pt x="102129" y="181597"/>
                  </a:cubicBezTo>
                  <a:lnTo>
                    <a:pt x="29825" y="181597"/>
                  </a:lnTo>
                  <a:lnTo>
                    <a:pt x="80650" y="128353"/>
                  </a:lnTo>
                  <a:cubicBezTo>
                    <a:pt x="107574" y="100218"/>
                    <a:pt x="119373" y="77226"/>
                    <a:pt x="119373" y="53628"/>
                  </a:cubicBezTo>
                  <a:cubicBezTo>
                    <a:pt x="119373" y="23376"/>
                    <a:pt x="94868" y="81"/>
                    <a:pt x="63406" y="81"/>
                  </a:cubicBezTo>
                  <a:cubicBezTo>
                    <a:pt x="46767" y="81"/>
                    <a:pt x="31035" y="6737"/>
                    <a:pt x="19842" y="18838"/>
                  </a:cubicBezTo>
                  <a:cubicBezTo>
                    <a:pt x="10161" y="29124"/>
                    <a:pt x="5623" y="38805"/>
                    <a:pt x="480" y="60284"/>
                  </a:cubicBezTo>
                  <a:lnTo>
                    <a:pt x="6833" y="61797"/>
                  </a:lnTo>
                  <a:cubicBezTo>
                    <a:pt x="18934" y="32149"/>
                    <a:pt x="29825" y="22468"/>
                    <a:pt x="50699" y="22468"/>
                  </a:cubicBezTo>
                  <a:cubicBezTo>
                    <a:pt x="76112" y="22468"/>
                    <a:pt x="93356" y="39712"/>
                    <a:pt x="93356" y="65124"/>
                  </a:cubicBezTo>
                  <a:cubicBezTo>
                    <a:pt x="93356" y="88722"/>
                    <a:pt x="79439" y="116857"/>
                    <a:pt x="54027" y="143781"/>
                  </a:cubicBezTo>
                  <a:lnTo>
                    <a:pt x="177" y="200959"/>
                  </a:lnTo>
                  <a:lnTo>
                    <a:pt x="177" y="204589"/>
                  </a:lnTo>
                  <a:lnTo>
                    <a:pt x="118163" y="204589"/>
                  </a:lnTo>
                  <a:lnTo>
                    <a:pt x="134802" y="163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E8D293A-EB28-6AE6-EE77-11DBBB2C01F7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8117207" y="4810331"/>
              <a:ext cx="117682" cy="208743"/>
            </a:xfrm>
            <a:custGeom>
              <a:avLst/>
              <a:gdLst>
                <a:gd name="connsiteX0" fmla="*/ 70974 w 117682"/>
                <a:gd name="connsiteY0" fmla="*/ 92352 h 208743"/>
                <a:gd name="connsiteX1" fmla="*/ 111512 w 117682"/>
                <a:gd name="connsiteY1" fmla="*/ 43040 h 208743"/>
                <a:gd name="connsiteX2" fmla="*/ 59478 w 117682"/>
                <a:gd name="connsiteY2" fmla="*/ 81 h 208743"/>
                <a:gd name="connsiteX3" fmla="*/ 1998 w 117682"/>
                <a:gd name="connsiteY3" fmla="*/ 47880 h 208743"/>
                <a:gd name="connsiteX4" fmla="*/ 39511 w 117682"/>
                <a:gd name="connsiteY4" fmla="*/ 104150 h 208743"/>
                <a:gd name="connsiteX5" fmla="*/ 182 w 117682"/>
                <a:gd name="connsiteY5" fmla="*/ 158908 h 208743"/>
                <a:gd name="connsiteX6" fmla="*/ 58268 w 117682"/>
                <a:gd name="connsiteY6" fmla="*/ 208825 h 208743"/>
                <a:gd name="connsiteX7" fmla="*/ 117865 w 117682"/>
                <a:gd name="connsiteY7" fmla="*/ 157698 h 208743"/>
                <a:gd name="connsiteX8" fmla="*/ 70974 w 117682"/>
                <a:gd name="connsiteY8" fmla="*/ 92352 h 208743"/>
                <a:gd name="connsiteX9" fmla="*/ 65528 w 117682"/>
                <a:gd name="connsiteY9" fmla="*/ 123512 h 208743"/>
                <a:gd name="connsiteX10" fmla="*/ 94873 w 117682"/>
                <a:gd name="connsiteY10" fmla="*/ 167076 h 208743"/>
                <a:gd name="connsiteX11" fmla="*/ 61595 w 117682"/>
                <a:gd name="connsiteY11" fmla="*/ 200354 h 208743"/>
                <a:gd name="connsiteX12" fmla="*/ 23174 w 117682"/>
                <a:gd name="connsiteY12" fmla="*/ 156488 h 208743"/>
                <a:gd name="connsiteX13" fmla="*/ 47377 w 117682"/>
                <a:gd name="connsiteY13" fmla="*/ 110201 h 208743"/>
                <a:gd name="connsiteX14" fmla="*/ 65528 w 117682"/>
                <a:gd name="connsiteY14" fmla="*/ 123512 h 208743"/>
                <a:gd name="connsiteX15" fmla="*/ 62200 w 117682"/>
                <a:gd name="connsiteY15" fmla="*/ 86906 h 208743"/>
                <a:gd name="connsiteX16" fmla="*/ 24385 w 117682"/>
                <a:gd name="connsiteY16" fmla="*/ 38502 h 208743"/>
                <a:gd name="connsiteX17" fmla="*/ 57057 w 117682"/>
                <a:gd name="connsiteY17" fmla="*/ 8552 h 208743"/>
                <a:gd name="connsiteX18" fmla="*/ 90638 w 117682"/>
                <a:gd name="connsiteY18" fmla="*/ 42737 h 208743"/>
                <a:gd name="connsiteX19" fmla="*/ 64923 w 117682"/>
                <a:gd name="connsiteY19" fmla="*/ 85091 h 208743"/>
                <a:gd name="connsiteX20" fmla="*/ 62200 w 117682"/>
                <a:gd name="connsiteY20" fmla="*/ 86906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8743">
                  <a:moveTo>
                    <a:pt x="70974" y="92352"/>
                  </a:moveTo>
                  <a:cubicBezTo>
                    <a:pt x="100924" y="76318"/>
                    <a:pt x="111512" y="63612"/>
                    <a:pt x="111512" y="43040"/>
                  </a:cubicBezTo>
                  <a:cubicBezTo>
                    <a:pt x="111512" y="18233"/>
                    <a:pt x="89730" y="81"/>
                    <a:pt x="59478" y="81"/>
                  </a:cubicBezTo>
                  <a:cubicBezTo>
                    <a:pt x="26502" y="81"/>
                    <a:pt x="1998" y="20350"/>
                    <a:pt x="1998" y="47880"/>
                  </a:cubicBezTo>
                  <a:cubicBezTo>
                    <a:pt x="1998" y="67545"/>
                    <a:pt x="7746" y="76318"/>
                    <a:pt x="39511" y="104150"/>
                  </a:cubicBezTo>
                  <a:cubicBezTo>
                    <a:pt x="6838" y="128958"/>
                    <a:pt x="182" y="138336"/>
                    <a:pt x="182" y="158908"/>
                  </a:cubicBezTo>
                  <a:cubicBezTo>
                    <a:pt x="182" y="188253"/>
                    <a:pt x="24082" y="208825"/>
                    <a:pt x="58268" y="208825"/>
                  </a:cubicBezTo>
                  <a:cubicBezTo>
                    <a:pt x="94571" y="208825"/>
                    <a:pt x="117865" y="188858"/>
                    <a:pt x="117865" y="157698"/>
                  </a:cubicBezTo>
                  <a:cubicBezTo>
                    <a:pt x="117865" y="134403"/>
                    <a:pt x="107579" y="119579"/>
                    <a:pt x="70974" y="92352"/>
                  </a:cubicBezTo>
                  <a:close/>
                  <a:moveTo>
                    <a:pt x="65528" y="123512"/>
                  </a:moveTo>
                  <a:cubicBezTo>
                    <a:pt x="87613" y="139244"/>
                    <a:pt x="94873" y="150134"/>
                    <a:pt x="94873" y="167076"/>
                  </a:cubicBezTo>
                  <a:cubicBezTo>
                    <a:pt x="94873" y="186740"/>
                    <a:pt x="81260" y="200354"/>
                    <a:pt x="61595" y="200354"/>
                  </a:cubicBezTo>
                  <a:cubicBezTo>
                    <a:pt x="38603" y="200354"/>
                    <a:pt x="23174" y="182807"/>
                    <a:pt x="23174" y="156488"/>
                  </a:cubicBezTo>
                  <a:cubicBezTo>
                    <a:pt x="23174" y="137126"/>
                    <a:pt x="29830" y="124420"/>
                    <a:pt x="47377" y="110201"/>
                  </a:cubicBezTo>
                  <a:lnTo>
                    <a:pt x="65528" y="123512"/>
                  </a:lnTo>
                  <a:close/>
                  <a:moveTo>
                    <a:pt x="62200" y="86906"/>
                  </a:moveTo>
                  <a:cubicBezTo>
                    <a:pt x="35276" y="69360"/>
                    <a:pt x="24385" y="55444"/>
                    <a:pt x="24385" y="38502"/>
                  </a:cubicBezTo>
                  <a:cubicBezTo>
                    <a:pt x="24385" y="20956"/>
                    <a:pt x="37998" y="8552"/>
                    <a:pt x="57057" y="8552"/>
                  </a:cubicBezTo>
                  <a:cubicBezTo>
                    <a:pt x="77629" y="8552"/>
                    <a:pt x="90638" y="21863"/>
                    <a:pt x="90638" y="42737"/>
                  </a:cubicBezTo>
                  <a:cubicBezTo>
                    <a:pt x="90638" y="59982"/>
                    <a:pt x="82167" y="73595"/>
                    <a:pt x="64923" y="85091"/>
                  </a:cubicBezTo>
                  <a:cubicBezTo>
                    <a:pt x="63411" y="85999"/>
                    <a:pt x="63411" y="85999"/>
                    <a:pt x="62200" y="86906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8187F9-84B3-8032-A30B-BE3A58E9C672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8269038" y="4810331"/>
              <a:ext cx="117682" cy="208743"/>
            </a:xfrm>
            <a:custGeom>
              <a:avLst/>
              <a:gdLst>
                <a:gd name="connsiteX0" fmla="*/ 70979 w 117682"/>
                <a:gd name="connsiteY0" fmla="*/ 92352 h 208743"/>
                <a:gd name="connsiteX1" fmla="*/ 111517 w 117682"/>
                <a:gd name="connsiteY1" fmla="*/ 43040 h 208743"/>
                <a:gd name="connsiteX2" fmla="*/ 59483 w 117682"/>
                <a:gd name="connsiteY2" fmla="*/ 81 h 208743"/>
                <a:gd name="connsiteX3" fmla="*/ 2003 w 117682"/>
                <a:gd name="connsiteY3" fmla="*/ 47880 h 208743"/>
                <a:gd name="connsiteX4" fmla="*/ 39516 w 117682"/>
                <a:gd name="connsiteY4" fmla="*/ 104150 h 208743"/>
                <a:gd name="connsiteX5" fmla="*/ 187 w 117682"/>
                <a:gd name="connsiteY5" fmla="*/ 158908 h 208743"/>
                <a:gd name="connsiteX6" fmla="*/ 58273 w 117682"/>
                <a:gd name="connsiteY6" fmla="*/ 208825 h 208743"/>
                <a:gd name="connsiteX7" fmla="*/ 117870 w 117682"/>
                <a:gd name="connsiteY7" fmla="*/ 157698 h 208743"/>
                <a:gd name="connsiteX8" fmla="*/ 70979 w 117682"/>
                <a:gd name="connsiteY8" fmla="*/ 92352 h 208743"/>
                <a:gd name="connsiteX9" fmla="*/ 65533 w 117682"/>
                <a:gd name="connsiteY9" fmla="*/ 123512 h 208743"/>
                <a:gd name="connsiteX10" fmla="*/ 94878 w 117682"/>
                <a:gd name="connsiteY10" fmla="*/ 167076 h 208743"/>
                <a:gd name="connsiteX11" fmla="*/ 61600 w 117682"/>
                <a:gd name="connsiteY11" fmla="*/ 200354 h 208743"/>
                <a:gd name="connsiteX12" fmla="*/ 23179 w 117682"/>
                <a:gd name="connsiteY12" fmla="*/ 156488 h 208743"/>
                <a:gd name="connsiteX13" fmla="*/ 47382 w 117682"/>
                <a:gd name="connsiteY13" fmla="*/ 110201 h 208743"/>
                <a:gd name="connsiteX14" fmla="*/ 65533 w 117682"/>
                <a:gd name="connsiteY14" fmla="*/ 123512 h 208743"/>
                <a:gd name="connsiteX15" fmla="*/ 62205 w 117682"/>
                <a:gd name="connsiteY15" fmla="*/ 86906 h 208743"/>
                <a:gd name="connsiteX16" fmla="*/ 24390 w 117682"/>
                <a:gd name="connsiteY16" fmla="*/ 38502 h 208743"/>
                <a:gd name="connsiteX17" fmla="*/ 57062 w 117682"/>
                <a:gd name="connsiteY17" fmla="*/ 8552 h 208743"/>
                <a:gd name="connsiteX18" fmla="*/ 90643 w 117682"/>
                <a:gd name="connsiteY18" fmla="*/ 42737 h 208743"/>
                <a:gd name="connsiteX19" fmla="*/ 64928 w 117682"/>
                <a:gd name="connsiteY19" fmla="*/ 85091 h 208743"/>
                <a:gd name="connsiteX20" fmla="*/ 62205 w 117682"/>
                <a:gd name="connsiteY20" fmla="*/ 86906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682" h="208743">
                  <a:moveTo>
                    <a:pt x="70979" y="92352"/>
                  </a:moveTo>
                  <a:cubicBezTo>
                    <a:pt x="100929" y="76318"/>
                    <a:pt x="111517" y="63612"/>
                    <a:pt x="111517" y="43040"/>
                  </a:cubicBezTo>
                  <a:cubicBezTo>
                    <a:pt x="111517" y="18233"/>
                    <a:pt x="89735" y="81"/>
                    <a:pt x="59483" y="81"/>
                  </a:cubicBezTo>
                  <a:cubicBezTo>
                    <a:pt x="26507" y="81"/>
                    <a:pt x="2003" y="20350"/>
                    <a:pt x="2003" y="47880"/>
                  </a:cubicBezTo>
                  <a:cubicBezTo>
                    <a:pt x="2003" y="67545"/>
                    <a:pt x="7751" y="76318"/>
                    <a:pt x="39516" y="104150"/>
                  </a:cubicBezTo>
                  <a:cubicBezTo>
                    <a:pt x="6843" y="128958"/>
                    <a:pt x="187" y="138336"/>
                    <a:pt x="187" y="158908"/>
                  </a:cubicBezTo>
                  <a:cubicBezTo>
                    <a:pt x="187" y="188253"/>
                    <a:pt x="24087" y="208825"/>
                    <a:pt x="58273" y="208825"/>
                  </a:cubicBezTo>
                  <a:cubicBezTo>
                    <a:pt x="94576" y="208825"/>
                    <a:pt x="117870" y="188858"/>
                    <a:pt x="117870" y="157698"/>
                  </a:cubicBezTo>
                  <a:cubicBezTo>
                    <a:pt x="117870" y="134403"/>
                    <a:pt x="107584" y="119579"/>
                    <a:pt x="70979" y="92352"/>
                  </a:cubicBezTo>
                  <a:close/>
                  <a:moveTo>
                    <a:pt x="65533" y="123512"/>
                  </a:moveTo>
                  <a:cubicBezTo>
                    <a:pt x="87618" y="139244"/>
                    <a:pt x="94878" y="150134"/>
                    <a:pt x="94878" y="167076"/>
                  </a:cubicBezTo>
                  <a:cubicBezTo>
                    <a:pt x="94878" y="186740"/>
                    <a:pt x="81265" y="200354"/>
                    <a:pt x="61600" y="200354"/>
                  </a:cubicBezTo>
                  <a:cubicBezTo>
                    <a:pt x="38608" y="200354"/>
                    <a:pt x="23179" y="182807"/>
                    <a:pt x="23179" y="156488"/>
                  </a:cubicBezTo>
                  <a:cubicBezTo>
                    <a:pt x="23179" y="137126"/>
                    <a:pt x="29835" y="124420"/>
                    <a:pt x="47382" y="110201"/>
                  </a:cubicBezTo>
                  <a:lnTo>
                    <a:pt x="65533" y="123512"/>
                  </a:lnTo>
                  <a:close/>
                  <a:moveTo>
                    <a:pt x="62205" y="86906"/>
                  </a:moveTo>
                  <a:cubicBezTo>
                    <a:pt x="35280" y="69360"/>
                    <a:pt x="24390" y="55444"/>
                    <a:pt x="24390" y="38502"/>
                  </a:cubicBezTo>
                  <a:cubicBezTo>
                    <a:pt x="24390" y="20956"/>
                    <a:pt x="38003" y="8552"/>
                    <a:pt x="57062" y="8552"/>
                  </a:cubicBezTo>
                  <a:cubicBezTo>
                    <a:pt x="77634" y="8552"/>
                    <a:pt x="90643" y="21863"/>
                    <a:pt x="90643" y="42737"/>
                  </a:cubicBezTo>
                  <a:cubicBezTo>
                    <a:pt x="90643" y="59982"/>
                    <a:pt x="82172" y="73595"/>
                    <a:pt x="64928" y="85091"/>
                  </a:cubicBezTo>
                  <a:cubicBezTo>
                    <a:pt x="63415" y="85999"/>
                    <a:pt x="63415" y="85999"/>
                    <a:pt x="62205" y="86906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6D9E3AC-39BA-EB59-5828-BC92F8F7FE54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463043" y="4838466"/>
              <a:ext cx="201180" cy="201482"/>
            </a:xfrm>
            <a:custGeom>
              <a:avLst/>
              <a:gdLst>
                <a:gd name="connsiteX0" fmla="*/ 106986 w 201180"/>
                <a:gd name="connsiteY0" fmla="*/ 106873 h 201482"/>
                <a:gd name="connsiteX1" fmla="*/ 191391 w 201180"/>
                <a:gd name="connsiteY1" fmla="*/ 106873 h 201482"/>
                <a:gd name="connsiteX2" fmla="*/ 201374 w 201180"/>
                <a:gd name="connsiteY2" fmla="*/ 100823 h 201482"/>
                <a:gd name="connsiteX3" fmla="*/ 191391 w 201180"/>
                <a:gd name="connsiteY3" fmla="*/ 94772 h 201482"/>
                <a:gd name="connsiteX4" fmla="*/ 106986 w 201180"/>
                <a:gd name="connsiteY4" fmla="*/ 94772 h 201482"/>
                <a:gd name="connsiteX5" fmla="*/ 106986 w 201180"/>
                <a:gd name="connsiteY5" fmla="*/ 10065 h 201482"/>
                <a:gd name="connsiteX6" fmla="*/ 100935 w 201180"/>
                <a:gd name="connsiteY6" fmla="*/ 81 h 201482"/>
                <a:gd name="connsiteX7" fmla="*/ 94885 w 201180"/>
                <a:gd name="connsiteY7" fmla="*/ 10065 h 201482"/>
                <a:gd name="connsiteX8" fmla="*/ 94885 w 201180"/>
                <a:gd name="connsiteY8" fmla="*/ 94772 h 201482"/>
                <a:gd name="connsiteX9" fmla="*/ 10177 w 201180"/>
                <a:gd name="connsiteY9" fmla="*/ 94772 h 201482"/>
                <a:gd name="connsiteX10" fmla="*/ 194 w 201180"/>
                <a:gd name="connsiteY10" fmla="*/ 100823 h 201482"/>
                <a:gd name="connsiteX11" fmla="*/ 10177 w 201180"/>
                <a:gd name="connsiteY11" fmla="*/ 106873 h 201482"/>
                <a:gd name="connsiteX12" fmla="*/ 94885 w 201180"/>
                <a:gd name="connsiteY12" fmla="*/ 106873 h 201482"/>
                <a:gd name="connsiteX13" fmla="*/ 94885 w 201180"/>
                <a:gd name="connsiteY13" fmla="*/ 191581 h 201482"/>
                <a:gd name="connsiteX14" fmla="*/ 100935 w 201180"/>
                <a:gd name="connsiteY14" fmla="*/ 201564 h 201482"/>
                <a:gd name="connsiteX15" fmla="*/ 106986 w 201180"/>
                <a:gd name="connsiteY15" fmla="*/ 191581 h 201482"/>
                <a:gd name="connsiteX16" fmla="*/ 106986 w 201180"/>
                <a:gd name="connsiteY16" fmla="*/ 106873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180" h="201482">
                  <a:moveTo>
                    <a:pt x="106986" y="106873"/>
                  </a:moveTo>
                  <a:lnTo>
                    <a:pt x="191391" y="106873"/>
                  </a:lnTo>
                  <a:cubicBezTo>
                    <a:pt x="195626" y="106873"/>
                    <a:pt x="201374" y="106873"/>
                    <a:pt x="201374" y="100823"/>
                  </a:cubicBezTo>
                  <a:cubicBezTo>
                    <a:pt x="201374" y="94772"/>
                    <a:pt x="195626" y="94772"/>
                    <a:pt x="191391" y="94772"/>
                  </a:cubicBezTo>
                  <a:lnTo>
                    <a:pt x="106986" y="94772"/>
                  </a:lnTo>
                  <a:lnTo>
                    <a:pt x="106986" y="10065"/>
                  </a:lnTo>
                  <a:cubicBezTo>
                    <a:pt x="106986" y="5829"/>
                    <a:pt x="106986" y="81"/>
                    <a:pt x="100935" y="81"/>
                  </a:cubicBezTo>
                  <a:cubicBezTo>
                    <a:pt x="94885" y="81"/>
                    <a:pt x="94885" y="5829"/>
                    <a:pt x="94885" y="10065"/>
                  </a:cubicBezTo>
                  <a:lnTo>
                    <a:pt x="94885" y="94772"/>
                  </a:lnTo>
                  <a:lnTo>
                    <a:pt x="10177" y="94772"/>
                  </a:lnTo>
                  <a:cubicBezTo>
                    <a:pt x="5942" y="94772"/>
                    <a:pt x="194" y="94772"/>
                    <a:pt x="194" y="100823"/>
                  </a:cubicBezTo>
                  <a:cubicBezTo>
                    <a:pt x="194" y="106873"/>
                    <a:pt x="5942" y="106873"/>
                    <a:pt x="10177" y="106873"/>
                  </a:cubicBezTo>
                  <a:lnTo>
                    <a:pt x="94885" y="106873"/>
                  </a:lnTo>
                  <a:lnTo>
                    <a:pt x="94885" y="191581"/>
                  </a:lnTo>
                  <a:cubicBezTo>
                    <a:pt x="94885" y="195816"/>
                    <a:pt x="94885" y="201564"/>
                    <a:pt x="100935" y="201564"/>
                  </a:cubicBezTo>
                  <a:cubicBezTo>
                    <a:pt x="106986" y="201564"/>
                    <a:pt x="106986" y="195816"/>
                    <a:pt x="106986" y="191581"/>
                  </a:cubicBezTo>
                  <a:lnTo>
                    <a:pt x="106986" y="10687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F4FBB9-E6D1-5E5F-44B0-B72C26558A4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737226" y="4810331"/>
              <a:ext cx="117682" cy="208743"/>
            </a:xfrm>
            <a:custGeom>
              <a:avLst/>
              <a:gdLst>
                <a:gd name="connsiteX0" fmla="*/ 33481 w 117682"/>
                <a:gd name="connsiteY0" fmla="*/ 104755 h 208743"/>
                <a:gd name="connsiteX1" fmla="*/ 65549 w 117682"/>
                <a:gd name="connsiteY1" fmla="*/ 108083 h 208743"/>
                <a:gd name="connsiteX2" fmla="*/ 96104 w 117682"/>
                <a:gd name="connsiteY2" fmla="*/ 152857 h 208743"/>
                <a:gd name="connsiteX3" fmla="*/ 56473 w 117682"/>
                <a:gd name="connsiteY3" fmla="*/ 197934 h 208743"/>
                <a:gd name="connsiteX4" fmla="*/ 31061 w 117682"/>
                <a:gd name="connsiteY4" fmla="*/ 188555 h 208743"/>
                <a:gd name="connsiteX5" fmla="*/ 11699 w 117682"/>
                <a:gd name="connsiteY5" fmla="*/ 180992 h 208743"/>
                <a:gd name="connsiteX6" fmla="*/ 203 w 117682"/>
                <a:gd name="connsiteY6" fmla="*/ 191581 h 208743"/>
                <a:gd name="connsiteX7" fmla="*/ 34388 w 117682"/>
                <a:gd name="connsiteY7" fmla="*/ 208825 h 208743"/>
                <a:gd name="connsiteX8" fmla="*/ 95801 w 117682"/>
                <a:gd name="connsiteY8" fmla="*/ 188555 h 208743"/>
                <a:gd name="connsiteX9" fmla="*/ 117886 w 117682"/>
                <a:gd name="connsiteY9" fmla="*/ 138336 h 208743"/>
                <a:gd name="connsiteX10" fmla="*/ 104272 w 117682"/>
                <a:gd name="connsiteY10" fmla="*/ 99310 h 208743"/>
                <a:gd name="connsiteX11" fmla="*/ 79162 w 117682"/>
                <a:gd name="connsiteY11" fmla="*/ 83276 h 208743"/>
                <a:gd name="connsiteX12" fmla="*/ 107600 w 117682"/>
                <a:gd name="connsiteY12" fmla="*/ 41527 h 208743"/>
                <a:gd name="connsiteX13" fmla="*/ 60406 w 117682"/>
                <a:gd name="connsiteY13" fmla="*/ 81 h 208743"/>
                <a:gd name="connsiteX14" fmla="*/ 21077 w 117682"/>
                <a:gd name="connsiteY14" fmla="*/ 14905 h 208743"/>
                <a:gd name="connsiteX15" fmla="*/ 808 w 117682"/>
                <a:gd name="connsiteY15" fmla="*/ 49091 h 208743"/>
                <a:gd name="connsiteX16" fmla="*/ 5346 w 117682"/>
                <a:gd name="connsiteY16" fmla="*/ 50301 h 208743"/>
                <a:gd name="connsiteX17" fmla="*/ 50422 w 117682"/>
                <a:gd name="connsiteY17" fmla="*/ 18233 h 208743"/>
                <a:gd name="connsiteX18" fmla="*/ 83700 w 117682"/>
                <a:gd name="connsiteY18" fmla="*/ 50603 h 208743"/>
                <a:gd name="connsiteX19" fmla="*/ 71599 w 117682"/>
                <a:gd name="connsiteY19" fmla="*/ 79948 h 208743"/>
                <a:gd name="connsiteX20" fmla="*/ 33481 w 117682"/>
                <a:gd name="connsiteY20" fmla="*/ 100823 h 208743"/>
                <a:gd name="connsiteX21" fmla="*/ 33481 w 117682"/>
                <a:gd name="connsiteY21" fmla="*/ 10475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8743">
                  <a:moveTo>
                    <a:pt x="33481" y="104755"/>
                  </a:moveTo>
                  <a:cubicBezTo>
                    <a:pt x="51330" y="104755"/>
                    <a:pt x="58288" y="105361"/>
                    <a:pt x="65549" y="108083"/>
                  </a:cubicBezTo>
                  <a:cubicBezTo>
                    <a:pt x="84305" y="114739"/>
                    <a:pt x="96104" y="131983"/>
                    <a:pt x="96104" y="152857"/>
                  </a:cubicBezTo>
                  <a:cubicBezTo>
                    <a:pt x="96104" y="178269"/>
                    <a:pt x="78860" y="197934"/>
                    <a:pt x="56473" y="197934"/>
                  </a:cubicBezTo>
                  <a:cubicBezTo>
                    <a:pt x="48305" y="197934"/>
                    <a:pt x="42254" y="195816"/>
                    <a:pt x="31061" y="188555"/>
                  </a:cubicBezTo>
                  <a:cubicBezTo>
                    <a:pt x="21985" y="183110"/>
                    <a:pt x="16842" y="180992"/>
                    <a:pt x="11699" y="180992"/>
                  </a:cubicBezTo>
                  <a:cubicBezTo>
                    <a:pt x="4741" y="180992"/>
                    <a:pt x="203" y="185228"/>
                    <a:pt x="203" y="191581"/>
                  </a:cubicBezTo>
                  <a:cubicBezTo>
                    <a:pt x="203" y="202169"/>
                    <a:pt x="13212" y="208825"/>
                    <a:pt x="34388" y="208825"/>
                  </a:cubicBezTo>
                  <a:cubicBezTo>
                    <a:pt x="57683" y="208825"/>
                    <a:pt x="81583" y="200959"/>
                    <a:pt x="95801" y="188555"/>
                  </a:cubicBezTo>
                  <a:cubicBezTo>
                    <a:pt x="110020" y="176152"/>
                    <a:pt x="117886" y="158605"/>
                    <a:pt x="117886" y="138336"/>
                  </a:cubicBezTo>
                  <a:cubicBezTo>
                    <a:pt x="117886" y="122907"/>
                    <a:pt x="113045" y="108688"/>
                    <a:pt x="104272" y="99310"/>
                  </a:cubicBezTo>
                  <a:cubicBezTo>
                    <a:pt x="98222" y="92654"/>
                    <a:pt x="92474" y="89024"/>
                    <a:pt x="79162" y="83276"/>
                  </a:cubicBezTo>
                  <a:cubicBezTo>
                    <a:pt x="100037" y="69057"/>
                    <a:pt x="107600" y="57864"/>
                    <a:pt x="107600" y="41527"/>
                  </a:cubicBezTo>
                  <a:cubicBezTo>
                    <a:pt x="107600" y="17023"/>
                    <a:pt x="88238" y="81"/>
                    <a:pt x="60406" y="81"/>
                  </a:cubicBezTo>
                  <a:cubicBezTo>
                    <a:pt x="45279" y="81"/>
                    <a:pt x="31968" y="5224"/>
                    <a:pt x="21077" y="14905"/>
                  </a:cubicBezTo>
                  <a:cubicBezTo>
                    <a:pt x="12001" y="23073"/>
                    <a:pt x="7464" y="30939"/>
                    <a:pt x="808" y="49091"/>
                  </a:cubicBezTo>
                  <a:lnTo>
                    <a:pt x="5346" y="50301"/>
                  </a:lnTo>
                  <a:cubicBezTo>
                    <a:pt x="17749" y="28216"/>
                    <a:pt x="31363" y="18233"/>
                    <a:pt x="50422" y="18233"/>
                  </a:cubicBezTo>
                  <a:cubicBezTo>
                    <a:pt x="70087" y="18233"/>
                    <a:pt x="83700" y="31544"/>
                    <a:pt x="83700" y="50603"/>
                  </a:cubicBezTo>
                  <a:cubicBezTo>
                    <a:pt x="83700" y="61494"/>
                    <a:pt x="79162" y="72385"/>
                    <a:pt x="71599" y="79948"/>
                  </a:cubicBezTo>
                  <a:cubicBezTo>
                    <a:pt x="62523" y="89024"/>
                    <a:pt x="54053" y="93562"/>
                    <a:pt x="33481" y="100823"/>
                  </a:cubicBezTo>
                  <a:lnTo>
                    <a:pt x="33481" y="104755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B49B4D0-C7DF-87A1-7059-5FCD16685509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902065" y="4982771"/>
              <a:ext cx="32067" cy="32067"/>
            </a:xfrm>
            <a:custGeom>
              <a:avLst/>
              <a:gdLst>
                <a:gd name="connsiteX0" fmla="*/ 32276 w 32067"/>
                <a:gd name="connsiteY0" fmla="*/ 16115 h 32067"/>
                <a:gd name="connsiteX1" fmla="*/ 16242 w 32067"/>
                <a:gd name="connsiteY1" fmla="*/ 81 h 32067"/>
                <a:gd name="connsiteX2" fmla="*/ 208 w 32067"/>
                <a:gd name="connsiteY2" fmla="*/ 16115 h 32067"/>
                <a:gd name="connsiteX3" fmla="*/ 16242 w 32067"/>
                <a:gd name="connsiteY3" fmla="*/ 32149 h 32067"/>
                <a:gd name="connsiteX4" fmla="*/ 32276 w 32067"/>
                <a:gd name="connsiteY4" fmla="*/ 16115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276" y="16115"/>
                  </a:moveTo>
                  <a:cubicBezTo>
                    <a:pt x="32276" y="7342"/>
                    <a:pt x="25015" y="81"/>
                    <a:pt x="16242" y="81"/>
                  </a:cubicBezTo>
                  <a:cubicBezTo>
                    <a:pt x="7468" y="81"/>
                    <a:pt x="208" y="7342"/>
                    <a:pt x="208" y="16115"/>
                  </a:cubicBezTo>
                  <a:cubicBezTo>
                    <a:pt x="208" y="24888"/>
                    <a:pt x="7469" y="32149"/>
                    <a:pt x="16242" y="32149"/>
                  </a:cubicBezTo>
                  <a:cubicBezTo>
                    <a:pt x="25015" y="32149"/>
                    <a:pt x="32276" y="24888"/>
                    <a:pt x="32276" y="1611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E59B554-FC62-4FBE-B669-E11B90617F7B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8963789" y="4810331"/>
              <a:ext cx="139162" cy="204508"/>
            </a:xfrm>
            <a:custGeom>
              <a:avLst/>
              <a:gdLst>
                <a:gd name="connsiteX0" fmla="*/ 139373 w 139162"/>
                <a:gd name="connsiteY0" fmla="*/ 134706 h 204508"/>
                <a:gd name="connsiteX1" fmla="*/ 108515 w 139162"/>
                <a:gd name="connsiteY1" fmla="*/ 134706 h 204508"/>
                <a:gd name="connsiteX2" fmla="*/ 108515 w 139162"/>
                <a:gd name="connsiteY2" fmla="*/ 81 h 204508"/>
                <a:gd name="connsiteX3" fmla="*/ 95204 w 139162"/>
                <a:gd name="connsiteY3" fmla="*/ 81 h 204508"/>
                <a:gd name="connsiteX4" fmla="*/ 211 w 139162"/>
                <a:gd name="connsiteY4" fmla="*/ 134706 h 204508"/>
                <a:gd name="connsiteX5" fmla="*/ 211 w 139162"/>
                <a:gd name="connsiteY5" fmla="*/ 154067 h 204508"/>
                <a:gd name="connsiteX6" fmla="*/ 85221 w 139162"/>
                <a:gd name="connsiteY6" fmla="*/ 154067 h 204508"/>
                <a:gd name="connsiteX7" fmla="*/ 85221 w 139162"/>
                <a:gd name="connsiteY7" fmla="*/ 204589 h 204508"/>
                <a:gd name="connsiteX8" fmla="*/ 108515 w 139162"/>
                <a:gd name="connsiteY8" fmla="*/ 204589 h 204508"/>
                <a:gd name="connsiteX9" fmla="*/ 108515 w 139162"/>
                <a:gd name="connsiteY9" fmla="*/ 154067 h 204508"/>
                <a:gd name="connsiteX10" fmla="*/ 139373 w 139162"/>
                <a:gd name="connsiteY10" fmla="*/ 154067 h 204508"/>
                <a:gd name="connsiteX11" fmla="*/ 139373 w 139162"/>
                <a:gd name="connsiteY11" fmla="*/ 134706 h 204508"/>
                <a:gd name="connsiteX12" fmla="*/ 84918 w 139162"/>
                <a:gd name="connsiteY12" fmla="*/ 134706 h 204508"/>
                <a:gd name="connsiteX13" fmla="*/ 12312 w 139162"/>
                <a:gd name="connsiteY13" fmla="*/ 134706 h 204508"/>
                <a:gd name="connsiteX14" fmla="*/ 84918 w 139162"/>
                <a:gd name="connsiteY14" fmla="*/ 30939 h 204508"/>
                <a:gd name="connsiteX15" fmla="*/ 84918 w 139162"/>
                <a:gd name="connsiteY15" fmla="*/ 13470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4508">
                  <a:moveTo>
                    <a:pt x="139373" y="134706"/>
                  </a:moveTo>
                  <a:lnTo>
                    <a:pt x="108515" y="134706"/>
                  </a:lnTo>
                  <a:lnTo>
                    <a:pt x="108515" y="81"/>
                  </a:lnTo>
                  <a:lnTo>
                    <a:pt x="95204" y="81"/>
                  </a:lnTo>
                  <a:lnTo>
                    <a:pt x="211" y="134706"/>
                  </a:lnTo>
                  <a:lnTo>
                    <a:pt x="211" y="154067"/>
                  </a:lnTo>
                  <a:lnTo>
                    <a:pt x="85221" y="154067"/>
                  </a:lnTo>
                  <a:lnTo>
                    <a:pt x="85221" y="204589"/>
                  </a:lnTo>
                  <a:lnTo>
                    <a:pt x="108515" y="204589"/>
                  </a:lnTo>
                  <a:lnTo>
                    <a:pt x="108515" y="154067"/>
                  </a:lnTo>
                  <a:lnTo>
                    <a:pt x="139373" y="154067"/>
                  </a:lnTo>
                  <a:lnTo>
                    <a:pt x="139373" y="134706"/>
                  </a:lnTo>
                  <a:close/>
                  <a:moveTo>
                    <a:pt x="84918" y="134706"/>
                  </a:moveTo>
                  <a:lnTo>
                    <a:pt x="12312" y="134706"/>
                  </a:lnTo>
                  <a:lnTo>
                    <a:pt x="84918" y="30939"/>
                  </a:lnTo>
                  <a:lnTo>
                    <a:pt x="84918" y="134706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A3F951F-189E-0A01-4719-3F34852DBC22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9122275" y="4807911"/>
              <a:ext cx="131296" cy="211163"/>
            </a:xfrm>
            <a:custGeom>
              <a:avLst/>
              <a:gdLst>
                <a:gd name="connsiteX0" fmla="*/ 124857 w 131296"/>
                <a:gd name="connsiteY0" fmla="*/ 81 h 211163"/>
                <a:gd name="connsiteX1" fmla="*/ 50738 w 131296"/>
                <a:gd name="connsiteY1" fmla="*/ 24283 h 211163"/>
                <a:gd name="connsiteX2" fmla="*/ 216 w 131296"/>
                <a:gd name="connsiteY2" fmla="*/ 122605 h 211163"/>
                <a:gd name="connsiteX3" fmla="*/ 21393 w 131296"/>
                <a:gd name="connsiteY3" fmla="*/ 190673 h 211163"/>
                <a:gd name="connsiteX4" fmla="*/ 67982 w 131296"/>
                <a:gd name="connsiteY4" fmla="*/ 211245 h 211163"/>
                <a:gd name="connsiteX5" fmla="*/ 131512 w 131296"/>
                <a:gd name="connsiteY5" fmla="*/ 140756 h 211163"/>
                <a:gd name="connsiteX6" fmla="*/ 74637 w 131296"/>
                <a:gd name="connsiteY6" fmla="*/ 77528 h 211163"/>
                <a:gd name="connsiteX7" fmla="*/ 35914 w 131296"/>
                <a:gd name="connsiteY7" fmla="*/ 91142 h 211163"/>
                <a:gd name="connsiteX8" fmla="*/ 125462 w 131296"/>
                <a:gd name="connsiteY8" fmla="*/ 4922 h 211163"/>
                <a:gd name="connsiteX9" fmla="*/ 124857 w 131296"/>
                <a:gd name="connsiteY9" fmla="*/ 81 h 211163"/>
                <a:gd name="connsiteX10" fmla="*/ 63141 w 131296"/>
                <a:gd name="connsiteY10" fmla="*/ 91444 h 211163"/>
                <a:gd name="connsiteX11" fmla="*/ 104285 w 131296"/>
                <a:gd name="connsiteY11" fmla="*/ 151042 h 211163"/>
                <a:gd name="connsiteX12" fmla="*/ 71309 w 131296"/>
                <a:gd name="connsiteY12" fmla="*/ 202774 h 211163"/>
                <a:gd name="connsiteX13" fmla="*/ 28351 w 131296"/>
                <a:gd name="connsiteY13" fmla="*/ 127445 h 211163"/>
                <a:gd name="connsiteX14" fmla="*/ 36821 w 131296"/>
                <a:gd name="connsiteY14" fmla="*/ 99007 h 211163"/>
                <a:gd name="connsiteX15" fmla="*/ 63141 w 131296"/>
                <a:gd name="connsiteY15" fmla="*/ 91444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1163">
                  <a:moveTo>
                    <a:pt x="124857" y="81"/>
                  </a:moveTo>
                  <a:cubicBezTo>
                    <a:pt x="90369" y="3106"/>
                    <a:pt x="72822" y="8854"/>
                    <a:pt x="50738" y="24283"/>
                  </a:cubicBezTo>
                  <a:cubicBezTo>
                    <a:pt x="18065" y="47578"/>
                    <a:pt x="216" y="82066"/>
                    <a:pt x="216" y="122605"/>
                  </a:cubicBezTo>
                  <a:cubicBezTo>
                    <a:pt x="216" y="148924"/>
                    <a:pt x="8384" y="175547"/>
                    <a:pt x="21393" y="190673"/>
                  </a:cubicBezTo>
                  <a:cubicBezTo>
                    <a:pt x="32889" y="203984"/>
                    <a:pt x="49225" y="211245"/>
                    <a:pt x="67982" y="211245"/>
                  </a:cubicBezTo>
                  <a:cubicBezTo>
                    <a:pt x="105495" y="211245"/>
                    <a:pt x="131512" y="182505"/>
                    <a:pt x="131512" y="140756"/>
                  </a:cubicBezTo>
                  <a:cubicBezTo>
                    <a:pt x="131512" y="102033"/>
                    <a:pt x="109428" y="77528"/>
                    <a:pt x="74637" y="77528"/>
                  </a:cubicBezTo>
                  <a:cubicBezTo>
                    <a:pt x="61326" y="77528"/>
                    <a:pt x="54973" y="79646"/>
                    <a:pt x="35914" y="91142"/>
                  </a:cubicBezTo>
                  <a:cubicBezTo>
                    <a:pt x="44082" y="45460"/>
                    <a:pt x="77965" y="12787"/>
                    <a:pt x="125462" y="4922"/>
                  </a:cubicBezTo>
                  <a:lnTo>
                    <a:pt x="124857" y="81"/>
                  </a:lnTo>
                  <a:close/>
                  <a:moveTo>
                    <a:pt x="63141" y="91444"/>
                  </a:moveTo>
                  <a:cubicBezTo>
                    <a:pt x="89159" y="91444"/>
                    <a:pt x="104285" y="113226"/>
                    <a:pt x="104285" y="151042"/>
                  </a:cubicBezTo>
                  <a:cubicBezTo>
                    <a:pt x="104285" y="184320"/>
                    <a:pt x="92486" y="202774"/>
                    <a:pt x="71309" y="202774"/>
                  </a:cubicBezTo>
                  <a:cubicBezTo>
                    <a:pt x="44687" y="202774"/>
                    <a:pt x="28351" y="174337"/>
                    <a:pt x="28351" y="127445"/>
                  </a:cubicBezTo>
                  <a:cubicBezTo>
                    <a:pt x="28351" y="112016"/>
                    <a:pt x="30771" y="103545"/>
                    <a:pt x="36821" y="99007"/>
                  </a:cubicBezTo>
                  <a:cubicBezTo>
                    <a:pt x="43174" y="94167"/>
                    <a:pt x="52553" y="91444"/>
                    <a:pt x="63141" y="91444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2FC49FF-BB78-85AD-5638-391CEF1D52FB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9267450" y="4810331"/>
              <a:ext cx="139162" cy="204508"/>
            </a:xfrm>
            <a:custGeom>
              <a:avLst/>
              <a:gdLst>
                <a:gd name="connsiteX0" fmla="*/ 139383 w 139162"/>
                <a:gd name="connsiteY0" fmla="*/ 134706 h 204508"/>
                <a:gd name="connsiteX1" fmla="*/ 108525 w 139162"/>
                <a:gd name="connsiteY1" fmla="*/ 134706 h 204508"/>
                <a:gd name="connsiteX2" fmla="*/ 108525 w 139162"/>
                <a:gd name="connsiteY2" fmla="*/ 81 h 204508"/>
                <a:gd name="connsiteX3" fmla="*/ 95214 w 139162"/>
                <a:gd name="connsiteY3" fmla="*/ 81 h 204508"/>
                <a:gd name="connsiteX4" fmla="*/ 221 w 139162"/>
                <a:gd name="connsiteY4" fmla="*/ 134706 h 204508"/>
                <a:gd name="connsiteX5" fmla="*/ 221 w 139162"/>
                <a:gd name="connsiteY5" fmla="*/ 154067 h 204508"/>
                <a:gd name="connsiteX6" fmla="*/ 85231 w 139162"/>
                <a:gd name="connsiteY6" fmla="*/ 154067 h 204508"/>
                <a:gd name="connsiteX7" fmla="*/ 85231 w 139162"/>
                <a:gd name="connsiteY7" fmla="*/ 204589 h 204508"/>
                <a:gd name="connsiteX8" fmla="*/ 108525 w 139162"/>
                <a:gd name="connsiteY8" fmla="*/ 204589 h 204508"/>
                <a:gd name="connsiteX9" fmla="*/ 108525 w 139162"/>
                <a:gd name="connsiteY9" fmla="*/ 154067 h 204508"/>
                <a:gd name="connsiteX10" fmla="*/ 139383 w 139162"/>
                <a:gd name="connsiteY10" fmla="*/ 154067 h 204508"/>
                <a:gd name="connsiteX11" fmla="*/ 139383 w 139162"/>
                <a:gd name="connsiteY11" fmla="*/ 134706 h 204508"/>
                <a:gd name="connsiteX12" fmla="*/ 84928 w 139162"/>
                <a:gd name="connsiteY12" fmla="*/ 134706 h 204508"/>
                <a:gd name="connsiteX13" fmla="*/ 12322 w 139162"/>
                <a:gd name="connsiteY13" fmla="*/ 134706 h 204508"/>
                <a:gd name="connsiteX14" fmla="*/ 84928 w 139162"/>
                <a:gd name="connsiteY14" fmla="*/ 30939 h 204508"/>
                <a:gd name="connsiteX15" fmla="*/ 84928 w 139162"/>
                <a:gd name="connsiteY15" fmla="*/ 13470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4508">
                  <a:moveTo>
                    <a:pt x="139383" y="134706"/>
                  </a:moveTo>
                  <a:lnTo>
                    <a:pt x="108525" y="134706"/>
                  </a:lnTo>
                  <a:lnTo>
                    <a:pt x="108525" y="81"/>
                  </a:lnTo>
                  <a:lnTo>
                    <a:pt x="95214" y="81"/>
                  </a:lnTo>
                  <a:lnTo>
                    <a:pt x="221" y="134706"/>
                  </a:lnTo>
                  <a:lnTo>
                    <a:pt x="221" y="154067"/>
                  </a:lnTo>
                  <a:lnTo>
                    <a:pt x="85231" y="154067"/>
                  </a:lnTo>
                  <a:lnTo>
                    <a:pt x="85231" y="204589"/>
                  </a:lnTo>
                  <a:lnTo>
                    <a:pt x="108525" y="204589"/>
                  </a:lnTo>
                  <a:lnTo>
                    <a:pt x="108525" y="154067"/>
                  </a:lnTo>
                  <a:lnTo>
                    <a:pt x="139383" y="154067"/>
                  </a:lnTo>
                  <a:lnTo>
                    <a:pt x="139383" y="134706"/>
                  </a:lnTo>
                  <a:close/>
                  <a:moveTo>
                    <a:pt x="84928" y="134706"/>
                  </a:moveTo>
                  <a:lnTo>
                    <a:pt x="12322" y="134706"/>
                  </a:lnTo>
                  <a:lnTo>
                    <a:pt x="84928" y="30939"/>
                  </a:lnTo>
                  <a:lnTo>
                    <a:pt x="84928" y="134706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334A1B3-2431-7527-BD50-D15D8A657194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9432895" y="4787944"/>
              <a:ext cx="70186" cy="302526"/>
            </a:xfrm>
            <a:custGeom>
              <a:avLst/>
              <a:gdLst>
                <a:gd name="connsiteX0" fmla="*/ 70412 w 70186"/>
                <a:gd name="connsiteY0" fmla="*/ 151345 h 302526"/>
                <a:gd name="connsiteX1" fmla="*/ 50445 w 70186"/>
                <a:gd name="connsiteY1" fmla="*/ 56956 h 302526"/>
                <a:gd name="connsiteX2" fmla="*/ 3251 w 70186"/>
                <a:gd name="connsiteY2" fmla="*/ 81 h 302526"/>
                <a:gd name="connsiteX3" fmla="*/ 226 w 70186"/>
                <a:gd name="connsiteY3" fmla="*/ 3106 h 302526"/>
                <a:gd name="connsiteX4" fmla="*/ 5974 w 70186"/>
                <a:gd name="connsiteY4" fmla="*/ 10065 h 302526"/>
                <a:gd name="connsiteX5" fmla="*/ 52865 w 70186"/>
                <a:gd name="connsiteY5" fmla="*/ 151345 h 302526"/>
                <a:gd name="connsiteX6" fmla="*/ 4158 w 70186"/>
                <a:gd name="connsiteY6" fmla="*/ 294440 h 302526"/>
                <a:gd name="connsiteX7" fmla="*/ 226 w 70186"/>
                <a:gd name="connsiteY7" fmla="*/ 299583 h 302526"/>
                <a:gd name="connsiteX8" fmla="*/ 3251 w 70186"/>
                <a:gd name="connsiteY8" fmla="*/ 302608 h 302526"/>
                <a:gd name="connsiteX9" fmla="*/ 51353 w 70186"/>
                <a:gd name="connsiteY9" fmla="*/ 243615 h 302526"/>
                <a:gd name="connsiteX10" fmla="*/ 70412 w 70186"/>
                <a:gd name="connsiteY10" fmla="*/ 15134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2526">
                  <a:moveTo>
                    <a:pt x="70412" y="151345"/>
                  </a:moveTo>
                  <a:cubicBezTo>
                    <a:pt x="70412" y="127748"/>
                    <a:pt x="67084" y="91142"/>
                    <a:pt x="50445" y="56956"/>
                  </a:cubicBezTo>
                  <a:cubicBezTo>
                    <a:pt x="32293" y="19745"/>
                    <a:pt x="6276" y="81"/>
                    <a:pt x="3251" y="81"/>
                  </a:cubicBezTo>
                  <a:cubicBezTo>
                    <a:pt x="1436" y="81"/>
                    <a:pt x="226" y="1291"/>
                    <a:pt x="226" y="3106"/>
                  </a:cubicBezTo>
                  <a:cubicBezTo>
                    <a:pt x="226" y="4014"/>
                    <a:pt x="226" y="4619"/>
                    <a:pt x="5974" y="10065"/>
                  </a:cubicBezTo>
                  <a:cubicBezTo>
                    <a:pt x="35621" y="40015"/>
                    <a:pt x="52865" y="88116"/>
                    <a:pt x="52865" y="151345"/>
                  </a:cubicBezTo>
                  <a:cubicBezTo>
                    <a:pt x="52865" y="203077"/>
                    <a:pt x="41672" y="256321"/>
                    <a:pt x="4158" y="294440"/>
                  </a:cubicBezTo>
                  <a:cubicBezTo>
                    <a:pt x="226" y="298070"/>
                    <a:pt x="226" y="298675"/>
                    <a:pt x="226" y="299583"/>
                  </a:cubicBezTo>
                  <a:cubicBezTo>
                    <a:pt x="226" y="301398"/>
                    <a:pt x="1436" y="302608"/>
                    <a:pt x="3251" y="302608"/>
                  </a:cubicBezTo>
                  <a:cubicBezTo>
                    <a:pt x="6276" y="302608"/>
                    <a:pt x="33504" y="282036"/>
                    <a:pt x="51353" y="243615"/>
                  </a:cubicBezTo>
                  <a:cubicBezTo>
                    <a:pt x="66781" y="210337"/>
                    <a:pt x="70412" y="176757"/>
                    <a:pt x="70412" y="15134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E1333B1-CDFB-5118-B4A2-B7A23778F697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592583" y="4838466"/>
              <a:ext cx="201180" cy="201482"/>
            </a:xfrm>
            <a:custGeom>
              <a:avLst/>
              <a:gdLst>
                <a:gd name="connsiteX0" fmla="*/ 107023 w 201180"/>
                <a:gd name="connsiteY0" fmla="*/ 106873 h 201482"/>
                <a:gd name="connsiteX1" fmla="*/ 191428 w 201180"/>
                <a:gd name="connsiteY1" fmla="*/ 106873 h 201482"/>
                <a:gd name="connsiteX2" fmla="*/ 201411 w 201180"/>
                <a:gd name="connsiteY2" fmla="*/ 100823 h 201482"/>
                <a:gd name="connsiteX3" fmla="*/ 191428 w 201180"/>
                <a:gd name="connsiteY3" fmla="*/ 94772 h 201482"/>
                <a:gd name="connsiteX4" fmla="*/ 107023 w 201180"/>
                <a:gd name="connsiteY4" fmla="*/ 94772 h 201482"/>
                <a:gd name="connsiteX5" fmla="*/ 107023 w 201180"/>
                <a:gd name="connsiteY5" fmla="*/ 10065 h 201482"/>
                <a:gd name="connsiteX6" fmla="*/ 100972 w 201180"/>
                <a:gd name="connsiteY6" fmla="*/ 81 h 201482"/>
                <a:gd name="connsiteX7" fmla="*/ 94922 w 201180"/>
                <a:gd name="connsiteY7" fmla="*/ 10065 h 201482"/>
                <a:gd name="connsiteX8" fmla="*/ 94922 w 201180"/>
                <a:gd name="connsiteY8" fmla="*/ 94772 h 201482"/>
                <a:gd name="connsiteX9" fmla="*/ 10214 w 201180"/>
                <a:gd name="connsiteY9" fmla="*/ 94772 h 201482"/>
                <a:gd name="connsiteX10" fmla="*/ 231 w 201180"/>
                <a:gd name="connsiteY10" fmla="*/ 100823 h 201482"/>
                <a:gd name="connsiteX11" fmla="*/ 10214 w 201180"/>
                <a:gd name="connsiteY11" fmla="*/ 106873 h 201482"/>
                <a:gd name="connsiteX12" fmla="*/ 94922 w 201180"/>
                <a:gd name="connsiteY12" fmla="*/ 106873 h 201482"/>
                <a:gd name="connsiteX13" fmla="*/ 94922 w 201180"/>
                <a:gd name="connsiteY13" fmla="*/ 191581 h 201482"/>
                <a:gd name="connsiteX14" fmla="*/ 100972 w 201180"/>
                <a:gd name="connsiteY14" fmla="*/ 201564 h 201482"/>
                <a:gd name="connsiteX15" fmla="*/ 107023 w 201180"/>
                <a:gd name="connsiteY15" fmla="*/ 191581 h 201482"/>
                <a:gd name="connsiteX16" fmla="*/ 107023 w 201180"/>
                <a:gd name="connsiteY16" fmla="*/ 106873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180" h="201482">
                  <a:moveTo>
                    <a:pt x="107023" y="106873"/>
                  </a:moveTo>
                  <a:lnTo>
                    <a:pt x="191428" y="106873"/>
                  </a:lnTo>
                  <a:cubicBezTo>
                    <a:pt x="195663" y="106873"/>
                    <a:pt x="201411" y="106873"/>
                    <a:pt x="201411" y="100823"/>
                  </a:cubicBezTo>
                  <a:cubicBezTo>
                    <a:pt x="201411" y="94772"/>
                    <a:pt x="195663" y="94772"/>
                    <a:pt x="191428" y="94772"/>
                  </a:cubicBezTo>
                  <a:lnTo>
                    <a:pt x="107023" y="94772"/>
                  </a:lnTo>
                  <a:lnTo>
                    <a:pt x="107023" y="10065"/>
                  </a:lnTo>
                  <a:cubicBezTo>
                    <a:pt x="107023" y="5829"/>
                    <a:pt x="107023" y="81"/>
                    <a:pt x="100972" y="81"/>
                  </a:cubicBezTo>
                  <a:cubicBezTo>
                    <a:pt x="94922" y="81"/>
                    <a:pt x="94922" y="5829"/>
                    <a:pt x="94922" y="10065"/>
                  </a:cubicBezTo>
                  <a:lnTo>
                    <a:pt x="94922" y="94772"/>
                  </a:lnTo>
                  <a:lnTo>
                    <a:pt x="10214" y="94772"/>
                  </a:lnTo>
                  <a:cubicBezTo>
                    <a:pt x="5979" y="94772"/>
                    <a:pt x="231" y="94772"/>
                    <a:pt x="231" y="100823"/>
                  </a:cubicBezTo>
                  <a:cubicBezTo>
                    <a:pt x="231" y="106873"/>
                    <a:pt x="5979" y="106873"/>
                    <a:pt x="10214" y="106873"/>
                  </a:cubicBezTo>
                  <a:lnTo>
                    <a:pt x="94922" y="106873"/>
                  </a:lnTo>
                  <a:lnTo>
                    <a:pt x="94922" y="191581"/>
                  </a:lnTo>
                  <a:cubicBezTo>
                    <a:pt x="94922" y="195816"/>
                    <a:pt x="94922" y="201564"/>
                    <a:pt x="100972" y="201564"/>
                  </a:cubicBezTo>
                  <a:cubicBezTo>
                    <a:pt x="107023" y="201564"/>
                    <a:pt x="107023" y="195816"/>
                    <a:pt x="107023" y="191581"/>
                  </a:cubicBezTo>
                  <a:lnTo>
                    <a:pt x="107023" y="10687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0BFA3E2-818A-F0F7-1F74-4421387BAC54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9862834" y="4810331"/>
              <a:ext cx="134624" cy="204508"/>
            </a:xfrm>
            <a:custGeom>
              <a:avLst/>
              <a:gdLst>
                <a:gd name="connsiteX0" fmla="*/ 134864 w 134624"/>
                <a:gd name="connsiteY0" fmla="*/ 163143 h 204508"/>
                <a:gd name="connsiteX1" fmla="*/ 130932 w 134624"/>
                <a:gd name="connsiteY1" fmla="*/ 161631 h 204508"/>
                <a:gd name="connsiteX2" fmla="*/ 102191 w 134624"/>
                <a:gd name="connsiteY2" fmla="*/ 181597 h 204508"/>
                <a:gd name="connsiteX3" fmla="*/ 29888 w 134624"/>
                <a:gd name="connsiteY3" fmla="*/ 181597 h 204508"/>
                <a:gd name="connsiteX4" fmla="*/ 80712 w 134624"/>
                <a:gd name="connsiteY4" fmla="*/ 128353 h 204508"/>
                <a:gd name="connsiteX5" fmla="*/ 119435 w 134624"/>
                <a:gd name="connsiteY5" fmla="*/ 53628 h 204508"/>
                <a:gd name="connsiteX6" fmla="*/ 63468 w 134624"/>
                <a:gd name="connsiteY6" fmla="*/ 81 h 204508"/>
                <a:gd name="connsiteX7" fmla="*/ 19904 w 134624"/>
                <a:gd name="connsiteY7" fmla="*/ 18838 h 204508"/>
                <a:gd name="connsiteX8" fmla="*/ 542 w 134624"/>
                <a:gd name="connsiteY8" fmla="*/ 60284 h 204508"/>
                <a:gd name="connsiteX9" fmla="*/ 6896 w 134624"/>
                <a:gd name="connsiteY9" fmla="*/ 61797 h 204508"/>
                <a:gd name="connsiteX10" fmla="*/ 50762 w 134624"/>
                <a:gd name="connsiteY10" fmla="*/ 22468 h 204508"/>
                <a:gd name="connsiteX11" fmla="*/ 93418 w 134624"/>
                <a:gd name="connsiteY11" fmla="*/ 65124 h 204508"/>
                <a:gd name="connsiteX12" fmla="*/ 54090 w 134624"/>
                <a:gd name="connsiteY12" fmla="*/ 143781 h 204508"/>
                <a:gd name="connsiteX13" fmla="*/ 240 w 134624"/>
                <a:gd name="connsiteY13" fmla="*/ 200959 h 204508"/>
                <a:gd name="connsiteX14" fmla="*/ 240 w 134624"/>
                <a:gd name="connsiteY14" fmla="*/ 204589 h 204508"/>
                <a:gd name="connsiteX15" fmla="*/ 118225 w 134624"/>
                <a:gd name="connsiteY15" fmla="*/ 204589 h 204508"/>
                <a:gd name="connsiteX16" fmla="*/ 134864 w 134624"/>
                <a:gd name="connsiteY16" fmla="*/ 16314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864" y="163143"/>
                  </a:moveTo>
                  <a:lnTo>
                    <a:pt x="130932" y="161631"/>
                  </a:lnTo>
                  <a:cubicBezTo>
                    <a:pt x="119738" y="178875"/>
                    <a:pt x="115805" y="181597"/>
                    <a:pt x="102191" y="181597"/>
                  </a:cubicBezTo>
                  <a:lnTo>
                    <a:pt x="29888" y="181597"/>
                  </a:lnTo>
                  <a:lnTo>
                    <a:pt x="80712" y="128353"/>
                  </a:lnTo>
                  <a:cubicBezTo>
                    <a:pt x="107637" y="100218"/>
                    <a:pt x="119435" y="77226"/>
                    <a:pt x="119435" y="53628"/>
                  </a:cubicBezTo>
                  <a:cubicBezTo>
                    <a:pt x="119435" y="23376"/>
                    <a:pt x="94931" y="81"/>
                    <a:pt x="63468" y="81"/>
                  </a:cubicBezTo>
                  <a:cubicBezTo>
                    <a:pt x="46829" y="81"/>
                    <a:pt x="31098" y="6737"/>
                    <a:pt x="19904" y="18838"/>
                  </a:cubicBezTo>
                  <a:cubicBezTo>
                    <a:pt x="10223" y="29124"/>
                    <a:pt x="5685" y="38805"/>
                    <a:pt x="542" y="60284"/>
                  </a:cubicBezTo>
                  <a:lnTo>
                    <a:pt x="6896" y="61797"/>
                  </a:lnTo>
                  <a:cubicBezTo>
                    <a:pt x="18997" y="32149"/>
                    <a:pt x="29888" y="22468"/>
                    <a:pt x="50762" y="22468"/>
                  </a:cubicBezTo>
                  <a:cubicBezTo>
                    <a:pt x="76174" y="22468"/>
                    <a:pt x="93418" y="39712"/>
                    <a:pt x="93418" y="65124"/>
                  </a:cubicBezTo>
                  <a:cubicBezTo>
                    <a:pt x="93418" y="88722"/>
                    <a:pt x="79502" y="116857"/>
                    <a:pt x="54090" y="143781"/>
                  </a:cubicBezTo>
                  <a:lnTo>
                    <a:pt x="240" y="200959"/>
                  </a:lnTo>
                  <a:lnTo>
                    <a:pt x="240" y="204589"/>
                  </a:lnTo>
                  <a:lnTo>
                    <a:pt x="118225" y="204589"/>
                  </a:lnTo>
                  <a:lnTo>
                    <a:pt x="134864" y="163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DB33345-C6B4-602F-F090-DAD4E7F73A9F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0035539" y="4787944"/>
              <a:ext cx="70186" cy="302526"/>
            </a:xfrm>
            <a:custGeom>
              <a:avLst/>
              <a:gdLst>
                <a:gd name="connsiteX0" fmla="*/ 70431 w 70186"/>
                <a:gd name="connsiteY0" fmla="*/ 299583 h 302526"/>
                <a:gd name="connsiteX1" fmla="*/ 65288 w 70186"/>
                <a:gd name="connsiteY1" fmla="*/ 292927 h 302526"/>
                <a:gd name="connsiteX2" fmla="*/ 17791 w 70186"/>
                <a:gd name="connsiteY2" fmla="*/ 151345 h 302526"/>
                <a:gd name="connsiteX3" fmla="*/ 66498 w 70186"/>
                <a:gd name="connsiteY3" fmla="*/ 8249 h 302526"/>
                <a:gd name="connsiteX4" fmla="*/ 70431 w 70186"/>
                <a:gd name="connsiteY4" fmla="*/ 3106 h 302526"/>
                <a:gd name="connsiteX5" fmla="*/ 67406 w 70186"/>
                <a:gd name="connsiteY5" fmla="*/ 81 h 302526"/>
                <a:gd name="connsiteX6" fmla="*/ 19304 w 70186"/>
                <a:gd name="connsiteY6" fmla="*/ 59074 h 302526"/>
                <a:gd name="connsiteX7" fmla="*/ 245 w 70186"/>
                <a:gd name="connsiteY7" fmla="*/ 151345 h 302526"/>
                <a:gd name="connsiteX8" fmla="*/ 20212 w 70186"/>
                <a:gd name="connsiteY8" fmla="*/ 245733 h 302526"/>
                <a:gd name="connsiteX9" fmla="*/ 67406 w 70186"/>
                <a:gd name="connsiteY9" fmla="*/ 302608 h 302526"/>
                <a:gd name="connsiteX10" fmla="*/ 70431 w 70186"/>
                <a:gd name="connsiteY10" fmla="*/ 299583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2526">
                  <a:moveTo>
                    <a:pt x="70431" y="299583"/>
                  </a:moveTo>
                  <a:cubicBezTo>
                    <a:pt x="70431" y="298675"/>
                    <a:pt x="70431" y="298070"/>
                    <a:pt x="65288" y="292927"/>
                  </a:cubicBezTo>
                  <a:cubicBezTo>
                    <a:pt x="27472" y="254809"/>
                    <a:pt x="17791" y="197631"/>
                    <a:pt x="17791" y="151345"/>
                  </a:cubicBezTo>
                  <a:cubicBezTo>
                    <a:pt x="17791" y="98705"/>
                    <a:pt x="29287" y="46065"/>
                    <a:pt x="66498" y="8249"/>
                  </a:cubicBezTo>
                  <a:cubicBezTo>
                    <a:pt x="70431" y="4619"/>
                    <a:pt x="70431" y="4014"/>
                    <a:pt x="70431" y="3106"/>
                  </a:cubicBezTo>
                  <a:cubicBezTo>
                    <a:pt x="70431" y="989"/>
                    <a:pt x="69221" y="81"/>
                    <a:pt x="67406" y="81"/>
                  </a:cubicBezTo>
                  <a:cubicBezTo>
                    <a:pt x="64381" y="81"/>
                    <a:pt x="37153" y="20653"/>
                    <a:pt x="19304" y="59074"/>
                  </a:cubicBezTo>
                  <a:cubicBezTo>
                    <a:pt x="3875" y="92352"/>
                    <a:pt x="245" y="125932"/>
                    <a:pt x="245" y="151345"/>
                  </a:cubicBezTo>
                  <a:cubicBezTo>
                    <a:pt x="245" y="174942"/>
                    <a:pt x="3573" y="211547"/>
                    <a:pt x="20212" y="245733"/>
                  </a:cubicBezTo>
                  <a:cubicBezTo>
                    <a:pt x="38363" y="282944"/>
                    <a:pt x="64381" y="302608"/>
                    <a:pt x="67406" y="302608"/>
                  </a:cubicBezTo>
                  <a:cubicBezTo>
                    <a:pt x="69221" y="302608"/>
                    <a:pt x="70431" y="301700"/>
                    <a:pt x="70431" y="299583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F01AEB-C2A7-50C4-D0CA-D24F088C43BF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132481" y="4810331"/>
              <a:ext cx="134624" cy="204508"/>
            </a:xfrm>
            <a:custGeom>
              <a:avLst/>
              <a:gdLst>
                <a:gd name="connsiteX0" fmla="*/ 134873 w 134624"/>
                <a:gd name="connsiteY0" fmla="*/ 163143 h 204508"/>
                <a:gd name="connsiteX1" fmla="*/ 130940 w 134624"/>
                <a:gd name="connsiteY1" fmla="*/ 161631 h 204508"/>
                <a:gd name="connsiteX2" fmla="*/ 102200 w 134624"/>
                <a:gd name="connsiteY2" fmla="*/ 181597 h 204508"/>
                <a:gd name="connsiteX3" fmla="*/ 29896 w 134624"/>
                <a:gd name="connsiteY3" fmla="*/ 181597 h 204508"/>
                <a:gd name="connsiteX4" fmla="*/ 80721 w 134624"/>
                <a:gd name="connsiteY4" fmla="*/ 128353 h 204508"/>
                <a:gd name="connsiteX5" fmla="*/ 119444 w 134624"/>
                <a:gd name="connsiteY5" fmla="*/ 53628 h 204508"/>
                <a:gd name="connsiteX6" fmla="*/ 63477 w 134624"/>
                <a:gd name="connsiteY6" fmla="*/ 81 h 204508"/>
                <a:gd name="connsiteX7" fmla="*/ 19913 w 134624"/>
                <a:gd name="connsiteY7" fmla="*/ 18838 h 204508"/>
                <a:gd name="connsiteX8" fmla="*/ 551 w 134624"/>
                <a:gd name="connsiteY8" fmla="*/ 60284 h 204508"/>
                <a:gd name="connsiteX9" fmla="*/ 6904 w 134624"/>
                <a:gd name="connsiteY9" fmla="*/ 61797 h 204508"/>
                <a:gd name="connsiteX10" fmla="*/ 50771 w 134624"/>
                <a:gd name="connsiteY10" fmla="*/ 22468 h 204508"/>
                <a:gd name="connsiteX11" fmla="*/ 93427 w 134624"/>
                <a:gd name="connsiteY11" fmla="*/ 65124 h 204508"/>
                <a:gd name="connsiteX12" fmla="*/ 54099 w 134624"/>
                <a:gd name="connsiteY12" fmla="*/ 143781 h 204508"/>
                <a:gd name="connsiteX13" fmla="*/ 249 w 134624"/>
                <a:gd name="connsiteY13" fmla="*/ 200959 h 204508"/>
                <a:gd name="connsiteX14" fmla="*/ 249 w 134624"/>
                <a:gd name="connsiteY14" fmla="*/ 204589 h 204508"/>
                <a:gd name="connsiteX15" fmla="*/ 118234 w 134624"/>
                <a:gd name="connsiteY15" fmla="*/ 204589 h 204508"/>
                <a:gd name="connsiteX16" fmla="*/ 134873 w 134624"/>
                <a:gd name="connsiteY16" fmla="*/ 16314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873" y="163143"/>
                  </a:moveTo>
                  <a:lnTo>
                    <a:pt x="130940" y="161631"/>
                  </a:lnTo>
                  <a:cubicBezTo>
                    <a:pt x="119747" y="178875"/>
                    <a:pt x="115814" y="181597"/>
                    <a:pt x="102200" y="181597"/>
                  </a:cubicBezTo>
                  <a:lnTo>
                    <a:pt x="29896" y="181597"/>
                  </a:lnTo>
                  <a:lnTo>
                    <a:pt x="80721" y="128353"/>
                  </a:lnTo>
                  <a:cubicBezTo>
                    <a:pt x="107646" y="100218"/>
                    <a:pt x="119444" y="77226"/>
                    <a:pt x="119444" y="53628"/>
                  </a:cubicBezTo>
                  <a:cubicBezTo>
                    <a:pt x="119444" y="23376"/>
                    <a:pt x="94940" y="81"/>
                    <a:pt x="63477" y="81"/>
                  </a:cubicBezTo>
                  <a:cubicBezTo>
                    <a:pt x="46838" y="81"/>
                    <a:pt x="31107" y="6737"/>
                    <a:pt x="19913" y="18838"/>
                  </a:cubicBezTo>
                  <a:cubicBezTo>
                    <a:pt x="10232" y="29124"/>
                    <a:pt x="5694" y="38805"/>
                    <a:pt x="551" y="60284"/>
                  </a:cubicBezTo>
                  <a:lnTo>
                    <a:pt x="6904" y="61797"/>
                  </a:lnTo>
                  <a:cubicBezTo>
                    <a:pt x="19005" y="32149"/>
                    <a:pt x="29896" y="22468"/>
                    <a:pt x="50771" y="22468"/>
                  </a:cubicBezTo>
                  <a:cubicBezTo>
                    <a:pt x="76183" y="22468"/>
                    <a:pt x="93427" y="39712"/>
                    <a:pt x="93427" y="65124"/>
                  </a:cubicBezTo>
                  <a:cubicBezTo>
                    <a:pt x="93427" y="88722"/>
                    <a:pt x="79511" y="116857"/>
                    <a:pt x="54099" y="143781"/>
                  </a:cubicBezTo>
                  <a:lnTo>
                    <a:pt x="249" y="200959"/>
                  </a:lnTo>
                  <a:lnTo>
                    <a:pt x="249" y="204589"/>
                  </a:lnTo>
                  <a:lnTo>
                    <a:pt x="118234" y="204589"/>
                  </a:lnTo>
                  <a:lnTo>
                    <a:pt x="134873" y="163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4E538F-9D83-60F2-638F-D9742F2E17C6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301253" y="4982771"/>
              <a:ext cx="32067" cy="32067"/>
            </a:xfrm>
            <a:custGeom>
              <a:avLst/>
              <a:gdLst>
                <a:gd name="connsiteX0" fmla="*/ 32322 w 32067"/>
                <a:gd name="connsiteY0" fmla="*/ 16115 h 32067"/>
                <a:gd name="connsiteX1" fmla="*/ 16288 w 32067"/>
                <a:gd name="connsiteY1" fmla="*/ 81 h 32067"/>
                <a:gd name="connsiteX2" fmla="*/ 254 w 32067"/>
                <a:gd name="connsiteY2" fmla="*/ 16115 h 32067"/>
                <a:gd name="connsiteX3" fmla="*/ 16288 w 32067"/>
                <a:gd name="connsiteY3" fmla="*/ 32149 h 32067"/>
                <a:gd name="connsiteX4" fmla="*/ 32322 w 32067"/>
                <a:gd name="connsiteY4" fmla="*/ 16115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322" y="16115"/>
                  </a:moveTo>
                  <a:cubicBezTo>
                    <a:pt x="32322" y="7342"/>
                    <a:pt x="25061" y="81"/>
                    <a:pt x="16288" y="81"/>
                  </a:cubicBezTo>
                  <a:cubicBezTo>
                    <a:pt x="7514" y="81"/>
                    <a:pt x="254" y="7342"/>
                    <a:pt x="254" y="16115"/>
                  </a:cubicBezTo>
                  <a:cubicBezTo>
                    <a:pt x="254" y="24888"/>
                    <a:pt x="7514" y="32149"/>
                    <a:pt x="16288" y="32149"/>
                  </a:cubicBezTo>
                  <a:cubicBezTo>
                    <a:pt x="25061" y="32149"/>
                    <a:pt x="32322" y="24888"/>
                    <a:pt x="32322" y="1611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69584BA-39A9-BA8F-2CA7-E45E44A7116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0362977" y="4810331"/>
              <a:ext cx="139162" cy="204508"/>
            </a:xfrm>
            <a:custGeom>
              <a:avLst/>
              <a:gdLst>
                <a:gd name="connsiteX0" fmla="*/ 139419 w 139162"/>
                <a:gd name="connsiteY0" fmla="*/ 134706 h 204508"/>
                <a:gd name="connsiteX1" fmla="*/ 108561 w 139162"/>
                <a:gd name="connsiteY1" fmla="*/ 134706 h 204508"/>
                <a:gd name="connsiteX2" fmla="*/ 108561 w 139162"/>
                <a:gd name="connsiteY2" fmla="*/ 81 h 204508"/>
                <a:gd name="connsiteX3" fmla="*/ 95250 w 139162"/>
                <a:gd name="connsiteY3" fmla="*/ 81 h 204508"/>
                <a:gd name="connsiteX4" fmla="*/ 257 w 139162"/>
                <a:gd name="connsiteY4" fmla="*/ 134706 h 204508"/>
                <a:gd name="connsiteX5" fmla="*/ 257 w 139162"/>
                <a:gd name="connsiteY5" fmla="*/ 154067 h 204508"/>
                <a:gd name="connsiteX6" fmla="*/ 85267 w 139162"/>
                <a:gd name="connsiteY6" fmla="*/ 154067 h 204508"/>
                <a:gd name="connsiteX7" fmla="*/ 85267 w 139162"/>
                <a:gd name="connsiteY7" fmla="*/ 204589 h 204508"/>
                <a:gd name="connsiteX8" fmla="*/ 108561 w 139162"/>
                <a:gd name="connsiteY8" fmla="*/ 204589 h 204508"/>
                <a:gd name="connsiteX9" fmla="*/ 108561 w 139162"/>
                <a:gd name="connsiteY9" fmla="*/ 154067 h 204508"/>
                <a:gd name="connsiteX10" fmla="*/ 139419 w 139162"/>
                <a:gd name="connsiteY10" fmla="*/ 154067 h 204508"/>
                <a:gd name="connsiteX11" fmla="*/ 139419 w 139162"/>
                <a:gd name="connsiteY11" fmla="*/ 134706 h 204508"/>
                <a:gd name="connsiteX12" fmla="*/ 84964 w 139162"/>
                <a:gd name="connsiteY12" fmla="*/ 134706 h 204508"/>
                <a:gd name="connsiteX13" fmla="*/ 12358 w 139162"/>
                <a:gd name="connsiteY13" fmla="*/ 134706 h 204508"/>
                <a:gd name="connsiteX14" fmla="*/ 84964 w 139162"/>
                <a:gd name="connsiteY14" fmla="*/ 30939 h 204508"/>
                <a:gd name="connsiteX15" fmla="*/ 84964 w 139162"/>
                <a:gd name="connsiteY15" fmla="*/ 134706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4508">
                  <a:moveTo>
                    <a:pt x="139419" y="134706"/>
                  </a:moveTo>
                  <a:lnTo>
                    <a:pt x="108561" y="134706"/>
                  </a:lnTo>
                  <a:lnTo>
                    <a:pt x="108561" y="81"/>
                  </a:lnTo>
                  <a:lnTo>
                    <a:pt x="95250" y="81"/>
                  </a:lnTo>
                  <a:lnTo>
                    <a:pt x="257" y="134706"/>
                  </a:lnTo>
                  <a:lnTo>
                    <a:pt x="257" y="154067"/>
                  </a:lnTo>
                  <a:lnTo>
                    <a:pt x="85267" y="154067"/>
                  </a:lnTo>
                  <a:lnTo>
                    <a:pt x="85267" y="204589"/>
                  </a:lnTo>
                  <a:lnTo>
                    <a:pt x="108561" y="204589"/>
                  </a:lnTo>
                  <a:lnTo>
                    <a:pt x="108561" y="154067"/>
                  </a:lnTo>
                  <a:lnTo>
                    <a:pt x="139419" y="154067"/>
                  </a:lnTo>
                  <a:lnTo>
                    <a:pt x="139419" y="134706"/>
                  </a:lnTo>
                  <a:close/>
                  <a:moveTo>
                    <a:pt x="84964" y="134706"/>
                  </a:moveTo>
                  <a:lnTo>
                    <a:pt x="12358" y="134706"/>
                  </a:lnTo>
                  <a:lnTo>
                    <a:pt x="84964" y="30939"/>
                  </a:lnTo>
                  <a:lnTo>
                    <a:pt x="84964" y="134706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181B63D-D3D8-219E-C8E2-3EFA1AC9C8E1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0520859" y="4806700"/>
              <a:ext cx="122825" cy="212373"/>
            </a:xfrm>
            <a:custGeom>
              <a:avLst/>
              <a:gdLst>
                <a:gd name="connsiteX0" fmla="*/ 45338 w 122825"/>
                <a:gd name="connsiteY0" fmla="*/ 31847 h 212373"/>
                <a:gd name="connsiteX1" fmla="*/ 104633 w 122825"/>
                <a:gd name="connsiteY1" fmla="*/ 31847 h 212373"/>
                <a:gd name="connsiteX2" fmla="*/ 111591 w 122825"/>
                <a:gd name="connsiteY2" fmla="*/ 29124 h 212373"/>
                <a:gd name="connsiteX3" fmla="*/ 123087 w 122825"/>
                <a:gd name="connsiteY3" fmla="*/ 2199 h 212373"/>
                <a:gd name="connsiteX4" fmla="*/ 120365 w 122825"/>
                <a:gd name="connsiteY4" fmla="*/ 81 h 212373"/>
                <a:gd name="connsiteX5" fmla="*/ 106448 w 122825"/>
                <a:gd name="connsiteY5" fmla="*/ 7947 h 212373"/>
                <a:gd name="connsiteX6" fmla="*/ 43220 w 122825"/>
                <a:gd name="connsiteY6" fmla="*/ 7947 h 212373"/>
                <a:gd name="connsiteX7" fmla="*/ 10245 w 122825"/>
                <a:gd name="connsiteY7" fmla="*/ 79646 h 212373"/>
                <a:gd name="connsiteX8" fmla="*/ 9942 w 122825"/>
                <a:gd name="connsiteY8" fmla="*/ 81158 h 212373"/>
                <a:gd name="connsiteX9" fmla="*/ 13573 w 122825"/>
                <a:gd name="connsiteY9" fmla="*/ 83579 h 212373"/>
                <a:gd name="connsiteX10" fmla="*/ 47758 w 122825"/>
                <a:gd name="connsiteY10" fmla="*/ 89629 h 212373"/>
                <a:gd name="connsiteX11" fmla="*/ 98583 w 122825"/>
                <a:gd name="connsiteY11" fmla="*/ 149529 h 212373"/>
                <a:gd name="connsiteX12" fmla="*/ 56532 w 122825"/>
                <a:gd name="connsiteY12" fmla="*/ 201262 h 212373"/>
                <a:gd name="connsiteX13" fmla="*/ 36262 w 122825"/>
                <a:gd name="connsiteY13" fmla="*/ 192488 h 212373"/>
                <a:gd name="connsiteX14" fmla="*/ 13270 w 122825"/>
                <a:gd name="connsiteY14" fmla="*/ 182505 h 212373"/>
                <a:gd name="connsiteX15" fmla="*/ 262 w 122825"/>
                <a:gd name="connsiteY15" fmla="*/ 193698 h 212373"/>
                <a:gd name="connsiteX16" fmla="*/ 37170 w 122825"/>
                <a:gd name="connsiteY16" fmla="*/ 212455 h 212373"/>
                <a:gd name="connsiteX17" fmla="*/ 99490 w 122825"/>
                <a:gd name="connsiteY17" fmla="*/ 188858 h 212373"/>
                <a:gd name="connsiteX18" fmla="*/ 119760 w 122825"/>
                <a:gd name="connsiteY18" fmla="*/ 135008 h 212373"/>
                <a:gd name="connsiteX19" fmla="*/ 98885 w 122825"/>
                <a:gd name="connsiteY19" fmla="*/ 84184 h 212373"/>
                <a:gd name="connsiteX20" fmla="*/ 32632 w 122825"/>
                <a:gd name="connsiteY20" fmla="*/ 57561 h 212373"/>
                <a:gd name="connsiteX21" fmla="*/ 45338 w 122825"/>
                <a:gd name="connsiteY21" fmla="*/ 31847 h 21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825" h="212373">
                  <a:moveTo>
                    <a:pt x="45338" y="31847"/>
                  </a:moveTo>
                  <a:lnTo>
                    <a:pt x="104633" y="31847"/>
                  </a:lnTo>
                  <a:cubicBezTo>
                    <a:pt x="109474" y="31847"/>
                    <a:pt x="110684" y="31241"/>
                    <a:pt x="111591" y="29124"/>
                  </a:cubicBezTo>
                  <a:lnTo>
                    <a:pt x="123087" y="2199"/>
                  </a:lnTo>
                  <a:lnTo>
                    <a:pt x="120365" y="81"/>
                  </a:lnTo>
                  <a:cubicBezTo>
                    <a:pt x="115827" y="6434"/>
                    <a:pt x="112802" y="7947"/>
                    <a:pt x="106448" y="7947"/>
                  </a:cubicBezTo>
                  <a:lnTo>
                    <a:pt x="43220" y="7947"/>
                  </a:lnTo>
                  <a:lnTo>
                    <a:pt x="10245" y="79646"/>
                  </a:lnTo>
                  <a:cubicBezTo>
                    <a:pt x="9942" y="80251"/>
                    <a:pt x="9942" y="80553"/>
                    <a:pt x="9942" y="81158"/>
                  </a:cubicBezTo>
                  <a:cubicBezTo>
                    <a:pt x="9942" y="82671"/>
                    <a:pt x="11153" y="83579"/>
                    <a:pt x="13573" y="83579"/>
                  </a:cubicBezTo>
                  <a:cubicBezTo>
                    <a:pt x="23254" y="83579"/>
                    <a:pt x="35355" y="85696"/>
                    <a:pt x="47758" y="89629"/>
                  </a:cubicBezTo>
                  <a:cubicBezTo>
                    <a:pt x="82549" y="100823"/>
                    <a:pt x="98583" y="119579"/>
                    <a:pt x="98583" y="149529"/>
                  </a:cubicBezTo>
                  <a:cubicBezTo>
                    <a:pt x="98583" y="178572"/>
                    <a:pt x="80129" y="201262"/>
                    <a:pt x="56532" y="201262"/>
                  </a:cubicBezTo>
                  <a:cubicBezTo>
                    <a:pt x="50481" y="201262"/>
                    <a:pt x="45338" y="199144"/>
                    <a:pt x="36262" y="192488"/>
                  </a:cubicBezTo>
                  <a:cubicBezTo>
                    <a:pt x="26581" y="185530"/>
                    <a:pt x="19623" y="182505"/>
                    <a:pt x="13270" y="182505"/>
                  </a:cubicBezTo>
                  <a:cubicBezTo>
                    <a:pt x="4497" y="182505"/>
                    <a:pt x="262" y="186135"/>
                    <a:pt x="262" y="193698"/>
                  </a:cubicBezTo>
                  <a:cubicBezTo>
                    <a:pt x="262" y="205194"/>
                    <a:pt x="14480" y="212455"/>
                    <a:pt x="37170" y="212455"/>
                  </a:cubicBezTo>
                  <a:cubicBezTo>
                    <a:pt x="62582" y="212455"/>
                    <a:pt x="84364" y="204287"/>
                    <a:pt x="99490" y="188858"/>
                  </a:cubicBezTo>
                  <a:cubicBezTo>
                    <a:pt x="113407" y="175244"/>
                    <a:pt x="119760" y="158000"/>
                    <a:pt x="119760" y="135008"/>
                  </a:cubicBezTo>
                  <a:cubicBezTo>
                    <a:pt x="119760" y="113226"/>
                    <a:pt x="114012" y="99310"/>
                    <a:pt x="98885" y="84184"/>
                  </a:cubicBezTo>
                  <a:cubicBezTo>
                    <a:pt x="85574" y="70872"/>
                    <a:pt x="68330" y="63914"/>
                    <a:pt x="32632" y="57561"/>
                  </a:cubicBezTo>
                  <a:lnTo>
                    <a:pt x="45338" y="31847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0074054-4134-E279-B27A-EA11C875A61B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0673294" y="4807911"/>
              <a:ext cx="131296" cy="211163"/>
            </a:xfrm>
            <a:custGeom>
              <a:avLst/>
              <a:gdLst>
                <a:gd name="connsiteX0" fmla="*/ 124908 w 131296"/>
                <a:gd name="connsiteY0" fmla="*/ 81 h 211163"/>
                <a:gd name="connsiteX1" fmla="*/ 50788 w 131296"/>
                <a:gd name="connsiteY1" fmla="*/ 24283 h 211163"/>
                <a:gd name="connsiteX2" fmla="*/ 267 w 131296"/>
                <a:gd name="connsiteY2" fmla="*/ 122605 h 211163"/>
                <a:gd name="connsiteX3" fmla="*/ 21443 w 131296"/>
                <a:gd name="connsiteY3" fmla="*/ 190673 h 211163"/>
                <a:gd name="connsiteX4" fmla="*/ 68033 w 131296"/>
                <a:gd name="connsiteY4" fmla="*/ 211245 h 211163"/>
                <a:gd name="connsiteX5" fmla="*/ 131563 w 131296"/>
                <a:gd name="connsiteY5" fmla="*/ 140756 h 211163"/>
                <a:gd name="connsiteX6" fmla="*/ 74688 w 131296"/>
                <a:gd name="connsiteY6" fmla="*/ 77528 h 211163"/>
                <a:gd name="connsiteX7" fmla="*/ 35965 w 131296"/>
                <a:gd name="connsiteY7" fmla="*/ 91142 h 211163"/>
                <a:gd name="connsiteX8" fmla="*/ 125513 w 131296"/>
                <a:gd name="connsiteY8" fmla="*/ 4922 h 211163"/>
                <a:gd name="connsiteX9" fmla="*/ 124908 w 131296"/>
                <a:gd name="connsiteY9" fmla="*/ 81 h 211163"/>
                <a:gd name="connsiteX10" fmla="*/ 63192 w 131296"/>
                <a:gd name="connsiteY10" fmla="*/ 91444 h 211163"/>
                <a:gd name="connsiteX11" fmla="*/ 104336 w 131296"/>
                <a:gd name="connsiteY11" fmla="*/ 151042 h 211163"/>
                <a:gd name="connsiteX12" fmla="*/ 71360 w 131296"/>
                <a:gd name="connsiteY12" fmla="*/ 202774 h 211163"/>
                <a:gd name="connsiteX13" fmla="*/ 28401 w 131296"/>
                <a:gd name="connsiteY13" fmla="*/ 127445 h 211163"/>
                <a:gd name="connsiteX14" fmla="*/ 36872 w 131296"/>
                <a:gd name="connsiteY14" fmla="*/ 99007 h 211163"/>
                <a:gd name="connsiteX15" fmla="*/ 63192 w 131296"/>
                <a:gd name="connsiteY15" fmla="*/ 91444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1163">
                  <a:moveTo>
                    <a:pt x="124908" y="81"/>
                  </a:moveTo>
                  <a:cubicBezTo>
                    <a:pt x="90419" y="3106"/>
                    <a:pt x="72873" y="8854"/>
                    <a:pt x="50788" y="24283"/>
                  </a:cubicBezTo>
                  <a:cubicBezTo>
                    <a:pt x="18116" y="47578"/>
                    <a:pt x="267" y="82066"/>
                    <a:pt x="267" y="122605"/>
                  </a:cubicBezTo>
                  <a:cubicBezTo>
                    <a:pt x="267" y="148924"/>
                    <a:pt x="8435" y="175547"/>
                    <a:pt x="21443" y="190673"/>
                  </a:cubicBezTo>
                  <a:cubicBezTo>
                    <a:pt x="32939" y="203984"/>
                    <a:pt x="49276" y="211245"/>
                    <a:pt x="68033" y="211245"/>
                  </a:cubicBezTo>
                  <a:cubicBezTo>
                    <a:pt x="105546" y="211245"/>
                    <a:pt x="131563" y="182505"/>
                    <a:pt x="131563" y="140756"/>
                  </a:cubicBezTo>
                  <a:cubicBezTo>
                    <a:pt x="131563" y="102033"/>
                    <a:pt x="109479" y="77528"/>
                    <a:pt x="74688" y="77528"/>
                  </a:cubicBezTo>
                  <a:cubicBezTo>
                    <a:pt x="61377" y="77528"/>
                    <a:pt x="55024" y="79646"/>
                    <a:pt x="35965" y="91142"/>
                  </a:cubicBezTo>
                  <a:cubicBezTo>
                    <a:pt x="44133" y="45460"/>
                    <a:pt x="78016" y="12787"/>
                    <a:pt x="125513" y="4922"/>
                  </a:cubicBezTo>
                  <a:lnTo>
                    <a:pt x="124908" y="81"/>
                  </a:lnTo>
                  <a:close/>
                  <a:moveTo>
                    <a:pt x="63192" y="91444"/>
                  </a:moveTo>
                  <a:cubicBezTo>
                    <a:pt x="89209" y="91444"/>
                    <a:pt x="104336" y="113226"/>
                    <a:pt x="104336" y="151042"/>
                  </a:cubicBezTo>
                  <a:cubicBezTo>
                    <a:pt x="104336" y="184320"/>
                    <a:pt x="92537" y="202774"/>
                    <a:pt x="71360" y="202774"/>
                  </a:cubicBezTo>
                  <a:cubicBezTo>
                    <a:pt x="44738" y="202774"/>
                    <a:pt x="28401" y="174337"/>
                    <a:pt x="28401" y="127445"/>
                  </a:cubicBezTo>
                  <a:cubicBezTo>
                    <a:pt x="28401" y="112016"/>
                    <a:pt x="30822" y="103545"/>
                    <a:pt x="36872" y="99007"/>
                  </a:cubicBezTo>
                  <a:cubicBezTo>
                    <a:pt x="43225" y="94167"/>
                    <a:pt x="52604" y="91444"/>
                    <a:pt x="63192" y="91444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F1F1EFA-7A2E-B0B3-121F-F055B2CB3FC3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0832083" y="4787944"/>
              <a:ext cx="70186" cy="302526"/>
            </a:xfrm>
            <a:custGeom>
              <a:avLst/>
              <a:gdLst>
                <a:gd name="connsiteX0" fmla="*/ 70458 w 70186"/>
                <a:gd name="connsiteY0" fmla="*/ 151345 h 302526"/>
                <a:gd name="connsiteX1" fmla="*/ 50491 w 70186"/>
                <a:gd name="connsiteY1" fmla="*/ 56956 h 302526"/>
                <a:gd name="connsiteX2" fmla="*/ 3297 w 70186"/>
                <a:gd name="connsiteY2" fmla="*/ 81 h 302526"/>
                <a:gd name="connsiteX3" fmla="*/ 271 w 70186"/>
                <a:gd name="connsiteY3" fmla="*/ 3106 h 302526"/>
                <a:gd name="connsiteX4" fmla="*/ 6019 w 70186"/>
                <a:gd name="connsiteY4" fmla="*/ 10065 h 302526"/>
                <a:gd name="connsiteX5" fmla="*/ 52911 w 70186"/>
                <a:gd name="connsiteY5" fmla="*/ 151345 h 302526"/>
                <a:gd name="connsiteX6" fmla="*/ 4204 w 70186"/>
                <a:gd name="connsiteY6" fmla="*/ 294440 h 302526"/>
                <a:gd name="connsiteX7" fmla="*/ 271 w 70186"/>
                <a:gd name="connsiteY7" fmla="*/ 299583 h 302526"/>
                <a:gd name="connsiteX8" fmla="*/ 3297 w 70186"/>
                <a:gd name="connsiteY8" fmla="*/ 302608 h 302526"/>
                <a:gd name="connsiteX9" fmla="*/ 51399 w 70186"/>
                <a:gd name="connsiteY9" fmla="*/ 243615 h 302526"/>
                <a:gd name="connsiteX10" fmla="*/ 70458 w 70186"/>
                <a:gd name="connsiteY10" fmla="*/ 151345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86" h="302526">
                  <a:moveTo>
                    <a:pt x="70458" y="151345"/>
                  </a:moveTo>
                  <a:cubicBezTo>
                    <a:pt x="70458" y="127748"/>
                    <a:pt x="67130" y="91142"/>
                    <a:pt x="50491" y="56956"/>
                  </a:cubicBezTo>
                  <a:cubicBezTo>
                    <a:pt x="32339" y="19745"/>
                    <a:pt x="6322" y="81"/>
                    <a:pt x="3297" y="81"/>
                  </a:cubicBezTo>
                  <a:cubicBezTo>
                    <a:pt x="1482" y="81"/>
                    <a:pt x="271" y="1291"/>
                    <a:pt x="271" y="3106"/>
                  </a:cubicBezTo>
                  <a:cubicBezTo>
                    <a:pt x="271" y="4014"/>
                    <a:pt x="271" y="4619"/>
                    <a:pt x="6019" y="10065"/>
                  </a:cubicBezTo>
                  <a:cubicBezTo>
                    <a:pt x="35667" y="40015"/>
                    <a:pt x="52911" y="88116"/>
                    <a:pt x="52911" y="151345"/>
                  </a:cubicBezTo>
                  <a:cubicBezTo>
                    <a:pt x="52911" y="203077"/>
                    <a:pt x="41718" y="256321"/>
                    <a:pt x="4204" y="294440"/>
                  </a:cubicBezTo>
                  <a:cubicBezTo>
                    <a:pt x="271" y="298070"/>
                    <a:pt x="271" y="298675"/>
                    <a:pt x="271" y="299583"/>
                  </a:cubicBezTo>
                  <a:cubicBezTo>
                    <a:pt x="271" y="301398"/>
                    <a:pt x="1482" y="302608"/>
                    <a:pt x="3297" y="302608"/>
                  </a:cubicBezTo>
                  <a:cubicBezTo>
                    <a:pt x="6322" y="302608"/>
                    <a:pt x="33549" y="282036"/>
                    <a:pt x="51399" y="243615"/>
                  </a:cubicBezTo>
                  <a:cubicBezTo>
                    <a:pt x="66827" y="210337"/>
                    <a:pt x="70458" y="176757"/>
                    <a:pt x="70458" y="15134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E44869E-86E5-215B-31D9-40505F98C67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0991772" y="4838466"/>
              <a:ext cx="201180" cy="201482"/>
            </a:xfrm>
            <a:custGeom>
              <a:avLst/>
              <a:gdLst>
                <a:gd name="connsiteX0" fmla="*/ 107069 w 201180"/>
                <a:gd name="connsiteY0" fmla="*/ 106873 h 201482"/>
                <a:gd name="connsiteX1" fmla="*/ 191474 w 201180"/>
                <a:gd name="connsiteY1" fmla="*/ 106873 h 201482"/>
                <a:gd name="connsiteX2" fmla="*/ 201457 w 201180"/>
                <a:gd name="connsiteY2" fmla="*/ 100823 h 201482"/>
                <a:gd name="connsiteX3" fmla="*/ 191474 w 201180"/>
                <a:gd name="connsiteY3" fmla="*/ 94772 h 201482"/>
                <a:gd name="connsiteX4" fmla="*/ 107069 w 201180"/>
                <a:gd name="connsiteY4" fmla="*/ 94772 h 201482"/>
                <a:gd name="connsiteX5" fmla="*/ 107069 w 201180"/>
                <a:gd name="connsiteY5" fmla="*/ 10065 h 201482"/>
                <a:gd name="connsiteX6" fmla="*/ 101018 w 201180"/>
                <a:gd name="connsiteY6" fmla="*/ 81 h 201482"/>
                <a:gd name="connsiteX7" fmla="*/ 94968 w 201180"/>
                <a:gd name="connsiteY7" fmla="*/ 10065 h 201482"/>
                <a:gd name="connsiteX8" fmla="*/ 94968 w 201180"/>
                <a:gd name="connsiteY8" fmla="*/ 94772 h 201482"/>
                <a:gd name="connsiteX9" fmla="*/ 10260 w 201180"/>
                <a:gd name="connsiteY9" fmla="*/ 94772 h 201482"/>
                <a:gd name="connsiteX10" fmla="*/ 277 w 201180"/>
                <a:gd name="connsiteY10" fmla="*/ 100823 h 201482"/>
                <a:gd name="connsiteX11" fmla="*/ 10260 w 201180"/>
                <a:gd name="connsiteY11" fmla="*/ 106873 h 201482"/>
                <a:gd name="connsiteX12" fmla="*/ 94968 w 201180"/>
                <a:gd name="connsiteY12" fmla="*/ 106873 h 201482"/>
                <a:gd name="connsiteX13" fmla="*/ 94968 w 201180"/>
                <a:gd name="connsiteY13" fmla="*/ 191581 h 201482"/>
                <a:gd name="connsiteX14" fmla="*/ 101018 w 201180"/>
                <a:gd name="connsiteY14" fmla="*/ 201564 h 201482"/>
                <a:gd name="connsiteX15" fmla="*/ 107069 w 201180"/>
                <a:gd name="connsiteY15" fmla="*/ 191581 h 201482"/>
                <a:gd name="connsiteX16" fmla="*/ 107069 w 201180"/>
                <a:gd name="connsiteY16" fmla="*/ 106873 h 20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180" h="201482">
                  <a:moveTo>
                    <a:pt x="107069" y="106873"/>
                  </a:moveTo>
                  <a:lnTo>
                    <a:pt x="191474" y="106873"/>
                  </a:lnTo>
                  <a:cubicBezTo>
                    <a:pt x="195709" y="106873"/>
                    <a:pt x="201457" y="106873"/>
                    <a:pt x="201457" y="100823"/>
                  </a:cubicBezTo>
                  <a:cubicBezTo>
                    <a:pt x="201457" y="94772"/>
                    <a:pt x="195709" y="94772"/>
                    <a:pt x="191474" y="94772"/>
                  </a:cubicBezTo>
                  <a:lnTo>
                    <a:pt x="107069" y="94772"/>
                  </a:lnTo>
                  <a:lnTo>
                    <a:pt x="107069" y="10065"/>
                  </a:lnTo>
                  <a:cubicBezTo>
                    <a:pt x="107069" y="5829"/>
                    <a:pt x="107069" y="81"/>
                    <a:pt x="101018" y="81"/>
                  </a:cubicBezTo>
                  <a:cubicBezTo>
                    <a:pt x="94968" y="81"/>
                    <a:pt x="94968" y="5829"/>
                    <a:pt x="94968" y="10065"/>
                  </a:cubicBezTo>
                  <a:lnTo>
                    <a:pt x="94968" y="94772"/>
                  </a:lnTo>
                  <a:lnTo>
                    <a:pt x="10260" y="94772"/>
                  </a:lnTo>
                  <a:cubicBezTo>
                    <a:pt x="6025" y="94772"/>
                    <a:pt x="277" y="94772"/>
                    <a:pt x="277" y="100823"/>
                  </a:cubicBezTo>
                  <a:cubicBezTo>
                    <a:pt x="277" y="106873"/>
                    <a:pt x="6025" y="106873"/>
                    <a:pt x="10260" y="106873"/>
                  </a:cubicBezTo>
                  <a:lnTo>
                    <a:pt x="94968" y="106873"/>
                  </a:lnTo>
                  <a:lnTo>
                    <a:pt x="94968" y="191581"/>
                  </a:lnTo>
                  <a:cubicBezTo>
                    <a:pt x="94968" y="195816"/>
                    <a:pt x="94968" y="201564"/>
                    <a:pt x="101018" y="201564"/>
                  </a:cubicBezTo>
                  <a:cubicBezTo>
                    <a:pt x="107069" y="201564"/>
                    <a:pt x="107069" y="195816"/>
                    <a:pt x="107069" y="191581"/>
                  </a:cubicBezTo>
                  <a:lnTo>
                    <a:pt x="107069" y="10687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D29E5C2-4E97-D311-393F-FB5E991C4673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1260207" y="4810331"/>
              <a:ext cx="136742" cy="208743"/>
            </a:xfrm>
            <a:custGeom>
              <a:avLst/>
              <a:gdLst>
                <a:gd name="connsiteX0" fmla="*/ 69867 w 136742"/>
                <a:gd name="connsiteY0" fmla="*/ 81 h 208743"/>
                <a:gd name="connsiteX1" fmla="*/ 29328 w 136742"/>
                <a:gd name="connsiteY1" fmla="*/ 15813 h 208743"/>
                <a:gd name="connsiteX2" fmla="*/ 286 w 136742"/>
                <a:gd name="connsiteY2" fmla="*/ 102940 h 208743"/>
                <a:gd name="connsiteX3" fmla="*/ 24488 w 136742"/>
                <a:gd name="connsiteY3" fmla="*/ 188253 h 208743"/>
                <a:gd name="connsiteX4" fmla="*/ 68657 w 136742"/>
                <a:gd name="connsiteY4" fmla="*/ 208825 h 208743"/>
                <a:gd name="connsiteX5" fmla="*/ 107985 w 136742"/>
                <a:gd name="connsiteY5" fmla="*/ 193093 h 208743"/>
                <a:gd name="connsiteX6" fmla="*/ 137028 w 136742"/>
                <a:gd name="connsiteY6" fmla="*/ 104755 h 208743"/>
                <a:gd name="connsiteX7" fmla="*/ 69867 w 136742"/>
                <a:gd name="connsiteY7" fmla="*/ 81 h 208743"/>
                <a:gd name="connsiteX8" fmla="*/ 68959 w 136742"/>
                <a:gd name="connsiteY8" fmla="*/ 7947 h 208743"/>
                <a:gd name="connsiteX9" fmla="*/ 107985 w 136742"/>
                <a:gd name="connsiteY9" fmla="*/ 105361 h 208743"/>
                <a:gd name="connsiteX10" fmla="*/ 68657 w 136742"/>
                <a:gd name="connsiteY10" fmla="*/ 200959 h 208743"/>
                <a:gd name="connsiteX11" fmla="*/ 29328 w 136742"/>
                <a:gd name="connsiteY11" fmla="*/ 105663 h 208743"/>
                <a:gd name="connsiteX12" fmla="*/ 68959 w 136742"/>
                <a:gd name="connsiteY12" fmla="*/ 7947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742" h="208743">
                  <a:moveTo>
                    <a:pt x="69867" y="81"/>
                  </a:moveTo>
                  <a:cubicBezTo>
                    <a:pt x="53228" y="81"/>
                    <a:pt x="40522" y="5224"/>
                    <a:pt x="29328" y="15813"/>
                  </a:cubicBezTo>
                  <a:cubicBezTo>
                    <a:pt x="11782" y="32754"/>
                    <a:pt x="286" y="67545"/>
                    <a:pt x="286" y="102940"/>
                  </a:cubicBezTo>
                  <a:cubicBezTo>
                    <a:pt x="286" y="135916"/>
                    <a:pt x="10269" y="171311"/>
                    <a:pt x="24488" y="188253"/>
                  </a:cubicBezTo>
                  <a:cubicBezTo>
                    <a:pt x="35681" y="201564"/>
                    <a:pt x="51110" y="208825"/>
                    <a:pt x="68657" y="208825"/>
                  </a:cubicBezTo>
                  <a:cubicBezTo>
                    <a:pt x="84086" y="208825"/>
                    <a:pt x="97094" y="203682"/>
                    <a:pt x="107985" y="193093"/>
                  </a:cubicBezTo>
                  <a:cubicBezTo>
                    <a:pt x="125532" y="176454"/>
                    <a:pt x="137028" y="141361"/>
                    <a:pt x="137028" y="104755"/>
                  </a:cubicBezTo>
                  <a:cubicBezTo>
                    <a:pt x="137028" y="42737"/>
                    <a:pt x="109498" y="81"/>
                    <a:pt x="69867" y="81"/>
                  </a:cubicBezTo>
                  <a:close/>
                  <a:moveTo>
                    <a:pt x="68959" y="7947"/>
                  </a:moveTo>
                  <a:cubicBezTo>
                    <a:pt x="94372" y="7947"/>
                    <a:pt x="107985" y="42132"/>
                    <a:pt x="107985" y="105361"/>
                  </a:cubicBezTo>
                  <a:cubicBezTo>
                    <a:pt x="107985" y="168589"/>
                    <a:pt x="94674" y="200959"/>
                    <a:pt x="68657" y="200959"/>
                  </a:cubicBezTo>
                  <a:cubicBezTo>
                    <a:pt x="42640" y="200959"/>
                    <a:pt x="29328" y="168589"/>
                    <a:pt x="29328" y="105663"/>
                  </a:cubicBezTo>
                  <a:cubicBezTo>
                    <a:pt x="29328" y="41527"/>
                    <a:pt x="42942" y="7947"/>
                    <a:pt x="68959" y="7947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5B0A20A-82C7-7D87-BD86-1B8CF3B4CF0C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1430794" y="4982771"/>
              <a:ext cx="32067" cy="32067"/>
            </a:xfrm>
            <a:custGeom>
              <a:avLst/>
              <a:gdLst>
                <a:gd name="connsiteX0" fmla="*/ 32359 w 32067"/>
                <a:gd name="connsiteY0" fmla="*/ 16115 h 32067"/>
                <a:gd name="connsiteX1" fmla="*/ 16325 w 32067"/>
                <a:gd name="connsiteY1" fmla="*/ 81 h 32067"/>
                <a:gd name="connsiteX2" fmla="*/ 291 w 32067"/>
                <a:gd name="connsiteY2" fmla="*/ 16115 h 32067"/>
                <a:gd name="connsiteX3" fmla="*/ 16325 w 32067"/>
                <a:gd name="connsiteY3" fmla="*/ 32149 h 32067"/>
                <a:gd name="connsiteX4" fmla="*/ 32359 w 32067"/>
                <a:gd name="connsiteY4" fmla="*/ 16115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359" y="16115"/>
                  </a:moveTo>
                  <a:cubicBezTo>
                    <a:pt x="32359" y="7342"/>
                    <a:pt x="25098" y="81"/>
                    <a:pt x="16325" y="81"/>
                  </a:cubicBezTo>
                  <a:cubicBezTo>
                    <a:pt x="7551" y="81"/>
                    <a:pt x="291" y="7342"/>
                    <a:pt x="291" y="16115"/>
                  </a:cubicBezTo>
                  <a:cubicBezTo>
                    <a:pt x="291" y="24888"/>
                    <a:pt x="7551" y="32149"/>
                    <a:pt x="16325" y="32149"/>
                  </a:cubicBezTo>
                  <a:cubicBezTo>
                    <a:pt x="25098" y="32149"/>
                    <a:pt x="32359" y="24888"/>
                    <a:pt x="32359" y="16115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A1BFF0-F364-5C94-307E-66EB5FE2B7A3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1497964" y="4810331"/>
              <a:ext cx="134624" cy="204508"/>
            </a:xfrm>
            <a:custGeom>
              <a:avLst/>
              <a:gdLst>
                <a:gd name="connsiteX0" fmla="*/ 134918 w 134624"/>
                <a:gd name="connsiteY0" fmla="*/ 163143 h 204508"/>
                <a:gd name="connsiteX1" fmla="*/ 130985 w 134624"/>
                <a:gd name="connsiteY1" fmla="*/ 161631 h 204508"/>
                <a:gd name="connsiteX2" fmla="*/ 102245 w 134624"/>
                <a:gd name="connsiteY2" fmla="*/ 181597 h 204508"/>
                <a:gd name="connsiteX3" fmla="*/ 29941 w 134624"/>
                <a:gd name="connsiteY3" fmla="*/ 181597 h 204508"/>
                <a:gd name="connsiteX4" fmla="*/ 80766 w 134624"/>
                <a:gd name="connsiteY4" fmla="*/ 128353 h 204508"/>
                <a:gd name="connsiteX5" fmla="*/ 119489 w 134624"/>
                <a:gd name="connsiteY5" fmla="*/ 53628 h 204508"/>
                <a:gd name="connsiteX6" fmla="*/ 63522 w 134624"/>
                <a:gd name="connsiteY6" fmla="*/ 81 h 204508"/>
                <a:gd name="connsiteX7" fmla="*/ 19958 w 134624"/>
                <a:gd name="connsiteY7" fmla="*/ 18838 h 204508"/>
                <a:gd name="connsiteX8" fmla="*/ 596 w 134624"/>
                <a:gd name="connsiteY8" fmla="*/ 60284 h 204508"/>
                <a:gd name="connsiteX9" fmla="*/ 6949 w 134624"/>
                <a:gd name="connsiteY9" fmla="*/ 61797 h 204508"/>
                <a:gd name="connsiteX10" fmla="*/ 50816 w 134624"/>
                <a:gd name="connsiteY10" fmla="*/ 22468 h 204508"/>
                <a:gd name="connsiteX11" fmla="*/ 93472 w 134624"/>
                <a:gd name="connsiteY11" fmla="*/ 65124 h 204508"/>
                <a:gd name="connsiteX12" fmla="*/ 54143 w 134624"/>
                <a:gd name="connsiteY12" fmla="*/ 143781 h 204508"/>
                <a:gd name="connsiteX13" fmla="*/ 294 w 134624"/>
                <a:gd name="connsiteY13" fmla="*/ 200959 h 204508"/>
                <a:gd name="connsiteX14" fmla="*/ 294 w 134624"/>
                <a:gd name="connsiteY14" fmla="*/ 204589 h 204508"/>
                <a:gd name="connsiteX15" fmla="*/ 118279 w 134624"/>
                <a:gd name="connsiteY15" fmla="*/ 204589 h 204508"/>
                <a:gd name="connsiteX16" fmla="*/ 134918 w 134624"/>
                <a:gd name="connsiteY16" fmla="*/ 16314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918" y="163143"/>
                  </a:moveTo>
                  <a:lnTo>
                    <a:pt x="130985" y="161631"/>
                  </a:lnTo>
                  <a:cubicBezTo>
                    <a:pt x="119792" y="178875"/>
                    <a:pt x="115859" y="181597"/>
                    <a:pt x="102245" y="181597"/>
                  </a:cubicBezTo>
                  <a:lnTo>
                    <a:pt x="29941" y="181597"/>
                  </a:lnTo>
                  <a:lnTo>
                    <a:pt x="80766" y="128353"/>
                  </a:lnTo>
                  <a:cubicBezTo>
                    <a:pt x="107691" y="100218"/>
                    <a:pt x="119489" y="77226"/>
                    <a:pt x="119489" y="53628"/>
                  </a:cubicBezTo>
                  <a:cubicBezTo>
                    <a:pt x="119489" y="23376"/>
                    <a:pt x="94984" y="81"/>
                    <a:pt x="63522" y="81"/>
                  </a:cubicBezTo>
                  <a:cubicBezTo>
                    <a:pt x="46883" y="81"/>
                    <a:pt x="31151" y="6737"/>
                    <a:pt x="19958" y="18838"/>
                  </a:cubicBezTo>
                  <a:cubicBezTo>
                    <a:pt x="10277" y="29124"/>
                    <a:pt x="5739" y="38805"/>
                    <a:pt x="596" y="60284"/>
                  </a:cubicBezTo>
                  <a:lnTo>
                    <a:pt x="6949" y="61797"/>
                  </a:lnTo>
                  <a:cubicBezTo>
                    <a:pt x="19050" y="32149"/>
                    <a:pt x="29941" y="22468"/>
                    <a:pt x="50816" y="22468"/>
                  </a:cubicBezTo>
                  <a:cubicBezTo>
                    <a:pt x="76228" y="22468"/>
                    <a:pt x="93472" y="39712"/>
                    <a:pt x="93472" y="65124"/>
                  </a:cubicBezTo>
                  <a:cubicBezTo>
                    <a:pt x="93472" y="88722"/>
                    <a:pt x="79556" y="116857"/>
                    <a:pt x="54143" y="143781"/>
                  </a:cubicBezTo>
                  <a:lnTo>
                    <a:pt x="294" y="200959"/>
                  </a:lnTo>
                  <a:lnTo>
                    <a:pt x="294" y="204589"/>
                  </a:lnTo>
                  <a:lnTo>
                    <a:pt x="118279" y="204589"/>
                  </a:lnTo>
                  <a:lnTo>
                    <a:pt x="134918" y="163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746468-80EB-B8BF-0DC0-9AB8D2A76586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1653727" y="4810331"/>
              <a:ext cx="117682" cy="208743"/>
            </a:xfrm>
            <a:custGeom>
              <a:avLst/>
              <a:gdLst>
                <a:gd name="connsiteX0" fmla="*/ 33577 w 117682"/>
                <a:gd name="connsiteY0" fmla="*/ 104755 h 208743"/>
                <a:gd name="connsiteX1" fmla="*/ 65644 w 117682"/>
                <a:gd name="connsiteY1" fmla="*/ 108083 h 208743"/>
                <a:gd name="connsiteX2" fmla="*/ 96200 w 117682"/>
                <a:gd name="connsiteY2" fmla="*/ 152857 h 208743"/>
                <a:gd name="connsiteX3" fmla="*/ 56569 w 117682"/>
                <a:gd name="connsiteY3" fmla="*/ 197934 h 208743"/>
                <a:gd name="connsiteX4" fmla="*/ 31156 w 117682"/>
                <a:gd name="connsiteY4" fmla="*/ 188555 h 208743"/>
                <a:gd name="connsiteX5" fmla="*/ 11795 w 117682"/>
                <a:gd name="connsiteY5" fmla="*/ 180992 h 208743"/>
                <a:gd name="connsiteX6" fmla="*/ 299 w 117682"/>
                <a:gd name="connsiteY6" fmla="*/ 191581 h 208743"/>
                <a:gd name="connsiteX7" fmla="*/ 34484 w 117682"/>
                <a:gd name="connsiteY7" fmla="*/ 208825 h 208743"/>
                <a:gd name="connsiteX8" fmla="*/ 95897 w 117682"/>
                <a:gd name="connsiteY8" fmla="*/ 188555 h 208743"/>
                <a:gd name="connsiteX9" fmla="*/ 117981 w 117682"/>
                <a:gd name="connsiteY9" fmla="*/ 138336 h 208743"/>
                <a:gd name="connsiteX10" fmla="*/ 104368 w 117682"/>
                <a:gd name="connsiteY10" fmla="*/ 99310 h 208743"/>
                <a:gd name="connsiteX11" fmla="*/ 79258 w 117682"/>
                <a:gd name="connsiteY11" fmla="*/ 83276 h 208743"/>
                <a:gd name="connsiteX12" fmla="*/ 107696 w 117682"/>
                <a:gd name="connsiteY12" fmla="*/ 41527 h 208743"/>
                <a:gd name="connsiteX13" fmla="*/ 60501 w 117682"/>
                <a:gd name="connsiteY13" fmla="*/ 81 h 208743"/>
                <a:gd name="connsiteX14" fmla="*/ 21173 w 117682"/>
                <a:gd name="connsiteY14" fmla="*/ 14905 h 208743"/>
                <a:gd name="connsiteX15" fmla="*/ 904 w 117682"/>
                <a:gd name="connsiteY15" fmla="*/ 49091 h 208743"/>
                <a:gd name="connsiteX16" fmla="*/ 5442 w 117682"/>
                <a:gd name="connsiteY16" fmla="*/ 50301 h 208743"/>
                <a:gd name="connsiteX17" fmla="*/ 50518 w 117682"/>
                <a:gd name="connsiteY17" fmla="*/ 18233 h 208743"/>
                <a:gd name="connsiteX18" fmla="*/ 83796 w 117682"/>
                <a:gd name="connsiteY18" fmla="*/ 50603 h 208743"/>
                <a:gd name="connsiteX19" fmla="*/ 71695 w 117682"/>
                <a:gd name="connsiteY19" fmla="*/ 79948 h 208743"/>
                <a:gd name="connsiteX20" fmla="*/ 33577 w 117682"/>
                <a:gd name="connsiteY20" fmla="*/ 100823 h 208743"/>
                <a:gd name="connsiteX21" fmla="*/ 33577 w 117682"/>
                <a:gd name="connsiteY21" fmla="*/ 10475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8743">
                  <a:moveTo>
                    <a:pt x="33577" y="104755"/>
                  </a:moveTo>
                  <a:cubicBezTo>
                    <a:pt x="51426" y="104755"/>
                    <a:pt x="58384" y="105361"/>
                    <a:pt x="65644" y="108083"/>
                  </a:cubicBezTo>
                  <a:cubicBezTo>
                    <a:pt x="84401" y="114739"/>
                    <a:pt x="96200" y="131983"/>
                    <a:pt x="96200" y="152857"/>
                  </a:cubicBezTo>
                  <a:cubicBezTo>
                    <a:pt x="96200" y="178269"/>
                    <a:pt x="78956" y="197934"/>
                    <a:pt x="56569" y="197934"/>
                  </a:cubicBezTo>
                  <a:cubicBezTo>
                    <a:pt x="48400" y="197934"/>
                    <a:pt x="42350" y="195816"/>
                    <a:pt x="31156" y="188555"/>
                  </a:cubicBezTo>
                  <a:cubicBezTo>
                    <a:pt x="22081" y="183110"/>
                    <a:pt x="16938" y="180992"/>
                    <a:pt x="11795" y="180992"/>
                  </a:cubicBezTo>
                  <a:cubicBezTo>
                    <a:pt x="4836" y="180992"/>
                    <a:pt x="299" y="185228"/>
                    <a:pt x="299" y="191581"/>
                  </a:cubicBezTo>
                  <a:cubicBezTo>
                    <a:pt x="299" y="202169"/>
                    <a:pt x="13307" y="208825"/>
                    <a:pt x="34484" y="208825"/>
                  </a:cubicBezTo>
                  <a:cubicBezTo>
                    <a:pt x="57779" y="208825"/>
                    <a:pt x="81678" y="200959"/>
                    <a:pt x="95897" y="188555"/>
                  </a:cubicBezTo>
                  <a:cubicBezTo>
                    <a:pt x="110116" y="176152"/>
                    <a:pt x="117981" y="158605"/>
                    <a:pt x="117981" y="138336"/>
                  </a:cubicBezTo>
                  <a:cubicBezTo>
                    <a:pt x="117981" y="122907"/>
                    <a:pt x="113141" y="108688"/>
                    <a:pt x="104368" y="99310"/>
                  </a:cubicBezTo>
                  <a:cubicBezTo>
                    <a:pt x="98317" y="92654"/>
                    <a:pt x="92569" y="89024"/>
                    <a:pt x="79258" y="83276"/>
                  </a:cubicBezTo>
                  <a:cubicBezTo>
                    <a:pt x="100132" y="69057"/>
                    <a:pt x="107696" y="57864"/>
                    <a:pt x="107696" y="41527"/>
                  </a:cubicBezTo>
                  <a:cubicBezTo>
                    <a:pt x="107696" y="17023"/>
                    <a:pt x="88334" y="81"/>
                    <a:pt x="60501" y="81"/>
                  </a:cubicBezTo>
                  <a:cubicBezTo>
                    <a:pt x="45375" y="81"/>
                    <a:pt x="32064" y="5224"/>
                    <a:pt x="21173" y="14905"/>
                  </a:cubicBezTo>
                  <a:cubicBezTo>
                    <a:pt x="12097" y="23073"/>
                    <a:pt x="7559" y="30939"/>
                    <a:pt x="904" y="49091"/>
                  </a:cubicBezTo>
                  <a:lnTo>
                    <a:pt x="5442" y="50301"/>
                  </a:lnTo>
                  <a:cubicBezTo>
                    <a:pt x="17845" y="28216"/>
                    <a:pt x="31459" y="18233"/>
                    <a:pt x="50518" y="18233"/>
                  </a:cubicBezTo>
                  <a:cubicBezTo>
                    <a:pt x="70182" y="18233"/>
                    <a:pt x="83796" y="31544"/>
                    <a:pt x="83796" y="50603"/>
                  </a:cubicBezTo>
                  <a:cubicBezTo>
                    <a:pt x="83796" y="61494"/>
                    <a:pt x="79258" y="72385"/>
                    <a:pt x="71695" y="79948"/>
                  </a:cubicBezTo>
                  <a:cubicBezTo>
                    <a:pt x="62619" y="89024"/>
                    <a:pt x="54148" y="93562"/>
                    <a:pt x="33577" y="100823"/>
                  </a:cubicBezTo>
                  <a:lnTo>
                    <a:pt x="33577" y="104755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6050FA2-468D-313A-991A-734A96CD967F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1801625" y="4810331"/>
              <a:ext cx="134624" cy="204508"/>
            </a:xfrm>
            <a:custGeom>
              <a:avLst/>
              <a:gdLst>
                <a:gd name="connsiteX0" fmla="*/ 134928 w 134624"/>
                <a:gd name="connsiteY0" fmla="*/ 163143 h 204508"/>
                <a:gd name="connsiteX1" fmla="*/ 130995 w 134624"/>
                <a:gd name="connsiteY1" fmla="*/ 161631 h 204508"/>
                <a:gd name="connsiteX2" fmla="*/ 102255 w 134624"/>
                <a:gd name="connsiteY2" fmla="*/ 181597 h 204508"/>
                <a:gd name="connsiteX3" fmla="*/ 29951 w 134624"/>
                <a:gd name="connsiteY3" fmla="*/ 181597 h 204508"/>
                <a:gd name="connsiteX4" fmla="*/ 80776 w 134624"/>
                <a:gd name="connsiteY4" fmla="*/ 128353 h 204508"/>
                <a:gd name="connsiteX5" fmla="*/ 119499 w 134624"/>
                <a:gd name="connsiteY5" fmla="*/ 53628 h 204508"/>
                <a:gd name="connsiteX6" fmla="*/ 63532 w 134624"/>
                <a:gd name="connsiteY6" fmla="*/ 81 h 204508"/>
                <a:gd name="connsiteX7" fmla="*/ 19968 w 134624"/>
                <a:gd name="connsiteY7" fmla="*/ 18838 h 204508"/>
                <a:gd name="connsiteX8" fmla="*/ 606 w 134624"/>
                <a:gd name="connsiteY8" fmla="*/ 60284 h 204508"/>
                <a:gd name="connsiteX9" fmla="*/ 6959 w 134624"/>
                <a:gd name="connsiteY9" fmla="*/ 61797 h 204508"/>
                <a:gd name="connsiteX10" fmla="*/ 50826 w 134624"/>
                <a:gd name="connsiteY10" fmla="*/ 22468 h 204508"/>
                <a:gd name="connsiteX11" fmla="*/ 93482 w 134624"/>
                <a:gd name="connsiteY11" fmla="*/ 65124 h 204508"/>
                <a:gd name="connsiteX12" fmla="*/ 54153 w 134624"/>
                <a:gd name="connsiteY12" fmla="*/ 143781 h 204508"/>
                <a:gd name="connsiteX13" fmla="*/ 304 w 134624"/>
                <a:gd name="connsiteY13" fmla="*/ 200959 h 204508"/>
                <a:gd name="connsiteX14" fmla="*/ 304 w 134624"/>
                <a:gd name="connsiteY14" fmla="*/ 204589 h 204508"/>
                <a:gd name="connsiteX15" fmla="*/ 118289 w 134624"/>
                <a:gd name="connsiteY15" fmla="*/ 204589 h 204508"/>
                <a:gd name="connsiteX16" fmla="*/ 134928 w 134624"/>
                <a:gd name="connsiteY16" fmla="*/ 163143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928" y="163143"/>
                  </a:moveTo>
                  <a:lnTo>
                    <a:pt x="130995" y="161631"/>
                  </a:lnTo>
                  <a:cubicBezTo>
                    <a:pt x="119802" y="178875"/>
                    <a:pt x="115869" y="181597"/>
                    <a:pt x="102255" y="181597"/>
                  </a:cubicBezTo>
                  <a:lnTo>
                    <a:pt x="29951" y="181597"/>
                  </a:lnTo>
                  <a:lnTo>
                    <a:pt x="80776" y="128353"/>
                  </a:lnTo>
                  <a:cubicBezTo>
                    <a:pt x="107701" y="100218"/>
                    <a:pt x="119499" y="77226"/>
                    <a:pt x="119499" y="53628"/>
                  </a:cubicBezTo>
                  <a:cubicBezTo>
                    <a:pt x="119499" y="23376"/>
                    <a:pt x="94994" y="81"/>
                    <a:pt x="63532" y="81"/>
                  </a:cubicBezTo>
                  <a:cubicBezTo>
                    <a:pt x="46893" y="81"/>
                    <a:pt x="31161" y="6737"/>
                    <a:pt x="19968" y="18838"/>
                  </a:cubicBezTo>
                  <a:cubicBezTo>
                    <a:pt x="10287" y="29124"/>
                    <a:pt x="5749" y="38805"/>
                    <a:pt x="606" y="60284"/>
                  </a:cubicBezTo>
                  <a:lnTo>
                    <a:pt x="6959" y="61797"/>
                  </a:lnTo>
                  <a:cubicBezTo>
                    <a:pt x="19060" y="32149"/>
                    <a:pt x="29951" y="22468"/>
                    <a:pt x="50826" y="22468"/>
                  </a:cubicBezTo>
                  <a:cubicBezTo>
                    <a:pt x="76238" y="22468"/>
                    <a:pt x="93482" y="39712"/>
                    <a:pt x="93482" y="65124"/>
                  </a:cubicBezTo>
                  <a:cubicBezTo>
                    <a:pt x="93482" y="88722"/>
                    <a:pt x="79566" y="116857"/>
                    <a:pt x="54153" y="143781"/>
                  </a:cubicBezTo>
                  <a:lnTo>
                    <a:pt x="304" y="200959"/>
                  </a:lnTo>
                  <a:lnTo>
                    <a:pt x="304" y="204589"/>
                  </a:lnTo>
                  <a:lnTo>
                    <a:pt x="118289" y="204589"/>
                  </a:lnTo>
                  <a:lnTo>
                    <a:pt x="134928" y="163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03A0298-306D-CFB3-A049-2D5C603CD768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6734783" y="5138427"/>
              <a:ext cx="5209594" cy="12143"/>
            </a:xfrm>
            <a:custGeom>
              <a:avLst/>
              <a:gdLst>
                <a:gd name="connsiteX0" fmla="*/ 0 w 5209594"/>
                <a:gd name="connsiteY0" fmla="*/ 0 h 12143"/>
                <a:gd name="connsiteX1" fmla="*/ 5209595 w 5209594"/>
                <a:gd name="connsiteY1" fmla="*/ 0 h 12143"/>
                <a:gd name="connsiteX2" fmla="*/ 5209595 w 5209594"/>
                <a:gd name="connsiteY2" fmla="*/ 12143 h 12143"/>
                <a:gd name="connsiteX3" fmla="*/ 1 w 5209594"/>
                <a:gd name="connsiteY3" fmla="*/ 12143 h 12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9594" h="12143">
                  <a:moveTo>
                    <a:pt x="0" y="0"/>
                  </a:moveTo>
                  <a:lnTo>
                    <a:pt x="5209595" y="0"/>
                  </a:lnTo>
                  <a:lnTo>
                    <a:pt x="5209595" y="12143"/>
                  </a:lnTo>
                  <a:lnTo>
                    <a:pt x="1" y="12143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BCF1F6F-FDE1-A20C-097D-8276C13C4C60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9221330" y="5224217"/>
              <a:ext cx="85615" cy="204508"/>
            </a:xfrm>
            <a:custGeom>
              <a:avLst/>
              <a:gdLst>
                <a:gd name="connsiteX0" fmla="*/ 54673 w 85615"/>
                <a:gd name="connsiteY0" fmla="*/ 95 h 204508"/>
                <a:gd name="connsiteX1" fmla="*/ 218 w 85615"/>
                <a:gd name="connsiteY1" fmla="*/ 27625 h 204508"/>
                <a:gd name="connsiteX2" fmla="*/ 218 w 85615"/>
                <a:gd name="connsiteY2" fmla="*/ 31860 h 204508"/>
                <a:gd name="connsiteX3" fmla="*/ 8386 w 85615"/>
                <a:gd name="connsiteY3" fmla="*/ 28532 h 204508"/>
                <a:gd name="connsiteX4" fmla="*/ 22000 w 85615"/>
                <a:gd name="connsiteY4" fmla="*/ 25205 h 204508"/>
                <a:gd name="connsiteX5" fmla="*/ 31076 w 85615"/>
                <a:gd name="connsiteY5" fmla="*/ 39423 h 204508"/>
                <a:gd name="connsiteX6" fmla="*/ 31076 w 85615"/>
                <a:gd name="connsiteY6" fmla="*/ 176468 h 204508"/>
                <a:gd name="connsiteX7" fmla="*/ 23815 w 85615"/>
                <a:gd name="connsiteY7" fmla="*/ 196132 h 204508"/>
                <a:gd name="connsiteX8" fmla="*/ 2336 w 85615"/>
                <a:gd name="connsiteY8" fmla="*/ 200065 h 204508"/>
                <a:gd name="connsiteX9" fmla="*/ 2336 w 85615"/>
                <a:gd name="connsiteY9" fmla="*/ 204603 h 204508"/>
                <a:gd name="connsiteX10" fmla="*/ 85833 w 85615"/>
                <a:gd name="connsiteY10" fmla="*/ 204603 h 204508"/>
                <a:gd name="connsiteX11" fmla="*/ 85833 w 85615"/>
                <a:gd name="connsiteY11" fmla="*/ 200065 h 204508"/>
                <a:gd name="connsiteX12" fmla="*/ 57093 w 85615"/>
                <a:gd name="connsiteY12" fmla="*/ 182216 h 204508"/>
                <a:gd name="connsiteX13" fmla="*/ 57093 w 85615"/>
                <a:gd name="connsiteY13" fmla="*/ 700 h 204508"/>
                <a:gd name="connsiteX14" fmla="*/ 54673 w 85615"/>
                <a:gd name="connsiteY14" fmla="*/ 9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4508">
                  <a:moveTo>
                    <a:pt x="54673" y="95"/>
                  </a:moveTo>
                  <a:lnTo>
                    <a:pt x="218" y="27625"/>
                  </a:lnTo>
                  <a:lnTo>
                    <a:pt x="218" y="31860"/>
                  </a:lnTo>
                  <a:cubicBezTo>
                    <a:pt x="3848" y="30347"/>
                    <a:pt x="7176" y="29137"/>
                    <a:pt x="8386" y="28532"/>
                  </a:cubicBezTo>
                  <a:cubicBezTo>
                    <a:pt x="13832" y="26415"/>
                    <a:pt x="18975" y="25205"/>
                    <a:pt x="22000" y="25205"/>
                  </a:cubicBezTo>
                  <a:cubicBezTo>
                    <a:pt x="28353" y="25205"/>
                    <a:pt x="31076" y="29742"/>
                    <a:pt x="31076" y="39423"/>
                  </a:cubicBezTo>
                  <a:lnTo>
                    <a:pt x="31076" y="176468"/>
                  </a:lnTo>
                  <a:cubicBezTo>
                    <a:pt x="31076" y="186451"/>
                    <a:pt x="28656" y="193409"/>
                    <a:pt x="23815" y="196132"/>
                  </a:cubicBezTo>
                  <a:cubicBezTo>
                    <a:pt x="19277" y="198855"/>
                    <a:pt x="15042" y="199762"/>
                    <a:pt x="2336" y="200065"/>
                  </a:cubicBezTo>
                  <a:lnTo>
                    <a:pt x="2336" y="204603"/>
                  </a:lnTo>
                  <a:lnTo>
                    <a:pt x="85833" y="204603"/>
                  </a:lnTo>
                  <a:lnTo>
                    <a:pt x="85833" y="200065"/>
                  </a:lnTo>
                  <a:cubicBezTo>
                    <a:pt x="61934" y="199762"/>
                    <a:pt x="57093" y="196737"/>
                    <a:pt x="57093" y="182216"/>
                  </a:cubicBezTo>
                  <a:lnTo>
                    <a:pt x="57093" y="700"/>
                  </a:lnTo>
                  <a:lnTo>
                    <a:pt x="54673" y="95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9DD0D6D-96DF-44AB-54AB-31264BDFBA84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9348656" y="5224217"/>
              <a:ext cx="134624" cy="204508"/>
            </a:xfrm>
            <a:custGeom>
              <a:avLst/>
              <a:gdLst>
                <a:gd name="connsiteX0" fmla="*/ 134847 w 134624"/>
                <a:gd name="connsiteY0" fmla="*/ 163157 h 204508"/>
                <a:gd name="connsiteX1" fmla="*/ 130915 w 134624"/>
                <a:gd name="connsiteY1" fmla="*/ 161644 h 204508"/>
                <a:gd name="connsiteX2" fmla="*/ 102175 w 134624"/>
                <a:gd name="connsiteY2" fmla="*/ 181611 h 204508"/>
                <a:gd name="connsiteX3" fmla="*/ 29871 w 134624"/>
                <a:gd name="connsiteY3" fmla="*/ 181611 h 204508"/>
                <a:gd name="connsiteX4" fmla="*/ 80695 w 134624"/>
                <a:gd name="connsiteY4" fmla="*/ 128366 h 204508"/>
                <a:gd name="connsiteX5" fmla="*/ 119419 w 134624"/>
                <a:gd name="connsiteY5" fmla="*/ 53642 h 204508"/>
                <a:gd name="connsiteX6" fmla="*/ 63451 w 134624"/>
                <a:gd name="connsiteY6" fmla="*/ 95 h 204508"/>
                <a:gd name="connsiteX7" fmla="*/ 19887 w 134624"/>
                <a:gd name="connsiteY7" fmla="*/ 18851 h 204508"/>
                <a:gd name="connsiteX8" fmla="*/ 526 w 134624"/>
                <a:gd name="connsiteY8" fmla="*/ 60298 h 204508"/>
                <a:gd name="connsiteX9" fmla="*/ 6879 w 134624"/>
                <a:gd name="connsiteY9" fmla="*/ 61810 h 204508"/>
                <a:gd name="connsiteX10" fmla="*/ 50745 w 134624"/>
                <a:gd name="connsiteY10" fmla="*/ 22482 h 204508"/>
                <a:gd name="connsiteX11" fmla="*/ 93401 w 134624"/>
                <a:gd name="connsiteY11" fmla="*/ 65138 h 204508"/>
                <a:gd name="connsiteX12" fmla="*/ 54073 w 134624"/>
                <a:gd name="connsiteY12" fmla="*/ 143795 h 204508"/>
                <a:gd name="connsiteX13" fmla="*/ 223 w 134624"/>
                <a:gd name="connsiteY13" fmla="*/ 200973 h 204508"/>
                <a:gd name="connsiteX14" fmla="*/ 223 w 134624"/>
                <a:gd name="connsiteY14" fmla="*/ 204603 h 204508"/>
                <a:gd name="connsiteX15" fmla="*/ 118209 w 134624"/>
                <a:gd name="connsiteY15" fmla="*/ 204603 h 204508"/>
                <a:gd name="connsiteX16" fmla="*/ 134847 w 134624"/>
                <a:gd name="connsiteY16" fmla="*/ 163157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847" y="163157"/>
                  </a:moveTo>
                  <a:lnTo>
                    <a:pt x="130915" y="161644"/>
                  </a:lnTo>
                  <a:cubicBezTo>
                    <a:pt x="119721" y="178888"/>
                    <a:pt x="115788" y="181611"/>
                    <a:pt x="102175" y="181611"/>
                  </a:cubicBezTo>
                  <a:lnTo>
                    <a:pt x="29871" y="181611"/>
                  </a:lnTo>
                  <a:lnTo>
                    <a:pt x="80695" y="128366"/>
                  </a:lnTo>
                  <a:cubicBezTo>
                    <a:pt x="107620" y="100231"/>
                    <a:pt x="119419" y="77239"/>
                    <a:pt x="119419" y="53642"/>
                  </a:cubicBezTo>
                  <a:cubicBezTo>
                    <a:pt x="119419" y="23389"/>
                    <a:pt x="94914" y="95"/>
                    <a:pt x="63451" y="95"/>
                  </a:cubicBezTo>
                  <a:cubicBezTo>
                    <a:pt x="46812" y="95"/>
                    <a:pt x="31081" y="6750"/>
                    <a:pt x="19887" y="18851"/>
                  </a:cubicBezTo>
                  <a:cubicBezTo>
                    <a:pt x="10206" y="29137"/>
                    <a:pt x="5669" y="38818"/>
                    <a:pt x="526" y="60298"/>
                  </a:cubicBezTo>
                  <a:lnTo>
                    <a:pt x="6879" y="61810"/>
                  </a:lnTo>
                  <a:cubicBezTo>
                    <a:pt x="18980" y="32163"/>
                    <a:pt x="29871" y="22482"/>
                    <a:pt x="50745" y="22482"/>
                  </a:cubicBezTo>
                  <a:cubicBezTo>
                    <a:pt x="76157" y="22482"/>
                    <a:pt x="93401" y="39726"/>
                    <a:pt x="93401" y="65138"/>
                  </a:cubicBezTo>
                  <a:cubicBezTo>
                    <a:pt x="93401" y="88735"/>
                    <a:pt x="79485" y="116870"/>
                    <a:pt x="54073" y="143795"/>
                  </a:cubicBezTo>
                  <a:lnTo>
                    <a:pt x="223" y="200973"/>
                  </a:lnTo>
                  <a:lnTo>
                    <a:pt x="223" y="204603"/>
                  </a:lnTo>
                  <a:lnTo>
                    <a:pt x="118209" y="204603"/>
                  </a:lnTo>
                  <a:lnTo>
                    <a:pt x="134847" y="163157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E3FCA39-F3F3-1AE6-5414-06B82203CE67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2065237" y="5109387"/>
              <a:ext cx="201180" cy="70791"/>
            </a:xfrm>
            <a:custGeom>
              <a:avLst/>
              <a:gdLst>
                <a:gd name="connsiteX0" fmla="*/ 191206 w 201180"/>
                <a:gd name="connsiteY0" fmla="*/ 12189 h 70791"/>
                <a:gd name="connsiteX1" fmla="*/ 201492 w 201180"/>
                <a:gd name="connsiteY1" fmla="*/ 6138 h 70791"/>
                <a:gd name="connsiteX2" fmla="*/ 191509 w 201180"/>
                <a:gd name="connsiteY2" fmla="*/ 88 h 70791"/>
                <a:gd name="connsiteX3" fmla="*/ 10295 w 201180"/>
                <a:gd name="connsiteY3" fmla="*/ 88 h 70791"/>
                <a:gd name="connsiteX4" fmla="*/ 312 w 201180"/>
                <a:gd name="connsiteY4" fmla="*/ 6138 h 70791"/>
                <a:gd name="connsiteX5" fmla="*/ 10598 w 201180"/>
                <a:gd name="connsiteY5" fmla="*/ 12189 h 70791"/>
                <a:gd name="connsiteX6" fmla="*/ 191206 w 201180"/>
                <a:gd name="connsiteY6" fmla="*/ 12189 h 70791"/>
                <a:gd name="connsiteX7" fmla="*/ 191509 w 201180"/>
                <a:gd name="connsiteY7" fmla="*/ 70879 h 70791"/>
                <a:gd name="connsiteX8" fmla="*/ 201492 w 201180"/>
                <a:gd name="connsiteY8" fmla="*/ 64829 h 70791"/>
                <a:gd name="connsiteX9" fmla="*/ 191206 w 201180"/>
                <a:gd name="connsiteY9" fmla="*/ 58778 h 70791"/>
                <a:gd name="connsiteX10" fmla="*/ 10598 w 201180"/>
                <a:gd name="connsiteY10" fmla="*/ 58778 h 70791"/>
                <a:gd name="connsiteX11" fmla="*/ 312 w 201180"/>
                <a:gd name="connsiteY11" fmla="*/ 64829 h 70791"/>
                <a:gd name="connsiteX12" fmla="*/ 10295 w 201180"/>
                <a:gd name="connsiteY12" fmla="*/ 70879 h 70791"/>
                <a:gd name="connsiteX13" fmla="*/ 191509 w 201180"/>
                <a:gd name="connsiteY13" fmla="*/ 70879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180" h="70791">
                  <a:moveTo>
                    <a:pt x="191206" y="12189"/>
                  </a:moveTo>
                  <a:cubicBezTo>
                    <a:pt x="195744" y="12189"/>
                    <a:pt x="201492" y="12189"/>
                    <a:pt x="201492" y="6138"/>
                  </a:cubicBezTo>
                  <a:cubicBezTo>
                    <a:pt x="201492" y="88"/>
                    <a:pt x="195744" y="88"/>
                    <a:pt x="191509" y="88"/>
                  </a:cubicBezTo>
                  <a:lnTo>
                    <a:pt x="10295" y="88"/>
                  </a:lnTo>
                  <a:cubicBezTo>
                    <a:pt x="6060" y="88"/>
                    <a:pt x="312" y="88"/>
                    <a:pt x="312" y="6138"/>
                  </a:cubicBezTo>
                  <a:cubicBezTo>
                    <a:pt x="312" y="12189"/>
                    <a:pt x="6060" y="12189"/>
                    <a:pt x="10598" y="12189"/>
                  </a:cubicBezTo>
                  <a:lnTo>
                    <a:pt x="191206" y="12189"/>
                  </a:lnTo>
                  <a:close/>
                  <a:moveTo>
                    <a:pt x="191509" y="70879"/>
                  </a:moveTo>
                  <a:cubicBezTo>
                    <a:pt x="195744" y="70879"/>
                    <a:pt x="201492" y="70879"/>
                    <a:pt x="201492" y="64829"/>
                  </a:cubicBezTo>
                  <a:cubicBezTo>
                    <a:pt x="201492" y="58778"/>
                    <a:pt x="195744" y="58778"/>
                    <a:pt x="191206" y="58778"/>
                  </a:cubicBezTo>
                  <a:lnTo>
                    <a:pt x="10598" y="58778"/>
                  </a:lnTo>
                  <a:cubicBezTo>
                    <a:pt x="6060" y="58778"/>
                    <a:pt x="312" y="58778"/>
                    <a:pt x="312" y="64829"/>
                  </a:cubicBezTo>
                  <a:cubicBezTo>
                    <a:pt x="312" y="70879"/>
                    <a:pt x="6060" y="70879"/>
                    <a:pt x="10295" y="70879"/>
                  </a:cubicBezTo>
                  <a:lnTo>
                    <a:pt x="191509" y="70879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3FAF450-54DE-949D-8C1C-71F0952CBB0F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2385296" y="5015906"/>
              <a:ext cx="85615" cy="204508"/>
            </a:xfrm>
            <a:custGeom>
              <a:avLst/>
              <a:gdLst>
                <a:gd name="connsiteX0" fmla="*/ 54777 w 85615"/>
                <a:gd name="connsiteY0" fmla="*/ 88 h 204508"/>
                <a:gd name="connsiteX1" fmla="*/ 322 w 85615"/>
                <a:gd name="connsiteY1" fmla="*/ 27618 h 204508"/>
                <a:gd name="connsiteX2" fmla="*/ 322 w 85615"/>
                <a:gd name="connsiteY2" fmla="*/ 31853 h 204508"/>
                <a:gd name="connsiteX3" fmla="*/ 8490 w 85615"/>
                <a:gd name="connsiteY3" fmla="*/ 28525 h 204508"/>
                <a:gd name="connsiteX4" fmla="*/ 22104 w 85615"/>
                <a:gd name="connsiteY4" fmla="*/ 25198 h 204508"/>
                <a:gd name="connsiteX5" fmla="*/ 31180 w 85615"/>
                <a:gd name="connsiteY5" fmla="*/ 39416 h 204508"/>
                <a:gd name="connsiteX6" fmla="*/ 31180 w 85615"/>
                <a:gd name="connsiteY6" fmla="*/ 176461 h 204508"/>
                <a:gd name="connsiteX7" fmla="*/ 23919 w 85615"/>
                <a:gd name="connsiteY7" fmla="*/ 196125 h 204508"/>
                <a:gd name="connsiteX8" fmla="*/ 2440 w 85615"/>
                <a:gd name="connsiteY8" fmla="*/ 200058 h 204508"/>
                <a:gd name="connsiteX9" fmla="*/ 2440 w 85615"/>
                <a:gd name="connsiteY9" fmla="*/ 204596 h 204508"/>
                <a:gd name="connsiteX10" fmla="*/ 85937 w 85615"/>
                <a:gd name="connsiteY10" fmla="*/ 204596 h 204508"/>
                <a:gd name="connsiteX11" fmla="*/ 85937 w 85615"/>
                <a:gd name="connsiteY11" fmla="*/ 200058 h 204508"/>
                <a:gd name="connsiteX12" fmla="*/ 57197 w 85615"/>
                <a:gd name="connsiteY12" fmla="*/ 182209 h 204508"/>
                <a:gd name="connsiteX13" fmla="*/ 57197 w 85615"/>
                <a:gd name="connsiteY13" fmla="*/ 693 h 204508"/>
                <a:gd name="connsiteX14" fmla="*/ 54777 w 85615"/>
                <a:gd name="connsiteY14" fmla="*/ 88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15" h="204508">
                  <a:moveTo>
                    <a:pt x="54777" y="88"/>
                  </a:moveTo>
                  <a:lnTo>
                    <a:pt x="322" y="27618"/>
                  </a:lnTo>
                  <a:lnTo>
                    <a:pt x="322" y="31853"/>
                  </a:lnTo>
                  <a:cubicBezTo>
                    <a:pt x="3952" y="30341"/>
                    <a:pt x="7280" y="29131"/>
                    <a:pt x="8490" y="28525"/>
                  </a:cubicBezTo>
                  <a:cubicBezTo>
                    <a:pt x="13936" y="26408"/>
                    <a:pt x="19079" y="25198"/>
                    <a:pt x="22104" y="25198"/>
                  </a:cubicBezTo>
                  <a:cubicBezTo>
                    <a:pt x="28457" y="25198"/>
                    <a:pt x="31180" y="29736"/>
                    <a:pt x="31180" y="39416"/>
                  </a:cubicBezTo>
                  <a:lnTo>
                    <a:pt x="31180" y="176461"/>
                  </a:lnTo>
                  <a:cubicBezTo>
                    <a:pt x="31180" y="186444"/>
                    <a:pt x="28759" y="193403"/>
                    <a:pt x="23919" y="196125"/>
                  </a:cubicBezTo>
                  <a:cubicBezTo>
                    <a:pt x="19381" y="198848"/>
                    <a:pt x="15146" y="199756"/>
                    <a:pt x="2440" y="200058"/>
                  </a:cubicBezTo>
                  <a:lnTo>
                    <a:pt x="2440" y="204596"/>
                  </a:lnTo>
                  <a:lnTo>
                    <a:pt x="85937" y="204596"/>
                  </a:lnTo>
                  <a:lnTo>
                    <a:pt x="85937" y="200058"/>
                  </a:lnTo>
                  <a:cubicBezTo>
                    <a:pt x="62037" y="199756"/>
                    <a:pt x="57197" y="196730"/>
                    <a:pt x="57197" y="182209"/>
                  </a:cubicBezTo>
                  <a:lnTo>
                    <a:pt x="57197" y="693"/>
                  </a:lnTo>
                  <a:lnTo>
                    <a:pt x="54777" y="88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6F6AA54-32E3-5576-6C92-8DF9CB077EED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2529564" y="5188347"/>
              <a:ext cx="32067" cy="32067"/>
            </a:xfrm>
            <a:custGeom>
              <a:avLst/>
              <a:gdLst>
                <a:gd name="connsiteX0" fmla="*/ 32395 w 32067"/>
                <a:gd name="connsiteY0" fmla="*/ 16122 h 32067"/>
                <a:gd name="connsiteX1" fmla="*/ 16361 w 32067"/>
                <a:gd name="connsiteY1" fmla="*/ 88 h 32067"/>
                <a:gd name="connsiteX2" fmla="*/ 327 w 32067"/>
                <a:gd name="connsiteY2" fmla="*/ 16122 h 32067"/>
                <a:gd name="connsiteX3" fmla="*/ 16361 w 32067"/>
                <a:gd name="connsiteY3" fmla="*/ 32156 h 32067"/>
                <a:gd name="connsiteX4" fmla="*/ 32395 w 32067"/>
                <a:gd name="connsiteY4" fmla="*/ 16122 h 3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7" h="32067">
                  <a:moveTo>
                    <a:pt x="32395" y="16122"/>
                  </a:moveTo>
                  <a:cubicBezTo>
                    <a:pt x="32395" y="7349"/>
                    <a:pt x="25134" y="88"/>
                    <a:pt x="16361" y="88"/>
                  </a:cubicBezTo>
                  <a:cubicBezTo>
                    <a:pt x="7587" y="88"/>
                    <a:pt x="327" y="7349"/>
                    <a:pt x="327" y="16122"/>
                  </a:cubicBezTo>
                  <a:cubicBezTo>
                    <a:pt x="327" y="24895"/>
                    <a:pt x="7588" y="32156"/>
                    <a:pt x="16361" y="32156"/>
                  </a:cubicBezTo>
                  <a:cubicBezTo>
                    <a:pt x="25134" y="32156"/>
                    <a:pt x="32395" y="24895"/>
                    <a:pt x="32395" y="16122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F57A6DE-49E1-039C-368B-F8EE5F7A2920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12597943" y="5013486"/>
              <a:ext cx="131296" cy="211163"/>
            </a:xfrm>
            <a:custGeom>
              <a:avLst/>
              <a:gdLst>
                <a:gd name="connsiteX0" fmla="*/ 124971 w 131296"/>
                <a:gd name="connsiteY0" fmla="*/ 88 h 211163"/>
                <a:gd name="connsiteX1" fmla="*/ 50852 w 131296"/>
                <a:gd name="connsiteY1" fmla="*/ 24290 h 211163"/>
                <a:gd name="connsiteX2" fmla="*/ 330 w 131296"/>
                <a:gd name="connsiteY2" fmla="*/ 122611 h 211163"/>
                <a:gd name="connsiteX3" fmla="*/ 21507 w 131296"/>
                <a:gd name="connsiteY3" fmla="*/ 190680 h 211163"/>
                <a:gd name="connsiteX4" fmla="*/ 68096 w 131296"/>
                <a:gd name="connsiteY4" fmla="*/ 211252 h 211163"/>
                <a:gd name="connsiteX5" fmla="*/ 131626 w 131296"/>
                <a:gd name="connsiteY5" fmla="*/ 140763 h 211163"/>
                <a:gd name="connsiteX6" fmla="*/ 74751 w 131296"/>
                <a:gd name="connsiteY6" fmla="*/ 77535 h 211163"/>
                <a:gd name="connsiteX7" fmla="*/ 36028 w 131296"/>
                <a:gd name="connsiteY7" fmla="*/ 91149 h 211163"/>
                <a:gd name="connsiteX8" fmla="*/ 125576 w 131296"/>
                <a:gd name="connsiteY8" fmla="*/ 4928 h 211163"/>
                <a:gd name="connsiteX9" fmla="*/ 124971 w 131296"/>
                <a:gd name="connsiteY9" fmla="*/ 88 h 211163"/>
                <a:gd name="connsiteX10" fmla="*/ 63255 w 131296"/>
                <a:gd name="connsiteY10" fmla="*/ 91451 h 211163"/>
                <a:gd name="connsiteX11" fmla="*/ 104399 w 131296"/>
                <a:gd name="connsiteY11" fmla="*/ 151049 h 211163"/>
                <a:gd name="connsiteX12" fmla="*/ 71423 w 131296"/>
                <a:gd name="connsiteY12" fmla="*/ 202781 h 211163"/>
                <a:gd name="connsiteX13" fmla="*/ 28465 w 131296"/>
                <a:gd name="connsiteY13" fmla="*/ 127452 h 211163"/>
                <a:gd name="connsiteX14" fmla="*/ 36935 w 131296"/>
                <a:gd name="connsiteY14" fmla="*/ 99014 h 211163"/>
                <a:gd name="connsiteX15" fmla="*/ 63255 w 131296"/>
                <a:gd name="connsiteY15" fmla="*/ 91451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1163">
                  <a:moveTo>
                    <a:pt x="124971" y="88"/>
                  </a:moveTo>
                  <a:cubicBezTo>
                    <a:pt x="90483" y="3113"/>
                    <a:pt x="72936" y="8861"/>
                    <a:pt x="50852" y="24290"/>
                  </a:cubicBezTo>
                  <a:cubicBezTo>
                    <a:pt x="18179" y="47585"/>
                    <a:pt x="330" y="82073"/>
                    <a:pt x="330" y="122611"/>
                  </a:cubicBezTo>
                  <a:cubicBezTo>
                    <a:pt x="330" y="148931"/>
                    <a:pt x="8498" y="175553"/>
                    <a:pt x="21507" y="190680"/>
                  </a:cubicBezTo>
                  <a:cubicBezTo>
                    <a:pt x="33003" y="203991"/>
                    <a:pt x="49339" y="211252"/>
                    <a:pt x="68096" y="211252"/>
                  </a:cubicBezTo>
                  <a:cubicBezTo>
                    <a:pt x="105609" y="211252"/>
                    <a:pt x="131626" y="182512"/>
                    <a:pt x="131626" y="140763"/>
                  </a:cubicBezTo>
                  <a:cubicBezTo>
                    <a:pt x="131626" y="102039"/>
                    <a:pt x="109542" y="77535"/>
                    <a:pt x="74751" y="77535"/>
                  </a:cubicBezTo>
                  <a:cubicBezTo>
                    <a:pt x="61440" y="77535"/>
                    <a:pt x="55087" y="79652"/>
                    <a:pt x="36028" y="91149"/>
                  </a:cubicBezTo>
                  <a:cubicBezTo>
                    <a:pt x="44196" y="45467"/>
                    <a:pt x="78079" y="12794"/>
                    <a:pt x="125576" y="4928"/>
                  </a:cubicBezTo>
                  <a:lnTo>
                    <a:pt x="124971" y="88"/>
                  </a:lnTo>
                  <a:close/>
                  <a:moveTo>
                    <a:pt x="63255" y="91451"/>
                  </a:moveTo>
                  <a:cubicBezTo>
                    <a:pt x="89273" y="91451"/>
                    <a:pt x="104399" y="113233"/>
                    <a:pt x="104399" y="151049"/>
                  </a:cubicBezTo>
                  <a:cubicBezTo>
                    <a:pt x="104399" y="184327"/>
                    <a:pt x="92600" y="202781"/>
                    <a:pt x="71423" y="202781"/>
                  </a:cubicBezTo>
                  <a:cubicBezTo>
                    <a:pt x="44801" y="202781"/>
                    <a:pt x="28465" y="174343"/>
                    <a:pt x="28465" y="127452"/>
                  </a:cubicBezTo>
                  <a:cubicBezTo>
                    <a:pt x="28465" y="112023"/>
                    <a:pt x="30885" y="103552"/>
                    <a:pt x="36935" y="99014"/>
                  </a:cubicBezTo>
                  <a:cubicBezTo>
                    <a:pt x="43288" y="94174"/>
                    <a:pt x="52667" y="91451"/>
                    <a:pt x="63255" y="91451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5D9323A-DE9A-608B-8DAD-FEF0B5F103FF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2748564" y="5015906"/>
              <a:ext cx="134624" cy="204508"/>
            </a:xfrm>
            <a:custGeom>
              <a:avLst/>
              <a:gdLst>
                <a:gd name="connsiteX0" fmla="*/ 134959 w 134624"/>
                <a:gd name="connsiteY0" fmla="*/ 163150 h 204508"/>
                <a:gd name="connsiteX1" fmla="*/ 131026 w 134624"/>
                <a:gd name="connsiteY1" fmla="*/ 161637 h 204508"/>
                <a:gd name="connsiteX2" fmla="*/ 102286 w 134624"/>
                <a:gd name="connsiteY2" fmla="*/ 181604 h 204508"/>
                <a:gd name="connsiteX3" fmla="*/ 29982 w 134624"/>
                <a:gd name="connsiteY3" fmla="*/ 181604 h 204508"/>
                <a:gd name="connsiteX4" fmla="*/ 80807 w 134624"/>
                <a:gd name="connsiteY4" fmla="*/ 128359 h 204508"/>
                <a:gd name="connsiteX5" fmla="*/ 119530 w 134624"/>
                <a:gd name="connsiteY5" fmla="*/ 53635 h 204508"/>
                <a:gd name="connsiteX6" fmla="*/ 63563 w 134624"/>
                <a:gd name="connsiteY6" fmla="*/ 88 h 204508"/>
                <a:gd name="connsiteX7" fmla="*/ 19999 w 134624"/>
                <a:gd name="connsiteY7" fmla="*/ 18845 h 204508"/>
                <a:gd name="connsiteX8" fmla="*/ 637 w 134624"/>
                <a:gd name="connsiteY8" fmla="*/ 60291 h 204508"/>
                <a:gd name="connsiteX9" fmla="*/ 6990 w 134624"/>
                <a:gd name="connsiteY9" fmla="*/ 61803 h 204508"/>
                <a:gd name="connsiteX10" fmla="*/ 50857 w 134624"/>
                <a:gd name="connsiteY10" fmla="*/ 22475 h 204508"/>
                <a:gd name="connsiteX11" fmla="*/ 93513 w 134624"/>
                <a:gd name="connsiteY11" fmla="*/ 65131 h 204508"/>
                <a:gd name="connsiteX12" fmla="*/ 54184 w 134624"/>
                <a:gd name="connsiteY12" fmla="*/ 143788 h 204508"/>
                <a:gd name="connsiteX13" fmla="*/ 335 w 134624"/>
                <a:gd name="connsiteY13" fmla="*/ 200966 h 204508"/>
                <a:gd name="connsiteX14" fmla="*/ 335 w 134624"/>
                <a:gd name="connsiteY14" fmla="*/ 204596 h 204508"/>
                <a:gd name="connsiteX15" fmla="*/ 118320 w 134624"/>
                <a:gd name="connsiteY15" fmla="*/ 204596 h 204508"/>
                <a:gd name="connsiteX16" fmla="*/ 134959 w 134624"/>
                <a:gd name="connsiteY16" fmla="*/ 163150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624" h="204508">
                  <a:moveTo>
                    <a:pt x="134959" y="163150"/>
                  </a:moveTo>
                  <a:lnTo>
                    <a:pt x="131026" y="161637"/>
                  </a:lnTo>
                  <a:cubicBezTo>
                    <a:pt x="119833" y="178881"/>
                    <a:pt x="115900" y="181604"/>
                    <a:pt x="102286" y="181604"/>
                  </a:cubicBezTo>
                  <a:lnTo>
                    <a:pt x="29982" y="181604"/>
                  </a:lnTo>
                  <a:lnTo>
                    <a:pt x="80807" y="128359"/>
                  </a:lnTo>
                  <a:cubicBezTo>
                    <a:pt x="107732" y="100224"/>
                    <a:pt x="119530" y="77232"/>
                    <a:pt x="119530" y="53635"/>
                  </a:cubicBezTo>
                  <a:cubicBezTo>
                    <a:pt x="119530" y="23383"/>
                    <a:pt x="95026" y="88"/>
                    <a:pt x="63563" y="88"/>
                  </a:cubicBezTo>
                  <a:cubicBezTo>
                    <a:pt x="46924" y="88"/>
                    <a:pt x="31192" y="6744"/>
                    <a:pt x="19999" y="18845"/>
                  </a:cubicBezTo>
                  <a:cubicBezTo>
                    <a:pt x="10318" y="29131"/>
                    <a:pt x="5780" y="38811"/>
                    <a:pt x="637" y="60291"/>
                  </a:cubicBezTo>
                  <a:lnTo>
                    <a:pt x="6990" y="61803"/>
                  </a:lnTo>
                  <a:cubicBezTo>
                    <a:pt x="19091" y="32156"/>
                    <a:pt x="29982" y="22475"/>
                    <a:pt x="50857" y="22475"/>
                  </a:cubicBezTo>
                  <a:cubicBezTo>
                    <a:pt x="76269" y="22475"/>
                    <a:pt x="93513" y="39719"/>
                    <a:pt x="93513" y="65131"/>
                  </a:cubicBezTo>
                  <a:cubicBezTo>
                    <a:pt x="93513" y="88728"/>
                    <a:pt x="79597" y="116863"/>
                    <a:pt x="54184" y="143788"/>
                  </a:cubicBezTo>
                  <a:lnTo>
                    <a:pt x="335" y="200966"/>
                  </a:lnTo>
                  <a:lnTo>
                    <a:pt x="335" y="204596"/>
                  </a:lnTo>
                  <a:lnTo>
                    <a:pt x="118320" y="204596"/>
                  </a:lnTo>
                  <a:lnTo>
                    <a:pt x="134959" y="163150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205C171-F800-043D-4BD1-18FBA34A3CCA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2904328" y="5015906"/>
              <a:ext cx="117682" cy="208743"/>
            </a:xfrm>
            <a:custGeom>
              <a:avLst/>
              <a:gdLst>
                <a:gd name="connsiteX0" fmla="*/ 33618 w 117682"/>
                <a:gd name="connsiteY0" fmla="*/ 104762 h 208743"/>
                <a:gd name="connsiteX1" fmla="*/ 65685 w 117682"/>
                <a:gd name="connsiteY1" fmla="*/ 108090 h 208743"/>
                <a:gd name="connsiteX2" fmla="*/ 96241 w 117682"/>
                <a:gd name="connsiteY2" fmla="*/ 152864 h 208743"/>
                <a:gd name="connsiteX3" fmla="*/ 56610 w 117682"/>
                <a:gd name="connsiteY3" fmla="*/ 197940 h 208743"/>
                <a:gd name="connsiteX4" fmla="*/ 31197 w 117682"/>
                <a:gd name="connsiteY4" fmla="*/ 188562 h 208743"/>
                <a:gd name="connsiteX5" fmla="*/ 11836 w 117682"/>
                <a:gd name="connsiteY5" fmla="*/ 180999 h 208743"/>
                <a:gd name="connsiteX6" fmla="*/ 340 w 117682"/>
                <a:gd name="connsiteY6" fmla="*/ 191587 h 208743"/>
                <a:gd name="connsiteX7" fmla="*/ 34525 w 117682"/>
                <a:gd name="connsiteY7" fmla="*/ 208831 h 208743"/>
                <a:gd name="connsiteX8" fmla="*/ 95938 w 117682"/>
                <a:gd name="connsiteY8" fmla="*/ 188562 h 208743"/>
                <a:gd name="connsiteX9" fmla="*/ 118023 w 117682"/>
                <a:gd name="connsiteY9" fmla="*/ 138343 h 208743"/>
                <a:gd name="connsiteX10" fmla="*/ 104409 w 117682"/>
                <a:gd name="connsiteY10" fmla="*/ 99317 h 208743"/>
                <a:gd name="connsiteX11" fmla="*/ 79299 w 117682"/>
                <a:gd name="connsiteY11" fmla="*/ 83283 h 208743"/>
                <a:gd name="connsiteX12" fmla="*/ 107737 w 117682"/>
                <a:gd name="connsiteY12" fmla="*/ 41534 h 208743"/>
                <a:gd name="connsiteX13" fmla="*/ 60542 w 117682"/>
                <a:gd name="connsiteY13" fmla="*/ 88 h 208743"/>
                <a:gd name="connsiteX14" fmla="*/ 21214 w 117682"/>
                <a:gd name="connsiteY14" fmla="*/ 14912 h 208743"/>
                <a:gd name="connsiteX15" fmla="*/ 945 w 117682"/>
                <a:gd name="connsiteY15" fmla="*/ 49097 h 208743"/>
                <a:gd name="connsiteX16" fmla="*/ 5483 w 117682"/>
                <a:gd name="connsiteY16" fmla="*/ 50307 h 208743"/>
                <a:gd name="connsiteX17" fmla="*/ 50559 w 117682"/>
                <a:gd name="connsiteY17" fmla="*/ 18240 h 208743"/>
                <a:gd name="connsiteX18" fmla="*/ 83837 w 117682"/>
                <a:gd name="connsiteY18" fmla="*/ 50610 h 208743"/>
                <a:gd name="connsiteX19" fmla="*/ 71736 w 117682"/>
                <a:gd name="connsiteY19" fmla="*/ 79955 h 208743"/>
                <a:gd name="connsiteX20" fmla="*/ 33618 w 117682"/>
                <a:gd name="connsiteY20" fmla="*/ 100829 h 208743"/>
                <a:gd name="connsiteX21" fmla="*/ 33618 w 117682"/>
                <a:gd name="connsiteY21" fmla="*/ 104762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682" h="208743">
                  <a:moveTo>
                    <a:pt x="33618" y="104762"/>
                  </a:moveTo>
                  <a:cubicBezTo>
                    <a:pt x="51467" y="104762"/>
                    <a:pt x="58425" y="105367"/>
                    <a:pt x="65685" y="108090"/>
                  </a:cubicBezTo>
                  <a:cubicBezTo>
                    <a:pt x="84442" y="114746"/>
                    <a:pt x="96241" y="131990"/>
                    <a:pt x="96241" y="152864"/>
                  </a:cubicBezTo>
                  <a:cubicBezTo>
                    <a:pt x="96241" y="178276"/>
                    <a:pt x="78997" y="197940"/>
                    <a:pt x="56610" y="197940"/>
                  </a:cubicBezTo>
                  <a:cubicBezTo>
                    <a:pt x="48441" y="197940"/>
                    <a:pt x="42391" y="195823"/>
                    <a:pt x="31197" y="188562"/>
                  </a:cubicBezTo>
                  <a:cubicBezTo>
                    <a:pt x="22122" y="183117"/>
                    <a:pt x="16979" y="180999"/>
                    <a:pt x="11836" y="180999"/>
                  </a:cubicBezTo>
                  <a:cubicBezTo>
                    <a:pt x="4878" y="180999"/>
                    <a:pt x="340" y="185234"/>
                    <a:pt x="340" y="191587"/>
                  </a:cubicBezTo>
                  <a:cubicBezTo>
                    <a:pt x="340" y="202176"/>
                    <a:pt x="13348" y="208831"/>
                    <a:pt x="34525" y="208831"/>
                  </a:cubicBezTo>
                  <a:cubicBezTo>
                    <a:pt x="57820" y="208831"/>
                    <a:pt x="81719" y="200966"/>
                    <a:pt x="95938" y="188562"/>
                  </a:cubicBezTo>
                  <a:cubicBezTo>
                    <a:pt x="110157" y="176159"/>
                    <a:pt x="118023" y="158612"/>
                    <a:pt x="118023" y="138343"/>
                  </a:cubicBezTo>
                  <a:cubicBezTo>
                    <a:pt x="118023" y="122914"/>
                    <a:pt x="113182" y="108695"/>
                    <a:pt x="104409" y="99317"/>
                  </a:cubicBezTo>
                  <a:cubicBezTo>
                    <a:pt x="98358" y="92661"/>
                    <a:pt x="92610" y="89031"/>
                    <a:pt x="79299" y="83283"/>
                  </a:cubicBezTo>
                  <a:cubicBezTo>
                    <a:pt x="100173" y="69064"/>
                    <a:pt x="107737" y="57871"/>
                    <a:pt x="107737" y="41534"/>
                  </a:cubicBezTo>
                  <a:cubicBezTo>
                    <a:pt x="107737" y="17029"/>
                    <a:pt x="88375" y="88"/>
                    <a:pt x="60542" y="88"/>
                  </a:cubicBezTo>
                  <a:cubicBezTo>
                    <a:pt x="45416" y="88"/>
                    <a:pt x="32105" y="5231"/>
                    <a:pt x="21214" y="14912"/>
                  </a:cubicBezTo>
                  <a:cubicBezTo>
                    <a:pt x="12138" y="23080"/>
                    <a:pt x="7600" y="30946"/>
                    <a:pt x="945" y="49097"/>
                  </a:cubicBezTo>
                  <a:lnTo>
                    <a:pt x="5483" y="50307"/>
                  </a:lnTo>
                  <a:cubicBezTo>
                    <a:pt x="17886" y="28223"/>
                    <a:pt x="31500" y="18240"/>
                    <a:pt x="50559" y="18240"/>
                  </a:cubicBezTo>
                  <a:cubicBezTo>
                    <a:pt x="70223" y="18240"/>
                    <a:pt x="83837" y="31551"/>
                    <a:pt x="83837" y="50610"/>
                  </a:cubicBezTo>
                  <a:cubicBezTo>
                    <a:pt x="83837" y="61501"/>
                    <a:pt x="79299" y="72392"/>
                    <a:pt x="71736" y="79955"/>
                  </a:cubicBezTo>
                  <a:cubicBezTo>
                    <a:pt x="62660" y="89031"/>
                    <a:pt x="54189" y="93569"/>
                    <a:pt x="33618" y="100829"/>
                  </a:cubicBezTo>
                  <a:lnTo>
                    <a:pt x="33618" y="104762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A17A0EA-5853-0C86-E4CB-B17EFC6319F2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3046780" y="5015906"/>
              <a:ext cx="139162" cy="204508"/>
            </a:xfrm>
            <a:custGeom>
              <a:avLst/>
              <a:gdLst>
                <a:gd name="connsiteX0" fmla="*/ 139507 w 139162"/>
                <a:gd name="connsiteY0" fmla="*/ 134712 h 204508"/>
                <a:gd name="connsiteX1" fmla="*/ 108649 w 139162"/>
                <a:gd name="connsiteY1" fmla="*/ 134712 h 204508"/>
                <a:gd name="connsiteX2" fmla="*/ 108649 w 139162"/>
                <a:gd name="connsiteY2" fmla="*/ 88 h 204508"/>
                <a:gd name="connsiteX3" fmla="*/ 95338 w 139162"/>
                <a:gd name="connsiteY3" fmla="*/ 88 h 204508"/>
                <a:gd name="connsiteX4" fmla="*/ 345 w 139162"/>
                <a:gd name="connsiteY4" fmla="*/ 134712 h 204508"/>
                <a:gd name="connsiteX5" fmla="*/ 345 w 139162"/>
                <a:gd name="connsiteY5" fmla="*/ 154074 h 204508"/>
                <a:gd name="connsiteX6" fmla="*/ 85355 w 139162"/>
                <a:gd name="connsiteY6" fmla="*/ 154074 h 204508"/>
                <a:gd name="connsiteX7" fmla="*/ 85355 w 139162"/>
                <a:gd name="connsiteY7" fmla="*/ 204596 h 204508"/>
                <a:gd name="connsiteX8" fmla="*/ 108649 w 139162"/>
                <a:gd name="connsiteY8" fmla="*/ 204596 h 204508"/>
                <a:gd name="connsiteX9" fmla="*/ 108649 w 139162"/>
                <a:gd name="connsiteY9" fmla="*/ 154074 h 204508"/>
                <a:gd name="connsiteX10" fmla="*/ 139507 w 139162"/>
                <a:gd name="connsiteY10" fmla="*/ 154074 h 204508"/>
                <a:gd name="connsiteX11" fmla="*/ 139507 w 139162"/>
                <a:gd name="connsiteY11" fmla="*/ 134712 h 204508"/>
                <a:gd name="connsiteX12" fmla="*/ 85052 w 139162"/>
                <a:gd name="connsiteY12" fmla="*/ 134712 h 204508"/>
                <a:gd name="connsiteX13" fmla="*/ 12446 w 139162"/>
                <a:gd name="connsiteY13" fmla="*/ 134712 h 204508"/>
                <a:gd name="connsiteX14" fmla="*/ 85052 w 139162"/>
                <a:gd name="connsiteY14" fmla="*/ 30946 h 204508"/>
                <a:gd name="connsiteX15" fmla="*/ 85052 w 139162"/>
                <a:gd name="connsiteY15" fmla="*/ 134712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162" h="204508">
                  <a:moveTo>
                    <a:pt x="139507" y="134712"/>
                  </a:moveTo>
                  <a:lnTo>
                    <a:pt x="108649" y="134712"/>
                  </a:lnTo>
                  <a:lnTo>
                    <a:pt x="108649" y="88"/>
                  </a:lnTo>
                  <a:lnTo>
                    <a:pt x="95338" y="88"/>
                  </a:lnTo>
                  <a:lnTo>
                    <a:pt x="345" y="134712"/>
                  </a:lnTo>
                  <a:lnTo>
                    <a:pt x="345" y="154074"/>
                  </a:lnTo>
                  <a:lnTo>
                    <a:pt x="85355" y="154074"/>
                  </a:lnTo>
                  <a:lnTo>
                    <a:pt x="85355" y="204596"/>
                  </a:lnTo>
                  <a:lnTo>
                    <a:pt x="108649" y="204596"/>
                  </a:lnTo>
                  <a:lnTo>
                    <a:pt x="108649" y="154074"/>
                  </a:lnTo>
                  <a:lnTo>
                    <a:pt x="139507" y="154074"/>
                  </a:lnTo>
                  <a:lnTo>
                    <a:pt x="139507" y="134712"/>
                  </a:lnTo>
                  <a:close/>
                  <a:moveTo>
                    <a:pt x="85052" y="134712"/>
                  </a:moveTo>
                  <a:lnTo>
                    <a:pt x="12446" y="134712"/>
                  </a:lnTo>
                  <a:lnTo>
                    <a:pt x="85052" y="30946"/>
                  </a:lnTo>
                  <a:lnTo>
                    <a:pt x="85052" y="134712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993651E-F33B-8173-AA85-263948A4AAAD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3205266" y="5013486"/>
              <a:ext cx="131296" cy="211163"/>
            </a:xfrm>
            <a:custGeom>
              <a:avLst/>
              <a:gdLst>
                <a:gd name="connsiteX0" fmla="*/ 124991 w 131296"/>
                <a:gd name="connsiteY0" fmla="*/ 88 h 211163"/>
                <a:gd name="connsiteX1" fmla="*/ 50872 w 131296"/>
                <a:gd name="connsiteY1" fmla="*/ 24290 h 211163"/>
                <a:gd name="connsiteX2" fmla="*/ 350 w 131296"/>
                <a:gd name="connsiteY2" fmla="*/ 122611 h 211163"/>
                <a:gd name="connsiteX3" fmla="*/ 21526 w 131296"/>
                <a:gd name="connsiteY3" fmla="*/ 190680 h 211163"/>
                <a:gd name="connsiteX4" fmla="*/ 68116 w 131296"/>
                <a:gd name="connsiteY4" fmla="*/ 211252 h 211163"/>
                <a:gd name="connsiteX5" fmla="*/ 131646 w 131296"/>
                <a:gd name="connsiteY5" fmla="*/ 140763 h 211163"/>
                <a:gd name="connsiteX6" fmla="*/ 74771 w 131296"/>
                <a:gd name="connsiteY6" fmla="*/ 77535 h 211163"/>
                <a:gd name="connsiteX7" fmla="*/ 36048 w 131296"/>
                <a:gd name="connsiteY7" fmla="*/ 91149 h 211163"/>
                <a:gd name="connsiteX8" fmla="*/ 125596 w 131296"/>
                <a:gd name="connsiteY8" fmla="*/ 4928 h 211163"/>
                <a:gd name="connsiteX9" fmla="*/ 124991 w 131296"/>
                <a:gd name="connsiteY9" fmla="*/ 88 h 211163"/>
                <a:gd name="connsiteX10" fmla="*/ 63275 w 131296"/>
                <a:gd name="connsiteY10" fmla="*/ 91451 h 211163"/>
                <a:gd name="connsiteX11" fmla="*/ 104419 w 131296"/>
                <a:gd name="connsiteY11" fmla="*/ 151049 h 211163"/>
                <a:gd name="connsiteX12" fmla="*/ 71443 w 131296"/>
                <a:gd name="connsiteY12" fmla="*/ 202781 h 211163"/>
                <a:gd name="connsiteX13" fmla="*/ 28485 w 131296"/>
                <a:gd name="connsiteY13" fmla="*/ 127452 h 211163"/>
                <a:gd name="connsiteX14" fmla="*/ 36955 w 131296"/>
                <a:gd name="connsiteY14" fmla="*/ 99014 h 211163"/>
                <a:gd name="connsiteX15" fmla="*/ 63275 w 131296"/>
                <a:gd name="connsiteY15" fmla="*/ 91451 h 21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296" h="211163">
                  <a:moveTo>
                    <a:pt x="124991" y="88"/>
                  </a:moveTo>
                  <a:cubicBezTo>
                    <a:pt x="90503" y="3113"/>
                    <a:pt x="72956" y="8861"/>
                    <a:pt x="50872" y="24290"/>
                  </a:cubicBezTo>
                  <a:cubicBezTo>
                    <a:pt x="18199" y="47585"/>
                    <a:pt x="350" y="82073"/>
                    <a:pt x="350" y="122611"/>
                  </a:cubicBezTo>
                  <a:cubicBezTo>
                    <a:pt x="350" y="148931"/>
                    <a:pt x="8518" y="175553"/>
                    <a:pt x="21526" y="190680"/>
                  </a:cubicBezTo>
                  <a:cubicBezTo>
                    <a:pt x="33022" y="203991"/>
                    <a:pt x="49359" y="211252"/>
                    <a:pt x="68116" y="211252"/>
                  </a:cubicBezTo>
                  <a:cubicBezTo>
                    <a:pt x="105629" y="211252"/>
                    <a:pt x="131646" y="182512"/>
                    <a:pt x="131646" y="140763"/>
                  </a:cubicBezTo>
                  <a:cubicBezTo>
                    <a:pt x="131646" y="102039"/>
                    <a:pt x="109562" y="77535"/>
                    <a:pt x="74771" y="77535"/>
                  </a:cubicBezTo>
                  <a:cubicBezTo>
                    <a:pt x="61460" y="77535"/>
                    <a:pt x="55107" y="79652"/>
                    <a:pt x="36048" y="91149"/>
                  </a:cubicBezTo>
                  <a:cubicBezTo>
                    <a:pt x="44216" y="45467"/>
                    <a:pt x="78099" y="12794"/>
                    <a:pt x="125596" y="4928"/>
                  </a:cubicBezTo>
                  <a:lnTo>
                    <a:pt x="124991" y="88"/>
                  </a:lnTo>
                  <a:close/>
                  <a:moveTo>
                    <a:pt x="63275" y="91451"/>
                  </a:moveTo>
                  <a:cubicBezTo>
                    <a:pt x="89292" y="91451"/>
                    <a:pt x="104419" y="113233"/>
                    <a:pt x="104419" y="151049"/>
                  </a:cubicBezTo>
                  <a:cubicBezTo>
                    <a:pt x="104419" y="184327"/>
                    <a:pt x="92620" y="202781"/>
                    <a:pt x="71443" y="202781"/>
                  </a:cubicBezTo>
                  <a:cubicBezTo>
                    <a:pt x="44821" y="202781"/>
                    <a:pt x="28485" y="174343"/>
                    <a:pt x="28485" y="127452"/>
                  </a:cubicBezTo>
                  <a:cubicBezTo>
                    <a:pt x="28485" y="112023"/>
                    <a:pt x="30905" y="103552"/>
                    <a:pt x="36955" y="99014"/>
                  </a:cubicBezTo>
                  <a:cubicBezTo>
                    <a:pt x="43308" y="94174"/>
                    <a:pt x="52687" y="91451"/>
                    <a:pt x="63275" y="91451"/>
                  </a:cubicBez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0D1DA29-5D95-37AD-0E7D-6CCE6FC280DE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13352861" y="5020142"/>
              <a:ext cx="129783" cy="202692"/>
            </a:xfrm>
            <a:custGeom>
              <a:avLst/>
              <a:gdLst>
                <a:gd name="connsiteX0" fmla="*/ 130139 w 129783"/>
                <a:gd name="connsiteY0" fmla="*/ 88 h 202692"/>
                <a:gd name="connsiteX1" fmla="*/ 18204 w 129783"/>
                <a:gd name="connsiteY1" fmla="*/ 88 h 202692"/>
                <a:gd name="connsiteX2" fmla="*/ 355 w 129783"/>
                <a:gd name="connsiteY2" fmla="*/ 44559 h 202692"/>
                <a:gd name="connsiteX3" fmla="*/ 5498 w 129783"/>
                <a:gd name="connsiteY3" fmla="*/ 46980 h 202692"/>
                <a:gd name="connsiteX4" fmla="*/ 40591 w 129783"/>
                <a:gd name="connsiteY4" fmla="*/ 22475 h 202692"/>
                <a:gd name="connsiteX5" fmla="*/ 106239 w 129783"/>
                <a:gd name="connsiteY5" fmla="*/ 22475 h 202692"/>
                <a:gd name="connsiteX6" fmla="*/ 46339 w 129783"/>
                <a:gd name="connsiteY6" fmla="*/ 202781 h 202692"/>
                <a:gd name="connsiteX7" fmla="*/ 66003 w 129783"/>
                <a:gd name="connsiteY7" fmla="*/ 202781 h 202692"/>
                <a:gd name="connsiteX8" fmla="*/ 130139 w 129783"/>
                <a:gd name="connsiteY8" fmla="*/ 4928 h 202692"/>
                <a:gd name="connsiteX9" fmla="*/ 130139 w 129783"/>
                <a:gd name="connsiteY9" fmla="*/ 88 h 202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783" h="202692">
                  <a:moveTo>
                    <a:pt x="130139" y="88"/>
                  </a:moveTo>
                  <a:lnTo>
                    <a:pt x="18204" y="88"/>
                  </a:lnTo>
                  <a:lnTo>
                    <a:pt x="355" y="44559"/>
                  </a:lnTo>
                  <a:lnTo>
                    <a:pt x="5498" y="46980"/>
                  </a:lnTo>
                  <a:cubicBezTo>
                    <a:pt x="18506" y="26408"/>
                    <a:pt x="23952" y="22475"/>
                    <a:pt x="40591" y="22475"/>
                  </a:cubicBezTo>
                  <a:lnTo>
                    <a:pt x="106239" y="22475"/>
                  </a:lnTo>
                  <a:lnTo>
                    <a:pt x="46339" y="202781"/>
                  </a:lnTo>
                  <a:lnTo>
                    <a:pt x="66003" y="202781"/>
                  </a:lnTo>
                  <a:lnTo>
                    <a:pt x="130139" y="4928"/>
                  </a:lnTo>
                  <a:lnTo>
                    <a:pt x="130139" y="88"/>
                  </a:lnTo>
                  <a:close/>
                </a:path>
              </a:pathLst>
            </a:custGeom>
            <a:solidFill>
              <a:srgbClr val="FFFFFF"/>
            </a:solidFill>
            <a:ln w="3046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2" name="Group 10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E_t=1.640533-1.623467=0.017067\quad\varepsilon_t=1.04\%&#10;\end{align*}&#10;}&#10;\end{document}" title="IguanaTex Shape Display">
            <a:extLst>
              <a:ext uri="{FF2B5EF4-FFF2-40B4-BE49-F238E27FC236}">
                <a16:creationId xmlns:a16="http://schemas.microsoft.com/office/drawing/2014/main" id="{AB52ADFF-B3EC-1BEF-6D15-E9F306F2850F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591954" y="6031344"/>
            <a:ext cx="6451942" cy="264154"/>
            <a:chOff x="6433420" y="4987137"/>
            <a:chExt cx="6451942" cy="264154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9225026-F28E-1289-B242-97349F4263F7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6433420" y="4998056"/>
              <a:ext cx="192330" cy="203723"/>
            </a:xfrm>
            <a:custGeom>
              <a:avLst/>
              <a:gdLst>
                <a:gd name="connsiteX0" fmla="*/ 192459 w 192330"/>
                <a:gd name="connsiteY0" fmla="*/ 84 h 203723"/>
                <a:gd name="connsiteX1" fmla="*/ 41926 w 192330"/>
                <a:gd name="connsiteY1" fmla="*/ 84 h 203723"/>
                <a:gd name="connsiteX2" fmla="*/ 41926 w 192330"/>
                <a:gd name="connsiteY2" fmla="*/ 5075 h 203723"/>
                <a:gd name="connsiteX3" fmla="*/ 65248 w 192330"/>
                <a:gd name="connsiteY3" fmla="*/ 17867 h 203723"/>
                <a:gd name="connsiteX4" fmla="*/ 61917 w 192330"/>
                <a:gd name="connsiteY4" fmla="*/ 37833 h 203723"/>
                <a:gd name="connsiteX5" fmla="*/ 24662 w 192330"/>
                <a:gd name="connsiteY5" fmla="*/ 175729 h 203723"/>
                <a:gd name="connsiteX6" fmla="*/ 128 w 192330"/>
                <a:gd name="connsiteY6" fmla="*/ 198815 h 203723"/>
                <a:gd name="connsiteX7" fmla="*/ 128 w 192330"/>
                <a:gd name="connsiteY7" fmla="*/ 203807 h 203723"/>
                <a:gd name="connsiteX8" fmla="*/ 153690 w 192330"/>
                <a:gd name="connsiteY8" fmla="*/ 203807 h 203723"/>
                <a:gd name="connsiteX9" fmla="*/ 172469 w 192330"/>
                <a:gd name="connsiteY9" fmla="*/ 153266 h 203723"/>
                <a:gd name="connsiteX10" fmla="*/ 167623 w 192330"/>
                <a:gd name="connsiteY10" fmla="*/ 150770 h 203723"/>
                <a:gd name="connsiteX11" fmla="*/ 132488 w 192330"/>
                <a:gd name="connsiteY11" fmla="*/ 185088 h 203723"/>
                <a:gd name="connsiteX12" fmla="*/ 77969 w 192330"/>
                <a:gd name="connsiteY12" fmla="*/ 193512 h 203723"/>
                <a:gd name="connsiteX13" fmla="*/ 53739 w 192330"/>
                <a:gd name="connsiteY13" fmla="*/ 182904 h 203723"/>
                <a:gd name="connsiteX14" fmla="*/ 64643 w 192330"/>
                <a:gd name="connsiteY14" fmla="*/ 137355 h 203723"/>
                <a:gd name="connsiteX15" fmla="*/ 74335 w 192330"/>
                <a:gd name="connsiteY15" fmla="*/ 101478 h 203723"/>
                <a:gd name="connsiteX16" fmla="*/ 97960 w 192330"/>
                <a:gd name="connsiteY16" fmla="*/ 102413 h 203723"/>
                <a:gd name="connsiteX17" fmla="*/ 121585 w 192330"/>
                <a:gd name="connsiteY17" fmla="*/ 107093 h 203723"/>
                <a:gd name="connsiteX18" fmla="*/ 123705 w 192330"/>
                <a:gd name="connsiteY18" fmla="*/ 116765 h 203723"/>
                <a:gd name="connsiteX19" fmla="*/ 121585 w 192330"/>
                <a:gd name="connsiteY19" fmla="*/ 132988 h 203723"/>
                <a:gd name="connsiteX20" fmla="*/ 127642 w 192330"/>
                <a:gd name="connsiteY20" fmla="*/ 134547 h 203723"/>
                <a:gd name="connsiteX21" fmla="*/ 148238 w 192330"/>
                <a:gd name="connsiteY21" fmla="*/ 62168 h 203723"/>
                <a:gd name="connsiteX22" fmla="*/ 142787 w 192330"/>
                <a:gd name="connsiteY22" fmla="*/ 60920 h 203723"/>
                <a:gd name="connsiteX23" fmla="*/ 100989 w 192330"/>
                <a:gd name="connsiteY23" fmla="*/ 90558 h 203723"/>
                <a:gd name="connsiteX24" fmla="*/ 77061 w 192330"/>
                <a:gd name="connsiteY24" fmla="*/ 91182 h 203723"/>
                <a:gd name="connsiteX25" fmla="*/ 97051 w 192330"/>
                <a:gd name="connsiteY25" fmla="*/ 18491 h 203723"/>
                <a:gd name="connsiteX26" fmla="*/ 119162 w 192330"/>
                <a:gd name="connsiteY26" fmla="*/ 10379 h 203723"/>
                <a:gd name="connsiteX27" fmla="*/ 177315 w 192330"/>
                <a:gd name="connsiteY27" fmla="*/ 33154 h 203723"/>
                <a:gd name="connsiteX28" fmla="*/ 176709 w 192330"/>
                <a:gd name="connsiteY28" fmla="*/ 47193 h 203723"/>
                <a:gd name="connsiteX29" fmla="*/ 183070 w 192330"/>
                <a:gd name="connsiteY29" fmla="*/ 47817 h 203723"/>
                <a:gd name="connsiteX30" fmla="*/ 192459 w 192330"/>
                <a:gd name="connsiteY30" fmla="*/ 84 h 203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2330" h="203723">
                  <a:moveTo>
                    <a:pt x="192459" y="84"/>
                  </a:moveTo>
                  <a:lnTo>
                    <a:pt x="41926" y="84"/>
                  </a:lnTo>
                  <a:lnTo>
                    <a:pt x="41926" y="5075"/>
                  </a:lnTo>
                  <a:cubicBezTo>
                    <a:pt x="60705" y="6947"/>
                    <a:pt x="65248" y="9443"/>
                    <a:pt x="65248" y="17867"/>
                  </a:cubicBezTo>
                  <a:cubicBezTo>
                    <a:pt x="65248" y="21298"/>
                    <a:pt x="63431" y="32218"/>
                    <a:pt x="61917" y="37833"/>
                  </a:cubicBezTo>
                  <a:lnTo>
                    <a:pt x="24662" y="175729"/>
                  </a:lnTo>
                  <a:cubicBezTo>
                    <a:pt x="19513" y="193512"/>
                    <a:pt x="17090" y="195696"/>
                    <a:pt x="128" y="198815"/>
                  </a:cubicBezTo>
                  <a:lnTo>
                    <a:pt x="128" y="203807"/>
                  </a:lnTo>
                  <a:lnTo>
                    <a:pt x="153690" y="203807"/>
                  </a:lnTo>
                  <a:lnTo>
                    <a:pt x="172469" y="153266"/>
                  </a:lnTo>
                  <a:lnTo>
                    <a:pt x="167623" y="150770"/>
                  </a:lnTo>
                  <a:cubicBezTo>
                    <a:pt x="153387" y="170737"/>
                    <a:pt x="145512" y="178849"/>
                    <a:pt x="132488" y="185088"/>
                  </a:cubicBezTo>
                  <a:cubicBezTo>
                    <a:pt x="121282" y="190392"/>
                    <a:pt x="100686" y="193512"/>
                    <a:pt x="77969" y="193512"/>
                  </a:cubicBezTo>
                  <a:cubicBezTo>
                    <a:pt x="61008" y="193512"/>
                    <a:pt x="53739" y="190392"/>
                    <a:pt x="53739" y="182904"/>
                  </a:cubicBezTo>
                  <a:cubicBezTo>
                    <a:pt x="53739" y="179473"/>
                    <a:pt x="57070" y="164810"/>
                    <a:pt x="64643" y="137355"/>
                  </a:cubicBezTo>
                  <a:cubicBezTo>
                    <a:pt x="68580" y="123628"/>
                    <a:pt x="71306" y="113333"/>
                    <a:pt x="74335" y="101478"/>
                  </a:cubicBezTo>
                  <a:cubicBezTo>
                    <a:pt x="84936" y="102102"/>
                    <a:pt x="94325" y="102413"/>
                    <a:pt x="97960" y="102413"/>
                  </a:cubicBezTo>
                  <a:cubicBezTo>
                    <a:pt x="109772" y="102102"/>
                    <a:pt x="118253" y="103973"/>
                    <a:pt x="121585" y="107093"/>
                  </a:cubicBezTo>
                  <a:cubicBezTo>
                    <a:pt x="123099" y="108653"/>
                    <a:pt x="123705" y="111461"/>
                    <a:pt x="123705" y="116765"/>
                  </a:cubicBezTo>
                  <a:cubicBezTo>
                    <a:pt x="123705" y="122068"/>
                    <a:pt x="123099" y="126124"/>
                    <a:pt x="121585" y="132988"/>
                  </a:cubicBezTo>
                  <a:lnTo>
                    <a:pt x="127642" y="134547"/>
                  </a:lnTo>
                  <a:lnTo>
                    <a:pt x="148238" y="62168"/>
                  </a:lnTo>
                  <a:lnTo>
                    <a:pt x="142787" y="60920"/>
                  </a:lnTo>
                  <a:cubicBezTo>
                    <a:pt x="131277" y="87438"/>
                    <a:pt x="128551" y="89310"/>
                    <a:pt x="100989" y="90558"/>
                  </a:cubicBezTo>
                  <a:cubicBezTo>
                    <a:pt x="97354" y="90558"/>
                    <a:pt x="87662" y="90870"/>
                    <a:pt x="77061" y="91182"/>
                  </a:cubicBezTo>
                  <a:lnTo>
                    <a:pt x="97051" y="18491"/>
                  </a:lnTo>
                  <a:cubicBezTo>
                    <a:pt x="98868" y="11627"/>
                    <a:pt x="102200" y="10379"/>
                    <a:pt x="119162" y="10379"/>
                  </a:cubicBezTo>
                  <a:cubicBezTo>
                    <a:pt x="166714" y="10379"/>
                    <a:pt x="177315" y="14435"/>
                    <a:pt x="177315" y="33154"/>
                  </a:cubicBezTo>
                  <a:cubicBezTo>
                    <a:pt x="177315" y="37210"/>
                    <a:pt x="177012" y="41889"/>
                    <a:pt x="176709" y="47193"/>
                  </a:cubicBezTo>
                  <a:lnTo>
                    <a:pt x="183070" y="47817"/>
                  </a:lnTo>
                  <a:lnTo>
                    <a:pt x="192459" y="84"/>
                  </a:lnTo>
                  <a:close/>
                </a:path>
              </a:pathLst>
            </a:custGeom>
            <a:solidFill>
              <a:srgbClr val="FFFFFF"/>
            </a:solidFill>
            <a:ln w="4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6DE8FD7-831C-23DD-E0EB-670F286C8CC2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6622147" y="5122699"/>
              <a:ext cx="58050" cy="128592"/>
            </a:xfrm>
            <a:custGeom>
              <a:avLst/>
              <a:gdLst>
                <a:gd name="connsiteX0" fmla="*/ 58184 w 58050"/>
                <a:gd name="connsiteY0" fmla="*/ 27328 h 128592"/>
                <a:gd name="connsiteX1" fmla="*/ 40253 w 58050"/>
                <a:gd name="connsiteY1" fmla="*/ 27328 h 128592"/>
                <a:gd name="connsiteX2" fmla="*/ 46529 w 58050"/>
                <a:gd name="connsiteY2" fmla="*/ 3549 h 128592"/>
                <a:gd name="connsiteX3" fmla="*/ 46753 w 58050"/>
                <a:gd name="connsiteY3" fmla="*/ 2395 h 128592"/>
                <a:gd name="connsiteX4" fmla="*/ 44960 w 58050"/>
                <a:gd name="connsiteY4" fmla="*/ 86 h 128592"/>
                <a:gd name="connsiteX5" fmla="*/ 41598 w 58050"/>
                <a:gd name="connsiteY5" fmla="*/ 2164 h 128592"/>
                <a:gd name="connsiteX6" fmla="*/ 11788 w 58050"/>
                <a:gd name="connsiteY6" fmla="*/ 27559 h 128592"/>
                <a:gd name="connsiteX7" fmla="*/ 4616 w 58050"/>
                <a:gd name="connsiteY7" fmla="*/ 33331 h 128592"/>
                <a:gd name="connsiteX8" fmla="*/ 4840 w 58050"/>
                <a:gd name="connsiteY8" fmla="*/ 34716 h 128592"/>
                <a:gd name="connsiteX9" fmla="*/ 21426 w 58050"/>
                <a:gd name="connsiteY9" fmla="*/ 34716 h 128592"/>
                <a:gd name="connsiteX10" fmla="*/ 5289 w 58050"/>
                <a:gd name="connsiteY10" fmla="*/ 98204 h 128592"/>
                <a:gd name="connsiteX11" fmla="*/ 3944 w 58050"/>
                <a:gd name="connsiteY11" fmla="*/ 103052 h 128592"/>
                <a:gd name="connsiteX12" fmla="*/ 133 w 58050"/>
                <a:gd name="connsiteY12" fmla="*/ 119905 h 128592"/>
                <a:gd name="connsiteX13" fmla="*/ 10892 w 58050"/>
                <a:gd name="connsiteY13" fmla="*/ 128678 h 128592"/>
                <a:gd name="connsiteX14" fmla="*/ 42719 w 58050"/>
                <a:gd name="connsiteY14" fmla="*/ 100744 h 128592"/>
                <a:gd name="connsiteX15" fmla="*/ 39805 w 58050"/>
                <a:gd name="connsiteY15" fmla="*/ 99128 h 128592"/>
                <a:gd name="connsiteX16" fmla="*/ 21650 w 58050"/>
                <a:gd name="connsiteY16" fmla="*/ 117366 h 128592"/>
                <a:gd name="connsiteX17" fmla="*/ 18288 w 58050"/>
                <a:gd name="connsiteY17" fmla="*/ 112749 h 128592"/>
                <a:gd name="connsiteX18" fmla="*/ 18512 w 58050"/>
                <a:gd name="connsiteY18" fmla="*/ 111594 h 128592"/>
                <a:gd name="connsiteX19" fmla="*/ 38236 w 58050"/>
                <a:gd name="connsiteY19" fmla="*/ 34716 h 128592"/>
                <a:gd name="connsiteX20" fmla="*/ 57063 w 58050"/>
                <a:gd name="connsiteY20" fmla="*/ 34716 h 128592"/>
                <a:gd name="connsiteX21" fmla="*/ 58184 w 58050"/>
                <a:gd name="connsiteY21" fmla="*/ 27328 h 12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050" h="128592">
                  <a:moveTo>
                    <a:pt x="58184" y="27328"/>
                  </a:moveTo>
                  <a:lnTo>
                    <a:pt x="40253" y="27328"/>
                  </a:lnTo>
                  <a:lnTo>
                    <a:pt x="46529" y="3549"/>
                  </a:lnTo>
                  <a:cubicBezTo>
                    <a:pt x="46753" y="3087"/>
                    <a:pt x="46753" y="2626"/>
                    <a:pt x="46753" y="2395"/>
                  </a:cubicBezTo>
                  <a:cubicBezTo>
                    <a:pt x="46753" y="779"/>
                    <a:pt x="46081" y="86"/>
                    <a:pt x="44960" y="86"/>
                  </a:cubicBezTo>
                  <a:cubicBezTo>
                    <a:pt x="43615" y="86"/>
                    <a:pt x="42943" y="317"/>
                    <a:pt x="41598" y="2164"/>
                  </a:cubicBezTo>
                  <a:cubicBezTo>
                    <a:pt x="32857" y="13938"/>
                    <a:pt x="18961" y="25481"/>
                    <a:pt x="11788" y="27559"/>
                  </a:cubicBezTo>
                  <a:cubicBezTo>
                    <a:pt x="6185" y="29406"/>
                    <a:pt x="4616" y="30791"/>
                    <a:pt x="4616" y="33331"/>
                  </a:cubicBezTo>
                  <a:cubicBezTo>
                    <a:pt x="4616" y="33562"/>
                    <a:pt x="4616" y="34023"/>
                    <a:pt x="4840" y="34716"/>
                  </a:cubicBezTo>
                  <a:lnTo>
                    <a:pt x="21426" y="34716"/>
                  </a:lnTo>
                  <a:lnTo>
                    <a:pt x="5289" y="98204"/>
                  </a:lnTo>
                  <a:cubicBezTo>
                    <a:pt x="4840" y="100282"/>
                    <a:pt x="4616" y="100974"/>
                    <a:pt x="3944" y="103052"/>
                  </a:cubicBezTo>
                  <a:cubicBezTo>
                    <a:pt x="1927" y="109978"/>
                    <a:pt x="133" y="118058"/>
                    <a:pt x="133" y="119905"/>
                  </a:cubicBezTo>
                  <a:cubicBezTo>
                    <a:pt x="133" y="124984"/>
                    <a:pt x="4840" y="128678"/>
                    <a:pt x="10892" y="128678"/>
                  </a:cubicBezTo>
                  <a:cubicBezTo>
                    <a:pt x="21202" y="128678"/>
                    <a:pt x="28598" y="122214"/>
                    <a:pt x="42719" y="100744"/>
                  </a:cubicBezTo>
                  <a:lnTo>
                    <a:pt x="39805" y="99128"/>
                  </a:lnTo>
                  <a:cubicBezTo>
                    <a:pt x="28823" y="113672"/>
                    <a:pt x="25236" y="117366"/>
                    <a:pt x="21650" y="117366"/>
                  </a:cubicBezTo>
                  <a:cubicBezTo>
                    <a:pt x="19633" y="117366"/>
                    <a:pt x="18288" y="115519"/>
                    <a:pt x="18288" y="112749"/>
                  </a:cubicBezTo>
                  <a:cubicBezTo>
                    <a:pt x="18288" y="112518"/>
                    <a:pt x="18288" y="112287"/>
                    <a:pt x="18512" y="111594"/>
                  </a:cubicBezTo>
                  <a:lnTo>
                    <a:pt x="38236" y="34716"/>
                  </a:lnTo>
                  <a:lnTo>
                    <a:pt x="57063" y="34716"/>
                  </a:lnTo>
                  <a:lnTo>
                    <a:pt x="58184" y="27328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C0B940B-9BC8-D073-0ECF-26B9E08BDEDF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6791411" y="5087282"/>
              <a:ext cx="201417" cy="73003"/>
            </a:xfrm>
            <a:custGeom>
              <a:avLst/>
              <a:gdLst>
                <a:gd name="connsiteX0" fmla="*/ 191258 w 201417"/>
                <a:gd name="connsiteY0" fmla="*/ 12564 h 73003"/>
                <a:gd name="connsiteX1" fmla="*/ 201556 w 201417"/>
                <a:gd name="connsiteY1" fmla="*/ 6324 h 73003"/>
                <a:gd name="connsiteX2" fmla="*/ 191561 w 201417"/>
                <a:gd name="connsiteY2" fmla="*/ 85 h 73003"/>
                <a:gd name="connsiteX3" fmla="*/ 10134 w 201417"/>
                <a:gd name="connsiteY3" fmla="*/ 85 h 73003"/>
                <a:gd name="connsiteX4" fmla="*/ 139 w 201417"/>
                <a:gd name="connsiteY4" fmla="*/ 6324 h 73003"/>
                <a:gd name="connsiteX5" fmla="*/ 10437 w 201417"/>
                <a:gd name="connsiteY5" fmla="*/ 12564 h 73003"/>
                <a:gd name="connsiteX6" fmla="*/ 191258 w 201417"/>
                <a:gd name="connsiteY6" fmla="*/ 12564 h 73003"/>
                <a:gd name="connsiteX7" fmla="*/ 191561 w 201417"/>
                <a:gd name="connsiteY7" fmla="*/ 73088 h 73003"/>
                <a:gd name="connsiteX8" fmla="*/ 201556 w 201417"/>
                <a:gd name="connsiteY8" fmla="*/ 66849 h 73003"/>
                <a:gd name="connsiteX9" fmla="*/ 191258 w 201417"/>
                <a:gd name="connsiteY9" fmla="*/ 60609 h 73003"/>
                <a:gd name="connsiteX10" fmla="*/ 10437 w 201417"/>
                <a:gd name="connsiteY10" fmla="*/ 60609 h 73003"/>
                <a:gd name="connsiteX11" fmla="*/ 139 w 201417"/>
                <a:gd name="connsiteY11" fmla="*/ 66849 h 73003"/>
                <a:gd name="connsiteX12" fmla="*/ 10134 w 201417"/>
                <a:gd name="connsiteY12" fmla="*/ 73088 h 73003"/>
                <a:gd name="connsiteX13" fmla="*/ 191561 w 201417"/>
                <a:gd name="connsiteY13" fmla="*/ 73088 h 7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17" h="73003">
                  <a:moveTo>
                    <a:pt x="191258" y="12564"/>
                  </a:moveTo>
                  <a:cubicBezTo>
                    <a:pt x="195802" y="12564"/>
                    <a:pt x="201556" y="12564"/>
                    <a:pt x="201556" y="6324"/>
                  </a:cubicBezTo>
                  <a:cubicBezTo>
                    <a:pt x="201556" y="85"/>
                    <a:pt x="195802" y="85"/>
                    <a:pt x="191561" y="85"/>
                  </a:cubicBezTo>
                  <a:lnTo>
                    <a:pt x="10134" y="85"/>
                  </a:lnTo>
                  <a:cubicBezTo>
                    <a:pt x="5894" y="85"/>
                    <a:pt x="139" y="85"/>
                    <a:pt x="139" y="6324"/>
                  </a:cubicBezTo>
                  <a:cubicBezTo>
                    <a:pt x="139" y="12564"/>
                    <a:pt x="5894" y="12564"/>
                    <a:pt x="10437" y="12564"/>
                  </a:cubicBezTo>
                  <a:lnTo>
                    <a:pt x="191258" y="12564"/>
                  </a:lnTo>
                  <a:close/>
                  <a:moveTo>
                    <a:pt x="191561" y="73088"/>
                  </a:moveTo>
                  <a:cubicBezTo>
                    <a:pt x="195802" y="73088"/>
                    <a:pt x="201556" y="73088"/>
                    <a:pt x="201556" y="66849"/>
                  </a:cubicBezTo>
                  <a:cubicBezTo>
                    <a:pt x="201556" y="60609"/>
                    <a:pt x="195802" y="60609"/>
                    <a:pt x="191258" y="60609"/>
                  </a:cubicBezTo>
                  <a:lnTo>
                    <a:pt x="10437" y="60609"/>
                  </a:lnTo>
                  <a:cubicBezTo>
                    <a:pt x="5894" y="60609"/>
                    <a:pt x="139" y="60609"/>
                    <a:pt x="139" y="66849"/>
                  </a:cubicBezTo>
                  <a:cubicBezTo>
                    <a:pt x="139" y="73088"/>
                    <a:pt x="5894" y="73088"/>
                    <a:pt x="10134" y="73088"/>
                  </a:cubicBezTo>
                  <a:lnTo>
                    <a:pt x="191561" y="73088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F5221E0-1AA0-C25A-4EFA-05C69758CBA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7111848" y="4990880"/>
              <a:ext cx="85716" cy="210899"/>
            </a:xfrm>
            <a:custGeom>
              <a:avLst/>
              <a:gdLst>
                <a:gd name="connsiteX0" fmla="*/ 54668 w 85716"/>
                <a:gd name="connsiteY0" fmla="*/ 85 h 210899"/>
                <a:gd name="connsiteX1" fmla="*/ 149 w 85716"/>
                <a:gd name="connsiteY1" fmla="*/ 28475 h 210899"/>
                <a:gd name="connsiteX2" fmla="*/ 149 w 85716"/>
                <a:gd name="connsiteY2" fmla="*/ 32843 h 210899"/>
                <a:gd name="connsiteX3" fmla="*/ 8327 w 85716"/>
                <a:gd name="connsiteY3" fmla="*/ 29411 h 210899"/>
                <a:gd name="connsiteX4" fmla="*/ 21956 w 85716"/>
                <a:gd name="connsiteY4" fmla="*/ 25979 h 210899"/>
                <a:gd name="connsiteX5" fmla="*/ 31043 w 85716"/>
                <a:gd name="connsiteY5" fmla="*/ 40642 h 210899"/>
                <a:gd name="connsiteX6" fmla="*/ 31043 w 85716"/>
                <a:gd name="connsiteY6" fmla="*/ 181969 h 210899"/>
                <a:gd name="connsiteX7" fmla="*/ 23774 w 85716"/>
                <a:gd name="connsiteY7" fmla="*/ 202248 h 210899"/>
                <a:gd name="connsiteX8" fmla="*/ 2269 w 85716"/>
                <a:gd name="connsiteY8" fmla="*/ 206304 h 210899"/>
                <a:gd name="connsiteX9" fmla="*/ 2269 w 85716"/>
                <a:gd name="connsiteY9" fmla="*/ 210984 h 210899"/>
                <a:gd name="connsiteX10" fmla="*/ 85865 w 85716"/>
                <a:gd name="connsiteY10" fmla="*/ 210984 h 210899"/>
                <a:gd name="connsiteX11" fmla="*/ 85865 w 85716"/>
                <a:gd name="connsiteY11" fmla="*/ 206304 h 210899"/>
                <a:gd name="connsiteX12" fmla="*/ 57091 w 85716"/>
                <a:gd name="connsiteY12" fmla="*/ 187897 h 210899"/>
                <a:gd name="connsiteX13" fmla="*/ 57091 w 85716"/>
                <a:gd name="connsiteY13" fmla="*/ 709 h 210899"/>
                <a:gd name="connsiteX14" fmla="*/ 54668 w 85716"/>
                <a:gd name="connsiteY14" fmla="*/ 85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16" h="210899">
                  <a:moveTo>
                    <a:pt x="54668" y="85"/>
                  </a:moveTo>
                  <a:lnTo>
                    <a:pt x="149" y="28475"/>
                  </a:lnTo>
                  <a:lnTo>
                    <a:pt x="149" y="32843"/>
                  </a:lnTo>
                  <a:cubicBezTo>
                    <a:pt x="3783" y="31283"/>
                    <a:pt x="7115" y="30035"/>
                    <a:pt x="8327" y="29411"/>
                  </a:cubicBezTo>
                  <a:cubicBezTo>
                    <a:pt x="13778" y="27227"/>
                    <a:pt x="18927" y="25979"/>
                    <a:pt x="21956" y="25979"/>
                  </a:cubicBezTo>
                  <a:cubicBezTo>
                    <a:pt x="28317" y="25979"/>
                    <a:pt x="31043" y="30659"/>
                    <a:pt x="31043" y="40642"/>
                  </a:cubicBezTo>
                  <a:lnTo>
                    <a:pt x="31043" y="181969"/>
                  </a:lnTo>
                  <a:cubicBezTo>
                    <a:pt x="31043" y="192265"/>
                    <a:pt x="28620" y="199440"/>
                    <a:pt x="23774" y="202248"/>
                  </a:cubicBezTo>
                  <a:cubicBezTo>
                    <a:pt x="19230" y="205056"/>
                    <a:pt x="14990" y="205992"/>
                    <a:pt x="2269" y="206304"/>
                  </a:cubicBezTo>
                  <a:lnTo>
                    <a:pt x="2269" y="210984"/>
                  </a:lnTo>
                  <a:lnTo>
                    <a:pt x="85865" y="210984"/>
                  </a:lnTo>
                  <a:lnTo>
                    <a:pt x="85865" y="206304"/>
                  </a:lnTo>
                  <a:cubicBezTo>
                    <a:pt x="61937" y="205992"/>
                    <a:pt x="57091" y="202872"/>
                    <a:pt x="57091" y="187897"/>
                  </a:cubicBezTo>
                  <a:lnTo>
                    <a:pt x="57091" y="709"/>
                  </a:lnTo>
                  <a:lnTo>
                    <a:pt x="54668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983555-4279-1751-C004-59CBA978B534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7256286" y="5168709"/>
              <a:ext cx="32105" cy="33069"/>
            </a:xfrm>
            <a:custGeom>
              <a:avLst/>
              <a:gdLst>
                <a:gd name="connsiteX0" fmla="*/ 32260 w 32105"/>
                <a:gd name="connsiteY0" fmla="*/ 16619 h 33069"/>
                <a:gd name="connsiteX1" fmla="*/ 16207 w 32105"/>
                <a:gd name="connsiteY1" fmla="*/ 85 h 33069"/>
                <a:gd name="connsiteX2" fmla="*/ 154 w 32105"/>
                <a:gd name="connsiteY2" fmla="*/ 16619 h 33069"/>
                <a:gd name="connsiteX3" fmla="*/ 16207 w 32105"/>
                <a:gd name="connsiteY3" fmla="*/ 33154 h 33069"/>
                <a:gd name="connsiteX4" fmla="*/ 32260 w 32105"/>
                <a:gd name="connsiteY4" fmla="*/ 16619 h 3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5" h="33069">
                  <a:moveTo>
                    <a:pt x="32260" y="16619"/>
                  </a:moveTo>
                  <a:cubicBezTo>
                    <a:pt x="32260" y="7572"/>
                    <a:pt x="24991" y="85"/>
                    <a:pt x="16207" y="85"/>
                  </a:cubicBezTo>
                  <a:cubicBezTo>
                    <a:pt x="7423" y="85"/>
                    <a:pt x="154" y="7572"/>
                    <a:pt x="154" y="16619"/>
                  </a:cubicBezTo>
                  <a:cubicBezTo>
                    <a:pt x="154" y="25667"/>
                    <a:pt x="7423" y="33154"/>
                    <a:pt x="16207" y="33154"/>
                  </a:cubicBezTo>
                  <a:cubicBezTo>
                    <a:pt x="24991" y="33154"/>
                    <a:pt x="32260" y="25667"/>
                    <a:pt x="32260" y="16619"/>
                  </a:cubicBezTo>
                  <a:close/>
                </a:path>
              </a:pathLst>
            </a:custGeom>
            <a:solidFill>
              <a:srgbClr val="FFFFFF"/>
            </a:solidFill>
            <a:ln w="4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D873D51-4AA5-A4A4-54C2-1D3058784F7C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7324746" y="4988384"/>
              <a:ext cx="131451" cy="217762"/>
            </a:xfrm>
            <a:custGeom>
              <a:avLst/>
              <a:gdLst>
                <a:gd name="connsiteX0" fmla="*/ 124944 w 131451"/>
                <a:gd name="connsiteY0" fmla="*/ 85 h 217762"/>
                <a:gd name="connsiteX1" fmla="*/ 50738 w 131451"/>
                <a:gd name="connsiteY1" fmla="*/ 25043 h 217762"/>
                <a:gd name="connsiteX2" fmla="*/ 156 w 131451"/>
                <a:gd name="connsiteY2" fmla="*/ 126437 h 217762"/>
                <a:gd name="connsiteX3" fmla="*/ 21358 w 131451"/>
                <a:gd name="connsiteY3" fmla="*/ 196633 h 217762"/>
                <a:gd name="connsiteX4" fmla="*/ 68002 w 131451"/>
                <a:gd name="connsiteY4" fmla="*/ 217847 h 217762"/>
                <a:gd name="connsiteX5" fmla="*/ 131608 w 131451"/>
                <a:gd name="connsiteY5" fmla="*/ 145156 h 217762"/>
                <a:gd name="connsiteX6" fmla="*/ 74666 w 131451"/>
                <a:gd name="connsiteY6" fmla="*/ 79952 h 217762"/>
                <a:gd name="connsiteX7" fmla="*/ 35897 w 131451"/>
                <a:gd name="connsiteY7" fmla="*/ 93991 h 217762"/>
                <a:gd name="connsiteX8" fmla="*/ 125550 w 131451"/>
                <a:gd name="connsiteY8" fmla="*/ 5076 h 217762"/>
                <a:gd name="connsiteX9" fmla="*/ 124944 w 131451"/>
                <a:gd name="connsiteY9" fmla="*/ 85 h 217762"/>
                <a:gd name="connsiteX10" fmla="*/ 63156 w 131451"/>
                <a:gd name="connsiteY10" fmla="*/ 94303 h 217762"/>
                <a:gd name="connsiteX11" fmla="*/ 104348 w 131451"/>
                <a:gd name="connsiteY11" fmla="*/ 155763 h 217762"/>
                <a:gd name="connsiteX12" fmla="*/ 71334 w 131451"/>
                <a:gd name="connsiteY12" fmla="*/ 209112 h 217762"/>
                <a:gd name="connsiteX13" fmla="*/ 28325 w 131451"/>
                <a:gd name="connsiteY13" fmla="*/ 131429 h 217762"/>
                <a:gd name="connsiteX14" fmla="*/ 36805 w 131451"/>
                <a:gd name="connsiteY14" fmla="*/ 102102 h 217762"/>
                <a:gd name="connsiteX15" fmla="*/ 63156 w 131451"/>
                <a:gd name="connsiteY15" fmla="*/ 94303 h 21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51" h="217762">
                  <a:moveTo>
                    <a:pt x="124944" y="85"/>
                  </a:moveTo>
                  <a:cubicBezTo>
                    <a:pt x="90416" y="3204"/>
                    <a:pt x="72849" y="9132"/>
                    <a:pt x="50738" y="25043"/>
                  </a:cubicBezTo>
                  <a:cubicBezTo>
                    <a:pt x="18027" y="49066"/>
                    <a:pt x="156" y="84631"/>
                    <a:pt x="156" y="126437"/>
                  </a:cubicBezTo>
                  <a:cubicBezTo>
                    <a:pt x="156" y="153579"/>
                    <a:pt x="8334" y="181034"/>
                    <a:pt x="21358" y="196633"/>
                  </a:cubicBezTo>
                  <a:cubicBezTo>
                    <a:pt x="32868" y="210360"/>
                    <a:pt x="49224" y="217847"/>
                    <a:pt x="68002" y="217847"/>
                  </a:cubicBezTo>
                  <a:cubicBezTo>
                    <a:pt x="105560" y="217847"/>
                    <a:pt x="131608" y="188209"/>
                    <a:pt x="131608" y="145156"/>
                  </a:cubicBezTo>
                  <a:cubicBezTo>
                    <a:pt x="131608" y="105222"/>
                    <a:pt x="109497" y="79952"/>
                    <a:pt x="74666" y="79952"/>
                  </a:cubicBezTo>
                  <a:cubicBezTo>
                    <a:pt x="61339" y="79952"/>
                    <a:pt x="54978" y="82136"/>
                    <a:pt x="35897" y="93991"/>
                  </a:cubicBezTo>
                  <a:cubicBezTo>
                    <a:pt x="44075" y="46882"/>
                    <a:pt x="77998" y="13188"/>
                    <a:pt x="125550" y="5076"/>
                  </a:cubicBezTo>
                  <a:lnTo>
                    <a:pt x="124944" y="85"/>
                  </a:lnTo>
                  <a:close/>
                  <a:moveTo>
                    <a:pt x="63156" y="94303"/>
                  </a:moveTo>
                  <a:cubicBezTo>
                    <a:pt x="89204" y="94303"/>
                    <a:pt x="104348" y="116765"/>
                    <a:pt x="104348" y="155763"/>
                  </a:cubicBezTo>
                  <a:cubicBezTo>
                    <a:pt x="104348" y="190081"/>
                    <a:pt x="92536" y="209112"/>
                    <a:pt x="71334" y="209112"/>
                  </a:cubicBezTo>
                  <a:cubicBezTo>
                    <a:pt x="44680" y="209112"/>
                    <a:pt x="28325" y="179786"/>
                    <a:pt x="28325" y="131429"/>
                  </a:cubicBezTo>
                  <a:cubicBezTo>
                    <a:pt x="28325" y="115518"/>
                    <a:pt x="30748" y="106782"/>
                    <a:pt x="36805" y="102102"/>
                  </a:cubicBezTo>
                  <a:cubicBezTo>
                    <a:pt x="43166" y="97111"/>
                    <a:pt x="52555" y="94303"/>
                    <a:pt x="63156" y="94303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EAAC9DC-0BAB-2C6A-1C31-D5A1E46EB63F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7470092" y="4990880"/>
              <a:ext cx="139326" cy="210899"/>
            </a:xfrm>
            <a:custGeom>
              <a:avLst/>
              <a:gdLst>
                <a:gd name="connsiteX0" fmla="*/ 139488 w 139326"/>
                <a:gd name="connsiteY0" fmla="*/ 138916 h 210899"/>
                <a:gd name="connsiteX1" fmla="*/ 108594 w 139326"/>
                <a:gd name="connsiteY1" fmla="*/ 138916 h 210899"/>
                <a:gd name="connsiteX2" fmla="*/ 108594 w 139326"/>
                <a:gd name="connsiteY2" fmla="*/ 85 h 210899"/>
                <a:gd name="connsiteX3" fmla="*/ 95267 w 139326"/>
                <a:gd name="connsiteY3" fmla="*/ 85 h 210899"/>
                <a:gd name="connsiteX4" fmla="*/ 161 w 139326"/>
                <a:gd name="connsiteY4" fmla="*/ 138916 h 210899"/>
                <a:gd name="connsiteX5" fmla="*/ 161 w 139326"/>
                <a:gd name="connsiteY5" fmla="*/ 158883 h 210899"/>
                <a:gd name="connsiteX6" fmla="*/ 85272 w 139326"/>
                <a:gd name="connsiteY6" fmla="*/ 158883 h 210899"/>
                <a:gd name="connsiteX7" fmla="*/ 85272 w 139326"/>
                <a:gd name="connsiteY7" fmla="*/ 210984 h 210899"/>
                <a:gd name="connsiteX8" fmla="*/ 108594 w 139326"/>
                <a:gd name="connsiteY8" fmla="*/ 210984 h 210899"/>
                <a:gd name="connsiteX9" fmla="*/ 108594 w 139326"/>
                <a:gd name="connsiteY9" fmla="*/ 158883 h 210899"/>
                <a:gd name="connsiteX10" fmla="*/ 139488 w 139326"/>
                <a:gd name="connsiteY10" fmla="*/ 158883 h 210899"/>
                <a:gd name="connsiteX11" fmla="*/ 139488 w 139326"/>
                <a:gd name="connsiteY11" fmla="*/ 138916 h 210899"/>
                <a:gd name="connsiteX12" fmla="*/ 84969 w 139326"/>
                <a:gd name="connsiteY12" fmla="*/ 138916 h 210899"/>
                <a:gd name="connsiteX13" fmla="*/ 12277 w 139326"/>
                <a:gd name="connsiteY13" fmla="*/ 138916 h 210899"/>
                <a:gd name="connsiteX14" fmla="*/ 84969 w 139326"/>
                <a:gd name="connsiteY14" fmla="*/ 31907 h 210899"/>
                <a:gd name="connsiteX15" fmla="*/ 84969 w 139326"/>
                <a:gd name="connsiteY15" fmla="*/ 138916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326" h="210899">
                  <a:moveTo>
                    <a:pt x="139488" y="138916"/>
                  </a:moveTo>
                  <a:lnTo>
                    <a:pt x="108594" y="138916"/>
                  </a:lnTo>
                  <a:lnTo>
                    <a:pt x="108594" y="85"/>
                  </a:lnTo>
                  <a:lnTo>
                    <a:pt x="95267" y="85"/>
                  </a:lnTo>
                  <a:lnTo>
                    <a:pt x="161" y="138916"/>
                  </a:lnTo>
                  <a:lnTo>
                    <a:pt x="161" y="158883"/>
                  </a:lnTo>
                  <a:lnTo>
                    <a:pt x="85272" y="158883"/>
                  </a:lnTo>
                  <a:lnTo>
                    <a:pt x="85272" y="210984"/>
                  </a:lnTo>
                  <a:lnTo>
                    <a:pt x="108594" y="210984"/>
                  </a:lnTo>
                  <a:lnTo>
                    <a:pt x="108594" y="158883"/>
                  </a:lnTo>
                  <a:lnTo>
                    <a:pt x="139488" y="158883"/>
                  </a:lnTo>
                  <a:lnTo>
                    <a:pt x="139488" y="138916"/>
                  </a:lnTo>
                  <a:close/>
                  <a:moveTo>
                    <a:pt x="84969" y="138916"/>
                  </a:moveTo>
                  <a:lnTo>
                    <a:pt x="12277" y="138916"/>
                  </a:lnTo>
                  <a:lnTo>
                    <a:pt x="84969" y="31907"/>
                  </a:lnTo>
                  <a:lnTo>
                    <a:pt x="84969" y="138916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BA9C9B2-02FF-5366-07D0-9F7C038E390B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7625737" y="4990880"/>
              <a:ext cx="136903" cy="215266"/>
            </a:xfrm>
            <a:custGeom>
              <a:avLst/>
              <a:gdLst>
                <a:gd name="connsiteX0" fmla="*/ 69830 w 136903"/>
                <a:gd name="connsiteY0" fmla="*/ 85 h 215266"/>
                <a:gd name="connsiteX1" fmla="*/ 29243 w 136903"/>
                <a:gd name="connsiteY1" fmla="*/ 16308 h 215266"/>
                <a:gd name="connsiteX2" fmla="*/ 166 w 136903"/>
                <a:gd name="connsiteY2" fmla="*/ 106158 h 215266"/>
                <a:gd name="connsiteX3" fmla="*/ 24397 w 136903"/>
                <a:gd name="connsiteY3" fmla="*/ 194137 h 215266"/>
                <a:gd name="connsiteX4" fmla="*/ 68618 w 136903"/>
                <a:gd name="connsiteY4" fmla="*/ 215351 h 215266"/>
                <a:gd name="connsiteX5" fmla="*/ 107993 w 136903"/>
                <a:gd name="connsiteY5" fmla="*/ 199128 h 215266"/>
                <a:gd name="connsiteX6" fmla="*/ 137070 w 136903"/>
                <a:gd name="connsiteY6" fmla="*/ 108030 h 215266"/>
                <a:gd name="connsiteX7" fmla="*/ 69830 w 136903"/>
                <a:gd name="connsiteY7" fmla="*/ 85 h 215266"/>
                <a:gd name="connsiteX8" fmla="*/ 68921 w 136903"/>
                <a:gd name="connsiteY8" fmla="*/ 8196 h 215266"/>
                <a:gd name="connsiteX9" fmla="*/ 107993 w 136903"/>
                <a:gd name="connsiteY9" fmla="*/ 108654 h 215266"/>
                <a:gd name="connsiteX10" fmla="*/ 68618 w 136903"/>
                <a:gd name="connsiteY10" fmla="*/ 207240 h 215266"/>
                <a:gd name="connsiteX11" fmla="*/ 29243 w 136903"/>
                <a:gd name="connsiteY11" fmla="*/ 108966 h 215266"/>
                <a:gd name="connsiteX12" fmla="*/ 68921 w 136903"/>
                <a:gd name="connsiteY12" fmla="*/ 8196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903" h="215266">
                  <a:moveTo>
                    <a:pt x="69830" y="85"/>
                  </a:moveTo>
                  <a:cubicBezTo>
                    <a:pt x="53171" y="85"/>
                    <a:pt x="40450" y="5388"/>
                    <a:pt x="29243" y="16308"/>
                  </a:cubicBezTo>
                  <a:cubicBezTo>
                    <a:pt x="11676" y="33779"/>
                    <a:pt x="166" y="69656"/>
                    <a:pt x="166" y="106158"/>
                  </a:cubicBezTo>
                  <a:cubicBezTo>
                    <a:pt x="166" y="140164"/>
                    <a:pt x="10162" y="176666"/>
                    <a:pt x="24397" y="194137"/>
                  </a:cubicBezTo>
                  <a:cubicBezTo>
                    <a:pt x="35604" y="207864"/>
                    <a:pt x="51051" y="215351"/>
                    <a:pt x="68618" y="215351"/>
                  </a:cubicBezTo>
                  <a:cubicBezTo>
                    <a:pt x="84065" y="215351"/>
                    <a:pt x="97089" y="210048"/>
                    <a:pt x="107993" y="199128"/>
                  </a:cubicBezTo>
                  <a:cubicBezTo>
                    <a:pt x="125560" y="181969"/>
                    <a:pt x="137070" y="145780"/>
                    <a:pt x="137070" y="108030"/>
                  </a:cubicBezTo>
                  <a:cubicBezTo>
                    <a:pt x="137070" y="44074"/>
                    <a:pt x="109507" y="85"/>
                    <a:pt x="69830" y="85"/>
                  </a:cubicBezTo>
                  <a:close/>
                  <a:moveTo>
                    <a:pt x="68921" y="8196"/>
                  </a:moveTo>
                  <a:cubicBezTo>
                    <a:pt x="94363" y="8196"/>
                    <a:pt x="107993" y="43450"/>
                    <a:pt x="107993" y="108654"/>
                  </a:cubicBezTo>
                  <a:cubicBezTo>
                    <a:pt x="107993" y="173858"/>
                    <a:pt x="94666" y="207240"/>
                    <a:pt x="68618" y="207240"/>
                  </a:cubicBezTo>
                  <a:cubicBezTo>
                    <a:pt x="42570" y="207240"/>
                    <a:pt x="29243" y="173858"/>
                    <a:pt x="29243" y="108966"/>
                  </a:cubicBezTo>
                  <a:cubicBezTo>
                    <a:pt x="29243" y="42826"/>
                    <a:pt x="42873" y="8196"/>
                    <a:pt x="68921" y="8196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D9F6360-01B9-6AF9-FBB3-20B7F0F60658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7780169" y="4987137"/>
              <a:ext cx="122970" cy="219010"/>
            </a:xfrm>
            <a:custGeom>
              <a:avLst/>
              <a:gdLst>
                <a:gd name="connsiteX0" fmla="*/ 45301 w 122970"/>
                <a:gd name="connsiteY0" fmla="*/ 32843 h 219010"/>
                <a:gd name="connsiteX1" fmla="*/ 104666 w 122970"/>
                <a:gd name="connsiteY1" fmla="*/ 32843 h 219010"/>
                <a:gd name="connsiteX2" fmla="*/ 111633 w 122970"/>
                <a:gd name="connsiteY2" fmla="*/ 30035 h 219010"/>
                <a:gd name="connsiteX3" fmla="*/ 123142 w 122970"/>
                <a:gd name="connsiteY3" fmla="*/ 2269 h 219010"/>
                <a:gd name="connsiteX4" fmla="*/ 120416 w 122970"/>
                <a:gd name="connsiteY4" fmla="*/ 85 h 219010"/>
                <a:gd name="connsiteX5" fmla="*/ 106484 w 122970"/>
                <a:gd name="connsiteY5" fmla="*/ 8196 h 219010"/>
                <a:gd name="connsiteX6" fmla="*/ 43181 w 122970"/>
                <a:gd name="connsiteY6" fmla="*/ 8196 h 219010"/>
                <a:gd name="connsiteX7" fmla="*/ 10167 w 122970"/>
                <a:gd name="connsiteY7" fmla="*/ 82136 h 219010"/>
                <a:gd name="connsiteX8" fmla="*/ 9864 w 122970"/>
                <a:gd name="connsiteY8" fmla="*/ 83696 h 219010"/>
                <a:gd name="connsiteX9" fmla="*/ 13498 w 122970"/>
                <a:gd name="connsiteY9" fmla="*/ 86191 h 219010"/>
                <a:gd name="connsiteX10" fmla="*/ 47724 w 122970"/>
                <a:gd name="connsiteY10" fmla="*/ 92431 h 219010"/>
                <a:gd name="connsiteX11" fmla="*/ 98609 w 122970"/>
                <a:gd name="connsiteY11" fmla="*/ 154203 h 219010"/>
                <a:gd name="connsiteX12" fmla="*/ 56508 w 122970"/>
                <a:gd name="connsiteY12" fmla="*/ 207552 h 219010"/>
                <a:gd name="connsiteX13" fmla="*/ 36215 w 122970"/>
                <a:gd name="connsiteY13" fmla="*/ 198504 h 219010"/>
                <a:gd name="connsiteX14" fmla="*/ 13195 w 122970"/>
                <a:gd name="connsiteY14" fmla="*/ 188209 h 219010"/>
                <a:gd name="connsiteX15" fmla="*/ 171 w 122970"/>
                <a:gd name="connsiteY15" fmla="*/ 199752 h 219010"/>
                <a:gd name="connsiteX16" fmla="*/ 37123 w 122970"/>
                <a:gd name="connsiteY16" fmla="*/ 219095 h 219010"/>
                <a:gd name="connsiteX17" fmla="*/ 99517 w 122970"/>
                <a:gd name="connsiteY17" fmla="*/ 194761 h 219010"/>
                <a:gd name="connsiteX18" fmla="*/ 119810 w 122970"/>
                <a:gd name="connsiteY18" fmla="*/ 139228 h 219010"/>
                <a:gd name="connsiteX19" fmla="*/ 98911 w 122970"/>
                <a:gd name="connsiteY19" fmla="*/ 86815 h 219010"/>
                <a:gd name="connsiteX20" fmla="*/ 32580 w 122970"/>
                <a:gd name="connsiteY20" fmla="*/ 59361 h 219010"/>
                <a:gd name="connsiteX21" fmla="*/ 45301 w 122970"/>
                <a:gd name="connsiteY21" fmla="*/ 32843 h 219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970" h="219010">
                  <a:moveTo>
                    <a:pt x="45301" y="32843"/>
                  </a:moveTo>
                  <a:lnTo>
                    <a:pt x="104666" y="32843"/>
                  </a:lnTo>
                  <a:cubicBezTo>
                    <a:pt x="109512" y="32843"/>
                    <a:pt x="110724" y="32219"/>
                    <a:pt x="111633" y="30035"/>
                  </a:cubicBezTo>
                  <a:lnTo>
                    <a:pt x="123142" y="2269"/>
                  </a:lnTo>
                  <a:lnTo>
                    <a:pt x="120416" y="85"/>
                  </a:lnTo>
                  <a:cubicBezTo>
                    <a:pt x="115873" y="6636"/>
                    <a:pt x="112844" y="8196"/>
                    <a:pt x="106484" y="8196"/>
                  </a:cubicBezTo>
                  <a:lnTo>
                    <a:pt x="43181" y="8196"/>
                  </a:lnTo>
                  <a:lnTo>
                    <a:pt x="10167" y="82136"/>
                  </a:lnTo>
                  <a:cubicBezTo>
                    <a:pt x="9864" y="82760"/>
                    <a:pt x="9864" y="83072"/>
                    <a:pt x="9864" y="83696"/>
                  </a:cubicBezTo>
                  <a:cubicBezTo>
                    <a:pt x="9864" y="85255"/>
                    <a:pt x="11075" y="86191"/>
                    <a:pt x="13498" y="86191"/>
                  </a:cubicBezTo>
                  <a:cubicBezTo>
                    <a:pt x="23191" y="86191"/>
                    <a:pt x="35306" y="88375"/>
                    <a:pt x="47724" y="92431"/>
                  </a:cubicBezTo>
                  <a:cubicBezTo>
                    <a:pt x="82556" y="103974"/>
                    <a:pt x="98609" y="123317"/>
                    <a:pt x="98609" y="154203"/>
                  </a:cubicBezTo>
                  <a:cubicBezTo>
                    <a:pt x="98609" y="184153"/>
                    <a:pt x="80133" y="207552"/>
                    <a:pt x="56508" y="207552"/>
                  </a:cubicBezTo>
                  <a:cubicBezTo>
                    <a:pt x="50450" y="207552"/>
                    <a:pt x="45301" y="205368"/>
                    <a:pt x="36215" y="198504"/>
                  </a:cubicBezTo>
                  <a:cubicBezTo>
                    <a:pt x="26522" y="191329"/>
                    <a:pt x="19556" y="188209"/>
                    <a:pt x="13195" y="188209"/>
                  </a:cubicBezTo>
                  <a:cubicBezTo>
                    <a:pt x="4412" y="188209"/>
                    <a:pt x="171" y="191953"/>
                    <a:pt x="171" y="199752"/>
                  </a:cubicBezTo>
                  <a:cubicBezTo>
                    <a:pt x="171" y="211608"/>
                    <a:pt x="14407" y="219095"/>
                    <a:pt x="37123" y="219095"/>
                  </a:cubicBezTo>
                  <a:cubicBezTo>
                    <a:pt x="62565" y="219095"/>
                    <a:pt x="84373" y="210672"/>
                    <a:pt x="99517" y="194761"/>
                  </a:cubicBezTo>
                  <a:cubicBezTo>
                    <a:pt x="113450" y="180722"/>
                    <a:pt x="119810" y="162939"/>
                    <a:pt x="119810" y="139228"/>
                  </a:cubicBezTo>
                  <a:cubicBezTo>
                    <a:pt x="119810" y="116765"/>
                    <a:pt x="114056" y="102414"/>
                    <a:pt x="98911" y="86815"/>
                  </a:cubicBezTo>
                  <a:cubicBezTo>
                    <a:pt x="85585" y="73088"/>
                    <a:pt x="68320" y="65913"/>
                    <a:pt x="32580" y="59361"/>
                  </a:cubicBezTo>
                  <a:lnTo>
                    <a:pt x="45301" y="32843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FCF008E-21E2-F0E2-6B6A-BF388AF8FF15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7935511" y="4990880"/>
              <a:ext cx="117821" cy="215266"/>
            </a:xfrm>
            <a:custGeom>
              <a:avLst/>
              <a:gdLst>
                <a:gd name="connsiteX0" fmla="*/ 33494 w 117821"/>
                <a:gd name="connsiteY0" fmla="*/ 108030 h 215266"/>
                <a:gd name="connsiteX1" fmla="*/ 65599 w 117821"/>
                <a:gd name="connsiteY1" fmla="*/ 111462 h 215266"/>
                <a:gd name="connsiteX2" fmla="*/ 96190 w 117821"/>
                <a:gd name="connsiteY2" fmla="*/ 157635 h 215266"/>
                <a:gd name="connsiteX3" fmla="*/ 56513 w 117821"/>
                <a:gd name="connsiteY3" fmla="*/ 204120 h 215266"/>
                <a:gd name="connsiteX4" fmla="*/ 31071 w 117821"/>
                <a:gd name="connsiteY4" fmla="*/ 194449 h 215266"/>
                <a:gd name="connsiteX5" fmla="*/ 11686 w 117821"/>
                <a:gd name="connsiteY5" fmla="*/ 186649 h 215266"/>
                <a:gd name="connsiteX6" fmla="*/ 176 w 117821"/>
                <a:gd name="connsiteY6" fmla="*/ 197569 h 215266"/>
                <a:gd name="connsiteX7" fmla="*/ 34402 w 117821"/>
                <a:gd name="connsiteY7" fmla="*/ 215351 h 215266"/>
                <a:gd name="connsiteX8" fmla="*/ 95888 w 117821"/>
                <a:gd name="connsiteY8" fmla="*/ 194449 h 215266"/>
                <a:gd name="connsiteX9" fmla="*/ 117998 w 117821"/>
                <a:gd name="connsiteY9" fmla="*/ 142660 h 215266"/>
                <a:gd name="connsiteX10" fmla="*/ 104368 w 117821"/>
                <a:gd name="connsiteY10" fmla="*/ 102414 h 215266"/>
                <a:gd name="connsiteX11" fmla="*/ 79229 w 117821"/>
                <a:gd name="connsiteY11" fmla="*/ 85879 h 215266"/>
                <a:gd name="connsiteX12" fmla="*/ 107700 w 117821"/>
                <a:gd name="connsiteY12" fmla="*/ 42826 h 215266"/>
                <a:gd name="connsiteX13" fmla="*/ 60450 w 117821"/>
                <a:gd name="connsiteY13" fmla="*/ 85 h 215266"/>
                <a:gd name="connsiteX14" fmla="*/ 21075 w 117821"/>
                <a:gd name="connsiteY14" fmla="*/ 15372 h 215266"/>
                <a:gd name="connsiteX15" fmla="*/ 782 w 117821"/>
                <a:gd name="connsiteY15" fmla="*/ 50626 h 215266"/>
                <a:gd name="connsiteX16" fmla="*/ 5325 w 117821"/>
                <a:gd name="connsiteY16" fmla="*/ 51874 h 215266"/>
                <a:gd name="connsiteX17" fmla="*/ 50455 w 117821"/>
                <a:gd name="connsiteY17" fmla="*/ 18804 h 215266"/>
                <a:gd name="connsiteX18" fmla="*/ 83772 w 117821"/>
                <a:gd name="connsiteY18" fmla="*/ 52185 h 215266"/>
                <a:gd name="connsiteX19" fmla="*/ 71657 w 117821"/>
                <a:gd name="connsiteY19" fmla="*/ 82448 h 215266"/>
                <a:gd name="connsiteX20" fmla="*/ 33494 w 117821"/>
                <a:gd name="connsiteY20" fmla="*/ 103974 h 215266"/>
                <a:gd name="connsiteX21" fmla="*/ 33494 w 117821"/>
                <a:gd name="connsiteY21" fmla="*/ 108030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821" h="215266">
                  <a:moveTo>
                    <a:pt x="33494" y="108030"/>
                  </a:moveTo>
                  <a:cubicBezTo>
                    <a:pt x="51364" y="108030"/>
                    <a:pt x="58330" y="108654"/>
                    <a:pt x="65599" y="111462"/>
                  </a:cubicBezTo>
                  <a:cubicBezTo>
                    <a:pt x="84378" y="118325"/>
                    <a:pt x="96190" y="136108"/>
                    <a:pt x="96190" y="157635"/>
                  </a:cubicBezTo>
                  <a:cubicBezTo>
                    <a:pt x="96190" y="183841"/>
                    <a:pt x="78926" y="204120"/>
                    <a:pt x="56513" y="204120"/>
                  </a:cubicBezTo>
                  <a:cubicBezTo>
                    <a:pt x="48335" y="204120"/>
                    <a:pt x="42277" y="201936"/>
                    <a:pt x="31071" y="194449"/>
                  </a:cubicBezTo>
                  <a:cubicBezTo>
                    <a:pt x="21984" y="188833"/>
                    <a:pt x="16835" y="186649"/>
                    <a:pt x="11686" y="186649"/>
                  </a:cubicBezTo>
                  <a:cubicBezTo>
                    <a:pt x="4720" y="186649"/>
                    <a:pt x="176" y="191017"/>
                    <a:pt x="176" y="197569"/>
                  </a:cubicBezTo>
                  <a:cubicBezTo>
                    <a:pt x="176" y="208488"/>
                    <a:pt x="13200" y="215351"/>
                    <a:pt x="34402" y="215351"/>
                  </a:cubicBezTo>
                  <a:cubicBezTo>
                    <a:pt x="57724" y="215351"/>
                    <a:pt x="81652" y="207240"/>
                    <a:pt x="95888" y="194449"/>
                  </a:cubicBezTo>
                  <a:cubicBezTo>
                    <a:pt x="110123" y="181658"/>
                    <a:pt x="117998" y="163563"/>
                    <a:pt x="117998" y="142660"/>
                  </a:cubicBezTo>
                  <a:cubicBezTo>
                    <a:pt x="117998" y="126749"/>
                    <a:pt x="113152" y="112086"/>
                    <a:pt x="104368" y="102414"/>
                  </a:cubicBezTo>
                  <a:cubicBezTo>
                    <a:pt x="98311" y="95551"/>
                    <a:pt x="92556" y="91807"/>
                    <a:pt x="79229" y="85879"/>
                  </a:cubicBezTo>
                  <a:cubicBezTo>
                    <a:pt x="100128" y="71216"/>
                    <a:pt x="107700" y="59673"/>
                    <a:pt x="107700" y="42826"/>
                  </a:cubicBezTo>
                  <a:cubicBezTo>
                    <a:pt x="107700" y="17556"/>
                    <a:pt x="88315" y="85"/>
                    <a:pt x="60450" y="85"/>
                  </a:cubicBezTo>
                  <a:cubicBezTo>
                    <a:pt x="45306" y="85"/>
                    <a:pt x="31979" y="5388"/>
                    <a:pt x="21075" y="15372"/>
                  </a:cubicBezTo>
                  <a:cubicBezTo>
                    <a:pt x="11989" y="23795"/>
                    <a:pt x="7446" y="31907"/>
                    <a:pt x="782" y="50626"/>
                  </a:cubicBezTo>
                  <a:lnTo>
                    <a:pt x="5325" y="51874"/>
                  </a:lnTo>
                  <a:cubicBezTo>
                    <a:pt x="17744" y="29099"/>
                    <a:pt x="31373" y="18804"/>
                    <a:pt x="50455" y="18804"/>
                  </a:cubicBezTo>
                  <a:cubicBezTo>
                    <a:pt x="70142" y="18804"/>
                    <a:pt x="83772" y="32531"/>
                    <a:pt x="83772" y="52185"/>
                  </a:cubicBezTo>
                  <a:cubicBezTo>
                    <a:pt x="83772" y="63417"/>
                    <a:pt x="79229" y="74648"/>
                    <a:pt x="71657" y="82448"/>
                  </a:cubicBezTo>
                  <a:cubicBezTo>
                    <a:pt x="62570" y="91807"/>
                    <a:pt x="54090" y="96487"/>
                    <a:pt x="33494" y="103974"/>
                  </a:cubicBezTo>
                  <a:lnTo>
                    <a:pt x="33494" y="108030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B9D4E54-08F3-65E5-1974-B86515B0B1B1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8087520" y="4990880"/>
              <a:ext cx="117821" cy="215266"/>
            </a:xfrm>
            <a:custGeom>
              <a:avLst/>
              <a:gdLst>
                <a:gd name="connsiteX0" fmla="*/ 33499 w 117821"/>
                <a:gd name="connsiteY0" fmla="*/ 108030 h 215266"/>
                <a:gd name="connsiteX1" fmla="*/ 65604 w 117821"/>
                <a:gd name="connsiteY1" fmla="*/ 111462 h 215266"/>
                <a:gd name="connsiteX2" fmla="*/ 96195 w 117821"/>
                <a:gd name="connsiteY2" fmla="*/ 157635 h 215266"/>
                <a:gd name="connsiteX3" fmla="*/ 56518 w 117821"/>
                <a:gd name="connsiteY3" fmla="*/ 204120 h 215266"/>
                <a:gd name="connsiteX4" fmla="*/ 31075 w 117821"/>
                <a:gd name="connsiteY4" fmla="*/ 194449 h 215266"/>
                <a:gd name="connsiteX5" fmla="*/ 11691 w 117821"/>
                <a:gd name="connsiteY5" fmla="*/ 186649 h 215266"/>
                <a:gd name="connsiteX6" fmla="*/ 181 w 117821"/>
                <a:gd name="connsiteY6" fmla="*/ 197569 h 215266"/>
                <a:gd name="connsiteX7" fmla="*/ 34407 w 117821"/>
                <a:gd name="connsiteY7" fmla="*/ 215351 h 215266"/>
                <a:gd name="connsiteX8" fmla="*/ 95893 w 117821"/>
                <a:gd name="connsiteY8" fmla="*/ 194449 h 215266"/>
                <a:gd name="connsiteX9" fmla="*/ 118003 w 117821"/>
                <a:gd name="connsiteY9" fmla="*/ 142660 h 215266"/>
                <a:gd name="connsiteX10" fmla="*/ 104373 w 117821"/>
                <a:gd name="connsiteY10" fmla="*/ 102414 h 215266"/>
                <a:gd name="connsiteX11" fmla="*/ 79234 w 117821"/>
                <a:gd name="connsiteY11" fmla="*/ 85879 h 215266"/>
                <a:gd name="connsiteX12" fmla="*/ 107705 w 117821"/>
                <a:gd name="connsiteY12" fmla="*/ 42826 h 215266"/>
                <a:gd name="connsiteX13" fmla="*/ 60455 w 117821"/>
                <a:gd name="connsiteY13" fmla="*/ 85 h 215266"/>
                <a:gd name="connsiteX14" fmla="*/ 21080 w 117821"/>
                <a:gd name="connsiteY14" fmla="*/ 15372 h 215266"/>
                <a:gd name="connsiteX15" fmla="*/ 787 w 117821"/>
                <a:gd name="connsiteY15" fmla="*/ 50626 h 215266"/>
                <a:gd name="connsiteX16" fmla="*/ 5330 w 117821"/>
                <a:gd name="connsiteY16" fmla="*/ 51874 h 215266"/>
                <a:gd name="connsiteX17" fmla="*/ 50460 w 117821"/>
                <a:gd name="connsiteY17" fmla="*/ 18804 h 215266"/>
                <a:gd name="connsiteX18" fmla="*/ 83777 w 117821"/>
                <a:gd name="connsiteY18" fmla="*/ 52185 h 215266"/>
                <a:gd name="connsiteX19" fmla="*/ 71662 w 117821"/>
                <a:gd name="connsiteY19" fmla="*/ 82448 h 215266"/>
                <a:gd name="connsiteX20" fmla="*/ 33499 w 117821"/>
                <a:gd name="connsiteY20" fmla="*/ 103974 h 215266"/>
                <a:gd name="connsiteX21" fmla="*/ 33499 w 117821"/>
                <a:gd name="connsiteY21" fmla="*/ 108030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821" h="215266">
                  <a:moveTo>
                    <a:pt x="33499" y="108030"/>
                  </a:moveTo>
                  <a:cubicBezTo>
                    <a:pt x="51369" y="108030"/>
                    <a:pt x="58335" y="108654"/>
                    <a:pt x="65604" y="111462"/>
                  </a:cubicBezTo>
                  <a:cubicBezTo>
                    <a:pt x="84383" y="118325"/>
                    <a:pt x="96195" y="136108"/>
                    <a:pt x="96195" y="157635"/>
                  </a:cubicBezTo>
                  <a:cubicBezTo>
                    <a:pt x="96195" y="183841"/>
                    <a:pt x="78931" y="204120"/>
                    <a:pt x="56518" y="204120"/>
                  </a:cubicBezTo>
                  <a:cubicBezTo>
                    <a:pt x="48340" y="204120"/>
                    <a:pt x="42282" y="201936"/>
                    <a:pt x="31075" y="194449"/>
                  </a:cubicBezTo>
                  <a:cubicBezTo>
                    <a:pt x="21989" y="188833"/>
                    <a:pt x="16840" y="186649"/>
                    <a:pt x="11691" y="186649"/>
                  </a:cubicBezTo>
                  <a:cubicBezTo>
                    <a:pt x="4725" y="186649"/>
                    <a:pt x="181" y="191017"/>
                    <a:pt x="181" y="197569"/>
                  </a:cubicBezTo>
                  <a:cubicBezTo>
                    <a:pt x="181" y="208488"/>
                    <a:pt x="13205" y="215351"/>
                    <a:pt x="34407" y="215351"/>
                  </a:cubicBezTo>
                  <a:cubicBezTo>
                    <a:pt x="57729" y="215351"/>
                    <a:pt x="81657" y="207240"/>
                    <a:pt x="95893" y="194449"/>
                  </a:cubicBezTo>
                  <a:cubicBezTo>
                    <a:pt x="110128" y="181658"/>
                    <a:pt x="118003" y="163563"/>
                    <a:pt x="118003" y="142660"/>
                  </a:cubicBezTo>
                  <a:cubicBezTo>
                    <a:pt x="118003" y="126749"/>
                    <a:pt x="113157" y="112086"/>
                    <a:pt x="104373" y="102414"/>
                  </a:cubicBezTo>
                  <a:cubicBezTo>
                    <a:pt x="98316" y="95551"/>
                    <a:pt x="92561" y="91807"/>
                    <a:pt x="79234" y="85879"/>
                  </a:cubicBezTo>
                  <a:cubicBezTo>
                    <a:pt x="100133" y="71216"/>
                    <a:pt x="107705" y="59673"/>
                    <a:pt x="107705" y="42826"/>
                  </a:cubicBezTo>
                  <a:cubicBezTo>
                    <a:pt x="107705" y="17556"/>
                    <a:pt x="88320" y="85"/>
                    <a:pt x="60455" y="85"/>
                  </a:cubicBezTo>
                  <a:cubicBezTo>
                    <a:pt x="45311" y="85"/>
                    <a:pt x="31984" y="5388"/>
                    <a:pt x="21080" y="15372"/>
                  </a:cubicBezTo>
                  <a:cubicBezTo>
                    <a:pt x="11994" y="23795"/>
                    <a:pt x="7451" y="31907"/>
                    <a:pt x="787" y="50626"/>
                  </a:cubicBezTo>
                  <a:lnTo>
                    <a:pt x="5330" y="51874"/>
                  </a:lnTo>
                  <a:cubicBezTo>
                    <a:pt x="17749" y="29099"/>
                    <a:pt x="31378" y="18804"/>
                    <a:pt x="50460" y="18804"/>
                  </a:cubicBezTo>
                  <a:cubicBezTo>
                    <a:pt x="70147" y="18804"/>
                    <a:pt x="83777" y="32531"/>
                    <a:pt x="83777" y="52185"/>
                  </a:cubicBezTo>
                  <a:cubicBezTo>
                    <a:pt x="83777" y="63417"/>
                    <a:pt x="79234" y="74648"/>
                    <a:pt x="71662" y="82448"/>
                  </a:cubicBezTo>
                  <a:cubicBezTo>
                    <a:pt x="62575" y="91807"/>
                    <a:pt x="54095" y="96487"/>
                    <a:pt x="33499" y="103974"/>
                  </a:cubicBezTo>
                  <a:lnTo>
                    <a:pt x="33499" y="108030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DC981C6-3C7E-0AB4-2564-F7511646442D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8293869" y="5117545"/>
              <a:ext cx="185061" cy="12479"/>
            </a:xfrm>
            <a:custGeom>
              <a:avLst/>
              <a:gdLst>
                <a:gd name="connsiteX0" fmla="*/ 174649 w 185061"/>
                <a:gd name="connsiteY0" fmla="*/ 12564 h 12479"/>
                <a:gd name="connsiteX1" fmla="*/ 185250 w 185061"/>
                <a:gd name="connsiteY1" fmla="*/ 6324 h 12479"/>
                <a:gd name="connsiteX2" fmla="*/ 174649 w 185061"/>
                <a:gd name="connsiteY2" fmla="*/ 85 h 12479"/>
                <a:gd name="connsiteX3" fmla="*/ 10789 w 185061"/>
                <a:gd name="connsiteY3" fmla="*/ 85 h 12479"/>
                <a:gd name="connsiteX4" fmla="*/ 188 w 185061"/>
                <a:gd name="connsiteY4" fmla="*/ 6324 h 12479"/>
                <a:gd name="connsiteX5" fmla="*/ 10789 w 185061"/>
                <a:gd name="connsiteY5" fmla="*/ 12564 h 12479"/>
                <a:gd name="connsiteX6" fmla="*/ 174649 w 185061"/>
                <a:gd name="connsiteY6" fmla="*/ 12564 h 1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061" h="12479">
                  <a:moveTo>
                    <a:pt x="174649" y="12564"/>
                  </a:moveTo>
                  <a:cubicBezTo>
                    <a:pt x="179798" y="12564"/>
                    <a:pt x="185250" y="12564"/>
                    <a:pt x="185250" y="6324"/>
                  </a:cubicBezTo>
                  <a:cubicBezTo>
                    <a:pt x="185250" y="85"/>
                    <a:pt x="179798" y="85"/>
                    <a:pt x="174649" y="85"/>
                  </a:cubicBezTo>
                  <a:lnTo>
                    <a:pt x="10789" y="85"/>
                  </a:lnTo>
                  <a:cubicBezTo>
                    <a:pt x="5640" y="85"/>
                    <a:pt x="188" y="85"/>
                    <a:pt x="188" y="6324"/>
                  </a:cubicBezTo>
                  <a:cubicBezTo>
                    <a:pt x="188" y="12564"/>
                    <a:pt x="5640" y="12564"/>
                    <a:pt x="10789" y="12564"/>
                  </a:cubicBezTo>
                  <a:lnTo>
                    <a:pt x="174649" y="12564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418CEA3-947B-8637-5C47-78D0136FFAC2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8580794" y="4990880"/>
              <a:ext cx="85716" cy="210899"/>
            </a:xfrm>
            <a:custGeom>
              <a:avLst/>
              <a:gdLst>
                <a:gd name="connsiteX0" fmla="*/ 54716 w 85716"/>
                <a:gd name="connsiteY0" fmla="*/ 85 h 210899"/>
                <a:gd name="connsiteX1" fmla="*/ 197 w 85716"/>
                <a:gd name="connsiteY1" fmla="*/ 28475 h 210899"/>
                <a:gd name="connsiteX2" fmla="*/ 197 w 85716"/>
                <a:gd name="connsiteY2" fmla="*/ 32843 h 210899"/>
                <a:gd name="connsiteX3" fmla="*/ 8375 w 85716"/>
                <a:gd name="connsiteY3" fmla="*/ 29411 h 210899"/>
                <a:gd name="connsiteX4" fmla="*/ 22004 w 85716"/>
                <a:gd name="connsiteY4" fmla="*/ 25979 h 210899"/>
                <a:gd name="connsiteX5" fmla="*/ 31091 w 85716"/>
                <a:gd name="connsiteY5" fmla="*/ 40642 h 210899"/>
                <a:gd name="connsiteX6" fmla="*/ 31091 w 85716"/>
                <a:gd name="connsiteY6" fmla="*/ 181969 h 210899"/>
                <a:gd name="connsiteX7" fmla="*/ 23822 w 85716"/>
                <a:gd name="connsiteY7" fmla="*/ 202248 h 210899"/>
                <a:gd name="connsiteX8" fmla="*/ 2317 w 85716"/>
                <a:gd name="connsiteY8" fmla="*/ 206304 h 210899"/>
                <a:gd name="connsiteX9" fmla="*/ 2317 w 85716"/>
                <a:gd name="connsiteY9" fmla="*/ 210984 h 210899"/>
                <a:gd name="connsiteX10" fmla="*/ 85913 w 85716"/>
                <a:gd name="connsiteY10" fmla="*/ 210984 h 210899"/>
                <a:gd name="connsiteX11" fmla="*/ 85913 w 85716"/>
                <a:gd name="connsiteY11" fmla="*/ 206304 h 210899"/>
                <a:gd name="connsiteX12" fmla="*/ 57139 w 85716"/>
                <a:gd name="connsiteY12" fmla="*/ 187897 h 210899"/>
                <a:gd name="connsiteX13" fmla="*/ 57139 w 85716"/>
                <a:gd name="connsiteY13" fmla="*/ 709 h 210899"/>
                <a:gd name="connsiteX14" fmla="*/ 54716 w 85716"/>
                <a:gd name="connsiteY14" fmla="*/ 85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16" h="210899">
                  <a:moveTo>
                    <a:pt x="54716" y="85"/>
                  </a:moveTo>
                  <a:lnTo>
                    <a:pt x="197" y="28475"/>
                  </a:lnTo>
                  <a:lnTo>
                    <a:pt x="197" y="32843"/>
                  </a:lnTo>
                  <a:cubicBezTo>
                    <a:pt x="3831" y="31283"/>
                    <a:pt x="7163" y="30035"/>
                    <a:pt x="8375" y="29411"/>
                  </a:cubicBezTo>
                  <a:cubicBezTo>
                    <a:pt x="13827" y="27227"/>
                    <a:pt x="18976" y="25979"/>
                    <a:pt x="22004" y="25979"/>
                  </a:cubicBezTo>
                  <a:cubicBezTo>
                    <a:pt x="28365" y="25979"/>
                    <a:pt x="31091" y="30659"/>
                    <a:pt x="31091" y="40642"/>
                  </a:cubicBezTo>
                  <a:lnTo>
                    <a:pt x="31091" y="181969"/>
                  </a:lnTo>
                  <a:cubicBezTo>
                    <a:pt x="31091" y="192265"/>
                    <a:pt x="28668" y="199440"/>
                    <a:pt x="23822" y="202248"/>
                  </a:cubicBezTo>
                  <a:cubicBezTo>
                    <a:pt x="19279" y="205056"/>
                    <a:pt x="15038" y="205992"/>
                    <a:pt x="2317" y="206304"/>
                  </a:cubicBezTo>
                  <a:lnTo>
                    <a:pt x="2317" y="210984"/>
                  </a:lnTo>
                  <a:lnTo>
                    <a:pt x="85913" y="210984"/>
                  </a:lnTo>
                  <a:lnTo>
                    <a:pt x="85913" y="206304"/>
                  </a:lnTo>
                  <a:cubicBezTo>
                    <a:pt x="61985" y="205992"/>
                    <a:pt x="57139" y="202872"/>
                    <a:pt x="57139" y="187897"/>
                  </a:cubicBezTo>
                  <a:lnTo>
                    <a:pt x="57139" y="709"/>
                  </a:lnTo>
                  <a:lnTo>
                    <a:pt x="54716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8BF1C2C-CE6D-80F8-D6CC-3E65E0F1ACBF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8725232" y="5168709"/>
              <a:ext cx="32105" cy="33069"/>
            </a:xfrm>
            <a:custGeom>
              <a:avLst/>
              <a:gdLst>
                <a:gd name="connsiteX0" fmla="*/ 32308 w 32105"/>
                <a:gd name="connsiteY0" fmla="*/ 16619 h 33069"/>
                <a:gd name="connsiteX1" fmla="*/ 16255 w 32105"/>
                <a:gd name="connsiteY1" fmla="*/ 85 h 33069"/>
                <a:gd name="connsiteX2" fmla="*/ 202 w 32105"/>
                <a:gd name="connsiteY2" fmla="*/ 16619 h 33069"/>
                <a:gd name="connsiteX3" fmla="*/ 16255 w 32105"/>
                <a:gd name="connsiteY3" fmla="*/ 33154 h 33069"/>
                <a:gd name="connsiteX4" fmla="*/ 32308 w 32105"/>
                <a:gd name="connsiteY4" fmla="*/ 16619 h 3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5" h="33069">
                  <a:moveTo>
                    <a:pt x="32308" y="16619"/>
                  </a:moveTo>
                  <a:cubicBezTo>
                    <a:pt x="32308" y="7572"/>
                    <a:pt x="25039" y="85"/>
                    <a:pt x="16255" y="85"/>
                  </a:cubicBezTo>
                  <a:cubicBezTo>
                    <a:pt x="7471" y="85"/>
                    <a:pt x="202" y="7572"/>
                    <a:pt x="202" y="16619"/>
                  </a:cubicBezTo>
                  <a:cubicBezTo>
                    <a:pt x="202" y="25667"/>
                    <a:pt x="7471" y="33154"/>
                    <a:pt x="16255" y="33154"/>
                  </a:cubicBezTo>
                  <a:cubicBezTo>
                    <a:pt x="25039" y="33154"/>
                    <a:pt x="32308" y="25667"/>
                    <a:pt x="32308" y="16619"/>
                  </a:cubicBezTo>
                  <a:close/>
                </a:path>
              </a:pathLst>
            </a:custGeom>
            <a:solidFill>
              <a:srgbClr val="FFFFFF"/>
            </a:solidFill>
            <a:ln w="4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4A2BFED-C9C1-67C3-98D2-8545D61DD3EA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8793692" y="4988384"/>
              <a:ext cx="131451" cy="217762"/>
            </a:xfrm>
            <a:custGeom>
              <a:avLst/>
              <a:gdLst>
                <a:gd name="connsiteX0" fmla="*/ 124993 w 131451"/>
                <a:gd name="connsiteY0" fmla="*/ 85 h 217762"/>
                <a:gd name="connsiteX1" fmla="*/ 50786 w 131451"/>
                <a:gd name="connsiteY1" fmla="*/ 25043 h 217762"/>
                <a:gd name="connsiteX2" fmla="*/ 205 w 131451"/>
                <a:gd name="connsiteY2" fmla="*/ 126437 h 217762"/>
                <a:gd name="connsiteX3" fmla="*/ 21406 w 131451"/>
                <a:gd name="connsiteY3" fmla="*/ 196633 h 217762"/>
                <a:gd name="connsiteX4" fmla="*/ 68051 w 131451"/>
                <a:gd name="connsiteY4" fmla="*/ 217847 h 217762"/>
                <a:gd name="connsiteX5" fmla="*/ 131656 w 131451"/>
                <a:gd name="connsiteY5" fmla="*/ 145156 h 217762"/>
                <a:gd name="connsiteX6" fmla="*/ 74714 w 131451"/>
                <a:gd name="connsiteY6" fmla="*/ 79952 h 217762"/>
                <a:gd name="connsiteX7" fmla="*/ 35945 w 131451"/>
                <a:gd name="connsiteY7" fmla="*/ 93991 h 217762"/>
                <a:gd name="connsiteX8" fmla="*/ 125598 w 131451"/>
                <a:gd name="connsiteY8" fmla="*/ 5076 h 217762"/>
                <a:gd name="connsiteX9" fmla="*/ 124993 w 131451"/>
                <a:gd name="connsiteY9" fmla="*/ 85 h 217762"/>
                <a:gd name="connsiteX10" fmla="*/ 63204 w 131451"/>
                <a:gd name="connsiteY10" fmla="*/ 94303 h 217762"/>
                <a:gd name="connsiteX11" fmla="*/ 104397 w 131451"/>
                <a:gd name="connsiteY11" fmla="*/ 155763 h 217762"/>
                <a:gd name="connsiteX12" fmla="*/ 71382 w 131451"/>
                <a:gd name="connsiteY12" fmla="*/ 209112 h 217762"/>
                <a:gd name="connsiteX13" fmla="*/ 28373 w 131451"/>
                <a:gd name="connsiteY13" fmla="*/ 131429 h 217762"/>
                <a:gd name="connsiteX14" fmla="*/ 36854 w 131451"/>
                <a:gd name="connsiteY14" fmla="*/ 102102 h 217762"/>
                <a:gd name="connsiteX15" fmla="*/ 63204 w 131451"/>
                <a:gd name="connsiteY15" fmla="*/ 94303 h 21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51" h="217762">
                  <a:moveTo>
                    <a:pt x="124993" y="85"/>
                  </a:moveTo>
                  <a:cubicBezTo>
                    <a:pt x="90464" y="3204"/>
                    <a:pt x="72897" y="9132"/>
                    <a:pt x="50786" y="25043"/>
                  </a:cubicBezTo>
                  <a:cubicBezTo>
                    <a:pt x="18075" y="49066"/>
                    <a:pt x="205" y="84631"/>
                    <a:pt x="205" y="126437"/>
                  </a:cubicBezTo>
                  <a:cubicBezTo>
                    <a:pt x="205" y="153579"/>
                    <a:pt x="8382" y="181034"/>
                    <a:pt x="21406" y="196633"/>
                  </a:cubicBezTo>
                  <a:cubicBezTo>
                    <a:pt x="32916" y="210360"/>
                    <a:pt x="49272" y="217847"/>
                    <a:pt x="68051" y="217847"/>
                  </a:cubicBezTo>
                  <a:cubicBezTo>
                    <a:pt x="105608" y="217847"/>
                    <a:pt x="131656" y="188209"/>
                    <a:pt x="131656" y="145156"/>
                  </a:cubicBezTo>
                  <a:cubicBezTo>
                    <a:pt x="131656" y="105222"/>
                    <a:pt x="109546" y="79952"/>
                    <a:pt x="74714" y="79952"/>
                  </a:cubicBezTo>
                  <a:cubicBezTo>
                    <a:pt x="61387" y="79952"/>
                    <a:pt x="55027" y="82136"/>
                    <a:pt x="35945" y="93991"/>
                  </a:cubicBezTo>
                  <a:cubicBezTo>
                    <a:pt x="44123" y="46882"/>
                    <a:pt x="78046" y="13188"/>
                    <a:pt x="125598" y="5076"/>
                  </a:cubicBezTo>
                  <a:lnTo>
                    <a:pt x="124993" y="85"/>
                  </a:lnTo>
                  <a:close/>
                  <a:moveTo>
                    <a:pt x="63204" y="94303"/>
                  </a:moveTo>
                  <a:cubicBezTo>
                    <a:pt x="89252" y="94303"/>
                    <a:pt x="104397" y="116765"/>
                    <a:pt x="104397" y="155763"/>
                  </a:cubicBezTo>
                  <a:cubicBezTo>
                    <a:pt x="104397" y="190081"/>
                    <a:pt x="92584" y="209112"/>
                    <a:pt x="71382" y="209112"/>
                  </a:cubicBezTo>
                  <a:cubicBezTo>
                    <a:pt x="44728" y="209112"/>
                    <a:pt x="28373" y="179786"/>
                    <a:pt x="28373" y="131429"/>
                  </a:cubicBezTo>
                  <a:cubicBezTo>
                    <a:pt x="28373" y="115518"/>
                    <a:pt x="30796" y="106782"/>
                    <a:pt x="36854" y="102102"/>
                  </a:cubicBezTo>
                  <a:cubicBezTo>
                    <a:pt x="43214" y="97111"/>
                    <a:pt x="52603" y="94303"/>
                    <a:pt x="63204" y="94303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2881293-4A9B-A661-A7B1-D46FA1C652BF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8944490" y="4990880"/>
              <a:ext cx="134783" cy="210899"/>
            </a:xfrm>
            <a:custGeom>
              <a:avLst/>
              <a:gdLst>
                <a:gd name="connsiteX0" fmla="*/ 134993 w 134783"/>
                <a:gd name="connsiteY0" fmla="*/ 168242 h 210899"/>
                <a:gd name="connsiteX1" fmla="*/ 131055 w 134783"/>
                <a:gd name="connsiteY1" fmla="*/ 166682 h 210899"/>
                <a:gd name="connsiteX2" fmla="*/ 102281 w 134783"/>
                <a:gd name="connsiteY2" fmla="*/ 187273 h 210899"/>
                <a:gd name="connsiteX3" fmla="*/ 29892 w 134783"/>
                <a:gd name="connsiteY3" fmla="*/ 187273 h 210899"/>
                <a:gd name="connsiteX4" fmla="*/ 80777 w 134783"/>
                <a:gd name="connsiteY4" fmla="*/ 132365 h 210899"/>
                <a:gd name="connsiteX5" fmla="*/ 119546 w 134783"/>
                <a:gd name="connsiteY5" fmla="*/ 55305 h 210899"/>
                <a:gd name="connsiteX6" fmla="*/ 63512 w 134783"/>
                <a:gd name="connsiteY6" fmla="*/ 85 h 210899"/>
                <a:gd name="connsiteX7" fmla="*/ 19897 w 134783"/>
                <a:gd name="connsiteY7" fmla="*/ 19428 h 210899"/>
                <a:gd name="connsiteX8" fmla="*/ 512 w 134783"/>
                <a:gd name="connsiteY8" fmla="*/ 62169 h 210899"/>
                <a:gd name="connsiteX9" fmla="*/ 6873 w 134783"/>
                <a:gd name="connsiteY9" fmla="*/ 63729 h 210899"/>
                <a:gd name="connsiteX10" fmla="*/ 50791 w 134783"/>
                <a:gd name="connsiteY10" fmla="*/ 23171 h 210899"/>
                <a:gd name="connsiteX11" fmla="*/ 93498 w 134783"/>
                <a:gd name="connsiteY11" fmla="*/ 67161 h 210899"/>
                <a:gd name="connsiteX12" fmla="*/ 54123 w 134783"/>
                <a:gd name="connsiteY12" fmla="*/ 148276 h 210899"/>
                <a:gd name="connsiteX13" fmla="*/ 210 w 134783"/>
                <a:gd name="connsiteY13" fmla="*/ 207240 h 210899"/>
                <a:gd name="connsiteX14" fmla="*/ 210 w 134783"/>
                <a:gd name="connsiteY14" fmla="*/ 210984 h 210899"/>
                <a:gd name="connsiteX15" fmla="*/ 118334 w 134783"/>
                <a:gd name="connsiteY15" fmla="*/ 210984 h 210899"/>
                <a:gd name="connsiteX16" fmla="*/ 134993 w 134783"/>
                <a:gd name="connsiteY16" fmla="*/ 168242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83" h="210899">
                  <a:moveTo>
                    <a:pt x="134993" y="168242"/>
                  </a:moveTo>
                  <a:lnTo>
                    <a:pt x="131055" y="166682"/>
                  </a:lnTo>
                  <a:cubicBezTo>
                    <a:pt x="119849" y="184465"/>
                    <a:pt x="115911" y="187273"/>
                    <a:pt x="102281" y="187273"/>
                  </a:cubicBezTo>
                  <a:lnTo>
                    <a:pt x="29892" y="187273"/>
                  </a:lnTo>
                  <a:lnTo>
                    <a:pt x="80777" y="132365"/>
                  </a:lnTo>
                  <a:cubicBezTo>
                    <a:pt x="107733" y="103350"/>
                    <a:pt x="119546" y="79640"/>
                    <a:pt x="119546" y="55305"/>
                  </a:cubicBezTo>
                  <a:cubicBezTo>
                    <a:pt x="119546" y="24107"/>
                    <a:pt x="95012" y="85"/>
                    <a:pt x="63512" y="85"/>
                  </a:cubicBezTo>
                  <a:cubicBezTo>
                    <a:pt x="46854" y="85"/>
                    <a:pt x="31104" y="6948"/>
                    <a:pt x="19897" y="19428"/>
                  </a:cubicBezTo>
                  <a:cubicBezTo>
                    <a:pt x="10205" y="30035"/>
                    <a:pt x="5661" y="40018"/>
                    <a:pt x="512" y="62169"/>
                  </a:cubicBezTo>
                  <a:lnTo>
                    <a:pt x="6873" y="63729"/>
                  </a:lnTo>
                  <a:cubicBezTo>
                    <a:pt x="18988" y="33155"/>
                    <a:pt x="29892" y="23171"/>
                    <a:pt x="50791" y="23171"/>
                  </a:cubicBezTo>
                  <a:cubicBezTo>
                    <a:pt x="76233" y="23171"/>
                    <a:pt x="93498" y="40954"/>
                    <a:pt x="93498" y="67161"/>
                  </a:cubicBezTo>
                  <a:cubicBezTo>
                    <a:pt x="93498" y="91495"/>
                    <a:pt x="79565" y="120509"/>
                    <a:pt x="54123" y="148276"/>
                  </a:cubicBezTo>
                  <a:lnTo>
                    <a:pt x="210" y="207240"/>
                  </a:lnTo>
                  <a:lnTo>
                    <a:pt x="210" y="210984"/>
                  </a:lnTo>
                  <a:lnTo>
                    <a:pt x="118334" y="210984"/>
                  </a:lnTo>
                  <a:lnTo>
                    <a:pt x="134993" y="168242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B89E1C0-0B5B-5DF1-EE40-0E38470C97F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9100437" y="4990880"/>
              <a:ext cx="117821" cy="215266"/>
            </a:xfrm>
            <a:custGeom>
              <a:avLst/>
              <a:gdLst>
                <a:gd name="connsiteX0" fmla="*/ 33532 w 117821"/>
                <a:gd name="connsiteY0" fmla="*/ 108030 h 215266"/>
                <a:gd name="connsiteX1" fmla="*/ 65637 w 117821"/>
                <a:gd name="connsiteY1" fmla="*/ 111462 h 215266"/>
                <a:gd name="connsiteX2" fmla="*/ 96229 w 117821"/>
                <a:gd name="connsiteY2" fmla="*/ 157635 h 215266"/>
                <a:gd name="connsiteX3" fmla="*/ 56551 w 117821"/>
                <a:gd name="connsiteY3" fmla="*/ 204120 h 215266"/>
                <a:gd name="connsiteX4" fmla="*/ 31109 w 117821"/>
                <a:gd name="connsiteY4" fmla="*/ 194449 h 215266"/>
                <a:gd name="connsiteX5" fmla="*/ 11724 w 117821"/>
                <a:gd name="connsiteY5" fmla="*/ 186649 h 215266"/>
                <a:gd name="connsiteX6" fmla="*/ 215 w 117821"/>
                <a:gd name="connsiteY6" fmla="*/ 197569 h 215266"/>
                <a:gd name="connsiteX7" fmla="*/ 34440 w 117821"/>
                <a:gd name="connsiteY7" fmla="*/ 215351 h 215266"/>
                <a:gd name="connsiteX8" fmla="*/ 95926 w 117821"/>
                <a:gd name="connsiteY8" fmla="*/ 194449 h 215266"/>
                <a:gd name="connsiteX9" fmla="*/ 118036 w 117821"/>
                <a:gd name="connsiteY9" fmla="*/ 142660 h 215266"/>
                <a:gd name="connsiteX10" fmla="*/ 104406 w 117821"/>
                <a:gd name="connsiteY10" fmla="*/ 102414 h 215266"/>
                <a:gd name="connsiteX11" fmla="*/ 79267 w 117821"/>
                <a:gd name="connsiteY11" fmla="*/ 85879 h 215266"/>
                <a:gd name="connsiteX12" fmla="*/ 107738 w 117821"/>
                <a:gd name="connsiteY12" fmla="*/ 42826 h 215266"/>
                <a:gd name="connsiteX13" fmla="*/ 60488 w 117821"/>
                <a:gd name="connsiteY13" fmla="*/ 85 h 215266"/>
                <a:gd name="connsiteX14" fmla="*/ 21114 w 117821"/>
                <a:gd name="connsiteY14" fmla="*/ 15372 h 215266"/>
                <a:gd name="connsiteX15" fmla="*/ 820 w 117821"/>
                <a:gd name="connsiteY15" fmla="*/ 50626 h 215266"/>
                <a:gd name="connsiteX16" fmla="*/ 5364 w 117821"/>
                <a:gd name="connsiteY16" fmla="*/ 51874 h 215266"/>
                <a:gd name="connsiteX17" fmla="*/ 50493 w 117821"/>
                <a:gd name="connsiteY17" fmla="*/ 18804 h 215266"/>
                <a:gd name="connsiteX18" fmla="*/ 83810 w 117821"/>
                <a:gd name="connsiteY18" fmla="*/ 52185 h 215266"/>
                <a:gd name="connsiteX19" fmla="*/ 71695 w 117821"/>
                <a:gd name="connsiteY19" fmla="*/ 82448 h 215266"/>
                <a:gd name="connsiteX20" fmla="*/ 33532 w 117821"/>
                <a:gd name="connsiteY20" fmla="*/ 103974 h 215266"/>
                <a:gd name="connsiteX21" fmla="*/ 33532 w 117821"/>
                <a:gd name="connsiteY21" fmla="*/ 108030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821" h="215266">
                  <a:moveTo>
                    <a:pt x="33532" y="108030"/>
                  </a:moveTo>
                  <a:cubicBezTo>
                    <a:pt x="51402" y="108030"/>
                    <a:pt x="58368" y="108654"/>
                    <a:pt x="65637" y="111462"/>
                  </a:cubicBezTo>
                  <a:cubicBezTo>
                    <a:pt x="84416" y="118325"/>
                    <a:pt x="96229" y="136108"/>
                    <a:pt x="96229" y="157635"/>
                  </a:cubicBezTo>
                  <a:cubicBezTo>
                    <a:pt x="96229" y="183841"/>
                    <a:pt x="78964" y="204120"/>
                    <a:pt x="56551" y="204120"/>
                  </a:cubicBezTo>
                  <a:cubicBezTo>
                    <a:pt x="48373" y="204120"/>
                    <a:pt x="42315" y="201936"/>
                    <a:pt x="31109" y="194449"/>
                  </a:cubicBezTo>
                  <a:cubicBezTo>
                    <a:pt x="22022" y="188833"/>
                    <a:pt x="16873" y="186649"/>
                    <a:pt x="11724" y="186649"/>
                  </a:cubicBezTo>
                  <a:cubicBezTo>
                    <a:pt x="4758" y="186649"/>
                    <a:pt x="215" y="191017"/>
                    <a:pt x="215" y="197569"/>
                  </a:cubicBezTo>
                  <a:cubicBezTo>
                    <a:pt x="215" y="208488"/>
                    <a:pt x="13239" y="215351"/>
                    <a:pt x="34440" y="215351"/>
                  </a:cubicBezTo>
                  <a:cubicBezTo>
                    <a:pt x="57762" y="215351"/>
                    <a:pt x="81690" y="207240"/>
                    <a:pt x="95926" y="194449"/>
                  </a:cubicBezTo>
                  <a:cubicBezTo>
                    <a:pt x="110161" y="181658"/>
                    <a:pt x="118036" y="163563"/>
                    <a:pt x="118036" y="142660"/>
                  </a:cubicBezTo>
                  <a:cubicBezTo>
                    <a:pt x="118036" y="126749"/>
                    <a:pt x="113190" y="112086"/>
                    <a:pt x="104406" y="102414"/>
                  </a:cubicBezTo>
                  <a:cubicBezTo>
                    <a:pt x="98349" y="95551"/>
                    <a:pt x="92594" y="91807"/>
                    <a:pt x="79267" y="85879"/>
                  </a:cubicBezTo>
                  <a:cubicBezTo>
                    <a:pt x="100166" y="71216"/>
                    <a:pt x="107738" y="59673"/>
                    <a:pt x="107738" y="42826"/>
                  </a:cubicBezTo>
                  <a:cubicBezTo>
                    <a:pt x="107738" y="17556"/>
                    <a:pt x="88354" y="85"/>
                    <a:pt x="60488" y="85"/>
                  </a:cubicBezTo>
                  <a:cubicBezTo>
                    <a:pt x="45344" y="85"/>
                    <a:pt x="32017" y="5388"/>
                    <a:pt x="21114" y="15372"/>
                  </a:cubicBezTo>
                  <a:cubicBezTo>
                    <a:pt x="12027" y="23795"/>
                    <a:pt x="7484" y="31907"/>
                    <a:pt x="820" y="50626"/>
                  </a:cubicBezTo>
                  <a:lnTo>
                    <a:pt x="5364" y="51874"/>
                  </a:lnTo>
                  <a:cubicBezTo>
                    <a:pt x="17782" y="29099"/>
                    <a:pt x="31412" y="18804"/>
                    <a:pt x="50493" y="18804"/>
                  </a:cubicBezTo>
                  <a:cubicBezTo>
                    <a:pt x="70181" y="18804"/>
                    <a:pt x="83810" y="32531"/>
                    <a:pt x="83810" y="52185"/>
                  </a:cubicBezTo>
                  <a:cubicBezTo>
                    <a:pt x="83810" y="63417"/>
                    <a:pt x="79267" y="74648"/>
                    <a:pt x="71695" y="82448"/>
                  </a:cubicBezTo>
                  <a:cubicBezTo>
                    <a:pt x="62609" y="91807"/>
                    <a:pt x="54128" y="96487"/>
                    <a:pt x="33532" y="103974"/>
                  </a:cubicBezTo>
                  <a:lnTo>
                    <a:pt x="33532" y="108030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B8D20AC-BB5B-8055-ABD6-BC7FF7FF7DDE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9243058" y="4990880"/>
              <a:ext cx="139326" cy="210899"/>
            </a:xfrm>
            <a:custGeom>
              <a:avLst/>
              <a:gdLst>
                <a:gd name="connsiteX0" fmla="*/ 139546 w 139326"/>
                <a:gd name="connsiteY0" fmla="*/ 138916 h 210899"/>
                <a:gd name="connsiteX1" fmla="*/ 108652 w 139326"/>
                <a:gd name="connsiteY1" fmla="*/ 138916 h 210899"/>
                <a:gd name="connsiteX2" fmla="*/ 108652 w 139326"/>
                <a:gd name="connsiteY2" fmla="*/ 85 h 210899"/>
                <a:gd name="connsiteX3" fmla="*/ 95325 w 139326"/>
                <a:gd name="connsiteY3" fmla="*/ 85 h 210899"/>
                <a:gd name="connsiteX4" fmla="*/ 220 w 139326"/>
                <a:gd name="connsiteY4" fmla="*/ 138916 h 210899"/>
                <a:gd name="connsiteX5" fmla="*/ 220 w 139326"/>
                <a:gd name="connsiteY5" fmla="*/ 158883 h 210899"/>
                <a:gd name="connsiteX6" fmla="*/ 85330 w 139326"/>
                <a:gd name="connsiteY6" fmla="*/ 158883 h 210899"/>
                <a:gd name="connsiteX7" fmla="*/ 85330 w 139326"/>
                <a:gd name="connsiteY7" fmla="*/ 210984 h 210899"/>
                <a:gd name="connsiteX8" fmla="*/ 108652 w 139326"/>
                <a:gd name="connsiteY8" fmla="*/ 210984 h 210899"/>
                <a:gd name="connsiteX9" fmla="*/ 108652 w 139326"/>
                <a:gd name="connsiteY9" fmla="*/ 158883 h 210899"/>
                <a:gd name="connsiteX10" fmla="*/ 139546 w 139326"/>
                <a:gd name="connsiteY10" fmla="*/ 158883 h 210899"/>
                <a:gd name="connsiteX11" fmla="*/ 139546 w 139326"/>
                <a:gd name="connsiteY11" fmla="*/ 138916 h 210899"/>
                <a:gd name="connsiteX12" fmla="*/ 85027 w 139326"/>
                <a:gd name="connsiteY12" fmla="*/ 138916 h 210899"/>
                <a:gd name="connsiteX13" fmla="*/ 12335 w 139326"/>
                <a:gd name="connsiteY13" fmla="*/ 138916 h 210899"/>
                <a:gd name="connsiteX14" fmla="*/ 85027 w 139326"/>
                <a:gd name="connsiteY14" fmla="*/ 31907 h 210899"/>
                <a:gd name="connsiteX15" fmla="*/ 85027 w 139326"/>
                <a:gd name="connsiteY15" fmla="*/ 138916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326" h="210899">
                  <a:moveTo>
                    <a:pt x="139546" y="138916"/>
                  </a:moveTo>
                  <a:lnTo>
                    <a:pt x="108652" y="138916"/>
                  </a:lnTo>
                  <a:lnTo>
                    <a:pt x="108652" y="85"/>
                  </a:lnTo>
                  <a:lnTo>
                    <a:pt x="95325" y="85"/>
                  </a:lnTo>
                  <a:lnTo>
                    <a:pt x="220" y="138916"/>
                  </a:lnTo>
                  <a:lnTo>
                    <a:pt x="220" y="158883"/>
                  </a:lnTo>
                  <a:lnTo>
                    <a:pt x="85330" y="158883"/>
                  </a:lnTo>
                  <a:lnTo>
                    <a:pt x="85330" y="210984"/>
                  </a:lnTo>
                  <a:lnTo>
                    <a:pt x="108652" y="210984"/>
                  </a:lnTo>
                  <a:lnTo>
                    <a:pt x="108652" y="158883"/>
                  </a:lnTo>
                  <a:lnTo>
                    <a:pt x="139546" y="158883"/>
                  </a:lnTo>
                  <a:lnTo>
                    <a:pt x="139546" y="138916"/>
                  </a:lnTo>
                  <a:close/>
                  <a:moveTo>
                    <a:pt x="85027" y="138916"/>
                  </a:moveTo>
                  <a:lnTo>
                    <a:pt x="12335" y="138916"/>
                  </a:lnTo>
                  <a:lnTo>
                    <a:pt x="85027" y="31907"/>
                  </a:lnTo>
                  <a:lnTo>
                    <a:pt x="85027" y="138916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12E72CA-F2C2-37FE-6F7F-630CB148934A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9401731" y="4988384"/>
              <a:ext cx="131451" cy="217762"/>
            </a:xfrm>
            <a:custGeom>
              <a:avLst/>
              <a:gdLst>
                <a:gd name="connsiteX0" fmla="*/ 125013 w 131451"/>
                <a:gd name="connsiteY0" fmla="*/ 85 h 217762"/>
                <a:gd name="connsiteX1" fmla="*/ 50806 w 131451"/>
                <a:gd name="connsiteY1" fmla="*/ 25043 h 217762"/>
                <a:gd name="connsiteX2" fmla="*/ 225 w 131451"/>
                <a:gd name="connsiteY2" fmla="*/ 126437 h 217762"/>
                <a:gd name="connsiteX3" fmla="*/ 21426 w 131451"/>
                <a:gd name="connsiteY3" fmla="*/ 196633 h 217762"/>
                <a:gd name="connsiteX4" fmla="*/ 68070 w 131451"/>
                <a:gd name="connsiteY4" fmla="*/ 217847 h 217762"/>
                <a:gd name="connsiteX5" fmla="*/ 131676 w 131451"/>
                <a:gd name="connsiteY5" fmla="*/ 145156 h 217762"/>
                <a:gd name="connsiteX6" fmla="*/ 74734 w 131451"/>
                <a:gd name="connsiteY6" fmla="*/ 79952 h 217762"/>
                <a:gd name="connsiteX7" fmla="*/ 35965 w 131451"/>
                <a:gd name="connsiteY7" fmla="*/ 93991 h 217762"/>
                <a:gd name="connsiteX8" fmla="*/ 125618 w 131451"/>
                <a:gd name="connsiteY8" fmla="*/ 5076 h 217762"/>
                <a:gd name="connsiteX9" fmla="*/ 125013 w 131451"/>
                <a:gd name="connsiteY9" fmla="*/ 85 h 217762"/>
                <a:gd name="connsiteX10" fmla="*/ 63224 w 131451"/>
                <a:gd name="connsiteY10" fmla="*/ 94303 h 217762"/>
                <a:gd name="connsiteX11" fmla="*/ 104416 w 131451"/>
                <a:gd name="connsiteY11" fmla="*/ 155763 h 217762"/>
                <a:gd name="connsiteX12" fmla="*/ 71402 w 131451"/>
                <a:gd name="connsiteY12" fmla="*/ 209112 h 217762"/>
                <a:gd name="connsiteX13" fmla="*/ 28393 w 131451"/>
                <a:gd name="connsiteY13" fmla="*/ 131429 h 217762"/>
                <a:gd name="connsiteX14" fmla="*/ 36873 w 131451"/>
                <a:gd name="connsiteY14" fmla="*/ 102102 h 217762"/>
                <a:gd name="connsiteX15" fmla="*/ 63224 w 131451"/>
                <a:gd name="connsiteY15" fmla="*/ 94303 h 21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51" h="217762">
                  <a:moveTo>
                    <a:pt x="125013" y="85"/>
                  </a:moveTo>
                  <a:cubicBezTo>
                    <a:pt x="90484" y="3204"/>
                    <a:pt x="72917" y="9132"/>
                    <a:pt x="50806" y="25043"/>
                  </a:cubicBezTo>
                  <a:cubicBezTo>
                    <a:pt x="18095" y="49066"/>
                    <a:pt x="225" y="84631"/>
                    <a:pt x="225" y="126437"/>
                  </a:cubicBezTo>
                  <a:cubicBezTo>
                    <a:pt x="225" y="153579"/>
                    <a:pt x="8402" y="181034"/>
                    <a:pt x="21426" y="196633"/>
                  </a:cubicBezTo>
                  <a:cubicBezTo>
                    <a:pt x="32936" y="210360"/>
                    <a:pt x="49292" y="217847"/>
                    <a:pt x="68070" y="217847"/>
                  </a:cubicBezTo>
                  <a:cubicBezTo>
                    <a:pt x="105628" y="217847"/>
                    <a:pt x="131676" y="188209"/>
                    <a:pt x="131676" y="145156"/>
                  </a:cubicBezTo>
                  <a:cubicBezTo>
                    <a:pt x="131676" y="105222"/>
                    <a:pt x="109565" y="79952"/>
                    <a:pt x="74734" y="79952"/>
                  </a:cubicBezTo>
                  <a:cubicBezTo>
                    <a:pt x="61407" y="79952"/>
                    <a:pt x="55046" y="82136"/>
                    <a:pt x="35965" y="93991"/>
                  </a:cubicBezTo>
                  <a:cubicBezTo>
                    <a:pt x="44143" y="46882"/>
                    <a:pt x="78066" y="13188"/>
                    <a:pt x="125618" y="5076"/>
                  </a:cubicBezTo>
                  <a:lnTo>
                    <a:pt x="125013" y="85"/>
                  </a:lnTo>
                  <a:close/>
                  <a:moveTo>
                    <a:pt x="63224" y="94303"/>
                  </a:moveTo>
                  <a:cubicBezTo>
                    <a:pt x="89272" y="94303"/>
                    <a:pt x="104416" y="116765"/>
                    <a:pt x="104416" y="155763"/>
                  </a:cubicBezTo>
                  <a:cubicBezTo>
                    <a:pt x="104416" y="190081"/>
                    <a:pt x="92604" y="209112"/>
                    <a:pt x="71402" y="209112"/>
                  </a:cubicBezTo>
                  <a:cubicBezTo>
                    <a:pt x="44748" y="209112"/>
                    <a:pt x="28393" y="179786"/>
                    <a:pt x="28393" y="131429"/>
                  </a:cubicBezTo>
                  <a:cubicBezTo>
                    <a:pt x="28393" y="115518"/>
                    <a:pt x="30816" y="106782"/>
                    <a:pt x="36873" y="102102"/>
                  </a:cubicBezTo>
                  <a:cubicBezTo>
                    <a:pt x="43234" y="97111"/>
                    <a:pt x="52623" y="94303"/>
                    <a:pt x="63224" y="94303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651819C-7356-6F62-88E0-43ADAECD3315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9549500" y="4995248"/>
              <a:ext cx="129937" cy="209027"/>
            </a:xfrm>
            <a:custGeom>
              <a:avLst/>
              <a:gdLst>
                <a:gd name="connsiteX0" fmla="*/ 130167 w 129937"/>
                <a:gd name="connsiteY0" fmla="*/ 85 h 209027"/>
                <a:gd name="connsiteX1" fmla="*/ 18100 w 129937"/>
                <a:gd name="connsiteY1" fmla="*/ 85 h 209027"/>
                <a:gd name="connsiteX2" fmla="*/ 230 w 129937"/>
                <a:gd name="connsiteY2" fmla="*/ 45946 h 209027"/>
                <a:gd name="connsiteX3" fmla="*/ 5379 w 129937"/>
                <a:gd name="connsiteY3" fmla="*/ 48442 h 209027"/>
                <a:gd name="connsiteX4" fmla="*/ 40513 w 129937"/>
                <a:gd name="connsiteY4" fmla="*/ 23171 h 209027"/>
                <a:gd name="connsiteX5" fmla="*/ 106239 w 129937"/>
                <a:gd name="connsiteY5" fmla="*/ 23171 h 209027"/>
                <a:gd name="connsiteX6" fmla="*/ 46268 w 129937"/>
                <a:gd name="connsiteY6" fmla="*/ 209112 h 209027"/>
                <a:gd name="connsiteX7" fmla="*/ 65955 w 129937"/>
                <a:gd name="connsiteY7" fmla="*/ 209112 h 209027"/>
                <a:gd name="connsiteX8" fmla="*/ 130167 w 129937"/>
                <a:gd name="connsiteY8" fmla="*/ 5076 h 209027"/>
                <a:gd name="connsiteX9" fmla="*/ 130167 w 129937"/>
                <a:gd name="connsiteY9" fmla="*/ 85 h 20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937" h="209027">
                  <a:moveTo>
                    <a:pt x="130167" y="85"/>
                  </a:moveTo>
                  <a:lnTo>
                    <a:pt x="18100" y="85"/>
                  </a:lnTo>
                  <a:lnTo>
                    <a:pt x="230" y="45946"/>
                  </a:lnTo>
                  <a:lnTo>
                    <a:pt x="5379" y="48442"/>
                  </a:lnTo>
                  <a:cubicBezTo>
                    <a:pt x="18403" y="27227"/>
                    <a:pt x="23854" y="23171"/>
                    <a:pt x="40513" y="23171"/>
                  </a:cubicBezTo>
                  <a:lnTo>
                    <a:pt x="106239" y="23171"/>
                  </a:lnTo>
                  <a:lnTo>
                    <a:pt x="46268" y="209112"/>
                  </a:lnTo>
                  <a:lnTo>
                    <a:pt x="65955" y="209112"/>
                  </a:lnTo>
                  <a:lnTo>
                    <a:pt x="130167" y="5076"/>
                  </a:lnTo>
                  <a:lnTo>
                    <a:pt x="130167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218A3EC-E6C7-44CE-678D-5977582B484C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9779972" y="5087282"/>
              <a:ext cx="201417" cy="73003"/>
            </a:xfrm>
            <a:custGeom>
              <a:avLst/>
              <a:gdLst>
                <a:gd name="connsiteX0" fmla="*/ 191356 w 201417"/>
                <a:gd name="connsiteY0" fmla="*/ 12564 h 73003"/>
                <a:gd name="connsiteX1" fmla="*/ 201654 w 201417"/>
                <a:gd name="connsiteY1" fmla="*/ 6324 h 73003"/>
                <a:gd name="connsiteX2" fmla="*/ 191659 w 201417"/>
                <a:gd name="connsiteY2" fmla="*/ 85 h 73003"/>
                <a:gd name="connsiteX3" fmla="*/ 10232 w 201417"/>
                <a:gd name="connsiteY3" fmla="*/ 85 h 73003"/>
                <a:gd name="connsiteX4" fmla="*/ 237 w 201417"/>
                <a:gd name="connsiteY4" fmla="*/ 6324 h 73003"/>
                <a:gd name="connsiteX5" fmla="*/ 10535 w 201417"/>
                <a:gd name="connsiteY5" fmla="*/ 12564 h 73003"/>
                <a:gd name="connsiteX6" fmla="*/ 191356 w 201417"/>
                <a:gd name="connsiteY6" fmla="*/ 12564 h 73003"/>
                <a:gd name="connsiteX7" fmla="*/ 191659 w 201417"/>
                <a:gd name="connsiteY7" fmla="*/ 73088 h 73003"/>
                <a:gd name="connsiteX8" fmla="*/ 201654 w 201417"/>
                <a:gd name="connsiteY8" fmla="*/ 66849 h 73003"/>
                <a:gd name="connsiteX9" fmla="*/ 191356 w 201417"/>
                <a:gd name="connsiteY9" fmla="*/ 60609 h 73003"/>
                <a:gd name="connsiteX10" fmla="*/ 10535 w 201417"/>
                <a:gd name="connsiteY10" fmla="*/ 60609 h 73003"/>
                <a:gd name="connsiteX11" fmla="*/ 237 w 201417"/>
                <a:gd name="connsiteY11" fmla="*/ 66849 h 73003"/>
                <a:gd name="connsiteX12" fmla="*/ 10232 w 201417"/>
                <a:gd name="connsiteY12" fmla="*/ 73088 h 73003"/>
                <a:gd name="connsiteX13" fmla="*/ 191659 w 201417"/>
                <a:gd name="connsiteY13" fmla="*/ 73088 h 7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17" h="73003">
                  <a:moveTo>
                    <a:pt x="191356" y="12564"/>
                  </a:moveTo>
                  <a:cubicBezTo>
                    <a:pt x="195899" y="12564"/>
                    <a:pt x="201654" y="12564"/>
                    <a:pt x="201654" y="6324"/>
                  </a:cubicBezTo>
                  <a:cubicBezTo>
                    <a:pt x="201654" y="85"/>
                    <a:pt x="195899" y="85"/>
                    <a:pt x="191659" y="85"/>
                  </a:cubicBezTo>
                  <a:lnTo>
                    <a:pt x="10232" y="85"/>
                  </a:lnTo>
                  <a:cubicBezTo>
                    <a:pt x="5991" y="85"/>
                    <a:pt x="237" y="85"/>
                    <a:pt x="237" y="6324"/>
                  </a:cubicBezTo>
                  <a:cubicBezTo>
                    <a:pt x="237" y="12564"/>
                    <a:pt x="5991" y="12564"/>
                    <a:pt x="10535" y="12564"/>
                  </a:cubicBezTo>
                  <a:lnTo>
                    <a:pt x="191356" y="12564"/>
                  </a:lnTo>
                  <a:close/>
                  <a:moveTo>
                    <a:pt x="191659" y="73088"/>
                  </a:moveTo>
                  <a:cubicBezTo>
                    <a:pt x="195899" y="73088"/>
                    <a:pt x="201654" y="73088"/>
                    <a:pt x="201654" y="66849"/>
                  </a:cubicBezTo>
                  <a:cubicBezTo>
                    <a:pt x="201654" y="60609"/>
                    <a:pt x="195899" y="60609"/>
                    <a:pt x="191356" y="60609"/>
                  </a:cubicBezTo>
                  <a:lnTo>
                    <a:pt x="10535" y="60609"/>
                  </a:lnTo>
                  <a:cubicBezTo>
                    <a:pt x="5991" y="60609"/>
                    <a:pt x="237" y="60609"/>
                    <a:pt x="237" y="66849"/>
                  </a:cubicBezTo>
                  <a:cubicBezTo>
                    <a:pt x="237" y="73088"/>
                    <a:pt x="5991" y="73088"/>
                    <a:pt x="10232" y="73088"/>
                  </a:cubicBezTo>
                  <a:lnTo>
                    <a:pt x="191659" y="73088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66AB2C-0BF9-42E1-42AE-423D17E1AC3E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074058" y="4990880"/>
              <a:ext cx="136903" cy="215266"/>
            </a:xfrm>
            <a:custGeom>
              <a:avLst/>
              <a:gdLst>
                <a:gd name="connsiteX0" fmla="*/ 69910 w 136903"/>
                <a:gd name="connsiteY0" fmla="*/ 85 h 215266"/>
                <a:gd name="connsiteX1" fmla="*/ 29323 w 136903"/>
                <a:gd name="connsiteY1" fmla="*/ 16308 h 215266"/>
                <a:gd name="connsiteX2" fmla="*/ 247 w 136903"/>
                <a:gd name="connsiteY2" fmla="*/ 106158 h 215266"/>
                <a:gd name="connsiteX3" fmla="*/ 24477 w 136903"/>
                <a:gd name="connsiteY3" fmla="*/ 194137 h 215266"/>
                <a:gd name="connsiteX4" fmla="*/ 68698 w 136903"/>
                <a:gd name="connsiteY4" fmla="*/ 215351 h 215266"/>
                <a:gd name="connsiteX5" fmla="*/ 108073 w 136903"/>
                <a:gd name="connsiteY5" fmla="*/ 199128 h 215266"/>
                <a:gd name="connsiteX6" fmla="*/ 137150 w 136903"/>
                <a:gd name="connsiteY6" fmla="*/ 108030 h 215266"/>
                <a:gd name="connsiteX7" fmla="*/ 69910 w 136903"/>
                <a:gd name="connsiteY7" fmla="*/ 85 h 215266"/>
                <a:gd name="connsiteX8" fmla="*/ 69001 w 136903"/>
                <a:gd name="connsiteY8" fmla="*/ 8196 h 215266"/>
                <a:gd name="connsiteX9" fmla="*/ 108073 w 136903"/>
                <a:gd name="connsiteY9" fmla="*/ 108654 h 215266"/>
                <a:gd name="connsiteX10" fmla="*/ 68698 w 136903"/>
                <a:gd name="connsiteY10" fmla="*/ 207240 h 215266"/>
                <a:gd name="connsiteX11" fmla="*/ 29323 w 136903"/>
                <a:gd name="connsiteY11" fmla="*/ 108966 h 215266"/>
                <a:gd name="connsiteX12" fmla="*/ 69001 w 136903"/>
                <a:gd name="connsiteY12" fmla="*/ 8196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903" h="215266">
                  <a:moveTo>
                    <a:pt x="69910" y="85"/>
                  </a:moveTo>
                  <a:cubicBezTo>
                    <a:pt x="53251" y="85"/>
                    <a:pt x="40530" y="5388"/>
                    <a:pt x="29323" y="16308"/>
                  </a:cubicBezTo>
                  <a:cubicBezTo>
                    <a:pt x="11756" y="33779"/>
                    <a:pt x="247" y="69656"/>
                    <a:pt x="247" y="106158"/>
                  </a:cubicBezTo>
                  <a:cubicBezTo>
                    <a:pt x="247" y="140164"/>
                    <a:pt x="10242" y="176666"/>
                    <a:pt x="24477" y="194137"/>
                  </a:cubicBezTo>
                  <a:cubicBezTo>
                    <a:pt x="35684" y="207864"/>
                    <a:pt x="51131" y="215351"/>
                    <a:pt x="68698" y="215351"/>
                  </a:cubicBezTo>
                  <a:cubicBezTo>
                    <a:pt x="84145" y="215351"/>
                    <a:pt x="97169" y="210048"/>
                    <a:pt x="108073" y="199128"/>
                  </a:cubicBezTo>
                  <a:cubicBezTo>
                    <a:pt x="125640" y="181969"/>
                    <a:pt x="137150" y="145780"/>
                    <a:pt x="137150" y="108030"/>
                  </a:cubicBezTo>
                  <a:cubicBezTo>
                    <a:pt x="137150" y="44074"/>
                    <a:pt x="109588" y="85"/>
                    <a:pt x="69910" y="85"/>
                  </a:cubicBezTo>
                  <a:close/>
                  <a:moveTo>
                    <a:pt x="69001" y="8196"/>
                  </a:moveTo>
                  <a:cubicBezTo>
                    <a:pt x="94443" y="8196"/>
                    <a:pt x="108073" y="43450"/>
                    <a:pt x="108073" y="108654"/>
                  </a:cubicBezTo>
                  <a:cubicBezTo>
                    <a:pt x="108073" y="173858"/>
                    <a:pt x="94746" y="207240"/>
                    <a:pt x="68698" y="207240"/>
                  </a:cubicBezTo>
                  <a:cubicBezTo>
                    <a:pt x="42650" y="207240"/>
                    <a:pt x="29323" y="173858"/>
                    <a:pt x="29323" y="108966"/>
                  </a:cubicBezTo>
                  <a:cubicBezTo>
                    <a:pt x="29323" y="42826"/>
                    <a:pt x="42953" y="8196"/>
                    <a:pt x="69001" y="8196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18E1069B-88C4-BEE3-D823-003EB240496C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0244846" y="5168709"/>
              <a:ext cx="32105" cy="33069"/>
            </a:xfrm>
            <a:custGeom>
              <a:avLst/>
              <a:gdLst>
                <a:gd name="connsiteX0" fmla="*/ 32358 w 32105"/>
                <a:gd name="connsiteY0" fmla="*/ 16619 h 33069"/>
                <a:gd name="connsiteX1" fmla="*/ 16305 w 32105"/>
                <a:gd name="connsiteY1" fmla="*/ 85 h 33069"/>
                <a:gd name="connsiteX2" fmla="*/ 252 w 32105"/>
                <a:gd name="connsiteY2" fmla="*/ 16619 h 33069"/>
                <a:gd name="connsiteX3" fmla="*/ 16305 w 32105"/>
                <a:gd name="connsiteY3" fmla="*/ 33154 h 33069"/>
                <a:gd name="connsiteX4" fmla="*/ 32358 w 32105"/>
                <a:gd name="connsiteY4" fmla="*/ 16619 h 3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5" h="33069">
                  <a:moveTo>
                    <a:pt x="32358" y="16619"/>
                  </a:moveTo>
                  <a:cubicBezTo>
                    <a:pt x="32358" y="7572"/>
                    <a:pt x="25088" y="85"/>
                    <a:pt x="16305" y="85"/>
                  </a:cubicBezTo>
                  <a:cubicBezTo>
                    <a:pt x="7521" y="85"/>
                    <a:pt x="252" y="7572"/>
                    <a:pt x="252" y="16619"/>
                  </a:cubicBezTo>
                  <a:cubicBezTo>
                    <a:pt x="252" y="25667"/>
                    <a:pt x="7521" y="33154"/>
                    <a:pt x="16305" y="33154"/>
                  </a:cubicBezTo>
                  <a:cubicBezTo>
                    <a:pt x="25088" y="33154"/>
                    <a:pt x="32358" y="25667"/>
                    <a:pt x="32358" y="16619"/>
                  </a:cubicBezTo>
                  <a:close/>
                </a:path>
              </a:pathLst>
            </a:custGeom>
            <a:solidFill>
              <a:srgbClr val="FFFFFF"/>
            </a:solidFill>
            <a:ln w="4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D0381C1-1EE2-3981-F67F-FD017BE78145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0310278" y="4990880"/>
              <a:ext cx="136903" cy="215266"/>
            </a:xfrm>
            <a:custGeom>
              <a:avLst/>
              <a:gdLst>
                <a:gd name="connsiteX0" fmla="*/ 69918 w 136903"/>
                <a:gd name="connsiteY0" fmla="*/ 85 h 215266"/>
                <a:gd name="connsiteX1" fmla="*/ 29331 w 136903"/>
                <a:gd name="connsiteY1" fmla="*/ 16308 h 215266"/>
                <a:gd name="connsiteX2" fmla="*/ 254 w 136903"/>
                <a:gd name="connsiteY2" fmla="*/ 106158 h 215266"/>
                <a:gd name="connsiteX3" fmla="*/ 24485 w 136903"/>
                <a:gd name="connsiteY3" fmla="*/ 194137 h 215266"/>
                <a:gd name="connsiteX4" fmla="*/ 68706 w 136903"/>
                <a:gd name="connsiteY4" fmla="*/ 215351 h 215266"/>
                <a:gd name="connsiteX5" fmla="*/ 108081 w 136903"/>
                <a:gd name="connsiteY5" fmla="*/ 199128 h 215266"/>
                <a:gd name="connsiteX6" fmla="*/ 137158 w 136903"/>
                <a:gd name="connsiteY6" fmla="*/ 108030 h 215266"/>
                <a:gd name="connsiteX7" fmla="*/ 69918 w 136903"/>
                <a:gd name="connsiteY7" fmla="*/ 85 h 215266"/>
                <a:gd name="connsiteX8" fmla="*/ 69009 w 136903"/>
                <a:gd name="connsiteY8" fmla="*/ 8196 h 215266"/>
                <a:gd name="connsiteX9" fmla="*/ 108081 w 136903"/>
                <a:gd name="connsiteY9" fmla="*/ 108654 h 215266"/>
                <a:gd name="connsiteX10" fmla="*/ 68706 w 136903"/>
                <a:gd name="connsiteY10" fmla="*/ 207240 h 215266"/>
                <a:gd name="connsiteX11" fmla="*/ 29331 w 136903"/>
                <a:gd name="connsiteY11" fmla="*/ 108966 h 215266"/>
                <a:gd name="connsiteX12" fmla="*/ 69009 w 136903"/>
                <a:gd name="connsiteY12" fmla="*/ 8196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903" h="215266">
                  <a:moveTo>
                    <a:pt x="69918" y="85"/>
                  </a:moveTo>
                  <a:cubicBezTo>
                    <a:pt x="53259" y="85"/>
                    <a:pt x="40538" y="5388"/>
                    <a:pt x="29331" y="16308"/>
                  </a:cubicBezTo>
                  <a:cubicBezTo>
                    <a:pt x="11764" y="33779"/>
                    <a:pt x="254" y="69656"/>
                    <a:pt x="254" y="106158"/>
                  </a:cubicBezTo>
                  <a:cubicBezTo>
                    <a:pt x="254" y="140164"/>
                    <a:pt x="10250" y="176666"/>
                    <a:pt x="24485" y="194137"/>
                  </a:cubicBezTo>
                  <a:cubicBezTo>
                    <a:pt x="35692" y="207864"/>
                    <a:pt x="51139" y="215351"/>
                    <a:pt x="68706" y="215351"/>
                  </a:cubicBezTo>
                  <a:cubicBezTo>
                    <a:pt x="84153" y="215351"/>
                    <a:pt x="97177" y="210048"/>
                    <a:pt x="108081" y="199128"/>
                  </a:cubicBezTo>
                  <a:cubicBezTo>
                    <a:pt x="125648" y="181969"/>
                    <a:pt x="137158" y="145780"/>
                    <a:pt x="137158" y="108030"/>
                  </a:cubicBezTo>
                  <a:cubicBezTo>
                    <a:pt x="137158" y="44074"/>
                    <a:pt x="109595" y="85"/>
                    <a:pt x="69918" y="85"/>
                  </a:cubicBezTo>
                  <a:close/>
                  <a:moveTo>
                    <a:pt x="69009" y="8196"/>
                  </a:moveTo>
                  <a:cubicBezTo>
                    <a:pt x="94451" y="8196"/>
                    <a:pt x="108081" y="43450"/>
                    <a:pt x="108081" y="108654"/>
                  </a:cubicBezTo>
                  <a:cubicBezTo>
                    <a:pt x="108081" y="173858"/>
                    <a:pt x="94754" y="207240"/>
                    <a:pt x="68706" y="207240"/>
                  </a:cubicBezTo>
                  <a:cubicBezTo>
                    <a:pt x="42658" y="207240"/>
                    <a:pt x="29331" y="173858"/>
                    <a:pt x="29331" y="108966"/>
                  </a:cubicBezTo>
                  <a:cubicBezTo>
                    <a:pt x="29331" y="42826"/>
                    <a:pt x="42961" y="8196"/>
                    <a:pt x="69009" y="8196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EE7FD9A-FD31-3310-7325-878480C1EC79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0488638" y="4990880"/>
              <a:ext cx="85716" cy="210899"/>
            </a:xfrm>
            <a:custGeom>
              <a:avLst/>
              <a:gdLst>
                <a:gd name="connsiteX0" fmla="*/ 54778 w 85716"/>
                <a:gd name="connsiteY0" fmla="*/ 85 h 210899"/>
                <a:gd name="connsiteX1" fmla="*/ 259 w 85716"/>
                <a:gd name="connsiteY1" fmla="*/ 28475 h 210899"/>
                <a:gd name="connsiteX2" fmla="*/ 259 w 85716"/>
                <a:gd name="connsiteY2" fmla="*/ 32843 h 210899"/>
                <a:gd name="connsiteX3" fmla="*/ 8437 w 85716"/>
                <a:gd name="connsiteY3" fmla="*/ 29411 h 210899"/>
                <a:gd name="connsiteX4" fmla="*/ 22067 w 85716"/>
                <a:gd name="connsiteY4" fmla="*/ 25979 h 210899"/>
                <a:gd name="connsiteX5" fmla="*/ 31153 w 85716"/>
                <a:gd name="connsiteY5" fmla="*/ 40642 h 210899"/>
                <a:gd name="connsiteX6" fmla="*/ 31153 w 85716"/>
                <a:gd name="connsiteY6" fmla="*/ 181969 h 210899"/>
                <a:gd name="connsiteX7" fmla="*/ 23884 w 85716"/>
                <a:gd name="connsiteY7" fmla="*/ 202248 h 210899"/>
                <a:gd name="connsiteX8" fmla="*/ 2380 w 85716"/>
                <a:gd name="connsiteY8" fmla="*/ 206304 h 210899"/>
                <a:gd name="connsiteX9" fmla="*/ 2380 w 85716"/>
                <a:gd name="connsiteY9" fmla="*/ 210984 h 210899"/>
                <a:gd name="connsiteX10" fmla="*/ 85975 w 85716"/>
                <a:gd name="connsiteY10" fmla="*/ 210984 h 210899"/>
                <a:gd name="connsiteX11" fmla="*/ 85975 w 85716"/>
                <a:gd name="connsiteY11" fmla="*/ 206304 h 210899"/>
                <a:gd name="connsiteX12" fmla="*/ 57201 w 85716"/>
                <a:gd name="connsiteY12" fmla="*/ 187897 h 210899"/>
                <a:gd name="connsiteX13" fmla="*/ 57201 w 85716"/>
                <a:gd name="connsiteY13" fmla="*/ 709 h 210899"/>
                <a:gd name="connsiteX14" fmla="*/ 54778 w 85716"/>
                <a:gd name="connsiteY14" fmla="*/ 85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16" h="210899">
                  <a:moveTo>
                    <a:pt x="54778" y="85"/>
                  </a:moveTo>
                  <a:lnTo>
                    <a:pt x="259" y="28475"/>
                  </a:lnTo>
                  <a:lnTo>
                    <a:pt x="259" y="32843"/>
                  </a:lnTo>
                  <a:cubicBezTo>
                    <a:pt x="3894" y="31283"/>
                    <a:pt x="7226" y="30035"/>
                    <a:pt x="8437" y="29411"/>
                  </a:cubicBezTo>
                  <a:cubicBezTo>
                    <a:pt x="13889" y="27227"/>
                    <a:pt x="19038" y="25979"/>
                    <a:pt x="22067" y="25979"/>
                  </a:cubicBezTo>
                  <a:cubicBezTo>
                    <a:pt x="28428" y="25979"/>
                    <a:pt x="31153" y="30659"/>
                    <a:pt x="31153" y="40642"/>
                  </a:cubicBezTo>
                  <a:lnTo>
                    <a:pt x="31153" y="181969"/>
                  </a:lnTo>
                  <a:cubicBezTo>
                    <a:pt x="31153" y="192265"/>
                    <a:pt x="28730" y="199440"/>
                    <a:pt x="23884" y="202248"/>
                  </a:cubicBezTo>
                  <a:cubicBezTo>
                    <a:pt x="19341" y="205056"/>
                    <a:pt x="15101" y="205992"/>
                    <a:pt x="2380" y="206304"/>
                  </a:cubicBezTo>
                  <a:lnTo>
                    <a:pt x="2380" y="210984"/>
                  </a:lnTo>
                  <a:lnTo>
                    <a:pt x="85975" y="210984"/>
                  </a:lnTo>
                  <a:lnTo>
                    <a:pt x="85975" y="206304"/>
                  </a:lnTo>
                  <a:cubicBezTo>
                    <a:pt x="62048" y="205992"/>
                    <a:pt x="57201" y="202872"/>
                    <a:pt x="57201" y="187897"/>
                  </a:cubicBezTo>
                  <a:lnTo>
                    <a:pt x="57201" y="709"/>
                  </a:lnTo>
                  <a:lnTo>
                    <a:pt x="54778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01F7660-B0F1-12FC-B8A1-A253D286E56B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0613085" y="4995248"/>
              <a:ext cx="129937" cy="209027"/>
            </a:xfrm>
            <a:custGeom>
              <a:avLst/>
              <a:gdLst>
                <a:gd name="connsiteX0" fmla="*/ 130201 w 129937"/>
                <a:gd name="connsiteY0" fmla="*/ 85 h 209027"/>
                <a:gd name="connsiteX1" fmla="*/ 18134 w 129937"/>
                <a:gd name="connsiteY1" fmla="*/ 85 h 209027"/>
                <a:gd name="connsiteX2" fmla="*/ 264 w 129937"/>
                <a:gd name="connsiteY2" fmla="*/ 45946 h 209027"/>
                <a:gd name="connsiteX3" fmla="*/ 5413 w 129937"/>
                <a:gd name="connsiteY3" fmla="*/ 48442 h 209027"/>
                <a:gd name="connsiteX4" fmla="*/ 40548 w 129937"/>
                <a:gd name="connsiteY4" fmla="*/ 23171 h 209027"/>
                <a:gd name="connsiteX5" fmla="*/ 106274 w 129937"/>
                <a:gd name="connsiteY5" fmla="*/ 23171 h 209027"/>
                <a:gd name="connsiteX6" fmla="*/ 46303 w 129937"/>
                <a:gd name="connsiteY6" fmla="*/ 209112 h 209027"/>
                <a:gd name="connsiteX7" fmla="*/ 65990 w 129937"/>
                <a:gd name="connsiteY7" fmla="*/ 209112 h 209027"/>
                <a:gd name="connsiteX8" fmla="*/ 130201 w 129937"/>
                <a:gd name="connsiteY8" fmla="*/ 5076 h 209027"/>
                <a:gd name="connsiteX9" fmla="*/ 130201 w 129937"/>
                <a:gd name="connsiteY9" fmla="*/ 85 h 20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937" h="209027">
                  <a:moveTo>
                    <a:pt x="130201" y="85"/>
                  </a:moveTo>
                  <a:lnTo>
                    <a:pt x="18134" y="85"/>
                  </a:lnTo>
                  <a:lnTo>
                    <a:pt x="264" y="45946"/>
                  </a:lnTo>
                  <a:lnTo>
                    <a:pt x="5413" y="48442"/>
                  </a:lnTo>
                  <a:cubicBezTo>
                    <a:pt x="18437" y="27227"/>
                    <a:pt x="23889" y="23171"/>
                    <a:pt x="40548" y="23171"/>
                  </a:cubicBezTo>
                  <a:lnTo>
                    <a:pt x="106274" y="23171"/>
                  </a:lnTo>
                  <a:lnTo>
                    <a:pt x="46303" y="209112"/>
                  </a:lnTo>
                  <a:lnTo>
                    <a:pt x="65990" y="209112"/>
                  </a:lnTo>
                  <a:lnTo>
                    <a:pt x="130201" y="5076"/>
                  </a:lnTo>
                  <a:lnTo>
                    <a:pt x="130201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F71BF46-EB23-ADD6-16D5-FBC0FE7F4FDC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0766307" y="4990880"/>
              <a:ext cx="136903" cy="215266"/>
            </a:xfrm>
            <a:custGeom>
              <a:avLst/>
              <a:gdLst>
                <a:gd name="connsiteX0" fmla="*/ 69933 w 136903"/>
                <a:gd name="connsiteY0" fmla="*/ 85 h 215266"/>
                <a:gd name="connsiteX1" fmla="*/ 29346 w 136903"/>
                <a:gd name="connsiteY1" fmla="*/ 16308 h 215266"/>
                <a:gd name="connsiteX2" fmla="*/ 269 w 136903"/>
                <a:gd name="connsiteY2" fmla="*/ 106158 h 215266"/>
                <a:gd name="connsiteX3" fmla="*/ 24500 w 136903"/>
                <a:gd name="connsiteY3" fmla="*/ 194137 h 215266"/>
                <a:gd name="connsiteX4" fmla="*/ 68721 w 136903"/>
                <a:gd name="connsiteY4" fmla="*/ 215351 h 215266"/>
                <a:gd name="connsiteX5" fmla="*/ 108096 w 136903"/>
                <a:gd name="connsiteY5" fmla="*/ 199128 h 215266"/>
                <a:gd name="connsiteX6" fmla="*/ 137173 w 136903"/>
                <a:gd name="connsiteY6" fmla="*/ 108030 h 215266"/>
                <a:gd name="connsiteX7" fmla="*/ 69933 w 136903"/>
                <a:gd name="connsiteY7" fmla="*/ 85 h 215266"/>
                <a:gd name="connsiteX8" fmla="*/ 69024 w 136903"/>
                <a:gd name="connsiteY8" fmla="*/ 8196 h 215266"/>
                <a:gd name="connsiteX9" fmla="*/ 108096 w 136903"/>
                <a:gd name="connsiteY9" fmla="*/ 108654 h 215266"/>
                <a:gd name="connsiteX10" fmla="*/ 68721 w 136903"/>
                <a:gd name="connsiteY10" fmla="*/ 207240 h 215266"/>
                <a:gd name="connsiteX11" fmla="*/ 29346 w 136903"/>
                <a:gd name="connsiteY11" fmla="*/ 108966 h 215266"/>
                <a:gd name="connsiteX12" fmla="*/ 69024 w 136903"/>
                <a:gd name="connsiteY12" fmla="*/ 8196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903" h="215266">
                  <a:moveTo>
                    <a:pt x="69933" y="85"/>
                  </a:moveTo>
                  <a:cubicBezTo>
                    <a:pt x="53274" y="85"/>
                    <a:pt x="40553" y="5388"/>
                    <a:pt x="29346" y="16308"/>
                  </a:cubicBezTo>
                  <a:cubicBezTo>
                    <a:pt x="11779" y="33779"/>
                    <a:pt x="269" y="69656"/>
                    <a:pt x="269" y="106158"/>
                  </a:cubicBezTo>
                  <a:cubicBezTo>
                    <a:pt x="269" y="140164"/>
                    <a:pt x="10264" y="176666"/>
                    <a:pt x="24500" y="194137"/>
                  </a:cubicBezTo>
                  <a:cubicBezTo>
                    <a:pt x="35707" y="207864"/>
                    <a:pt x="51154" y="215351"/>
                    <a:pt x="68721" y="215351"/>
                  </a:cubicBezTo>
                  <a:cubicBezTo>
                    <a:pt x="84168" y="215351"/>
                    <a:pt x="97192" y="210048"/>
                    <a:pt x="108096" y="199128"/>
                  </a:cubicBezTo>
                  <a:cubicBezTo>
                    <a:pt x="125663" y="181969"/>
                    <a:pt x="137173" y="145780"/>
                    <a:pt x="137173" y="108030"/>
                  </a:cubicBezTo>
                  <a:cubicBezTo>
                    <a:pt x="137173" y="44074"/>
                    <a:pt x="109610" y="85"/>
                    <a:pt x="69933" y="85"/>
                  </a:cubicBezTo>
                  <a:close/>
                  <a:moveTo>
                    <a:pt x="69024" y="8196"/>
                  </a:moveTo>
                  <a:cubicBezTo>
                    <a:pt x="94466" y="8196"/>
                    <a:pt x="108096" y="43450"/>
                    <a:pt x="108096" y="108654"/>
                  </a:cubicBezTo>
                  <a:cubicBezTo>
                    <a:pt x="108096" y="173858"/>
                    <a:pt x="94769" y="207240"/>
                    <a:pt x="68721" y="207240"/>
                  </a:cubicBezTo>
                  <a:cubicBezTo>
                    <a:pt x="42673" y="207240"/>
                    <a:pt x="29346" y="173858"/>
                    <a:pt x="29346" y="108966"/>
                  </a:cubicBezTo>
                  <a:cubicBezTo>
                    <a:pt x="29346" y="42826"/>
                    <a:pt x="42976" y="8196"/>
                    <a:pt x="69024" y="8196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DA35EC9-0E7D-1EB9-D533-5829A3AFA7D1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0921345" y="4988384"/>
              <a:ext cx="131451" cy="217762"/>
            </a:xfrm>
            <a:custGeom>
              <a:avLst/>
              <a:gdLst>
                <a:gd name="connsiteX0" fmla="*/ 125062 w 131451"/>
                <a:gd name="connsiteY0" fmla="*/ 85 h 217762"/>
                <a:gd name="connsiteX1" fmla="*/ 50856 w 131451"/>
                <a:gd name="connsiteY1" fmla="*/ 25043 h 217762"/>
                <a:gd name="connsiteX2" fmla="*/ 274 w 131451"/>
                <a:gd name="connsiteY2" fmla="*/ 126437 h 217762"/>
                <a:gd name="connsiteX3" fmla="*/ 21476 w 131451"/>
                <a:gd name="connsiteY3" fmla="*/ 196633 h 217762"/>
                <a:gd name="connsiteX4" fmla="*/ 68120 w 131451"/>
                <a:gd name="connsiteY4" fmla="*/ 217847 h 217762"/>
                <a:gd name="connsiteX5" fmla="*/ 131726 w 131451"/>
                <a:gd name="connsiteY5" fmla="*/ 145156 h 217762"/>
                <a:gd name="connsiteX6" fmla="*/ 74784 w 131451"/>
                <a:gd name="connsiteY6" fmla="*/ 79952 h 217762"/>
                <a:gd name="connsiteX7" fmla="*/ 36015 w 131451"/>
                <a:gd name="connsiteY7" fmla="*/ 93991 h 217762"/>
                <a:gd name="connsiteX8" fmla="*/ 125668 w 131451"/>
                <a:gd name="connsiteY8" fmla="*/ 5076 h 217762"/>
                <a:gd name="connsiteX9" fmla="*/ 125062 w 131451"/>
                <a:gd name="connsiteY9" fmla="*/ 85 h 217762"/>
                <a:gd name="connsiteX10" fmla="*/ 63274 w 131451"/>
                <a:gd name="connsiteY10" fmla="*/ 94303 h 217762"/>
                <a:gd name="connsiteX11" fmla="*/ 104466 w 131451"/>
                <a:gd name="connsiteY11" fmla="*/ 155763 h 217762"/>
                <a:gd name="connsiteX12" fmla="*/ 71452 w 131451"/>
                <a:gd name="connsiteY12" fmla="*/ 209112 h 217762"/>
                <a:gd name="connsiteX13" fmla="*/ 28442 w 131451"/>
                <a:gd name="connsiteY13" fmla="*/ 131429 h 217762"/>
                <a:gd name="connsiteX14" fmla="*/ 36923 w 131451"/>
                <a:gd name="connsiteY14" fmla="*/ 102102 h 217762"/>
                <a:gd name="connsiteX15" fmla="*/ 63274 w 131451"/>
                <a:gd name="connsiteY15" fmla="*/ 94303 h 217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451" h="217762">
                  <a:moveTo>
                    <a:pt x="125062" y="85"/>
                  </a:moveTo>
                  <a:cubicBezTo>
                    <a:pt x="90534" y="3204"/>
                    <a:pt x="72966" y="9132"/>
                    <a:pt x="50856" y="25043"/>
                  </a:cubicBezTo>
                  <a:cubicBezTo>
                    <a:pt x="18144" y="49066"/>
                    <a:pt x="274" y="84631"/>
                    <a:pt x="274" y="126437"/>
                  </a:cubicBezTo>
                  <a:cubicBezTo>
                    <a:pt x="274" y="153579"/>
                    <a:pt x="8452" y="181034"/>
                    <a:pt x="21476" y="196633"/>
                  </a:cubicBezTo>
                  <a:cubicBezTo>
                    <a:pt x="32986" y="210360"/>
                    <a:pt x="49341" y="217847"/>
                    <a:pt x="68120" y="217847"/>
                  </a:cubicBezTo>
                  <a:cubicBezTo>
                    <a:pt x="105678" y="217847"/>
                    <a:pt x="131726" y="188209"/>
                    <a:pt x="131726" y="145156"/>
                  </a:cubicBezTo>
                  <a:cubicBezTo>
                    <a:pt x="131726" y="105222"/>
                    <a:pt x="109615" y="79952"/>
                    <a:pt x="74784" y="79952"/>
                  </a:cubicBezTo>
                  <a:cubicBezTo>
                    <a:pt x="61457" y="79952"/>
                    <a:pt x="55096" y="82136"/>
                    <a:pt x="36015" y="93991"/>
                  </a:cubicBezTo>
                  <a:cubicBezTo>
                    <a:pt x="44192" y="46882"/>
                    <a:pt x="78115" y="13188"/>
                    <a:pt x="125668" y="5076"/>
                  </a:cubicBezTo>
                  <a:lnTo>
                    <a:pt x="125062" y="85"/>
                  </a:lnTo>
                  <a:close/>
                  <a:moveTo>
                    <a:pt x="63274" y="94303"/>
                  </a:moveTo>
                  <a:cubicBezTo>
                    <a:pt x="89322" y="94303"/>
                    <a:pt x="104466" y="116765"/>
                    <a:pt x="104466" y="155763"/>
                  </a:cubicBezTo>
                  <a:cubicBezTo>
                    <a:pt x="104466" y="190081"/>
                    <a:pt x="92654" y="209112"/>
                    <a:pt x="71452" y="209112"/>
                  </a:cubicBezTo>
                  <a:cubicBezTo>
                    <a:pt x="44798" y="209112"/>
                    <a:pt x="28442" y="179786"/>
                    <a:pt x="28442" y="131429"/>
                  </a:cubicBezTo>
                  <a:cubicBezTo>
                    <a:pt x="28442" y="115518"/>
                    <a:pt x="30866" y="106782"/>
                    <a:pt x="36923" y="102102"/>
                  </a:cubicBezTo>
                  <a:cubicBezTo>
                    <a:pt x="43284" y="97111"/>
                    <a:pt x="52673" y="94303"/>
                    <a:pt x="63274" y="94303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8F7AAD09-E24A-2F41-5793-98F9CE9FD90A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1069114" y="4995248"/>
              <a:ext cx="129937" cy="209027"/>
            </a:xfrm>
            <a:custGeom>
              <a:avLst/>
              <a:gdLst>
                <a:gd name="connsiteX0" fmla="*/ 130216 w 129937"/>
                <a:gd name="connsiteY0" fmla="*/ 85 h 209027"/>
                <a:gd name="connsiteX1" fmla="*/ 18149 w 129937"/>
                <a:gd name="connsiteY1" fmla="*/ 85 h 209027"/>
                <a:gd name="connsiteX2" fmla="*/ 279 w 129937"/>
                <a:gd name="connsiteY2" fmla="*/ 45946 h 209027"/>
                <a:gd name="connsiteX3" fmla="*/ 5428 w 129937"/>
                <a:gd name="connsiteY3" fmla="*/ 48442 h 209027"/>
                <a:gd name="connsiteX4" fmla="*/ 40563 w 129937"/>
                <a:gd name="connsiteY4" fmla="*/ 23171 h 209027"/>
                <a:gd name="connsiteX5" fmla="*/ 106289 w 129937"/>
                <a:gd name="connsiteY5" fmla="*/ 23171 h 209027"/>
                <a:gd name="connsiteX6" fmla="*/ 46318 w 129937"/>
                <a:gd name="connsiteY6" fmla="*/ 209112 h 209027"/>
                <a:gd name="connsiteX7" fmla="*/ 66005 w 129937"/>
                <a:gd name="connsiteY7" fmla="*/ 209112 h 209027"/>
                <a:gd name="connsiteX8" fmla="*/ 130216 w 129937"/>
                <a:gd name="connsiteY8" fmla="*/ 5076 h 209027"/>
                <a:gd name="connsiteX9" fmla="*/ 130216 w 129937"/>
                <a:gd name="connsiteY9" fmla="*/ 85 h 20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937" h="209027">
                  <a:moveTo>
                    <a:pt x="130216" y="85"/>
                  </a:moveTo>
                  <a:lnTo>
                    <a:pt x="18149" y="85"/>
                  </a:lnTo>
                  <a:lnTo>
                    <a:pt x="279" y="45946"/>
                  </a:lnTo>
                  <a:lnTo>
                    <a:pt x="5428" y="48442"/>
                  </a:lnTo>
                  <a:cubicBezTo>
                    <a:pt x="18452" y="27227"/>
                    <a:pt x="23904" y="23171"/>
                    <a:pt x="40563" y="23171"/>
                  </a:cubicBezTo>
                  <a:lnTo>
                    <a:pt x="106289" y="23171"/>
                  </a:lnTo>
                  <a:lnTo>
                    <a:pt x="46318" y="209112"/>
                  </a:lnTo>
                  <a:lnTo>
                    <a:pt x="66005" y="209112"/>
                  </a:lnTo>
                  <a:lnTo>
                    <a:pt x="130216" y="5076"/>
                  </a:lnTo>
                  <a:lnTo>
                    <a:pt x="130216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AF41A84-E10C-2168-DBC6-E97D1C95DD34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1532158" y="5041733"/>
              <a:ext cx="128943" cy="164101"/>
            </a:xfrm>
            <a:custGeom>
              <a:avLst/>
              <a:gdLst>
                <a:gd name="connsiteX0" fmla="*/ 115645 w 128943"/>
                <a:gd name="connsiteY0" fmla="*/ 121133 h 164101"/>
                <a:gd name="connsiteX1" fmla="*/ 71727 w 128943"/>
                <a:gd name="connsiteY1" fmla="*/ 148587 h 164101"/>
                <a:gd name="connsiteX2" fmla="*/ 38410 w 128943"/>
                <a:gd name="connsiteY2" fmla="*/ 137356 h 164101"/>
                <a:gd name="connsiteX3" fmla="*/ 33564 w 128943"/>
                <a:gd name="connsiteY3" fmla="*/ 115517 h 164101"/>
                <a:gd name="connsiteX4" fmla="*/ 64761 w 128943"/>
                <a:gd name="connsiteY4" fmla="*/ 85255 h 164101"/>
                <a:gd name="connsiteX5" fmla="*/ 73544 w 128943"/>
                <a:gd name="connsiteY5" fmla="*/ 86191 h 164101"/>
                <a:gd name="connsiteX6" fmla="*/ 83842 w 128943"/>
                <a:gd name="connsiteY6" fmla="*/ 87751 h 164101"/>
                <a:gd name="connsiteX7" fmla="*/ 101107 w 128943"/>
                <a:gd name="connsiteY7" fmla="*/ 77767 h 164101"/>
                <a:gd name="connsiteX8" fmla="*/ 91717 w 128943"/>
                <a:gd name="connsiteY8" fmla="*/ 70280 h 164101"/>
                <a:gd name="connsiteX9" fmla="*/ 81419 w 128943"/>
                <a:gd name="connsiteY9" fmla="*/ 70904 h 164101"/>
                <a:gd name="connsiteX10" fmla="*/ 65972 w 128943"/>
                <a:gd name="connsiteY10" fmla="*/ 72152 h 164101"/>
                <a:gd name="connsiteX11" fmla="*/ 45073 w 128943"/>
                <a:gd name="connsiteY11" fmla="*/ 44385 h 164101"/>
                <a:gd name="connsiteX12" fmla="*/ 78996 w 128943"/>
                <a:gd name="connsiteY12" fmla="*/ 11003 h 164101"/>
                <a:gd name="connsiteX13" fmla="*/ 97775 w 128943"/>
                <a:gd name="connsiteY13" fmla="*/ 25978 h 164101"/>
                <a:gd name="connsiteX14" fmla="*/ 99289 w 128943"/>
                <a:gd name="connsiteY14" fmla="*/ 33778 h 164101"/>
                <a:gd name="connsiteX15" fmla="*/ 112010 w 128943"/>
                <a:gd name="connsiteY15" fmla="*/ 44385 h 164101"/>
                <a:gd name="connsiteX16" fmla="*/ 128972 w 128943"/>
                <a:gd name="connsiteY16" fmla="*/ 28786 h 164101"/>
                <a:gd name="connsiteX17" fmla="*/ 85054 w 128943"/>
                <a:gd name="connsiteY17" fmla="*/ 84 h 164101"/>
                <a:gd name="connsiteX18" fmla="*/ 37804 w 128943"/>
                <a:gd name="connsiteY18" fmla="*/ 14123 h 164101"/>
                <a:gd name="connsiteX19" fmla="*/ 16905 w 128943"/>
                <a:gd name="connsiteY19" fmla="*/ 44073 h 164101"/>
                <a:gd name="connsiteX20" fmla="*/ 24780 w 128943"/>
                <a:gd name="connsiteY20" fmla="*/ 69656 h 164101"/>
                <a:gd name="connsiteX21" fmla="*/ 39924 w 128943"/>
                <a:gd name="connsiteY21" fmla="*/ 78703 h 164101"/>
                <a:gd name="connsiteX22" fmla="*/ 14179 w 128943"/>
                <a:gd name="connsiteY22" fmla="*/ 92742 h 164101"/>
                <a:gd name="connsiteX23" fmla="*/ 852 w 128943"/>
                <a:gd name="connsiteY23" fmla="*/ 118013 h 164101"/>
                <a:gd name="connsiteX24" fmla="*/ 57491 w 128943"/>
                <a:gd name="connsiteY24" fmla="*/ 164186 h 164101"/>
                <a:gd name="connsiteX25" fmla="*/ 122308 w 128943"/>
                <a:gd name="connsiteY25" fmla="*/ 123940 h 164101"/>
                <a:gd name="connsiteX26" fmla="*/ 115645 w 128943"/>
                <a:gd name="connsiteY26" fmla="*/ 121133 h 16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943" h="164101">
                  <a:moveTo>
                    <a:pt x="115645" y="121133"/>
                  </a:moveTo>
                  <a:cubicBezTo>
                    <a:pt x="105953" y="140787"/>
                    <a:pt x="93535" y="148587"/>
                    <a:pt x="71727" y="148587"/>
                  </a:cubicBezTo>
                  <a:cubicBezTo>
                    <a:pt x="57189" y="148587"/>
                    <a:pt x="45679" y="144843"/>
                    <a:pt x="38410" y="137356"/>
                  </a:cubicBezTo>
                  <a:cubicBezTo>
                    <a:pt x="33261" y="131740"/>
                    <a:pt x="32049" y="125500"/>
                    <a:pt x="33564" y="115517"/>
                  </a:cubicBezTo>
                  <a:cubicBezTo>
                    <a:pt x="36592" y="97110"/>
                    <a:pt x="48708" y="85255"/>
                    <a:pt x="64761" y="85255"/>
                  </a:cubicBezTo>
                  <a:cubicBezTo>
                    <a:pt x="67789" y="85255"/>
                    <a:pt x="70515" y="85567"/>
                    <a:pt x="73544" y="86191"/>
                  </a:cubicBezTo>
                  <a:cubicBezTo>
                    <a:pt x="77179" y="87127"/>
                    <a:pt x="80813" y="87751"/>
                    <a:pt x="83842" y="87751"/>
                  </a:cubicBezTo>
                  <a:cubicBezTo>
                    <a:pt x="92929" y="87751"/>
                    <a:pt x="100198" y="83383"/>
                    <a:pt x="101107" y="77767"/>
                  </a:cubicBezTo>
                  <a:cubicBezTo>
                    <a:pt x="102015" y="72776"/>
                    <a:pt x="98684" y="70280"/>
                    <a:pt x="91717" y="70280"/>
                  </a:cubicBezTo>
                  <a:cubicBezTo>
                    <a:pt x="89294" y="70280"/>
                    <a:pt x="86871" y="70280"/>
                    <a:pt x="81419" y="70904"/>
                  </a:cubicBezTo>
                  <a:cubicBezTo>
                    <a:pt x="71121" y="71840"/>
                    <a:pt x="68698" y="72152"/>
                    <a:pt x="65972" y="72152"/>
                  </a:cubicBezTo>
                  <a:cubicBezTo>
                    <a:pt x="50525" y="72152"/>
                    <a:pt x="42347" y="61232"/>
                    <a:pt x="45073" y="44385"/>
                  </a:cubicBezTo>
                  <a:cubicBezTo>
                    <a:pt x="48102" y="25978"/>
                    <a:pt x="63246" y="11003"/>
                    <a:pt x="78996" y="11003"/>
                  </a:cubicBezTo>
                  <a:cubicBezTo>
                    <a:pt x="89900" y="11003"/>
                    <a:pt x="95958" y="15995"/>
                    <a:pt x="97775" y="25978"/>
                  </a:cubicBezTo>
                  <a:cubicBezTo>
                    <a:pt x="98381" y="30658"/>
                    <a:pt x="98986" y="33154"/>
                    <a:pt x="99289" y="33778"/>
                  </a:cubicBezTo>
                  <a:cubicBezTo>
                    <a:pt x="101409" y="40642"/>
                    <a:pt x="105953" y="44385"/>
                    <a:pt x="112010" y="44385"/>
                  </a:cubicBezTo>
                  <a:cubicBezTo>
                    <a:pt x="119885" y="44385"/>
                    <a:pt x="127760" y="37522"/>
                    <a:pt x="128972" y="28786"/>
                  </a:cubicBezTo>
                  <a:cubicBezTo>
                    <a:pt x="131698" y="12251"/>
                    <a:pt x="113222" y="84"/>
                    <a:pt x="85054" y="84"/>
                  </a:cubicBezTo>
                  <a:cubicBezTo>
                    <a:pt x="65972" y="84"/>
                    <a:pt x="51131" y="4452"/>
                    <a:pt x="37804" y="14123"/>
                  </a:cubicBezTo>
                  <a:cubicBezTo>
                    <a:pt x="25386" y="22859"/>
                    <a:pt x="18722" y="32530"/>
                    <a:pt x="16905" y="44073"/>
                  </a:cubicBezTo>
                  <a:cubicBezTo>
                    <a:pt x="15391" y="54369"/>
                    <a:pt x="18419" y="63728"/>
                    <a:pt x="24780" y="69656"/>
                  </a:cubicBezTo>
                  <a:cubicBezTo>
                    <a:pt x="28717" y="72464"/>
                    <a:pt x="31141" y="74023"/>
                    <a:pt x="39924" y="78703"/>
                  </a:cubicBezTo>
                  <a:cubicBezTo>
                    <a:pt x="26900" y="83071"/>
                    <a:pt x="20540" y="86503"/>
                    <a:pt x="14179" y="92742"/>
                  </a:cubicBezTo>
                  <a:cubicBezTo>
                    <a:pt x="7516" y="99294"/>
                    <a:pt x="2064" y="108965"/>
                    <a:pt x="852" y="118013"/>
                  </a:cubicBezTo>
                  <a:cubicBezTo>
                    <a:pt x="-3691" y="144843"/>
                    <a:pt x="19934" y="164186"/>
                    <a:pt x="57491" y="164186"/>
                  </a:cubicBezTo>
                  <a:cubicBezTo>
                    <a:pt x="91111" y="164186"/>
                    <a:pt x="112010" y="151395"/>
                    <a:pt x="122308" y="123940"/>
                  </a:cubicBezTo>
                  <a:lnTo>
                    <a:pt x="115645" y="121133"/>
                  </a:lnTo>
                  <a:close/>
                </a:path>
              </a:pathLst>
            </a:custGeom>
            <a:solidFill>
              <a:srgbClr val="FFFFFF"/>
            </a:solidFill>
            <a:ln w="4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B1D6450-A983-56DC-0CA8-71D947B9AB29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1655216" y="5122699"/>
              <a:ext cx="58050" cy="128592"/>
            </a:xfrm>
            <a:custGeom>
              <a:avLst/>
              <a:gdLst>
                <a:gd name="connsiteX0" fmla="*/ 58349 w 58050"/>
                <a:gd name="connsiteY0" fmla="*/ 27328 h 128592"/>
                <a:gd name="connsiteX1" fmla="*/ 40418 w 58050"/>
                <a:gd name="connsiteY1" fmla="*/ 27328 h 128592"/>
                <a:gd name="connsiteX2" fmla="*/ 46694 w 58050"/>
                <a:gd name="connsiteY2" fmla="*/ 3549 h 128592"/>
                <a:gd name="connsiteX3" fmla="*/ 46918 w 58050"/>
                <a:gd name="connsiteY3" fmla="*/ 2395 h 128592"/>
                <a:gd name="connsiteX4" fmla="*/ 45125 w 58050"/>
                <a:gd name="connsiteY4" fmla="*/ 86 h 128592"/>
                <a:gd name="connsiteX5" fmla="*/ 41763 w 58050"/>
                <a:gd name="connsiteY5" fmla="*/ 2164 h 128592"/>
                <a:gd name="connsiteX6" fmla="*/ 11953 w 58050"/>
                <a:gd name="connsiteY6" fmla="*/ 27559 h 128592"/>
                <a:gd name="connsiteX7" fmla="*/ 4781 w 58050"/>
                <a:gd name="connsiteY7" fmla="*/ 33331 h 128592"/>
                <a:gd name="connsiteX8" fmla="*/ 5005 w 58050"/>
                <a:gd name="connsiteY8" fmla="*/ 34716 h 128592"/>
                <a:gd name="connsiteX9" fmla="*/ 21591 w 58050"/>
                <a:gd name="connsiteY9" fmla="*/ 34716 h 128592"/>
                <a:gd name="connsiteX10" fmla="*/ 5453 w 58050"/>
                <a:gd name="connsiteY10" fmla="*/ 98204 h 128592"/>
                <a:gd name="connsiteX11" fmla="*/ 4109 w 58050"/>
                <a:gd name="connsiteY11" fmla="*/ 103052 h 128592"/>
                <a:gd name="connsiteX12" fmla="*/ 298 w 58050"/>
                <a:gd name="connsiteY12" fmla="*/ 119905 h 128592"/>
                <a:gd name="connsiteX13" fmla="*/ 11057 w 58050"/>
                <a:gd name="connsiteY13" fmla="*/ 128678 h 128592"/>
                <a:gd name="connsiteX14" fmla="*/ 42884 w 58050"/>
                <a:gd name="connsiteY14" fmla="*/ 100744 h 128592"/>
                <a:gd name="connsiteX15" fmla="*/ 39970 w 58050"/>
                <a:gd name="connsiteY15" fmla="*/ 99128 h 128592"/>
                <a:gd name="connsiteX16" fmla="*/ 21815 w 58050"/>
                <a:gd name="connsiteY16" fmla="*/ 117366 h 128592"/>
                <a:gd name="connsiteX17" fmla="*/ 18453 w 58050"/>
                <a:gd name="connsiteY17" fmla="*/ 112749 h 128592"/>
                <a:gd name="connsiteX18" fmla="*/ 18677 w 58050"/>
                <a:gd name="connsiteY18" fmla="*/ 111594 h 128592"/>
                <a:gd name="connsiteX19" fmla="*/ 38401 w 58050"/>
                <a:gd name="connsiteY19" fmla="*/ 34716 h 128592"/>
                <a:gd name="connsiteX20" fmla="*/ 57228 w 58050"/>
                <a:gd name="connsiteY20" fmla="*/ 34716 h 128592"/>
                <a:gd name="connsiteX21" fmla="*/ 58349 w 58050"/>
                <a:gd name="connsiteY21" fmla="*/ 27328 h 12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8050" h="128592">
                  <a:moveTo>
                    <a:pt x="58349" y="27328"/>
                  </a:moveTo>
                  <a:lnTo>
                    <a:pt x="40418" y="27328"/>
                  </a:lnTo>
                  <a:lnTo>
                    <a:pt x="46694" y="3549"/>
                  </a:lnTo>
                  <a:cubicBezTo>
                    <a:pt x="46918" y="3087"/>
                    <a:pt x="46918" y="2626"/>
                    <a:pt x="46918" y="2395"/>
                  </a:cubicBezTo>
                  <a:cubicBezTo>
                    <a:pt x="46918" y="779"/>
                    <a:pt x="46246" y="86"/>
                    <a:pt x="45125" y="86"/>
                  </a:cubicBezTo>
                  <a:cubicBezTo>
                    <a:pt x="43780" y="86"/>
                    <a:pt x="43108" y="317"/>
                    <a:pt x="41763" y="2164"/>
                  </a:cubicBezTo>
                  <a:cubicBezTo>
                    <a:pt x="33022" y="13938"/>
                    <a:pt x="19126" y="25481"/>
                    <a:pt x="11953" y="27559"/>
                  </a:cubicBezTo>
                  <a:cubicBezTo>
                    <a:pt x="6350" y="29406"/>
                    <a:pt x="4781" y="30791"/>
                    <a:pt x="4781" y="33331"/>
                  </a:cubicBezTo>
                  <a:cubicBezTo>
                    <a:pt x="4781" y="33562"/>
                    <a:pt x="4781" y="34023"/>
                    <a:pt x="5005" y="34716"/>
                  </a:cubicBezTo>
                  <a:lnTo>
                    <a:pt x="21591" y="34716"/>
                  </a:lnTo>
                  <a:lnTo>
                    <a:pt x="5453" y="98204"/>
                  </a:lnTo>
                  <a:cubicBezTo>
                    <a:pt x="5005" y="100282"/>
                    <a:pt x="4781" y="100974"/>
                    <a:pt x="4109" y="103052"/>
                  </a:cubicBezTo>
                  <a:cubicBezTo>
                    <a:pt x="2091" y="109978"/>
                    <a:pt x="298" y="118058"/>
                    <a:pt x="298" y="119905"/>
                  </a:cubicBezTo>
                  <a:cubicBezTo>
                    <a:pt x="298" y="124984"/>
                    <a:pt x="5005" y="128678"/>
                    <a:pt x="11057" y="128678"/>
                  </a:cubicBezTo>
                  <a:cubicBezTo>
                    <a:pt x="21367" y="128678"/>
                    <a:pt x="28763" y="122214"/>
                    <a:pt x="42884" y="100744"/>
                  </a:cubicBezTo>
                  <a:lnTo>
                    <a:pt x="39970" y="99128"/>
                  </a:lnTo>
                  <a:cubicBezTo>
                    <a:pt x="28988" y="113672"/>
                    <a:pt x="25401" y="117366"/>
                    <a:pt x="21815" y="117366"/>
                  </a:cubicBezTo>
                  <a:cubicBezTo>
                    <a:pt x="19798" y="117366"/>
                    <a:pt x="18453" y="115519"/>
                    <a:pt x="18453" y="112749"/>
                  </a:cubicBezTo>
                  <a:cubicBezTo>
                    <a:pt x="18453" y="112518"/>
                    <a:pt x="18453" y="112287"/>
                    <a:pt x="18677" y="111594"/>
                  </a:cubicBezTo>
                  <a:lnTo>
                    <a:pt x="38401" y="34716"/>
                  </a:lnTo>
                  <a:lnTo>
                    <a:pt x="57228" y="34716"/>
                  </a:lnTo>
                  <a:lnTo>
                    <a:pt x="58349" y="27328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810B35F-A5EF-F735-33AC-94068C0CD2BE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1824480" y="5087282"/>
              <a:ext cx="201417" cy="73003"/>
            </a:xfrm>
            <a:custGeom>
              <a:avLst/>
              <a:gdLst>
                <a:gd name="connsiteX0" fmla="*/ 191423 w 201417"/>
                <a:gd name="connsiteY0" fmla="*/ 12564 h 73003"/>
                <a:gd name="connsiteX1" fmla="*/ 201721 w 201417"/>
                <a:gd name="connsiteY1" fmla="*/ 6324 h 73003"/>
                <a:gd name="connsiteX2" fmla="*/ 191726 w 201417"/>
                <a:gd name="connsiteY2" fmla="*/ 85 h 73003"/>
                <a:gd name="connsiteX3" fmla="*/ 10299 w 201417"/>
                <a:gd name="connsiteY3" fmla="*/ 85 h 73003"/>
                <a:gd name="connsiteX4" fmla="*/ 304 w 201417"/>
                <a:gd name="connsiteY4" fmla="*/ 6324 h 73003"/>
                <a:gd name="connsiteX5" fmla="*/ 10602 w 201417"/>
                <a:gd name="connsiteY5" fmla="*/ 12564 h 73003"/>
                <a:gd name="connsiteX6" fmla="*/ 191423 w 201417"/>
                <a:gd name="connsiteY6" fmla="*/ 12564 h 73003"/>
                <a:gd name="connsiteX7" fmla="*/ 191726 w 201417"/>
                <a:gd name="connsiteY7" fmla="*/ 73088 h 73003"/>
                <a:gd name="connsiteX8" fmla="*/ 201721 w 201417"/>
                <a:gd name="connsiteY8" fmla="*/ 66849 h 73003"/>
                <a:gd name="connsiteX9" fmla="*/ 191423 w 201417"/>
                <a:gd name="connsiteY9" fmla="*/ 60609 h 73003"/>
                <a:gd name="connsiteX10" fmla="*/ 10602 w 201417"/>
                <a:gd name="connsiteY10" fmla="*/ 60609 h 73003"/>
                <a:gd name="connsiteX11" fmla="*/ 304 w 201417"/>
                <a:gd name="connsiteY11" fmla="*/ 66849 h 73003"/>
                <a:gd name="connsiteX12" fmla="*/ 10299 w 201417"/>
                <a:gd name="connsiteY12" fmla="*/ 73088 h 73003"/>
                <a:gd name="connsiteX13" fmla="*/ 191726 w 201417"/>
                <a:gd name="connsiteY13" fmla="*/ 73088 h 7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17" h="73003">
                  <a:moveTo>
                    <a:pt x="191423" y="12564"/>
                  </a:moveTo>
                  <a:cubicBezTo>
                    <a:pt x="195966" y="12564"/>
                    <a:pt x="201721" y="12564"/>
                    <a:pt x="201721" y="6324"/>
                  </a:cubicBezTo>
                  <a:cubicBezTo>
                    <a:pt x="201721" y="85"/>
                    <a:pt x="195966" y="85"/>
                    <a:pt x="191726" y="85"/>
                  </a:cubicBezTo>
                  <a:lnTo>
                    <a:pt x="10299" y="85"/>
                  </a:lnTo>
                  <a:cubicBezTo>
                    <a:pt x="6058" y="85"/>
                    <a:pt x="304" y="85"/>
                    <a:pt x="304" y="6324"/>
                  </a:cubicBezTo>
                  <a:cubicBezTo>
                    <a:pt x="304" y="12564"/>
                    <a:pt x="6058" y="12564"/>
                    <a:pt x="10602" y="12564"/>
                  </a:cubicBezTo>
                  <a:lnTo>
                    <a:pt x="191423" y="12564"/>
                  </a:lnTo>
                  <a:close/>
                  <a:moveTo>
                    <a:pt x="191726" y="73088"/>
                  </a:moveTo>
                  <a:cubicBezTo>
                    <a:pt x="195966" y="73088"/>
                    <a:pt x="201721" y="73088"/>
                    <a:pt x="201721" y="66849"/>
                  </a:cubicBezTo>
                  <a:cubicBezTo>
                    <a:pt x="201721" y="60609"/>
                    <a:pt x="195966" y="60609"/>
                    <a:pt x="191423" y="60609"/>
                  </a:cubicBezTo>
                  <a:lnTo>
                    <a:pt x="10602" y="60609"/>
                  </a:lnTo>
                  <a:cubicBezTo>
                    <a:pt x="6058" y="60609"/>
                    <a:pt x="304" y="60609"/>
                    <a:pt x="304" y="66849"/>
                  </a:cubicBezTo>
                  <a:cubicBezTo>
                    <a:pt x="304" y="73088"/>
                    <a:pt x="6058" y="73088"/>
                    <a:pt x="10299" y="73088"/>
                  </a:cubicBezTo>
                  <a:lnTo>
                    <a:pt x="191726" y="73088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0105016-DF51-381E-9C50-E57A01DE5909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2144917" y="4990880"/>
              <a:ext cx="85716" cy="210899"/>
            </a:xfrm>
            <a:custGeom>
              <a:avLst/>
              <a:gdLst>
                <a:gd name="connsiteX0" fmla="*/ 54833 w 85716"/>
                <a:gd name="connsiteY0" fmla="*/ 85 h 210899"/>
                <a:gd name="connsiteX1" fmla="*/ 314 w 85716"/>
                <a:gd name="connsiteY1" fmla="*/ 28475 h 210899"/>
                <a:gd name="connsiteX2" fmla="*/ 314 w 85716"/>
                <a:gd name="connsiteY2" fmla="*/ 32843 h 210899"/>
                <a:gd name="connsiteX3" fmla="*/ 8491 w 85716"/>
                <a:gd name="connsiteY3" fmla="*/ 29411 h 210899"/>
                <a:gd name="connsiteX4" fmla="*/ 22121 w 85716"/>
                <a:gd name="connsiteY4" fmla="*/ 25979 h 210899"/>
                <a:gd name="connsiteX5" fmla="*/ 31208 w 85716"/>
                <a:gd name="connsiteY5" fmla="*/ 40642 h 210899"/>
                <a:gd name="connsiteX6" fmla="*/ 31208 w 85716"/>
                <a:gd name="connsiteY6" fmla="*/ 181969 h 210899"/>
                <a:gd name="connsiteX7" fmla="*/ 23939 w 85716"/>
                <a:gd name="connsiteY7" fmla="*/ 202248 h 210899"/>
                <a:gd name="connsiteX8" fmla="*/ 2434 w 85716"/>
                <a:gd name="connsiteY8" fmla="*/ 206304 h 210899"/>
                <a:gd name="connsiteX9" fmla="*/ 2434 w 85716"/>
                <a:gd name="connsiteY9" fmla="*/ 210984 h 210899"/>
                <a:gd name="connsiteX10" fmla="*/ 86030 w 85716"/>
                <a:gd name="connsiteY10" fmla="*/ 210984 h 210899"/>
                <a:gd name="connsiteX11" fmla="*/ 86030 w 85716"/>
                <a:gd name="connsiteY11" fmla="*/ 206304 h 210899"/>
                <a:gd name="connsiteX12" fmla="*/ 57256 w 85716"/>
                <a:gd name="connsiteY12" fmla="*/ 187897 h 210899"/>
                <a:gd name="connsiteX13" fmla="*/ 57256 w 85716"/>
                <a:gd name="connsiteY13" fmla="*/ 709 h 210899"/>
                <a:gd name="connsiteX14" fmla="*/ 54833 w 85716"/>
                <a:gd name="connsiteY14" fmla="*/ 85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16" h="210899">
                  <a:moveTo>
                    <a:pt x="54833" y="85"/>
                  </a:moveTo>
                  <a:lnTo>
                    <a:pt x="314" y="28475"/>
                  </a:lnTo>
                  <a:lnTo>
                    <a:pt x="314" y="32843"/>
                  </a:lnTo>
                  <a:cubicBezTo>
                    <a:pt x="3948" y="31283"/>
                    <a:pt x="7280" y="30035"/>
                    <a:pt x="8491" y="29411"/>
                  </a:cubicBezTo>
                  <a:cubicBezTo>
                    <a:pt x="13943" y="27227"/>
                    <a:pt x="19092" y="25979"/>
                    <a:pt x="22121" y="25979"/>
                  </a:cubicBezTo>
                  <a:cubicBezTo>
                    <a:pt x="28482" y="25979"/>
                    <a:pt x="31208" y="30659"/>
                    <a:pt x="31208" y="40642"/>
                  </a:cubicBezTo>
                  <a:lnTo>
                    <a:pt x="31208" y="181969"/>
                  </a:lnTo>
                  <a:cubicBezTo>
                    <a:pt x="31208" y="192265"/>
                    <a:pt x="28785" y="199440"/>
                    <a:pt x="23939" y="202248"/>
                  </a:cubicBezTo>
                  <a:cubicBezTo>
                    <a:pt x="19395" y="205056"/>
                    <a:pt x="15155" y="205992"/>
                    <a:pt x="2434" y="206304"/>
                  </a:cubicBezTo>
                  <a:lnTo>
                    <a:pt x="2434" y="210984"/>
                  </a:lnTo>
                  <a:lnTo>
                    <a:pt x="86030" y="210984"/>
                  </a:lnTo>
                  <a:lnTo>
                    <a:pt x="86030" y="206304"/>
                  </a:lnTo>
                  <a:cubicBezTo>
                    <a:pt x="62102" y="205992"/>
                    <a:pt x="57256" y="202872"/>
                    <a:pt x="57256" y="187897"/>
                  </a:cubicBezTo>
                  <a:lnTo>
                    <a:pt x="57256" y="709"/>
                  </a:lnTo>
                  <a:lnTo>
                    <a:pt x="54833" y="85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7908029-2EB7-6052-25C1-A144EFE07FD3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2289355" y="5168709"/>
              <a:ext cx="32105" cy="33069"/>
            </a:xfrm>
            <a:custGeom>
              <a:avLst/>
              <a:gdLst>
                <a:gd name="connsiteX0" fmla="*/ 32425 w 32105"/>
                <a:gd name="connsiteY0" fmla="*/ 16619 h 33069"/>
                <a:gd name="connsiteX1" fmla="*/ 16372 w 32105"/>
                <a:gd name="connsiteY1" fmla="*/ 85 h 33069"/>
                <a:gd name="connsiteX2" fmla="*/ 319 w 32105"/>
                <a:gd name="connsiteY2" fmla="*/ 16619 h 33069"/>
                <a:gd name="connsiteX3" fmla="*/ 16372 w 32105"/>
                <a:gd name="connsiteY3" fmla="*/ 33154 h 33069"/>
                <a:gd name="connsiteX4" fmla="*/ 32425 w 32105"/>
                <a:gd name="connsiteY4" fmla="*/ 16619 h 3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05" h="33069">
                  <a:moveTo>
                    <a:pt x="32425" y="16619"/>
                  </a:moveTo>
                  <a:cubicBezTo>
                    <a:pt x="32425" y="7572"/>
                    <a:pt x="25155" y="85"/>
                    <a:pt x="16372" y="85"/>
                  </a:cubicBezTo>
                  <a:cubicBezTo>
                    <a:pt x="7588" y="85"/>
                    <a:pt x="319" y="7572"/>
                    <a:pt x="319" y="16619"/>
                  </a:cubicBezTo>
                  <a:cubicBezTo>
                    <a:pt x="319" y="25667"/>
                    <a:pt x="7588" y="33154"/>
                    <a:pt x="16372" y="33154"/>
                  </a:cubicBezTo>
                  <a:cubicBezTo>
                    <a:pt x="25155" y="33154"/>
                    <a:pt x="32425" y="25667"/>
                    <a:pt x="32425" y="16619"/>
                  </a:cubicBezTo>
                  <a:close/>
                </a:path>
              </a:pathLst>
            </a:custGeom>
            <a:solidFill>
              <a:srgbClr val="FFFFFF"/>
            </a:solidFill>
            <a:ln w="41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5D7BCE7-F654-74E5-07A9-1E5B56E9C0D4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2354786" y="4990880"/>
              <a:ext cx="136903" cy="215266"/>
            </a:xfrm>
            <a:custGeom>
              <a:avLst/>
              <a:gdLst>
                <a:gd name="connsiteX0" fmla="*/ 69985 w 136903"/>
                <a:gd name="connsiteY0" fmla="*/ 85 h 215266"/>
                <a:gd name="connsiteX1" fmla="*/ 29398 w 136903"/>
                <a:gd name="connsiteY1" fmla="*/ 16308 h 215266"/>
                <a:gd name="connsiteX2" fmla="*/ 321 w 136903"/>
                <a:gd name="connsiteY2" fmla="*/ 106158 h 215266"/>
                <a:gd name="connsiteX3" fmla="*/ 24552 w 136903"/>
                <a:gd name="connsiteY3" fmla="*/ 194137 h 215266"/>
                <a:gd name="connsiteX4" fmla="*/ 68773 w 136903"/>
                <a:gd name="connsiteY4" fmla="*/ 215351 h 215266"/>
                <a:gd name="connsiteX5" fmla="*/ 108148 w 136903"/>
                <a:gd name="connsiteY5" fmla="*/ 199128 h 215266"/>
                <a:gd name="connsiteX6" fmla="*/ 137225 w 136903"/>
                <a:gd name="connsiteY6" fmla="*/ 108030 h 215266"/>
                <a:gd name="connsiteX7" fmla="*/ 69985 w 136903"/>
                <a:gd name="connsiteY7" fmla="*/ 85 h 215266"/>
                <a:gd name="connsiteX8" fmla="*/ 69076 w 136903"/>
                <a:gd name="connsiteY8" fmla="*/ 8196 h 215266"/>
                <a:gd name="connsiteX9" fmla="*/ 108148 w 136903"/>
                <a:gd name="connsiteY9" fmla="*/ 108654 h 215266"/>
                <a:gd name="connsiteX10" fmla="*/ 68773 w 136903"/>
                <a:gd name="connsiteY10" fmla="*/ 207240 h 215266"/>
                <a:gd name="connsiteX11" fmla="*/ 29398 w 136903"/>
                <a:gd name="connsiteY11" fmla="*/ 108966 h 215266"/>
                <a:gd name="connsiteX12" fmla="*/ 69076 w 136903"/>
                <a:gd name="connsiteY12" fmla="*/ 8196 h 21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903" h="215266">
                  <a:moveTo>
                    <a:pt x="69985" y="85"/>
                  </a:moveTo>
                  <a:cubicBezTo>
                    <a:pt x="53326" y="85"/>
                    <a:pt x="40605" y="5388"/>
                    <a:pt x="29398" y="16308"/>
                  </a:cubicBezTo>
                  <a:cubicBezTo>
                    <a:pt x="11831" y="33779"/>
                    <a:pt x="321" y="69656"/>
                    <a:pt x="321" y="106158"/>
                  </a:cubicBezTo>
                  <a:cubicBezTo>
                    <a:pt x="321" y="140164"/>
                    <a:pt x="10317" y="176666"/>
                    <a:pt x="24552" y="194137"/>
                  </a:cubicBezTo>
                  <a:cubicBezTo>
                    <a:pt x="35759" y="207864"/>
                    <a:pt x="51206" y="215351"/>
                    <a:pt x="68773" y="215351"/>
                  </a:cubicBezTo>
                  <a:cubicBezTo>
                    <a:pt x="84220" y="215351"/>
                    <a:pt x="97244" y="210048"/>
                    <a:pt x="108148" y="199128"/>
                  </a:cubicBezTo>
                  <a:cubicBezTo>
                    <a:pt x="125715" y="181969"/>
                    <a:pt x="137225" y="145780"/>
                    <a:pt x="137225" y="108030"/>
                  </a:cubicBezTo>
                  <a:cubicBezTo>
                    <a:pt x="137225" y="44074"/>
                    <a:pt x="109662" y="85"/>
                    <a:pt x="69985" y="85"/>
                  </a:cubicBezTo>
                  <a:close/>
                  <a:moveTo>
                    <a:pt x="69076" y="8196"/>
                  </a:moveTo>
                  <a:cubicBezTo>
                    <a:pt x="94518" y="8196"/>
                    <a:pt x="108148" y="43450"/>
                    <a:pt x="108148" y="108654"/>
                  </a:cubicBezTo>
                  <a:cubicBezTo>
                    <a:pt x="108148" y="173858"/>
                    <a:pt x="94821" y="207240"/>
                    <a:pt x="68773" y="207240"/>
                  </a:cubicBezTo>
                  <a:cubicBezTo>
                    <a:pt x="42725" y="207240"/>
                    <a:pt x="29398" y="173858"/>
                    <a:pt x="29398" y="108966"/>
                  </a:cubicBezTo>
                  <a:cubicBezTo>
                    <a:pt x="29398" y="42826"/>
                    <a:pt x="43028" y="8196"/>
                    <a:pt x="69076" y="8196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0835A04-DED3-CA64-B531-D75E158FAACA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12503161" y="4990880"/>
              <a:ext cx="139326" cy="210899"/>
            </a:xfrm>
            <a:custGeom>
              <a:avLst/>
              <a:gdLst>
                <a:gd name="connsiteX0" fmla="*/ 139653 w 139326"/>
                <a:gd name="connsiteY0" fmla="*/ 138916 h 210899"/>
                <a:gd name="connsiteX1" fmla="*/ 108759 w 139326"/>
                <a:gd name="connsiteY1" fmla="*/ 138916 h 210899"/>
                <a:gd name="connsiteX2" fmla="*/ 108759 w 139326"/>
                <a:gd name="connsiteY2" fmla="*/ 85 h 210899"/>
                <a:gd name="connsiteX3" fmla="*/ 95432 w 139326"/>
                <a:gd name="connsiteY3" fmla="*/ 85 h 210899"/>
                <a:gd name="connsiteX4" fmla="*/ 326 w 139326"/>
                <a:gd name="connsiteY4" fmla="*/ 138916 h 210899"/>
                <a:gd name="connsiteX5" fmla="*/ 326 w 139326"/>
                <a:gd name="connsiteY5" fmla="*/ 158883 h 210899"/>
                <a:gd name="connsiteX6" fmla="*/ 85437 w 139326"/>
                <a:gd name="connsiteY6" fmla="*/ 158883 h 210899"/>
                <a:gd name="connsiteX7" fmla="*/ 85437 w 139326"/>
                <a:gd name="connsiteY7" fmla="*/ 210984 h 210899"/>
                <a:gd name="connsiteX8" fmla="*/ 108759 w 139326"/>
                <a:gd name="connsiteY8" fmla="*/ 210984 h 210899"/>
                <a:gd name="connsiteX9" fmla="*/ 108759 w 139326"/>
                <a:gd name="connsiteY9" fmla="*/ 158883 h 210899"/>
                <a:gd name="connsiteX10" fmla="*/ 139653 w 139326"/>
                <a:gd name="connsiteY10" fmla="*/ 158883 h 210899"/>
                <a:gd name="connsiteX11" fmla="*/ 139653 w 139326"/>
                <a:gd name="connsiteY11" fmla="*/ 138916 h 210899"/>
                <a:gd name="connsiteX12" fmla="*/ 85134 w 139326"/>
                <a:gd name="connsiteY12" fmla="*/ 138916 h 210899"/>
                <a:gd name="connsiteX13" fmla="*/ 12442 w 139326"/>
                <a:gd name="connsiteY13" fmla="*/ 138916 h 210899"/>
                <a:gd name="connsiteX14" fmla="*/ 85134 w 139326"/>
                <a:gd name="connsiteY14" fmla="*/ 31907 h 210899"/>
                <a:gd name="connsiteX15" fmla="*/ 85134 w 139326"/>
                <a:gd name="connsiteY15" fmla="*/ 138916 h 21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326" h="210899">
                  <a:moveTo>
                    <a:pt x="139653" y="138916"/>
                  </a:moveTo>
                  <a:lnTo>
                    <a:pt x="108759" y="138916"/>
                  </a:lnTo>
                  <a:lnTo>
                    <a:pt x="108759" y="85"/>
                  </a:lnTo>
                  <a:lnTo>
                    <a:pt x="95432" y="85"/>
                  </a:lnTo>
                  <a:lnTo>
                    <a:pt x="326" y="138916"/>
                  </a:lnTo>
                  <a:lnTo>
                    <a:pt x="326" y="158883"/>
                  </a:lnTo>
                  <a:lnTo>
                    <a:pt x="85437" y="158883"/>
                  </a:lnTo>
                  <a:lnTo>
                    <a:pt x="85437" y="210984"/>
                  </a:lnTo>
                  <a:lnTo>
                    <a:pt x="108759" y="210984"/>
                  </a:lnTo>
                  <a:lnTo>
                    <a:pt x="108759" y="158883"/>
                  </a:lnTo>
                  <a:lnTo>
                    <a:pt x="139653" y="158883"/>
                  </a:lnTo>
                  <a:lnTo>
                    <a:pt x="139653" y="138916"/>
                  </a:lnTo>
                  <a:close/>
                  <a:moveTo>
                    <a:pt x="85134" y="138916"/>
                  </a:moveTo>
                  <a:lnTo>
                    <a:pt x="12442" y="138916"/>
                  </a:lnTo>
                  <a:lnTo>
                    <a:pt x="85134" y="31907"/>
                  </a:lnTo>
                  <a:lnTo>
                    <a:pt x="85134" y="138916"/>
                  </a:ln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A907545-C196-F9F9-EFB7-F67A963D2E7D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12670012" y="4990880"/>
              <a:ext cx="215350" cy="214954"/>
            </a:xfrm>
            <a:custGeom>
              <a:avLst/>
              <a:gdLst>
                <a:gd name="connsiteX0" fmla="*/ 184485 w 215350"/>
                <a:gd name="connsiteY0" fmla="*/ 95239 h 214954"/>
                <a:gd name="connsiteX1" fmla="*/ 117850 w 215350"/>
                <a:gd name="connsiteY1" fmla="*/ 170738 h 214954"/>
                <a:gd name="connsiteX2" fmla="*/ 154196 w 215350"/>
                <a:gd name="connsiteY2" fmla="*/ 210984 h 214954"/>
                <a:gd name="connsiteX3" fmla="*/ 189634 w 215350"/>
                <a:gd name="connsiteY3" fmla="*/ 195073 h 214954"/>
                <a:gd name="connsiteX4" fmla="*/ 215682 w 215350"/>
                <a:gd name="connsiteY4" fmla="*/ 128621 h 214954"/>
                <a:gd name="connsiteX5" fmla="*/ 184485 w 215350"/>
                <a:gd name="connsiteY5" fmla="*/ 95239 h 214954"/>
                <a:gd name="connsiteX6" fmla="*/ 186605 w 215350"/>
                <a:gd name="connsiteY6" fmla="*/ 105222 h 214954"/>
                <a:gd name="connsiteX7" fmla="*/ 207807 w 215350"/>
                <a:gd name="connsiteY7" fmla="*/ 130181 h 214954"/>
                <a:gd name="connsiteX8" fmla="*/ 188725 w 215350"/>
                <a:gd name="connsiteY8" fmla="*/ 183841 h 214954"/>
                <a:gd name="connsiteX9" fmla="*/ 159345 w 215350"/>
                <a:gd name="connsiteY9" fmla="*/ 201624 h 214954"/>
                <a:gd name="connsiteX10" fmla="*/ 140869 w 215350"/>
                <a:gd name="connsiteY10" fmla="*/ 181658 h 214954"/>
                <a:gd name="connsiteX11" fmla="*/ 160557 w 215350"/>
                <a:gd name="connsiteY11" fmla="*/ 123317 h 214954"/>
                <a:gd name="connsiteX12" fmla="*/ 186605 w 215350"/>
                <a:gd name="connsiteY12" fmla="*/ 105222 h 214954"/>
                <a:gd name="connsiteX13" fmla="*/ 173884 w 215350"/>
                <a:gd name="connsiteY13" fmla="*/ 85 h 214954"/>
                <a:gd name="connsiteX14" fmla="*/ 162071 w 215350"/>
                <a:gd name="connsiteY14" fmla="*/ 85 h 214954"/>
                <a:gd name="connsiteX15" fmla="*/ 114821 w 215350"/>
                <a:gd name="connsiteY15" fmla="*/ 21299 h 214954"/>
                <a:gd name="connsiteX16" fmla="*/ 88470 w 215350"/>
                <a:gd name="connsiteY16" fmla="*/ 12876 h 214954"/>
                <a:gd name="connsiteX17" fmla="*/ 67269 w 215350"/>
                <a:gd name="connsiteY17" fmla="*/ 4452 h 214954"/>
                <a:gd name="connsiteX18" fmla="*/ 331 w 215350"/>
                <a:gd name="connsiteY18" fmla="*/ 81200 h 214954"/>
                <a:gd name="connsiteX19" fmla="*/ 36072 w 215350"/>
                <a:gd name="connsiteY19" fmla="*/ 120821 h 214954"/>
                <a:gd name="connsiteX20" fmla="*/ 72721 w 215350"/>
                <a:gd name="connsiteY20" fmla="*/ 103662 h 214954"/>
                <a:gd name="connsiteX21" fmla="*/ 98163 w 215350"/>
                <a:gd name="connsiteY21" fmla="*/ 39706 h 214954"/>
                <a:gd name="connsiteX22" fmla="*/ 96043 w 215350"/>
                <a:gd name="connsiteY22" fmla="*/ 25979 h 214954"/>
                <a:gd name="connsiteX23" fmla="*/ 115730 w 215350"/>
                <a:gd name="connsiteY23" fmla="*/ 29099 h 214954"/>
                <a:gd name="connsiteX24" fmla="*/ 149047 w 215350"/>
                <a:gd name="connsiteY24" fmla="*/ 19739 h 214954"/>
                <a:gd name="connsiteX25" fmla="*/ 42735 w 215350"/>
                <a:gd name="connsiteY25" fmla="*/ 215039 h 214954"/>
                <a:gd name="connsiteX26" fmla="*/ 57273 w 215350"/>
                <a:gd name="connsiteY26" fmla="*/ 215039 h 214954"/>
                <a:gd name="connsiteX27" fmla="*/ 173884 w 215350"/>
                <a:gd name="connsiteY27" fmla="*/ 85 h 214954"/>
                <a:gd name="connsiteX28" fmla="*/ 87865 w 215350"/>
                <a:gd name="connsiteY28" fmla="*/ 23795 h 214954"/>
                <a:gd name="connsiteX29" fmla="*/ 90591 w 215350"/>
                <a:gd name="connsiteY29" fmla="*/ 39082 h 214954"/>
                <a:gd name="connsiteX30" fmla="*/ 41221 w 215350"/>
                <a:gd name="connsiteY30" fmla="*/ 110214 h 214954"/>
                <a:gd name="connsiteX31" fmla="*/ 23351 w 215350"/>
                <a:gd name="connsiteY31" fmla="*/ 91183 h 214954"/>
                <a:gd name="connsiteX32" fmla="*/ 37586 w 215350"/>
                <a:gd name="connsiteY32" fmla="*/ 41266 h 214954"/>
                <a:gd name="connsiteX33" fmla="*/ 67269 w 215350"/>
                <a:gd name="connsiteY33" fmla="*/ 13812 h 214954"/>
                <a:gd name="connsiteX34" fmla="*/ 71206 w 215350"/>
                <a:gd name="connsiteY34" fmla="*/ 15684 h 214954"/>
                <a:gd name="connsiteX35" fmla="*/ 87865 w 215350"/>
                <a:gd name="connsiteY35" fmla="*/ 23795 h 21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5350" h="214954">
                  <a:moveTo>
                    <a:pt x="184485" y="95239"/>
                  </a:moveTo>
                  <a:cubicBezTo>
                    <a:pt x="150259" y="95239"/>
                    <a:pt x="117850" y="131741"/>
                    <a:pt x="117850" y="170738"/>
                  </a:cubicBezTo>
                  <a:cubicBezTo>
                    <a:pt x="117850" y="195073"/>
                    <a:pt x="132389" y="210984"/>
                    <a:pt x="154196" y="210984"/>
                  </a:cubicBezTo>
                  <a:cubicBezTo>
                    <a:pt x="167826" y="210984"/>
                    <a:pt x="179033" y="205992"/>
                    <a:pt x="189634" y="195073"/>
                  </a:cubicBezTo>
                  <a:cubicBezTo>
                    <a:pt x="205686" y="178226"/>
                    <a:pt x="215682" y="152955"/>
                    <a:pt x="215682" y="128621"/>
                  </a:cubicBezTo>
                  <a:cubicBezTo>
                    <a:pt x="215682" y="107406"/>
                    <a:pt x="204172" y="95239"/>
                    <a:pt x="184485" y="95239"/>
                  </a:cubicBezTo>
                  <a:close/>
                  <a:moveTo>
                    <a:pt x="186605" y="105222"/>
                  </a:moveTo>
                  <a:cubicBezTo>
                    <a:pt x="198114" y="105222"/>
                    <a:pt x="207807" y="116454"/>
                    <a:pt x="207807" y="130181"/>
                  </a:cubicBezTo>
                  <a:cubicBezTo>
                    <a:pt x="207807" y="147964"/>
                    <a:pt x="200235" y="169178"/>
                    <a:pt x="188725" y="183841"/>
                  </a:cubicBezTo>
                  <a:cubicBezTo>
                    <a:pt x="179033" y="196321"/>
                    <a:pt x="170249" y="201624"/>
                    <a:pt x="159345" y="201624"/>
                  </a:cubicBezTo>
                  <a:cubicBezTo>
                    <a:pt x="148441" y="201624"/>
                    <a:pt x="140869" y="193513"/>
                    <a:pt x="140869" y="181658"/>
                  </a:cubicBezTo>
                  <a:cubicBezTo>
                    <a:pt x="140869" y="165123"/>
                    <a:pt x="149350" y="139540"/>
                    <a:pt x="160557" y="123317"/>
                  </a:cubicBezTo>
                  <a:cubicBezTo>
                    <a:pt x="168735" y="110838"/>
                    <a:pt x="177215" y="105222"/>
                    <a:pt x="186605" y="105222"/>
                  </a:cubicBezTo>
                  <a:close/>
                  <a:moveTo>
                    <a:pt x="173884" y="85"/>
                  </a:moveTo>
                  <a:lnTo>
                    <a:pt x="162071" y="85"/>
                  </a:lnTo>
                  <a:cubicBezTo>
                    <a:pt x="145715" y="15996"/>
                    <a:pt x="133600" y="21299"/>
                    <a:pt x="114821" y="21299"/>
                  </a:cubicBezTo>
                  <a:cubicBezTo>
                    <a:pt x="102706" y="21299"/>
                    <a:pt x="95740" y="19116"/>
                    <a:pt x="88470" y="12876"/>
                  </a:cubicBezTo>
                  <a:cubicBezTo>
                    <a:pt x="80595" y="6012"/>
                    <a:pt x="76658" y="4452"/>
                    <a:pt x="67269" y="4452"/>
                  </a:cubicBezTo>
                  <a:cubicBezTo>
                    <a:pt x="32740" y="4452"/>
                    <a:pt x="331" y="41578"/>
                    <a:pt x="331" y="81200"/>
                  </a:cubicBezTo>
                  <a:cubicBezTo>
                    <a:pt x="331" y="103038"/>
                    <a:pt x="16384" y="120821"/>
                    <a:pt x="36072" y="120821"/>
                  </a:cubicBezTo>
                  <a:cubicBezTo>
                    <a:pt x="49096" y="120821"/>
                    <a:pt x="62725" y="114582"/>
                    <a:pt x="72721" y="103662"/>
                  </a:cubicBezTo>
                  <a:cubicBezTo>
                    <a:pt x="88470" y="87127"/>
                    <a:pt x="98163" y="62481"/>
                    <a:pt x="98163" y="39706"/>
                  </a:cubicBezTo>
                  <a:cubicBezTo>
                    <a:pt x="98163" y="35339"/>
                    <a:pt x="97557" y="31595"/>
                    <a:pt x="96043" y="25979"/>
                  </a:cubicBezTo>
                  <a:cubicBezTo>
                    <a:pt x="101494" y="28163"/>
                    <a:pt x="106946" y="29099"/>
                    <a:pt x="115730" y="29099"/>
                  </a:cubicBezTo>
                  <a:cubicBezTo>
                    <a:pt x="129057" y="29099"/>
                    <a:pt x="136932" y="26915"/>
                    <a:pt x="149047" y="19739"/>
                  </a:cubicBezTo>
                  <a:lnTo>
                    <a:pt x="42735" y="215039"/>
                  </a:lnTo>
                  <a:lnTo>
                    <a:pt x="57273" y="215039"/>
                  </a:lnTo>
                  <a:lnTo>
                    <a:pt x="173884" y="85"/>
                  </a:lnTo>
                  <a:close/>
                  <a:moveTo>
                    <a:pt x="87865" y="23795"/>
                  </a:moveTo>
                  <a:cubicBezTo>
                    <a:pt x="89682" y="30035"/>
                    <a:pt x="90591" y="34715"/>
                    <a:pt x="90591" y="39082"/>
                  </a:cubicBezTo>
                  <a:cubicBezTo>
                    <a:pt x="90591" y="74336"/>
                    <a:pt x="65754" y="110214"/>
                    <a:pt x="41221" y="110214"/>
                  </a:cubicBezTo>
                  <a:cubicBezTo>
                    <a:pt x="30620" y="110214"/>
                    <a:pt x="23351" y="102414"/>
                    <a:pt x="23351" y="91183"/>
                  </a:cubicBezTo>
                  <a:cubicBezTo>
                    <a:pt x="23351" y="78080"/>
                    <a:pt x="29408" y="56865"/>
                    <a:pt x="37586" y="41266"/>
                  </a:cubicBezTo>
                  <a:cubicBezTo>
                    <a:pt x="46370" y="24419"/>
                    <a:pt x="57879" y="13812"/>
                    <a:pt x="67269" y="13812"/>
                  </a:cubicBezTo>
                  <a:cubicBezTo>
                    <a:pt x="68783" y="13812"/>
                    <a:pt x="69389" y="14124"/>
                    <a:pt x="71206" y="15684"/>
                  </a:cubicBezTo>
                  <a:cubicBezTo>
                    <a:pt x="75446" y="19739"/>
                    <a:pt x="79081" y="21299"/>
                    <a:pt x="87865" y="23795"/>
                  </a:cubicBezTo>
                  <a:close/>
                </a:path>
              </a:pathLst>
            </a:custGeom>
            <a:solidFill>
              <a:srgbClr val="FFFFFF"/>
            </a:solidFill>
            <a:ln w="305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2" name="Group 14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0.2+25x-200x^2+675x^3-900x^4+400x^5&#10;\end{align*}&#10;}&#10;\end{document}" title="IguanaTex Shape Display">
            <a:extLst>
              <a:ext uri="{FF2B5EF4-FFF2-40B4-BE49-F238E27FC236}">
                <a16:creationId xmlns:a16="http://schemas.microsoft.com/office/drawing/2014/main" id="{B3EA6DD6-6D80-E733-7AB5-470F5A35BCC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017986" y="305954"/>
            <a:ext cx="6182000" cy="332870"/>
            <a:chOff x="6546858" y="4697833"/>
            <a:chExt cx="6182000" cy="332870"/>
          </a:xfrm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B40870C-51A4-89EF-AACE-E3CA4FECC172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6546858" y="4767506"/>
              <a:ext cx="172529" cy="251002"/>
            </a:xfrm>
            <a:custGeom>
              <a:avLst/>
              <a:gdLst>
                <a:gd name="connsiteX0" fmla="*/ 55125 w 172529"/>
                <a:gd name="connsiteY0" fmla="*/ 80065 h 251002"/>
                <a:gd name="connsiteX1" fmla="*/ 82319 w 172529"/>
                <a:gd name="connsiteY1" fmla="*/ 80065 h 251002"/>
                <a:gd name="connsiteX2" fmla="*/ 55729 w 172529"/>
                <a:gd name="connsiteY2" fmla="*/ 199185 h 251002"/>
                <a:gd name="connsiteX3" fmla="*/ 26420 w 172529"/>
                <a:gd name="connsiteY3" fmla="*/ 245131 h 251002"/>
                <a:gd name="connsiteX4" fmla="*/ 20377 w 172529"/>
                <a:gd name="connsiteY4" fmla="*/ 240593 h 251002"/>
                <a:gd name="connsiteX5" fmla="*/ 21586 w 172529"/>
                <a:gd name="connsiteY5" fmla="*/ 237474 h 251002"/>
                <a:gd name="connsiteX6" fmla="*/ 23097 w 172529"/>
                <a:gd name="connsiteY6" fmla="*/ 232936 h 251002"/>
                <a:gd name="connsiteX7" fmla="*/ 11313 w 172529"/>
                <a:gd name="connsiteY7" fmla="*/ 222158 h 251002"/>
                <a:gd name="connsiteX8" fmla="*/ 133 w 172529"/>
                <a:gd name="connsiteY8" fmla="*/ 233787 h 251002"/>
                <a:gd name="connsiteX9" fmla="*/ 24003 w 172529"/>
                <a:gd name="connsiteY9" fmla="*/ 251087 h 251002"/>
                <a:gd name="connsiteX10" fmla="*/ 84434 w 172529"/>
                <a:gd name="connsiteY10" fmla="*/ 170823 h 251002"/>
                <a:gd name="connsiteX11" fmla="*/ 106189 w 172529"/>
                <a:gd name="connsiteY11" fmla="*/ 80065 h 251002"/>
                <a:gd name="connsiteX12" fmla="*/ 139123 w 172529"/>
                <a:gd name="connsiteY12" fmla="*/ 80065 h 251002"/>
                <a:gd name="connsiteX13" fmla="*/ 140936 w 172529"/>
                <a:gd name="connsiteY13" fmla="*/ 70989 h 251002"/>
                <a:gd name="connsiteX14" fmla="*/ 108304 w 172529"/>
                <a:gd name="connsiteY14" fmla="*/ 70989 h 251002"/>
                <a:gd name="connsiteX15" fmla="*/ 145166 w 172529"/>
                <a:gd name="connsiteY15" fmla="*/ 6324 h 251002"/>
                <a:gd name="connsiteX16" fmla="*/ 151814 w 172529"/>
                <a:gd name="connsiteY16" fmla="*/ 9728 h 251002"/>
                <a:gd name="connsiteX17" fmla="*/ 150605 w 172529"/>
                <a:gd name="connsiteY17" fmla="*/ 12564 h 251002"/>
                <a:gd name="connsiteX18" fmla="*/ 148792 w 172529"/>
                <a:gd name="connsiteY18" fmla="*/ 18520 h 251002"/>
                <a:gd name="connsiteX19" fmla="*/ 159972 w 172529"/>
                <a:gd name="connsiteY19" fmla="*/ 29865 h 251002"/>
                <a:gd name="connsiteX20" fmla="*/ 172662 w 172529"/>
                <a:gd name="connsiteY20" fmla="*/ 18520 h 251002"/>
                <a:gd name="connsiteX21" fmla="*/ 146677 w 172529"/>
                <a:gd name="connsiteY21" fmla="*/ 85 h 251002"/>
                <a:gd name="connsiteX22" fmla="*/ 109210 w 172529"/>
                <a:gd name="connsiteY22" fmla="*/ 19654 h 251002"/>
                <a:gd name="connsiteX23" fmla="*/ 85038 w 172529"/>
                <a:gd name="connsiteY23" fmla="*/ 70989 h 251002"/>
                <a:gd name="connsiteX24" fmla="*/ 57240 w 172529"/>
                <a:gd name="connsiteY24" fmla="*/ 70989 h 251002"/>
                <a:gd name="connsiteX25" fmla="*/ 55125 w 172529"/>
                <a:gd name="connsiteY25" fmla="*/ 80065 h 25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29" h="251002">
                  <a:moveTo>
                    <a:pt x="55125" y="80065"/>
                  </a:moveTo>
                  <a:lnTo>
                    <a:pt x="82319" y="80065"/>
                  </a:lnTo>
                  <a:lnTo>
                    <a:pt x="55729" y="199185"/>
                  </a:lnTo>
                  <a:cubicBezTo>
                    <a:pt x="49082" y="229532"/>
                    <a:pt x="39111" y="245131"/>
                    <a:pt x="26420" y="245131"/>
                  </a:cubicBezTo>
                  <a:cubicBezTo>
                    <a:pt x="22795" y="245131"/>
                    <a:pt x="20377" y="243146"/>
                    <a:pt x="20377" y="240593"/>
                  </a:cubicBezTo>
                  <a:cubicBezTo>
                    <a:pt x="20377" y="239743"/>
                    <a:pt x="20679" y="238892"/>
                    <a:pt x="21586" y="237474"/>
                  </a:cubicBezTo>
                  <a:cubicBezTo>
                    <a:pt x="22795" y="235772"/>
                    <a:pt x="23097" y="234638"/>
                    <a:pt x="23097" y="232936"/>
                  </a:cubicBezTo>
                  <a:cubicBezTo>
                    <a:pt x="23097" y="226980"/>
                    <a:pt x="17658" y="222158"/>
                    <a:pt x="11313" y="222158"/>
                  </a:cubicBezTo>
                  <a:cubicBezTo>
                    <a:pt x="4968" y="222158"/>
                    <a:pt x="133" y="227263"/>
                    <a:pt x="133" y="233787"/>
                  </a:cubicBezTo>
                  <a:cubicBezTo>
                    <a:pt x="133" y="243430"/>
                    <a:pt x="10708" y="251087"/>
                    <a:pt x="24003" y="251087"/>
                  </a:cubicBezTo>
                  <a:cubicBezTo>
                    <a:pt x="50895" y="251087"/>
                    <a:pt x="72045" y="223009"/>
                    <a:pt x="84434" y="170823"/>
                  </a:cubicBezTo>
                  <a:lnTo>
                    <a:pt x="106189" y="80065"/>
                  </a:lnTo>
                  <a:lnTo>
                    <a:pt x="139123" y="80065"/>
                  </a:lnTo>
                  <a:lnTo>
                    <a:pt x="140936" y="70989"/>
                  </a:lnTo>
                  <a:lnTo>
                    <a:pt x="108304" y="70989"/>
                  </a:lnTo>
                  <a:cubicBezTo>
                    <a:pt x="117066" y="26461"/>
                    <a:pt x="128246" y="6324"/>
                    <a:pt x="145166" y="6324"/>
                  </a:cubicBezTo>
                  <a:cubicBezTo>
                    <a:pt x="149094" y="6324"/>
                    <a:pt x="151814" y="7742"/>
                    <a:pt x="151814" y="9728"/>
                  </a:cubicBezTo>
                  <a:cubicBezTo>
                    <a:pt x="151814" y="10579"/>
                    <a:pt x="151511" y="11146"/>
                    <a:pt x="150605" y="12564"/>
                  </a:cubicBezTo>
                  <a:cubicBezTo>
                    <a:pt x="149396" y="15117"/>
                    <a:pt x="148792" y="16535"/>
                    <a:pt x="148792" y="18520"/>
                  </a:cubicBezTo>
                  <a:cubicBezTo>
                    <a:pt x="148792" y="25327"/>
                    <a:pt x="153324" y="29865"/>
                    <a:pt x="159972" y="29865"/>
                  </a:cubicBezTo>
                  <a:cubicBezTo>
                    <a:pt x="166921" y="29865"/>
                    <a:pt x="172662" y="24760"/>
                    <a:pt x="172662" y="18520"/>
                  </a:cubicBezTo>
                  <a:cubicBezTo>
                    <a:pt x="172662" y="8026"/>
                    <a:pt x="161482" y="85"/>
                    <a:pt x="146677" y="85"/>
                  </a:cubicBezTo>
                  <a:cubicBezTo>
                    <a:pt x="131872" y="85"/>
                    <a:pt x="120088" y="6324"/>
                    <a:pt x="109210" y="19654"/>
                  </a:cubicBezTo>
                  <a:cubicBezTo>
                    <a:pt x="100146" y="30716"/>
                    <a:pt x="94102" y="43762"/>
                    <a:pt x="85038" y="70989"/>
                  </a:cubicBezTo>
                  <a:lnTo>
                    <a:pt x="57240" y="70989"/>
                  </a:lnTo>
                  <a:lnTo>
                    <a:pt x="55125" y="8006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7AB0376-454E-52B8-CECF-BBC3C37F0E8A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6749776" y="4747085"/>
              <a:ext cx="70099" cy="283618"/>
            </a:xfrm>
            <a:custGeom>
              <a:avLst/>
              <a:gdLst>
                <a:gd name="connsiteX0" fmla="*/ 70237 w 70099"/>
                <a:gd name="connsiteY0" fmla="*/ 280867 h 283618"/>
                <a:gd name="connsiteX1" fmla="*/ 65101 w 70099"/>
                <a:gd name="connsiteY1" fmla="*/ 274627 h 283618"/>
                <a:gd name="connsiteX2" fmla="*/ 17663 w 70099"/>
                <a:gd name="connsiteY2" fmla="*/ 141893 h 283618"/>
                <a:gd name="connsiteX3" fmla="*/ 66309 w 70099"/>
                <a:gd name="connsiteY3" fmla="*/ 7742 h 283618"/>
                <a:gd name="connsiteX4" fmla="*/ 70237 w 70099"/>
                <a:gd name="connsiteY4" fmla="*/ 2920 h 283618"/>
                <a:gd name="connsiteX5" fmla="*/ 67216 w 70099"/>
                <a:gd name="connsiteY5" fmla="*/ 84 h 283618"/>
                <a:gd name="connsiteX6" fmla="*/ 19173 w 70099"/>
                <a:gd name="connsiteY6" fmla="*/ 55390 h 283618"/>
                <a:gd name="connsiteX7" fmla="*/ 138 w 70099"/>
                <a:gd name="connsiteY7" fmla="*/ 141893 h 283618"/>
                <a:gd name="connsiteX8" fmla="*/ 20080 w 70099"/>
                <a:gd name="connsiteY8" fmla="*/ 230382 h 283618"/>
                <a:gd name="connsiteX9" fmla="*/ 67216 w 70099"/>
                <a:gd name="connsiteY9" fmla="*/ 283703 h 283618"/>
                <a:gd name="connsiteX10" fmla="*/ 70237 w 70099"/>
                <a:gd name="connsiteY10" fmla="*/ 280867 h 283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9" h="283618">
                  <a:moveTo>
                    <a:pt x="70237" y="280867"/>
                  </a:moveTo>
                  <a:cubicBezTo>
                    <a:pt x="70237" y="280016"/>
                    <a:pt x="70237" y="279449"/>
                    <a:pt x="65101" y="274627"/>
                  </a:cubicBezTo>
                  <a:cubicBezTo>
                    <a:pt x="27332" y="238891"/>
                    <a:pt x="17663" y="185287"/>
                    <a:pt x="17663" y="141893"/>
                  </a:cubicBezTo>
                  <a:cubicBezTo>
                    <a:pt x="17663" y="92544"/>
                    <a:pt x="29144" y="43194"/>
                    <a:pt x="66309" y="7742"/>
                  </a:cubicBezTo>
                  <a:cubicBezTo>
                    <a:pt x="70237" y="4338"/>
                    <a:pt x="70237" y="3771"/>
                    <a:pt x="70237" y="2920"/>
                  </a:cubicBezTo>
                  <a:cubicBezTo>
                    <a:pt x="70237" y="935"/>
                    <a:pt x="69029" y="84"/>
                    <a:pt x="67216" y="84"/>
                  </a:cubicBezTo>
                  <a:cubicBezTo>
                    <a:pt x="64194" y="84"/>
                    <a:pt x="37000" y="19370"/>
                    <a:pt x="19173" y="55390"/>
                  </a:cubicBezTo>
                  <a:cubicBezTo>
                    <a:pt x="3764" y="86588"/>
                    <a:pt x="138" y="118069"/>
                    <a:pt x="138" y="141893"/>
                  </a:cubicBezTo>
                  <a:cubicBezTo>
                    <a:pt x="138" y="164016"/>
                    <a:pt x="3462" y="198334"/>
                    <a:pt x="20080" y="230382"/>
                  </a:cubicBezTo>
                  <a:cubicBezTo>
                    <a:pt x="38209" y="265268"/>
                    <a:pt x="64194" y="283703"/>
                    <a:pt x="67216" y="283703"/>
                  </a:cubicBezTo>
                  <a:cubicBezTo>
                    <a:pt x="69029" y="283703"/>
                    <a:pt x="70237" y="282852"/>
                    <a:pt x="70237" y="280867"/>
                  </a:cubicBezTo>
                  <a:close/>
                </a:path>
              </a:pathLst>
            </a:custGeom>
            <a:solidFill>
              <a:srgbClr val="FFFFFF"/>
            </a:solidFill>
            <a:ln w="4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31E2CC5-4DBD-6F2E-A00C-08131D4511FE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6829376" y="4834723"/>
              <a:ext cx="143220" cy="128195"/>
            </a:xfrm>
            <a:custGeom>
              <a:avLst/>
              <a:gdLst>
                <a:gd name="connsiteX0" fmla="*/ 129765 w 143220"/>
                <a:gd name="connsiteY0" fmla="*/ 93679 h 128195"/>
                <a:gd name="connsiteX1" fmla="*/ 123117 w 143220"/>
                <a:gd name="connsiteY1" fmla="*/ 101337 h 128195"/>
                <a:gd name="connsiteX2" fmla="*/ 109218 w 143220"/>
                <a:gd name="connsiteY2" fmla="*/ 112681 h 128195"/>
                <a:gd name="connsiteX3" fmla="*/ 99851 w 143220"/>
                <a:gd name="connsiteY3" fmla="*/ 101053 h 128195"/>
                <a:gd name="connsiteX4" fmla="*/ 98643 w 143220"/>
                <a:gd name="connsiteY4" fmla="*/ 96231 h 128195"/>
                <a:gd name="connsiteX5" fmla="*/ 87765 w 143220"/>
                <a:gd name="connsiteY5" fmla="*/ 50285 h 128195"/>
                <a:gd name="connsiteX6" fmla="*/ 117376 w 143220"/>
                <a:gd name="connsiteY6" fmla="*/ 15967 h 128195"/>
                <a:gd name="connsiteX7" fmla="*/ 124628 w 143220"/>
                <a:gd name="connsiteY7" fmla="*/ 18236 h 128195"/>
                <a:gd name="connsiteX8" fmla="*/ 132786 w 143220"/>
                <a:gd name="connsiteY8" fmla="*/ 20789 h 128195"/>
                <a:gd name="connsiteX9" fmla="*/ 143361 w 143220"/>
                <a:gd name="connsiteY9" fmla="*/ 10579 h 128195"/>
                <a:gd name="connsiteX10" fmla="*/ 130973 w 143220"/>
                <a:gd name="connsiteY10" fmla="*/ 85 h 128195"/>
                <a:gd name="connsiteX11" fmla="*/ 85348 w 143220"/>
                <a:gd name="connsiteY11" fmla="*/ 40642 h 128195"/>
                <a:gd name="connsiteX12" fmla="*/ 82024 w 143220"/>
                <a:gd name="connsiteY12" fmla="*/ 25043 h 128195"/>
                <a:gd name="connsiteX13" fmla="*/ 66313 w 143220"/>
                <a:gd name="connsiteY13" fmla="*/ 85 h 128195"/>
                <a:gd name="connsiteX14" fmla="*/ 30961 w 143220"/>
                <a:gd name="connsiteY14" fmla="*/ 8310 h 128195"/>
                <a:gd name="connsiteX15" fmla="*/ 27637 w 143220"/>
                <a:gd name="connsiteY15" fmla="*/ 9444 h 128195"/>
                <a:gd name="connsiteX16" fmla="*/ 28846 w 143220"/>
                <a:gd name="connsiteY16" fmla="*/ 13698 h 128195"/>
                <a:gd name="connsiteX17" fmla="*/ 45766 w 143220"/>
                <a:gd name="connsiteY17" fmla="*/ 10579 h 128195"/>
                <a:gd name="connsiteX18" fmla="*/ 59363 w 143220"/>
                <a:gd name="connsiteY18" fmla="*/ 30148 h 128195"/>
                <a:gd name="connsiteX19" fmla="*/ 68125 w 143220"/>
                <a:gd name="connsiteY19" fmla="*/ 65033 h 128195"/>
                <a:gd name="connsiteX20" fmla="*/ 43349 w 143220"/>
                <a:gd name="connsiteY20" fmla="*/ 98217 h 128195"/>
                <a:gd name="connsiteX21" fmla="*/ 27939 w 143220"/>
                <a:gd name="connsiteY21" fmla="*/ 111831 h 128195"/>
                <a:gd name="connsiteX22" fmla="*/ 20083 w 143220"/>
                <a:gd name="connsiteY22" fmla="*/ 109278 h 128195"/>
                <a:gd name="connsiteX23" fmla="*/ 10414 w 143220"/>
                <a:gd name="connsiteY23" fmla="*/ 106442 h 128195"/>
                <a:gd name="connsiteX24" fmla="*/ 141 w 143220"/>
                <a:gd name="connsiteY24" fmla="*/ 116368 h 128195"/>
                <a:gd name="connsiteX25" fmla="*/ 15249 w 143220"/>
                <a:gd name="connsiteY25" fmla="*/ 128280 h 128195"/>
                <a:gd name="connsiteX26" fmla="*/ 43349 w 143220"/>
                <a:gd name="connsiteY26" fmla="*/ 108427 h 128195"/>
                <a:gd name="connsiteX27" fmla="*/ 70543 w 143220"/>
                <a:gd name="connsiteY27" fmla="*/ 75244 h 128195"/>
                <a:gd name="connsiteX28" fmla="*/ 79607 w 143220"/>
                <a:gd name="connsiteY28" fmla="*/ 109278 h 128195"/>
                <a:gd name="connsiteX29" fmla="*/ 97132 w 143220"/>
                <a:gd name="connsiteY29" fmla="*/ 128280 h 128195"/>
                <a:gd name="connsiteX30" fmla="*/ 133995 w 143220"/>
                <a:gd name="connsiteY30" fmla="*/ 95948 h 128195"/>
                <a:gd name="connsiteX31" fmla="*/ 129765 w 143220"/>
                <a:gd name="connsiteY31" fmla="*/ 93679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20" h="128195">
                  <a:moveTo>
                    <a:pt x="129765" y="93679"/>
                  </a:moveTo>
                  <a:cubicBezTo>
                    <a:pt x="127347" y="96231"/>
                    <a:pt x="125837" y="97933"/>
                    <a:pt x="123117" y="101337"/>
                  </a:cubicBezTo>
                  <a:cubicBezTo>
                    <a:pt x="116168" y="109845"/>
                    <a:pt x="112542" y="112681"/>
                    <a:pt x="109218" y="112681"/>
                  </a:cubicBezTo>
                  <a:cubicBezTo>
                    <a:pt x="104686" y="112681"/>
                    <a:pt x="101967" y="108994"/>
                    <a:pt x="99851" y="101053"/>
                  </a:cubicBezTo>
                  <a:cubicBezTo>
                    <a:pt x="99247" y="98784"/>
                    <a:pt x="98945" y="97082"/>
                    <a:pt x="98643" y="96231"/>
                  </a:cubicBezTo>
                  <a:cubicBezTo>
                    <a:pt x="91089" y="67586"/>
                    <a:pt x="87765" y="54539"/>
                    <a:pt x="87765" y="50285"/>
                  </a:cubicBezTo>
                  <a:cubicBezTo>
                    <a:pt x="101060" y="28447"/>
                    <a:pt x="111938" y="15967"/>
                    <a:pt x="117376" y="15967"/>
                  </a:cubicBezTo>
                  <a:cubicBezTo>
                    <a:pt x="119189" y="15967"/>
                    <a:pt x="121606" y="16818"/>
                    <a:pt x="124628" y="18236"/>
                  </a:cubicBezTo>
                  <a:cubicBezTo>
                    <a:pt x="128254" y="20222"/>
                    <a:pt x="130369" y="20789"/>
                    <a:pt x="132786" y="20789"/>
                  </a:cubicBezTo>
                  <a:cubicBezTo>
                    <a:pt x="139131" y="20789"/>
                    <a:pt x="143361" y="16535"/>
                    <a:pt x="143361" y="10579"/>
                  </a:cubicBezTo>
                  <a:cubicBezTo>
                    <a:pt x="143361" y="4623"/>
                    <a:pt x="138225" y="85"/>
                    <a:pt x="130973" y="85"/>
                  </a:cubicBezTo>
                  <a:cubicBezTo>
                    <a:pt x="117678" y="85"/>
                    <a:pt x="106197" y="10295"/>
                    <a:pt x="85348" y="40642"/>
                  </a:cubicBezTo>
                  <a:lnTo>
                    <a:pt x="82024" y="25043"/>
                  </a:lnTo>
                  <a:cubicBezTo>
                    <a:pt x="77794" y="5757"/>
                    <a:pt x="74471" y="85"/>
                    <a:pt x="66313" y="85"/>
                  </a:cubicBezTo>
                  <a:cubicBezTo>
                    <a:pt x="59665" y="85"/>
                    <a:pt x="49392" y="2637"/>
                    <a:pt x="30961" y="8310"/>
                  </a:cubicBezTo>
                  <a:lnTo>
                    <a:pt x="27637" y="9444"/>
                  </a:lnTo>
                  <a:lnTo>
                    <a:pt x="28846" y="13698"/>
                  </a:lnTo>
                  <a:cubicBezTo>
                    <a:pt x="40327" y="11146"/>
                    <a:pt x="43047" y="10579"/>
                    <a:pt x="45766" y="10579"/>
                  </a:cubicBezTo>
                  <a:cubicBezTo>
                    <a:pt x="53320" y="10579"/>
                    <a:pt x="55133" y="13131"/>
                    <a:pt x="59363" y="30148"/>
                  </a:cubicBezTo>
                  <a:lnTo>
                    <a:pt x="68125" y="65033"/>
                  </a:lnTo>
                  <a:lnTo>
                    <a:pt x="43349" y="98217"/>
                  </a:lnTo>
                  <a:cubicBezTo>
                    <a:pt x="37306" y="106725"/>
                    <a:pt x="31263" y="111831"/>
                    <a:pt x="27939" y="111831"/>
                  </a:cubicBezTo>
                  <a:cubicBezTo>
                    <a:pt x="26126" y="111831"/>
                    <a:pt x="23105" y="110980"/>
                    <a:pt x="20083" y="109278"/>
                  </a:cubicBezTo>
                  <a:cubicBezTo>
                    <a:pt x="16155" y="107293"/>
                    <a:pt x="12832" y="106442"/>
                    <a:pt x="10414" y="106442"/>
                  </a:cubicBezTo>
                  <a:cubicBezTo>
                    <a:pt x="4673" y="106442"/>
                    <a:pt x="141" y="110696"/>
                    <a:pt x="141" y="116368"/>
                  </a:cubicBezTo>
                  <a:cubicBezTo>
                    <a:pt x="141" y="123743"/>
                    <a:pt x="6184" y="128280"/>
                    <a:pt x="15249" y="128280"/>
                  </a:cubicBezTo>
                  <a:cubicBezTo>
                    <a:pt x="24616" y="128280"/>
                    <a:pt x="28241" y="125728"/>
                    <a:pt x="43349" y="108427"/>
                  </a:cubicBezTo>
                  <a:cubicBezTo>
                    <a:pt x="51507" y="99351"/>
                    <a:pt x="57852" y="91694"/>
                    <a:pt x="70543" y="75244"/>
                  </a:cubicBezTo>
                  <a:lnTo>
                    <a:pt x="79607" y="109278"/>
                  </a:lnTo>
                  <a:cubicBezTo>
                    <a:pt x="83535" y="123743"/>
                    <a:pt x="87463" y="128280"/>
                    <a:pt x="97132" y="128280"/>
                  </a:cubicBezTo>
                  <a:cubicBezTo>
                    <a:pt x="108614" y="128280"/>
                    <a:pt x="116470" y="121474"/>
                    <a:pt x="133995" y="95948"/>
                  </a:cubicBezTo>
                  <a:lnTo>
                    <a:pt x="129765" y="9367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B2A2343D-4BE1-8839-4ACD-E46424AB1E53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6990320" y="4747085"/>
              <a:ext cx="70099" cy="283618"/>
            </a:xfrm>
            <a:custGeom>
              <a:avLst/>
              <a:gdLst>
                <a:gd name="connsiteX0" fmla="*/ 70245 w 70099"/>
                <a:gd name="connsiteY0" fmla="*/ 141893 h 283618"/>
                <a:gd name="connsiteX1" fmla="*/ 50303 w 70099"/>
                <a:gd name="connsiteY1" fmla="*/ 53404 h 283618"/>
                <a:gd name="connsiteX2" fmla="*/ 3168 w 70099"/>
                <a:gd name="connsiteY2" fmla="*/ 84 h 283618"/>
                <a:gd name="connsiteX3" fmla="*/ 146 w 70099"/>
                <a:gd name="connsiteY3" fmla="*/ 2920 h 283618"/>
                <a:gd name="connsiteX4" fmla="*/ 5887 w 70099"/>
                <a:gd name="connsiteY4" fmla="*/ 9443 h 283618"/>
                <a:gd name="connsiteX5" fmla="*/ 52721 w 70099"/>
                <a:gd name="connsiteY5" fmla="*/ 141893 h 283618"/>
                <a:gd name="connsiteX6" fmla="*/ 4074 w 70099"/>
                <a:gd name="connsiteY6" fmla="*/ 276045 h 283618"/>
                <a:gd name="connsiteX7" fmla="*/ 146 w 70099"/>
                <a:gd name="connsiteY7" fmla="*/ 280867 h 283618"/>
                <a:gd name="connsiteX8" fmla="*/ 3168 w 70099"/>
                <a:gd name="connsiteY8" fmla="*/ 283703 h 283618"/>
                <a:gd name="connsiteX9" fmla="*/ 51210 w 70099"/>
                <a:gd name="connsiteY9" fmla="*/ 228397 h 283618"/>
                <a:gd name="connsiteX10" fmla="*/ 70245 w 70099"/>
                <a:gd name="connsiteY10" fmla="*/ 141893 h 283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9" h="283618">
                  <a:moveTo>
                    <a:pt x="70245" y="141893"/>
                  </a:moveTo>
                  <a:cubicBezTo>
                    <a:pt x="70245" y="119771"/>
                    <a:pt x="66922" y="85453"/>
                    <a:pt x="50303" y="53404"/>
                  </a:cubicBezTo>
                  <a:cubicBezTo>
                    <a:pt x="32174" y="18519"/>
                    <a:pt x="6189" y="84"/>
                    <a:pt x="3168" y="84"/>
                  </a:cubicBezTo>
                  <a:cubicBezTo>
                    <a:pt x="1355" y="84"/>
                    <a:pt x="146" y="1218"/>
                    <a:pt x="146" y="2920"/>
                  </a:cubicBezTo>
                  <a:cubicBezTo>
                    <a:pt x="146" y="3771"/>
                    <a:pt x="146" y="4338"/>
                    <a:pt x="5887" y="9443"/>
                  </a:cubicBezTo>
                  <a:cubicBezTo>
                    <a:pt x="35498" y="37522"/>
                    <a:pt x="52721" y="82617"/>
                    <a:pt x="52721" y="141893"/>
                  </a:cubicBezTo>
                  <a:cubicBezTo>
                    <a:pt x="52721" y="190392"/>
                    <a:pt x="41541" y="240309"/>
                    <a:pt x="4074" y="276045"/>
                  </a:cubicBezTo>
                  <a:cubicBezTo>
                    <a:pt x="146" y="279449"/>
                    <a:pt x="146" y="280016"/>
                    <a:pt x="146" y="280867"/>
                  </a:cubicBezTo>
                  <a:cubicBezTo>
                    <a:pt x="146" y="282568"/>
                    <a:pt x="1355" y="283703"/>
                    <a:pt x="3168" y="283703"/>
                  </a:cubicBezTo>
                  <a:cubicBezTo>
                    <a:pt x="6189" y="283703"/>
                    <a:pt x="33383" y="264417"/>
                    <a:pt x="51210" y="228397"/>
                  </a:cubicBezTo>
                  <a:cubicBezTo>
                    <a:pt x="66620" y="197199"/>
                    <a:pt x="70245" y="165717"/>
                    <a:pt x="70245" y="141893"/>
                  </a:cubicBezTo>
                  <a:close/>
                </a:path>
              </a:pathLst>
            </a:custGeom>
            <a:solidFill>
              <a:srgbClr val="FFFFFF"/>
            </a:solidFill>
            <a:ln w="4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AAED7AE-E042-6A37-F1A5-E61D2B081B53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7175084" y="4855711"/>
              <a:ext cx="200931" cy="66366"/>
            </a:xfrm>
            <a:custGeom>
              <a:avLst/>
              <a:gdLst>
                <a:gd name="connsiteX0" fmla="*/ 190811 w 200931"/>
                <a:gd name="connsiteY0" fmla="*/ 11429 h 66366"/>
                <a:gd name="connsiteX1" fmla="*/ 201084 w 200931"/>
                <a:gd name="connsiteY1" fmla="*/ 5756 h 66366"/>
                <a:gd name="connsiteX2" fmla="*/ 191113 w 200931"/>
                <a:gd name="connsiteY2" fmla="*/ 84 h 66366"/>
                <a:gd name="connsiteX3" fmla="*/ 10124 w 200931"/>
                <a:gd name="connsiteY3" fmla="*/ 84 h 66366"/>
                <a:gd name="connsiteX4" fmla="*/ 153 w 200931"/>
                <a:gd name="connsiteY4" fmla="*/ 5756 h 66366"/>
                <a:gd name="connsiteX5" fmla="*/ 10426 w 200931"/>
                <a:gd name="connsiteY5" fmla="*/ 11429 h 66366"/>
                <a:gd name="connsiteX6" fmla="*/ 190811 w 200931"/>
                <a:gd name="connsiteY6" fmla="*/ 11429 h 66366"/>
                <a:gd name="connsiteX7" fmla="*/ 191113 w 200931"/>
                <a:gd name="connsiteY7" fmla="*/ 66451 h 66366"/>
                <a:gd name="connsiteX8" fmla="*/ 201084 w 200931"/>
                <a:gd name="connsiteY8" fmla="*/ 60778 h 66366"/>
                <a:gd name="connsiteX9" fmla="*/ 190811 w 200931"/>
                <a:gd name="connsiteY9" fmla="*/ 55106 h 66366"/>
                <a:gd name="connsiteX10" fmla="*/ 10426 w 200931"/>
                <a:gd name="connsiteY10" fmla="*/ 55106 h 66366"/>
                <a:gd name="connsiteX11" fmla="*/ 153 w 200931"/>
                <a:gd name="connsiteY11" fmla="*/ 60778 h 66366"/>
                <a:gd name="connsiteX12" fmla="*/ 10124 w 200931"/>
                <a:gd name="connsiteY12" fmla="*/ 66451 h 66366"/>
                <a:gd name="connsiteX13" fmla="*/ 191113 w 200931"/>
                <a:gd name="connsiteY13" fmla="*/ 66451 h 6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931" h="66366">
                  <a:moveTo>
                    <a:pt x="190811" y="11429"/>
                  </a:moveTo>
                  <a:cubicBezTo>
                    <a:pt x="195343" y="11429"/>
                    <a:pt x="201084" y="11429"/>
                    <a:pt x="201084" y="5756"/>
                  </a:cubicBezTo>
                  <a:cubicBezTo>
                    <a:pt x="201084" y="84"/>
                    <a:pt x="195343" y="84"/>
                    <a:pt x="191113" y="84"/>
                  </a:cubicBezTo>
                  <a:lnTo>
                    <a:pt x="10124" y="84"/>
                  </a:lnTo>
                  <a:cubicBezTo>
                    <a:pt x="5894" y="84"/>
                    <a:pt x="153" y="84"/>
                    <a:pt x="153" y="5756"/>
                  </a:cubicBezTo>
                  <a:cubicBezTo>
                    <a:pt x="153" y="11429"/>
                    <a:pt x="5894" y="11429"/>
                    <a:pt x="10426" y="11429"/>
                  </a:cubicBezTo>
                  <a:lnTo>
                    <a:pt x="190811" y="11429"/>
                  </a:lnTo>
                  <a:close/>
                  <a:moveTo>
                    <a:pt x="191113" y="66451"/>
                  </a:moveTo>
                  <a:cubicBezTo>
                    <a:pt x="195343" y="66451"/>
                    <a:pt x="201084" y="66451"/>
                    <a:pt x="201084" y="60778"/>
                  </a:cubicBezTo>
                  <a:cubicBezTo>
                    <a:pt x="201084" y="55106"/>
                    <a:pt x="195343" y="55106"/>
                    <a:pt x="190811" y="55106"/>
                  </a:cubicBezTo>
                  <a:lnTo>
                    <a:pt x="10426" y="55106"/>
                  </a:lnTo>
                  <a:cubicBezTo>
                    <a:pt x="5894" y="55106"/>
                    <a:pt x="153" y="55106"/>
                    <a:pt x="153" y="60778"/>
                  </a:cubicBezTo>
                  <a:cubicBezTo>
                    <a:pt x="153" y="66451"/>
                    <a:pt x="5894" y="66451"/>
                    <a:pt x="10124" y="66451"/>
                  </a:cubicBezTo>
                  <a:lnTo>
                    <a:pt x="191113" y="66451"/>
                  </a:lnTo>
                  <a:close/>
                </a:path>
              </a:pathLst>
            </a:custGeom>
            <a:solidFill>
              <a:srgbClr val="FFFFFF"/>
            </a:solidFill>
            <a:ln w="4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D676CDC-EDDB-DD2A-93F1-05F25D638B5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7468460" y="4768073"/>
              <a:ext cx="136572" cy="195697"/>
            </a:xfrm>
            <a:custGeom>
              <a:avLst/>
              <a:gdLst>
                <a:gd name="connsiteX0" fmla="*/ 69657 w 136572"/>
                <a:gd name="connsiteY0" fmla="*/ 85 h 195697"/>
                <a:gd name="connsiteX1" fmla="*/ 29168 w 136572"/>
                <a:gd name="connsiteY1" fmla="*/ 14833 h 195697"/>
                <a:gd name="connsiteX2" fmla="*/ 162 w 136572"/>
                <a:gd name="connsiteY2" fmla="*/ 96515 h 195697"/>
                <a:gd name="connsiteX3" fmla="*/ 24334 w 136572"/>
                <a:gd name="connsiteY3" fmla="*/ 176496 h 195697"/>
                <a:gd name="connsiteX4" fmla="*/ 68448 w 136572"/>
                <a:gd name="connsiteY4" fmla="*/ 195782 h 195697"/>
                <a:gd name="connsiteX5" fmla="*/ 107728 w 136572"/>
                <a:gd name="connsiteY5" fmla="*/ 181034 h 195697"/>
                <a:gd name="connsiteX6" fmla="*/ 136735 w 136572"/>
                <a:gd name="connsiteY6" fmla="*/ 98217 h 195697"/>
                <a:gd name="connsiteX7" fmla="*/ 69657 w 136572"/>
                <a:gd name="connsiteY7" fmla="*/ 85 h 195697"/>
                <a:gd name="connsiteX8" fmla="*/ 68750 w 136572"/>
                <a:gd name="connsiteY8" fmla="*/ 7459 h 195697"/>
                <a:gd name="connsiteX9" fmla="*/ 107728 w 136572"/>
                <a:gd name="connsiteY9" fmla="*/ 98784 h 195697"/>
                <a:gd name="connsiteX10" fmla="*/ 68448 w 136572"/>
                <a:gd name="connsiteY10" fmla="*/ 188408 h 195697"/>
                <a:gd name="connsiteX11" fmla="*/ 29168 w 136572"/>
                <a:gd name="connsiteY11" fmla="*/ 99068 h 195697"/>
                <a:gd name="connsiteX12" fmla="*/ 68750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657" y="85"/>
                  </a:moveTo>
                  <a:cubicBezTo>
                    <a:pt x="53038" y="85"/>
                    <a:pt x="40348" y="4906"/>
                    <a:pt x="29168" y="14833"/>
                  </a:cubicBezTo>
                  <a:cubicBezTo>
                    <a:pt x="11643" y="30716"/>
                    <a:pt x="162" y="63332"/>
                    <a:pt x="162" y="96515"/>
                  </a:cubicBezTo>
                  <a:cubicBezTo>
                    <a:pt x="162" y="127430"/>
                    <a:pt x="10133" y="160613"/>
                    <a:pt x="24334" y="176496"/>
                  </a:cubicBezTo>
                  <a:cubicBezTo>
                    <a:pt x="35513" y="188975"/>
                    <a:pt x="50923" y="195782"/>
                    <a:pt x="68448" y="195782"/>
                  </a:cubicBezTo>
                  <a:cubicBezTo>
                    <a:pt x="83858" y="195782"/>
                    <a:pt x="96850" y="190960"/>
                    <a:pt x="107728" y="181034"/>
                  </a:cubicBezTo>
                  <a:cubicBezTo>
                    <a:pt x="125253" y="165435"/>
                    <a:pt x="136735" y="132535"/>
                    <a:pt x="136735" y="98217"/>
                  </a:cubicBezTo>
                  <a:cubicBezTo>
                    <a:pt x="136735" y="40075"/>
                    <a:pt x="109239" y="85"/>
                    <a:pt x="69657" y="85"/>
                  </a:cubicBezTo>
                  <a:close/>
                  <a:moveTo>
                    <a:pt x="68750" y="7459"/>
                  </a:moveTo>
                  <a:cubicBezTo>
                    <a:pt x="94131" y="7459"/>
                    <a:pt x="107728" y="39508"/>
                    <a:pt x="107728" y="98784"/>
                  </a:cubicBezTo>
                  <a:cubicBezTo>
                    <a:pt x="107728" y="158060"/>
                    <a:pt x="94433" y="188408"/>
                    <a:pt x="68448" y="188408"/>
                  </a:cubicBezTo>
                  <a:cubicBezTo>
                    <a:pt x="42463" y="188408"/>
                    <a:pt x="29168" y="158060"/>
                    <a:pt x="29168" y="99068"/>
                  </a:cubicBezTo>
                  <a:cubicBezTo>
                    <a:pt x="29168" y="38940"/>
                    <a:pt x="42765" y="7459"/>
                    <a:pt x="68750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BE9CFA8-AE39-897C-9C35-82764074B24B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7638836" y="4929736"/>
              <a:ext cx="32028" cy="30063"/>
            </a:xfrm>
            <a:custGeom>
              <a:avLst/>
              <a:gdLst>
                <a:gd name="connsiteX0" fmla="*/ 32195 w 32028"/>
                <a:gd name="connsiteY0" fmla="*/ 15116 h 30063"/>
                <a:gd name="connsiteX1" fmla="*/ 16181 w 32028"/>
                <a:gd name="connsiteY1" fmla="*/ 85 h 30063"/>
                <a:gd name="connsiteX2" fmla="*/ 167 w 32028"/>
                <a:gd name="connsiteY2" fmla="*/ 15116 h 30063"/>
                <a:gd name="connsiteX3" fmla="*/ 16181 w 32028"/>
                <a:gd name="connsiteY3" fmla="*/ 30148 h 30063"/>
                <a:gd name="connsiteX4" fmla="*/ 32195 w 32028"/>
                <a:gd name="connsiteY4" fmla="*/ 15116 h 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28" h="30063">
                  <a:moveTo>
                    <a:pt x="32195" y="15116"/>
                  </a:moveTo>
                  <a:cubicBezTo>
                    <a:pt x="32195" y="6892"/>
                    <a:pt x="24943" y="85"/>
                    <a:pt x="16181" y="85"/>
                  </a:cubicBezTo>
                  <a:cubicBezTo>
                    <a:pt x="7418" y="85"/>
                    <a:pt x="167" y="6892"/>
                    <a:pt x="167" y="15116"/>
                  </a:cubicBezTo>
                  <a:cubicBezTo>
                    <a:pt x="167" y="23341"/>
                    <a:pt x="7418" y="30148"/>
                    <a:pt x="16181" y="30148"/>
                  </a:cubicBezTo>
                  <a:cubicBezTo>
                    <a:pt x="24943" y="30148"/>
                    <a:pt x="32195" y="23341"/>
                    <a:pt x="32195" y="15116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FCAD28A-1C3E-9B85-66FB-2E4CCB656599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7705923" y="4768073"/>
              <a:ext cx="134457" cy="191726"/>
            </a:xfrm>
            <a:custGeom>
              <a:avLst/>
              <a:gdLst>
                <a:gd name="connsiteX0" fmla="*/ 134627 w 134457"/>
                <a:gd name="connsiteY0" fmla="*/ 152955 h 191726"/>
                <a:gd name="connsiteX1" fmla="*/ 130699 w 134457"/>
                <a:gd name="connsiteY1" fmla="*/ 151537 h 191726"/>
                <a:gd name="connsiteX2" fmla="*/ 101995 w 134457"/>
                <a:gd name="connsiteY2" fmla="*/ 170256 h 191726"/>
                <a:gd name="connsiteX3" fmla="*/ 29780 w 134457"/>
                <a:gd name="connsiteY3" fmla="*/ 170256 h 191726"/>
                <a:gd name="connsiteX4" fmla="*/ 80542 w 134457"/>
                <a:gd name="connsiteY4" fmla="*/ 120339 h 191726"/>
                <a:gd name="connsiteX5" fmla="*/ 119217 w 134457"/>
                <a:gd name="connsiteY5" fmla="*/ 50285 h 191726"/>
                <a:gd name="connsiteX6" fmla="*/ 63319 w 134457"/>
                <a:gd name="connsiteY6" fmla="*/ 85 h 191726"/>
                <a:gd name="connsiteX7" fmla="*/ 19809 w 134457"/>
                <a:gd name="connsiteY7" fmla="*/ 17669 h 191726"/>
                <a:gd name="connsiteX8" fmla="*/ 472 w 134457"/>
                <a:gd name="connsiteY8" fmla="*/ 56525 h 191726"/>
                <a:gd name="connsiteX9" fmla="*/ 6817 w 134457"/>
                <a:gd name="connsiteY9" fmla="*/ 57943 h 191726"/>
                <a:gd name="connsiteX10" fmla="*/ 50629 w 134457"/>
                <a:gd name="connsiteY10" fmla="*/ 21072 h 191726"/>
                <a:gd name="connsiteX11" fmla="*/ 93232 w 134457"/>
                <a:gd name="connsiteY11" fmla="*/ 61063 h 191726"/>
                <a:gd name="connsiteX12" fmla="*/ 53953 w 134457"/>
                <a:gd name="connsiteY12" fmla="*/ 134804 h 191726"/>
                <a:gd name="connsiteX13" fmla="*/ 169 w 134457"/>
                <a:gd name="connsiteY13" fmla="*/ 188408 h 191726"/>
                <a:gd name="connsiteX14" fmla="*/ 169 w 134457"/>
                <a:gd name="connsiteY14" fmla="*/ 191811 h 191726"/>
                <a:gd name="connsiteX15" fmla="*/ 118009 w 134457"/>
                <a:gd name="connsiteY15" fmla="*/ 191811 h 191726"/>
                <a:gd name="connsiteX16" fmla="*/ 134627 w 134457"/>
                <a:gd name="connsiteY16" fmla="*/ 15295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457" h="191726">
                  <a:moveTo>
                    <a:pt x="134627" y="152955"/>
                  </a:moveTo>
                  <a:lnTo>
                    <a:pt x="130699" y="151537"/>
                  </a:lnTo>
                  <a:cubicBezTo>
                    <a:pt x="119520" y="167703"/>
                    <a:pt x="115592" y="170256"/>
                    <a:pt x="101995" y="170256"/>
                  </a:cubicBezTo>
                  <a:lnTo>
                    <a:pt x="29780" y="170256"/>
                  </a:lnTo>
                  <a:lnTo>
                    <a:pt x="80542" y="120339"/>
                  </a:lnTo>
                  <a:cubicBezTo>
                    <a:pt x="107433" y="93963"/>
                    <a:pt x="119217" y="72407"/>
                    <a:pt x="119217" y="50285"/>
                  </a:cubicBezTo>
                  <a:cubicBezTo>
                    <a:pt x="119217" y="21923"/>
                    <a:pt x="94743" y="85"/>
                    <a:pt x="63319" y="85"/>
                  </a:cubicBezTo>
                  <a:cubicBezTo>
                    <a:pt x="46701" y="85"/>
                    <a:pt x="30989" y="6324"/>
                    <a:pt x="19809" y="17669"/>
                  </a:cubicBezTo>
                  <a:cubicBezTo>
                    <a:pt x="10140" y="27312"/>
                    <a:pt x="5608" y="36388"/>
                    <a:pt x="472" y="56525"/>
                  </a:cubicBezTo>
                  <a:lnTo>
                    <a:pt x="6817" y="57943"/>
                  </a:lnTo>
                  <a:cubicBezTo>
                    <a:pt x="18903" y="30148"/>
                    <a:pt x="29780" y="21072"/>
                    <a:pt x="50629" y="21072"/>
                  </a:cubicBezTo>
                  <a:cubicBezTo>
                    <a:pt x="76010" y="21072"/>
                    <a:pt x="93232" y="37239"/>
                    <a:pt x="93232" y="61063"/>
                  </a:cubicBezTo>
                  <a:cubicBezTo>
                    <a:pt x="93232" y="83185"/>
                    <a:pt x="79333" y="109562"/>
                    <a:pt x="53953" y="134804"/>
                  </a:cubicBezTo>
                  <a:lnTo>
                    <a:pt x="169" y="188408"/>
                  </a:lnTo>
                  <a:lnTo>
                    <a:pt x="169" y="191811"/>
                  </a:lnTo>
                  <a:lnTo>
                    <a:pt x="118009" y="191811"/>
                  </a:lnTo>
                  <a:lnTo>
                    <a:pt x="134627" y="15295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33305DCC-5DB7-86FE-9864-DFEC600F75AA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7907544" y="4794450"/>
              <a:ext cx="200931" cy="188890"/>
            </a:xfrm>
            <a:custGeom>
              <a:avLst/>
              <a:gdLst>
                <a:gd name="connsiteX0" fmla="*/ 106837 w 200931"/>
                <a:gd name="connsiteY0" fmla="*/ 100201 h 188890"/>
                <a:gd name="connsiteX1" fmla="*/ 191137 w 200931"/>
                <a:gd name="connsiteY1" fmla="*/ 100201 h 188890"/>
                <a:gd name="connsiteX2" fmla="*/ 201108 w 200931"/>
                <a:gd name="connsiteY2" fmla="*/ 94529 h 188890"/>
                <a:gd name="connsiteX3" fmla="*/ 191137 w 200931"/>
                <a:gd name="connsiteY3" fmla="*/ 88857 h 188890"/>
                <a:gd name="connsiteX4" fmla="*/ 106837 w 200931"/>
                <a:gd name="connsiteY4" fmla="*/ 88857 h 188890"/>
                <a:gd name="connsiteX5" fmla="*/ 106837 w 200931"/>
                <a:gd name="connsiteY5" fmla="*/ 9443 h 188890"/>
                <a:gd name="connsiteX6" fmla="*/ 100793 w 200931"/>
                <a:gd name="connsiteY6" fmla="*/ 84 h 188890"/>
                <a:gd name="connsiteX7" fmla="*/ 94750 w 200931"/>
                <a:gd name="connsiteY7" fmla="*/ 9443 h 188890"/>
                <a:gd name="connsiteX8" fmla="*/ 94750 w 200931"/>
                <a:gd name="connsiteY8" fmla="*/ 88857 h 188890"/>
                <a:gd name="connsiteX9" fmla="*/ 10148 w 200931"/>
                <a:gd name="connsiteY9" fmla="*/ 88857 h 188890"/>
                <a:gd name="connsiteX10" fmla="*/ 177 w 200931"/>
                <a:gd name="connsiteY10" fmla="*/ 94529 h 188890"/>
                <a:gd name="connsiteX11" fmla="*/ 10148 w 200931"/>
                <a:gd name="connsiteY11" fmla="*/ 100201 h 188890"/>
                <a:gd name="connsiteX12" fmla="*/ 94750 w 200931"/>
                <a:gd name="connsiteY12" fmla="*/ 100201 h 188890"/>
                <a:gd name="connsiteX13" fmla="*/ 94750 w 200931"/>
                <a:gd name="connsiteY13" fmla="*/ 179615 h 188890"/>
                <a:gd name="connsiteX14" fmla="*/ 100793 w 200931"/>
                <a:gd name="connsiteY14" fmla="*/ 188974 h 188890"/>
                <a:gd name="connsiteX15" fmla="*/ 106837 w 200931"/>
                <a:gd name="connsiteY15" fmla="*/ 179615 h 188890"/>
                <a:gd name="connsiteX16" fmla="*/ 106837 w 200931"/>
                <a:gd name="connsiteY16" fmla="*/ 100201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31" h="188890">
                  <a:moveTo>
                    <a:pt x="106837" y="100201"/>
                  </a:moveTo>
                  <a:lnTo>
                    <a:pt x="191137" y="100201"/>
                  </a:lnTo>
                  <a:cubicBezTo>
                    <a:pt x="195367" y="100201"/>
                    <a:pt x="201108" y="100201"/>
                    <a:pt x="201108" y="94529"/>
                  </a:cubicBezTo>
                  <a:cubicBezTo>
                    <a:pt x="201108" y="88857"/>
                    <a:pt x="195367" y="88857"/>
                    <a:pt x="191137" y="88857"/>
                  </a:cubicBezTo>
                  <a:lnTo>
                    <a:pt x="106837" y="88857"/>
                  </a:lnTo>
                  <a:lnTo>
                    <a:pt x="106837" y="9443"/>
                  </a:lnTo>
                  <a:cubicBezTo>
                    <a:pt x="106837" y="5473"/>
                    <a:pt x="106837" y="84"/>
                    <a:pt x="100793" y="84"/>
                  </a:cubicBezTo>
                  <a:cubicBezTo>
                    <a:pt x="94750" y="84"/>
                    <a:pt x="94750" y="5473"/>
                    <a:pt x="94750" y="9443"/>
                  </a:cubicBezTo>
                  <a:lnTo>
                    <a:pt x="94750" y="88857"/>
                  </a:lnTo>
                  <a:lnTo>
                    <a:pt x="10148" y="88857"/>
                  </a:lnTo>
                  <a:cubicBezTo>
                    <a:pt x="5918" y="88857"/>
                    <a:pt x="177" y="88857"/>
                    <a:pt x="177" y="94529"/>
                  </a:cubicBezTo>
                  <a:cubicBezTo>
                    <a:pt x="177" y="100201"/>
                    <a:pt x="5918" y="100201"/>
                    <a:pt x="10148" y="100201"/>
                  </a:cubicBezTo>
                  <a:lnTo>
                    <a:pt x="94750" y="100201"/>
                  </a:lnTo>
                  <a:lnTo>
                    <a:pt x="94750" y="179615"/>
                  </a:lnTo>
                  <a:cubicBezTo>
                    <a:pt x="94750" y="183585"/>
                    <a:pt x="94750" y="188974"/>
                    <a:pt x="100793" y="188974"/>
                  </a:cubicBezTo>
                  <a:cubicBezTo>
                    <a:pt x="106837" y="188974"/>
                    <a:pt x="106837" y="183585"/>
                    <a:pt x="106837" y="179615"/>
                  </a:cubicBezTo>
                  <a:lnTo>
                    <a:pt x="106837" y="100201"/>
                  </a:lnTo>
                  <a:close/>
                </a:path>
              </a:pathLst>
            </a:custGeom>
            <a:solidFill>
              <a:srgbClr val="FFFFFF"/>
            </a:solidFill>
            <a:ln w="4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5275855-D667-2C80-A3DE-8C7047D9EB8C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8177459" y="4768073"/>
              <a:ext cx="134457" cy="191726"/>
            </a:xfrm>
            <a:custGeom>
              <a:avLst/>
              <a:gdLst>
                <a:gd name="connsiteX0" fmla="*/ 134643 w 134457"/>
                <a:gd name="connsiteY0" fmla="*/ 152955 h 191726"/>
                <a:gd name="connsiteX1" fmla="*/ 130715 w 134457"/>
                <a:gd name="connsiteY1" fmla="*/ 151537 h 191726"/>
                <a:gd name="connsiteX2" fmla="*/ 102010 w 134457"/>
                <a:gd name="connsiteY2" fmla="*/ 170256 h 191726"/>
                <a:gd name="connsiteX3" fmla="*/ 29796 w 134457"/>
                <a:gd name="connsiteY3" fmla="*/ 170256 h 191726"/>
                <a:gd name="connsiteX4" fmla="*/ 80557 w 134457"/>
                <a:gd name="connsiteY4" fmla="*/ 120339 h 191726"/>
                <a:gd name="connsiteX5" fmla="*/ 119233 w 134457"/>
                <a:gd name="connsiteY5" fmla="*/ 50285 h 191726"/>
                <a:gd name="connsiteX6" fmla="*/ 63335 w 134457"/>
                <a:gd name="connsiteY6" fmla="*/ 85 h 191726"/>
                <a:gd name="connsiteX7" fmla="*/ 19825 w 134457"/>
                <a:gd name="connsiteY7" fmla="*/ 17669 h 191726"/>
                <a:gd name="connsiteX8" fmla="*/ 487 w 134457"/>
                <a:gd name="connsiteY8" fmla="*/ 56525 h 191726"/>
                <a:gd name="connsiteX9" fmla="*/ 6832 w 134457"/>
                <a:gd name="connsiteY9" fmla="*/ 57943 h 191726"/>
                <a:gd name="connsiteX10" fmla="*/ 50644 w 134457"/>
                <a:gd name="connsiteY10" fmla="*/ 21072 h 191726"/>
                <a:gd name="connsiteX11" fmla="*/ 93248 w 134457"/>
                <a:gd name="connsiteY11" fmla="*/ 61063 h 191726"/>
                <a:gd name="connsiteX12" fmla="*/ 53968 w 134457"/>
                <a:gd name="connsiteY12" fmla="*/ 134804 h 191726"/>
                <a:gd name="connsiteX13" fmla="*/ 185 w 134457"/>
                <a:gd name="connsiteY13" fmla="*/ 188408 h 191726"/>
                <a:gd name="connsiteX14" fmla="*/ 185 w 134457"/>
                <a:gd name="connsiteY14" fmla="*/ 191811 h 191726"/>
                <a:gd name="connsiteX15" fmla="*/ 118024 w 134457"/>
                <a:gd name="connsiteY15" fmla="*/ 191811 h 191726"/>
                <a:gd name="connsiteX16" fmla="*/ 134643 w 134457"/>
                <a:gd name="connsiteY16" fmla="*/ 15295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457" h="191726">
                  <a:moveTo>
                    <a:pt x="134643" y="152955"/>
                  </a:moveTo>
                  <a:lnTo>
                    <a:pt x="130715" y="151537"/>
                  </a:lnTo>
                  <a:cubicBezTo>
                    <a:pt x="119535" y="167703"/>
                    <a:pt x="115607" y="170256"/>
                    <a:pt x="102010" y="170256"/>
                  </a:cubicBezTo>
                  <a:lnTo>
                    <a:pt x="29796" y="170256"/>
                  </a:lnTo>
                  <a:lnTo>
                    <a:pt x="80557" y="120339"/>
                  </a:lnTo>
                  <a:cubicBezTo>
                    <a:pt x="107449" y="93963"/>
                    <a:pt x="119233" y="72407"/>
                    <a:pt x="119233" y="50285"/>
                  </a:cubicBezTo>
                  <a:cubicBezTo>
                    <a:pt x="119233" y="21923"/>
                    <a:pt x="94759" y="85"/>
                    <a:pt x="63335" y="85"/>
                  </a:cubicBezTo>
                  <a:cubicBezTo>
                    <a:pt x="46716" y="85"/>
                    <a:pt x="31004" y="6324"/>
                    <a:pt x="19825" y="17669"/>
                  </a:cubicBezTo>
                  <a:cubicBezTo>
                    <a:pt x="10156" y="27312"/>
                    <a:pt x="5624" y="36388"/>
                    <a:pt x="487" y="56525"/>
                  </a:cubicBezTo>
                  <a:lnTo>
                    <a:pt x="6832" y="57943"/>
                  </a:lnTo>
                  <a:cubicBezTo>
                    <a:pt x="18918" y="30148"/>
                    <a:pt x="29796" y="21072"/>
                    <a:pt x="50644" y="21072"/>
                  </a:cubicBezTo>
                  <a:cubicBezTo>
                    <a:pt x="76025" y="21072"/>
                    <a:pt x="93248" y="37239"/>
                    <a:pt x="93248" y="61063"/>
                  </a:cubicBezTo>
                  <a:cubicBezTo>
                    <a:pt x="93248" y="83185"/>
                    <a:pt x="79349" y="109562"/>
                    <a:pt x="53968" y="134804"/>
                  </a:cubicBezTo>
                  <a:lnTo>
                    <a:pt x="185" y="188408"/>
                  </a:lnTo>
                  <a:lnTo>
                    <a:pt x="185" y="191811"/>
                  </a:lnTo>
                  <a:lnTo>
                    <a:pt x="118024" y="191811"/>
                  </a:lnTo>
                  <a:lnTo>
                    <a:pt x="134643" y="15295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34A5AE2-3087-2CE0-82FF-2C6A2DFD710C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8329706" y="4764669"/>
              <a:ext cx="122673" cy="199100"/>
            </a:xfrm>
            <a:custGeom>
              <a:avLst/>
              <a:gdLst>
                <a:gd name="connsiteX0" fmla="*/ 45211 w 122673"/>
                <a:gd name="connsiteY0" fmla="*/ 29865 h 199100"/>
                <a:gd name="connsiteX1" fmla="*/ 104432 w 122673"/>
                <a:gd name="connsiteY1" fmla="*/ 29865 h 199100"/>
                <a:gd name="connsiteX2" fmla="*/ 111382 w 122673"/>
                <a:gd name="connsiteY2" fmla="*/ 27312 h 199100"/>
                <a:gd name="connsiteX3" fmla="*/ 122864 w 122673"/>
                <a:gd name="connsiteY3" fmla="*/ 2070 h 199100"/>
                <a:gd name="connsiteX4" fmla="*/ 120144 w 122673"/>
                <a:gd name="connsiteY4" fmla="*/ 85 h 199100"/>
                <a:gd name="connsiteX5" fmla="*/ 106245 w 122673"/>
                <a:gd name="connsiteY5" fmla="*/ 7459 h 199100"/>
                <a:gd name="connsiteX6" fmla="*/ 43096 w 122673"/>
                <a:gd name="connsiteY6" fmla="*/ 7459 h 199100"/>
                <a:gd name="connsiteX7" fmla="*/ 10161 w 122673"/>
                <a:gd name="connsiteY7" fmla="*/ 74676 h 199100"/>
                <a:gd name="connsiteX8" fmla="*/ 9859 w 122673"/>
                <a:gd name="connsiteY8" fmla="*/ 76095 h 199100"/>
                <a:gd name="connsiteX9" fmla="*/ 13485 w 122673"/>
                <a:gd name="connsiteY9" fmla="*/ 78364 h 199100"/>
                <a:gd name="connsiteX10" fmla="*/ 47628 w 122673"/>
                <a:gd name="connsiteY10" fmla="*/ 84036 h 199100"/>
                <a:gd name="connsiteX11" fmla="*/ 98389 w 122673"/>
                <a:gd name="connsiteY11" fmla="*/ 140192 h 199100"/>
                <a:gd name="connsiteX12" fmla="*/ 56390 w 122673"/>
                <a:gd name="connsiteY12" fmla="*/ 188691 h 199100"/>
                <a:gd name="connsiteX13" fmla="*/ 36146 w 122673"/>
                <a:gd name="connsiteY13" fmla="*/ 180466 h 199100"/>
                <a:gd name="connsiteX14" fmla="*/ 13182 w 122673"/>
                <a:gd name="connsiteY14" fmla="*/ 171107 h 199100"/>
                <a:gd name="connsiteX15" fmla="*/ 190 w 122673"/>
                <a:gd name="connsiteY15" fmla="*/ 181601 h 199100"/>
                <a:gd name="connsiteX16" fmla="*/ 37052 w 122673"/>
                <a:gd name="connsiteY16" fmla="*/ 199185 h 199100"/>
                <a:gd name="connsiteX17" fmla="*/ 99296 w 122673"/>
                <a:gd name="connsiteY17" fmla="*/ 177063 h 199100"/>
                <a:gd name="connsiteX18" fmla="*/ 119540 w 122673"/>
                <a:gd name="connsiteY18" fmla="*/ 126579 h 199100"/>
                <a:gd name="connsiteX19" fmla="*/ 98692 w 122673"/>
                <a:gd name="connsiteY19" fmla="*/ 78931 h 199100"/>
                <a:gd name="connsiteX20" fmla="*/ 32520 w 122673"/>
                <a:gd name="connsiteY20" fmla="*/ 53972 h 199100"/>
                <a:gd name="connsiteX21" fmla="*/ 45211 w 122673"/>
                <a:gd name="connsiteY21" fmla="*/ 29865 h 19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73" h="199100">
                  <a:moveTo>
                    <a:pt x="45211" y="29865"/>
                  </a:moveTo>
                  <a:lnTo>
                    <a:pt x="104432" y="29865"/>
                  </a:lnTo>
                  <a:cubicBezTo>
                    <a:pt x="109267" y="29865"/>
                    <a:pt x="110476" y="29297"/>
                    <a:pt x="111382" y="27312"/>
                  </a:cubicBezTo>
                  <a:lnTo>
                    <a:pt x="122864" y="2070"/>
                  </a:lnTo>
                  <a:lnTo>
                    <a:pt x="120144" y="85"/>
                  </a:lnTo>
                  <a:cubicBezTo>
                    <a:pt x="115612" y="6041"/>
                    <a:pt x="112591" y="7459"/>
                    <a:pt x="106245" y="7459"/>
                  </a:cubicBezTo>
                  <a:lnTo>
                    <a:pt x="43096" y="7459"/>
                  </a:lnTo>
                  <a:lnTo>
                    <a:pt x="10161" y="74676"/>
                  </a:lnTo>
                  <a:cubicBezTo>
                    <a:pt x="9859" y="75244"/>
                    <a:pt x="9859" y="75527"/>
                    <a:pt x="9859" y="76095"/>
                  </a:cubicBezTo>
                  <a:cubicBezTo>
                    <a:pt x="9859" y="77513"/>
                    <a:pt x="11067" y="78364"/>
                    <a:pt x="13485" y="78364"/>
                  </a:cubicBezTo>
                  <a:cubicBezTo>
                    <a:pt x="23153" y="78364"/>
                    <a:pt x="35240" y="80349"/>
                    <a:pt x="47628" y="84036"/>
                  </a:cubicBezTo>
                  <a:cubicBezTo>
                    <a:pt x="82375" y="94530"/>
                    <a:pt x="98389" y="112114"/>
                    <a:pt x="98389" y="140192"/>
                  </a:cubicBezTo>
                  <a:cubicBezTo>
                    <a:pt x="98389" y="167420"/>
                    <a:pt x="79958" y="188691"/>
                    <a:pt x="56390" y="188691"/>
                  </a:cubicBezTo>
                  <a:cubicBezTo>
                    <a:pt x="50347" y="188691"/>
                    <a:pt x="45211" y="186706"/>
                    <a:pt x="36146" y="180466"/>
                  </a:cubicBezTo>
                  <a:cubicBezTo>
                    <a:pt x="26477" y="173943"/>
                    <a:pt x="19528" y="171107"/>
                    <a:pt x="13182" y="171107"/>
                  </a:cubicBezTo>
                  <a:cubicBezTo>
                    <a:pt x="4420" y="171107"/>
                    <a:pt x="190" y="174510"/>
                    <a:pt x="190" y="181601"/>
                  </a:cubicBezTo>
                  <a:cubicBezTo>
                    <a:pt x="190" y="192378"/>
                    <a:pt x="14391" y="199185"/>
                    <a:pt x="37052" y="199185"/>
                  </a:cubicBezTo>
                  <a:cubicBezTo>
                    <a:pt x="62433" y="199185"/>
                    <a:pt x="84188" y="191527"/>
                    <a:pt x="99296" y="177063"/>
                  </a:cubicBezTo>
                  <a:cubicBezTo>
                    <a:pt x="113195" y="164300"/>
                    <a:pt x="119540" y="148134"/>
                    <a:pt x="119540" y="126579"/>
                  </a:cubicBezTo>
                  <a:cubicBezTo>
                    <a:pt x="119540" y="106158"/>
                    <a:pt x="113799" y="93112"/>
                    <a:pt x="98692" y="78931"/>
                  </a:cubicBezTo>
                  <a:cubicBezTo>
                    <a:pt x="85397" y="66451"/>
                    <a:pt x="68174" y="59928"/>
                    <a:pt x="32520" y="53972"/>
                  </a:cubicBezTo>
                  <a:lnTo>
                    <a:pt x="45211" y="2986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F6CB706-CEBC-0798-7EFB-9DB609009542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8463522" y="4834723"/>
              <a:ext cx="143220" cy="128195"/>
            </a:xfrm>
            <a:custGeom>
              <a:avLst/>
              <a:gdLst>
                <a:gd name="connsiteX0" fmla="*/ 129818 w 143220"/>
                <a:gd name="connsiteY0" fmla="*/ 93679 h 128195"/>
                <a:gd name="connsiteX1" fmla="*/ 123171 w 143220"/>
                <a:gd name="connsiteY1" fmla="*/ 101337 h 128195"/>
                <a:gd name="connsiteX2" fmla="*/ 109272 w 143220"/>
                <a:gd name="connsiteY2" fmla="*/ 112681 h 128195"/>
                <a:gd name="connsiteX3" fmla="*/ 99905 w 143220"/>
                <a:gd name="connsiteY3" fmla="*/ 101053 h 128195"/>
                <a:gd name="connsiteX4" fmla="*/ 98697 w 143220"/>
                <a:gd name="connsiteY4" fmla="*/ 96231 h 128195"/>
                <a:gd name="connsiteX5" fmla="*/ 87819 w 143220"/>
                <a:gd name="connsiteY5" fmla="*/ 50285 h 128195"/>
                <a:gd name="connsiteX6" fmla="*/ 117430 w 143220"/>
                <a:gd name="connsiteY6" fmla="*/ 15967 h 128195"/>
                <a:gd name="connsiteX7" fmla="*/ 124682 w 143220"/>
                <a:gd name="connsiteY7" fmla="*/ 18236 h 128195"/>
                <a:gd name="connsiteX8" fmla="*/ 132840 w 143220"/>
                <a:gd name="connsiteY8" fmla="*/ 20789 h 128195"/>
                <a:gd name="connsiteX9" fmla="*/ 143415 w 143220"/>
                <a:gd name="connsiteY9" fmla="*/ 10579 h 128195"/>
                <a:gd name="connsiteX10" fmla="*/ 131027 w 143220"/>
                <a:gd name="connsiteY10" fmla="*/ 85 h 128195"/>
                <a:gd name="connsiteX11" fmla="*/ 85402 w 143220"/>
                <a:gd name="connsiteY11" fmla="*/ 40642 h 128195"/>
                <a:gd name="connsiteX12" fmla="*/ 82078 w 143220"/>
                <a:gd name="connsiteY12" fmla="*/ 25043 h 128195"/>
                <a:gd name="connsiteX13" fmla="*/ 66366 w 143220"/>
                <a:gd name="connsiteY13" fmla="*/ 85 h 128195"/>
                <a:gd name="connsiteX14" fmla="*/ 31014 w 143220"/>
                <a:gd name="connsiteY14" fmla="*/ 8310 h 128195"/>
                <a:gd name="connsiteX15" fmla="*/ 27691 w 143220"/>
                <a:gd name="connsiteY15" fmla="*/ 9444 h 128195"/>
                <a:gd name="connsiteX16" fmla="*/ 28899 w 143220"/>
                <a:gd name="connsiteY16" fmla="*/ 13698 h 128195"/>
                <a:gd name="connsiteX17" fmla="*/ 45820 w 143220"/>
                <a:gd name="connsiteY17" fmla="*/ 10579 h 128195"/>
                <a:gd name="connsiteX18" fmla="*/ 59417 w 143220"/>
                <a:gd name="connsiteY18" fmla="*/ 30148 h 128195"/>
                <a:gd name="connsiteX19" fmla="*/ 68179 w 143220"/>
                <a:gd name="connsiteY19" fmla="*/ 65033 h 128195"/>
                <a:gd name="connsiteX20" fmla="*/ 43403 w 143220"/>
                <a:gd name="connsiteY20" fmla="*/ 98217 h 128195"/>
                <a:gd name="connsiteX21" fmla="*/ 27993 w 143220"/>
                <a:gd name="connsiteY21" fmla="*/ 111831 h 128195"/>
                <a:gd name="connsiteX22" fmla="*/ 20137 w 143220"/>
                <a:gd name="connsiteY22" fmla="*/ 109278 h 128195"/>
                <a:gd name="connsiteX23" fmla="*/ 10468 w 143220"/>
                <a:gd name="connsiteY23" fmla="*/ 106442 h 128195"/>
                <a:gd name="connsiteX24" fmla="*/ 195 w 143220"/>
                <a:gd name="connsiteY24" fmla="*/ 116368 h 128195"/>
                <a:gd name="connsiteX25" fmla="*/ 15302 w 143220"/>
                <a:gd name="connsiteY25" fmla="*/ 128280 h 128195"/>
                <a:gd name="connsiteX26" fmla="*/ 43403 w 143220"/>
                <a:gd name="connsiteY26" fmla="*/ 108427 h 128195"/>
                <a:gd name="connsiteX27" fmla="*/ 70596 w 143220"/>
                <a:gd name="connsiteY27" fmla="*/ 75244 h 128195"/>
                <a:gd name="connsiteX28" fmla="*/ 79661 w 143220"/>
                <a:gd name="connsiteY28" fmla="*/ 109278 h 128195"/>
                <a:gd name="connsiteX29" fmla="*/ 97186 w 143220"/>
                <a:gd name="connsiteY29" fmla="*/ 128280 h 128195"/>
                <a:gd name="connsiteX30" fmla="*/ 134048 w 143220"/>
                <a:gd name="connsiteY30" fmla="*/ 95948 h 128195"/>
                <a:gd name="connsiteX31" fmla="*/ 129818 w 143220"/>
                <a:gd name="connsiteY31" fmla="*/ 93679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20" h="128195">
                  <a:moveTo>
                    <a:pt x="129818" y="93679"/>
                  </a:moveTo>
                  <a:cubicBezTo>
                    <a:pt x="127401" y="96231"/>
                    <a:pt x="125890" y="97933"/>
                    <a:pt x="123171" y="101337"/>
                  </a:cubicBezTo>
                  <a:cubicBezTo>
                    <a:pt x="116221" y="109845"/>
                    <a:pt x="112596" y="112681"/>
                    <a:pt x="109272" y="112681"/>
                  </a:cubicBezTo>
                  <a:cubicBezTo>
                    <a:pt x="104740" y="112681"/>
                    <a:pt x="102020" y="108994"/>
                    <a:pt x="99905" y="101053"/>
                  </a:cubicBezTo>
                  <a:cubicBezTo>
                    <a:pt x="99301" y="98784"/>
                    <a:pt x="98999" y="97082"/>
                    <a:pt x="98697" y="96231"/>
                  </a:cubicBezTo>
                  <a:cubicBezTo>
                    <a:pt x="91143" y="67586"/>
                    <a:pt x="87819" y="54539"/>
                    <a:pt x="87819" y="50285"/>
                  </a:cubicBezTo>
                  <a:cubicBezTo>
                    <a:pt x="101114" y="28447"/>
                    <a:pt x="111991" y="15967"/>
                    <a:pt x="117430" y="15967"/>
                  </a:cubicBezTo>
                  <a:cubicBezTo>
                    <a:pt x="119243" y="15967"/>
                    <a:pt x="121660" y="16818"/>
                    <a:pt x="124682" y="18236"/>
                  </a:cubicBezTo>
                  <a:cubicBezTo>
                    <a:pt x="128307" y="20222"/>
                    <a:pt x="130423" y="20789"/>
                    <a:pt x="132840" y="20789"/>
                  </a:cubicBezTo>
                  <a:cubicBezTo>
                    <a:pt x="139185" y="20789"/>
                    <a:pt x="143415" y="16535"/>
                    <a:pt x="143415" y="10579"/>
                  </a:cubicBezTo>
                  <a:cubicBezTo>
                    <a:pt x="143415" y="4623"/>
                    <a:pt x="138279" y="85"/>
                    <a:pt x="131027" y="85"/>
                  </a:cubicBezTo>
                  <a:cubicBezTo>
                    <a:pt x="117732" y="85"/>
                    <a:pt x="106250" y="10295"/>
                    <a:pt x="85402" y="40642"/>
                  </a:cubicBezTo>
                  <a:lnTo>
                    <a:pt x="82078" y="25043"/>
                  </a:lnTo>
                  <a:cubicBezTo>
                    <a:pt x="77848" y="5757"/>
                    <a:pt x="74524" y="85"/>
                    <a:pt x="66366" y="85"/>
                  </a:cubicBezTo>
                  <a:cubicBezTo>
                    <a:pt x="59719" y="85"/>
                    <a:pt x="49446" y="2637"/>
                    <a:pt x="31014" y="8310"/>
                  </a:cubicBezTo>
                  <a:lnTo>
                    <a:pt x="27691" y="9444"/>
                  </a:lnTo>
                  <a:lnTo>
                    <a:pt x="28899" y="13698"/>
                  </a:lnTo>
                  <a:cubicBezTo>
                    <a:pt x="40381" y="11146"/>
                    <a:pt x="43100" y="10579"/>
                    <a:pt x="45820" y="10579"/>
                  </a:cubicBezTo>
                  <a:cubicBezTo>
                    <a:pt x="53374" y="10579"/>
                    <a:pt x="55187" y="13131"/>
                    <a:pt x="59417" y="30148"/>
                  </a:cubicBezTo>
                  <a:lnTo>
                    <a:pt x="68179" y="65033"/>
                  </a:lnTo>
                  <a:lnTo>
                    <a:pt x="43403" y="98217"/>
                  </a:lnTo>
                  <a:cubicBezTo>
                    <a:pt x="37360" y="106725"/>
                    <a:pt x="31317" y="111831"/>
                    <a:pt x="27993" y="111831"/>
                  </a:cubicBezTo>
                  <a:cubicBezTo>
                    <a:pt x="26180" y="111831"/>
                    <a:pt x="23158" y="110980"/>
                    <a:pt x="20137" y="109278"/>
                  </a:cubicBezTo>
                  <a:cubicBezTo>
                    <a:pt x="16209" y="107293"/>
                    <a:pt x="12885" y="106442"/>
                    <a:pt x="10468" y="106442"/>
                  </a:cubicBezTo>
                  <a:cubicBezTo>
                    <a:pt x="4727" y="106442"/>
                    <a:pt x="195" y="110696"/>
                    <a:pt x="195" y="116368"/>
                  </a:cubicBezTo>
                  <a:cubicBezTo>
                    <a:pt x="195" y="123743"/>
                    <a:pt x="6238" y="128280"/>
                    <a:pt x="15302" y="128280"/>
                  </a:cubicBezTo>
                  <a:cubicBezTo>
                    <a:pt x="24669" y="128280"/>
                    <a:pt x="28295" y="125728"/>
                    <a:pt x="43403" y="108427"/>
                  </a:cubicBezTo>
                  <a:cubicBezTo>
                    <a:pt x="51561" y="99351"/>
                    <a:pt x="57906" y="91694"/>
                    <a:pt x="70596" y="75244"/>
                  </a:cubicBezTo>
                  <a:lnTo>
                    <a:pt x="79661" y="109278"/>
                  </a:lnTo>
                  <a:cubicBezTo>
                    <a:pt x="83589" y="123743"/>
                    <a:pt x="87517" y="128280"/>
                    <a:pt x="97186" y="128280"/>
                  </a:cubicBezTo>
                  <a:cubicBezTo>
                    <a:pt x="108668" y="128280"/>
                    <a:pt x="116523" y="121474"/>
                    <a:pt x="134048" y="95948"/>
                  </a:cubicBezTo>
                  <a:lnTo>
                    <a:pt x="129818" y="9367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9B67EDB-107E-2ED5-2092-3FD6D076A21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8674444" y="4883222"/>
              <a:ext cx="184615" cy="11344"/>
            </a:xfrm>
            <a:custGeom>
              <a:avLst/>
              <a:gdLst>
                <a:gd name="connsiteX0" fmla="*/ 174240 w 184615"/>
                <a:gd name="connsiteY0" fmla="*/ 11429 h 11344"/>
                <a:gd name="connsiteX1" fmla="*/ 184816 w 184615"/>
                <a:gd name="connsiteY1" fmla="*/ 5757 h 11344"/>
                <a:gd name="connsiteX2" fmla="*/ 174240 w 184615"/>
                <a:gd name="connsiteY2" fmla="*/ 85 h 11344"/>
                <a:gd name="connsiteX3" fmla="*/ 10776 w 184615"/>
                <a:gd name="connsiteY3" fmla="*/ 85 h 11344"/>
                <a:gd name="connsiteX4" fmla="*/ 201 w 184615"/>
                <a:gd name="connsiteY4" fmla="*/ 5757 h 11344"/>
                <a:gd name="connsiteX5" fmla="*/ 10776 w 184615"/>
                <a:gd name="connsiteY5" fmla="*/ 11429 h 11344"/>
                <a:gd name="connsiteX6" fmla="*/ 174240 w 184615"/>
                <a:gd name="connsiteY6" fmla="*/ 11429 h 1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615" h="11344">
                  <a:moveTo>
                    <a:pt x="174240" y="11429"/>
                  </a:moveTo>
                  <a:cubicBezTo>
                    <a:pt x="179377" y="11429"/>
                    <a:pt x="184816" y="11429"/>
                    <a:pt x="184816" y="5757"/>
                  </a:cubicBezTo>
                  <a:cubicBezTo>
                    <a:pt x="184816" y="85"/>
                    <a:pt x="179377" y="85"/>
                    <a:pt x="174240" y="85"/>
                  </a:cubicBezTo>
                  <a:lnTo>
                    <a:pt x="10776" y="85"/>
                  </a:lnTo>
                  <a:cubicBezTo>
                    <a:pt x="5639" y="85"/>
                    <a:pt x="201" y="85"/>
                    <a:pt x="201" y="5757"/>
                  </a:cubicBezTo>
                  <a:cubicBezTo>
                    <a:pt x="201" y="11429"/>
                    <a:pt x="5639" y="11429"/>
                    <a:pt x="10776" y="11429"/>
                  </a:cubicBezTo>
                  <a:lnTo>
                    <a:pt x="174240" y="1142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013F0EB-F105-0AA7-2EE9-755131A5AED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8936202" y="4768073"/>
              <a:ext cx="134457" cy="191726"/>
            </a:xfrm>
            <a:custGeom>
              <a:avLst/>
              <a:gdLst>
                <a:gd name="connsiteX0" fmla="*/ 134668 w 134457"/>
                <a:gd name="connsiteY0" fmla="*/ 152955 h 191726"/>
                <a:gd name="connsiteX1" fmla="*/ 130740 w 134457"/>
                <a:gd name="connsiteY1" fmla="*/ 151537 h 191726"/>
                <a:gd name="connsiteX2" fmla="*/ 102035 w 134457"/>
                <a:gd name="connsiteY2" fmla="*/ 170256 h 191726"/>
                <a:gd name="connsiteX3" fmla="*/ 29821 w 134457"/>
                <a:gd name="connsiteY3" fmla="*/ 170256 h 191726"/>
                <a:gd name="connsiteX4" fmla="*/ 80582 w 134457"/>
                <a:gd name="connsiteY4" fmla="*/ 120339 h 191726"/>
                <a:gd name="connsiteX5" fmla="*/ 119258 w 134457"/>
                <a:gd name="connsiteY5" fmla="*/ 50285 h 191726"/>
                <a:gd name="connsiteX6" fmla="*/ 63360 w 134457"/>
                <a:gd name="connsiteY6" fmla="*/ 85 h 191726"/>
                <a:gd name="connsiteX7" fmla="*/ 19850 w 134457"/>
                <a:gd name="connsiteY7" fmla="*/ 17669 h 191726"/>
                <a:gd name="connsiteX8" fmla="*/ 512 w 134457"/>
                <a:gd name="connsiteY8" fmla="*/ 56525 h 191726"/>
                <a:gd name="connsiteX9" fmla="*/ 6857 w 134457"/>
                <a:gd name="connsiteY9" fmla="*/ 57943 h 191726"/>
                <a:gd name="connsiteX10" fmla="*/ 50669 w 134457"/>
                <a:gd name="connsiteY10" fmla="*/ 21072 h 191726"/>
                <a:gd name="connsiteX11" fmla="*/ 93273 w 134457"/>
                <a:gd name="connsiteY11" fmla="*/ 61063 h 191726"/>
                <a:gd name="connsiteX12" fmla="*/ 53993 w 134457"/>
                <a:gd name="connsiteY12" fmla="*/ 134804 h 191726"/>
                <a:gd name="connsiteX13" fmla="*/ 210 w 134457"/>
                <a:gd name="connsiteY13" fmla="*/ 188408 h 191726"/>
                <a:gd name="connsiteX14" fmla="*/ 210 w 134457"/>
                <a:gd name="connsiteY14" fmla="*/ 191811 h 191726"/>
                <a:gd name="connsiteX15" fmla="*/ 118049 w 134457"/>
                <a:gd name="connsiteY15" fmla="*/ 191811 h 191726"/>
                <a:gd name="connsiteX16" fmla="*/ 134668 w 134457"/>
                <a:gd name="connsiteY16" fmla="*/ 15295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457" h="191726">
                  <a:moveTo>
                    <a:pt x="134668" y="152955"/>
                  </a:moveTo>
                  <a:lnTo>
                    <a:pt x="130740" y="151537"/>
                  </a:lnTo>
                  <a:cubicBezTo>
                    <a:pt x="119560" y="167703"/>
                    <a:pt x="115632" y="170256"/>
                    <a:pt x="102035" y="170256"/>
                  </a:cubicBezTo>
                  <a:lnTo>
                    <a:pt x="29821" y="170256"/>
                  </a:lnTo>
                  <a:lnTo>
                    <a:pt x="80582" y="120339"/>
                  </a:lnTo>
                  <a:cubicBezTo>
                    <a:pt x="107474" y="93963"/>
                    <a:pt x="119258" y="72407"/>
                    <a:pt x="119258" y="50285"/>
                  </a:cubicBezTo>
                  <a:cubicBezTo>
                    <a:pt x="119258" y="21923"/>
                    <a:pt x="94783" y="85"/>
                    <a:pt x="63360" y="85"/>
                  </a:cubicBezTo>
                  <a:cubicBezTo>
                    <a:pt x="46741" y="85"/>
                    <a:pt x="31029" y="6324"/>
                    <a:pt x="19850" y="17669"/>
                  </a:cubicBezTo>
                  <a:cubicBezTo>
                    <a:pt x="10181" y="27312"/>
                    <a:pt x="5649" y="36388"/>
                    <a:pt x="512" y="56525"/>
                  </a:cubicBezTo>
                  <a:lnTo>
                    <a:pt x="6857" y="57943"/>
                  </a:lnTo>
                  <a:cubicBezTo>
                    <a:pt x="18943" y="30148"/>
                    <a:pt x="29821" y="21072"/>
                    <a:pt x="50669" y="21072"/>
                  </a:cubicBezTo>
                  <a:cubicBezTo>
                    <a:pt x="76050" y="21072"/>
                    <a:pt x="93273" y="37239"/>
                    <a:pt x="93273" y="61063"/>
                  </a:cubicBezTo>
                  <a:cubicBezTo>
                    <a:pt x="93273" y="83185"/>
                    <a:pt x="79374" y="109562"/>
                    <a:pt x="53993" y="134804"/>
                  </a:cubicBezTo>
                  <a:lnTo>
                    <a:pt x="210" y="188408"/>
                  </a:lnTo>
                  <a:lnTo>
                    <a:pt x="210" y="191811"/>
                  </a:lnTo>
                  <a:lnTo>
                    <a:pt x="118049" y="191811"/>
                  </a:lnTo>
                  <a:lnTo>
                    <a:pt x="134668" y="15295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8829E37-AF3D-4AB8-3623-20D30181A465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9086032" y="4768073"/>
              <a:ext cx="136572" cy="195697"/>
            </a:xfrm>
            <a:custGeom>
              <a:avLst/>
              <a:gdLst>
                <a:gd name="connsiteX0" fmla="*/ 69710 w 136572"/>
                <a:gd name="connsiteY0" fmla="*/ 85 h 195697"/>
                <a:gd name="connsiteX1" fmla="*/ 29221 w 136572"/>
                <a:gd name="connsiteY1" fmla="*/ 14833 h 195697"/>
                <a:gd name="connsiteX2" fmla="*/ 215 w 136572"/>
                <a:gd name="connsiteY2" fmla="*/ 96515 h 195697"/>
                <a:gd name="connsiteX3" fmla="*/ 24387 w 136572"/>
                <a:gd name="connsiteY3" fmla="*/ 176496 h 195697"/>
                <a:gd name="connsiteX4" fmla="*/ 68501 w 136572"/>
                <a:gd name="connsiteY4" fmla="*/ 195782 h 195697"/>
                <a:gd name="connsiteX5" fmla="*/ 107781 w 136572"/>
                <a:gd name="connsiteY5" fmla="*/ 181034 h 195697"/>
                <a:gd name="connsiteX6" fmla="*/ 136788 w 136572"/>
                <a:gd name="connsiteY6" fmla="*/ 98217 h 195697"/>
                <a:gd name="connsiteX7" fmla="*/ 69710 w 136572"/>
                <a:gd name="connsiteY7" fmla="*/ 85 h 195697"/>
                <a:gd name="connsiteX8" fmla="*/ 68803 w 136572"/>
                <a:gd name="connsiteY8" fmla="*/ 7459 h 195697"/>
                <a:gd name="connsiteX9" fmla="*/ 107781 w 136572"/>
                <a:gd name="connsiteY9" fmla="*/ 98784 h 195697"/>
                <a:gd name="connsiteX10" fmla="*/ 68501 w 136572"/>
                <a:gd name="connsiteY10" fmla="*/ 188408 h 195697"/>
                <a:gd name="connsiteX11" fmla="*/ 29221 w 136572"/>
                <a:gd name="connsiteY11" fmla="*/ 99068 h 195697"/>
                <a:gd name="connsiteX12" fmla="*/ 68803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710" y="85"/>
                  </a:moveTo>
                  <a:cubicBezTo>
                    <a:pt x="53091" y="85"/>
                    <a:pt x="40401" y="4906"/>
                    <a:pt x="29221" y="14833"/>
                  </a:cubicBezTo>
                  <a:cubicBezTo>
                    <a:pt x="11697" y="30716"/>
                    <a:pt x="215" y="63332"/>
                    <a:pt x="215" y="96515"/>
                  </a:cubicBezTo>
                  <a:cubicBezTo>
                    <a:pt x="215" y="127430"/>
                    <a:pt x="10186" y="160613"/>
                    <a:pt x="24387" y="176496"/>
                  </a:cubicBezTo>
                  <a:cubicBezTo>
                    <a:pt x="35567" y="188975"/>
                    <a:pt x="50976" y="195782"/>
                    <a:pt x="68501" y="195782"/>
                  </a:cubicBezTo>
                  <a:cubicBezTo>
                    <a:pt x="83911" y="195782"/>
                    <a:pt x="96904" y="190960"/>
                    <a:pt x="107781" y="181034"/>
                  </a:cubicBezTo>
                  <a:cubicBezTo>
                    <a:pt x="125306" y="165435"/>
                    <a:pt x="136788" y="132535"/>
                    <a:pt x="136788" y="98217"/>
                  </a:cubicBezTo>
                  <a:cubicBezTo>
                    <a:pt x="136788" y="40075"/>
                    <a:pt x="109292" y="85"/>
                    <a:pt x="69710" y="85"/>
                  </a:cubicBezTo>
                  <a:close/>
                  <a:moveTo>
                    <a:pt x="68803" y="7459"/>
                  </a:moveTo>
                  <a:cubicBezTo>
                    <a:pt x="94184" y="7459"/>
                    <a:pt x="107781" y="39508"/>
                    <a:pt x="107781" y="98784"/>
                  </a:cubicBezTo>
                  <a:cubicBezTo>
                    <a:pt x="107781" y="158060"/>
                    <a:pt x="94486" y="188408"/>
                    <a:pt x="68501" y="188408"/>
                  </a:cubicBezTo>
                  <a:cubicBezTo>
                    <a:pt x="42516" y="188408"/>
                    <a:pt x="29221" y="158060"/>
                    <a:pt x="29221" y="99068"/>
                  </a:cubicBezTo>
                  <a:cubicBezTo>
                    <a:pt x="29221" y="38940"/>
                    <a:pt x="42818" y="7459"/>
                    <a:pt x="68803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D32F11C-8405-A840-7267-151D001E402A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9237675" y="4768073"/>
              <a:ext cx="136572" cy="195697"/>
            </a:xfrm>
            <a:custGeom>
              <a:avLst/>
              <a:gdLst>
                <a:gd name="connsiteX0" fmla="*/ 69715 w 136572"/>
                <a:gd name="connsiteY0" fmla="*/ 85 h 195697"/>
                <a:gd name="connsiteX1" fmla="*/ 29226 w 136572"/>
                <a:gd name="connsiteY1" fmla="*/ 14833 h 195697"/>
                <a:gd name="connsiteX2" fmla="*/ 220 w 136572"/>
                <a:gd name="connsiteY2" fmla="*/ 96515 h 195697"/>
                <a:gd name="connsiteX3" fmla="*/ 24392 w 136572"/>
                <a:gd name="connsiteY3" fmla="*/ 176496 h 195697"/>
                <a:gd name="connsiteX4" fmla="*/ 68506 w 136572"/>
                <a:gd name="connsiteY4" fmla="*/ 195782 h 195697"/>
                <a:gd name="connsiteX5" fmla="*/ 107786 w 136572"/>
                <a:gd name="connsiteY5" fmla="*/ 181034 h 195697"/>
                <a:gd name="connsiteX6" fmla="*/ 136793 w 136572"/>
                <a:gd name="connsiteY6" fmla="*/ 98217 h 195697"/>
                <a:gd name="connsiteX7" fmla="*/ 69715 w 136572"/>
                <a:gd name="connsiteY7" fmla="*/ 85 h 195697"/>
                <a:gd name="connsiteX8" fmla="*/ 68808 w 136572"/>
                <a:gd name="connsiteY8" fmla="*/ 7459 h 195697"/>
                <a:gd name="connsiteX9" fmla="*/ 107786 w 136572"/>
                <a:gd name="connsiteY9" fmla="*/ 98784 h 195697"/>
                <a:gd name="connsiteX10" fmla="*/ 68506 w 136572"/>
                <a:gd name="connsiteY10" fmla="*/ 188408 h 195697"/>
                <a:gd name="connsiteX11" fmla="*/ 29226 w 136572"/>
                <a:gd name="connsiteY11" fmla="*/ 99068 h 195697"/>
                <a:gd name="connsiteX12" fmla="*/ 68808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715" y="85"/>
                  </a:moveTo>
                  <a:cubicBezTo>
                    <a:pt x="53096" y="85"/>
                    <a:pt x="40406" y="4906"/>
                    <a:pt x="29226" y="14833"/>
                  </a:cubicBezTo>
                  <a:cubicBezTo>
                    <a:pt x="11702" y="30716"/>
                    <a:pt x="220" y="63332"/>
                    <a:pt x="220" y="96515"/>
                  </a:cubicBezTo>
                  <a:cubicBezTo>
                    <a:pt x="220" y="127430"/>
                    <a:pt x="10191" y="160613"/>
                    <a:pt x="24392" y="176496"/>
                  </a:cubicBezTo>
                  <a:cubicBezTo>
                    <a:pt x="35572" y="188975"/>
                    <a:pt x="50981" y="195782"/>
                    <a:pt x="68506" y="195782"/>
                  </a:cubicBezTo>
                  <a:cubicBezTo>
                    <a:pt x="83916" y="195782"/>
                    <a:pt x="96909" y="190960"/>
                    <a:pt x="107786" y="181034"/>
                  </a:cubicBezTo>
                  <a:cubicBezTo>
                    <a:pt x="125311" y="165435"/>
                    <a:pt x="136793" y="132535"/>
                    <a:pt x="136793" y="98217"/>
                  </a:cubicBezTo>
                  <a:cubicBezTo>
                    <a:pt x="136793" y="40075"/>
                    <a:pt x="109297" y="85"/>
                    <a:pt x="69715" y="85"/>
                  </a:cubicBezTo>
                  <a:close/>
                  <a:moveTo>
                    <a:pt x="68808" y="7459"/>
                  </a:moveTo>
                  <a:cubicBezTo>
                    <a:pt x="94189" y="7459"/>
                    <a:pt x="107786" y="39508"/>
                    <a:pt x="107786" y="98784"/>
                  </a:cubicBezTo>
                  <a:cubicBezTo>
                    <a:pt x="107786" y="158060"/>
                    <a:pt x="94491" y="188408"/>
                    <a:pt x="68506" y="188408"/>
                  </a:cubicBezTo>
                  <a:cubicBezTo>
                    <a:pt x="42521" y="188408"/>
                    <a:pt x="29226" y="158060"/>
                    <a:pt x="29226" y="99068"/>
                  </a:cubicBezTo>
                  <a:cubicBezTo>
                    <a:pt x="29226" y="38940"/>
                    <a:pt x="42823" y="7459"/>
                    <a:pt x="68808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5A26651-A93F-4BEC-C5F9-193D8634C4AD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9373908" y="4834723"/>
              <a:ext cx="143220" cy="128195"/>
            </a:xfrm>
            <a:custGeom>
              <a:avLst/>
              <a:gdLst>
                <a:gd name="connsiteX0" fmla="*/ 129848 w 143220"/>
                <a:gd name="connsiteY0" fmla="*/ 93679 h 128195"/>
                <a:gd name="connsiteX1" fmla="*/ 123201 w 143220"/>
                <a:gd name="connsiteY1" fmla="*/ 101337 h 128195"/>
                <a:gd name="connsiteX2" fmla="*/ 109302 w 143220"/>
                <a:gd name="connsiteY2" fmla="*/ 112681 h 128195"/>
                <a:gd name="connsiteX3" fmla="*/ 99935 w 143220"/>
                <a:gd name="connsiteY3" fmla="*/ 101053 h 128195"/>
                <a:gd name="connsiteX4" fmla="*/ 98726 w 143220"/>
                <a:gd name="connsiteY4" fmla="*/ 96231 h 128195"/>
                <a:gd name="connsiteX5" fmla="*/ 87849 w 143220"/>
                <a:gd name="connsiteY5" fmla="*/ 50285 h 128195"/>
                <a:gd name="connsiteX6" fmla="*/ 117460 w 143220"/>
                <a:gd name="connsiteY6" fmla="*/ 15967 h 128195"/>
                <a:gd name="connsiteX7" fmla="*/ 124712 w 143220"/>
                <a:gd name="connsiteY7" fmla="*/ 18236 h 128195"/>
                <a:gd name="connsiteX8" fmla="*/ 132870 w 143220"/>
                <a:gd name="connsiteY8" fmla="*/ 20789 h 128195"/>
                <a:gd name="connsiteX9" fmla="*/ 143445 w 143220"/>
                <a:gd name="connsiteY9" fmla="*/ 10579 h 128195"/>
                <a:gd name="connsiteX10" fmla="*/ 131057 w 143220"/>
                <a:gd name="connsiteY10" fmla="*/ 85 h 128195"/>
                <a:gd name="connsiteX11" fmla="*/ 85432 w 143220"/>
                <a:gd name="connsiteY11" fmla="*/ 40642 h 128195"/>
                <a:gd name="connsiteX12" fmla="*/ 82108 w 143220"/>
                <a:gd name="connsiteY12" fmla="*/ 25043 h 128195"/>
                <a:gd name="connsiteX13" fmla="*/ 66396 w 143220"/>
                <a:gd name="connsiteY13" fmla="*/ 85 h 128195"/>
                <a:gd name="connsiteX14" fmla="*/ 31044 w 143220"/>
                <a:gd name="connsiteY14" fmla="*/ 8310 h 128195"/>
                <a:gd name="connsiteX15" fmla="*/ 27721 w 143220"/>
                <a:gd name="connsiteY15" fmla="*/ 9444 h 128195"/>
                <a:gd name="connsiteX16" fmla="*/ 28929 w 143220"/>
                <a:gd name="connsiteY16" fmla="*/ 13698 h 128195"/>
                <a:gd name="connsiteX17" fmla="*/ 45850 w 143220"/>
                <a:gd name="connsiteY17" fmla="*/ 10579 h 128195"/>
                <a:gd name="connsiteX18" fmla="*/ 59447 w 143220"/>
                <a:gd name="connsiteY18" fmla="*/ 30148 h 128195"/>
                <a:gd name="connsiteX19" fmla="*/ 68209 w 143220"/>
                <a:gd name="connsiteY19" fmla="*/ 65033 h 128195"/>
                <a:gd name="connsiteX20" fmla="*/ 43433 w 143220"/>
                <a:gd name="connsiteY20" fmla="*/ 98217 h 128195"/>
                <a:gd name="connsiteX21" fmla="*/ 28023 w 143220"/>
                <a:gd name="connsiteY21" fmla="*/ 111831 h 128195"/>
                <a:gd name="connsiteX22" fmla="*/ 20167 w 143220"/>
                <a:gd name="connsiteY22" fmla="*/ 109278 h 128195"/>
                <a:gd name="connsiteX23" fmla="*/ 10498 w 143220"/>
                <a:gd name="connsiteY23" fmla="*/ 106442 h 128195"/>
                <a:gd name="connsiteX24" fmla="*/ 225 w 143220"/>
                <a:gd name="connsiteY24" fmla="*/ 116368 h 128195"/>
                <a:gd name="connsiteX25" fmla="*/ 15332 w 143220"/>
                <a:gd name="connsiteY25" fmla="*/ 128280 h 128195"/>
                <a:gd name="connsiteX26" fmla="*/ 43433 w 143220"/>
                <a:gd name="connsiteY26" fmla="*/ 108427 h 128195"/>
                <a:gd name="connsiteX27" fmla="*/ 70626 w 143220"/>
                <a:gd name="connsiteY27" fmla="*/ 75244 h 128195"/>
                <a:gd name="connsiteX28" fmla="*/ 79691 w 143220"/>
                <a:gd name="connsiteY28" fmla="*/ 109278 h 128195"/>
                <a:gd name="connsiteX29" fmla="*/ 97216 w 143220"/>
                <a:gd name="connsiteY29" fmla="*/ 128280 h 128195"/>
                <a:gd name="connsiteX30" fmla="*/ 134078 w 143220"/>
                <a:gd name="connsiteY30" fmla="*/ 95948 h 128195"/>
                <a:gd name="connsiteX31" fmla="*/ 129848 w 143220"/>
                <a:gd name="connsiteY31" fmla="*/ 93679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20" h="128195">
                  <a:moveTo>
                    <a:pt x="129848" y="93679"/>
                  </a:moveTo>
                  <a:cubicBezTo>
                    <a:pt x="127431" y="96231"/>
                    <a:pt x="125920" y="97933"/>
                    <a:pt x="123201" y="101337"/>
                  </a:cubicBezTo>
                  <a:cubicBezTo>
                    <a:pt x="116251" y="109845"/>
                    <a:pt x="112625" y="112681"/>
                    <a:pt x="109302" y="112681"/>
                  </a:cubicBezTo>
                  <a:cubicBezTo>
                    <a:pt x="104769" y="112681"/>
                    <a:pt x="102050" y="108994"/>
                    <a:pt x="99935" y="101053"/>
                  </a:cubicBezTo>
                  <a:cubicBezTo>
                    <a:pt x="99331" y="98784"/>
                    <a:pt x="99029" y="97082"/>
                    <a:pt x="98726" y="96231"/>
                  </a:cubicBezTo>
                  <a:cubicBezTo>
                    <a:pt x="91173" y="67586"/>
                    <a:pt x="87849" y="54539"/>
                    <a:pt x="87849" y="50285"/>
                  </a:cubicBezTo>
                  <a:cubicBezTo>
                    <a:pt x="101144" y="28447"/>
                    <a:pt x="112021" y="15967"/>
                    <a:pt x="117460" y="15967"/>
                  </a:cubicBezTo>
                  <a:cubicBezTo>
                    <a:pt x="119273" y="15967"/>
                    <a:pt x="121690" y="16818"/>
                    <a:pt x="124712" y="18236"/>
                  </a:cubicBezTo>
                  <a:cubicBezTo>
                    <a:pt x="128337" y="20222"/>
                    <a:pt x="130452" y="20789"/>
                    <a:pt x="132870" y="20789"/>
                  </a:cubicBezTo>
                  <a:cubicBezTo>
                    <a:pt x="139215" y="20789"/>
                    <a:pt x="143445" y="16535"/>
                    <a:pt x="143445" y="10579"/>
                  </a:cubicBezTo>
                  <a:cubicBezTo>
                    <a:pt x="143445" y="4623"/>
                    <a:pt x="138308" y="85"/>
                    <a:pt x="131057" y="85"/>
                  </a:cubicBezTo>
                  <a:cubicBezTo>
                    <a:pt x="117762" y="85"/>
                    <a:pt x="106280" y="10295"/>
                    <a:pt x="85432" y="40642"/>
                  </a:cubicBezTo>
                  <a:lnTo>
                    <a:pt x="82108" y="25043"/>
                  </a:lnTo>
                  <a:cubicBezTo>
                    <a:pt x="77878" y="5757"/>
                    <a:pt x="74554" y="85"/>
                    <a:pt x="66396" y="85"/>
                  </a:cubicBezTo>
                  <a:cubicBezTo>
                    <a:pt x="59749" y="85"/>
                    <a:pt x="49476" y="2637"/>
                    <a:pt x="31044" y="8310"/>
                  </a:cubicBezTo>
                  <a:lnTo>
                    <a:pt x="27721" y="9444"/>
                  </a:lnTo>
                  <a:lnTo>
                    <a:pt x="28929" y="13698"/>
                  </a:lnTo>
                  <a:cubicBezTo>
                    <a:pt x="40411" y="11146"/>
                    <a:pt x="43130" y="10579"/>
                    <a:pt x="45850" y="10579"/>
                  </a:cubicBezTo>
                  <a:cubicBezTo>
                    <a:pt x="53404" y="10579"/>
                    <a:pt x="55216" y="13131"/>
                    <a:pt x="59447" y="30148"/>
                  </a:cubicBezTo>
                  <a:lnTo>
                    <a:pt x="68209" y="65033"/>
                  </a:lnTo>
                  <a:lnTo>
                    <a:pt x="43433" y="98217"/>
                  </a:lnTo>
                  <a:cubicBezTo>
                    <a:pt x="37389" y="106725"/>
                    <a:pt x="31346" y="111831"/>
                    <a:pt x="28023" y="111831"/>
                  </a:cubicBezTo>
                  <a:cubicBezTo>
                    <a:pt x="26210" y="111831"/>
                    <a:pt x="23188" y="110980"/>
                    <a:pt x="20167" y="109278"/>
                  </a:cubicBezTo>
                  <a:cubicBezTo>
                    <a:pt x="16239" y="107293"/>
                    <a:pt x="12915" y="106442"/>
                    <a:pt x="10498" y="106442"/>
                  </a:cubicBezTo>
                  <a:cubicBezTo>
                    <a:pt x="4757" y="106442"/>
                    <a:pt x="225" y="110696"/>
                    <a:pt x="225" y="116368"/>
                  </a:cubicBezTo>
                  <a:cubicBezTo>
                    <a:pt x="225" y="123743"/>
                    <a:pt x="6268" y="128280"/>
                    <a:pt x="15332" y="128280"/>
                  </a:cubicBezTo>
                  <a:cubicBezTo>
                    <a:pt x="24699" y="128280"/>
                    <a:pt x="28325" y="125728"/>
                    <a:pt x="43433" y="108427"/>
                  </a:cubicBezTo>
                  <a:cubicBezTo>
                    <a:pt x="51591" y="99351"/>
                    <a:pt x="57936" y="91694"/>
                    <a:pt x="70626" y="75244"/>
                  </a:cubicBezTo>
                  <a:lnTo>
                    <a:pt x="79691" y="109278"/>
                  </a:lnTo>
                  <a:cubicBezTo>
                    <a:pt x="83619" y="123743"/>
                    <a:pt x="87547" y="128280"/>
                    <a:pt x="97216" y="128280"/>
                  </a:cubicBezTo>
                  <a:cubicBezTo>
                    <a:pt x="108697" y="128280"/>
                    <a:pt x="116553" y="121474"/>
                    <a:pt x="134078" y="95948"/>
                  </a:cubicBezTo>
                  <a:lnTo>
                    <a:pt x="129848" y="9367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3C8FBB7-4F47-C7C0-1E9E-E2DC437AEE12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9524337" y="4700352"/>
              <a:ext cx="99498" cy="141877"/>
            </a:xfrm>
            <a:custGeom>
              <a:avLst/>
              <a:gdLst>
                <a:gd name="connsiteX0" fmla="*/ 99727 w 99498"/>
                <a:gd name="connsiteY0" fmla="*/ 113206 h 141877"/>
                <a:gd name="connsiteX1" fmla="*/ 96820 w 99498"/>
                <a:gd name="connsiteY1" fmla="*/ 112156 h 141877"/>
                <a:gd name="connsiteX2" fmla="*/ 75579 w 99498"/>
                <a:gd name="connsiteY2" fmla="*/ 126008 h 141877"/>
                <a:gd name="connsiteX3" fmla="*/ 22141 w 99498"/>
                <a:gd name="connsiteY3" fmla="*/ 126008 h 141877"/>
                <a:gd name="connsiteX4" fmla="*/ 59704 w 99498"/>
                <a:gd name="connsiteY4" fmla="*/ 89070 h 141877"/>
                <a:gd name="connsiteX5" fmla="*/ 88324 w 99498"/>
                <a:gd name="connsiteY5" fmla="*/ 37230 h 141877"/>
                <a:gd name="connsiteX6" fmla="*/ 46959 w 99498"/>
                <a:gd name="connsiteY6" fmla="*/ 81 h 141877"/>
                <a:gd name="connsiteX7" fmla="*/ 14762 w 99498"/>
                <a:gd name="connsiteY7" fmla="*/ 13094 h 141877"/>
                <a:gd name="connsiteX8" fmla="*/ 452 w 99498"/>
                <a:gd name="connsiteY8" fmla="*/ 41847 h 141877"/>
                <a:gd name="connsiteX9" fmla="*/ 5148 w 99498"/>
                <a:gd name="connsiteY9" fmla="*/ 42897 h 141877"/>
                <a:gd name="connsiteX10" fmla="*/ 37568 w 99498"/>
                <a:gd name="connsiteY10" fmla="*/ 15612 h 141877"/>
                <a:gd name="connsiteX11" fmla="*/ 69095 w 99498"/>
                <a:gd name="connsiteY11" fmla="*/ 45205 h 141877"/>
                <a:gd name="connsiteX12" fmla="*/ 40028 w 99498"/>
                <a:gd name="connsiteY12" fmla="*/ 99773 h 141877"/>
                <a:gd name="connsiteX13" fmla="*/ 229 w 99498"/>
                <a:gd name="connsiteY13" fmla="*/ 139440 h 141877"/>
                <a:gd name="connsiteX14" fmla="*/ 229 w 99498"/>
                <a:gd name="connsiteY14" fmla="*/ 141959 h 141877"/>
                <a:gd name="connsiteX15" fmla="*/ 87430 w 99498"/>
                <a:gd name="connsiteY15" fmla="*/ 141959 h 141877"/>
                <a:gd name="connsiteX16" fmla="*/ 99727 w 99498"/>
                <a:gd name="connsiteY16" fmla="*/ 113206 h 14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98" h="141877">
                  <a:moveTo>
                    <a:pt x="99727" y="113206"/>
                  </a:moveTo>
                  <a:lnTo>
                    <a:pt x="96820" y="112156"/>
                  </a:lnTo>
                  <a:cubicBezTo>
                    <a:pt x="88548" y="124119"/>
                    <a:pt x="85641" y="126008"/>
                    <a:pt x="75579" y="126008"/>
                  </a:cubicBezTo>
                  <a:lnTo>
                    <a:pt x="22141" y="126008"/>
                  </a:lnTo>
                  <a:lnTo>
                    <a:pt x="59704" y="89070"/>
                  </a:lnTo>
                  <a:cubicBezTo>
                    <a:pt x="79604" y="69551"/>
                    <a:pt x="88324" y="53600"/>
                    <a:pt x="88324" y="37230"/>
                  </a:cubicBezTo>
                  <a:cubicBezTo>
                    <a:pt x="88324" y="16242"/>
                    <a:pt x="70213" y="81"/>
                    <a:pt x="46959" y="81"/>
                  </a:cubicBezTo>
                  <a:cubicBezTo>
                    <a:pt x="34662" y="81"/>
                    <a:pt x="23035" y="4699"/>
                    <a:pt x="14762" y="13094"/>
                  </a:cubicBezTo>
                  <a:cubicBezTo>
                    <a:pt x="7607" y="20230"/>
                    <a:pt x="4253" y="26946"/>
                    <a:pt x="452" y="41847"/>
                  </a:cubicBezTo>
                  <a:lnTo>
                    <a:pt x="5148" y="42897"/>
                  </a:lnTo>
                  <a:cubicBezTo>
                    <a:pt x="14091" y="22328"/>
                    <a:pt x="22141" y="15612"/>
                    <a:pt x="37568" y="15612"/>
                  </a:cubicBezTo>
                  <a:cubicBezTo>
                    <a:pt x="56350" y="15612"/>
                    <a:pt x="69095" y="27575"/>
                    <a:pt x="69095" y="45205"/>
                  </a:cubicBezTo>
                  <a:cubicBezTo>
                    <a:pt x="69095" y="61576"/>
                    <a:pt x="58810" y="81094"/>
                    <a:pt x="40028" y="99773"/>
                  </a:cubicBezTo>
                  <a:lnTo>
                    <a:pt x="229" y="139440"/>
                  </a:lnTo>
                  <a:lnTo>
                    <a:pt x="229" y="141959"/>
                  </a:lnTo>
                  <a:lnTo>
                    <a:pt x="87430" y="141959"/>
                  </a:lnTo>
                  <a:lnTo>
                    <a:pt x="99727" y="113206"/>
                  </a:lnTo>
                  <a:close/>
                </a:path>
              </a:pathLst>
            </a:custGeom>
            <a:solidFill>
              <a:srgbClr val="FFFFFF"/>
            </a:solidFill>
            <a:ln w="22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74CCE1D-3C2C-A7A6-88C5-7D24B89CF64C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9704052" y="4794450"/>
              <a:ext cx="200931" cy="188890"/>
            </a:xfrm>
            <a:custGeom>
              <a:avLst/>
              <a:gdLst>
                <a:gd name="connsiteX0" fmla="*/ 106896 w 200931"/>
                <a:gd name="connsiteY0" fmla="*/ 100201 h 188890"/>
                <a:gd name="connsiteX1" fmla="*/ 191196 w 200931"/>
                <a:gd name="connsiteY1" fmla="*/ 100201 h 188890"/>
                <a:gd name="connsiteX2" fmla="*/ 201167 w 200931"/>
                <a:gd name="connsiteY2" fmla="*/ 94529 h 188890"/>
                <a:gd name="connsiteX3" fmla="*/ 191196 w 200931"/>
                <a:gd name="connsiteY3" fmla="*/ 88857 h 188890"/>
                <a:gd name="connsiteX4" fmla="*/ 106896 w 200931"/>
                <a:gd name="connsiteY4" fmla="*/ 88857 h 188890"/>
                <a:gd name="connsiteX5" fmla="*/ 106896 w 200931"/>
                <a:gd name="connsiteY5" fmla="*/ 9443 h 188890"/>
                <a:gd name="connsiteX6" fmla="*/ 100852 w 200931"/>
                <a:gd name="connsiteY6" fmla="*/ 84 h 188890"/>
                <a:gd name="connsiteX7" fmla="*/ 94809 w 200931"/>
                <a:gd name="connsiteY7" fmla="*/ 9443 h 188890"/>
                <a:gd name="connsiteX8" fmla="*/ 94809 w 200931"/>
                <a:gd name="connsiteY8" fmla="*/ 88857 h 188890"/>
                <a:gd name="connsiteX9" fmla="*/ 10207 w 200931"/>
                <a:gd name="connsiteY9" fmla="*/ 88857 h 188890"/>
                <a:gd name="connsiteX10" fmla="*/ 236 w 200931"/>
                <a:gd name="connsiteY10" fmla="*/ 94529 h 188890"/>
                <a:gd name="connsiteX11" fmla="*/ 10207 w 200931"/>
                <a:gd name="connsiteY11" fmla="*/ 100201 h 188890"/>
                <a:gd name="connsiteX12" fmla="*/ 94809 w 200931"/>
                <a:gd name="connsiteY12" fmla="*/ 100201 h 188890"/>
                <a:gd name="connsiteX13" fmla="*/ 94809 w 200931"/>
                <a:gd name="connsiteY13" fmla="*/ 179615 h 188890"/>
                <a:gd name="connsiteX14" fmla="*/ 100852 w 200931"/>
                <a:gd name="connsiteY14" fmla="*/ 188974 h 188890"/>
                <a:gd name="connsiteX15" fmla="*/ 106896 w 200931"/>
                <a:gd name="connsiteY15" fmla="*/ 179615 h 188890"/>
                <a:gd name="connsiteX16" fmla="*/ 106896 w 200931"/>
                <a:gd name="connsiteY16" fmla="*/ 100201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31" h="188890">
                  <a:moveTo>
                    <a:pt x="106896" y="100201"/>
                  </a:moveTo>
                  <a:lnTo>
                    <a:pt x="191196" y="100201"/>
                  </a:lnTo>
                  <a:cubicBezTo>
                    <a:pt x="195426" y="100201"/>
                    <a:pt x="201167" y="100201"/>
                    <a:pt x="201167" y="94529"/>
                  </a:cubicBezTo>
                  <a:cubicBezTo>
                    <a:pt x="201167" y="88857"/>
                    <a:pt x="195426" y="88857"/>
                    <a:pt x="191196" y="88857"/>
                  </a:cubicBezTo>
                  <a:lnTo>
                    <a:pt x="106896" y="88857"/>
                  </a:lnTo>
                  <a:lnTo>
                    <a:pt x="106896" y="9443"/>
                  </a:lnTo>
                  <a:cubicBezTo>
                    <a:pt x="106896" y="5473"/>
                    <a:pt x="106896" y="84"/>
                    <a:pt x="100852" y="84"/>
                  </a:cubicBezTo>
                  <a:cubicBezTo>
                    <a:pt x="94809" y="84"/>
                    <a:pt x="94809" y="5473"/>
                    <a:pt x="94809" y="9443"/>
                  </a:cubicBezTo>
                  <a:lnTo>
                    <a:pt x="94809" y="88857"/>
                  </a:lnTo>
                  <a:lnTo>
                    <a:pt x="10207" y="88857"/>
                  </a:lnTo>
                  <a:cubicBezTo>
                    <a:pt x="5977" y="88857"/>
                    <a:pt x="236" y="88857"/>
                    <a:pt x="236" y="94529"/>
                  </a:cubicBezTo>
                  <a:cubicBezTo>
                    <a:pt x="236" y="100201"/>
                    <a:pt x="5977" y="100201"/>
                    <a:pt x="10207" y="100201"/>
                  </a:cubicBezTo>
                  <a:lnTo>
                    <a:pt x="94809" y="100201"/>
                  </a:lnTo>
                  <a:lnTo>
                    <a:pt x="94809" y="179615"/>
                  </a:lnTo>
                  <a:cubicBezTo>
                    <a:pt x="94809" y="183585"/>
                    <a:pt x="94809" y="188974"/>
                    <a:pt x="100852" y="188974"/>
                  </a:cubicBezTo>
                  <a:cubicBezTo>
                    <a:pt x="106896" y="188974"/>
                    <a:pt x="106896" y="183585"/>
                    <a:pt x="106896" y="179615"/>
                  </a:cubicBezTo>
                  <a:lnTo>
                    <a:pt x="106896" y="100201"/>
                  </a:lnTo>
                  <a:close/>
                </a:path>
              </a:pathLst>
            </a:custGeom>
            <a:solidFill>
              <a:srgbClr val="FFFFFF"/>
            </a:solidFill>
            <a:ln w="4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F00B207F-9FAA-1B82-4A79-9C39DDFD92FD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9975176" y="4765804"/>
              <a:ext cx="131134" cy="197965"/>
            </a:xfrm>
            <a:custGeom>
              <a:avLst/>
              <a:gdLst>
                <a:gd name="connsiteX0" fmla="*/ 124731 w 131134"/>
                <a:gd name="connsiteY0" fmla="*/ 85 h 197965"/>
                <a:gd name="connsiteX1" fmla="*/ 50703 w 131134"/>
                <a:gd name="connsiteY1" fmla="*/ 22774 h 197965"/>
                <a:gd name="connsiteX2" fmla="*/ 244 w 131134"/>
                <a:gd name="connsiteY2" fmla="*/ 114950 h 197965"/>
                <a:gd name="connsiteX3" fmla="*/ 21395 w 131134"/>
                <a:gd name="connsiteY3" fmla="*/ 178765 h 197965"/>
                <a:gd name="connsiteX4" fmla="*/ 67926 w 131134"/>
                <a:gd name="connsiteY4" fmla="*/ 198051 h 197965"/>
                <a:gd name="connsiteX5" fmla="*/ 131378 w 131134"/>
                <a:gd name="connsiteY5" fmla="*/ 131967 h 197965"/>
                <a:gd name="connsiteX6" fmla="*/ 74573 w 131134"/>
                <a:gd name="connsiteY6" fmla="*/ 72691 h 197965"/>
                <a:gd name="connsiteX7" fmla="*/ 35898 w 131134"/>
                <a:gd name="connsiteY7" fmla="*/ 85454 h 197965"/>
                <a:gd name="connsiteX8" fmla="*/ 125335 w 131134"/>
                <a:gd name="connsiteY8" fmla="*/ 4623 h 197965"/>
                <a:gd name="connsiteX9" fmla="*/ 124731 w 131134"/>
                <a:gd name="connsiteY9" fmla="*/ 85 h 197965"/>
                <a:gd name="connsiteX10" fmla="*/ 63092 w 131134"/>
                <a:gd name="connsiteY10" fmla="*/ 85738 h 197965"/>
                <a:gd name="connsiteX11" fmla="*/ 104184 w 131134"/>
                <a:gd name="connsiteY11" fmla="*/ 141610 h 197965"/>
                <a:gd name="connsiteX12" fmla="*/ 71250 w 131134"/>
                <a:gd name="connsiteY12" fmla="*/ 190109 h 197965"/>
                <a:gd name="connsiteX13" fmla="*/ 28344 w 131134"/>
                <a:gd name="connsiteY13" fmla="*/ 119488 h 197965"/>
                <a:gd name="connsiteX14" fmla="*/ 36804 w 131134"/>
                <a:gd name="connsiteY14" fmla="*/ 92828 h 197965"/>
                <a:gd name="connsiteX15" fmla="*/ 63092 w 131134"/>
                <a:gd name="connsiteY15" fmla="*/ 85738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134" h="197965">
                  <a:moveTo>
                    <a:pt x="124731" y="85"/>
                  </a:moveTo>
                  <a:cubicBezTo>
                    <a:pt x="90285" y="2921"/>
                    <a:pt x="72760" y="8310"/>
                    <a:pt x="50703" y="22774"/>
                  </a:cubicBezTo>
                  <a:cubicBezTo>
                    <a:pt x="18071" y="44613"/>
                    <a:pt x="244" y="76945"/>
                    <a:pt x="244" y="114950"/>
                  </a:cubicBezTo>
                  <a:cubicBezTo>
                    <a:pt x="244" y="139625"/>
                    <a:pt x="8402" y="164584"/>
                    <a:pt x="21395" y="178765"/>
                  </a:cubicBezTo>
                  <a:cubicBezTo>
                    <a:pt x="32876" y="191244"/>
                    <a:pt x="49193" y="198051"/>
                    <a:pt x="67926" y="198051"/>
                  </a:cubicBezTo>
                  <a:cubicBezTo>
                    <a:pt x="105393" y="198051"/>
                    <a:pt x="131378" y="171107"/>
                    <a:pt x="131378" y="131967"/>
                  </a:cubicBezTo>
                  <a:cubicBezTo>
                    <a:pt x="131378" y="95664"/>
                    <a:pt x="109321" y="72691"/>
                    <a:pt x="74573" y="72691"/>
                  </a:cubicBezTo>
                  <a:cubicBezTo>
                    <a:pt x="61279" y="72691"/>
                    <a:pt x="54933" y="74676"/>
                    <a:pt x="35898" y="85454"/>
                  </a:cubicBezTo>
                  <a:cubicBezTo>
                    <a:pt x="44056" y="42628"/>
                    <a:pt x="77897" y="11997"/>
                    <a:pt x="125335" y="4623"/>
                  </a:cubicBezTo>
                  <a:lnTo>
                    <a:pt x="124731" y="85"/>
                  </a:lnTo>
                  <a:close/>
                  <a:moveTo>
                    <a:pt x="63092" y="85738"/>
                  </a:moveTo>
                  <a:cubicBezTo>
                    <a:pt x="89077" y="85738"/>
                    <a:pt x="104184" y="106158"/>
                    <a:pt x="104184" y="141610"/>
                  </a:cubicBezTo>
                  <a:cubicBezTo>
                    <a:pt x="104184" y="172809"/>
                    <a:pt x="92400" y="190109"/>
                    <a:pt x="71250" y="190109"/>
                  </a:cubicBezTo>
                  <a:cubicBezTo>
                    <a:pt x="44660" y="190109"/>
                    <a:pt x="28344" y="163449"/>
                    <a:pt x="28344" y="119488"/>
                  </a:cubicBezTo>
                  <a:cubicBezTo>
                    <a:pt x="28344" y="105024"/>
                    <a:pt x="30761" y="97082"/>
                    <a:pt x="36804" y="92828"/>
                  </a:cubicBezTo>
                  <a:cubicBezTo>
                    <a:pt x="43150" y="88290"/>
                    <a:pt x="52516" y="85738"/>
                    <a:pt x="63092" y="85738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9CC5463C-AE85-1BDE-7FCD-B2C325F18E4A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0122589" y="4772044"/>
              <a:ext cx="129623" cy="190024"/>
            </a:xfrm>
            <a:custGeom>
              <a:avLst/>
              <a:gdLst>
                <a:gd name="connsiteX0" fmla="*/ 129872 w 129623"/>
                <a:gd name="connsiteY0" fmla="*/ 85 h 190024"/>
                <a:gd name="connsiteX1" fmla="*/ 18076 w 129623"/>
                <a:gd name="connsiteY1" fmla="*/ 85 h 190024"/>
                <a:gd name="connsiteX2" fmla="*/ 249 w 129623"/>
                <a:gd name="connsiteY2" fmla="*/ 41777 h 190024"/>
                <a:gd name="connsiteX3" fmla="*/ 5385 w 129623"/>
                <a:gd name="connsiteY3" fmla="*/ 44046 h 190024"/>
                <a:gd name="connsiteX4" fmla="*/ 40435 w 129623"/>
                <a:gd name="connsiteY4" fmla="*/ 21072 h 190024"/>
                <a:gd name="connsiteX5" fmla="*/ 106002 w 129623"/>
                <a:gd name="connsiteY5" fmla="*/ 21072 h 190024"/>
                <a:gd name="connsiteX6" fmla="*/ 46176 w 129623"/>
                <a:gd name="connsiteY6" fmla="*/ 190109 h 190024"/>
                <a:gd name="connsiteX7" fmla="*/ 65816 w 129623"/>
                <a:gd name="connsiteY7" fmla="*/ 190109 h 190024"/>
                <a:gd name="connsiteX8" fmla="*/ 129872 w 129623"/>
                <a:gd name="connsiteY8" fmla="*/ 4623 h 190024"/>
                <a:gd name="connsiteX9" fmla="*/ 129872 w 129623"/>
                <a:gd name="connsiteY9" fmla="*/ 85 h 19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623" h="190024">
                  <a:moveTo>
                    <a:pt x="129872" y="85"/>
                  </a:moveTo>
                  <a:lnTo>
                    <a:pt x="18076" y="85"/>
                  </a:lnTo>
                  <a:lnTo>
                    <a:pt x="249" y="41777"/>
                  </a:lnTo>
                  <a:lnTo>
                    <a:pt x="5385" y="44046"/>
                  </a:lnTo>
                  <a:cubicBezTo>
                    <a:pt x="18378" y="24760"/>
                    <a:pt x="23817" y="21072"/>
                    <a:pt x="40435" y="21072"/>
                  </a:cubicBezTo>
                  <a:lnTo>
                    <a:pt x="106002" y="21072"/>
                  </a:lnTo>
                  <a:lnTo>
                    <a:pt x="46176" y="190109"/>
                  </a:lnTo>
                  <a:lnTo>
                    <a:pt x="65816" y="190109"/>
                  </a:lnTo>
                  <a:lnTo>
                    <a:pt x="129872" y="4623"/>
                  </a:lnTo>
                  <a:lnTo>
                    <a:pt x="129872" y="8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31DD753D-D90E-3616-F976-D2ED57C671EB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0277857" y="4764669"/>
              <a:ext cx="122673" cy="199100"/>
            </a:xfrm>
            <a:custGeom>
              <a:avLst/>
              <a:gdLst>
                <a:gd name="connsiteX0" fmla="*/ 45275 w 122673"/>
                <a:gd name="connsiteY0" fmla="*/ 29865 h 199100"/>
                <a:gd name="connsiteX1" fmla="*/ 104496 w 122673"/>
                <a:gd name="connsiteY1" fmla="*/ 29865 h 199100"/>
                <a:gd name="connsiteX2" fmla="*/ 111446 w 122673"/>
                <a:gd name="connsiteY2" fmla="*/ 27312 h 199100"/>
                <a:gd name="connsiteX3" fmla="*/ 122928 w 122673"/>
                <a:gd name="connsiteY3" fmla="*/ 2070 h 199100"/>
                <a:gd name="connsiteX4" fmla="*/ 120208 w 122673"/>
                <a:gd name="connsiteY4" fmla="*/ 85 h 199100"/>
                <a:gd name="connsiteX5" fmla="*/ 106309 w 122673"/>
                <a:gd name="connsiteY5" fmla="*/ 7459 h 199100"/>
                <a:gd name="connsiteX6" fmla="*/ 43160 w 122673"/>
                <a:gd name="connsiteY6" fmla="*/ 7459 h 199100"/>
                <a:gd name="connsiteX7" fmla="*/ 10225 w 122673"/>
                <a:gd name="connsiteY7" fmla="*/ 74676 h 199100"/>
                <a:gd name="connsiteX8" fmla="*/ 9923 w 122673"/>
                <a:gd name="connsiteY8" fmla="*/ 76095 h 199100"/>
                <a:gd name="connsiteX9" fmla="*/ 13549 w 122673"/>
                <a:gd name="connsiteY9" fmla="*/ 78364 h 199100"/>
                <a:gd name="connsiteX10" fmla="*/ 47692 w 122673"/>
                <a:gd name="connsiteY10" fmla="*/ 84036 h 199100"/>
                <a:gd name="connsiteX11" fmla="*/ 98453 w 122673"/>
                <a:gd name="connsiteY11" fmla="*/ 140192 h 199100"/>
                <a:gd name="connsiteX12" fmla="*/ 56454 w 122673"/>
                <a:gd name="connsiteY12" fmla="*/ 188691 h 199100"/>
                <a:gd name="connsiteX13" fmla="*/ 36210 w 122673"/>
                <a:gd name="connsiteY13" fmla="*/ 180466 h 199100"/>
                <a:gd name="connsiteX14" fmla="*/ 13246 w 122673"/>
                <a:gd name="connsiteY14" fmla="*/ 171107 h 199100"/>
                <a:gd name="connsiteX15" fmla="*/ 254 w 122673"/>
                <a:gd name="connsiteY15" fmla="*/ 181601 h 199100"/>
                <a:gd name="connsiteX16" fmla="*/ 37116 w 122673"/>
                <a:gd name="connsiteY16" fmla="*/ 199185 h 199100"/>
                <a:gd name="connsiteX17" fmla="*/ 99360 w 122673"/>
                <a:gd name="connsiteY17" fmla="*/ 177063 h 199100"/>
                <a:gd name="connsiteX18" fmla="*/ 119604 w 122673"/>
                <a:gd name="connsiteY18" fmla="*/ 126579 h 199100"/>
                <a:gd name="connsiteX19" fmla="*/ 98756 w 122673"/>
                <a:gd name="connsiteY19" fmla="*/ 78931 h 199100"/>
                <a:gd name="connsiteX20" fmla="*/ 32584 w 122673"/>
                <a:gd name="connsiteY20" fmla="*/ 53972 h 199100"/>
                <a:gd name="connsiteX21" fmla="*/ 45275 w 122673"/>
                <a:gd name="connsiteY21" fmla="*/ 29865 h 19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673" h="199100">
                  <a:moveTo>
                    <a:pt x="45275" y="29865"/>
                  </a:moveTo>
                  <a:lnTo>
                    <a:pt x="104496" y="29865"/>
                  </a:lnTo>
                  <a:cubicBezTo>
                    <a:pt x="109331" y="29865"/>
                    <a:pt x="110540" y="29297"/>
                    <a:pt x="111446" y="27312"/>
                  </a:cubicBezTo>
                  <a:lnTo>
                    <a:pt x="122928" y="2070"/>
                  </a:lnTo>
                  <a:lnTo>
                    <a:pt x="120208" y="85"/>
                  </a:lnTo>
                  <a:cubicBezTo>
                    <a:pt x="115676" y="6041"/>
                    <a:pt x="112655" y="7459"/>
                    <a:pt x="106309" y="7459"/>
                  </a:cubicBezTo>
                  <a:lnTo>
                    <a:pt x="43160" y="7459"/>
                  </a:lnTo>
                  <a:lnTo>
                    <a:pt x="10225" y="74676"/>
                  </a:lnTo>
                  <a:cubicBezTo>
                    <a:pt x="9923" y="75244"/>
                    <a:pt x="9923" y="75527"/>
                    <a:pt x="9923" y="76095"/>
                  </a:cubicBezTo>
                  <a:cubicBezTo>
                    <a:pt x="9923" y="77513"/>
                    <a:pt x="11131" y="78364"/>
                    <a:pt x="13549" y="78364"/>
                  </a:cubicBezTo>
                  <a:cubicBezTo>
                    <a:pt x="23217" y="78364"/>
                    <a:pt x="35304" y="80349"/>
                    <a:pt x="47692" y="84036"/>
                  </a:cubicBezTo>
                  <a:cubicBezTo>
                    <a:pt x="82439" y="94530"/>
                    <a:pt x="98453" y="112114"/>
                    <a:pt x="98453" y="140192"/>
                  </a:cubicBezTo>
                  <a:cubicBezTo>
                    <a:pt x="98453" y="167420"/>
                    <a:pt x="80022" y="188691"/>
                    <a:pt x="56454" y="188691"/>
                  </a:cubicBezTo>
                  <a:cubicBezTo>
                    <a:pt x="50411" y="188691"/>
                    <a:pt x="45275" y="186706"/>
                    <a:pt x="36210" y="180466"/>
                  </a:cubicBezTo>
                  <a:cubicBezTo>
                    <a:pt x="26541" y="173943"/>
                    <a:pt x="19592" y="171107"/>
                    <a:pt x="13246" y="171107"/>
                  </a:cubicBezTo>
                  <a:cubicBezTo>
                    <a:pt x="4484" y="171107"/>
                    <a:pt x="254" y="174510"/>
                    <a:pt x="254" y="181601"/>
                  </a:cubicBezTo>
                  <a:cubicBezTo>
                    <a:pt x="254" y="192378"/>
                    <a:pt x="14455" y="199185"/>
                    <a:pt x="37116" y="199185"/>
                  </a:cubicBezTo>
                  <a:cubicBezTo>
                    <a:pt x="62497" y="199185"/>
                    <a:pt x="84252" y="191527"/>
                    <a:pt x="99360" y="177063"/>
                  </a:cubicBezTo>
                  <a:cubicBezTo>
                    <a:pt x="113259" y="164300"/>
                    <a:pt x="119604" y="148134"/>
                    <a:pt x="119604" y="126579"/>
                  </a:cubicBezTo>
                  <a:cubicBezTo>
                    <a:pt x="119604" y="106158"/>
                    <a:pt x="113863" y="93112"/>
                    <a:pt x="98756" y="78931"/>
                  </a:cubicBezTo>
                  <a:cubicBezTo>
                    <a:pt x="85461" y="66451"/>
                    <a:pt x="68238" y="59928"/>
                    <a:pt x="32584" y="53972"/>
                  </a:cubicBezTo>
                  <a:lnTo>
                    <a:pt x="45275" y="2986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9FF4099-72D8-3AB0-6D44-98B7F5EC7C1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0411673" y="4834723"/>
              <a:ext cx="143220" cy="128195"/>
            </a:xfrm>
            <a:custGeom>
              <a:avLst/>
              <a:gdLst>
                <a:gd name="connsiteX0" fmla="*/ 129882 w 143220"/>
                <a:gd name="connsiteY0" fmla="*/ 93679 h 128195"/>
                <a:gd name="connsiteX1" fmla="*/ 123235 w 143220"/>
                <a:gd name="connsiteY1" fmla="*/ 101337 h 128195"/>
                <a:gd name="connsiteX2" fmla="*/ 109336 w 143220"/>
                <a:gd name="connsiteY2" fmla="*/ 112681 h 128195"/>
                <a:gd name="connsiteX3" fmla="*/ 99969 w 143220"/>
                <a:gd name="connsiteY3" fmla="*/ 101053 h 128195"/>
                <a:gd name="connsiteX4" fmla="*/ 98761 w 143220"/>
                <a:gd name="connsiteY4" fmla="*/ 96231 h 128195"/>
                <a:gd name="connsiteX5" fmla="*/ 87883 w 143220"/>
                <a:gd name="connsiteY5" fmla="*/ 50285 h 128195"/>
                <a:gd name="connsiteX6" fmla="*/ 117494 w 143220"/>
                <a:gd name="connsiteY6" fmla="*/ 15967 h 128195"/>
                <a:gd name="connsiteX7" fmla="*/ 124746 w 143220"/>
                <a:gd name="connsiteY7" fmla="*/ 18236 h 128195"/>
                <a:gd name="connsiteX8" fmla="*/ 132904 w 143220"/>
                <a:gd name="connsiteY8" fmla="*/ 20789 h 128195"/>
                <a:gd name="connsiteX9" fmla="*/ 143479 w 143220"/>
                <a:gd name="connsiteY9" fmla="*/ 10579 h 128195"/>
                <a:gd name="connsiteX10" fmla="*/ 131091 w 143220"/>
                <a:gd name="connsiteY10" fmla="*/ 85 h 128195"/>
                <a:gd name="connsiteX11" fmla="*/ 85466 w 143220"/>
                <a:gd name="connsiteY11" fmla="*/ 40642 h 128195"/>
                <a:gd name="connsiteX12" fmla="*/ 82142 w 143220"/>
                <a:gd name="connsiteY12" fmla="*/ 25043 h 128195"/>
                <a:gd name="connsiteX13" fmla="*/ 66430 w 143220"/>
                <a:gd name="connsiteY13" fmla="*/ 85 h 128195"/>
                <a:gd name="connsiteX14" fmla="*/ 31078 w 143220"/>
                <a:gd name="connsiteY14" fmla="*/ 8310 h 128195"/>
                <a:gd name="connsiteX15" fmla="*/ 27755 w 143220"/>
                <a:gd name="connsiteY15" fmla="*/ 9444 h 128195"/>
                <a:gd name="connsiteX16" fmla="*/ 28963 w 143220"/>
                <a:gd name="connsiteY16" fmla="*/ 13698 h 128195"/>
                <a:gd name="connsiteX17" fmla="*/ 45884 w 143220"/>
                <a:gd name="connsiteY17" fmla="*/ 10579 h 128195"/>
                <a:gd name="connsiteX18" fmla="*/ 59481 w 143220"/>
                <a:gd name="connsiteY18" fmla="*/ 30148 h 128195"/>
                <a:gd name="connsiteX19" fmla="*/ 68243 w 143220"/>
                <a:gd name="connsiteY19" fmla="*/ 65033 h 128195"/>
                <a:gd name="connsiteX20" fmla="*/ 43467 w 143220"/>
                <a:gd name="connsiteY20" fmla="*/ 98217 h 128195"/>
                <a:gd name="connsiteX21" fmla="*/ 28057 w 143220"/>
                <a:gd name="connsiteY21" fmla="*/ 111831 h 128195"/>
                <a:gd name="connsiteX22" fmla="*/ 20201 w 143220"/>
                <a:gd name="connsiteY22" fmla="*/ 109278 h 128195"/>
                <a:gd name="connsiteX23" fmla="*/ 10532 w 143220"/>
                <a:gd name="connsiteY23" fmla="*/ 106442 h 128195"/>
                <a:gd name="connsiteX24" fmla="*/ 259 w 143220"/>
                <a:gd name="connsiteY24" fmla="*/ 116368 h 128195"/>
                <a:gd name="connsiteX25" fmla="*/ 15366 w 143220"/>
                <a:gd name="connsiteY25" fmla="*/ 128280 h 128195"/>
                <a:gd name="connsiteX26" fmla="*/ 43467 w 143220"/>
                <a:gd name="connsiteY26" fmla="*/ 108427 h 128195"/>
                <a:gd name="connsiteX27" fmla="*/ 70660 w 143220"/>
                <a:gd name="connsiteY27" fmla="*/ 75244 h 128195"/>
                <a:gd name="connsiteX28" fmla="*/ 79725 w 143220"/>
                <a:gd name="connsiteY28" fmla="*/ 109278 h 128195"/>
                <a:gd name="connsiteX29" fmla="*/ 97250 w 143220"/>
                <a:gd name="connsiteY29" fmla="*/ 128280 h 128195"/>
                <a:gd name="connsiteX30" fmla="*/ 134112 w 143220"/>
                <a:gd name="connsiteY30" fmla="*/ 95948 h 128195"/>
                <a:gd name="connsiteX31" fmla="*/ 129882 w 143220"/>
                <a:gd name="connsiteY31" fmla="*/ 93679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20" h="128195">
                  <a:moveTo>
                    <a:pt x="129882" y="93679"/>
                  </a:moveTo>
                  <a:cubicBezTo>
                    <a:pt x="127465" y="96231"/>
                    <a:pt x="125954" y="97933"/>
                    <a:pt x="123235" y="101337"/>
                  </a:cubicBezTo>
                  <a:cubicBezTo>
                    <a:pt x="116285" y="109845"/>
                    <a:pt x="112660" y="112681"/>
                    <a:pt x="109336" y="112681"/>
                  </a:cubicBezTo>
                  <a:cubicBezTo>
                    <a:pt x="104804" y="112681"/>
                    <a:pt x="102084" y="108994"/>
                    <a:pt x="99969" y="101053"/>
                  </a:cubicBezTo>
                  <a:cubicBezTo>
                    <a:pt x="99365" y="98784"/>
                    <a:pt x="99063" y="97082"/>
                    <a:pt x="98761" y="96231"/>
                  </a:cubicBezTo>
                  <a:cubicBezTo>
                    <a:pt x="91207" y="67586"/>
                    <a:pt x="87883" y="54539"/>
                    <a:pt x="87883" y="50285"/>
                  </a:cubicBezTo>
                  <a:cubicBezTo>
                    <a:pt x="101178" y="28447"/>
                    <a:pt x="112055" y="15967"/>
                    <a:pt x="117494" y="15967"/>
                  </a:cubicBezTo>
                  <a:cubicBezTo>
                    <a:pt x="119307" y="15967"/>
                    <a:pt x="121724" y="16818"/>
                    <a:pt x="124746" y="18236"/>
                  </a:cubicBezTo>
                  <a:cubicBezTo>
                    <a:pt x="128371" y="20222"/>
                    <a:pt x="130487" y="20789"/>
                    <a:pt x="132904" y="20789"/>
                  </a:cubicBezTo>
                  <a:cubicBezTo>
                    <a:pt x="139249" y="20789"/>
                    <a:pt x="143479" y="16535"/>
                    <a:pt x="143479" y="10579"/>
                  </a:cubicBezTo>
                  <a:cubicBezTo>
                    <a:pt x="143479" y="4623"/>
                    <a:pt x="138342" y="85"/>
                    <a:pt x="131091" y="85"/>
                  </a:cubicBezTo>
                  <a:cubicBezTo>
                    <a:pt x="117796" y="85"/>
                    <a:pt x="106314" y="10295"/>
                    <a:pt x="85466" y="40642"/>
                  </a:cubicBezTo>
                  <a:lnTo>
                    <a:pt x="82142" y="25043"/>
                  </a:lnTo>
                  <a:cubicBezTo>
                    <a:pt x="77912" y="5757"/>
                    <a:pt x="74588" y="85"/>
                    <a:pt x="66430" y="85"/>
                  </a:cubicBezTo>
                  <a:cubicBezTo>
                    <a:pt x="59783" y="85"/>
                    <a:pt x="49510" y="2637"/>
                    <a:pt x="31078" y="8310"/>
                  </a:cubicBezTo>
                  <a:lnTo>
                    <a:pt x="27755" y="9444"/>
                  </a:lnTo>
                  <a:lnTo>
                    <a:pt x="28963" y="13698"/>
                  </a:lnTo>
                  <a:cubicBezTo>
                    <a:pt x="40445" y="11146"/>
                    <a:pt x="43164" y="10579"/>
                    <a:pt x="45884" y="10579"/>
                  </a:cubicBezTo>
                  <a:cubicBezTo>
                    <a:pt x="53438" y="10579"/>
                    <a:pt x="55251" y="13131"/>
                    <a:pt x="59481" y="30148"/>
                  </a:cubicBezTo>
                  <a:lnTo>
                    <a:pt x="68243" y="65033"/>
                  </a:lnTo>
                  <a:lnTo>
                    <a:pt x="43467" y="98217"/>
                  </a:lnTo>
                  <a:cubicBezTo>
                    <a:pt x="37424" y="106725"/>
                    <a:pt x="31381" y="111831"/>
                    <a:pt x="28057" y="111831"/>
                  </a:cubicBezTo>
                  <a:cubicBezTo>
                    <a:pt x="26244" y="111831"/>
                    <a:pt x="23222" y="110980"/>
                    <a:pt x="20201" y="109278"/>
                  </a:cubicBezTo>
                  <a:cubicBezTo>
                    <a:pt x="16273" y="107293"/>
                    <a:pt x="12949" y="106442"/>
                    <a:pt x="10532" y="106442"/>
                  </a:cubicBezTo>
                  <a:cubicBezTo>
                    <a:pt x="4791" y="106442"/>
                    <a:pt x="259" y="110696"/>
                    <a:pt x="259" y="116368"/>
                  </a:cubicBezTo>
                  <a:cubicBezTo>
                    <a:pt x="259" y="123743"/>
                    <a:pt x="6302" y="128280"/>
                    <a:pt x="15366" y="128280"/>
                  </a:cubicBezTo>
                  <a:cubicBezTo>
                    <a:pt x="24733" y="128280"/>
                    <a:pt x="28359" y="125728"/>
                    <a:pt x="43467" y="108427"/>
                  </a:cubicBezTo>
                  <a:cubicBezTo>
                    <a:pt x="51625" y="99351"/>
                    <a:pt x="57970" y="91694"/>
                    <a:pt x="70660" y="75244"/>
                  </a:cubicBezTo>
                  <a:lnTo>
                    <a:pt x="79725" y="109278"/>
                  </a:lnTo>
                  <a:cubicBezTo>
                    <a:pt x="83653" y="123743"/>
                    <a:pt x="87581" y="128280"/>
                    <a:pt x="97250" y="128280"/>
                  </a:cubicBezTo>
                  <a:cubicBezTo>
                    <a:pt x="108732" y="128280"/>
                    <a:pt x="116587" y="121474"/>
                    <a:pt x="134112" y="95948"/>
                  </a:cubicBezTo>
                  <a:lnTo>
                    <a:pt x="129882" y="9367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2480AB5-3EA8-6392-EF6E-E993D76F1B0A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0565009" y="4700352"/>
              <a:ext cx="86977" cy="144815"/>
            </a:xfrm>
            <a:custGeom>
              <a:avLst/>
              <a:gdLst>
                <a:gd name="connsiteX0" fmla="*/ 24858 w 86977"/>
                <a:gd name="connsiteY0" fmla="*/ 72699 h 144815"/>
                <a:gd name="connsiteX1" fmla="*/ 48559 w 86977"/>
                <a:gd name="connsiteY1" fmla="*/ 75008 h 144815"/>
                <a:gd name="connsiteX2" fmla="*/ 71141 w 86977"/>
                <a:gd name="connsiteY2" fmla="*/ 106070 h 144815"/>
                <a:gd name="connsiteX3" fmla="*/ 41851 w 86977"/>
                <a:gd name="connsiteY3" fmla="*/ 137341 h 144815"/>
                <a:gd name="connsiteX4" fmla="*/ 23069 w 86977"/>
                <a:gd name="connsiteY4" fmla="*/ 130835 h 144815"/>
                <a:gd name="connsiteX5" fmla="*/ 8759 w 86977"/>
                <a:gd name="connsiteY5" fmla="*/ 125588 h 144815"/>
                <a:gd name="connsiteX6" fmla="*/ 263 w 86977"/>
                <a:gd name="connsiteY6" fmla="*/ 132934 h 144815"/>
                <a:gd name="connsiteX7" fmla="*/ 25529 w 86977"/>
                <a:gd name="connsiteY7" fmla="*/ 144897 h 144815"/>
                <a:gd name="connsiteX8" fmla="*/ 70918 w 86977"/>
                <a:gd name="connsiteY8" fmla="*/ 130835 h 144815"/>
                <a:gd name="connsiteX9" fmla="*/ 87240 w 86977"/>
                <a:gd name="connsiteY9" fmla="*/ 95996 h 144815"/>
                <a:gd name="connsiteX10" fmla="*/ 77178 w 86977"/>
                <a:gd name="connsiteY10" fmla="*/ 68921 h 144815"/>
                <a:gd name="connsiteX11" fmla="*/ 58620 w 86977"/>
                <a:gd name="connsiteY11" fmla="*/ 57798 h 144815"/>
                <a:gd name="connsiteX12" fmla="*/ 79638 w 86977"/>
                <a:gd name="connsiteY12" fmla="*/ 28835 h 144815"/>
                <a:gd name="connsiteX13" fmla="*/ 44758 w 86977"/>
                <a:gd name="connsiteY13" fmla="*/ 81 h 144815"/>
                <a:gd name="connsiteX14" fmla="*/ 15691 w 86977"/>
                <a:gd name="connsiteY14" fmla="*/ 10365 h 144815"/>
                <a:gd name="connsiteX15" fmla="*/ 710 w 86977"/>
                <a:gd name="connsiteY15" fmla="*/ 34082 h 144815"/>
                <a:gd name="connsiteX16" fmla="*/ 4064 w 86977"/>
                <a:gd name="connsiteY16" fmla="*/ 34921 h 144815"/>
                <a:gd name="connsiteX17" fmla="*/ 37379 w 86977"/>
                <a:gd name="connsiteY17" fmla="*/ 12674 h 144815"/>
                <a:gd name="connsiteX18" fmla="*/ 61974 w 86977"/>
                <a:gd name="connsiteY18" fmla="*/ 35131 h 144815"/>
                <a:gd name="connsiteX19" fmla="*/ 53031 w 86977"/>
                <a:gd name="connsiteY19" fmla="*/ 55489 h 144815"/>
                <a:gd name="connsiteX20" fmla="*/ 24858 w 86977"/>
                <a:gd name="connsiteY20" fmla="*/ 69971 h 144815"/>
                <a:gd name="connsiteX21" fmla="*/ 24858 w 86977"/>
                <a:gd name="connsiteY21" fmla="*/ 72699 h 144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6977" h="144815">
                  <a:moveTo>
                    <a:pt x="24858" y="72699"/>
                  </a:moveTo>
                  <a:cubicBezTo>
                    <a:pt x="38050" y="72699"/>
                    <a:pt x="43192" y="73119"/>
                    <a:pt x="48559" y="75008"/>
                  </a:cubicBezTo>
                  <a:cubicBezTo>
                    <a:pt x="62421" y="79625"/>
                    <a:pt x="71141" y="91588"/>
                    <a:pt x="71141" y="106070"/>
                  </a:cubicBezTo>
                  <a:cubicBezTo>
                    <a:pt x="71141" y="123699"/>
                    <a:pt x="58397" y="137341"/>
                    <a:pt x="41851" y="137341"/>
                  </a:cubicBezTo>
                  <a:cubicBezTo>
                    <a:pt x="35814" y="137341"/>
                    <a:pt x="31342" y="135872"/>
                    <a:pt x="23069" y="130835"/>
                  </a:cubicBezTo>
                  <a:cubicBezTo>
                    <a:pt x="16361" y="127057"/>
                    <a:pt x="12560" y="125588"/>
                    <a:pt x="8759" y="125588"/>
                  </a:cubicBezTo>
                  <a:cubicBezTo>
                    <a:pt x="3617" y="125588"/>
                    <a:pt x="263" y="128527"/>
                    <a:pt x="263" y="132934"/>
                  </a:cubicBezTo>
                  <a:cubicBezTo>
                    <a:pt x="263" y="140280"/>
                    <a:pt x="9877" y="144897"/>
                    <a:pt x="25529" y="144897"/>
                  </a:cubicBezTo>
                  <a:cubicBezTo>
                    <a:pt x="42745" y="144897"/>
                    <a:pt x="60409" y="139440"/>
                    <a:pt x="70918" y="130835"/>
                  </a:cubicBezTo>
                  <a:cubicBezTo>
                    <a:pt x="81427" y="122230"/>
                    <a:pt x="87240" y="110057"/>
                    <a:pt x="87240" y="95996"/>
                  </a:cubicBezTo>
                  <a:cubicBezTo>
                    <a:pt x="87240" y="85292"/>
                    <a:pt x="83663" y="75428"/>
                    <a:pt x="77178" y="68921"/>
                  </a:cubicBezTo>
                  <a:cubicBezTo>
                    <a:pt x="72707" y="64304"/>
                    <a:pt x="68458" y="61785"/>
                    <a:pt x="58620" y="57798"/>
                  </a:cubicBezTo>
                  <a:cubicBezTo>
                    <a:pt x="74048" y="47934"/>
                    <a:pt x="79638" y="40168"/>
                    <a:pt x="79638" y="28835"/>
                  </a:cubicBezTo>
                  <a:cubicBezTo>
                    <a:pt x="79638" y="11835"/>
                    <a:pt x="65328" y="81"/>
                    <a:pt x="44758" y="81"/>
                  </a:cubicBezTo>
                  <a:cubicBezTo>
                    <a:pt x="33578" y="81"/>
                    <a:pt x="23740" y="3649"/>
                    <a:pt x="15691" y="10365"/>
                  </a:cubicBezTo>
                  <a:cubicBezTo>
                    <a:pt x="8983" y="16032"/>
                    <a:pt x="5629" y="21489"/>
                    <a:pt x="710" y="34082"/>
                  </a:cubicBezTo>
                  <a:lnTo>
                    <a:pt x="4064" y="34921"/>
                  </a:lnTo>
                  <a:cubicBezTo>
                    <a:pt x="13231" y="19600"/>
                    <a:pt x="23293" y="12674"/>
                    <a:pt x="37379" y="12674"/>
                  </a:cubicBezTo>
                  <a:cubicBezTo>
                    <a:pt x="51913" y="12674"/>
                    <a:pt x="61974" y="21909"/>
                    <a:pt x="61974" y="35131"/>
                  </a:cubicBezTo>
                  <a:cubicBezTo>
                    <a:pt x="61974" y="42687"/>
                    <a:pt x="58620" y="50242"/>
                    <a:pt x="53031" y="55489"/>
                  </a:cubicBezTo>
                  <a:cubicBezTo>
                    <a:pt x="46323" y="61785"/>
                    <a:pt x="40062" y="64934"/>
                    <a:pt x="24858" y="69971"/>
                  </a:cubicBezTo>
                  <a:lnTo>
                    <a:pt x="24858" y="72699"/>
                  </a:lnTo>
                  <a:close/>
                </a:path>
              </a:pathLst>
            </a:custGeom>
            <a:solidFill>
              <a:srgbClr val="FFFFFF"/>
            </a:solidFill>
            <a:ln w="22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9A4B1F4-97F8-A87A-55AB-1BB0263DBD39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0749975" y="4883222"/>
              <a:ext cx="184615" cy="11344"/>
            </a:xfrm>
            <a:custGeom>
              <a:avLst/>
              <a:gdLst>
                <a:gd name="connsiteX0" fmla="*/ 174309 w 184615"/>
                <a:gd name="connsiteY0" fmla="*/ 11429 h 11344"/>
                <a:gd name="connsiteX1" fmla="*/ 184884 w 184615"/>
                <a:gd name="connsiteY1" fmla="*/ 5757 h 11344"/>
                <a:gd name="connsiteX2" fmla="*/ 174309 w 184615"/>
                <a:gd name="connsiteY2" fmla="*/ 85 h 11344"/>
                <a:gd name="connsiteX3" fmla="*/ 10844 w 184615"/>
                <a:gd name="connsiteY3" fmla="*/ 85 h 11344"/>
                <a:gd name="connsiteX4" fmla="*/ 269 w 184615"/>
                <a:gd name="connsiteY4" fmla="*/ 5757 h 11344"/>
                <a:gd name="connsiteX5" fmla="*/ 10844 w 184615"/>
                <a:gd name="connsiteY5" fmla="*/ 11429 h 11344"/>
                <a:gd name="connsiteX6" fmla="*/ 174309 w 184615"/>
                <a:gd name="connsiteY6" fmla="*/ 11429 h 1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615" h="11344">
                  <a:moveTo>
                    <a:pt x="174309" y="11429"/>
                  </a:moveTo>
                  <a:cubicBezTo>
                    <a:pt x="179445" y="11429"/>
                    <a:pt x="184884" y="11429"/>
                    <a:pt x="184884" y="5757"/>
                  </a:cubicBezTo>
                  <a:cubicBezTo>
                    <a:pt x="184884" y="85"/>
                    <a:pt x="179445" y="85"/>
                    <a:pt x="174309" y="85"/>
                  </a:cubicBezTo>
                  <a:lnTo>
                    <a:pt x="10844" y="85"/>
                  </a:lnTo>
                  <a:cubicBezTo>
                    <a:pt x="5708" y="85"/>
                    <a:pt x="269" y="85"/>
                    <a:pt x="269" y="5757"/>
                  </a:cubicBezTo>
                  <a:cubicBezTo>
                    <a:pt x="269" y="11429"/>
                    <a:pt x="5708" y="11429"/>
                    <a:pt x="10844" y="11429"/>
                  </a:cubicBezTo>
                  <a:lnTo>
                    <a:pt x="174309" y="1142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1D9C131-F71A-43DC-B9C0-B04A662C8643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1011733" y="4768073"/>
              <a:ext cx="129623" cy="197965"/>
            </a:xfrm>
            <a:custGeom>
              <a:avLst/>
              <a:gdLst>
                <a:gd name="connsiteX0" fmla="*/ 9040 w 129623"/>
                <a:gd name="connsiteY0" fmla="*/ 198051 h 197965"/>
                <a:gd name="connsiteX1" fmla="*/ 80046 w 129623"/>
                <a:gd name="connsiteY1" fmla="*/ 175078 h 197965"/>
                <a:gd name="connsiteX2" fmla="*/ 129901 w 129623"/>
                <a:gd name="connsiteY2" fmla="*/ 80065 h 197965"/>
                <a:gd name="connsiteX3" fmla="*/ 63126 w 129623"/>
                <a:gd name="connsiteY3" fmla="*/ 85 h 197965"/>
                <a:gd name="connsiteX4" fmla="*/ 278 w 129623"/>
                <a:gd name="connsiteY4" fmla="*/ 67019 h 197965"/>
                <a:gd name="connsiteX5" fmla="*/ 54665 w 129623"/>
                <a:gd name="connsiteY5" fmla="*/ 124593 h 197965"/>
                <a:gd name="connsiteX6" fmla="*/ 99988 w 129623"/>
                <a:gd name="connsiteY6" fmla="*/ 108427 h 197965"/>
                <a:gd name="connsiteX7" fmla="*/ 8134 w 129623"/>
                <a:gd name="connsiteY7" fmla="*/ 192378 h 197965"/>
                <a:gd name="connsiteX8" fmla="*/ 9040 w 129623"/>
                <a:gd name="connsiteY8" fmla="*/ 198051 h 197965"/>
                <a:gd name="connsiteX9" fmla="*/ 100593 w 129623"/>
                <a:gd name="connsiteY9" fmla="*/ 91126 h 197965"/>
                <a:gd name="connsiteX10" fmla="*/ 96060 w 129623"/>
                <a:gd name="connsiteY10" fmla="*/ 101904 h 197965"/>
                <a:gd name="connsiteX11" fmla="*/ 65543 w 129623"/>
                <a:gd name="connsiteY11" fmla="*/ 112398 h 197965"/>
                <a:gd name="connsiteX12" fmla="*/ 28076 w 129623"/>
                <a:gd name="connsiteY12" fmla="*/ 57376 h 197965"/>
                <a:gd name="connsiteX13" fmla="*/ 39256 w 129623"/>
                <a:gd name="connsiteY13" fmla="*/ 16818 h 197965"/>
                <a:gd name="connsiteX14" fmla="*/ 60708 w 129623"/>
                <a:gd name="connsiteY14" fmla="*/ 8026 h 197965"/>
                <a:gd name="connsiteX15" fmla="*/ 100593 w 129623"/>
                <a:gd name="connsiteY15" fmla="*/ 80065 h 197965"/>
                <a:gd name="connsiteX16" fmla="*/ 100593 w 129623"/>
                <a:gd name="connsiteY16" fmla="*/ 91126 h 197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623" h="197965">
                  <a:moveTo>
                    <a:pt x="9040" y="198051"/>
                  </a:moveTo>
                  <a:cubicBezTo>
                    <a:pt x="42881" y="194364"/>
                    <a:pt x="59500" y="188975"/>
                    <a:pt x="80046" y="175078"/>
                  </a:cubicBezTo>
                  <a:cubicBezTo>
                    <a:pt x="111470" y="153523"/>
                    <a:pt x="129901" y="118354"/>
                    <a:pt x="129901" y="80065"/>
                  </a:cubicBezTo>
                  <a:cubicBezTo>
                    <a:pt x="129901" y="33268"/>
                    <a:pt x="102103" y="85"/>
                    <a:pt x="63126" y="85"/>
                  </a:cubicBezTo>
                  <a:cubicBezTo>
                    <a:pt x="27170" y="85"/>
                    <a:pt x="278" y="28730"/>
                    <a:pt x="278" y="67019"/>
                  </a:cubicBezTo>
                  <a:cubicBezTo>
                    <a:pt x="278" y="101620"/>
                    <a:pt x="22033" y="124593"/>
                    <a:pt x="54665" y="124593"/>
                  </a:cubicBezTo>
                  <a:cubicBezTo>
                    <a:pt x="71284" y="124593"/>
                    <a:pt x="83974" y="120055"/>
                    <a:pt x="99988" y="108427"/>
                  </a:cubicBezTo>
                  <a:cubicBezTo>
                    <a:pt x="87600" y="154657"/>
                    <a:pt x="54061" y="185004"/>
                    <a:pt x="8134" y="192378"/>
                  </a:cubicBezTo>
                  <a:lnTo>
                    <a:pt x="9040" y="198051"/>
                  </a:lnTo>
                  <a:close/>
                  <a:moveTo>
                    <a:pt x="100593" y="91126"/>
                  </a:moveTo>
                  <a:cubicBezTo>
                    <a:pt x="100593" y="96799"/>
                    <a:pt x="99384" y="99351"/>
                    <a:pt x="96060" y="101904"/>
                  </a:cubicBezTo>
                  <a:cubicBezTo>
                    <a:pt x="87600" y="108711"/>
                    <a:pt x="76420" y="112398"/>
                    <a:pt x="65543" y="112398"/>
                  </a:cubicBezTo>
                  <a:cubicBezTo>
                    <a:pt x="42579" y="112398"/>
                    <a:pt x="28076" y="91126"/>
                    <a:pt x="28076" y="57376"/>
                  </a:cubicBezTo>
                  <a:cubicBezTo>
                    <a:pt x="28076" y="41209"/>
                    <a:pt x="32910" y="24192"/>
                    <a:pt x="39256" y="16818"/>
                  </a:cubicBezTo>
                  <a:cubicBezTo>
                    <a:pt x="44392" y="11146"/>
                    <a:pt x="51946" y="8026"/>
                    <a:pt x="60708" y="8026"/>
                  </a:cubicBezTo>
                  <a:cubicBezTo>
                    <a:pt x="86996" y="8026"/>
                    <a:pt x="100593" y="32417"/>
                    <a:pt x="100593" y="80065"/>
                  </a:cubicBezTo>
                  <a:lnTo>
                    <a:pt x="100593" y="91126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59CABE0-9AA5-F02C-911B-EA480FD11170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1161563" y="4768073"/>
              <a:ext cx="136572" cy="195697"/>
            </a:xfrm>
            <a:custGeom>
              <a:avLst/>
              <a:gdLst>
                <a:gd name="connsiteX0" fmla="*/ 69778 w 136572"/>
                <a:gd name="connsiteY0" fmla="*/ 85 h 195697"/>
                <a:gd name="connsiteX1" fmla="*/ 29290 w 136572"/>
                <a:gd name="connsiteY1" fmla="*/ 14833 h 195697"/>
                <a:gd name="connsiteX2" fmla="*/ 283 w 136572"/>
                <a:gd name="connsiteY2" fmla="*/ 96515 h 195697"/>
                <a:gd name="connsiteX3" fmla="*/ 24455 w 136572"/>
                <a:gd name="connsiteY3" fmla="*/ 176496 h 195697"/>
                <a:gd name="connsiteX4" fmla="*/ 68569 w 136572"/>
                <a:gd name="connsiteY4" fmla="*/ 195782 h 195697"/>
                <a:gd name="connsiteX5" fmla="*/ 107849 w 136572"/>
                <a:gd name="connsiteY5" fmla="*/ 181034 h 195697"/>
                <a:gd name="connsiteX6" fmla="*/ 136856 w 136572"/>
                <a:gd name="connsiteY6" fmla="*/ 98217 h 195697"/>
                <a:gd name="connsiteX7" fmla="*/ 69778 w 136572"/>
                <a:gd name="connsiteY7" fmla="*/ 85 h 195697"/>
                <a:gd name="connsiteX8" fmla="*/ 68872 w 136572"/>
                <a:gd name="connsiteY8" fmla="*/ 7459 h 195697"/>
                <a:gd name="connsiteX9" fmla="*/ 107849 w 136572"/>
                <a:gd name="connsiteY9" fmla="*/ 98784 h 195697"/>
                <a:gd name="connsiteX10" fmla="*/ 68569 w 136572"/>
                <a:gd name="connsiteY10" fmla="*/ 188408 h 195697"/>
                <a:gd name="connsiteX11" fmla="*/ 29290 w 136572"/>
                <a:gd name="connsiteY11" fmla="*/ 99068 h 195697"/>
                <a:gd name="connsiteX12" fmla="*/ 68872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778" y="85"/>
                  </a:moveTo>
                  <a:cubicBezTo>
                    <a:pt x="53160" y="85"/>
                    <a:pt x="40469" y="4906"/>
                    <a:pt x="29290" y="14833"/>
                  </a:cubicBezTo>
                  <a:cubicBezTo>
                    <a:pt x="11765" y="30716"/>
                    <a:pt x="283" y="63332"/>
                    <a:pt x="283" y="96515"/>
                  </a:cubicBezTo>
                  <a:cubicBezTo>
                    <a:pt x="283" y="127430"/>
                    <a:pt x="10254" y="160613"/>
                    <a:pt x="24455" y="176496"/>
                  </a:cubicBezTo>
                  <a:cubicBezTo>
                    <a:pt x="35635" y="188975"/>
                    <a:pt x="51045" y="195782"/>
                    <a:pt x="68569" y="195782"/>
                  </a:cubicBezTo>
                  <a:cubicBezTo>
                    <a:pt x="83979" y="195782"/>
                    <a:pt x="96972" y="190960"/>
                    <a:pt x="107849" y="181034"/>
                  </a:cubicBezTo>
                  <a:cubicBezTo>
                    <a:pt x="125374" y="165435"/>
                    <a:pt x="136856" y="132535"/>
                    <a:pt x="136856" y="98217"/>
                  </a:cubicBezTo>
                  <a:cubicBezTo>
                    <a:pt x="136856" y="40075"/>
                    <a:pt x="109360" y="85"/>
                    <a:pt x="69778" y="85"/>
                  </a:cubicBezTo>
                  <a:close/>
                  <a:moveTo>
                    <a:pt x="68872" y="7459"/>
                  </a:moveTo>
                  <a:cubicBezTo>
                    <a:pt x="94252" y="7459"/>
                    <a:pt x="107849" y="39508"/>
                    <a:pt x="107849" y="98784"/>
                  </a:cubicBezTo>
                  <a:cubicBezTo>
                    <a:pt x="107849" y="158060"/>
                    <a:pt x="94555" y="188408"/>
                    <a:pt x="68569" y="188408"/>
                  </a:cubicBezTo>
                  <a:cubicBezTo>
                    <a:pt x="42584" y="188408"/>
                    <a:pt x="29290" y="158060"/>
                    <a:pt x="29290" y="99068"/>
                  </a:cubicBezTo>
                  <a:cubicBezTo>
                    <a:pt x="29290" y="38940"/>
                    <a:pt x="42886" y="7459"/>
                    <a:pt x="68872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99F01C8-5669-46AC-1CBB-490C3F4656B5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1313205" y="4768073"/>
              <a:ext cx="136572" cy="195697"/>
            </a:xfrm>
            <a:custGeom>
              <a:avLst/>
              <a:gdLst>
                <a:gd name="connsiteX0" fmla="*/ 69783 w 136572"/>
                <a:gd name="connsiteY0" fmla="*/ 85 h 195697"/>
                <a:gd name="connsiteX1" fmla="*/ 29295 w 136572"/>
                <a:gd name="connsiteY1" fmla="*/ 14833 h 195697"/>
                <a:gd name="connsiteX2" fmla="*/ 288 w 136572"/>
                <a:gd name="connsiteY2" fmla="*/ 96515 h 195697"/>
                <a:gd name="connsiteX3" fmla="*/ 24460 w 136572"/>
                <a:gd name="connsiteY3" fmla="*/ 176496 h 195697"/>
                <a:gd name="connsiteX4" fmla="*/ 68574 w 136572"/>
                <a:gd name="connsiteY4" fmla="*/ 195782 h 195697"/>
                <a:gd name="connsiteX5" fmla="*/ 107854 w 136572"/>
                <a:gd name="connsiteY5" fmla="*/ 181034 h 195697"/>
                <a:gd name="connsiteX6" fmla="*/ 136861 w 136572"/>
                <a:gd name="connsiteY6" fmla="*/ 98217 h 195697"/>
                <a:gd name="connsiteX7" fmla="*/ 69783 w 136572"/>
                <a:gd name="connsiteY7" fmla="*/ 85 h 195697"/>
                <a:gd name="connsiteX8" fmla="*/ 68877 w 136572"/>
                <a:gd name="connsiteY8" fmla="*/ 7459 h 195697"/>
                <a:gd name="connsiteX9" fmla="*/ 107854 w 136572"/>
                <a:gd name="connsiteY9" fmla="*/ 98784 h 195697"/>
                <a:gd name="connsiteX10" fmla="*/ 68574 w 136572"/>
                <a:gd name="connsiteY10" fmla="*/ 188408 h 195697"/>
                <a:gd name="connsiteX11" fmla="*/ 29295 w 136572"/>
                <a:gd name="connsiteY11" fmla="*/ 99068 h 195697"/>
                <a:gd name="connsiteX12" fmla="*/ 68877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783" y="85"/>
                  </a:moveTo>
                  <a:cubicBezTo>
                    <a:pt x="53165" y="85"/>
                    <a:pt x="40474" y="4906"/>
                    <a:pt x="29295" y="14833"/>
                  </a:cubicBezTo>
                  <a:cubicBezTo>
                    <a:pt x="11770" y="30716"/>
                    <a:pt x="288" y="63332"/>
                    <a:pt x="288" y="96515"/>
                  </a:cubicBezTo>
                  <a:cubicBezTo>
                    <a:pt x="288" y="127430"/>
                    <a:pt x="10259" y="160613"/>
                    <a:pt x="24460" y="176496"/>
                  </a:cubicBezTo>
                  <a:cubicBezTo>
                    <a:pt x="35640" y="188975"/>
                    <a:pt x="51050" y="195782"/>
                    <a:pt x="68574" y="195782"/>
                  </a:cubicBezTo>
                  <a:cubicBezTo>
                    <a:pt x="83984" y="195782"/>
                    <a:pt x="96977" y="190960"/>
                    <a:pt x="107854" y="181034"/>
                  </a:cubicBezTo>
                  <a:cubicBezTo>
                    <a:pt x="125379" y="165435"/>
                    <a:pt x="136861" y="132535"/>
                    <a:pt x="136861" y="98217"/>
                  </a:cubicBezTo>
                  <a:cubicBezTo>
                    <a:pt x="136861" y="40075"/>
                    <a:pt x="109365" y="85"/>
                    <a:pt x="69783" y="85"/>
                  </a:cubicBezTo>
                  <a:close/>
                  <a:moveTo>
                    <a:pt x="68877" y="7459"/>
                  </a:moveTo>
                  <a:cubicBezTo>
                    <a:pt x="94257" y="7459"/>
                    <a:pt x="107854" y="39508"/>
                    <a:pt x="107854" y="98784"/>
                  </a:cubicBezTo>
                  <a:cubicBezTo>
                    <a:pt x="107854" y="158060"/>
                    <a:pt x="94559" y="188408"/>
                    <a:pt x="68574" y="188408"/>
                  </a:cubicBezTo>
                  <a:cubicBezTo>
                    <a:pt x="42589" y="188408"/>
                    <a:pt x="29295" y="158060"/>
                    <a:pt x="29295" y="99068"/>
                  </a:cubicBezTo>
                  <a:cubicBezTo>
                    <a:pt x="29295" y="38940"/>
                    <a:pt x="42891" y="7459"/>
                    <a:pt x="68877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D6D427C-233C-9119-185B-9DEE43992B8D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1449438" y="4834723"/>
              <a:ext cx="143220" cy="128195"/>
            </a:xfrm>
            <a:custGeom>
              <a:avLst/>
              <a:gdLst>
                <a:gd name="connsiteX0" fmla="*/ 129916 w 143220"/>
                <a:gd name="connsiteY0" fmla="*/ 93679 h 128195"/>
                <a:gd name="connsiteX1" fmla="*/ 123269 w 143220"/>
                <a:gd name="connsiteY1" fmla="*/ 101337 h 128195"/>
                <a:gd name="connsiteX2" fmla="*/ 109370 w 143220"/>
                <a:gd name="connsiteY2" fmla="*/ 112681 h 128195"/>
                <a:gd name="connsiteX3" fmla="*/ 100003 w 143220"/>
                <a:gd name="connsiteY3" fmla="*/ 101053 h 128195"/>
                <a:gd name="connsiteX4" fmla="*/ 98795 w 143220"/>
                <a:gd name="connsiteY4" fmla="*/ 96231 h 128195"/>
                <a:gd name="connsiteX5" fmla="*/ 87917 w 143220"/>
                <a:gd name="connsiteY5" fmla="*/ 50285 h 128195"/>
                <a:gd name="connsiteX6" fmla="*/ 117528 w 143220"/>
                <a:gd name="connsiteY6" fmla="*/ 15967 h 128195"/>
                <a:gd name="connsiteX7" fmla="*/ 124780 w 143220"/>
                <a:gd name="connsiteY7" fmla="*/ 18236 h 128195"/>
                <a:gd name="connsiteX8" fmla="*/ 132938 w 143220"/>
                <a:gd name="connsiteY8" fmla="*/ 20789 h 128195"/>
                <a:gd name="connsiteX9" fmla="*/ 143513 w 143220"/>
                <a:gd name="connsiteY9" fmla="*/ 10579 h 128195"/>
                <a:gd name="connsiteX10" fmla="*/ 131125 w 143220"/>
                <a:gd name="connsiteY10" fmla="*/ 85 h 128195"/>
                <a:gd name="connsiteX11" fmla="*/ 85500 w 143220"/>
                <a:gd name="connsiteY11" fmla="*/ 40642 h 128195"/>
                <a:gd name="connsiteX12" fmla="*/ 82176 w 143220"/>
                <a:gd name="connsiteY12" fmla="*/ 25043 h 128195"/>
                <a:gd name="connsiteX13" fmla="*/ 66464 w 143220"/>
                <a:gd name="connsiteY13" fmla="*/ 85 h 128195"/>
                <a:gd name="connsiteX14" fmla="*/ 31112 w 143220"/>
                <a:gd name="connsiteY14" fmla="*/ 8310 h 128195"/>
                <a:gd name="connsiteX15" fmla="*/ 27789 w 143220"/>
                <a:gd name="connsiteY15" fmla="*/ 9444 h 128195"/>
                <a:gd name="connsiteX16" fmla="*/ 28997 w 143220"/>
                <a:gd name="connsiteY16" fmla="*/ 13698 h 128195"/>
                <a:gd name="connsiteX17" fmla="*/ 45918 w 143220"/>
                <a:gd name="connsiteY17" fmla="*/ 10579 h 128195"/>
                <a:gd name="connsiteX18" fmla="*/ 59515 w 143220"/>
                <a:gd name="connsiteY18" fmla="*/ 30148 h 128195"/>
                <a:gd name="connsiteX19" fmla="*/ 68277 w 143220"/>
                <a:gd name="connsiteY19" fmla="*/ 65033 h 128195"/>
                <a:gd name="connsiteX20" fmla="*/ 43501 w 143220"/>
                <a:gd name="connsiteY20" fmla="*/ 98217 h 128195"/>
                <a:gd name="connsiteX21" fmla="*/ 28091 w 143220"/>
                <a:gd name="connsiteY21" fmla="*/ 111831 h 128195"/>
                <a:gd name="connsiteX22" fmla="*/ 20235 w 143220"/>
                <a:gd name="connsiteY22" fmla="*/ 109278 h 128195"/>
                <a:gd name="connsiteX23" fmla="*/ 10566 w 143220"/>
                <a:gd name="connsiteY23" fmla="*/ 106442 h 128195"/>
                <a:gd name="connsiteX24" fmla="*/ 293 w 143220"/>
                <a:gd name="connsiteY24" fmla="*/ 116368 h 128195"/>
                <a:gd name="connsiteX25" fmla="*/ 15401 w 143220"/>
                <a:gd name="connsiteY25" fmla="*/ 128280 h 128195"/>
                <a:gd name="connsiteX26" fmla="*/ 43501 w 143220"/>
                <a:gd name="connsiteY26" fmla="*/ 108427 h 128195"/>
                <a:gd name="connsiteX27" fmla="*/ 70694 w 143220"/>
                <a:gd name="connsiteY27" fmla="*/ 75244 h 128195"/>
                <a:gd name="connsiteX28" fmla="*/ 79759 w 143220"/>
                <a:gd name="connsiteY28" fmla="*/ 109278 h 128195"/>
                <a:gd name="connsiteX29" fmla="*/ 97284 w 143220"/>
                <a:gd name="connsiteY29" fmla="*/ 128280 h 128195"/>
                <a:gd name="connsiteX30" fmla="*/ 134146 w 143220"/>
                <a:gd name="connsiteY30" fmla="*/ 95948 h 128195"/>
                <a:gd name="connsiteX31" fmla="*/ 129916 w 143220"/>
                <a:gd name="connsiteY31" fmla="*/ 93679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20" h="128195">
                  <a:moveTo>
                    <a:pt x="129916" y="93679"/>
                  </a:moveTo>
                  <a:cubicBezTo>
                    <a:pt x="127499" y="96231"/>
                    <a:pt x="125988" y="97933"/>
                    <a:pt x="123269" y="101337"/>
                  </a:cubicBezTo>
                  <a:cubicBezTo>
                    <a:pt x="116319" y="109845"/>
                    <a:pt x="112694" y="112681"/>
                    <a:pt x="109370" y="112681"/>
                  </a:cubicBezTo>
                  <a:cubicBezTo>
                    <a:pt x="104838" y="112681"/>
                    <a:pt x="102118" y="108994"/>
                    <a:pt x="100003" y="101053"/>
                  </a:cubicBezTo>
                  <a:cubicBezTo>
                    <a:pt x="99399" y="98784"/>
                    <a:pt x="99097" y="97082"/>
                    <a:pt x="98795" y="96231"/>
                  </a:cubicBezTo>
                  <a:cubicBezTo>
                    <a:pt x="91241" y="67586"/>
                    <a:pt x="87917" y="54539"/>
                    <a:pt x="87917" y="50285"/>
                  </a:cubicBezTo>
                  <a:cubicBezTo>
                    <a:pt x="101212" y="28447"/>
                    <a:pt x="112089" y="15967"/>
                    <a:pt x="117528" y="15967"/>
                  </a:cubicBezTo>
                  <a:cubicBezTo>
                    <a:pt x="119341" y="15967"/>
                    <a:pt x="121758" y="16818"/>
                    <a:pt x="124780" y="18236"/>
                  </a:cubicBezTo>
                  <a:cubicBezTo>
                    <a:pt x="128406" y="20222"/>
                    <a:pt x="130521" y="20789"/>
                    <a:pt x="132938" y="20789"/>
                  </a:cubicBezTo>
                  <a:cubicBezTo>
                    <a:pt x="139283" y="20789"/>
                    <a:pt x="143513" y="16535"/>
                    <a:pt x="143513" y="10579"/>
                  </a:cubicBezTo>
                  <a:cubicBezTo>
                    <a:pt x="143513" y="4623"/>
                    <a:pt x="138377" y="85"/>
                    <a:pt x="131125" y="85"/>
                  </a:cubicBezTo>
                  <a:cubicBezTo>
                    <a:pt x="117830" y="85"/>
                    <a:pt x="106348" y="10295"/>
                    <a:pt x="85500" y="40642"/>
                  </a:cubicBezTo>
                  <a:lnTo>
                    <a:pt x="82176" y="25043"/>
                  </a:lnTo>
                  <a:cubicBezTo>
                    <a:pt x="77946" y="5757"/>
                    <a:pt x="74622" y="85"/>
                    <a:pt x="66464" y="85"/>
                  </a:cubicBezTo>
                  <a:cubicBezTo>
                    <a:pt x="59817" y="85"/>
                    <a:pt x="49544" y="2637"/>
                    <a:pt x="31112" y="8310"/>
                  </a:cubicBezTo>
                  <a:lnTo>
                    <a:pt x="27789" y="9444"/>
                  </a:lnTo>
                  <a:lnTo>
                    <a:pt x="28997" y="13698"/>
                  </a:lnTo>
                  <a:cubicBezTo>
                    <a:pt x="40479" y="11146"/>
                    <a:pt x="43199" y="10579"/>
                    <a:pt x="45918" y="10579"/>
                  </a:cubicBezTo>
                  <a:cubicBezTo>
                    <a:pt x="53472" y="10579"/>
                    <a:pt x="55285" y="13131"/>
                    <a:pt x="59515" y="30148"/>
                  </a:cubicBezTo>
                  <a:lnTo>
                    <a:pt x="68277" y="65033"/>
                  </a:lnTo>
                  <a:lnTo>
                    <a:pt x="43501" y="98217"/>
                  </a:lnTo>
                  <a:cubicBezTo>
                    <a:pt x="37458" y="106725"/>
                    <a:pt x="31415" y="111831"/>
                    <a:pt x="28091" y="111831"/>
                  </a:cubicBezTo>
                  <a:cubicBezTo>
                    <a:pt x="26278" y="111831"/>
                    <a:pt x="23257" y="110980"/>
                    <a:pt x="20235" y="109278"/>
                  </a:cubicBezTo>
                  <a:cubicBezTo>
                    <a:pt x="16307" y="107293"/>
                    <a:pt x="12983" y="106442"/>
                    <a:pt x="10566" y="106442"/>
                  </a:cubicBezTo>
                  <a:cubicBezTo>
                    <a:pt x="4825" y="106442"/>
                    <a:pt x="293" y="110696"/>
                    <a:pt x="293" y="116368"/>
                  </a:cubicBezTo>
                  <a:cubicBezTo>
                    <a:pt x="293" y="123743"/>
                    <a:pt x="6336" y="128280"/>
                    <a:pt x="15401" y="128280"/>
                  </a:cubicBezTo>
                  <a:cubicBezTo>
                    <a:pt x="24767" y="128280"/>
                    <a:pt x="28393" y="125728"/>
                    <a:pt x="43501" y="108427"/>
                  </a:cubicBezTo>
                  <a:cubicBezTo>
                    <a:pt x="51659" y="99351"/>
                    <a:pt x="58004" y="91694"/>
                    <a:pt x="70694" y="75244"/>
                  </a:cubicBezTo>
                  <a:lnTo>
                    <a:pt x="79759" y="109278"/>
                  </a:lnTo>
                  <a:cubicBezTo>
                    <a:pt x="83687" y="123743"/>
                    <a:pt x="87615" y="128280"/>
                    <a:pt x="97284" y="128280"/>
                  </a:cubicBezTo>
                  <a:cubicBezTo>
                    <a:pt x="108766" y="128280"/>
                    <a:pt x="116622" y="121474"/>
                    <a:pt x="134146" y="95948"/>
                  </a:cubicBezTo>
                  <a:lnTo>
                    <a:pt x="129916" y="9367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3958645-80CF-71E9-69E4-64BAF7E3E0D2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1595843" y="4700352"/>
              <a:ext cx="102852" cy="141877"/>
            </a:xfrm>
            <a:custGeom>
              <a:avLst/>
              <a:gdLst>
                <a:gd name="connsiteX0" fmla="*/ 103149 w 102852"/>
                <a:gd name="connsiteY0" fmla="*/ 93477 h 141877"/>
                <a:gd name="connsiteX1" fmla="*/ 80343 w 102852"/>
                <a:gd name="connsiteY1" fmla="*/ 93477 h 141877"/>
                <a:gd name="connsiteX2" fmla="*/ 80343 w 102852"/>
                <a:gd name="connsiteY2" fmla="*/ 81 h 141877"/>
                <a:gd name="connsiteX3" fmla="*/ 70505 w 102852"/>
                <a:gd name="connsiteY3" fmla="*/ 81 h 141877"/>
                <a:gd name="connsiteX4" fmla="*/ 297 w 102852"/>
                <a:gd name="connsiteY4" fmla="*/ 93477 h 141877"/>
                <a:gd name="connsiteX5" fmla="*/ 297 w 102852"/>
                <a:gd name="connsiteY5" fmla="*/ 106909 h 141877"/>
                <a:gd name="connsiteX6" fmla="*/ 63126 w 102852"/>
                <a:gd name="connsiteY6" fmla="*/ 106909 h 141877"/>
                <a:gd name="connsiteX7" fmla="*/ 63126 w 102852"/>
                <a:gd name="connsiteY7" fmla="*/ 141959 h 141877"/>
                <a:gd name="connsiteX8" fmla="*/ 80343 w 102852"/>
                <a:gd name="connsiteY8" fmla="*/ 141959 h 141877"/>
                <a:gd name="connsiteX9" fmla="*/ 80343 w 102852"/>
                <a:gd name="connsiteY9" fmla="*/ 106909 h 141877"/>
                <a:gd name="connsiteX10" fmla="*/ 103149 w 102852"/>
                <a:gd name="connsiteY10" fmla="*/ 106909 h 141877"/>
                <a:gd name="connsiteX11" fmla="*/ 103149 w 102852"/>
                <a:gd name="connsiteY11" fmla="*/ 93477 h 141877"/>
                <a:gd name="connsiteX12" fmla="*/ 62903 w 102852"/>
                <a:gd name="connsiteY12" fmla="*/ 93477 h 141877"/>
                <a:gd name="connsiteX13" fmla="*/ 9240 w 102852"/>
                <a:gd name="connsiteY13" fmla="*/ 93477 h 141877"/>
                <a:gd name="connsiteX14" fmla="*/ 62903 w 102852"/>
                <a:gd name="connsiteY14" fmla="*/ 21489 h 141877"/>
                <a:gd name="connsiteX15" fmla="*/ 62903 w 102852"/>
                <a:gd name="connsiteY15" fmla="*/ 93477 h 141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2852" h="141877">
                  <a:moveTo>
                    <a:pt x="103149" y="93477"/>
                  </a:moveTo>
                  <a:lnTo>
                    <a:pt x="80343" y="93477"/>
                  </a:lnTo>
                  <a:lnTo>
                    <a:pt x="80343" y="81"/>
                  </a:lnTo>
                  <a:lnTo>
                    <a:pt x="70505" y="81"/>
                  </a:lnTo>
                  <a:lnTo>
                    <a:pt x="297" y="93477"/>
                  </a:lnTo>
                  <a:lnTo>
                    <a:pt x="297" y="106909"/>
                  </a:lnTo>
                  <a:lnTo>
                    <a:pt x="63126" y="106909"/>
                  </a:lnTo>
                  <a:lnTo>
                    <a:pt x="63126" y="141959"/>
                  </a:lnTo>
                  <a:lnTo>
                    <a:pt x="80343" y="141959"/>
                  </a:lnTo>
                  <a:lnTo>
                    <a:pt x="80343" y="106909"/>
                  </a:lnTo>
                  <a:lnTo>
                    <a:pt x="103149" y="106909"/>
                  </a:lnTo>
                  <a:lnTo>
                    <a:pt x="103149" y="93477"/>
                  </a:lnTo>
                  <a:close/>
                  <a:moveTo>
                    <a:pt x="62903" y="93477"/>
                  </a:moveTo>
                  <a:lnTo>
                    <a:pt x="9240" y="93477"/>
                  </a:lnTo>
                  <a:lnTo>
                    <a:pt x="62903" y="21489"/>
                  </a:lnTo>
                  <a:lnTo>
                    <a:pt x="62903" y="93477"/>
                  </a:lnTo>
                  <a:close/>
                </a:path>
              </a:pathLst>
            </a:custGeom>
            <a:solidFill>
              <a:srgbClr val="FFFFFF"/>
            </a:solidFill>
            <a:ln w="22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795DFB41-BF28-4DA8-6F0C-B2EFAA73DD8D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1779582" y="4794450"/>
              <a:ext cx="200931" cy="188890"/>
            </a:xfrm>
            <a:custGeom>
              <a:avLst/>
              <a:gdLst>
                <a:gd name="connsiteX0" fmla="*/ 106964 w 200931"/>
                <a:gd name="connsiteY0" fmla="*/ 100201 h 188890"/>
                <a:gd name="connsiteX1" fmla="*/ 191264 w 200931"/>
                <a:gd name="connsiteY1" fmla="*/ 100201 h 188890"/>
                <a:gd name="connsiteX2" fmla="*/ 201235 w 200931"/>
                <a:gd name="connsiteY2" fmla="*/ 94529 h 188890"/>
                <a:gd name="connsiteX3" fmla="*/ 191264 w 200931"/>
                <a:gd name="connsiteY3" fmla="*/ 88857 h 188890"/>
                <a:gd name="connsiteX4" fmla="*/ 106964 w 200931"/>
                <a:gd name="connsiteY4" fmla="*/ 88857 h 188890"/>
                <a:gd name="connsiteX5" fmla="*/ 106964 w 200931"/>
                <a:gd name="connsiteY5" fmla="*/ 9443 h 188890"/>
                <a:gd name="connsiteX6" fmla="*/ 100921 w 200931"/>
                <a:gd name="connsiteY6" fmla="*/ 84 h 188890"/>
                <a:gd name="connsiteX7" fmla="*/ 94878 w 200931"/>
                <a:gd name="connsiteY7" fmla="*/ 9443 h 188890"/>
                <a:gd name="connsiteX8" fmla="*/ 94878 w 200931"/>
                <a:gd name="connsiteY8" fmla="*/ 88857 h 188890"/>
                <a:gd name="connsiteX9" fmla="*/ 10275 w 200931"/>
                <a:gd name="connsiteY9" fmla="*/ 88857 h 188890"/>
                <a:gd name="connsiteX10" fmla="*/ 304 w 200931"/>
                <a:gd name="connsiteY10" fmla="*/ 94529 h 188890"/>
                <a:gd name="connsiteX11" fmla="*/ 10275 w 200931"/>
                <a:gd name="connsiteY11" fmla="*/ 100201 h 188890"/>
                <a:gd name="connsiteX12" fmla="*/ 94878 w 200931"/>
                <a:gd name="connsiteY12" fmla="*/ 100201 h 188890"/>
                <a:gd name="connsiteX13" fmla="*/ 94878 w 200931"/>
                <a:gd name="connsiteY13" fmla="*/ 179615 h 188890"/>
                <a:gd name="connsiteX14" fmla="*/ 100921 w 200931"/>
                <a:gd name="connsiteY14" fmla="*/ 188974 h 188890"/>
                <a:gd name="connsiteX15" fmla="*/ 106964 w 200931"/>
                <a:gd name="connsiteY15" fmla="*/ 179615 h 188890"/>
                <a:gd name="connsiteX16" fmla="*/ 106964 w 200931"/>
                <a:gd name="connsiteY16" fmla="*/ 100201 h 1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31" h="188890">
                  <a:moveTo>
                    <a:pt x="106964" y="100201"/>
                  </a:moveTo>
                  <a:lnTo>
                    <a:pt x="191264" y="100201"/>
                  </a:lnTo>
                  <a:cubicBezTo>
                    <a:pt x="195494" y="100201"/>
                    <a:pt x="201235" y="100201"/>
                    <a:pt x="201235" y="94529"/>
                  </a:cubicBezTo>
                  <a:cubicBezTo>
                    <a:pt x="201235" y="88857"/>
                    <a:pt x="195494" y="88857"/>
                    <a:pt x="191264" y="88857"/>
                  </a:cubicBezTo>
                  <a:lnTo>
                    <a:pt x="106964" y="88857"/>
                  </a:lnTo>
                  <a:lnTo>
                    <a:pt x="106964" y="9443"/>
                  </a:lnTo>
                  <a:cubicBezTo>
                    <a:pt x="106964" y="5473"/>
                    <a:pt x="106964" y="84"/>
                    <a:pt x="100921" y="84"/>
                  </a:cubicBezTo>
                  <a:cubicBezTo>
                    <a:pt x="94878" y="84"/>
                    <a:pt x="94878" y="5473"/>
                    <a:pt x="94878" y="9443"/>
                  </a:cubicBezTo>
                  <a:lnTo>
                    <a:pt x="94878" y="88857"/>
                  </a:lnTo>
                  <a:lnTo>
                    <a:pt x="10275" y="88857"/>
                  </a:lnTo>
                  <a:cubicBezTo>
                    <a:pt x="6045" y="88857"/>
                    <a:pt x="304" y="88857"/>
                    <a:pt x="304" y="94529"/>
                  </a:cubicBezTo>
                  <a:cubicBezTo>
                    <a:pt x="304" y="100201"/>
                    <a:pt x="6045" y="100201"/>
                    <a:pt x="10275" y="100201"/>
                  </a:cubicBezTo>
                  <a:lnTo>
                    <a:pt x="94878" y="100201"/>
                  </a:lnTo>
                  <a:lnTo>
                    <a:pt x="94878" y="179615"/>
                  </a:lnTo>
                  <a:cubicBezTo>
                    <a:pt x="94878" y="183585"/>
                    <a:pt x="94878" y="188974"/>
                    <a:pt x="100921" y="188974"/>
                  </a:cubicBezTo>
                  <a:cubicBezTo>
                    <a:pt x="106964" y="188974"/>
                    <a:pt x="106964" y="183585"/>
                    <a:pt x="106964" y="179615"/>
                  </a:cubicBezTo>
                  <a:lnTo>
                    <a:pt x="106964" y="100201"/>
                  </a:lnTo>
                  <a:close/>
                </a:path>
              </a:pathLst>
            </a:custGeom>
            <a:solidFill>
              <a:srgbClr val="FFFFFF"/>
            </a:solidFill>
            <a:ln w="411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21B21A2-02DE-8E8D-C507-1964F63921AF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2044059" y="4768073"/>
              <a:ext cx="138990" cy="191726"/>
            </a:xfrm>
            <a:custGeom>
              <a:avLst/>
              <a:gdLst>
                <a:gd name="connsiteX0" fmla="*/ 139302 w 138990"/>
                <a:gd name="connsiteY0" fmla="*/ 126295 h 191726"/>
                <a:gd name="connsiteX1" fmla="*/ 108483 w 138990"/>
                <a:gd name="connsiteY1" fmla="*/ 126295 h 191726"/>
                <a:gd name="connsiteX2" fmla="*/ 108483 w 138990"/>
                <a:gd name="connsiteY2" fmla="*/ 85 h 191726"/>
                <a:gd name="connsiteX3" fmla="*/ 95188 w 138990"/>
                <a:gd name="connsiteY3" fmla="*/ 85 h 191726"/>
                <a:gd name="connsiteX4" fmla="*/ 312 w 138990"/>
                <a:gd name="connsiteY4" fmla="*/ 126295 h 191726"/>
                <a:gd name="connsiteX5" fmla="*/ 312 w 138990"/>
                <a:gd name="connsiteY5" fmla="*/ 144447 h 191726"/>
                <a:gd name="connsiteX6" fmla="*/ 85217 w 138990"/>
                <a:gd name="connsiteY6" fmla="*/ 144447 h 191726"/>
                <a:gd name="connsiteX7" fmla="*/ 85217 w 138990"/>
                <a:gd name="connsiteY7" fmla="*/ 191811 h 191726"/>
                <a:gd name="connsiteX8" fmla="*/ 108483 w 138990"/>
                <a:gd name="connsiteY8" fmla="*/ 191811 h 191726"/>
                <a:gd name="connsiteX9" fmla="*/ 108483 w 138990"/>
                <a:gd name="connsiteY9" fmla="*/ 144447 h 191726"/>
                <a:gd name="connsiteX10" fmla="*/ 139302 w 138990"/>
                <a:gd name="connsiteY10" fmla="*/ 144447 h 191726"/>
                <a:gd name="connsiteX11" fmla="*/ 139302 w 138990"/>
                <a:gd name="connsiteY11" fmla="*/ 126295 h 191726"/>
                <a:gd name="connsiteX12" fmla="*/ 84915 w 138990"/>
                <a:gd name="connsiteY12" fmla="*/ 126295 h 191726"/>
                <a:gd name="connsiteX13" fmla="*/ 12398 w 138990"/>
                <a:gd name="connsiteY13" fmla="*/ 126295 h 191726"/>
                <a:gd name="connsiteX14" fmla="*/ 84915 w 138990"/>
                <a:gd name="connsiteY14" fmla="*/ 29014 h 191726"/>
                <a:gd name="connsiteX15" fmla="*/ 84915 w 138990"/>
                <a:gd name="connsiteY15" fmla="*/ 126295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990" h="191726">
                  <a:moveTo>
                    <a:pt x="139302" y="126295"/>
                  </a:moveTo>
                  <a:lnTo>
                    <a:pt x="108483" y="126295"/>
                  </a:lnTo>
                  <a:lnTo>
                    <a:pt x="108483" y="85"/>
                  </a:lnTo>
                  <a:lnTo>
                    <a:pt x="95188" y="85"/>
                  </a:lnTo>
                  <a:lnTo>
                    <a:pt x="312" y="126295"/>
                  </a:lnTo>
                  <a:lnTo>
                    <a:pt x="312" y="144447"/>
                  </a:lnTo>
                  <a:lnTo>
                    <a:pt x="85217" y="144447"/>
                  </a:lnTo>
                  <a:lnTo>
                    <a:pt x="85217" y="191811"/>
                  </a:lnTo>
                  <a:lnTo>
                    <a:pt x="108483" y="191811"/>
                  </a:lnTo>
                  <a:lnTo>
                    <a:pt x="108483" y="144447"/>
                  </a:lnTo>
                  <a:lnTo>
                    <a:pt x="139302" y="144447"/>
                  </a:lnTo>
                  <a:lnTo>
                    <a:pt x="139302" y="126295"/>
                  </a:lnTo>
                  <a:close/>
                  <a:moveTo>
                    <a:pt x="84915" y="126295"/>
                  </a:moveTo>
                  <a:lnTo>
                    <a:pt x="12398" y="126295"/>
                  </a:lnTo>
                  <a:lnTo>
                    <a:pt x="84915" y="29014"/>
                  </a:lnTo>
                  <a:lnTo>
                    <a:pt x="84915" y="126295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D0385EC-A234-A58F-0DAA-C2FE2845F3B3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2199328" y="4768073"/>
              <a:ext cx="136572" cy="195697"/>
            </a:xfrm>
            <a:custGeom>
              <a:avLst/>
              <a:gdLst>
                <a:gd name="connsiteX0" fmla="*/ 69812 w 136572"/>
                <a:gd name="connsiteY0" fmla="*/ 85 h 195697"/>
                <a:gd name="connsiteX1" fmla="*/ 29324 w 136572"/>
                <a:gd name="connsiteY1" fmla="*/ 14833 h 195697"/>
                <a:gd name="connsiteX2" fmla="*/ 317 w 136572"/>
                <a:gd name="connsiteY2" fmla="*/ 96515 h 195697"/>
                <a:gd name="connsiteX3" fmla="*/ 24489 w 136572"/>
                <a:gd name="connsiteY3" fmla="*/ 176496 h 195697"/>
                <a:gd name="connsiteX4" fmla="*/ 68604 w 136572"/>
                <a:gd name="connsiteY4" fmla="*/ 195782 h 195697"/>
                <a:gd name="connsiteX5" fmla="*/ 107883 w 136572"/>
                <a:gd name="connsiteY5" fmla="*/ 181034 h 195697"/>
                <a:gd name="connsiteX6" fmla="*/ 136890 w 136572"/>
                <a:gd name="connsiteY6" fmla="*/ 98217 h 195697"/>
                <a:gd name="connsiteX7" fmla="*/ 69812 w 136572"/>
                <a:gd name="connsiteY7" fmla="*/ 85 h 195697"/>
                <a:gd name="connsiteX8" fmla="*/ 68906 w 136572"/>
                <a:gd name="connsiteY8" fmla="*/ 7459 h 195697"/>
                <a:gd name="connsiteX9" fmla="*/ 107883 w 136572"/>
                <a:gd name="connsiteY9" fmla="*/ 98784 h 195697"/>
                <a:gd name="connsiteX10" fmla="*/ 68604 w 136572"/>
                <a:gd name="connsiteY10" fmla="*/ 188408 h 195697"/>
                <a:gd name="connsiteX11" fmla="*/ 29324 w 136572"/>
                <a:gd name="connsiteY11" fmla="*/ 99068 h 195697"/>
                <a:gd name="connsiteX12" fmla="*/ 68906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812" y="85"/>
                  </a:moveTo>
                  <a:cubicBezTo>
                    <a:pt x="53194" y="85"/>
                    <a:pt x="40503" y="4906"/>
                    <a:pt x="29324" y="14833"/>
                  </a:cubicBezTo>
                  <a:cubicBezTo>
                    <a:pt x="11799" y="30716"/>
                    <a:pt x="317" y="63332"/>
                    <a:pt x="317" y="96515"/>
                  </a:cubicBezTo>
                  <a:cubicBezTo>
                    <a:pt x="317" y="127430"/>
                    <a:pt x="10288" y="160613"/>
                    <a:pt x="24489" y="176496"/>
                  </a:cubicBezTo>
                  <a:cubicBezTo>
                    <a:pt x="35669" y="188975"/>
                    <a:pt x="51079" y="195782"/>
                    <a:pt x="68604" y="195782"/>
                  </a:cubicBezTo>
                  <a:cubicBezTo>
                    <a:pt x="84013" y="195782"/>
                    <a:pt x="97006" y="190960"/>
                    <a:pt x="107883" y="181034"/>
                  </a:cubicBezTo>
                  <a:cubicBezTo>
                    <a:pt x="125408" y="165435"/>
                    <a:pt x="136890" y="132535"/>
                    <a:pt x="136890" y="98217"/>
                  </a:cubicBezTo>
                  <a:cubicBezTo>
                    <a:pt x="136890" y="40075"/>
                    <a:pt x="109394" y="85"/>
                    <a:pt x="69812" y="85"/>
                  </a:cubicBezTo>
                  <a:close/>
                  <a:moveTo>
                    <a:pt x="68906" y="7459"/>
                  </a:moveTo>
                  <a:cubicBezTo>
                    <a:pt x="94286" y="7459"/>
                    <a:pt x="107883" y="39508"/>
                    <a:pt x="107883" y="98784"/>
                  </a:cubicBezTo>
                  <a:cubicBezTo>
                    <a:pt x="107883" y="158060"/>
                    <a:pt x="94589" y="188408"/>
                    <a:pt x="68604" y="188408"/>
                  </a:cubicBezTo>
                  <a:cubicBezTo>
                    <a:pt x="42618" y="188408"/>
                    <a:pt x="29324" y="158060"/>
                    <a:pt x="29324" y="99068"/>
                  </a:cubicBezTo>
                  <a:cubicBezTo>
                    <a:pt x="29324" y="38940"/>
                    <a:pt x="42921" y="7459"/>
                    <a:pt x="68906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CE5D497-D648-0924-5C43-A2005BE7466B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2350970" y="4768073"/>
              <a:ext cx="136572" cy="195697"/>
            </a:xfrm>
            <a:custGeom>
              <a:avLst/>
              <a:gdLst>
                <a:gd name="connsiteX0" fmla="*/ 69817 w 136572"/>
                <a:gd name="connsiteY0" fmla="*/ 85 h 195697"/>
                <a:gd name="connsiteX1" fmla="*/ 29329 w 136572"/>
                <a:gd name="connsiteY1" fmla="*/ 14833 h 195697"/>
                <a:gd name="connsiteX2" fmla="*/ 322 w 136572"/>
                <a:gd name="connsiteY2" fmla="*/ 96515 h 195697"/>
                <a:gd name="connsiteX3" fmla="*/ 24494 w 136572"/>
                <a:gd name="connsiteY3" fmla="*/ 176496 h 195697"/>
                <a:gd name="connsiteX4" fmla="*/ 68608 w 136572"/>
                <a:gd name="connsiteY4" fmla="*/ 195782 h 195697"/>
                <a:gd name="connsiteX5" fmla="*/ 107888 w 136572"/>
                <a:gd name="connsiteY5" fmla="*/ 181034 h 195697"/>
                <a:gd name="connsiteX6" fmla="*/ 136895 w 136572"/>
                <a:gd name="connsiteY6" fmla="*/ 98217 h 195697"/>
                <a:gd name="connsiteX7" fmla="*/ 69817 w 136572"/>
                <a:gd name="connsiteY7" fmla="*/ 85 h 195697"/>
                <a:gd name="connsiteX8" fmla="*/ 68911 w 136572"/>
                <a:gd name="connsiteY8" fmla="*/ 7459 h 195697"/>
                <a:gd name="connsiteX9" fmla="*/ 107888 w 136572"/>
                <a:gd name="connsiteY9" fmla="*/ 98784 h 195697"/>
                <a:gd name="connsiteX10" fmla="*/ 68608 w 136572"/>
                <a:gd name="connsiteY10" fmla="*/ 188408 h 195697"/>
                <a:gd name="connsiteX11" fmla="*/ 29329 w 136572"/>
                <a:gd name="connsiteY11" fmla="*/ 99068 h 195697"/>
                <a:gd name="connsiteX12" fmla="*/ 68911 w 136572"/>
                <a:gd name="connsiteY12" fmla="*/ 7459 h 19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572" h="195697">
                  <a:moveTo>
                    <a:pt x="69817" y="85"/>
                  </a:moveTo>
                  <a:cubicBezTo>
                    <a:pt x="53199" y="85"/>
                    <a:pt x="40508" y="4906"/>
                    <a:pt x="29329" y="14833"/>
                  </a:cubicBezTo>
                  <a:cubicBezTo>
                    <a:pt x="11804" y="30716"/>
                    <a:pt x="322" y="63332"/>
                    <a:pt x="322" y="96515"/>
                  </a:cubicBezTo>
                  <a:cubicBezTo>
                    <a:pt x="322" y="127430"/>
                    <a:pt x="10293" y="160613"/>
                    <a:pt x="24494" y="176496"/>
                  </a:cubicBezTo>
                  <a:cubicBezTo>
                    <a:pt x="35674" y="188975"/>
                    <a:pt x="51084" y="195782"/>
                    <a:pt x="68608" y="195782"/>
                  </a:cubicBezTo>
                  <a:cubicBezTo>
                    <a:pt x="84018" y="195782"/>
                    <a:pt x="97011" y="190960"/>
                    <a:pt x="107888" y="181034"/>
                  </a:cubicBezTo>
                  <a:cubicBezTo>
                    <a:pt x="125413" y="165435"/>
                    <a:pt x="136895" y="132535"/>
                    <a:pt x="136895" y="98217"/>
                  </a:cubicBezTo>
                  <a:cubicBezTo>
                    <a:pt x="136895" y="40075"/>
                    <a:pt x="109399" y="85"/>
                    <a:pt x="69817" y="85"/>
                  </a:cubicBezTo>
                  <a:close/>
                  <a:moveTo>
                    <a:pt x="68911" y="7459"/>
                  </a:moveTo>
                  <a:cubicBezTo>
                    <a:pt x="94291" y="7459"/>
                    <a:pt x="107888" y="39508"/>
                    <a:pt x="107888" y="98784"/>
                  </a:cubicBezTo>
                  <a:cubicBezTo>
                    <a:pt x="107888" y="158060"/>
                    <a:pt x="94594" y="188408"/>
                    <a:pt x="68608" y="188408"/>
                  </a:cubicBezTo>
                  <a:cubicBezTo>
                    <a:pt x="42623" y="188408"/>
                    <a:pt x="29329" y="158060"/>
                    <a:pt x="29329" y="99068"/>
                  </a:cubicBezTo>
                  <a:cubicBezTo>
                    <a:pt x="29329" y="38940"/>
                    <a:pt x="42926" y="7459"/>
                    <a:pt x="68911" y="7459"/>
                  </a:cubicBez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411B8D9-5E60-C49F-77BD-DD1E44D74B6A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2487203" y="4834723"/>
              <a:ext cx="143220" cy="128195"/>
            </a:xfrm>
            <a:custGeom>
              <a:avLst/>
              <a:gdLst>
                <a:gd name="connsiteX0" fmla="*/ 129950 w 143220"/>
                <a:gd name="connsiteY0" fmla="*/ 93679 h 128195"/>
                <a:gd name="connsiteX1" fmla="*/ 123303 w 143220"/>
                <a:gd name="connsiteY1" fmla="*/ 101337 h 128195"/>
                <a:gd name="connsiteX2" fmla="*/ 109404 w 143220"/>
                <a:gd name="connsiteY2" fmla="*/ 112681 h 128195"/>
                <a:gd name="connsiteX3" fmla="*/ 100037 w 143220"/>
                <a:gd name="connsiteY3" fmla="*/ 101053 h 128195"/>
                <a:gd name="connsiteX4" fmla="*/ 98829 w 143220"/>
                <a:gd name="connsiteY4" fmla="*/ 96231 h 128195"/>
                <a:gd name="connsiteX5" fmla="*/ 87951 w 143220"/>
                <a:gd name="connsiteY5" fmla="*/ 50285 h 128195"/>
                <a:gd name="connsiteX6" fmla="*/ 117562 w 143220"/>
                <a:gd name="connsiteY6" fmla="*/ 15967 h 128195"/>
                <a:gd name="connsiteX7" fmla="*/ 124814 w 143220"/>
                <a:gd name="connsiteY7" fmla="*/ 18236 h 128195"/>
                <a:gd name="connsiteX8" fmla="*/ 132972 w 143220"/>
                <a:gd name="connsiteY8" fmla="*/ 20789 h 128195"/>
                <a:gd name="connsiteX9" fmla="*/ 143547 w 143220"/>
                <a:gd name="connsiteY9" fmla="*/ 10579 h 128195"/>
                <a:gd name="connsiteX10" fmla="*/ 131159 w 143220"/>
                <a:gd name="connsiteY10" fmla="*/ 85 h 128195"/>
                <a:gd name="connsiteX11" fmla="*/ 85534 w 143220"/>
                <a:gd name="connsiteY11" fmla="*/ 40642 h 128195"/>
                <a:gd name="connsiteX12" fmla="*/ 82210 w 143220"/>
                <a:gd name="connsiteY12" fmla="*/ 25043 h 128195"/>
                <a:gd name="connsiteX13" fmla="*/ 66498 w 143220"/>
                <a:gd name="connsiteY13" fmla="*/ 85 h 128195"/>
                <a:gd name="connsiteX14" fmla="*/ 31147 w 143220"/>
                <a:gd name="connsiteY14" fmla="*/ 8310 h 128195"/>
                <a:gd name="connsiteX15" fmla="*/ 27823 w 143220"/>
                <a:gd name="connsiteY15" fmla="*/ 9444 h 128195"/>
                <a:gd name="connsiteX16" fmla="*/ 29032 w 143220"/>
                <a:gd name="connsiteY16" fmla="*/ 13698 h 128195"/>
                <a:gd name="connsiteX17" fmla="*/ 45952 w 143220"/>
                <a:gd name="connsiteY17" fmla="*/ 10579 h 128195"/>
                <a:gd name="connsiteX18" fmla="*/ 59549 w 143220"/>
                <a:gd name="connsiteY18" fmla="*/ 30148 h 128195"/>
                <a:gd name="connsiteX19" fmla="*/ 68311 w 143220"/>
                <a:gd name="connsiteY19" fmla="*/ 65033 h 128195"/>
                <a:gd name="connsiteX20" fmla="*/ 43535 w 143220"/>
                <a:gd name="connsiteY20" fmla="*/ 98217 h 128195"/>
                <a:gd name="connsiteX21" fmla="*/ 28125 w 143220"/>
                <a:gd name="connsiteY21" fmla="*/ 111831 h 128195"/>
                <a:gd name="connsiteX22" fmla="*/ 20269 w 143220"/>
                <a:gd name="connsiteY22" fmla="*/ 109278 h 128195"/>
                <a:gd name="connsiteX23" fmla="*/ 10600 w 143220"/>
                <a:gd name="connsiteY23" fmla="*/ 106442 h 128195"/>
                <a:gd name="connsiteX24" fmla="*/ 327 w 143220"/>
                <a:gd name="connsiteY24" fmla="*/ 116368 h 128195"/>
                <a:gd name="connsiteX25" fmla="*/ 15435 w 143220"/>
                <a:gd name="connsiteY25" fmla="*/ 128280 h 128195"/>
                <a:gd name="connsiteX26" fmla="*/ 43535 w 143220"/>
                <a:gd name="connsiteY26" fmla="*/ 108427 h 128195"/>
                <a:gd name="connsiteX27" fmla="*/ 70729 w 143220"/>
                <a:gd name="connsiteY27" fmla="*/ 75244 h 128195"/>
                <a:gd name="connsiteX28" fmla="*/ 79793 w 143220"/>
                <a:gd name="connsiteY28" fmla="*/ 109278 h 128195"/>
                <a:gd name="connsiteX29" fmla="*/ 97318 w 143220"/>
                <a:gd name="connsiteY29" fmla="*/ 128280 h 128195"/>
                <a:gd name="connsiteX30" fmla="*/ 134181 w 143220"/>
                <a:gd name="connsiteY30" fmla="*/ 95948 h 128195"/>
                <a:gd name="connsiteX31" fmla="*/ 129950 w 143220"/>
                <a:gd name="connsiteY31" fmla="*/ 93679 h 12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20" h="128195">
                  <a:moveTo>
                    <a:pt x="129950" y="93679"/>
                  </a:moveTo>
                  <a:cubicBezTo>
                    <a:pt x="127533" y="96231"/>
                    <a:pt x="126022" y="97933"/>
                    <a:pt x="123303" y="101337"/>
                  </a:cubicBezTo>
                  <a:cubicBezTo>
                    <a:pt x="116354" y="109845"/>
                    <a:pt x="112728" y="112681"/>
                    <a:pt x="109404" y="112681"/>
                  </a:cubicBezTo>
                  <a:cubicBezTo>
                    <a:pt x="104872" y="112681"/>
                    <a:pt x="102152" y="108994"/>
                    <a:pt x="100037" y="101053"/>
                  </a:cubicBezTo>
                  <a:cubicBezTo>
                    <a:pt x="99433" y="98784"/>
                    <a:pt x="99131" y="97082"/>
                    <a:pt x="98829" y="96231"/>
                  </a:cubicBezTo>
                  <a:cubicBezTo>
                    <a:pt x="91275" y="67586"/>
                    <a:pt x="87951" y="54539"/>
                    <a:pt x="87951" y="50285"/>
                  </a:cubicBezTo>
                  <a:cubicBezTo>
                    <a:pt x="101246" y="28447"/>
                    <a:pt x="112123" y="15967"/>
                    <a:pt x="117562" y="15967"/>
                  </a:cubicBezTo>
                  <a:cubicBezTo>
                    <a:pt x="119375" y="15967"/>
                    <a:pt x="121792" y="16818"/>
                    <a:pt x="124814" y="18236"/>
                  </a:cubicBezTo>
                  <a:cubicBezTo>
                    <a:pt x="128440" y="20222"/>
                    <a:pt x="130555" y="20789"/>
                    <a:pt x="132972" y="20789"/>
                  </a:cubicBezTo>
                  <a:cubicBezTo>
                    <a:pt x="139317" y="20789"/>
                    <a:pt x="143547" y="16535"/>
                    <a:pt x="143547" y="10579"/>
                  </a:cubicBezTo>
                  <a:cubicBezTo>
                    <a:pt x="143547" y="4623"/>
                    <a:pt x="138411" y="85"/>
                    <a:pt x="131159" y="85"/>
                  </a:cubicBezTo>
                  <a:cubicBezTo>
                    <a:pt x="117864" y="85"/>
                    <a:pt x="106383" y="10295"/>
                    <a:pt x="85534" y="40642"/>
                  </a:cubicBezTo>
                  <a:lnTo>
                    <a:pt x="82210" y="25043"/>
                  </a:lnTo>
                  <a:cubicBezTo>
                    <a:pt x="77980" y="5757"/>
                    <a:pt x="74657" y="85"/>
                    <a:pt x="66498" y="85"/>
                  </a:cubicBezTo>
                  <a:cubicBezTo>
                    <a:pt x="59851" y="85"/>
                    <a:pt x="49578" y="2637"/>
                    <a:pt x="31147" y="8310"/>
                  </a:cubicBezTo>
                  <a:lnTo>
                    <a:pt x="27823" y="9444"/>
                  </a:lnTo>
                  <a:lnTo>
                    <a:pt x="29032" y="13698"/>
                  </a:lnTo>
                  <a:cubicBezTo>
                    <a:pt x="40513" y="11146"/>
                    <a:pt x="43233" y="10579"/>
                    <a:pt x="45952" y="10579"/>
                  </a:cubicBezTo>
                  <a:cubicBezTo>
                    <a:pt x="53506" y="10579"/>
                    <a:pt x="55319" y="13131"/>
                    <a:pt x="59549" y="30148"/>
                  </a:cubicBezTo>
                  <a:lnTo>
                    <a:pt x="68311" y="65033"/>
                  </a:lnTo>
                  <a:lnTo>
                    <a:pt x="43535" y="98217"/>
                  </a:lnTo>
                  <a:cubicBezTo>
                    <a:pt x="37492" y="106725"/>
                    <a:pt x="31449" y="111831"/>
                    <a:pt x="28125" y="111831"/>
                  </a:cubicBezTo>
                  <a:cubicBezTo>
                    <a:pt x="26312" y="111831"/>
                    <a:pt x="23291" y="110980"/>
                    <a:pt x="20269" y="109278"/>
                  </a:cubicBezTo>
                  <a:cubicBezTo>
                    <a:pt x="16341" y="107293"/>
                    <a:pt x="13017" y="106442"/>
                    <a:pt x="10600" y="106442"/>
                  </a:cubicBezTo>
                  <a:cubicBezTo>
                    <a:pt x="4859" y="106442"/>
                    <a:pt x="327" y="110696"/>
                    <a:pt x="327" y="116368"/>
                  </a:cubicBezTo>
                  <a:cubicBezTo>
                    <a:pt x="327" y="123743"/>
                    <a:pt x="6370" y="128280"/>
                    <a:pt x="15435" y="128280"/>
                  </a:cubicBezTo>
                  <a:cubicBezTo>
                    <a:pt x="24801" y="128280"/>
                    <a:pt x="28427" y="125728"/>
                    <a:pt x="43535" y="108427"/>
                  </a:cubicBezTo>
                  <a:cubicBezTo>
                    <a:pt x="51693" y="99351"/>
                    <a:pt x="58038" y="91694"/>
                    <a:pt x="70729" y="75244"/>
                  </a:cubicBezTo>
                  <a:lnTo>
                    <a:pt x="79793" y="109278"/>
                  </a:lnTo>
                  <a:cubicBezTo>
                    <a:pt x="83721" y="123743"/>
                    <a:pt x="87649" y="128280"/>
                    <a:pt x="97318" y="128280"/>
                  </a:cubicBezTo>
                  <a:cubicBezTo>
                    <a:pt x="108800" y="128280"/>
                    <a:pt x="116656" y="121474"/>
                    <a:pt x="134181" y="95948"/>
                  </a:cubicBezTo>
                  <a:lnTo>
                    <a:pt x="129950" y="93679"/>
                  </a:lnTo>
                  <a:close/>
                </a:path>
              </a:pathLst>
            </a:custGeom>
            <a:solidFill>
              <a:srgbClr val="FFFFFF"/>
            </a:solidFill>
            <a:ln w="30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EF00BF52-5293-00AB-089C-7C962A5919DF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2638080" y="4697833"/>
              <a:ext cx="90778" cy="147334"/>
            </a:xfrm>
            <a:custGeom>
              <a:avLst/>
              <a:gdLst>
                <a:gd name="connsiteX0" fmla="*/ 33646 w 90778"/>
                <a:gd name="connsiteY0" fmla="*/ 22119 h 147334"/>
                <a:gd name="connsiteX1" fmla="*/ 77470 w 90778"/>
                <a:gd name="connsiteY1" fmla="*/ 22119 h 147334"/>
                <a:gd name="connsiteX2" fmla="*/ 82613 w 90778"/>
                <a:gd name="connsiteY2" fmla="*/ 20230 h 147334"/>
                <a:gd name="connsiteX3" fmla="*/ 91109 w 90778"/>
                <a:gd name="connsiteY3" fmla="*/ 1551 h 147334"/>
                <a:gd name="connsiteX4" fmla="*/ 89097 w 90778"/>
                <a:gd name="connsiteY4" fmla="*/ 81 h 147334"/>
                <a:gd name="connsiteX5" fmla="*/ 78812 w 90778"/>
                <a:gd name="connsiteY5" fmla="*/ 5538 h 147334"/>
                <a:gd name="connsiteX6" fmla="*/ 32081 w 90778"/>
                <a:gd name="connsiteY6" fmla="*/ 5538 h 147334"/>
                <a:gd name="connsiteX7" fmla="*/ 7709 w 90778"/>
                <a:gd name="connsiteY7" fmla="*/ 55279 h 147334"/>
                <a:gd name="connsiteX8" fmla="*/ 7486 w 90778"/>
                <a:gd name="connsiteY8" fmla="*/ 56329 h 147334"/>
                <a:gd name="connsiteX9" fmla="*/ 10169 w 90778"/>
                <a:gd name="connsiteY9" fmla="*/ 58008 h 147334"/>
                <a:gd name="connsiteX10" fmla="*/ 35435 w 90778"/>
                <a:gd name="connsiteY10" fmla="*/ 62205 h 147334"/>
                <a:gd name="connsiteX11" fmla="*/ 72998 w 90778"/>
                <a:gd name="connsiteY11" fmla="*/ 103761 h 147334"/>
                <a:gd name="connsiteX12" fmla="*/ 41919 w 90778"/>
                <a:gd name="connsiteY12" fmla="*/ 139650 h 147334"/>
                <a:gd name="connsiteX13" fmla="*/ 26938 w 90778"/>
                <a:gd name="connsiteY13" fmla="*/ 133564 h 147334"/>
                <a:gd name="connsiteX14" fmla="*/ 9945 w 90778"/>
                <a:gd name="connsiteY14" fmla="*/ 126638 h 147334"/>
                <a:gd name="connsiteX15" fmla="*/ 331 w 90778"/>
                <a:gd name="connsiteY15" fmla="*/ 134403 h 147334"/>
                <a:gd name="connsiteX16" fmla="*/ 27609 w 90778"/>
                <a:gd name="connsiteY16" fmla="*/ 147416 h 147334"/>
                <a:gd name="connsiteX17" fmla="*/ 73669 w 90778"/>
                <a:gd name="connsiteY17" fmla="*/ 131045 h 147334"/>
                <a:gd name="connsiteX18" fmla="*/ 88650 w 90778"/>
                <a:gd name="connsiteY18" fmla="*/ 93687 h 147334"/>
                <a:gd name="connsiteX19" fmla="*/ 73222 w 90778"/>
                <a:gd name="connsiteY19" fmla="*/ 58427 h 147334"/>
                <a:gd name="connsiteX20" fmla="*/ 24255 w 90778"/>
                <a:gd name="connsiteY20" fmla="*/ 39958 h 147334"/>
                <a:gd name="connsiteX21" fmla="*/ 33646 w 90778"/>
                <a:gd name="connsiteY21" fmla="*/ 22119 h 147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778" h="147334">
                  <a:moveTo>
                    <a:pt x="33646" y="22119"/>
                  </a:moveTo>
                  <a:lnTo>
                    <a:pt x="77470" y="22119"/>
                  </a:lnTo>
                  <a:cubicBezTo>
                    <a:pt x="81048" y="22119"/>
                    <a:pt x="81942" y="21699"/>
                    <a:pt x="82613" y="20230"/>
                  </a:cubicBezTo>
                  <a:lnTo>
                    <a:pt x="91109" y="1551"/>
                  </a:lnTo>
                  <a:lnTo>
                    <a:pt x="89097" y="81"/>
                  </a:lnTo>
                  <a:cubicBezTo>
                    <a:pt x="85743" y="4489"/>
                    <a:pt x="83507" y="5538"/>
                    <a:pt x="78812" y="5538"/>
                  </a:cubicBezTo>
                  <a:lnTo>
                    <a:pt x="32081" y="5538"/>
                  </a:lnTo>
                  <a:lnTo>
                    <a:pt x="7709" y="55279"/>
                  </a:lnTo>
                  <a:cubicBezTo>
                    <a:pt x="7486" y="55699"/>
                    <a:pt x="7486" y="55909"/>
                    <a:pt x="7486" y="56329"/>
                  </a:cubicBezTo>
                  <a:cubicBezTo>
                    <a:pt x="7486" y="57378"/>
                    <a:pt x="8380" y="58008"/>
                    <a:pt x="10169" y="58008"/>
                  </a:cubicBezTo>
                  <a:cubicBezTo>
                    <a:pt x="17324" y="58008"/>
                    <a:pt x="26268" y="59477"/>
                    <a:pt x="35435" y="62205"/>
                  </a:cubicBezTo>
                  <a:cubicBezTo>
                    <a:pt x="61148" y="69971"/>
                    <a:pt x="72998" y="82983"/>
                    <a:pt x="72998" y="103761"/>
                  </a:cubicBezTo>
                  <a:cubicBezTo>
                    <a:pt x="72998" y="123909"/>
                    <a:pt x="59359" y="139650"/>
                    <a:pt x="41919" y="139650"/>
                  </a:cubicBezTo>
                  <a:cubicBezTo>
                    <a:pt x="37447" y="139650"/>
                    <a:pt x="33646" y="138181"/>
                    <a:pt x="26938" y="133564"/>
                  </a:cubicBezTo>
                  <a:cubicBezTo>
                    <a:pt x="19783" y="128736"/>
                    <a:pt x="14641" y="126638"/>
                    <a:pt x="9945" y="126638"/>
                  </a:cubicBezTo>
                  <a:cubicBezTo>
                    <a:pt x="3461" y="126638"/>
                    <a:pt x="331" y="129156"/>
                    <a:pt x="331" y="134403"/>
                  </a:cubicBezTo>
                  <a:cubicBezTo>
                    <a:pt x="331" y="142379"/>
                    <a:pt x="10840" y="147416"/>
                    <a:pt x="27609" y="147416"/>
                  </a:cubicBezTo>
                  <a:cubicBezTo>
                    <a:pt x="46391" y="147416"/>
                    <a:pt x="62490" y="141749"/>
                    <a:pt x="73669" y="131045"/>
                  </a:cubicBezTo>
                  <a:cubicBezTo>
                    <a:pt x="83954" y="121601"/>
                    <a:pt x="88650" y="109638"/>
                    <a:pt x="88650" y="93687"/>
                  </a:cubicBezTo>
                  <a:cubicBezTo>
                    <a:pt x="88650" y="78576"/>
                    <a:pt x="84402" y="68921"/>
                    <a:pt x="73222" y="58427"/>
                  </a:cubicBezTo>
                  <a:cubicBezTo>
                    <a:pt x="63384" y="49193"/>
                    <a:pt x="50639" y="44366"/>
                    <a:pt x="24255" y="39958"/>
                  </a:cubicBezTo>
                  <a:lnTo>
                    <a:pt x="33646" y="22119"/>
                  </a:lnTo>
                  <a:close/>
                </a:path>
              </a:pathLst>
            </a:custGeom>
            <a:solidFill>
              <a:srgbClr val="FFFFFF"/>
            </a:solidFill>
            <a:ln w="22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4" name="Group 183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find:}\quad \quad I = \int_0^{0.8} f(x)\,  dx&#10;\end{align*}&#10;}&#10;\end{document}" title="IguanaTex Shape Display">
            <a:extLst>
              <a:ext uri="{FF2B5EF4-FFF2-40B4-BE49-F238E27FC236}">
                <a16:creationId xmlns:a16="http://schemas.microsoft.com/office/drawing/2014/main" id="{9286F81A-0667-29BA-69DD-6BE208546489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4160982" y="798008"/>
            <a:ext cx="3125558" cy="701576"/>
            <a:chOff x="8085220" y="3112242"/>
            <a:chExt cx="3125558" cy="701576"/>
          </a:xfrm>
        </p:grpSpPr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B84358E-3CE7-EAFE-0533-4098ABB65E3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085220" y="3355035"/>
              <a:ext cx="147878" cy="211321"/>
            </a:xfrm>
            <a:custGeom>
              <a:avLst/>
              <a:gdLst>
                <a:gd name="connsiteX0" fmla="*/ 183 w 147878"/>
                <a:gd name="connsiteY0" fmla="*/ 82388 h 211321"/>
                <a:gd name="connsiteX1" fmla="*/ 20705 w 147878"/>
                <a:gd name="connsiteY1" fmla="*/ 82388 h 211321"/>
                <a:gd name="connsiteX2" fmla="*/ 20705 w 147878"/>
                <a:gd name="connsiteY2" fmla="*/ 182325 h 211321"/>
                <a:gd name="connsiteX3" fmla="*/ 485 w 147878"/>
                <a:gd name="connsiteY3" fmla="*/ 206768 h 211321"/>
                <a:gd name="connsiteX4" fmla="*/ 485 w 147878"/>
                <a:gd name="connsiteY4" fmla="*/ 211409 h 211321"/>
                <a:gd name="connsiteX5" fmla="*/ 66879 w 147878"/>
                <a:gd name="connsiteY5" fmla="*/ 211409 h 211321"/>
                <a:gd name="connsiteX6" fmla="*/ 66879 w 147878"/>
                <a:gd name="connsiteY6" fmla="*/ 206768 h 211321"/>
                <a:gd name="connsiteX7" fmla="*/ 46055 w 147878"/>
                <a:gd name="connsiteY7" fmla="*/ 184182 h 211321"/>
                <a:gd name="connsiteX8" fmla="*/ 46055 w 147878"/>
                <a:gd name="connsiteY8" fmla="*/ 82388 h 211321"/>
                <a:gd name="connsiteX9" fmla="*/ 72009 w 147878"/>
                <a:gd name="connsiteY9" fmla="*/ 82388 h 211321"/>
                <a:gd name="connsiteX10" fmla="*/ 102490 w 147878"/>
                <a:gd name="connsiteY10" fmla="*/ 99715 h 211321"/>
                <a:gd name="connsiteX11" fmla="*/ 102490 w 147878"/>
                <a:gd name="connsiteY11" fmla="*/ 181397 h 211321"/>
                <a:gd name="connsiteX12" fmla="*/ 81667 w 147878"/>
                <a:gd name="connsiteY12" fmla="*/ 206768 h 211321"/>
                <a:gd name="connsiteX13" fmla="*/ 81667 w 147878"/>
                <a:gd name="connsiteY13" fmla="*/ 211409 h 211321"/>
                <a:gd name="connsiteX14" fmla="*/ 148061 w 147878"/>
                <a:gd name="connsiteY14" fmla="*/ 211409 h 211321"/>
                <a:gd name="connsiteX15" fmla="*/ 148061 w 147878"/>
                <a:gd name="connsiteY15" fmla="*/ 206768 h 211321"/>
                <a:gd name="connsiteX16" fmla="*/ 127841 w 147878"/>
                <a:gd name="connsiteY16" fmla="*/ 181397 h 211321"/>
                <a:gd name="connsiteX17" fmla="*/ 127841 w 147878"/>
                <a:gd name="connsiteY17" fmla="*/ 100334 h 211321"/>
                <a:gd name="connsiteX18" fmla="*/ 128445 w 147878"/>
                <a:gd name="connsiteY18" fmla="*/ 70012 h 211321"/>
                <a:gd name="connsiteX19" fmla="*/ 127237 w 147878"/>
                <a:gd name="connsiteY19" fmla="*/ 69084 h 211321"/>
                <a:gd name="connsiteX20" fmla="*/ 93135 w 147878"/>
                <a:gd name="connsiteY20" fmla="*/ 72178 h 211321"/>
                <a:gd name="connsiteX21" fmla="*/ 45753 w 147878"/>
                <a:gd name="connsiteY21" fmla="*/ 72178 h 211321"/>
                <a:gd name="connsiteX22" fmla="*/ 45753 w 147878"/>
                <a:gd name="connsiteY22" fmla="*/ 58874 h 211321"/>
                <a:gd name="connsiteX23" fmla="*/ 48168 w 147878"/>
                <a:gd name="connsiteY23" fmla="*/ 30409 h 211321"/>
                <a:gd name="connsiteX24" fmla="*/ 77743 w 147878"/>
                <a:gd name="connsiteY24" fmla="*/ 7822 h 211321"/>
                <a:gd name="connsiteX25" fmla="*/ 99171 w 147878"/>
                <a:gd name="connsiteY25" fmla="*/ 22364 h 211321"/>
                <a:gd name="connsiteX26" fmla="*/ 113959 w 147878"/>
                <a:gd name="connsiteY26" fmla="*/ 33812 h 211321"/>
                <a:gd name="connsiteX27" fmla="*/ 124823 w 147878"/>
                <a:gd name="connsiteY27" fmla="*/ 21746 h 211321"/>
                <a:gd name="connsiteX28" fmla="*/ 86495 w 147878"/>
                <a:gd name="connsiteY28" fmla="*/ 87 h 211321"/>
                <a:gd name="connsiteX29" fmla="*/ 35191 w 147878"/>
                <a:gd name="connsiteY29" fmla="*/ 23293 h 211321"/>
                <a:gd name="connsiteX30" fmla="*/ 21006 w 147878"/>
                <a:gd name="connsiteY30" fmla="*/ 72178 h 211321"/>
                <a:gd name="connsiteX31" fmla="*/ 183 w 147878"/>
                <a:gd name="connsiteY31" fmla="*/ 72178 h 211321"/>
                <a:gd name="connsiteX32" fmla="*/ 183 w 147878"/>
                <a:gd name="connsiteY32" fmla="*/ 82388 h 2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47878" h="211321">
                  <a:moveTo>
                    <a:pt x="183" y="82388"/>
                  </a:moveTo>
                  <a:lnTo>
                    <a:pt x="20705" y="82388"/>
                  </a:lnTo>
                  <a:lnTo>
                    <a:pt x="20705" y="182325"/>
                  </a:lnTo>
                  <a:cubicBezTo>
                    <a:pt x="20705" y="202127"/>
                    <a:pt x="17385" y="206149"/>
                    <a:pt x="485" y="206768"/>
                  </a:cubicBezTo>
                  <a:lnTo>
                    <a:pt x="485" y="211409"/>
                  </a:lnTo>
                  <a:lnTo>
                    <a:pt x="66879" y="211409"/>
                  </a:lnTo>
                  <a:lnTo>
                    <a:pt x="66879" y="206768"/>
                  </a:lnTo>
                  <a:cubicBezTo>
                    <a:pt x="49979" y="205531"/>
                    <a:pt x="46055" y="201199"/>
                    <a:pt x="46055" y="184182"/>
                  </a:cubicBezTo>
                  <a:lnTo>
                    <a:pt x="46055" y="82388"/>
                  </a:lnTo>
                  <a:lnTo>
                    <a:pt x="72009" y="82388"/>
                  </a:lnTo>
                  <a:cubicBezTo>
                    <a:pt x="100981" y="82388"/>
                    <a:pt x="102490" y="83317"/>
                    <a:pt x="102490" y="99715"/>
                  </a:cubicBezTo>
                  <a:lnTo>
                    <a:pt x="102490" y="181397"/>
                  </a:lnTo>
                  <a:cubicBezTo>
                    <a:pt x="102490" y="202437"/>
                    <a:pt x="100378" y="205221"/>
                    <a:pt x="81667" y="206768"/>
                  </a:cubicBezTo>
                  <a:lnTo>
                    <a:pt x="81667" y="211409"/>
                  </a:lnTo>
                  <a:lnTo>
                    <a:pt x="148061" y="211409"/>
                  </a:lnTo>
                  <a:lnTo>
                    <a:pt x="148061" y="206768"/>
                  </a:lnTo>
                  <a:cubicBezTo>
                    <a:pt x="131161" y="205221"/>
                    <a:pt x="127841" y="201199"/>
                    <a:pt x="127841" y="181397"/>
                  </a:cubicBezTo>
                  <a:lnTo>
                    <a:pt x="127841" y="100334"/>
                  </a:lnTo>
                  <a:cubicBezTo>
                    <a:pt x="127841" y="93527"/>
                    <a:pt x="127841" y="86411"/>
                    <a:pt x="128445" y="70012"/>
                  </a:cubicBezTo>
                  <a:lnTo>
                    <a:pt x="127237" y="69084"/>
                  </a:lnTo>
                  <a:cubicBezTo>
                    <a:pt x="113959" y="71250"/>
                    <a:pt x="105207" y="72178"/>
                    <a:pt x="93135" y="72178"/>
                  </a:cubicBezTo>
                  <a:lnTo>
                    <a:pt x="45753" y="72178"/>
                  </a:lnTo>
                  <a:lnTo>
                    <a:pt x="45753" y="58874"/>
                  </a:lnTo>
                  <a:cubicBezTo>
                    <a:pt x="45753" y="45260"/>
                    <a:pt x="46659" y="35669"/>
                    <a:pt x="48168" y="30409"/>
                  </a:cubicBezTo>
                  <a:cubicBezTo>
                    <a:pt x="52393" y="17105"/>
                    <a:pt x="64163" y="7822"/>
                    <a:pt x="77743" y="7822"/>
                  </a:cubicBezTo>
                  <a:cubicBezTo>
                    <a:pt x="86194" y="7822"/>
                    <a:pt x="91928" y="11845"/>
                    <a:pt x="99171" y="22364"/>
                  </a:cubicBezTo>
                  <a:cubicBezTo>
                    <a:pt x="104905" y="30718"/>
                    <a:pt x="108828" y="33812"/>
                    <a:pt x="113959" y="33812"/>
                  </a:cubicBezTo>
                  <a:cubicBezTo>
                    <a:pt x="120296" y="33812"/>
                    <a:pt x="124823" y="28552"/>
                    <a:pt x="124823" y="21746"/>
                  </a:cubicBezTo>
                  <a:cubicBezTo>
                    <a:pt x="124823" y="8751"/>
                    <a:pt x="109733" y="87"/>
                    <a:pt x="86495" y="87"/>
                  </a:cubicBezTo>
                  <a:cubicBezTo>
                    <a:pt x="63559" y="87"/>
                    <a:pt x="46055" y="8132"/>
                    <a:pt x="35191" y="23293"/>
                  </a:cubicBezTo>
                  <a:cubicBezTo>
                    <a:pt x="26137" y="35978"/>
                    <a:pt x="22817" y="47426"/>
                    <a:pt x="21006" y="72178"/>
                  </a:cubicBezTo>
                  <a:lnTo>
                    <a:pt x="183" y="72178"/>
                  </a:lnTo>
                  <a:lnTo>
                    <a:pt x="183" y="823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4BC561B5-A662-F45A-F4B8-8C18C9E2D9EA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249117" y="3424031"/>
              <a:ext cx="141540" cy="142325"/>
            </a:xfrm>
            <a:custGeom>
              <a:avLst/>
              <a:gdLst>
                <a:gd name="connsiteX0" fmla="*/ 188 w 141540"/>
                <a:gd name="connsiteY0" fmla="*/ 19271 h 142325"/>
                <a:gd name="connsiteX1" fmla="*/ 8337 w 141540"/>
                <a:gd name="connsiteY1" fmla="*/ 18033 h 142325"/>
                <a:gd name="connsiteX2" fmla="*/ 19503 w 141540"/>
                <a:gd name="connsiteY2" fmla="*/ 37835 h 142325"/>
                <a:gd name="connsiteX3" fmla="*/ 19503 w 141540"/>
                <a:gd name="connsiteY3" fmla="*/ 114567 h 142325"/>
                <a:gd name="connsiteX4" fmla="*/ 792 w 141540"/>
                <a:gd name="connsiteY4" fmla="*/ 137772 h 142325"/>
                <a:gd name="connsiteX5" fmla="*/ 792 w 141540"/>
                <a:gd name="connsiteY5" fmla="*/ 142413 h 142325"/>
                <a:gd name="connsiteX6" fmla="*/ 64772 w 141540"/>
                <a:gd name="connsiteY6" fmla="*/ 142413 h 142325"/>
                <a:gd name="connsiteX7" fmla="*/ 64772 w 141540"/>
                <a:gd name="connsiteY7" fmla="*/ 137772 h 142325"/>
                <a:gd name="connsiteX8" fmla="*/ 44854 w 141540"/>
                <a:gd name="connsiteY8" fmla="*/ 121683 h 142325"/>
                <a:gd name="connsiteX9" fmla="*/ 44854 w 141540"/>
                <a:gd name="connsiteY9" fmla="*/ 34741 h 142325"/>
                <a:gd name="connsiteX10" fmla="*/ 75938 w 141540"/>
                <a:gd name="connsiteY10" fmla="*/ 17105 h 142325"/>
                <a:gd name="connsiteX11" fmla="*/ 97969 w 141540"/>
                <a:gd name="connsiteY11" fmla="*/ 47117 h 142325"/>
                <a:gd name="connsiteX12" fmla="*/ 97969 w 141540"/>
                <a:gd name="connsiteY12" fmla="*/ 111782 h 142325"/>
                <a:gd name="connsiteX13" fmla="*/ 78956 w 141540"/>
                <a:gd name="connsiteY13" fmla="*/ 137772 h 142325"/>
                <a:gd name="connsiteX14" fmla="*/ 78956 w 141540"/>
                <a:gd name="connsiteY14" fmla="*/ 142413 h 142325"/>
                <a:gd name="connsiteX15" fmla="*/ 141729 w 141540"/>
                <a:gd name="connsiteY15" fmla="*/ 142413 h 142325"/>
                <a:gd name="connsiteX16" fmla="*/ 141729 w 141540"/>
                <a:gd name="connsiteY16" fmla="*/ 137772 h 142325"/>
                <a:gd name="connsiteX17" fmla="*/ 123320 w 141540"/>
                <a:gd name="connsiteY17" fmla="*/ 117351 h 142325"/>
                <a:gd name="connsiteX18" fmla="*/ 123320 w 141540"/>
                <a:gd name="connsiteY18" fmla="*/ 46498 h 142325"/>
                <a:gd name="connsiteX19" fmla="*/ 87708 w 141540"/>
                <a:gd name="connsiteY19" fmla="*/ 88 h 142325"/>
                <a:gd name="connsiteX20" fmla="*/ 43948 w 141540"/>
                <a:gd name="connsiteY20" fmla="*/ 25149 h 142325"/>
                <a:gd name="connsiteX21" fmla="*/ 43948 w 141540"/>
                <a:gd name="connsiteY21" fmla="*/ 706 h 142325"/>
                <a:gd name="connsiteX22" fmla="*/ 41836 w 141540"/>
                <a:gd name="connsiteY22" fmla="*/ 88 h 142325"/>
                <a:gd name="connsiteX23" fmla="*/ 188 w 141540"/>
                <a:gd name="connsiteY23" fmla="*/ 14011 h 142325"/>
                <a:gd name="connsiteX24" fmla="*/ 188 w 141540"/>
                <a:gd name="connsiteY24" fmla="*/ 19271 h 142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540" h="142325">
                  <a:moveTo>
                    <a:pt x="188" y="19271"/>
                  </a:moveTo>
                  <a:cubicBezTo>
                    <a:pt x="1999" y="18342"/>
                    <a:pt x="5017" y="18033"/>
                    <a:pt x="8337" y="18033"/>
                  </a:cubicBezTo>
                  <a:cubicBezTo>
                    <a:pt x="16787" y="18033"/>
                    <a:pt x="19503" y="22674"/>
                    <a:pt x="19503" y="37835"/>
                  </a:cubicBezTo>
                  <a:lnTo>
                    <a:pt x="19503" y="114567"/>
                  </a:lnTo>
                  <a:cubicBezTo>
                    <a:pt x="19503" y="132202"/>
                    <a:pt x="16183" y="136534"/>
                    <a:pt x="792" y="137772"/>
                  </a:cubicBezTo>
                  <a:lnTo>
                    <a:pt x="792" y="142413"/>
                  </a:lnTo>
                  <a:lnTo>
                    <a:pt x="64772" y="142413"/>
                  </a:lnTo>
                  <a:lnTo>
                    <a:pt x="64772" y="137772"/>
                  </a:lnTo>
                  <a:cubicBezTo>
                    <a:pt x="49380" y="136534"/>
                    <a:pt x="44854" y="132821"/>
                    <a:pt x="44854" y="121683"/>
                  </a:cubicBezTo>
                  <a:lnTo>
                    <a:pt x="44854" y="34741"/>
                  </a:lnTo>
                  <a:cubicBezTo>
                    <a:pt x="59340" y="20818"/>
                    <a:pt x="65979" y="17105"/>
                    <a:pt x="75938" y="17105"/>
                  </a:cubicBezTo>
                  <a:cubicBezTo>
                    <a:pt x="90726" y="17105"/>
                    <a:pt x="97969" y="26696"/>
                    <a:pt x="97969" y="47117"/>
                  </a:cubicBezTo>
                  <a:lnTo>
                    <a:pt x="97969" y="111782"/>
                  </a:lnTo>
                  <a:cubicBezTo>
                    <a:pt x="97969" y="131274"/>
                    <a:pt x="94046" y="136534"/>
                    <a:pt x="78956" y="137772"/>
                  </a:cubicBezTo>
                  <a:lnTo>
                    <a:pt x="78956" y="142413"/>
                  </a:lnTo>
                  <a:lnTo>
                    <a:pt x="141729" y="142413"/>
                  </a:lnTo>
                  <a:lnTo>
                    <a:pt x="141729" y="137772"/>
                  </a:lnTo>
                  <a:cubicBezTo>
                    <a:pt x="126941" y="136225"/>
                    <a:pt x="123320" y="132512"/>
                    <a:pt x="123320" y="117351"/>
                  </a:cubicBezTo>
                  <a:lnTo>
                    <a:pt x="123320" y="46498"/>
                  </a:lnTo>
                  <a:cubicBezTo>
                    <a:pt x="123320" y="17414"/>
                    <a:pt x="110041" y="88"/>
                    <a:pt x="87708" y="88"/>
                  </a:cubicBezTo>
                  <a:cubicBezTo>
                    <a:pt x="73826" y="88"/>
                    <a:pt x="64470" y="5348"/>
                    <a:pt x="43948" y="25149"/>
                  </a:cubicBezTo>
                  <a:lnTo>
                    <a:pt x="43948" y="706"/>
                  </a:lnTo>
                  <a:lnTo>
                    <a:pt x="41836" y="88"/>
                  </a:lnTo>
                  <a:cubicBezTo>
                    <a:pt x="27048" y="5657"/>
                    <a:pt x="16787" y="9060"/>
                    <a:pt x="188" y="14011"/>
                  </a:cubicBezTo>
                  <a:lnTo>
                    <a:pt x="188" y="19271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3A6F839-00A1-DF26-A582-E890D8D9C565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403899" y="3355035"/>
              <a:ext cx="140031" cy="214415"/>
            </a:xfrm>
            <a:custGeom>
              <a:avLst/>
              <a:gdLst>
                <a:gd name="connsiteX0" fmla="*/ 95861 w 140031"/>
                <a:gd name="connsiteY0" fmla="*/ 214503 h 214415"/>
                <a:gd name="connsiteX1" fmla="*/ 140225 w 140031"/>
                <a:gd name="connsiteY1" fmla="*/ 198414 h 214415"/>
                <a:gd name="connsiteX2" fmla="*/ 140225 w 140031"/>
                <a:gd name="connsiteY2" fmla="*/ 193464 h 214415"/>
                <a:gd name="connsiteX3" fmla="*/ 133284 w 140031"/>
                <a:gd name="connsiteY3" fmla="*/ 193773 h 214415"/>
                <a:gd name="connsiteX4" fmla="*/ 120005 w 140031"/>
                <a:gd name="connsiteY4" fmla="*/ 176137 h 214415"/>
                <a:gd name="connsiteX5" fmla="*/ 120005 w 140031"/>
                <a:gd name="connsiteY5" fmla="*/ 706 h 214415"/>
                <a:gd name="connsiteX6" fmla="*/ 118496 w 140031"/>
                <a:gd name="connsiteY6" fmla="*/ 87 h 214415"/>
                <a:gd name="connsiteX7" fmla="*/ 74132 w 140031"/>
                <a:gd name="connsiteY7" fmla="*/ 13701 h 214415"/>
                <a:gd name="connsiteX8" fmla="*/ 74132 w 140031"/>
                <a:gd name="connsiteY8" fmla="*/ 18652 h 214415"/>
                <a:gd name="connsiteX9" fmla="*/ 80772 w 140031"/>
                <a:gd name="connsiteY9" fmla="*/ 18342 h 214415"/>
                <a:gd name="connsiteX10" fmla="*/ 94654 w 140031"/>
                <a:gd name="connsiteY10" fmla="*/ 34122 h 214415"/>
                <a:gd name="connsiteX11" fmla="*/ 94654 w 140031"/>
                <a:gd name="connsiteY11" fmla="*/ 82388 h 214415"/>
                <a:gd name="connsiteX12" fmla="*/ 62966 w 140031"/>
                <a:gd name="connsiteY12" fmla="*/ 69084 h 214415"/>
                <a:gd name="connsiteX13" fmla="*/ 193 w 140031"/>
                <a:gd name="connsiteY13" fmla="*/ 147982 h 214415"/>
                <a:gd name="connsiteX14" fmla="*/ 56025 w 140031"/>
                <a:gd name="connsiteY14" fmla="*/ 214503 h 214415"/>
                <a:gd name="connsiteX15" fmla="*/ 94654 w 140031"/>
                <a:gd name="connsiteY15" fmla="*/ 193773 h 214415"/>
                <a:gd name="connsiteX16" fmla="*/ 94654 w 140031"/>
                <a:gd name="connsiteY16" fmla="*/ 213575 h 214415"/>
                <a:gd name="connsiteX17" fmla="*/ 95861 w 140031"/>
                <a:gd name="connsiteY17" fmla="*/ 214503 h 214415"/>
                <a:gd name="connsiteX18" fmla="*/ 94654 w 140031"/>
                <a:gd name="connsiteY18" fmla="*/ 179850 h 214415"/>
                <a:gd name="connsiteX19" fmla="*/ 89524 w 140031"/>
                <a:gd name="connsiteY19" fmla="*/ 189132 h 214415"/>
                <a:gd name="connsiteX20" fmla="*/ 67795 w 140031"/>
                <a:gd name="connsiteY20" fmla="*/ 198414 h 214415"/>
                <a:gd name="connsiteX21" fmla="*/ 26147 w 140031"/>
                <a:gd name="connsiteY21" fmla="*/ 135606 h 214415"/>
                <a:gd name="connsiteX22" fmla="*/ 63871 w 140031"/>
                <a:gd name="connsiteY22" fmla="*/ 77747 h 214415"/>
                <a:gd name="connsiteX23" fmla="*/ 94654 w 140031"/>
                <a:gd name="connsiteY23" fmla="*/ 108688 h 214415"/>
                <a:gd name="connsiteX24" fmla="*/ 94654 w 140031"/>
                <a:gd name="connsiteY24" fmla="*/ 179850 h 214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031" h="214415">
                  <a:moveTo>
                    <a:pt x="95861" y="214503"/>
                  </a:moveTo>
                  <a:lnTo>
                    <a:pt x="140225" y="198414"/>
                  </a:lnTo>
                  <a:lnTo>
                    <a:pt x="140225" y="193464"/>
                  </a:lnTo>
                  <a:cubicBezTo>
                    <a:pt x="134793" y="193773"/>
                    <a:pt x="134189" y="193773"/>
                    <a:pt x="133284" y="193773"/>
                  </a:cubicBezTo>
                  <a:cubicBezTo>
                    <a:pt x="122419" y="193773"/>
                    <a:pt x="120005" y="190370"/>
                    <a:pt x="120005" y="176137"/>
                  </a:cubicBezTo>
                  <a:lnTo>
                    <a:pt x="120005" y="706"/>
                  </a:lnTo>
                  <a:lnTo>
                    <a:pt x="118496" y="87"/>
                  </a:lnTo>
                  <a:cubicBezTo>
                    <a:pt x="104010" y="5347"/>
                    <a:pt x="93447" y="8441"/>
                    <a:pt x="74132" y="13701"/>
                  </a:cubicBezTo>
                  <a:lnTo>
                    <a:pt x="74132" y="18652"/>
                  </a:lnTo>
                  <a:cubicBezTo>
                    <a:pt x="76547" y="18342"/>
                    <a:pt x="78357" y="18342"/>
                    <a:pt x="80772" y="18342"/>
                  </a:cubicBezTo>
                  <a:cubicBezTo>
                    <a:pt x="91938" y="18342"/>
                    <a:pt x="94654" y="21436"/>
                    <a:pt x="94654" y="34122"/>
                  </a:cubicBezTo>
                  <a:lnTo>
                    <a:pt x="94654" y="82388"/>
                  </a:lnTo>
                  <a:cubicBezTo>
                    <a:pt x="83186" y="72488"/>
                    <a:pt x="75038" y="69084"/>
                    <a:pt x="62966" y="69084"/>
                  </a:cubicBezTo>
                  <a:cubicBezTo>
                    <a:pt x="28260" y="69084"/>
                    <a:pt x="193" y="104047"/>
                    <a:pt x="193" y="147982"/>
                  </a:cubicBezTo>
                  <a:cubicBezTo>
                    <a:pt x="193" y="187585"/>
                    <a:pt x="22828" y="214503"/>
                    <a:pt x="56025" y="214503"/>
                  </a:cubicBezTo>
                  <a:cubicBezTo>
                    <a:pt x="72925" y="214503"/>
                    <a:pt x="84393" y="208315"/>
                    <a:pt x="94654" y="193773"/>
                  </a:cubicBezTo>
                  <a:lnTo>
                    <a:pt x="94654" y="213575"/>
                  </a:lnTo>
                  <a:lnTo>
                    <a:pt x="95861" y="214503"/>
                  </a:lnTo>
                  <a:close/>
                  <a:moveTo>
                    <a:pt x="94654" y="179850"/>
                  </a:moveTo>
                  <a:cubicBezTo>
                    <a:pt x="94654" y="182016"/>
                    <a:pt x="92542" y="185729"/>
                    <a:pt x="89524" y="189132"/>
                  </a:cubicBezTo>
                  <a:cubicBezTo>
                    <a:pt x="84092" y="195320"/>
                    <a:pt x="76547" y="198414"/>
                    <a:pt x="67795" y="198414"/>
                  </a:cubicBezTo>
                  <a:cubicBezTo>
                    <a:pt x="42746" y="198414"/>
                    <a:pt x="26147" y="173662"/>
                    <a:pt x="26147" y="135606"/>
                  </a:cubicBezTo>
                  <a:cubicBezTo>
                    <a:pt x="26147" y="100643"/>
                    <a:pt x="40935" y="77747"/>
                    <a:pt x="63871" y="77747"/>
                  </a:cubicBezTo>
                  <a:cubicBezTo>
                    <a:pt x="79866" y="77747"/>
                    <a:pt x="94654" y="92289"/>
                    <a:pt x="94654" y="108688"/>
                  </a:cubicBezTo>
                  <a:lnTo>
                    <a:pt x="94654" y="17985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521FF270-FA6F-8CB2-62AF-4A2C9A61C83E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571658" y="3424341"/>
              <a:ext cx="33498" cy="145419"/>
            </a:xfrm>
            <a:custGeom>
              <a:avLst/>
              <a:gdLst>
                <a:gd name="connsiteX0" fmla="*/ 16796 w 33498"/>
                <a:gd name="connsiteY0" fmla="*/ 88 h 145419"/>
                <a:gd name="connsiteX1" fmla="*/ 198 w 33498"/>
                <a:gd name="connsiteY1" fmla="*/ 17724 h 145419"/>
                <a:gd name="connsiteX2" fmla="*/ 16495 w 33498"/>
                <a:gd name="connsiteY2" fmla="*/ 34431 h 145419"/>
                <a:gd name="connsiteX3" fmla="*/ 33697 w 33498"/>
                <a:gd name="connsiteY3" fmla="*/ 17724 h 145419"/>
                <a:gd name="connsiteX4" fmla="*/ 16796 w 33498"/>
                <a:gd name="connsiteY4" fmla="*/ 88 h 145419"/>
                <a:gd name="connsiteX5" fmla="*/ 16796 w 33498"/>
                <a:gd name="connsiteY5" fmla="*/ 111163 h 145419"/>
                <a:gd name="connsiteX6" fmla="*/ 198 w 33498"/>
                <a:gd name="connsiteY6" fmla="*/ 128799 h 145419"/>
                <a:gd name="connsiteX7" fmla="*/ 16495 w 33498"/>
                <a:gd name="connsiteY7" fmla="*/ 145507 h 145419"/>
                <a:gd name="connsiteX8" fmla="*/ 33697 w 33498"/>
                <a:gd name="connsiteY8" fmla="*/ 128799 h 145419"/>
                <a:gd name="connsiteX9" fmla="*/ 16796 w 33498"/>
                <a:gd name="connsiteY9" fmla="*/ 111163 h 145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98" h="145419">
                  <a:moveTo>
                    <a:pt x="16796" y="88"/>
                  </a:moveTo>
                  <a:cubicBezTo>
                    <a:pt x="7743" y="88"/>
                    <a:pt x="198" y="8132"/>
                    <a:pt x="198" y="17724"/>
                  </a:cubicBezTo>
                  <a:cubicBezTo>
                    <a:pt x="198" y="26696"/>
                    <a:pt x="7743" y="34431"/>
                    <a:pt x="16495" y="34431"/>
                  </a:cubicBezTo>
                  <a:cubicBezTo>
                    <a:pt x="25850" y="34431"/>
                    <a:pt x="33697" y="26696"/>
                    <a:pt x="33697" y="17724"/>
                  </a:cubicBezTo>
                  <a:cubicBezTo>
                    <a:pt x="33697" y="8132"/>
                    <a:pt x="25850" y="88"/>
                    <a:pt x="16796" y="88"/>
                  </a:cubicBezTo>
                  <a:close/>
                  <a:moveTo>
                    <a:pt x="16796" y="111163"/>
                  </a:moveTo>
                  <a:cubicBezTo>
                    <a:pt x="7743" y="111163"/>
                    <a:pt x="198" y="119208"/>
                    <a:pt x="198" y="128799"/>
                  </a:cubicBezTo>
                  <a:cubicBezTo>
                    <a:pt x="198" y="137772"/>
                    <a:pt x="7743" y="145507"/>
                    <a:pt x="16495" y="145507"/>
                  </a:cubicBezTo>
                  <a:cubicBezTo>
                    <a:pt x="25850" y="145507"/>
                    <a:pt x="33697" y="137772"/>
                    <a:pt x="33697" y="128799"/>
                  </a:cubicBezTo>
                  <a:cubicBezTo>
                    <a:pt x="33697" y="119208"/>
                    <a:pt x="25850" y="111163"/>
                    <a:pt x="16796" y="11116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BFD04769-F5A7-3B3A-587C-83FD15274ECF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234856" y="3364317"/>
              <a:ext cx="118302" cy="202039"/>
            </a:xfrm>
            <a:custGeom>
              <a:avLst/>
              <a:gdLst>
                <a:gd name="connsiteX0" fmla="*/ 221 w 118302"/>
                <a:gd name="connsiteY0" fmla="*/ 202127 h 202039"/>
                <a:gd name="connsiteX1" fmla="*/ 73858 w 118302"/>
                <a:gd name="connsiteY1" fmla="*/ 202127 h 202039"/>
                <a:gd name="connsiteX2" fmla="*/ 73858 w 118302"/>
                <a:gd name="connsiteY2" fmla="*/ 197177 h 202039"/>
                <a:gd name="connsiteX3" fmla="*/ 53336 w 118302"/>
                <a:gd name="connsiteY3" fmla="*/ 184491 h 202039"/>
                <a:gd name="connsiteX4" fmla="*/ 56656 w 118302"/>
                <a:gd name="connsiteY4" fmla="*/ 164999 h 202039"/>
                <a:gd name="connsiteX5" fmla="*/ 93776 w 118302"/>
                <a:gd name="connsiteY5" fmla="*/ 27934 h 202039"/>
                <a:gd name="connsiteX6" fmla="*/ 118523 w 118302"/>
                <a:gd name="connsiteY6" fmla="*/ 5038 h 202039"/>
                <a:gd name="connsiteX7" fmla="*/ 118523 w 118302"/>
                <a:gd name="connsiteY7" fmla="*/ 87 h 202039"/>
                <a:gd name="connsiteX8" fmla="*/ 43981 w 118302"/>
                <a:gd name="connsiteY8" fmla="*/ 87 h 202039"/>
                <a:gd name="connsiteX9" fmla="*/ 43981 w 118302"/>
                <a:gd name="connsiteY9" fmla="*/ 5038 h 202039"/>
                <a:gd name="connsiteX10" fmla="*/ 65106 w 118302"/>
                <a:gd name="connsiteY10" fmla="*/ 18342 h 202039"/>
                <a:gd name="connsiteX11" fmla="*/ 61786 w 118302"/>
                <a:gd name="connsiteY11" fmla="*/ 37525 h 202039"/>
                <a:gd name="connsiteX12" fmla="*/ 24666 w 118302"/>
                <a:gd name="connsiteY12" fmla="*/ 174281 h 202039"/>
                <a:gd name="connsiteX13" fmla="*/ 221 w 118302"/>
                <a:gd name="connsiteY13" fmla="*/ 197177 h 202039"/>
                <a:gd name="connsiteX14" fmla="*/ 221 w 118302"/>
                <a:gd name="connsiteY14" fmla="*/ 202127 h 20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302" h="202039">
                  <a:moveTo>
                    <a:pt x="221" y="202127"/>
                  </a:moveTo>
                  <a:lnTo>
                    <a:pt x="73858" y="202127"/>
                  </a:lnTo>
                  <a:lnTo>
                    <a:pt x="73858" y="197177"/>
                  </a:lnTo>
                  <a:cubicBezTo>
                    <a:pt x="56656" y="195011"/>
                    <a:pt x="53336" y="193154"/>
                    <a:pt x="53336" y="184491"/>
                  </a:cubicBezTo>
                  <a:cubicBezTo>
                    <a:pt x="53336" y="178613"/>
                    <a:pt x="53940" y="174900"/>
                    <a:pt x="56656" y="164999"/>
                  </a:cubicBezTo>
                  <a:lnTo>
                    <a:pt x="93776" y="27934"/>
                  </a:lnTo>
                  <a:cubicBezTo>
                    <a:pt x="99209" y="9988"/>
                    <a:pt x="101321" y="8132"/>
                    <a:pt x="118523" y="5038"/>
                  </a:cubicBezTo>
                  <a:lnTo>
                    <a:pt x="118523" y="87"/>
                  </a:lnTo>
                  <a:lnTo>
                    <a:pt x="43981" y="87"/>
                  </a:lnTo>
                  <a:lnTo>
                    <a:pt x="43981" y="5038"/>
                  </a:lnTo>
                  <a:cubicBezTo>
                    <a:pt x="61485" y="7204"/>
                    <a:pt x="65106" y="9679"/>
                    <a:pt x="65106" y="18342"/>
                  </a:cubicBezTo>
                  <a:cubicBezTo>
                    <a:pt x="65106" y="22674"/>
                    <a:pt x="63899" y="29790"/>
                    <a:pt x="61786" y="37525"/>
                  </a:cubicBezTo>
                  <a:lnTo>
                    <a:pt x="24666" y="174281"/>
                  </a:lnTo>
                  <a:cubicBezTo>
                    <a:pt x="19234" y="192226"/>
                    <a:pt x="17121" y="194083"/>
                    <a:pt x="221" y="197177"/>
                  </a:cubicBezTo>
                  <a:lnTo>
                    <a:pt x="221" y="202127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5761949-9DC2-8F4E-CE98-DEFC01D17C3E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437804" y="3452806"/>
              <a:ext cx="200691" cy="72400"/>
            </a:xfrm>
            <a:custGeom>
              <a:avLst/>
              <a:gdLst>
                <a:gd name="connsiteX0" fmla="*/ 190658 w 200691"/>
                <a:gd name="connsiteY0" fmla="*/ 12464 h 72400"/>
                <a:gd name="connsiteX1" fmla="*/ 200919 w 200691"/>
                <a:gd name="connsiteY1" fmla="*/ 6276 h 72400"/>
                <a:gd name="connsiteX2" fmla="*/ 190960 w 200691"/>
                <a:gd name="connsiteY2" fmla="*/ 88 h 72400"/>
                <a:gd name="connsiteX3" fmla="*/ 10186 w 200691"/>
                <a:gd name="connsiteY3" fmla="*/ 88 h 72400"/>
                <a:gd name="connsiteX4" fmla="*/ 227 w 200691"/>
                <a:gd name="connsiteY4" fmla="*/ 6276 h 72400"/>
                <a:gd name="connsiteX5" fmla="*/ 10488 w 200691"/>
                <a:gd name="connsiteY5" fmla="*/ 12464 h 72400"/>
                <a:gd name="connsiteX6" fmla="*/ 190658 w 200691"/>
                <a:gd name="connsiteY6" fmla="*/ 12464 h 72400"/>
                <a:gd name="connsiteX7" fmla="*/ 190960 w 200691"/>
                <a:gd name="connsiteY7" fmla="*/ 72488 h 72400"/>
                <a:gd name="connsiteX8" fmla="*/ 200919 w 200691"/>
                <a:gd name="connsiteY8" fmla="*/ 66300 h 72400"/>
                <a:gd name="connsiteX9" fmla="*/ 190658 w 200691"/>
                <a:gd name="connsiteY9" fmla="*/ 60112 h 72400"/>
                <a:gd name="connsiteX10" fmla="*/ 10488 w 200691"/>
                <a:gd name="connsiteY10" fmla="*/ 60112 h 72400"/>
                <a:gd name="connsiteX11" fmla="*/ 227 w 200691"/>
                <a:gd name="connsiteY11" fmla="*/ 66300 h 72400"/>
                <a:gd name="connsiteX12" fmla="*/ 10186 w 200691"/>
                <a:gd name="connsiteY12" fmla="*/ 72488 h 72400"/>
                <a:gd name="connsiteX13" fmla="*/ 190960 w 200691"/>
                <a:gd name="connsiteY13" fmla="*/ 72488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691" h="72400">
                  <a:moveTo>
                    <a:pt x="190658" y="12464"/>
                  </a:moveTo>
                  <a:cubicBezTo>
                    <a:pt x="195185" y="12464"/>
                    <a:pt x="200919" y="12464"/>
                    <a:pt x="200919" y="6276"/>
                  </a:cubicBezTo>
                  <a:cubicBezTo>
                    <a:pt x="200919" y="88"/>
                    <a:pt x="195185" y="88"/>
                    <a:pt x="190960" y="88"/>
                  </a:cubicBezTo>
                  <a:lnTo>
                    <a:pt x="10186" y="88"/>
                  </a:lnTo>
                  <a:cubicBezTo>
                    <a:pt x="5961" y="88"/>
                    <a:pt x="227" y="88"/>
                    <a:pt x="227" y="6276"/>
                  </a:cubicBezTo>
                  <a:cubicBezTo>
                    <a:pt x="227" y="12464"/>
                    <a:pt x="5961" y="12464"/>
                    <a:pt x="10488" y="12464"/>
                  </a:cubicBezTo>
                  <a:lnTo>
                    <a:pt x="190658" y="12464"/>
                  </a:lnTo>
                  <a:close/>
                  <a:moveTo>
                    <a:pt x="190960" y="72488"/>
                  </a:moveTo>
                  <a:cubicBezTo>
                    <a:pt x="195185" y="72488"/>
                    <a:pt x="200919" y="72488"/>
                    <a:pt x="200919" y="66300"/>
                  </a:cubicBezTo>
                  <a:cubicBezTo>
                    <a:pt x="200919" y="60112"/>
                    <a:pt x="195185" y="60112"/>
                    <a:pt x="190658" y="60112"/>
                  </a:cubicBezTo>
                  <a:lnTo>
                    <a:pt x="10488" y="60112"/>
                  </a:lnTo>
                  <a:cubicBezTo>
                    <a:pt x="5961" y="60112"/>
                    <a:pt x="227" y="60112"/>
                    <a:pt x="227" y="66300"/>
                  </a:cubicBezTo>
                  <a:cubicBezTo>
                    <a:pt x="227" y="72488"/>
                    <a:pt x="5961" y="72488"/>
                    <a:pt x="10186" y="72488"/>
                  </a:cubicBezTo>
                  <a:lnTo>
                    <a:pt x="190960" y="72488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E5F57794-A60E-2DD4-EA4C-1D05940BBD41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738798" y="3178309"/>
              <a:ext cx="240920" cy="618742"/>
            </a:xfrm>
            <a:custGeom>
              <a:avLst/>
              <a:gdLst>
                <a:gd name="connsiteX0" fmla="*/ 13273 w 240920"/>
                <a:gd name="connsiteY0" fmla="*/ 606287 h 618742"/>
                <a:gd name="connsiteX1" fmla="*/ 26582 w 240920"/>
                <a:gd name="connsiteY1" fmla="*/ 592642 h 618742"/>
                <a:gd name="connsiteX2" fmla="*/ 13545 w 240920"/>
                <a:gd name="connsiteY2" fmla="*/ 578998 h 618742"/>
                <a:gd name="connsiteX3" fmla="*/ 236 w 240920"/>
                <a:gd name="connsiteY3" fmla="*/ 592921 h 618742"/>
                <a:gd name="connsiteX4" fmla="*/ 30385 w 240920"/>
                <a:gd name="connsiteY4" fmla="*/ 618818 h 618742"/>
                <a:gd name="connsiteX5" fmla="*/ 106437 w 240920"/>
                <a:gd name="connsiteY5" fmla="*/ 472903 h 618742"/>
                <a:gd name="connsiteX6" fmla="*/ 159673 w 240920"/>
                <a:gd name="connsiteY6" fmla="*/ 206694 h 618742"/>
                <a:gd name="connsiteX7" fmla="*/ 189007 w 240920"/>
                <a:gd name="connsiteY7" fmla="*/ 55767 h 618742"/>
                <a:gd name="connsiteX8" fmla="*/ 212094 w 240920"/>
                <a:gd name="connsiteY8" fmla="*/ 6201 h 618742"/>
                <a:gd name="connsiteX9" fmla="*/ 228391 w 240920"/>
                <a:gd name="connsiteY9" fmla="*/ 12606 h 618742"/>
                <a:gd name="connsiteX10" fmla="*/ 214810 w 240920"/>
                <a:gd name="connsiteY10" fmla="*/ 26250 h 618742"/>
                <a:gd name="connsiteX11" fmla="*/ 227848 w 240920"/>
                <a:gd name="connsiteY11" fmla="*/ 39895 h 618742"/>
                <a:gd name="connsiteX12" fmla="*/ 241157 w 240920"/>
                <a:gd name="connsiteY12" fmla="*/ 25972 h 618742"/>
                <a:gd name="connsiteX13" fmla="*/ 211551 w 240920"/>
                <a:gd name="connsiteY13" fmla="*/ 75 h 618742"/>
                <a:gd name="connsiteX14" fmla="*/ 160759 w 240920"/>
                <a:gd name="connsiteY14" fmla="*/ 87233 h 618742"/>
                <a:gd name="connsiteX15" fmla="*/ 93127 w 240920"/>
                <a:gd name="connsiteY15" fmla="*/ 412199 h 618742"/>
                <a:gd name="connsiteX16" fmla="*/ 69226 w 240920"/>
                <a:gd name="connsiteY16" fmla="*/ 540013 h 618742"/>
                <a:gd name="connsiteX17" fmla="*/ 29842 w 240920"/>
                <a:gd name="connsiteY17" fmla="*/ 612692 h 618742"/>
                <a:gd name="connsiteX18" fmla="*/ 13273 w 240920"/>
                <a:gd name="connsiteY18" fmla="*/ 606287 h 61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920" h="618742">
                  <a:moveTo>
                    <a:pt x="13273" y="606287"/>
                  </a:moveTo>
                  <a:cubicBezTo>
                    <a:pt x="21965" y="605730"/>
                    <a:pt x="26582" y="599604"/>
                    <a:pt x="26582" y="592642"/>
                  </a:cubicBezTo>
                  <a:cubicBezTo>
                    <a:pt x="26582" y="583453"/>
                    <a:pt x="19792" y="578998"/>
                    <a:pt x="13545" y="578998"/>
                  </a:cubicBezTo>
                  <a:cubicBezTo>
                    <a:pt x="7026" y="578998"/>
                    <a:pt x="236" y="583175"/>
                    <a:pt x="236" y="592921"/>
                  </a:cubicBezTo>
                  <a:cubicBezTo>
                    <a:pt x="236" y="607122"/>
                    <a:pt x="13816" y="618818"/>
                    <a:pt x="30385" y="618818"/>
                  </a:cubicBezTo>
                  <a:cubicBezTo>
                    <a:pt x="71670" y="618818"/>
                    <a:pt x="87152" y="553658"/>
                    <a:pt x="106437" y="472903"/>
                  </a:cubicBezTo>
                  <a:cubicBezTo>
                    <a:pt x="127351" y="384909"/>
                    <a:pt x="145006" y="296080"/>
                    <a:pt x="159673" y="206694"/>
                  </a:cubicBezTo>
                  <a:cubicBezTo>
                    <a:pt x="169722" y="147381"/>
                    <a:pt x="179772" y="91689"/>
                    <a:pt x="189007" y="55767"/>
                  </a:cubicBezTo>
                  <a:cubicBezTo>
                    <a:pt x="192266" y="42122"/>
                    <a:pt x="201501" y="6201"/>
                    <a:pt x="212094" y="6201"/>
                  </a:cubicBezTo>
                  <a:cubicBezTo>
                    <a:pt x="220514" y="6201"/>
                    <a:pt x="227304" y="11492"/>
                    <a:pt x="228391" y="12606"/>
                  </a:cubicBezTo>
                  <a:cubicBezTo>
                    <a:pt x="219428" y="13162"/>
                    <a:pt x="214810" y="19289"/>
                    <a:pt x="214810" y="26250"/>
                  </a:cubicBezTo>
                  <a:cubicBezTo>
                    <a:pt x="214810" y="35439"/>
                    <a:pt x="221601" y="39895"/>
                    <a:pt x="227848" y="39895"/>
                  </a:cubicBezTo>
                  <a:cubicBezTo>
                    <a:pt x="234366" y="39895"/>
                    <a:pt x="241157" y="35718"/>
                    <a:pt x="241157" y="25972"/>
                  </a:cubicBezTo>
                  <a:cubicBezTo>
                    <a:pt x="241157" y="10935"/>
                    <a:pt x="226490" y="75"/>
                    <a:pt x="211551" y="75"/>
                  </a:cubicBezTo>
                  <a:cubicBezTo>
                    <a:pt x="190908" y="75"/>
                    <a:pt x="175698" y="30427"/>
                    <a:pt x="160759" y="87233"/>
                  </a:cubicBezTo>
                  <a:cubicBezTo>
                    <a:pt x="159944" y="90296"/>
                    <a:pt x="123005" y="230084"/>
                    <a:pt x="93127" y="412199"/>
                  </a:cubicBezTo>
                  <a:cubicBezTo>
                    <a:pt x="86066" y="454803"/>
                    <a:pt x="78189" y="501307"/>
                    <a:pt x="69226" y="540013"/>
                  </a:cubicBezTo>
                  <a:cubicBezTo>
                    <a:pt x="64336" y="560341"/>
                    <a:pt x="51842" y="612692"/>
                    <a:pt x="29842" y="612692"/>
                  </a:cubicBezTo>
                  <a:cubicBezTo>
                    <a:pt x="20064" y="612692"/>
                    <a:pt x="13545" y="606287"/>
                    <a:pt x="13273" y="606287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439ED2F-C017-50E9-C6F6-A4D72BE1DD8F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000972" y="3112242"/>
              <a:ext cx="100943" cy="157980"/>
            </a:xfrm>
            <a:custGeom>
              <a:avLst/>
              <a:gdLst>
                <a:gd name="connsiteX0" fmla="*/ 51610 w 100943"/>
                <a:gd name="connsiteY0" fmla="*/ 79 h 157980"/>
                <a:gd name="connsiteX1" fmla="*/ 21685 w 100943"/>
                <a:gd name="connsiteY1" fmla="*/ 11984 h 157980"/>
                <a:gd name="connsiteX2" fmla="*/ 245 w 100943"/>
                <a:gd name="connsiteY2" fmla="*/ 77924 h 157980"/>
                <a:gd name="connsiteX3" fmla="*/ 18111 w 100943"/>
                <a:gd name="connsiteY3" fmla="*/ 142490 h 157980"/>
                <a:gd name="connsiteX4" fmla="*/ 50717 w 100943"/>
                <a:gd name="connsiteY4" fmla="*/ 158059 h 157980"/>
                <a:gd name="connsiteX5" fmla="*/ 79749 w 100943"/>
                <a:gd name="connsiteY5" fmla="*/ 146154 h 157980"/>
                <a:gd name="connsiteX6" fmla="*/ 101189 w 100943"/>
                <a:gd name="connsiteY6" fmla="*/ 79298 h 157980"/>
                <a:gd name="connsiteX7" fmla="*/ 51610 w 100943"/>
                <a:gd name="connsiteY7" fmla="*/ 79 h 157980"/>
                <a:gd name="connsiteX8" fmla="*/ 50940 w 100943"/>
                <a:gd name="connsiteY8" fmla="*/ 6032 h 157980"/>
                <a:gd name="connsiteX9" fmla="*/ 79749 w 100943"/>
                <a:gd name="connsiteY9" fmla="*/ 79756 h 157980"/>
                <a:gd name="connsiteX10" fmla="*/ 50717 w 100943"/>
                <a:gd name="connsiteY10" fmla="*/ 152106 h 157980"/>
                <a:gd name="connsiteX11" fmla="*/ 21685 w 100943"/>
                <a:gd name="connsiteY11" fmla="*/ 79985 h 157980"/>
                <a:gd name="connsiteX12" fmla="*/ 50940 w 100943"/>
                <a:gd name="connsiteY12" fmla="*/ 6032 h 15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43" h="157980">
                  <a:moveTo>
                    <a:pt x="51610" y="79"/>
                  </a:moveTo>
                  <a:cubicBezTo>
                    <a:pt x="39327" y="79"/>
                    <a:pt x="29948" y="3971"/>
                    <a:pt x="21685" y="11984"/>
                  </a:cubicBezTo>
                  <a:cubicBezTo>
                    <a:pt x="8732" y="24806"/>
                    <a:pt x="245" y="51136"/>
                    <a:pt x="245" y="77924"/>
                  </a:cubicBezTo>
                  <a:cubicBezTo>
                    <a:pt x="245" y="102881"/>
                    <a:pt x="7615" y="129669"/>
                    <a:pt x="18111" y="142490"/>
                  </a:cubicBezTo>
                  <a:cubicBezTo>
                    <a:pt x="26374" y="152564"/>
                    <a:pt x="37764" y="158059"/>
                    <a:pt x="50717" y="158059"/>
                  </a:cubicBezTo>
                  <a:cubicBezTo>
                    <a:pt x="62107" y="158059"/>
                    <a:pt x="71710" y="154167"/>
                    <a:pt x="79749" y="146154"/>
                  </a:cubicBezTo>
                  <a:cubicBezTo>
                    <a:pt x="92702" y="133561"/>
                    <a:pt x="101189" y="107002"/>
                    <a:pt x="101189" y="79298"/>
                  </a:cubicBezTo>
                  <a:cubicBezTo>
                    <a:pt x="101189" y="32362"/>
                    <a:pt x="80866" y="79"/>
                    <a:pt x="51610" y="79"/>
                  </a:cubicBezTo>
                  <a:close/>
                  <a:moveTo>
                    <a:pt x="50940" y="6032"/>
                  </a:moveTo>
                  <a:cubicBezTo>
                    <a:pt x="69700" y="6032"/>
                    <a:pt x="79749" y="31904"/>
                    <a:pt x="79749" y="79756"/>
                  </a:cubicBezTo>
                  <a:cubicBezTo>
                    <a:pt x="79749" y="127608"/>
                    <a:pt x="69923" y="152106"/>
                    <a:pt x="50717" y="152106"/>
                  </a:cubicBezTo>
                  <a:cubicBezTo>
                    <a:pt x="31511" y="152106"/>
                    <a:pt x="21685" y="127608"/>
                    <a:pt x="21685" y="79985"/>
                  </a:cubicBezTo>
                  <a:cubicBezTo>
                    <a:pt x="21685" y="31446"/>
                    <a:pt x="31734" y="6032"/>
                    <a:pt x="50940" y="6032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C9F026E-65B0-4299-72E8-F201EE305F74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126900" y="3242748"/>
              <a:ext cx="23672" cy="24269"/>
            </a:xfrm>
            <a:custGeom>
              <a:avLst/>
              <a:gdLst>
                <a:gd name="connsiteX0" fmla="*/ 23921 w 23672"/>
                <a:gd name="connsiteY0" fmla="*/ 12213 h 24269"/>
                <a:gd name="connsiteX1" fmla="*/ 12085 w 23672"/>
                <a:gd name="connsiteY1" fmla="*/ 79 h 24269"/>
                <a:gd name="connsiteX2" fmla="*/ 249 w 23672"/>
                <a:gd name="connsiteY2" fmla="*/ 12213 h 24269"/>
                <a:gd name="connsiteX3" fmla="*/ 12085 w 23672"/>
                <a:gd name="connsiteY3" fmla="*/ 24348 h 24269"/>
                <a:gd name="connsiteX4" fmla="*/ 23921 w 23672"/>
                <a:gd name="connsiteY4" fmla="*/ 12213 h 24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672" h="24269">
                  <a:moveTo>
                    <a:pt x="23921" y="12213"/>
                  </a:moveTo>
                  <a:cubicBezTo>
                    <a:pt x="23921" y="5574"/>
                    <a:pt x="18562" y="79"/>
                    <a:pt x="12085" y="79"/>
                  </a:cubicBezTo>
                  <a:cubicBezTo>
                    <a:pt x="5609" y="79"/>
                    <a:pt x="249" y="5574"/>
                    <a:pt x="249" y="12213"/>
                  </a:cubicBezTo>
                  <a:cubicBezTo>
                    <a:pt x="249" y="18853"/>
                    <a:pt x="5609" y="24348"/>
                    <a:pt x="12085" y="24348"/>
                  </a:cubicBezTo>
                  <a:cubicBezTo>
                    <a:pt x="18562" y="24348"/>
                    <a:pt x="23921" y="18853"/>
                    <a:pt x="23921" y="12213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190ED9C-9BC0-8EF8-79CD-6100DA4FB8CC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182292" y="3112242"/>
              <a:ext cx="86873" cy="157980"/>
            </a:xfrm>
            <a:custGeom>
              <a:avLst/>
              <a:gdLst>
                <a:gd name="connsiteX0" fmla="*/ 52509 w 86873"/>
                <a:gd name="connsiteY0" fmla="*/ 69911 h 157980"/>
                <a:gd name="connsiteX1" fmla="*/ 82435 w 86873"/>
                <a:gd name="connsiteY1" fmla="*/ 32591 h 157980"/>
                <a:gd name="connsiteX2" fmla="*/ 44023 w 86873"/>
                <a:gd name="connsiteY2" fmla="*/ 79 h 157980"/>
                <a:gd name="connsiteX3" fmla="*/ 1591 w 86873"/>
                <a:gd name="connsiteY3" fmla="*/ 36254 h 157980"/>
                <a:gd name="connsiteX4" fmla="*/ 29283 w 86873"/>
                <a:gd name="connsiteY4" fmla="*/ 78840 h 157980"/>
                <a:gd name="connsiteX5" fmla="*/ 251 w 86873"/>
                <a:gd name="connsiteY5" fmla="*/ 120281 h 157980"/>
                <a:gd name="connsiteX6" fmla="*/ 43130 w 86873"/>
                <a:gd name="connsiteY6" fmla="*/ 158059 h 157980"/>
                <a:gd name="connsiteX7" fmla="*/ 87125 w 86873"/>
                <a:gd name="connsiteY7" fmla="*/ 119366 h 157980"/>
                <a:gd name="connsiteX8" fmla="*/ 52509 w 86873"/>
                <a:gd name="connsiteY8" fmla="*/ 69911 h 157980"/>
                <a:gd name="connsiteX9" fmla="*/ 48489 w 86873"/>
                <a:gd name="connsiteY9" fmla="*/ 93493 h 157980"/>
                <a:gd name="connsiteX10" fmla="*/ 70152 w 86873"/>
                <a:gd name="connsiteY10" fmla="*/ 126463 h 157980"/>
                <a:gd name="connsiteX11" fmla="*/ 45586 w 86873"/>
                <a:gd name="connsiteY11" fmla="*/ 151649 h 157980"/>
                <a:gd name="connsiteX12" fmla="*/ 17224 w 86873"/>
                <a:gd name="connsiteY12" fmla="*/ 118450 h 157980"/>
                <a:gd name="connsiteX13" fmla="*/ 35090 w 86873"/>
                <a:gd name="connsiteY13" fmla="*/ 83419 h 157980"/>
                <a:gd name="connsiteX14" fmla="*/ 48489 w 86873"/>
                <a:gd name="connsiteY14" fmla="*/ 93493 h 157980"/>
                <a:gd name="connsiteX15" fmla="*/ 46033 w 86873"/>
                <a:gd name="connsiteY15" fmla="*/ 65789 h 157980"/>
                <a:gd name="connsiteX16" fmla="*/ 18117 w 86873"/>
                <a:gd name="connsiteY16" fmla="*/ 29156 h 157980"/>
                <a:gd name="connsiteX17" fmla="*/ 42236 w 86873"/>
                <a:gd name="connsiteY17" fmla="*/ 6489 h 157980"/>
                <a:gd name="connsiteX18" fmla="*/ 67025 w 86873"/>
                <a:gd name="connsiteY18" fmla="*/ 32362 h 157980"/>
                <a:gd name="connsiteX19" fmla="*/ 48043 w 86873"/>
                <a:gd name="connsiteY19" fmla="*/ 64416 h 157980"/>
                <a:gd name="connsiteX20" fmla="*/ 46033 w 86873"/>
                <a:gd name="connsiteY20" fmla="*/ 65789 h 15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6873" h="157980">
                  <a:moveTo>
                    <a:pt x="52509" y="69911"/>
                  </a:moveTo>
                  <a:cubicBezTo>
                    <a:pt x="74619" y="57776"/>
                    <a:pt x="82435" y="48160"/>
                    <a:pt x="82435" y="32591"/>
                  </a:cubicBezTo>
                  <a:cubicBezTo>
                    <a:pt x="82435" y="13816"/>
                    <a:pt x="66356" y="79"/>
                    <a:pt x="44023" y="79"/>
                  </a:cubicBezTo>
                  <a:cubicBezTo>
                    <a:pt x="19680" y="79"/>
                    <a:pt x="1591" y="15419"/>
                    <a:pt x="1591" y="36254"/>
                  </a:cubicBezTo>
                  <a:cubicBezTo>
                    <a:pt x="1591" y="51136"/>
                    <a:pt x="5834" y="57776"/>
                    <a:pt x="29283" y="78840"/>
                  </a:cubicBezTo>
                  <a:cubicBezTo>
                    <a:pt x="5164" y="97615"/>
                    <a:pt x="251" y="104712"/>
                    <a:pt x="251" y="120281"/>
                  </a:cubicBezTo>
                  <a:cubicBezTo>
                    <a:pt x="251" y="142490"/>
                    <a:pt x="17894" y="158059"/>
                    <a:pt x="43130" y="158059"/>
                  </a:cubicBezTo>
                  <a:cubicBezTo>
                    <a:pt x="69929" y="158059"/>
                    <a:pt x="87125" y="142948"/>
                    <a:pt x="87125" y="119366"/>
                  </a:cubicBezTo>
                  <a:cubicBezTo>
                    <a:pt x="87125" y="101736"/>
                    <a:pt x="79532" y="90517"/>
                    <a:pt x="52509" y="69911"/>
                  </a:cubicBezTo>
                  <a:close/>
                  <a:moveTo>
                    <a:pt x="48489" y="93493"/>
                  </a:moveTo>
                  <a:cubicBezTo>
                    <a:pt x="64792" y="105399"/>
                    <a:pt x="70152" y="113642"/>
                    <a:pt x="70152" y="126463"/>
                  </a:cubicBezTo>
                  <a:cubicBezTo>
                    <a:pt x="70152" y="141346"/>
                    <a:pt x="60102" y="151649"/>
                    <a:pt x="45586" y="151649"/>
                  </a:cubicBezTo>
                  <a:cubicBezTo>
                    <a:pt x="28613" y="151649"/>
                    <a:pt x="17224" y="138369"/>
                    <a:pt x="17224" y="118450"/>
                  </a:cubicBezTo>
                  <a:cubicBezTo>
                    <a:pt x="17224" y="103796"/>
                    <a:pt x="22137" y="94180"/>
                    <a:pt x="35090" y="83419"/>
                  </a:cubicBezTo>
                  <a:lnTo>
                    <a:pt x="48489" y="93493"/>
                  </a:lnTo>
                  <a:close/>
                  <a:moveTo>
                    <a:pt x="46033" y="65789"/>
                  </a:moveTo>
                  <a:cubicBezTo>
                    <a:pt x="26157" y="52510"/>
                    <a:pt x="18117" y="41978"/>
                    <a:pt x="18117" y="29156"/>
                  </a:cubicBezTo>
                  <a:cubicBezTo>
                    <a:pt x="18117" y="15877"/>
                    <a:pt x="28167" y="6489"/>
                    <a:pt x="42236" y="6489"/>
                  </a:cubicBezTo>
                  <a:cubicBezTo>
                    <a:pt x="57422" y="6489"/>
                    <a:pt x="67025" y="16564"/>
                    <a:pt x="67025" y="32362"/>
                  </a:cubicBezTo>
                  <a:cubicBezTo>
                    <a:pt x="67025" y="45412"/>
                    <a:pt x="60772" y="55715"/>
                    <a:pt x="48043" y="64416"/>
                  </a:cubicBezTo>
                  <a:cubicBezTo>
                    <a:pt x="46926" y="65103"/>
                    <a:pt x="46926" y="65103"/>
                    <a:pt x="46033" y="6578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91BF9197-7D26-E15C-4D41-7D02126F2BDF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9880106" y="3655838"/>
              <a:ext cx="100943" cy="157980"/>
            </a:xfrm>
            <a:custGeom>
              <a:avLst/>
              <a:gdLst>
                <a:gd name="connsiteX0" fmla="*/ 51606 w 100943"/>
                <a:gd name="connsiteY0" fmla="*/ 96 h 157980"/>
                <a:gd name="connsiteX1" fmla="*/ 21681 w 100943"/>
                <a:gd name="connsiteY1" fmla="*/ 12002 h 157980"/>
                <a:gd name="connsiteX2" fmla="*/ 241 w 100943"/>
                <a:gd name="connsiteY2" fmla="*/ 77942 h 157980"/>
                <a:gd name="connsiteX3" fmla="*/ 18107 w 100943"/>
                <a:gd name="connsiteY3" fmla="*/ 142508 h 157980"/>
                <a:gd name="connsiteX4" fmla="*/ 50713 w 100943"/>
                <a:gd name="connsiteY4" fmla="*/ 158077 h 157980"/>
                <a:gd name="connsiteX5" fmla="*/ 79745 w 100943"/>
                <a:gd name="connsiteY5" fmla="*/ 146171 h 157980"/>
                <a:gd name="connsiteX6" fmla="*/ 101185 w 100943"/>
                <a:gd name="connsiteY6" fmla="*/ 79315 h 157980"/>
                <a:gd name="connsiteX7" fmla="*/ 51606 w 100943"/>
                <a:gd name="connsiteY7" fmla="*/ 96 h 157980"/>
                <a:gd name="connsiteX8" fmla="*/ 50936 w 100943"/>
                <a:gd name="connsiteY8" fmla="*/ 6049 h 157980"/>
                <a:gd name="connsiteX9" fmla="*/ 79745 w 100943"/>
                <a:gd name="connsiteY9" fmla="*/ 79773 h 157980"/>
                <a:gd name="connsiteX10" fmla="*/ 50713 w 100943"/>
                <a:gd name="connsiteY10" fmla="*/ 152124 h 157980"/>
                <a:gd name="connsiteX11" fmla="*/ 21681 w 100943"/>
                <a:gd name="connsiteY11" fmla="*/ 80002 h 157980"/>
                <a:gd name="connsiteX12" fmla="*/ 50936 w 100943"/>
                <a:gd name="connsiteY12" fmla="*/ 6049 h 15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943" h="157980">
                  <a:moveTo>
                    <a:pt x="51606" y="96"/>
                  </a:moveTo>
                  <a:cubicBezTo>
                    <a:pt x="39323" y="96"/>
                    <a:pt x="29944" y="3988"/>
                    <a:pt x="21681" y="12002"/>
                  </a:cubicBezTo>
                  <a:cubicBezTo>
                    <a:pt x="8728" y="24824"/>
                    <a:pt x="241" y="51154"/>
                    <a:pt x="241" y="77942"/>
                  </a:cubicBezTo>
                  <a:cubicBezTo>
                    <a:pt x="241" y="102898"/>
                    <a:pt x="7611" y="129686"/>
                    <a:pt x="18107" y="142508"/>
                  </a:cubicBezTo>
                  <a:cubicBezTo>
                    <a:pt x="26370" y="152582"/>
                    <a:pt x="37760" y="158077"/>
                    <a:pt x="50713" y="158077"/>
                  </a:cubicBezTo>
                  <a:cubicBezTo>
                    <a:pt x="62103" y="158077"/>
                    <a:pt x="71706" y="154185"/>
                    <a:pt x="79745" y="146171"/>
                  </a:cubicBezTo>
                  <a:cubicBezTo>
                    <a:pt x="92698" y="133578"/>
                    <a:pt x="101185" y="107019"/>
                    <a:pt x="101185" y="79315"/>
                  </a:cubicBezTo>
                  <a:cubicBezTo>
                    <a:pt x="101185" y="32379"/>
                    <a:pt x="80862" y="96"/>
                    <a:pt x="51606" y="96"/>
                  </a:cubicBezTo>
                  <a:close/>
                  <a:moveTo>
                    <a:pt x="50936" y="6049"/>
                  </a:moveTo>
                  <a:cubicBezTo>
                    <a:pt x="69696" y="6049"/>
                    <a:pt x="79745" y="31921"/>
                    <a:pt x="79745" y="79773"/>
                  </a:cubicBezTo>
                  <a:cubicBezTo>
                    <a:pt x="79745" y="127625"/>
                    <a:pt x="69919" y="152124"/>
                    <a:pt x="50713" y="152124"/>
                  </a:cubicBezTo>
                  <a:cubicBezTo>
                    <a:pt x="31507" y="152124"/>
                    <a:pt x="21681" y="127625"/>
                    <a:pt x="21681" y="80002"/>
                  </a:cubicBezTo>
                  <a:cubicBezTo>
                    <a:pt x="21681" y="31463"/>
                    <a:pt x="31730" y="6049"/>
                    <a:pt x="50936" y="604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A540327A-4CAD-8FD8-2C24-BF80FD69090B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331746" y="3356582"/>
              <a:ext cx="172323" cy="273821"/>
            </a:xfrm>
            <a:custGeom>
              <a:avLst/>
              <a:gdLst>
                <a:gd name="connsiteX0" fmla="*/ 55184 w 172323"/>
                <a:gd name="connsiteY0" fmla="*/ 87339 h 273821"/>
                <a:gd name="connsiteX1" fmla="*/ 82346 w 172323"/>
                <a:gd name="connsiteY1" fmla="*/ 87339 h 273821"/>
                <a:gd name="connsiteX2" fmla="*/ 55788 w 172323"/>
                <a:gd name="connsiteY2" fmla="*/ 217288 h 273821"/>
                <a:gd name="connsiteX3" fmla="*/ 26514 w 172323"/>
                <a:gd name="connsiteY3" fmla="*/ 267411 h 273821"/>
                <a:gd name="connsiteX4" fmla="*/ 20478 w 172323"/>
                <a:gd name="connsiteY4" fmla="*/ 262461 h 273821"/>
                <a:gd name="connsiteX5" fmla="*/ 21685 w 172323"/>
                <a:gd name="connsiteY5" fmla="*/ 259057 h 273821"/>
                <a:gd name="connsiteX6" fmla="*/ 23194 w 172323"/>
                <a:gd name="connsiteY6" fmla="*/ 254107 h 273821"/>
                <a:gd name="connsiteX7" fmla="*/ 11424 w 172323"/>
                <a:gd name="connsiteY7" fmla="*/ 242350 h 273821"/>
                <a:gd name="connsiteX8" fmla="*/ 258 w 172323"/>
                <a:gd name="connsiteY8" fmla="*/ 255035 h 273821"/>
                <a:gd name="connsiteX9" fmla="*/ 24100 w 172323"/>
                <a:gd name="connsiteY9" fmla="*/ 273909 h 273821"/>
                <a:gd name="connsiteX10" fmla="*/ 84458 w 172323"/>
                <a:gd name="connsiteY10" fmla="*/ 186348 h 273821"/>
                <a:gd name="connsiteX11" fmla="*/ 106187 w 172323"/>
                <a:gd name="connsiteY11" fmla="*/ 87339 h 273821"/>
                <a:gd name="connsiteX12" fmla="*/ 139083 w 172323"/>
                <a:gd name="connsiteY12" fmla="*/ 87339 h 273821"/>
                <a:gd name="connsiteX13" fmla="*/ 140893 w 172323"/>
                <a:gd name="connsiteY13" fmla="*/ 77438 h 273821"/>
                <a:gd name="connsiteX14" fmla="*/ 108300 w 172323"/>
                <a:gd name="connsiteY14" fmla="*/ 77438 h 273821"/>
                <a:gd name="connsiteX15" fmla="*/ 145118 w 172323"/>
                <a:gd name="connsiteY15" fmla="*/ 6895 h 273821"/>
                <a:gd name="connsiteX16" fmla="*/ 151758 w 172323"/>
                <a:gd name="connsiteY16" fmla="*/ 10607 h 273821"/>
                <a:gd name="connsiteX17" fmla="*/ 150551 w 172323"/>
                <a:gd name="connsiteY17" fmla="*/ 13701 h 273821"/>
                <a:gd name="connsiteX18" fmla="*/ 148740 w 172323"/>
                <a:gd name="connsiteY18" fmla="*/ 20199 h 273821"/>
                <a:gd name="connsiteX19" fmla="*/ 159906 w 172323"/>
                <a:gd name="connsiteY19" fmla="*/ 32575 h 273821"/>
                <a:gd name="connsiteX20" fmla="*/ 172582 w 172323"/>
                <a:gd name="connsiteY20" fmla="*/ 20199 h 273821"/>
                <a:gd name="connsiteX21" fmla="*/ 146627 w 172323"/>
                <a:gd name="connsiteY21" fmla="*/ 88 h 273821"/>
                <a:gd name="connsiteX22" fmla="*/ 109205 w 172323"/>
                <a:gd name="connsiteY22" fmla="*/ 21436 h 273821"/>
                <a:gd name="connsiteX23" fmla="*/ 85062 w 172323"/>
                <a:gd name="connsiteY23" fmla="*/ 77438 h 273821"/>
                <a:gd name="connsiteX24" fmla="*/ 57297 w 172323"/>
                <a:gd name="connsiteY24" fmla="*/ 77438 h 273821"/>
                <a:gd name="connsiteX25" fmla="*/ 55184 w 172323"/>
                <a:gd name="connsiteY25" fmla="*/ 87339 h 27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323" h="273821">
                  <a:moveTo>
                    <a:pt x="55184" y="87339"/>
                  </a:moveTo>
                  <a:lnTo>
                    <a:pt x="82346" y="87339"/>
                  </a:lnTo>
                  <a:lnTo>
                    <a:pt x="55788" y="217288"/>
                  </a:lnTo>
                  <a:cubicBezTo>
                    <a:pt x="49148" y="250394"/>
                    <a:pt x="39189" y="267411"/>
                    <a:pt x="26514" y="267411"/>
                  </a:cubicBezTo>
                  <a:cubicBezTo>
                    <a:pt x="22892" y="267411"/>
                    <a:pt x="20478" y="265245"/>
                    <a:pt x="20478" y="262461"/>
                  </a:cubicBezTo>
                  <a:cubicBezTo>
                    <a:pt x="20478" y="261533"/>
                    <a:pt x="20780" y="260604"/>
                    <a:pt x="21685" y="259057"/>
                  </a:cubicBezTo>
                  <a:cubicBezTo>
                    <a:pt x="22892" y="257201"/>
                    <a:pt x="23194" y="255963"/>
                    <a:pt x="23194" y="254107"/>
                  </a:cubicBezTo>
                  <a:cubicBezTo>
                    <a:pt x="23194" y="247610"/>
                    <a:pt x="17762" y="242350"/>
                    <a:pt x="11424" y="242350"/>
                  </a:cubicBezTo>
                  <a:cubicBezTo>
                    <a:pt x="5087" y="242350"/>
                    <a:pt x="258" y="247919"/>
                    <a:pt x="258" y="255035"/>
                  </a:cubicBezTo>
                  <a:cubicBezTo>
                    <a:pt x="258" y="265555"/>
                    <a:pt x="10821" y="273909"/>
                    <a:pt x="24100" y="273909"/>
                  </a:cubicBezTo>
                  <a:cubicBezTo>
                    <a:pt x="50959" y="273909"/>
                    <a:pt x="72085" y="243278"/>
                    <a:pt x="84458" y="186348"/>
                  </a:cubicBezTo>
                  <a:lnTo>
                    <a:pt x="106187" y="87339"/>
                  </a:lnTo>
                  <a:lnTo>
                    <a:pt x="139083" y="87339"/>
                  </a:lnTo>
                  <a:lnTo>
                    <a:pt x="140893" y="77438"/>
                  </a:lnTo>
                  <a:lnTo>
                    <a:pt x="108300" y="77438"/>
                  </a:lnTo>
                  <a:cubicBezTo>
                    <a:pt x="117052" y="28862"/>
                    <a:pt x="128218" y="6895"/>
                    <a:pt x="145118" y="6895"/>
                  </a:cubicBezTo>
                  <a:cubicBezTo>
                    <a:pt x="149042" y="6895"/>
                    <a:pt x="151758" y="8442"/>
                    <a:pt x="151758" y="10607"/>
                  </a:cubicBezTo>
                  <a:cubicBezTo>
                    <a:pt x="151758" y="11536"/>
                    <a:pt x="151456" y="12154"/>
                    <a:pt x="150551" y="13701"/>
                  </a:cubicBezTo>
                  <a:cubicBezTo>
                    <a:pt x="149344" y="16486"/>
                    <a:pt x="148740" y="18033"/>
                    <a:pt x="148740" y="20199"/>
                  </a:cubicBezTo>
                  <a:cubicBezTo>
                    <a:pt x="148740" y="27624"/>
                    <a:pt x="153267" y="32575"/>
                    <a:pt x="159906" y="32575"/>
                  </a:cubicBezTo>
                  <a:cubicBezTo>
                    <a:pt x="166847" y="32575"/>
                    <a:pt x="172582" y="27006"/>
                    <a:pt x="172582" y="20199"/>
                  </a:cubicBezTo>
                  <a:cubicBezTo>
                    <a:pt x="172582" y="8751"/>
                    <a:pt x="161415" y="88"/>
                    <a:pt x="146627" y="88"/>
                  </a:cubicBezTo>
                  <a:cubicBezTo>
                    <a:pt x="131840" y="88"/>
                    <a:pt x="120070" y="6895"/>
                    <a:pt x="109205" y="21436"/>
                  </a:cubicBezTo>
                  <a:cubicBezTo>
                    <a:pt x="100151" y="33503"/>
                    <a:pt x="94116" y="47736"/>
                    <a:pt x="85062" y="77438"/>
                  </a:cubicBezTo>
                  <a:lnTo>
                    <a:pt x="57297" y="77438"/>
                  </a:lnTo>
                  <a:lnTo>
                    <a:pt x="55184" y="87339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FD4969C-C744-A197-A2A7-0140054A56F4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534422" y="3334305"/>
              <a:ext cx="70015" cy="309402"/>
            </a:xfrm>
            <a:custGeom>
              <a:avLst/>
              <a:gdLst>
                <a:gd name="connsiteX0" fmla="*/ 70278 w 70015"/>
                <a:gd name="connsiteY0" fmla="*/ 306396 h 309402"/>
                <a:gd name="connsiteX1" fmla="*/ 65148 w 70015"/>
                <a:gd name="connsiteY1" fmla="*/ 299589 h 309402"/>
                <a:gd name="connsiteX2" fmla="*/ 17766 w 70015"/>
                <a:gd name="connsiteY2" fmla="*/ 154789 h 309402"/>
                <a:gd name="connsiteX3" fmla="*/ 66355 w 70015"/>
                <a:gd name="connsiteY3" fmla="*/ 8441 h 309402"/>
                <a:gd name="connsiteX4" fmla="*/ 70278 w 70015"/>
                <a:gd name="connsiteY4" fmla="*/ 3182 h 309402"/>
                <a:gd name="connsiteX5" fmla="*/ 67260 w 70015"/>
                <a:gd name="connsiteY5" fmla="*/ 88 h 309402"/>
                <a:gd name="connsiteX6" fmla="*/ 19275 w 70015"/>
                <a:gd name="connsiteY6" fmla="*/ 60421 h 309402"/>
                <a:gd name="connsiteX7" fmla="*/ 262 w 70015"/>
                <a:gd name="connsiteY7" fmla="*/ 154789 h 309402"/>
                <a:gd name="connsiteX8" fmla="*/ 20181 w 70015"/>
                <a:gd name="connsiteY8" fmla="*/ 251322 h 309402"/>
                <a:gd name="connsiteX9" fmla="*/ 67260 w 70015"/>
                <a:gd name="connsiteY9" fmla="*/ 309490 h 309402"/>
                <a:gd name="connsiteX10" fmla="*/ 70278 w 70015"/>
                <a:gd name="connsiteY10" fmla="*/ 306396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5" h="309402">
                  <a:moveTo>
                    <a:pt x="70278" y="306396"/>
                  </a:moveTo>
                  <a:cubicBezTo>
                    <a:pt x="70278" y="305468"/>
                    <a:pt x="70278" y="304849"/>
                    <a:pt x="65148" y="299589"/>
                  </a:cubicBezTo>
                  <a:cubicBezTo>
                    <a:pt x="27424" y="260604"/>
                    <a:pt x="17766" y="202127"/>
                    <a:pt x="17766" y="154789"/>
                  </a:cubicBezTo>
                  <a:cubicBezTo>
                    <a:pt x="17766" y="100953"/>
                    <a:pt x="29235" y="47117"/>
                    <a:pt x="66355" y="8441"/>
                  </a:cubicBezTo>
                  <a:cubicBezTo>
                    <a:pt x="70278" y="4729"/>
                    <a:pt x="70278" y="4110"/>
                    <a:pt x="70278" y="3182"/>
                  </a:cubicBezTo>
                  <a:cubicBezTo>
                    <a:pt x="70278" y="1016"/>
                    <a:pt x="69071" y="88"/>
                    <a:pt x="67260" y="88"/>
                  </a:cubicBezTo>
                  <a:cubicBezTo>
                    <a:pt x="64242" y="88"/>
                    <a:pt x="37081" y="21127"/>
                    <a:pt x="19275" y="60421"/>
                  </a:cubicBezTo>
                  <a:cubicBezTo>
                    <a:pt x="3884" y="94455"/>
                    <a:pt x="262" y="128799"/>
                    <a:pt x="262" y="154789"/>
                  </a:cubicBezTo>
                  <a:cubicBezTo>
                    <a:pt x="262" y="178922"/>
                    <a:pt x="3582" y="216360"/>
                    <a:pt x="20181" y="251322"/>
                  </a:cubicBezTo>
                  <a:cubicBezTo>
                    <a:pt x="38288" y="289379"/>
                    <a:pt x="64242" y="309490"/>
                    <a:pt x="67260" y="309490"/>
                  </a:cubicBezTo>
                  <a:cubicBezTo>
                    <a:pt x="69071" y="309490"/>
                    <a:pt x="70278" y="308562"/>
                    <a:pt x="70278" y="306396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9480A3E-1F5E-F2B5-C5CC-6BE30371E829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613927" y="3429910"/>
              <a:ext cx="143049" cy="139849"/>
            </a:xfrm>
            <a:custGeom>
              <a:avLst/>
              <a:gdLst>
                <a:gd name="connsiteX0" fmla="*/ 129735 w 143049"/>
                <a:gd name="connsiteY0" fmla="*/ 102190 h 139849"/>
                <a:gd name="connsiteX1" fmla="*/ 123096 w 143049"/>
                <a:gd name="connsiteY1" fmla="*/ 110544 h 139849"/>
                <a:gd name="connsiteX2" fmla="*/ 109213 w 143049"/>
                <a:gd name="connsiteY2" fmla="*/ 122920 h 139849"/>
                <a:gd name="connsiteX3" fmla="*/ 99858 w 143049"/>
                <a:gd name="connsiteY3" fmla="*/ 110235 h 139849"/>
                <a:gd name="connsiteX4" fmla="*/ 98651 w 143049"/>
                <a:gd name="connsiteY4" fmla="*/ 104975 h 139849"/>
                <a:gd name="connsiteX5" fmla="*/ 87786 w 143049"/>
                <a:gd name="connsiteY5" fmla="*/ 54852 h 139849"/>
                <a:gd name="connsiteX6" fmla="*/ 117362 w 143049"/>
                <a:gd name="connsiteY6" fmla="*/ 17414 h 139849"/>
                <a:gd name="connsiteX7" fmla="*/ 124605 w 143049"/>
                <a:gd name="connsiteY7" fmla="*/ 19889 h 139849"/>
                <a:gd name="connsiteX8" fmla="*/ 132753 w 143049"/>
                <a:gd name="connsiteY8" fmla="*/ 22674 h 139849"/>
                <a:gd name="connsiteX9" fmla="*/ 143316 w 143049"/>
                <a:gd name="connsiteY9" fmla="*/ 11536 h 139849"/>
                <a:gd name="connsiteX10" fmla="*/ 130942 w 143049"/>
                <a:gd name="connsiteY10" fmla="*/ 88 h 139849"/>
                <a:gd name="connsiteX11" fmla="*/ 85372 w 143049"/>
                <a:gd name="connsiteY11" fmla="*/ 44332 h 139849"/>
                <a:gd name="connsiteX12" fmla="*/ 82052 w 143049"/>
                <a:gd name="connsiteY12" fmla="*/ 27315 h 139849"/>
                <a:gd name="connsiteX13" fmla="*/ 66359 w 143049"/>
                <a:gd name="connsiteY13" fmla="*/ 88 h 139849"/>
                <a:gd name="connsiteX14" fmla="*/ 31049 w 143049"/>
                <a:gd name="connsiteY14" fmla="*/ 9060 h 139849"/>
                <a:gd name="connsiteX15" fmla="*/ 27729 w 143049"/>
                <a:gd name="connsiteY15" fmla="*/ 10298 h 139849"/>
                <a:gd name="connsiteX16" fmla="*/ 28937 w 143049"/>
                <a:gd name="connsiteY16" fmla="*/ 14939 h 139849"/>
                <a:gd name="connsiteX17" fmla="*/ 45837 w 143049"/>
                <a:gd name="connsiteY17" fmla="*/ 11536 h 139849"/>
                <a:gd name="connsiteX18" fmla="*/ 59418 w 143049"/>
                <a:gd name="connsiteY18" fmla="*/ 32884 h 139849"/>
                <a:gd name="connsiteX19" fmla="*/ 68170 w 143049"/>
                <a:gd name="connsiteY19" fmla="*/ 70941 h 139849"/>
                <a:gd name="connsiteX20" fmla="*/ 43423 w 143049"/>
                <a:gd name="connsiteY20" fmla="*/ 107141 h 139849"/>
                <a:gd name="connsiteX21" fmla="*/ 28031 w 143049"/>
                <a:gd name="connsiteY21" fmla="*/ 121992 h 139849"/>
                <a:gd name="connsiteX22" fmla="*/ 20185 w 143049"/>
                <a:gd name="connsiteY22" fmla="*/ 119208 h 139849"/>
                <a:gd name="connsiteX23" fmla="*/ 10527 w 143049"/>
                <a:gd name="connsiteY23" fmla="*/ 116114 h 139849"/>
                <a:gd name="connsiteX24" fmla="*/ 266 w 143049"/>
                <a:gd name="connsiteY24" fmla="*/ 126943 h 139849"/>
                <a:gd name="connsiteX25" fmla="*/ 15356 w 143049"/>
                <a:gd name="connsiteY25" fmla="*/ 139938 h 139849"/>
                <a:gd name="connsiteX26" fmla="*/ 43423 w 143049"/>
                <a:gd name="connsiteY26" fmla="*/ 118279 h 139849"/>
                <a:gd name="connsiteX27" fmla="*/ 70584 w 143049"/>
                <a:gd name="connsiteY27" fmla="*/ 82079 h 139849"/>
                <a:gd name="connsiteX28" fmla="*/ 79638 w 143049"/>
                <a:gd name="connsiteY28" fmla="*/ 119208 h 139849"/>
                <a:gd name="connsiteX29" fmla="*/ 97142 w 143049"/>
                <a:gd name="connsiteY29" fmla="*/ 139938 h 139849"/>
                <a:gd name="connsiteX30" fmla="*/ 133960 w 143049"/>
                <a:gd name="connsiteY30" fmla="*/ 104666 h 139849"/>
                <a:gd name="connsiteX31" fmla="*/ 129735 w 143049"/>
                <a:gd name="connsiteY31" fmla="*/ 102190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49" h="139849">
                  <a:moveTo>
                    <a:pt x="129735" y="102190"/>
                  </a:moveTo>
                  <a:cubicBezTo>
                    <a:pt x="127321" y="104975"/>
                    <a:pt x="125812" y="106832"/>
                    <a:pt x="123096" y="110544"/>
                  </a:cubicBezTo>
                  <a:cubicBezTo>
                    <a:pt x="116155" y="119826"/>
                    <a:pt x="112533" y="122920"/>
                    <a:pt x="109213" y="122920"/>
                  </a:cubicBezTo>
                  <a:cubicBezTo>
                    <a:pt x="104687" y="122920"/>
                    <a:pt x="101970" y="118898"/>
                    <a:pt x="99858" y="110235"/>
                  </a:cubicBezTo>
                  <a:cubicBezTo>
                    <a:pt x="99254" y="107760"/>
                    <a:pt x="98952" y="105903"/>
                    <a:pt x="98651" y="104975"/>
                  </a:cubicBezTo>
                  <a:cubicBezTo>
                    <a:pt x="91106" y="73725"/>
                    <a:pt x="87786" y="59493"/>
                    <a:pt x="87786" y="54852"/>
                  </a:cubicBezTo>
                  <a:cubicBezTo>
                    <a:pt x="101065" y="31028"/>
                    <a:pt x="111930" y="17414"/>
                    <a:pt x="117362" y="17414"/>
                  </a:cubicBezTo>
                  <a:cubicBezTo>
                    <a:pt x="119173" y="17414"/>
                    <a:pt x="121587" y="18342"/>
                    <a:pt x="124605" y="19889"/>
                  </a:cubicBezTo>
                  <a:cubicBezTo>
                    <a:pt x="128226" y="22055"/>
                    <a:pt x="130339" y="22674"/>
                    <a:pt x="132753" y="22674"/>
                  </a:cubicBezTo>
                  <a:cubicBezTo>
                    <a:pt x="139091" y="22674"/>
                    <a:pt x="143316" y="18033"/>
                    <a:pt x="143316" y="11536"/>
                  </a:cubicBezTo>
                  <a:cubicBezTo>
                    <a:pt x="143316" y="5038"/>
                    <a:pt x="138185" y="88"/>
                    <a:pt x="130942" y="88"/>
                  </a:cubicBezTo>
                  <a:cubicBezTo>
                    <a:pt x="117664" y="88"/>
                    <a:pt x="106196" y="11226"/>
                    <a:pt x="85372" y="44332"/>
                  </a:cubicBezTo>
                  <a:lnTo>
                    <a:pt x="82052" y="27315"/>
                  </a:lnTo>
                  <a:cubicBezTo>
                    <a:pt x="77827" y="6276"/>
                    <a:pt x="74507" y="88"/>
                    <a:pt x="66359" y="88"/>
                  </a:cubicBezTo>
                  <a:cubicBezTo>
                    <a:pt x="59719" y="88"/>
                    <a:pt x="49459" y="2872"/>
                    <a:pt x="31049" y="9060"/>
                  </a:cubicBezTo>
                  <a:lnTo>
                    <a:pt x="27729" y="10298"/>
                  </a:lnTo>
                  <a:lnTo>
                    <a:pt x="28937" y="14939"/>
                  </a:lnTo>
                  <a:cubicBezTo>
                    <a:pt x="40405" y="12154"/>
                    <a:pt x="43121" y="11536"/>
                    <a:pt x="45837" y="11536"/>
                  </a:cubicBezTo>
                  <a:cubicBezTo>
                    <a:pt x="53382" y="11536"/>
                    <a:pt x="55193" y="14320"/>
                    <a:pt x="59418" y="32884"/>
                  </a:cubicBezTo>
                  <a:lnTo>
                    <a:pt x="68170" y="70941"/>
                  </a:lnTo>
                  <a:lnTo>
                    <a:pt x="43423" y="107141"/>
                  </a:lnTo>
                  <a:cubicBezTo>
                    <a:pt x="37387" y="116423"/>
                    <a:pt x="31351" y="121992"/>
                    <a:pt x="28031" y="121992"/>
                  </a:cubicBezTo>
                  <a:cubicBezTo>
                    <a:pt x="26220" y="121992"/>
                    <a:pt x="23203" y="121064"/>
                    <a:pt x="20185" y="119208"/>
                  </a:cubicBezTo>
                  <a:cubicBezTo>
                    <a:pt x="16261" y="117042"/>
                    <a:pt x="12942" y="116114"/>
                    <a:pt x="10527" y="116114"/>
                  </a:cubicBezTo>
                  <a:cubicBezTo>
                    <a:pt x="4793" y="116114"/>
                    <a:pt x="266" y="120755"/>
                    <a:pt x="266" y="126943"/>
                  </a:cubicBezTo>
                  <a:cubicBezTo>
                    <a:pt x="266" y="134987"/>
                    <a:pt x="6302" y="139938"/>
                    <a:pt x="15356" y="139938"/>
                  </a:cubicBezTo>
                  <a:cubicBezTo>
                    <a:pt x="24712" y="139938"/>
                    <a:pt x="28333" y="137153"/>
                    <a:pt x="43423" y="118279"/>
                  </a:cubicBezTo>
                  <a:cubicBezTo>
                    <a:pt x="51571" y="108379"/>
                    <a:pt x="57909" y="100025"/>
                    <a:pt x="70584" y="82079"/>
                  </a:cubicBezTo>
                  <a:lnTo>
                    <a:pt x="79638" y="119208"/>
                  </a:lnTo>
                  <a:cubicBezTo>
                    <a:pt x="83561" y="134987"/>
                    <a:pt x="87484" y="139938"/>
                    <a:pt x="97142" y="139938"/>
                  </a:cubicBezTo>
                  <a:cubicBezTo>
                    <a:pt x="108610" y="139938"/>
                    <a:pt x="116456" y="132512"/>
                    <a:pt x="133960" y="104666"/>
                  </a:cubicBezTo>
                  <a:lnTo>
                    <a:pt x="129735" y="10219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7103BFA-F7B6-D6B5-0D63-BF52BA2BC5C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774680" y="3334305"/>
              <a:ext cx="70015" cy="309402"/>
            </a:xfrm>
            <a:custGeom>
              <a:avLst/>
              <a:gdLst>
                <a:gd name="connsiteX0" fmla="*/ 70287 w 70015"/>
                <a:gd name="connsiteY0" fmla="*/ 154789 h 309402"/>
                <a:gd name="connsiteX1" fmla="*/ 50368 w 70015"/>
                <a:gd name="connsiteY1" fmla="*/ 58255 h 309402"/>
                <a:gd name="connsiteX2" fmla="*/ 3289 w 70015"/>
                <a:gd name="connsiteY2" fmla="*/ 88 h 309402"/>
                <a:gd name="connsiteX3" fmla="*/ 271 w 70015"/>
                <a:gd name="connsiteY3" fmla="*/ 3182 h 309402"/>
                <a:gd name="connsiteX4" fmla="*/ 6005 w 70015"/>
                <a:gd name="connsiteY4" fmla="*/ 10298 h 309402"/>
                <a:gd name="connsiteX5" fmla="*/ 52783 w 70015"/>
                <a:gd name="connsiteY5" fmla="*/ 154789 h 309402"/>
                <a:gd name="connsiteX6" fmla="*/ 4194 w 70015"/>
                <a:gd name="connsiteY6" fmla="*/ 301136 h 309402"/>
                <a:gd name="connsiteX7" fmla="*/ 271 w 70015"/>
                <a:gd name="connsiteY7" fmla="*/ 306396 h 309402"/>
                <a:gd name="connsiteX8" fmla="*/ 3289 w 70015"/>
                <a:gd name="connsiteY8" fmla="*/ 309490 h 309402"/>
                <a:gd name="connsiteX9" fmla="*/ 51274 w 70015"/>
                <a:gd name="connsiteY9" fmla="*/ 249156 h 309402"/>
                <a:gd name="connsiteX10" fmla="*/ 70287 w 70015"/>
                <a:gd name="connsiteY10" fmla="*/ 154789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15" h="309402">
                  <a:moveTo>
                    <a:pt x="70287" y="154789"/>
                  </a:moveTo>
                  <a:cubicBezTo>
                    <a:pt x="70287" y="130655"/>
                    <a:pt x="66967" y="93218"/>
                    <a:pt x="50368" y="58255"/>
                  </a:cubicBezTo>
                  <a:cubicBezTo>
                    <a:pt x="32261" y="20199"/>
                    <a:pt x="6307" y="88"/>
                    <a:pt x="3289" y="88"/>
                  </a:cubicBezTo>
                  <a:cubicBezTo>
                    <a:pt x="1478" y="88"/>
                    <a:pt x="271" y="1325"/>
                    <a:pt x="271" y="3182"/>
                  </a:cubicBezTo>
                  <a:cubicBezTo>
                    <a:pt x="271" y="4110"/>
                    <a:pt x="271" y="4729"/>
                    <a:pt x="6005" y="10298"/>
                  </a:cubicBezTo>
                  <a:cubicBezTo>
                    <a:pt x="35580" y="40929"/>
                    <a:pt x="52783" y="90124"/>
                    <a:pt x="52783" y="154789"/>
                  </a:cubicBezTo>
                  <a:cubicBezTo>
                    <a:pt x="52783" y="207697"/>
                    <a:pt x="41616" y="262151"/>
                    <a:pt x="4194" y="301136"/>
                  </a:cubicBezTo>
                  <a:cubicBezTo>
                    <a:pt x="271" y="304849"/>
                    <a:pt x="271" y="305468"/>
                    <a:pt x="271" y="306396"/>
                  </a:cubicBezTo>
                  <a:cubicBezTo>
                    <a:pt x="271" y="308252"/>
                    <a:pt x="1478" y="309490"/>
                    <a:pt x="3289" y="309490"/>
                  </a:cubicBezTo>
                  <a:cubicBezTo>
                    <a:pt x="6307" y="309490"/>
                    <a:pt x="33468" y="288451"/>
                    <a:pt x="51274" y="249156"/>
                  </a:cubicBezTo>
                  <a:cubicBezTo>
                    <a:pt x="66665" y="215122"/>
                    <a:pt x="70287" y="180779"/>
                    <a:pt x="70287" y="15478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04550E3-143D-FE3D-B784-6F7E9DDCF5D8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0913193" y="3355035"/>
              <a:ext cx="154517" cy="215343"/>
            </a:xfrm>
            <a:custGeom>
              <a:avLst/>
              <a:gdLst>
                <a:gd name="connsiteX0" fmla="*/ 135479 w 154517"/>
                <a:gd name="connsiteY0" fmla="*/ 177066 h 215343"/>
                <a:gd name="connsiteX1" fmla="*/ 110732 w 154517"/>
                <a:gd name="connsiteY1" fmla="*/ 199033 h 215343"/>
                <a:gd name="connsiteX2" fmla="*/ 105300 w 154517"/>
                <a:gd name="connsiteY2" fmla="*/ 192845 h 215343"/>
                <a:gd name="connsiteX3" fmla="*/ 124916 w 154517"/>
                <a:gd name="connsiteY3" fmla="*/ 116732 h 215343"/>
                <a:gd name="connsiteX4" fmla="*/ 154794 w 154517"/>
                <a:gd name="connsiteY4" fmla="*/ 1634 h 215343"/>
                <a:gd name="connsiteX5" fmla="*/ 153285 w 154517"/>
                <a:gd name="connsiteY5" fmla="*/ 87 h 215343"/>
                <a:gd name="connsiteX6" fmla="*/ 107110 w 154517"/>
                <a:gd name="connsiteY6" fmla="*/ 7204 h 215343"/>
                <a:gd name="connsiteX7" fmla="*/ 107110 w 154517"/>
                <a:gd name="connsiteY7" fmla="*/ 12464 h 215343"/>
                <a:gd name="connsiteX8" fmla="*/ 125822 w 154517"/>
                <a:gd name="connsiteY8" fmla="*/ 20508 h 215343"/>
                <a:gd name="connsiteX9" fmla="*/ 121295 w 154517"/>
                <a:gd name="connsiteY9" fmla="*/ 42166 h 215343"/>
                <a:gd name="connsiteX10" fmla="*/ 108016 w 154517"/>
                <a:gd name="connsiteY10" fmla="*/ 92908 h 215343"/>
                <a:gd name="connsiteX11" fmla="*/ 88399 w 154517"/>
                <a:gd name="connsiteY11" fmla="*/ 74963 h 215343"/>
                <a:gd name="connsiteX12" fmla="*/ 276 w 154517"/>
                <a:gd name="connsiteY12" fmla="*/ 179541 h 215343"/>
                <a:gd name="connsiteX13" fmla="*/ 31964 w 154517"/>
                <a:gd name="connsiteY13" fmla="*/ 214813 h 215343"/>
                <a:gd name="connsiteX14" fmla="*/ 86287 w 154517"/>
                <a:gd name="connsiteY14" fmla="*/ 173972 h 215343"/>
                <a:gd name="connsiteX15" fmla="*/ 82363 w 154517"/>
                <a:gd name="connsiteY15" fmla="*/ 201508 h 215343"/>
                <a:gd name="connsiteX16" fmla="*/ 95039 w 154517"/>
                <a:gd name="connsiteY16" fmla="*/ 215431 h 215343"/>
                <a:gd name="connsiteX17" fmla="*/ 139100 w 154517"/>
                <a:gd name="connsiteY17" fmla="*/ 180160 h 215343"/>
                <a:gd name="connsiteX18" fmla="*/ 135479 w 154517"/>
                <a:gd name="connsiteY18" fmla="*/ 177066 h 215343"/>
                <a:gd name="connsiteX19" fmla="*/ 89606 w 154517"/>
                <a:gd name="connsiteY19" fmla="*/ 82079 h 215343"/>
                <a:gd name="connsiteX20" fmla="*/ 103187 w 154517"/>
                <a:gd name="connsiteY20" fmla="*/ 99715 h 215343"/>
                <a:gd name="connsiteX21" fmla="*/ 44036 w 154517"/>
                <a:gd name="connsiteY21" fmla="*/ 199961 h 215343"/>
                <a:gd name="connsiteX22" fmla="*/ 26532 w 154517"/>
                <a:gd name="connsiteY22" fmla="*/ 179541 h 215343"/>
                <a:gd name="connsiteX23" fmla="*/ 61540 w 154517"/>
                <a:gd name="connsiteY23" fmla="*/ 96312 h 215343"/>
                <a:gd name="connsiteX24" fmla="*/ 89606 w 154517"/>
                <a:gd name="connsiteY24" fmla="*/ 82079 h 215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4517" h="215343">
                  <a:moveTo>
                    <a:pt x="135479" y="177066"/>
                  </a:moveTo>
                  <a:cubicBezTo>
                    <a:pt x="119182" y="196248"/>
                    <a:pt x="115862" y="199033"/>
                    <a:pt x="110732" y="199033"/>
                  </a:cubicBezTo>
                  <a:cubicBezTo>
                    <a:pt x="107714" y="199033"/>
                    <a:pt x="105300" y="196248"/>
                    <a:pt x="105300" y="192845"/>
                  </a:cubicBezTo>
                  <a:cubicBezTo>
                    <a:pt x="105300" y="188513"/>
                    <a:pt x="114957" y="150766"/>
                    <a:pt x="124916" y="116732"/>
                  </a:cubicBezTo>
                  <a:cubicBezTo>
                    <a:pt x="133065" y="88267"/>
                    <a:pt x="139402" y="63515"/>
                    <a:pt x="154794" y="1634"/>
                  </a:cubicBezTo>
                  <a:lnTo>
                    <a:pt x="153285" y="87"/>
                  </a:lnTo>
                  <a:cubicBezTo>
                    <a:pt x="137290" y="3491"/>
                    <a:pt x="126425" y="5347"/>
                    <a:pt x="107110" y="7204"/>
                  </a:cubicBezTo>
                  <a:lnTo>
                    <a:pt x="107110" y="12464"/>
                  </a:lnTo>
                  <a:cubicBezTo>
                    <a:pt x="123709" y="13082"/>
                    <a:pt x="125822" y="14011"/>
                    <a:pt x="125822" y="20508"/>
                  </a:cubicBezTo>
                  <a:cubicBezTo>
                    <a:pt x="125822" y="24530"/>
                    <a:pt x="125520" y="26387"/>
                    <a:pt x="121295" y="42166"/>
                  </a:cubicBezTo>
                  <a:lnTo>
                    <a:pt x="108016" y="92908"/>
                  </a:lnTo>
                  <a:cubicBezTo>
                    <a:pt x="105601" y="79913"/>
                    <a:pt x="100169" y="74963"/>
                    <a:pt x="88399" y="74963"/>
                  </a:cubicBezTo>
                  <a:cubicBezTo>
                    <a:pt x="49166" y="74963"/>
                    <a:pt x="276" y="133130"/>
                    <a:pt x="276" y="179541"/>
                  </a:cubicBezTo>
                  <a:cubicBezTo>
                    <a:pt x="276" y="201508"/>
                    <a:pt x="12348" y="214813"/>
                    <a:pt x="31964" y="214813"/>
                  </a:cubicBezTo>
                  <a:cubicBezTo>
                    <a:pt x="52486" y="214813"/>
                    <a:pt x="65765" y="204912"/>
                    <a:pt x="86287" y="173972"/>
                  </a:cubicBezTo>
                  <a:cubicBezTo>
                    <a:pt x="82967" y="189751"/>
                    <a:pt x="82363" y="194392"/>
                    <a:pt x="82363" y="201508"/>
                  </a:cubicBezTo>
                  <a:cubicBezTo>
                    <a:pt x="82363" y="209862"/>
                    <a:pt x="87494" y="215431"/>
                    <a:pt x="95039" y="215431"/>
                  </a:cubicBezTo>
                  <a:cubicBezTo>
                    <a:pt x="107714" y="215431"/>
                    <a:pt x="123407" y="202746"/>
                    <a:pt x="139100" y="180160"/>
                  </a:cubicBezTo>
                  <a:lnTo>
                    <a:pt x="135479" y="177066"/>
                  </a:lnTo>
                  <a:close/>
                  <a:moveTo>
                    <a:pt x="89606" y="82079"/>
                  </a:moveTo>
                  <a:cubicBezTo>
                    <a:pt x="98660" y="82698"/>
                    <a:pt x="103187" y="88576"/>
                    <a:pt x="103187" y="99715"/>
                  </a:cubicBezTo>
                  <a:cubicBezTo>
                    <a:pt x="103187" y="146744"/>
                    <a:pt x="71801" y="199961"/>
                    <a:pt x="44036" y="199961"/>
                  </a:cubicBezTo>
                  <a:cubicBezTo>
                    <a:pt x="33775" y="199961"/>
                    <a:pt x="26532" y="191607"/>
                    <a:pt x="26532" y="179541"/>
                  </a:cubicBezTo>
                  <a:cubicBezTo>
                    <a:pt x="26532" y="153860"/>
                    <a:pt x="41621" y="117970"/>
                    <a:pt x="61540" y="96312"/>
                  </a:cubicBezTo>
                  <a:cubicBezTo>
                    <a:pt x="69990" y="87339"/>
                    <a:pt x="81156" y="81460"/>
                    <a:pt x="89606" y="82079"/>
                  </a:cubicBez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71DFC96-9E0A-DE49-3012-126D2F64893F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1067729" y="3429910"/>
              <a:ext cx="143049" cy="139849"/>
            </a:xfrm>
            <a:custGeom>
              <a:avLst/>
              <a:gdLst>
                <a:gd name="connsiteX0" fmla="*/ 129750 w 143049"/>
                <a:gd name="connsiteY0" fmla="*/ 102190 h 139849"/>
                <a:gd name="connsiteX1" fmla="*/ 123111 w 143049"/>
                <a:gd name="connsiteY1" fmla="*/ 110544 h 139849"/>
                <a:gd name="connsiteX2" fmla="*/ 109228 w 143049"/>
                <a:gd name="connsiteY2" fmla="*/ 122920 h 139849"/>
                <a:gd name="connsiteX3" fmla="*/ 99873 w 143049"/>
                <a:gd name="connsiteY3" fmla="*/ 110235 h 139849"/>
                <a:gd name="connsiteX4" fmla="*/ 98666 w 143049"/>
                <a:gd name="connsiteY4" fmla="*/ 104975 h 139849"/>
                <a:gd name="connsiteX5" fmla="*/ 87801 w 143049"/>
                <a:gd name="connsiteY5" fmla="*/ 54852 h 139849"/>
                <a:gd name="connsiteX6" fmla="*/ 117377 w 143049"/>
                <a:gd name="connsiteY6" fmla="*/ 17414 h 139849"/>
                <a:gd name="connsiteX7" fmla="*/ 124620 w 143049"/>
                <a:gd name="connsiteY7" fmla="*/ 19889 h 139849"/>
                <a:gd name="connsiteX8" fmla="*/ 132768 w 143049"/>
                <a:gd name="connsiteY8" fmla="*/ 22674 h 139849"/>
                <a:gd name="connsiteX9" fmla="*/ 143331 w 143049"/>
                <a:gd name="connsiteY9" fmla="*/ 11536 h 139849"/>
                <a:gd name="connsiteX10" fmla="*/ 130957 w 143049"/>
                <a:gd name="connsiteY10" fmla="*/ 88 h 139849"/>
                <a:gd name="connsiteX11" fmla="*/ 85387 w 143049"/>
                <a:gd name="connsiteY11" fmla="*/ 44332 h 139849"/>
                <a:gd name="connsiteX12" fmla="*/ 82067 w 143049"/>
                <a:gd name="connsiteY12" fmla="*/ 27315 h 139849"/>
                <a:gd name="connsiteX13" fmla="*/ 66374 w 143049"/>
                <a:gd name="connsiteY13" fmla="*/ 88 h 139849"/>
                <a:gd name="connsiteX14" fmla="*/ 31064 w 143049"/>
                <a:gd name="connsiteY14" fmla="*/ 9060 h 139849"/>
                <a:gd name="connsiteX15" fmla="*/ 27744 w 143049"/>
                <a:gd name="connsiteY15" fmla="*/ 10298 h 139849"/>
                <a:gd name="connsiteX16" fmla="*/ 28952 w 143049"/>
                <a:gd name="connsiteY16" fmla="*/ 14939 h 139849"/>
                <a:gd name="connsiteX17" fmla="*/ 45852 w 143049"/>
                <a:gd name="connsiteY17" fmla="*/ 11536 h 139849"/>
                <a:gd name="connsiteX18" fmla="*/ 59433 w 143049"/>
                <a:gd name="connsiteY18" fmla="*/ 32884 h 139849"/>
                <a:gd name="connsiteX19" fmla="*/ 68185 w 143049"/>
                <a:gd name="connsiteY19" fmla="*/ 70941 h 139849"/>
                <a:gd name="connsiteX20" fmla="*/ 43438 w 143049"/>
                <a:gd name="connsiteY20" fmla="*/ 107141 h 139849"/>
                <a:gd name="connsiteX21" fmla="*/ 28046 w 143049"/>
                <a:gd name="connsiteY21" fmla="*/ 121992 h 139849"/>
                <a:gd name="connsiteX22" fmla="*/ 20200 w 143049"/>
                <a:gd name="connsiteY22" fmla="*/ 119208 h 139849"/>
                <a:gd name="connsiteX23" fmla="*/ 10542 w 143049"/>
                <a:gd name="connsiteY23" fmla="*/ 116114 h 139849"/>
                <a:gd name="connsiteX24" fmla="*/ 281 w 143049"/>
                <a:gd name="connsiteY24" fmla="*/ 126943 h 139849"/>
                <a:gd name="connsiteX25" fmla="*/ 15371 w 143049"/>
                <a:gd name="connsiteY25" fmla="*/ 139938 h 139849"/>
                <a:gd name="connsiteX26" fmla="*/ 43438 w 143049"/>
                <a:gd name="connsiteY26" fmla="*/ 118279 h 139849"/>
                <a:gd name="connsiteX27" fmla="*/ 70599 w 143049"/>
                <a:gd name="connsiteY27" fmla="*/ 82079 h 139849"/>
                <a:gd name="connsiteX28" fmla="*/ 79653 w 143049"/>
                <a:gd name="connsiteY28" fmla="*/ 119208 h 139849"/>
                <a:gd name="connsiteX29" fmla="*/ 97157 w 143049"/>
                <a:gd name="connsiteY29" fmla="*/ 139938 h 139849"/>
                <a:gd name="connsiteX30" fmla="*/ 133975 w 143049"/>
                <a:gd name="connsiteY30" fmla="*/ 104666 h 139849"/>
                <a:gd name="connsiteX31" fmla="*/ 129750 w 143049"/>
                <a:gd name="connsiteY31" fmla="*/ 102190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049" h="139849">
                  <a:moveTo>
                    <a:pt x="129750" y="102190"/>
                  </a:moveTo>
                  <a:cubicBezTo>
                    <a:pt x="127336" y="104975"/>
                    <a:pt x="125827" y="106832"/>
                    <a:pt x="123111" y="110544"/>
                  </a:cubicBezTo>
                  <a:cubicBezTo>
                    <a:pt x="116170" y="119826"/>
                    <a:pt x="112548" y="122920"/>
                    <a:pt x="109228" y="122920"/>
                  </a:cubicBezTo>
                  <a:cubicBezTo>
                    <a:pt x="104701" y="122920"/>
                    <a:pt x="101985" y="118898"/>
                    <a:pt x="99873" y="110235"/>
                  </a:cubicBezTo>
                  <a:cubicBezTo>
                    <a:pt x="99269" y="107760"/>
                    <a:pt x="98967" y="105903"/>
                    <a:pt x="98666" y="104975"/>
                  </a:cubicBezTo>
                  <a:cubicBezTo>
                    <a:pt x="91121" y="73725"/>
                    <a:pt x="87801" y="59493"/>
                    <a:pt x="87801" y="54852"/>
                  </a:cubicBezTo>
                  <a:cubicBezTo>
                    <a:pt x="101080" y="31028"/>
                    <a:pt x="111944" y="17414"/>
                    <a:pt x="117377" y="17414"/>
                  </a:cubicBezTo>
                  <a:cubicBezTo>
                    <a:pt x="119187" y="17414"/>
                    <a:pt x="121602" y="18342"/>
                    <a:pt x="124620" y="19889"/>
                  </a:cubicBezTo>
                  <a:cubicBezTo>
                    <a:pt x="128241" y="22055"/>
                    <a:pt x="130354" y="22674"/>
                    <a:pt x="132768" y="22674"/>
                  </a:cubicBezTo>
                  <a:cubicBezTo>
                    <a:pt x="139106" y="22674"/>
                    <a:pt x="143331" y="18033"/>
                    <a:pt x="143331" y="11536"/>
                  </a:cubicBezTo>
                  <a:cubicBezTo>
                    <a:pt x="143331" y="5038"/>
                    <a:pt x="138200" y="88"/>
                    <a:pt x="130957" y="88"/>
                  </a:cubicBezTo>
                  <a:cubicBezTo>
                    <a:pt x="117679" y="88"/>
                    <a:pt x="106210" y="11226"/>
                    <a:pt x="85387" y="44332"/>
                  </a:cubicBezTo>
                  <a:lnTo>
                    <a:pt x="82067" y="27315"/>
                  </a:lnTo>
                  <a:cubicBezTo>
                    <a:pt x="77842" y="6276"/>
                    <a:pt x="74522" y="88"/>
                    <a:pt x="66374" y="88"/>
                  </a:cubicBezTo>
                  <a:cubicBezTo>
                    <a:pt x="59734" y="88"/>
                    <a:pt x="49473" y="2872"/>
                    <a:pt x="31064" y="9060"/>
                  </a:cubicBezTo>
                  <a:lnTo>
                    <a:pt x="27744" y="10298"/>
                  </a:lnTo>
                  <a:lnTo>
                    <a:pt x="28952" y="14939"/>
                  </a:lnTo>
                  <a:cubicBezTo>
                    <a:pt x="40420" y="12154"/>
                    <a:pt x="43136" y="11536"/>
                    <a:pt x="45852" y="11536"/>
                  </a:cubicBezTo>
                  <a:cubicBezTo>
                    <a:pt x="53397" y="11536"/>
                    <a:pt x="55208" y="14320"/>
                    <a:pt x="59433" y="32884"/>
                  </a:cubicBezTo>
                  <a:lnTo>
                    <a:pt x="68185" y="70941"/>
                  </a:lnTo>
                  <a:lnTo>
                    <a:pt x="43438" y="107141"/>
                  </a:lnTo>
                  <a:cubicBezTo>
                    <a:pt x="37402" y="116423"/>
                    <a:pt x="31366" y="121992"/>
                    <a:pt x="28046" y="121992"/>
                  </a:cubicBezTo>
                  <a:cubicBezTo>
                    <a:pt x="26235" y="121992"/>
                    <a:pt x="23217" y="121064"/>
                    <a:pt x="20200" y="119208"/>
                  </a:cubicBezTo>
                  <a:cubicBezTo>
                    <a:pt x="16276" y="117042"/>
                    <a:pt x="12957" y="116114"/>
                    <a:pt x="10542" y="116114"/>
                  </a:cubicBezTo>
                  <a:cubicBezTo>
                    <a:pt x="4808" y="116114"/>
                    <a:pt x="281" y="120755"/>
                    <a:pt x="281" y="126943"/>
                  </a:cubicBezTo>
                  <a:cubicBezTo>
                    <a:pt x="281" y="134987"/>
                    <a:pt x="6317" y="139938"/>
                    <a:pt x="15371" y="139938"/>
                  </a:cubicBezTo>
                  <a:cubicBezTo>
                    <a:pt x="24726" y="139938"/>
                    <a:pt x="28348" y="137153"/>
                    <a:pt x="43438" y="118279"/>
                  </a:cubicBezTo>
                  <a:cubicBezTo>
                    <a:pt x="51586" y="108379"/>
                    <a:pt x="57924" y="100025"/>
                    <a:pt x="70599" y="82079"/>
                  </a:cubicBezTo>
                  <a:lnTo>
                    <a:pt x="79653" y="119208"/>
                  </a:lnTo>
                  <a:cubicBezTo>
                    <a:pt x="83576" y="134987"/>
                    <a:pt x="87499" y="139938"/>
                    <a:pt x="97157" y="139938"/>
                  </a:cubicBezTo>
                  <a:cubicBezTo>
                    <a:pt x="108625" y="139938"/>
                    <a:pt x="116471" y="132512"/>
                    <a:pt x="133975" y="104666"/>
                  </a:cubicBezTo>
                  <a:lnTo>
                    <a:pt x="129750" y="102190"/>
                  </a:lnTo>
                  <a:close/>
                </a:path>
              </a:pathLst>
            </a:custGeom>
            <a:solidFill>
              <a:srgbClr val="FFFFFF"/>
            </a:solidFill>
            <a:ln w="4118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45" name="Group 24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use $n=4$ subdivisions in Simpson's 1/3rd rule.}&#10;\end{align*}&#10;}&#10;\end{document}" title="IguanaTex Shape Display">
            <a:extLst>
              <a:ext uri="{FF2B5EF4-FFF2-40B4-BE49-F238E27FC236}">
                <a16:creationId xmlns:a16="http://schemas.microsoft.com/office/drawing/2014/main" id="{CE8194A6-F648-6361-6C47-51701433E4F4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361162" y="1678097"/>
            <a:ext cx="5720567" cy="272274"/>
            <a:chOff x="6800814" y="4914494"/>
            <a:chExt cx="5720567" cy="272274"/>
          </a:xfrm>
        </p:grpSpPr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FB66744-B504-EBE9-911D-5954A47D266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800814" y="4984983"/>
              <a:ext cx="142376" cy="139162"/>
            </a:xfrm>
            <a:custGeom>
              <a:avLst/>
              <a:gdLst>
                <a:gd name="connsiteX0" fmla="*/ 142516 w 142376"/>
                <a:gd name="connsiteY0" fmla="*/ 121095 h 139162"/>
                <a:gd name="connsiteX1" fmla="*/ 141002 w 142376"/>
                <a:gd name="connsiteY1" fmla="*/ 121095 h 139162"/>
                <a:gd name="connsiteX2" fmla="*/ 123735 w 142376"/>
                <a:gd name="connsiteY2" fmla="*/ 103851 h 139162"/>
                <a:gd name="connsiteX3" fmla="*/ 123735 w 142376"/>
                <a:gd name="connsiteY3" fmla="*/ 85 h 139162"/>
                <a:gd name="connsiteX4" fmla="*/ 75872 w 142376"/>
                <a:gd name="connsiteY4" fmla="*/ 85 h 139162"/>
                <a:gd name="connsiteX5" fmla="*/ 75872 w 142376"/>
                <a:gd name="connsiteY5" fmla="*/ 5228 h 139162"/>
                <a:gd name="connsiteX6" fmla="*/ 98289 w 142376"/>
                <a:gd name="connsiteY6" fmla="*/ 24287 h 139162"/>
                <a:gd name="connsiteX7" fmla="*/ 98289 w 142376"/>
                <a:gd name="connsiteY7" fmla="*/ 95381 h 139162"/>
                <a:gd name="connsiteX8" fmla="*/ 92533 w 142376"/>
                <a:gd name="connsiteY8" fmla="*/ 111415 h 139162"/>
                <a:gd name="connsiteX9" fmla="*/ 65875 w 142376"/>
                <a:gd name="connsiteY9" fmla="*/ 121700 h 139162"/>
                <a:gd name="connsiteX10" fmla="*/ 44367 w 142376"/>
                <a:gd name="connsiteY10" fmla="*/ 98708 h 139162"/>
                <a:gd name="connsiteX11" fmla="*/ 44367 w 142376"/>
                <a:gd name="connsiteY11" fmla="*/ 85 h 139162"/>
                <a:gd name="connsiteX12" fmla="*/ 140 w 142376"/>
                <a:gd name="connsiteY12" fmla="*/ 85 h 139162"/>
                <a:gd name="connsiteX13" fmla="*/ 140 w 142376"/>
                <a:gd name="connsiteY13" fmla="*/ 4320 h 139162"/>
                <a:gd name="connsiteX14" fmla="*/ 18921 w 142376"/>
                <a:gd name="connsiteY14" fmla="*/ 23682 h 139162"/>
                <a:gd name="connsiteX15" fmla="*/ 18921 w 142376"/>
                <a:gd name="connsiteY15" fmla="*/ 99919 h 139162"/>
                <a:gd name="connsiteX16" fmla="*/ 55576 w 142376"/>
                <a:gd name="connsiteY16" fmla="*/ 139247 h 139162"/>
                <a:gd name="connsiteX17" fmla="*/ 86777 w 142376"/>
                <a:gd name="connsiteY17" fmla="*/ 126238 h 139162"/>
                <a:gd name="connsiteX18" fmla="*/ 99803 w 142376"/>
                <a:gd name="connsiteY18" fmla="*/ 113230 h 139162"/>
                <a:gd name="connsiteX19" fmla="*/ 99803 w 142376"/>
                <a:gd name="connsiteY19" fmla="*/ 138339 h 139162"/>
                <a:gd name="connsiteX20" fmla="*/ 101015 w 142376"/>
                <a:gd name="connsiteY20" fmla="*/ 138944 h 139162"/>
                <a:gd name="connsiteX21" fmla="*/ 142516 w 142376"/>
                <a:gd name="connsiteY21" fmla="*/ 125331 h 139162"/>
                <a:gd name="connsiteX22" fmla="*/ 142516 w 142376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376" h="139162">
                  <a:moveTo>
                    <a:pt x="142516" y="121095"/>
                  </a:moveTo>
                  <a:lnTo>
                    <a:pt x="141002" y="121095"/>
                  </a:lnTo>
                  <a:cubicBezTo>
                    <a:pt x="127067" y="121095"/>
                    <a:pt x="123735" y="117768"/>
                    <a:pt x="123735" y="103851"/>
                  </a:cubicBezTo>
                  <a:lnTo>
                    <a:pt x="123735" y="85"/>
                  </a:lnTo>
                  <a:lnTo>
                    <a:pt x="75872" y="85"/>
                  </a:lnTo>
                  <a:lnTo>
                    <a:pt x="75872" y="5228"/>
                  </a:lnTo>
                  <a:cubicBezTo>
                    <a:pt x="94653" y="6135"/>
                    <a:pt x="98289" y="9160"/>
                    <a:pt x="98289" y="24287"/>
                  </a:cubicBezTo>
                  <a:lnTo>
                    <a:pt x="98289" y="95381"/>
                  </a:lnTo>
                  <a:cubicBezTo>
                    <a:pt x="98289" y="103851"/>
                    <a:pt x="96774" y="108087"/>
                    <a:pt x="92533" y="111415"/>
                  </a:cubicBezTo>
                  <a:cubicBezTo>
                    <a:pt x="84354" y="118070"/>
                    <a:pt x="74963" y="121700"/>
                    <a:pt x="65875" y="121700"/>
                  </a:cubicBezTo>
                  <a:cubicBezTo>
                    <a:pt x="54061" y="121700"/>
                    <a:pt x="44367" y="111415"/>
                    <a:pt x="44367" y="98708"/>
                  </a:cubicBezTo>
                  <a:lnTo>
                    <a:pt x="44367" y="85"/>
                  </a:lnTo>
                  <a:lnTo>
                    <a:pt x="140" y="85"/>
                  </a:lnTo>
                  <a:lnTo>
                    <a:pt x="140" y="4320"/>
                  </a:lnTo>
                  <a:cubicBezTo>
                    <a:pt x="14680" y="5228"/>
                    <a:pt x="18921" y="9766"/>
                    <a:pt x="18921" y="23682"/>
                  </a:cubicBezTo>
                  <a:lnTo>
                    <a:pt x="18921" y="99919"/>
                  </a:lnTo>
                  <a:cubicBezTo>
                    <a:pt x="18921" y="123818"/>
                    <a:pt x="33462" y="139247"/>
                    <a:pt x="55576" y="139247"/>
                  </a:cubicBezTo>
                  <a:cubicBezTo>
                    <a:pt x="66784" y="139247"/>
                    <a:pt x="78598" y="134407"/>
                    <a:pt x="86777" y="126238"/>
                  </a:cubicBezTo>
                  <a:lnTo>
                    <a:pt x="99803" y="113230"/>
                  </a:lnTo>
                  <a:lnTo>
                    <a:pt x="99803" y="138339"/>
                  </a:lnTo>
                  <a:lnTo>
                    <a:pt x="101015" y="138944"/>
                  </a:lnTo>
                  <a:cubicBezTo>
                    <a:pt x="116161" y="132894"/>
                    <a:pt x="127067" y="129566"/>
                    <a:pt x="142516" y="125331"/>
                  </a:cubicBezTo>
                  <a:lnTo>
                    <a:pt x="142516" y="12109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E549C70B-C047-DEBB-FB82-494E85459CE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965570" y="4982260"/>
              <a:ext cx="89969" cy="141885"/>
            </a:xfrm>
            <a:custGeom>
              <a:avLst/>
              <a:gdLst>
                <a:gd name="connsiteX0" fmla="*/ 80118 w 89969"/>
                <a:gd name="connsiteY0" fmla="*/ 43951 h 141885"/>
                <a:gd name="connsiteX1" fmla="*/ 78906 w 89969"/>
                <a:gd name="connsiteY1" fmla="*/ 2807 h 141885"/>
                <a:gd name="connsiteX2" fmla="*/ 75574 w 89969"/>
                <a:gd name="connsiteY2" fmla="*/ 2807 h 141885"/>
                <a:gd name="connsiteX3" fmla="*/ 74968 w 89969"/>
                <a:gd name="connsiteY3" fmla="*/ 3412 h 141885"/>
                <a:gd name="connsiteX4" fmla="*/ 70727 w 89969"/>
                <a:gd name="connsiteY4" fmla="*/ 5833 h 141885"/>
                <a:gd name="connsiteX5" fmla="*/ 62548 w 89969"/>
                <a:gd name="connsiteY5" fmla="*/ 3715 h 141885"/>
                <a:gd name="connsiteX6" fmla="*/ 41343 w 89969"/>
                <a:gd name="connsiteY6" fmla="*/ 85 h 141885"/>
                <a:gd name="connsiteX7" fmla="*/ 144 w 89969"/>
                <a:gd name="connsiteY7" fmla="*/ 37295 h 141885"/>
                <a:gd name="connsiteX8" fmla="*/ 35587 w 89969"/>
                <a:gd name="connsiteY8" fmla="*/ 80859 h 141885"/>
                <a:gd name="connsiteX9" fmla="*/ 53157 w 89969"/>
                <a:gd name="connsiteY9" fmla="*/ 90843 h 141885"/>
                <a:gd name="connsiteX10" fmla="*/ 68909 w 89969"/>
                <a:gd name="connsiteY10" fmla="*/ 113532 h 141885"/>
                <a:gd name="connsiteX11" fmla="*/ 43766 w 89969"/>
                <a:gd name="connsiteY11" fmla="*/ 135314 h 141885"/>
                <a:gd name="connsiteX12" fmla="*/ 18320 w 89969"/>
                <a:gd name="connsiteY12" fmla="*/ 124726 h 141885"/>
                <a:gd name="connsiteX13" fmla="*/ 5294 w 89969"/>
                <a:gd name="connsiteY13" fmla="*/ 92960 h 141885"/>
                <a:gd name="connsiteX14" fmla="*/ 447 w 89969"/>
                <a:gd name="connsiteY14" fmla="*/ 92960 h 141885"/>
                <a:gd name="connsiteX15" fmla="*/ 447 w 89969"/>
                <a:gd name="connsiteY15" fmla="*/ 140155 h 141885"/>
                <a:gd name="connsiteX16" fmla="*/ 4386 w 89969"/>
                <a:gd name="connsiteY16" fmla="*/ 140155 h 141885"/>
                <a:gd name="connsiteX17" fmla="*/ 11353 w 89969"/>
                <a:gd name="connsiteY17" fmla="*/ 136524 h 141885"/>
                <a:gd name="connsiteX18" fmla="*/ 25288 w 89969"/>
                <a:gd name="connsiteY18" fmla="*/ 138944 h 141885"/>
                <a:gd name="connsiteX19" fmla="*/ 47401 w 89969"/>
                <a:gd name="connsiteY19" fmla="*/ 141970 h 141885"/>
                <a:gd name="connsiteX20" fmla="*/ 90114 w 89969"/>
                <a:gd name="connsiteY20" fmla="*/ 103246 h 141885"/>
                <a:gd name="connsiteX21" fmla="*/ 64668 w 89969"/>
                <a:gd name="connsiteY21" fmla="*/ 67246 h 141885"/>
                <a:gd name="connsiteX22" fmla="*/ 31952 w 89969"/>
                <a:gd name="connsiteY22" fmla="*/ 47884 h 141885"/>
                <a:gd name="connsiteX23" fmla="*/ 18926 w 89969"/>
                <a:gd name="connsiteY23" fmla="*/ 27312 h 141885"/>
                <a:gd name="connsiteX24" fmla="*/ 42252 w 89969"/>
                <a:gd name="connsiteY24" fmla="*/ 6740 h 141885"/>
                <a:gd name="connsiteX25" fmla="*/ 75574 w 89969"/>
                <a:gd name="connsiteY25" fmla="*/ 43951 h 141885"/>
                <a:gd name="connsiteX26" fmla="*/ 80118 w 89969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69" h="141885">
                  <a:moveTo>
                    <a:pt x="80118" y="43951"/>
                  </a:moveTo>
                  <a:lnTo>
                    <a:pt x="78906" y="2807"/>
                  </a:lnTo>
                  <a:lnTo>
                    <a:pt x="75574" y="2807"/>
                  </a:lnTo>
                  <a:lnTo>
                    <a:pt x="74968" y="3412"/>
                  </a:lnTo>
                  <a:cubicBezTo>
                    <a:pt x="72242" y="5530"/>
                    <a:pt x="71939" y="5833"/>
                    <a:pt x="70727" y="5833"/>
                  </a:cubicBezTo>
                  <a:cubicBezTo>
                    <a:pt x="68909" y="5833"/>
                    <a:pt x="65880" y="5228"/>
                    <a:pt x="62548" y="3715"/>
                  </a:cubicBezTo>
                  <a:cubicBezTo>
                    <a:pt x="55883" y="1295"/>
                    <a:pt x="49219" y="85"/>
                    <a:pt x="41343" y="85"/>
                  </a:cubicBezTo>
                  <a:cubicBezTo>
                    <a:pt x="17411" y="85"/>
                    <a:pt x="144" y="15514"/>
                    <a:pt x="144" y="37295"/>
                  </a:cubicBezTo>
                  <a:cubicBezTo>
                    <a:pt x="144" y="54237"/>
                    <a:pt x="9838" y="66338"/>
                    <a:pt x="35587" y="80859"/>
                  </a:cubicBezTo>
                  <a:lnTo>
                    <a:pt x="53157" y="90843"/>
                  </a:lnTo>
                  <a:cubicBezTo>
                    <a:pt x="63760" y="96893"/>
                    <a:pt x="68909" y="104154"/>
                    <a:pt x="68909" y="113532"/>
                  </a:cubicBezTo>
                  <a:cubicBezTo>
                    <a:pt x="68909" y="126843"/>
                    <a:pt x="59216" y="135314"/>
                    <a:pt x="43766" y="135314"/>
                  </a:cubicBezTo>
                  <a:cubicBezTo>
                    <a:pt x="33467" y="135314"/>
                    <a:pt x="24076" y="131381"/>
                    <a:pt x="18320" y="124726"/>
                  </a:cubicBezTo>
                  <a:cubicBezTo>
                    <a:pt x="11959" y="117163"/>
                    <a:pt x="9232" y="110204"/>
                    <a:pt x="5294" y="92960"/>
                  </a:cubicBezTo>
                  <a:lnTo>
                    <a:pt x="447" y="92960"/>
                  </a:lnTo>
                  <a:lnTo>
                    <a:pt x="447" y="140155"/>
                  </a:lnTo>
                  <a:lnTo>
                    <a:pt x="4386" y="140155"/>
                  </a:lnTo>
                  <a:cubicBezTo>
                    <a:pt x="6506" y="137129"/>
                    <a:pt x="7718" y="136524"/>
                    <a:pt x="11353" y="136524"/>
                  </a:cubicBezTo>
                  <a:cubicBezTo>
                    <a:pt x="14079" y="136524"/>
                    <a:pt x="18320" y="137129"/>
                    <a:pt x="25288" y="138944"/>
                  </a:cubicBezTo>
                  <a:cubicBezTo>
                    <a:pt x="33770" y="140760"/>
                    <a:pt x="41949" y="141970"/>
                    <a:pt x="47401" y="141970"/>
                  </a:cubicBezTo>
                  <a:cubicBezTo>
                    <a:pt x="70727" y="141970"/>
                    <a:pt x="90114" y="124423"/>
                    <a:pt x="90114" y="103246"/>
                  </a:cubicBezTo>
                  <a:cubicBezTo>
                    <a:pt x="90114" y="88120"/>
                    <a:pt x="82844" y="78137"/>
                    <a:pt x="64668" y="67246"/>
                  </a:cubicBezTo>
                  <a:lnTo>
                    <a:pt x="31952" y="47884"/>
                  </a:lnTo>
                  <a:cubicBezTo>
                    <a:pt x="23470" y="43044"/>
                    <a:pt x="18926" y="35480"/>
                    <a:pt x="18926" y="27312"/>
                  </a:cubicBezTo>
                  <a:cubicBezTo>
                    <a:pt x="18926" y="15211"/>
                    <a:pt x="28317" y="6740"/>
                    <a:pt x="42252" y="6740"/>
                  </a:cubicBezTo>
                  <a:cubicBezTo>
                    <a:pt x="59519" y="6740"/>
                    <a:pt x="68606" y="17026"/>
                    <a:pt x="75574" y="43951"/>
                  </a:cubicBezTo>
                  <a:lnTo>
                    <a:pt x="80118" y="4395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223C701-ECE4-B5BE-81A5-EF80904E37D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075972" y="4981958"/>
              <a:ext cx="120868" cy="142187"/>
            </a:xfrm>
            <a:custGeom>
              <a:avLst/>
              <a:gdLst>
                <a:gd name="connsiteX0" fmla="*/ 116170 w 120868"/>
                <a:gd name="connsiteY0" fmla="*/ 89633 h 142187"/>
                <a:gd name="connsiteX1" fmla="*/ 69216 w 120868"/>
                <a:gd name="connsiteY1" fmla="*/ 121398 h 142187"/>
                <a:gd name="connsiteX2" fmla="*/ 30138 w 120868"/>
                <a:gd name="connsiteY2" fmla="*/ 95381 h 142187"/>
                <a:gd name="connsiteX3" fmla="*/ 21959 w 120868"/>
                <a:gd name="connsiteY3" fmla="*/ 55447 h 142187"/>
                <a:gd name="connsiteX4" fmla="*/ 115261 w 120868"/>
                <a:gd name="connsiteY4" fmla="*/ 55447 h 142187"/>
                <a:gd name="connsiteX5" fmla="*/ 102235 w 120868"/>
                <a:gd name="connsiteY5" fmla="*/ 17329 h 142187"/>
                <a:gd name="connsiteX6" fmla="*/ 63461 w 120868"/>
                <a:gd name="connsiteY6" fmla="*/ 85 h 142187"/>
                <a:gd name="connsiteX7" fmla="*/ 22565 w 120868"/>
                <a:gd name="connsiteY7" fmla="*/ 15816 h 142187"/>
                <a:gd name="connsiteX8" fmla="*/ 148 w 120868"/>
                <a:gd name="connsiteY8" fmla="*/ 74506 h 142187"/>
                <a:gd name="connsiteX9" fmla="*/ 56796 w 120868"/>
                <a:gd name="connsiteY9" fmla="*/ 142272 h 142187"/>
                <a:gd name="connsiteX10" fmla="*/ 121017 w 120868"/>
                <a:gd name="connsiteY10" fmla="*/ 91750 h 142187"/>
                <a:gd name="connsiteX11" fmla="*/ 116170 w 120868"/>
                <a:gd name="connsiteY11" fmla="*/ 89633 h 142187"/>
                <a:gd name="connsiteX12" fmla="*/ 22565 w 120868"/>
                <a:gd name="connsiteY12" fmla="*/ 45766 h 142187"/>
                <a:gd name="connsiteX13" fmla="*/ 54676 w 120868"/>
                <a:gd name="connsiteY13" fmla="*/ 10976 h 142187"/>
                <a:gd name="connsiteX14" fmla="*/ 84363 w 120868"/>
                <a:gd name="connsiteY14" fmla="*/ 45766 h 142187"/>
                <a:gd name="connsiteX15" fmla="*/ 22565 w 12086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68" h="142187">
                  <a:moveTo>
                    <a:pt x="116170" y="89633"/>
                  </a:moveTo>
                  <a:cubicBezTo>
                    <a:pt x="101630" y="112625"/>
                    <a:pt x="88604" y="121398"/>
                    <a:pt x="69216" y="121398"/>
                  </a:cubicBezTo>
                  <a:cubicBezTo>
                    <a:pt x="51949" y="121398"/>
                    <a:pt x="38923" y="112625"/>
                    <a:pt x="30138" y="95381"/>
                  </a:cubicBezTo>
                  <a:cubicBezTo>
                    <a:pt x="24686" y="83885"/>
                    <a:pt x="22565" y="73901"/>
                    <a:pt x="21959" y="55447"/>
                  </a:cubicBezTo>
                  <a:lnTo>
                    <a:pt x="115261" y="55447"/>
                  </a:lnTo>
                  <a:cubicBezTo>
                    <a:pt x="112838" y="35783"/>
                    <a:pt x="109809" y="27010"/>
                    <a:pt x="102235" y="17329"/>
                  </a:cubicBezTo>
                  <a:cubicBezTo>
                    <a:pt x="93148" y="6438"/>
                    <a:pt x="79213" y="85"/>
                    <a:pt x="63461" y="85"/>
                  </a:cubicBezTo>
                  <a:cubicBezTo>
                    <a:pt x="48314" y="85"/>
                    <a:pt x="34076" y="5530"/>
                    <a:pt x="22565" y="15816"/>
                  </a:cubicBezTo>
                  <a:cubicBezTo>
                    <a:pt x="8327" y="28220"/>
                    <a:pt x="148" y="49699"/>
                    <a:pt x="148" y="74506"/>
                  </a:cubicBezTo>
                  <a:cubicBezTo>
                    <a:pt x="148" y="116255"/>
                    <a:pt x="21959" y="142272"/>
                    <a:pt x="56796" y="142272"/>
                  </a:cubicBezTo>
                  <a:cubicBezTo>
                    <a:pt x="85574" y="142272"/>
                    <a:pt x="108294" y="124423"/>
                    <a:pt x="121017" y="91750"/>
                  </a:cubicBezTo>
                  <a:lnTo>
                    <a:pt x="116170" y="89633"/>
                  </a:lnTo>
                  <a:close/>
                  <a:moveTo>
                    <a:pt x="22565" y="45766"/>
                  </a:moveTo>
                  <a:cubicBezTo>
                    <a:pt x="25897" y="22169"/>
                    <a:pt x="36197" y="10976"/>
                    <a:pt x="54676" y="10976"/>
                  </a:cubicBezTo>
                  <a:cubicBezTo>
                    <a:pt x="73154" y="10976"/>
                    <a:pt x="80425" y="19446"/>
                    <a:pt x="84363" y="45766"/>
                  </a:cubicBezTo>
                  <a:lnTo>
                    <a:pt x="22565" y="45766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962D99F-5C69-89A1-E0D7-4BCF54F705A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283659" y="4987706"/>
              <a:ext cx="139347" cy="136137"/>
            </a:xfrm>
            <a:custGeom>
              <a:avLst/>
              <a:gdLst>
                <a:gd name="connsiteX0" fmla="*/ 135262 w 139347"/>
                <a:gd name="connsiteY0" fmla="*/ 98103 h 136137"/>
                <a:gd name="connsiteX1" fmla="*/ 128900 w 139347"/>
                <a:gd name="connsiteY1" fmla="*/ 105969 h 136137"/>
                <a:gd name="connsiteX2" fmla="*/ 110421 w 139347"/>
                <a:gd name="connsiteY2" fmla="*/ 122003 h 136137"/>
                <a:gd name="connsiteX3" fmla="*/ 105575 w 139347"/>
                <a:gd name="connsiteY3" fmla="*/ 117163 h 136137"/>
                <a:gd name="connsiteX4" fmla="*/ 109816 w 139347"/>
                <a:gd name="connsiteY4" fmla="*/ 98103 h 136137"/>
                <a:gd name="connsiteX5" fmla="*/ 127083 w 139347"/>
                <a:gd name="connsiteY5" fmla="*/ 35783 h 136137"/>
                <a:gd name="connsiteX6" fmla="*/ 129809 w 139347"/>
                <a:gd name="connsiteY6" fmla="*/ 18539 h 136137"/>
                <a:gd name="connsiteX7" fmla="*/ 109816 w 139347"/>
                <a:gd name="connsiteY7" fmla="*/ 85 h 136137"/>
                <a:gd name="connsiteX8" fmla="*/ 40142 w 139347"/>
                <a:gd name="connsiteY8" fmla="*/ 66641 h 136137"/>
                <a:gd name="connsiteX9" fmla="*/ 60438 w 139347"/>
                <a:gd name="connsiteY9" fmla="*/ 690 h 136137"/>
                <a:gd name="connsiteX10" fmla="*/ 59529 w 139347"/>
                <a:gd name="connsiteY10" fmla="*/ 85 h 136137"/>
                <a:gd name="connsiteX11" fmla="*/ 10455 w 139347"/>
                <a:gd name="connsiteY11" fmla="*/ 9463 h 136137"/>
                <a:gd name="connsiteX12" fmla="*/ 10455 w 139347"/>
                <a:gd name="connsiteY12" fmla="*/ 14303 h 136137"/>
                <a:gd name="connsiteX13" fmla="*/ 29842 w 139347"/>
                <a:gd name="connsiteY13" fmla="*/ 22472 h 136137"/>
                <a:gd name="connsiteX14" fmla="*/ 29236 w 139347"/>
                <a:gd name="connsiteY14" fmla="*/ 27615 h 136137"/>
                <a:gd name="connsiteX15" fmla="*/ 155 w 139347"/>
                <a:gd name="connsiteY15" fmla="*/ 133499 h 136137"/>
                <a:gd name="connsiteX16" fmla="*/ 22875 w 139347"/>
                <a:gd name="connsiteY16" fmla="*/ 133499 h 136137"/>
                <a:gd name="connsiteX17" fmla="*/ 53168 w 139347"/>
                <a:gd name="connsiteY17" fmla="*/ 58472 h 136137"/>
                <a:gd name="connsiteX18" fmla="*/ 98001 w 139347"/>
                <a:gd name="connsiteY18" fmla="*/ 15514 h 136137"/>
                <a:gd name="connsiteX19" fmla="*/ 105272 w 139347"/>
                <a:gd name="connsiteY19" fmla="*/ 24287 h 136137"/>
                <a:gd name="connsiteX20" fmla="*/ 101031 w 139347"/>
                <a:gd name="connsiteY20" fmla="*/ 47279 h 136137"/>
                <a:gd name="connsiteX21" fmla="*/ 87702 w 139347"/>
                <a:gd name="connsiteY21" fmla="*/ 97196 h 136137"/>
                <a:gd name="connsiteX22" fmla="*/ 82855 w 139347"/>
                <a:gd name="connsiteY22" fmla="*/ 119885 h 136137"/>
                <a:gd name="connsiteX23" fmla="*/ 97093 w 139347"/>
                <a:gd name="connsiteY23" fmla="*/ 136222 h 136137"/>
                <a:gd name="connsiteX24" fmla="*/ 139503 w 139347"/>
                <a:gd name="connsiteY24" fmla="*/ 102036 h 136137"/>
                <a:gd name="connsiteX25" fmla="*/ 135262 w 139347"/>
                <a:gd name="connsiteY25" fmla="*/ 98103 h 13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9347" h="136137">
                  <a:moveTo>
                    <a:pt x="135262" y="98103"/>
                  </a:moveTo>
                  <a:lnTo>
                    <a:pt x="128900" y="105969"/>
                  </a:lnTo>
                  <a:cubicBezTo>
                    <a:pt x="120115" y="117163"/>
                    <a:pt x="114662" y="122003"/>
                    <a:pt x="110421" y="122003"/>
                  </a:cubicBezTo>
                  <a:cubicBezTo>
                    <a:pt x="107998" y="122003"/>
                    <a:pt x="105575" y="119583"/>
                    <a:pt x="105575" y="117163"/>
                  </a:cubicBezTo>
                  <a:cubicBezTo>
                    <a:pt x="105575" y="115045"/>
                    <a:pt x="105575" y="115045"/>
                    <a:pt x="109816" y="98103"/>
                  </a:cubicBezTo>
                  <a:lnTo>
                    <a:pt x="127083" y="35783"/>
                  </a:lnTo>
                  <a:cubicBezTo>
                    <a:pt x="128597" y="29430"/>
                    <a:pt x="129809" y="22774"/>
                    <a:pt x="129809" y="18539"/>
                  </a:cubicBezTo>
                  <a:cubicBezTo>
                    <a:pt x="129809" y="7648"/>
                    <a:pt x="121630" y="85"/>
                    <a:pt x="109816" y="85"/>
                  </a:cubicBezTo>
                  <a:cubicBezTo>
                    <a:pt x="90428" y="85"/>
                    <a:pt x="71344" y="18236"/>
                    <a:pt x="40142" y="66641"/>
                  </a:cubicBezTo>
                  <a:lnTo>
                    <a:pt x="60438" y="690"/>
                  </a:lnTo>
                  <a:lnTo>
                    <a:pt x="59529" y="85"/>
                  </a:lnTo>
                  <a:cubicBezTo>
                    <a:pt x="43171" y="3412"/>
                    <a:pt x="36810" y="4623"/>
                    <a:pt x="10455" y="9463"/>
                  </a:cubicBezTo>
                  <a:lnTo>
                    <a:pt x="10455" y="14303"/>
                  </a:lnTo>
                  <a:cubicBezTo>
                    <a:pt x="25904" y="14606"/>
                    <a:pt x="29842" y="16421"/>
                    <a:pt x="29842" y="22472"/>
                  </a:cubicBezTo>
                  <a:cubicBezTo>
                    <a:pt x="29842" y="24287"/>
                    <a:pt x="29539" y="26102"/>
                    <a:pt x="29236" y="27615"/>
                  </a:cubicBezTo>
                  <a:lnTo>
                    <a:pt x="155" y="133499"/>
                  </a:lnTo>
                  <a:lnTo>
                    <a:pt x="22875" y="133499"/>
                  </a:lnTo>
                  <a:cubicBezTo>
                    <a:pt x="37113" y="85700"/>
                    <a:pt x="39839" y="79044"/>
                    <a:pt x="53168" y="58472"/>
                  </a:cubicBezTo>
                  <a:cubicBezTo>
                    <a:pt x="71344" y="30640"/>
                    <a:pt x="86793" y="15514"/>
                    <a:pt x="98001" y="15514"/>
                  </a:cubicBezTo>
                  <a:cubicBezTo>
                    <a:pt x="102545" y="15514"/>
                    <a:pt x="105272" y="18841"/>
                    <a:pt x="105272" y="24287"/>
                  </a:cubicBezTo>
                  <a:cubicBezTo>
                    <a:pt x="105272" y="27917"/>
                    <a:pt x="103454" y="37901"/>
                    <a:pt x="101031" y="47279"/>
                  </a:cubicBezTo>
                  <a:lnTo>
                    <a:pt x="87702" y="97196"/>
                  </a:lnTo>
                  <a:cubicBezTo>
                    <a:pt x="83764" y="112625"/>
                    <a:pt x="82855" y="116860"/>
                    <a:pt x="82855" y="119885"/>
                  </a:cubicBezTo>
                  <a:cubicBezTo>
                    <a:pt x="82855" y="131381"/>
                    <a:pt x="87096" y="136222"/>
                    <a:pt x="97093" y="136222"/>
                  </a:cubicBezTo>
                  <a:cubicBezTo>
                    <a:pt x="110724" y="136222"/>
                    <a:pt x="118601" y="129869"/>
                    <a:pt x="139503" y="102036"/>
                  </a:cubicBezTo>
                  <a:lnTo>
                    <a:pt x="135262" y="98103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864650B3-E419-6931-3ADB-BAC5BCC420E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515983" y="5010093"/>
              <a:ext cx="201447" cy="70791"/>
            </a:xfrm>
            <a:custGeom>
              <a:avLst/>
              <a:gdLst>
                <a:gd name="connsiteX0" fmla="*/ 191311 w 201447"/>
                <a:gd name="connsiteY0" fmla="*/ 12186 h 70791"/>
                <a:gd name="connsiteX1" fmla="*/ 201610 w 201447"/>
                <a:gd name="connsiteY1" fmla="*/ 6135 h 70791"/>
                <a:gd name="connsiteX2" fmla="*/ 191614 w 201447"/>
                <a:gd name="connsiteY2" fmla="*/ 85 h 70791"/>
                <a:gd name="connsiteX3" fmla="*/ 10159 w 201447"/>
                <a:gd name="connsiteY3" fmla="*/ 85 h 70791"/>
                <a:gd name="connsiteX4" fmla="*/ 162 w 201447"/>
                <a:gd name="connsiteY4" fmla="*/ 6135 h 70791"/>
                <a:gd name="connsiteX5" fmla="*/ 10462 w 201447"/>
                <a:gd name="connsiteY5" fmla="*/ 12186 h 70791"/>
                <a:gd name="connsiteX6" fmla="*/ 191311 w 201447"/>
                <a:gd name="connsiteY6" fmla="*/ 12186 h 70791"/>
                <a:gd name="connsiteX7" fmla="*/ 191614 w 201447"/>
                <a:gd name="connsiteY7" fmla="*/ 70876 h 70791"/>
                <a:gd name="connsiteX8" fmla="*/ 201610 w 201447"/>
                <a:gd name="connsiteY8" fmla="*/ 64825 h 70791"/>
                <a:gd name="connsiteX9" fmla="*/ 191311 w 201447"/>
                <a:gd name="connsiteY9" fmla="*/ 58775 h 70791"/>
                <a:gd name="connsiteX10" fmla="*/ 10462 w 201447"/>
                <a:gd name="connsiteY10" fmla="*/ 58775 h 70791"/>
                <a:gd name="connsiteX11" fmla="*/ 162 w 201447"/>
                <a:gd name="connsiteY11" fmla="*/ 64825 h 70791"/>
                <a:gd name="connsiteX12" fmla="*/ 10159 w 201447"/>
                <a:gd name="connsiteY12" fmla="*/ 70876 h 70791"/>
                <a:gd name="connsiteX13" fmla="*/ 191614 w 201447"/>
                <a:gd name="connsiteY13" fmla="*/ 70876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447" h="70791">
                  <a:moveTo>
                    <a:pt x="191311" y="12186"/>
                  </a:moveTo>
                  <a:cubicBezTo>
                    <a:pt x="195855" y="12186"/>
                    <a:pt x="201610" y="12186"/>
                    <a:pt x="201610" y="6135"/>
                  </a:cubicBezTo>
                  <a:cubicBezTo>
                    <a:pt x="201610" y="85"/>
                    <a:pt x="195855" y="85"/>
                    <a:pt x="191614" y="85"/>
                  </a:cubicBezTo>
                  <a:lnTo>
                    <a:pt x="10159" y="85"/>
                  </a:lnTo>
                  <a:cubicBezTo>
                    <a:pt x="5918" y="85"/>
                    <a:pt x="162" y="85"/>
                    <a:pt x="162" y="6135"/>
                  </a:cubicBezTo>
                  <a:cubicBezTo>
                    <a:pt x="162" y="12186"/>
                    <a:pt x="5918" y="12186"/>
                    <a:pt x="10462" y="12186"/>
                  </a:cubicBezTo>
                  <a:lnTo>
                    <a:pt x="191311" y="12186"/>
                  </a:lnTo>
                  <a:close/>
                  <a:moveTo>
                    <a:pt x="191614" y="70876"/>
                  </a:moveTo>
                  <a:cubicBezTo>
                    <a:pt x="195855" y="70876"/>
                    <a:pt x="201610" y="70876"/>
                    <a:pt x="201610" y="64825"/>
                  </a:cubicBezTo>
                  <a:cubicBezTo>
                    <a:pt x="201610" y="58775"/>
                    <a:pt x="195855" y="58775"/>
                    <a:pt x="191311" y="58775"/>
                  </a:cubicBezTo>
                  <a:lnTo>
                    <a:pt x="10462" y="58775"/>
                  </a:lnTo>
                  <a:cubicBezTo>
                    <a:pt x="5918" y="58775"/>
                    <a:pt x="162" y="58775"/>
                    <a:pt x="162" y="64825"/>
                  </a:cubicBezTo>
                  <a:cubicBezTo>
                    <a:pt x="162" y="70876"/>
                    <a:pt x="5918" y="70876"/>
                    <a:pt x="10159" y="70876"/>
                  </a:cubicBezTo>
                  <a:lnTo>
                    <a:pt x="191614" y="70876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6080A06-6D69-90DC-35A4-EC77EF61A3F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7806478" y="4916612"/>
              <a:ext cx="139347" cy="204508"/>
            </a:xfrm>
            <a:custGeom>
              <a:avLst/>
              <a:gdLst>
                <a:gd name="connsiteX0" fmla="*/ 139520 w 139347"/>
                <a:gd name="connsiteY0" fmla="*/ 134709 h 204508"/>
                <a:gd name="connsiteX1" fmla="*/ 108621 w 139347"/>
                <a:gd name="connsiteY1" fmla="*/ 134709 h 204508"/>
                <a:gd name="connsiteX2" fmla="*/ 108621 w 139347"/>
                <a:gd name="connsiteY2" fmla="*/ 85 h 204508"/>
                <a:gd name="connsiteX3" fmla="*/ 95292 w 139347"/>
                <a:gd name="connsiteY3" fmla="*/ 85 h 204508"/>
                <a:gd name="connsiteX4" fmla="*/ 172 w 139347"/>
                <a:gd name="connsiteY4" fmla="*/ 134709 h 204508"/>
                <a:gd name="connsiteX5" fmla="*/ 172 w 139347"/>
                <a:gd name="connsiteY5" fmla="*/ 154071 h 204508"/>
                <a:gd name="connsiteX6" fmla="*/ 85296 w 139347"/>
                <a:gd name="connsiteY6" fmla="*/ 154071 h 204508"/>
                <a:gd name="connsiteX7" fmla="*/ 85296 w 139347"/>
                <a:gd name="connsiteY7" fmla="*/ 204593 h 204508"/>
                <a:gd name="connsiteX8" fmla="*/ 108621 w 139347"/>
                <a:gd name="connsiteY8" fmla="*/ 204593 h 204508"/>
                <a:gd name="connsiteX9" fmla="*/ 108621 w 139347"/>
                <a:gd name="connsiteY9" fmla="*/ 154071 h 204508"/>
                <a:gd name="connsiteX10" fmla="*/ 139520 w 139347"/>
                <a:gd name="connsiteY10" fmla="*/ 154071 h 204508"/>
                <a:gd name="connsiteX11" fmla="*/ 139520 w 139347"/>
                <a:gd name="connsiteY11" fmla="*/ 134709 h 204508"/>
                <a:gd name="connsiteX12" fmla="*/ 84993 w 139347"/>
                <a:gd name="connsiteY12" fmla="*/ 134709 h 204508"/>
                <a:gd name="connsiteX13" fmla="*/ 12290 w 139347"/>
                <a:gd name="connsiteY13" fmla="*/ 134709 h 204508"/>
                <a:gd name="connsiteX14" fmla="*/ 84993 w 139347"/>
                <a:gd name="connsiteY14" fmla="*/ 30942 h 204508"/>
                <a:gd name="connsiteX15" fmla="*/ 84993 w 139347"/>
                <a:gd name="connsiteY15" fmla="*/ 134709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347" h="204508">
                  <a:moveTo>
                    <a:pt x="139520" y="134709"/>
                  </a:moveTo>
                  <a:lnTo>
                    <a:pt x="108621" y="134709"/>
                  </a:lnTo>
                  <a:lnTo>
                    <a:pt x="108621" y="85"/>
                  </a:lnTo>
                  <a:lnTo>
                    <a:pt x="95292" y="85"/>
                  </a:lnTo>
                  <a:lnTo>
                    <a:pt x="172" y="134709"/>
                  </a:lnTo>
                  <a:lnTo>
                    <a:pt x="172" y="154071"/>
                  </a:lnTo>
                  <a:lnTo>
                    <a:pt x="85296" y="154071"/>
                  </a:lnTo>
                  <a:lnTo>
                    <a:pt x="85296" y="204593"/>
                  </a:lnTo>
                  <a:lnTo>
                    <a:pt x="108621" y="204593"/>
                  </a:lnTo>
                  <a:lnTo>
                    <a:pt x="108621" y="154071"/>
                  </a:lnTo>
                  <a:lnTo>
                    <a:pt x="139520" y="154071"/>
                  </a:lnTo>
                  <a:lnTo>
                    <a:pt x="139520" y="134709"/>
                  </a:lnTo>
                  <a:close/>
                  <a:moveTo>
                    <a:pt x="84993" y="134709"/>
                  </a:moveTo>
                  <a:lnTo>
                    <a:pt x="12290" y="134709"/>
                  </a:lnTo>
                  <a:lnTo>
                    <a:pt x="84993" y="30942"/>
                  </a:lnTo>
                  <a:lnTo>
                    <a:pt x="84993" y="134709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7C2C5F11-48B5-4D99-BDC9-365ED29312A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046341" y="4982260"/>
              <a:ext cx="89969" cy="141885"/>
            </a:xfrm>
            <a:custGeom>
              <a:avLst/>
              <a:gdLst>
                <a:gd name="connsiteX0" fmla="*/ 80153 w 89969"/>
                <a:gd name="connsiteY0" fmla="*/ 43951 h 141885"/>
                <a:gd name="connsiteX1" fmla="*/ 78942 w 89969"/>
                <a:gd name="connsiteY1" fmla="*/ 2807 h 141885"/>
                <a:gd name="connsiteX2" fmla="*/ 75609 w 89969"/>
                <a:gd name="connsiteY2" fmla="*/ 2807 h 141885"/>
                <a:gd name="connsiteX3" fmla="*/ 75003 w 89969"/>
                <a:gd name="connsiteY3" fmla="*/ 3412 h 141885"/>
                <a:gd name="connsiteX4" fmla="*/ 70762 w 89969"/>
                <a:gd name="connsiteY4" fmla="*/ 5833 h 141885"/>
                <a:gd name="connsiteX5" fmla="*/ 62583 w 89969"/>
                <a:gd name="connsiteY5" fmla="*/ 3715 h 141885"/>
                <a:gd name="connsiteX6" fmla="*/ 41378 w 89969"/>
                <a:gd name="connsiteY6" fmla="*/ 85 h 141885"/>
                <a:gd name="connsiteX7" fmla="*/ 180 w 89969"/>
                <a:gd name="connsiteY7" fmla="*/ 37295 h 141885"/>
                <a:gd name="connsiteX8" fmla="*/ 35623 w 89969"/>
                <a:gd name="connsiteY8" fmla="*/ 80859 h 141885"/>
                <a:gd name="connsiteX9" fmla="*/ 53193 w 89969"/>
                <a:gd name="connsiteY9" fmla="*/ 90843 h 141885"/>
                <a:gd name="connsiteX10" fmla="*/ 68945 w 89969"/>
                <a:gd name="connsiteY10" fmla="*/ 113532 h 141885"/>
                <a:gd name="connsiteX11" fmla="*/ 43802 w 89969"/>
                <a:gd name="connsiteY11" fmla="*/ 135314 h 141885"/>
                <a:gd name="connsiteX12" fmla="*/ 18356 w 89969"/>
                <a:gd name="connsiteY12" fmla="*/ 124726 h 141885"/>
                <a:gd name="connsiteX13" fmla="*/ 5330 w 89969"/>
                <a:gd name="connsiteY13" fmla="*/ 92960 h 141885"/>
                <a:gd name="connsiteX14" fmla="*/ 483 w 89969"/>
                <a:gd name="connsiteY14" fmla="*/ 92960 h 141885"/>
                <a:gd name="connsiteX15" fmla="*/ 483 w 89969"/>
                <a:gd name="connsiteY15" fmla="*/ 140155 h 141885"/>
                <a:gd name="connsiteX16" fmla="*/ 4421 w 89969"/>
                <a:gd name="connsiteY16" fmla="*/ 140155 h 141885"/>
                <a:gd name="connsiteX17" fmla="*/ 11388 w 89969"/>
                <a:gd name="connsiteY17" fmla="*/ 136524 h 141885"/>
                <a:gd name="connsiteX18" fmla="*/ 25323 w 89969"/>
                <a:gd name="connsiteY18" fmla="*/ 138944 h 141885"/>
                <a:gd name="connsiteX19" fmla="*/ 47437 w 89969"/>
                <a:gd name="connsiteY19" fmla="*/ 141970 h 141885"/>
                <a:gd name="connsiteX20" fmla="*/ 90150 w 89969"/>
                <a:gd name="connsiteY20" fmla="*/ 103246 h 141885"/>
                <a:gd name="connsiteX21" fmla="*/ 64704 w 89969"/>
                <a:gd name="connsiteY21" fmla="*/ 67246 h 141885"/>
                <a:gd name="connsiteX22" fmla="*/ 31987 w 89969"/>
                <a:gd name="connsiteY22" fmla="*/ 47884 h 141885"/>
                <a:gd name="connsiteX23" fmla="*/ 18962 w 89969"/>
                <a:gd name="connsiteY23" fmla="*/ 27312 h 141885"/>
                <a:gd name="connsiteX24" fmla="*/ 42287 w 89969"/>
                <a:gd name="connsiteY24" fmla="*/ 6740 h 141885"/>
                <a:gd name="connsiteX25" fmla="*/ 75609 w 89969"/>
                <a:gd name="connsiteY25" fmla="*/ 43951 h 141885"/>
                <a:gd name="connsiteX26" fmla="*/ 80153 w 89969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69" h="141885">
                  <a:moveTo>
                    <a:pt x="80153" y="43951"/>
                  </a:moveTo>
                  <a:lnTo>
                    <a:pt x="78942" y="2807"/>
                  </a:lnTo>
                  <a:lnTo>
                    <a:pt x="75609" y="2807"/>
                  </a:lnTo>
                  <a:lnTo>
                    <a:pt x="75003" y="3412"/>
                  </a:lnTo>
                  <a:cubicBezTo>
                    <a:pt x="72277" y="5530"/>
                    <a:pt x="71974" y="5833"/>
                    <a:pt x="70762" y="5833"/>
                  </a:cubicBezTo>
                  <a:cubicBezTo>
                    <a:pt x="68945" y="5833"/>
                    <a:pt x="65916" y="5228"/>
                    <a:pt x="62583" y="3715"/>
                  </a:cubicBezTo>
                  <a:cubicBezTo>
                    <a:pt x="55919" y="1295"/>
                    <a:pt x="49254" y="85"/>
                    <a:pt x="41378" y="85"/>
                  </a:cubicBezTo>
                  <a:cubicBezTo>
                    <a:pt x="17447" y="85"/>
                    <a:pt x="180" y="15514"/>
                    <a:pt x="180" y="37295"/>
                  </a:cubicBezTo>
                  <a:cubicBezTo>
                    <a:pt x="180" y="54237"/>
                    <a:pt x="9874" y="66338"/>
                    <a:pt x="35623" y="80859"/>
                  </a:cubicBezTo>
                  <a:lnTo>
                    <a:pt x="53193" y="90843"/>
                  </a:lnTo>
                  <a:cubicBezTo>
                    <a:pt x="63795" y="96893"/>
                    <a:pt x="68945" y="104154"/>
                    <a:pt x="68945" y="113532"/>
                  </a:cubicBezTo>
                  <a:cubicBezTo>
                    <a:pt x="68945" y="126843"/>
                    <a:pt x="59251" y="135314"/>
                    <a:pt x="43802" y="135314"/>
                  </a:cubicBezTo>
                  <a:cubicBezTo>
                    <a:pt x="33502" y="135314"/>
                    <a:pt x="24111" y="131381"/>
                    <a:pt x="18356" y="124726"/>
                  </a:cubicBezTo>
                  <a:cubicBezTo>
                    <a:pt x="11994" y="117163"/>
                    <a:pt x="9268" y="110204"/>
                    <a:pt x="5330" y="92960"/>
                  </a:cubicBezTo>
                  <a:lnTo>
                    <a:pt x="483" y="92960"/>
                  </a:lnTo>
                  <a:lnTo>
                    <a:pt x="483" y="140155"/>
                  </a:lnTo>
                  <a:lnTo>
                    <a:pt x="4421" y="140155"/>
                  </a:lnTo>
                  <a:cubicBezTo>
                    <a:pt x="6541" y="137129"/>
                    <a:pt x="7753" y="136524"/>
                    <a:pt x="11388" y="136524"/>
                  </a:cubicBezTo>
                  <a:cubicBezTo>
                    <a:pt x="14115" y="136524"/>
                    <a:pt x="18356" y="137129"/>
                    <a:pt x="25323" y="138944"/>
                  </a:cubicBezTo>
                  <a:cubicBezTo>
                    <a:pt x="33805" y="140760"/>
                    <a:pt x="41984" y="141970"/>
                    <a:pt x="47437" y="141970"/>
                  </a:cubicBezTo>
                  <a:cubicBezTo>
                    <a:pt x="70762" y="141970"/>
                    <a:pt x="90150" y="124423"/>
                    <a:pt x="90150" y="103246"/>
                  </a:cubicBezTo>
                  <a:cubicBezTo>
                    <a:pt x="90150" y="88120"/>
                    <a:pt x="82880" y="78137"/>
                    <a:pt x="64704" y="67246"/>
                  </a:cubicBezTo>
                  <a:lnTo>
                    <a:pt x="31987" y="47884"/>
                  </a:lnTo>
                  <a:cubicBezTo>
                    <a:pt x="23505" y="43044"/>
                    <a:pt x="18962" y="35480"/>
                    <a:pt x="18962" y="27312"/>
                  </a:cubicBezTo>
                  <a:cubicBezTo>
                    <a:pt x="18962" y="15211"/>
                    <a:pt x="28352" y="6740"/>
                    <a:pt x="42287" y="6740"/>
                  </a:cubicBezTo>
                  <a:cubicBezTo>
                    <a:pt x="59554" y="6740"/>
                    <a:pt x="68642" y="17026"/>
                    <a:pt x="75609" y="43951"/>
                  </a:cubicBezTo>
                  <a:lnTo>
                    <a:pt x="80153" y="4395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60C4467F-5679-333C-2473-8E429983BA9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151897" y="4984983"/>
              <a:ext cx="142376" cy="139162"/>
            </a:xfrm>
            <a:custGeom>
              <a:avLst/>
              <a:gdLst>
                <a:gd name="connsiteX0" fmla="*/ 142560 w 142376"/>
                <a:gd name="connsiteY0" fmla="*/ 121095 h 139162"/>
                <a:gd name="connsiteX1" fmla="*/ 141046 w 142376"/>
                <a:gd name="connsiteY1" fmla="*/ 121095 h 139162"/>
                <a:gd name="connsiteX2" fmla="*/ 123779 w 142376"/>
                <a:gd name="connsiteY2" fmla="*/ 103851 h 139162"/>
                <a:gd name="connsiteX3" fmla="*/ 123779 w 142376"/>
                <a:gd name="connsiteY3" fmla="*/ 85 h 139162"/>
                <a:gd name="connsiteX4" fmla="*/ 75916 w 142376"/>
                <a:gd name="connsiteY4" fmla="*/ 85 h 139162"/>
                <a:gd name="connsiteX5" fmla="*/ 75916 w 142376"/>
                <a:gd name="connsiteY5" fmla="*/ 5228 h 139162"/>
                <a:gd name="connsiteX6" fmla="*/ 98333 w 142376"/>
                <a:gd name="connsiteY6" fmla="*/ 24287 h 139162"/>
                <a:gd name="connsiteX7" fmla="*/ 98333 w 142376"/>
                <a:gd name="connsiteY7" fmla="*/ 95381 h 139162"/>
                <a:gd name="connsiteX8" fmla="*/ 92577 w 142376"/>
                <a:gd name="connsiteY8" fmla="*/ 111415 h 139162"/>
                <a:gd name="connsiteX9" fmla="*/ 65919 w 142376"/>
                <a:gd name="connsiteY9" fmla="*/ 121700 h 139162"/>
                <a:gd name="connsiteX10" fmla="*/ 44411 w 142376"/>
                <a:gd name="connsiteY10" fmla="*/ 98708 h 139162"/>
                <a:gd name="connsiteX11" fmla="*/ 44411 w 142376"/>
                <a:gd name="connsiteY11" fmla="*/ 85 h 139162"/>
                <a:gd name="connsiteX12" fmla="*/ 184 w 142376"/>
                <a:gd name="connsiteY12" fmla="*/ 85 h 139162"/>
                <a:gd name="connsiteX13" fmla="*/ 184 w 142376"/>
                <a:gd name="connsiteY13" fmla="*/ 4320 h 139162"/>
                <a:gd name="connsiteX14" fmla="*/ 18965 w 142376"/>
                <a:gd name="connsiteY14" fmla="*/ 23682 h 139162"/>
                <a:gd name="connsiteX15" fmla="*/ 18965 w 142376"/>
                <a:gd name="connsiteY15" fmla="*/ 99919 h 139162"/>
                <a:gd name="connsiteX16" fmla="*/ 55620 w 142376"/>
                <a:gd name="connsiteY16" fmla="*/ 139247 h 139162"/>
                <a:gd name="connsiteX17" fmla="*/ 86822 w 142376"/>
                <a:gd name="connsiteY17" fmla="*/ 126238 h 139162"/>
                <a:gd name="connsiteX18" fmla="*/ 99847 w 142376"/>
                <a:gd name="connsiteY18" fmla="*/ 113230 h 139162"/>
                <a:gd name="connsiteX19" fmla="*/ 99847 w 142376"/>
                <a:gd name="connsiteY19" fmla="*/ 138339 h 139162"/>
                <a:gd name="connsiteX20" fmla="*/ 101059 w 142376"/>
                <a:gd name="connsiteY20" fmla="*/ 138944 h 139162"/>
                <a:gd name="connsiteX21" fmla="*/ 142560 w 142376"/>
                <a:gd name="connsiteY21" fmla="*/ 125331 h 139162"/>
                <a:gd name="connsiteX22" fmla="*/ 142560 w 142376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376" h="139162">
                  <a:moveTo>
                    <a:pt x="142560" y="121095"/>
                  </a:moveTo>
                  <a:lnTo>
                    <a:pt x="141046" y="121095"/>
                  </a:lnTo>
                  <a:cubicBezTo>
                    <a:pt x="127111" y="121095"/>
                    <a:pt x="123779" y="117768"/>
                    <a:pt x="123779" y="103851"/>
                  </a:cubicBezTo>
                  <a:lnTo>
                    <a:pt x="123779" y="85"/>
                  </a:lnTo>
                  <a:lnTo>
                    <a:pt x="75916" y="85"/>
                  </a:lnTo>
                  <a:lnTo>
                    <a:pt x="75916" y="5228"/>
                  </a:lnTo>
                  <a:cubicBezTo>
                    <a:pt x="94698" y="6135"/>
                    <a:pt x="98333" y="9160"/>
                    <a:pt x="98333" y="24287"/>
                  </a:cubicBezTo>
                  <a:lnTo>
                    <a:pt x="98333" y="95381"/>
                  </a:lnTo>
                  <a:cubicBezTo>
                    <a:pt x="98333" y="103851"/>
                    <a:pt x="96818" y="108087"/>
                    <a:pt x="92577" y="111415"/>
                  </a:cubicBezTo>
                  <a:cubicBezTo>
                    <a:pt x="84398" y="118070"/>
                    <a:pt x="75007" y="121700"/>
                    <a:pt x="65919" y="121700"/>
                  </a:cubicBezTo>
                  <a:cubicBezTo>
                    <a:pt x="54105" y="121700"/>
                    <a:pt x="44411" y="111415"/>
                    <a:pt x="44411" y="98708"/>
                  </a:cubicBezTo>
                  <a:lnTo>
                    <a:pt x="44411" y="85"/>
                  </a:lnTo>
                  <a:lnTo>
                    <a:pt x="184" y="85"/>
                  </a:lnTo>
                  <a:lnTo>
                    <a:pt x="184" y="4320"/>
                  </a:lnTo>
                  <a:cubicBezTo>
                    <a:pt x="14724" y="5228"/>
                    <a:pt x="18965" y="9766"/>
                    <a:pt x="18965" y="23682"/>
                  </a:cubicBezTo>
                  <a:lnTo>
                    <a:pt x="18965" y="99919"/>
                  </a:lnTo>
                  <a:cubicBezTo>
                    <a:pt x="18965" y="123818"/>
                    <a:pt x="33506" y="139247"/>
                    <a:pt x="55620" y="139247"/>
                  </a:cubicBezTo>
                  <a:cubicBezTo>
                    <a:pt x="66828" y="139247"/>
                    <a:pt x="78642" y="134407"/>
                    <a:pt x="86822" y="126238"/>
                  </a:cubicBezTo>
                  <a:lnTo>
                    <a:pt x="99847" y="113230"/>
                  </a:lnTo>
                  <a:lnTo>
                    <a:pt x="99847" y="138339"/>
                  </a:lnTo>
                  <a:lnTo>
                    <a:pt x="101059" y="138944"/>
                  </a:lnTo>
                  <a:cubicBezTo>
                    <a:pt x="116206" y="132894"/>
                    <a:pt x="127111" y="129566"/>
                    <a:pt x="142560" y="125331"/>
                  </a:cubicBezTo>
                  <a:lnTo>
                    <a:pt x="142560" y="12109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0A68D59B-1144-BFB8-A8B3-B62DB50CA97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302112" y="4914494"/>
              <a:ext cx="140862" cy="209651"/>
            </a:xfrm>
            <a:custGeom>
              <a:avLst/>
              <a:gdLst>
                <a:gd name="connsiteX0" fmla="*/ 45628 w 140862"/>
                <a:gd name="connsiteY0" fmla="*/ 690 h 209651"/>
                <a:gd name="connsiteX1" fmla="*/ 44113 w 140862"/>
                <a:gd name="connsiteY1" fmla="*/ 85 h 209651"/>
                <a:gd name="connsiteX2" fmla="*/ 8974 w 140862"/>
                <a:gd name="connsiteY2" fmla="*/ 10976 h 209651"/>
                <a:gd name="connsiteX3" fmla="*/ 189 w 140862"/>
                <a:gd name="connsiteY3" fmla="*/ 13396 h 209651"/>
                <a:gd name="connsiteX4" fmla="*/ 189 w 140862"/>
                <a:gd name="connsiteY4" fmla="*/ 18236 h 209651"/>
                <a:gd name="connsiteX5" fmla="*/ 5339 w 140862"/>
                <a:gd name="connsiteY5" fmla="*/ 17934 h 209651"/>
                <a:gd name="connsiteX6" fmla="*/ 20182 w 140862"/>
                <a:gd name="connsiteY6" fmla="*/ 33363 h 209651"/>
                <a:gd name="connsiteX7" fmla="*/ 20182 w 140862"/>
                <a:gd name="connsiteY7" fmla="*/ 190374 h 209651"/>
                <a:gd name="connsiteX8" fmla="*/ 70165 w 140862"/>
                <a:gd name="connsiteY8" fmla="*/ 209736 h 209651"/>
                <a:gd name="connsiteX9" fmla="*/ 141051 w 140862"/>
                <a:gd name="connsiteY9" fmla="*/ 133196 h 209651"/>
                <a:gd name="connsiteX10" fmla="*/ 87735 w 140862"/>
                <a:gd name="connsiteY10" fmla="*/ 67548 h 209651"/>
                <a:gd name="connsiteX11" fmla="*/ 45628 w 140862"/>
                <a:gd name="connsiteY11" fmla="*/ 93263 h 209651"/>
                <a:gd name="connsiteX12" fmla="*/ 45628 w 140862"/>
                <a:gd name="connsiteY12" fmla="*/ 690 h 209651"/>
                <a:gd name="connsiteX13" fmla="*/ 45628 w 140862"/>
                <a:gd name="connsiteY13" fmla="*/ 109297 h 209651"/>
                <a:gd name="connsiteX14" fmla="*/ 75618 w 140862"/>
                <a:gd name="connsiteY14" fmla="*/ 86607 h 209651"/>
                <a:gd name="connsiteX15" fmla="*/ 114393 w 140862"/>
                <a:gd name="connsiteY15" fmla="*/ 147113 h 209651"/>
                <a:gd name="connsiteX16" fmla="*/ 75012 w 140862"/>
                <a:gd name="connsiteY16" fmla="*/ 200055 h 209651"/>
                <a:gd name="connsiteX17" fmla="*/ 45628 w 140862"/>
                <a:gd name="connsiteY17" fmla="*/ 185534 h 209651"/>
                <a:gd name="connsiteX18" fmla="*/ 45628 w 140862"/>
                <a:gd name="connsiteY18" fmla="*/ 109297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862" h="209651">
                  <a:moveTo>
                    <a:pt x="45628" y="690"/>
                  </a:moveTo>
                  <a:lnTo>
                    <a:pt x="44113" y="85"/>
                  </a:lnTo>
                  <a:cubicBezTo>
                    <a:pt x="31390" y="4623"/>
                    <a:pt x="23211" y="7043"/>
                    <a:pt x="8974" y="10976"/>
                  </a:cubicBezTo>
                  <a:lnTo>
                    <a:pt x="189" y="13396"/>
                  </a:lnTo>
                  <a:lnTo>
                    <a:pt x="189" y="18236"/>
                  </a:lnTo>
                  <a:cubicBezTo>
                    <a:pt x="2006" y="17934"/>
                    <a:pt x="3218" y="17934"/>
                    <a:pt x="5339" y="17934"/>
                  </a:cubicBezTo>
                  <a:cubicBezTo>
                    <a:pt x="17456" y="17934"/>
                    <a:pt x="20182" y="20657"/>
                    <a:pt x="20182" y="33363"/>
                  </a:cubicBezTo>
                  <a:lnTo>
                    <a:pt x="20182" y="190374"/>
                  </a:lnTo>
                  <a:cubicBezTo>
                    <a:pt x="20182" y="199752"/>
                    <a:pt x="45931" y="209736"/>
                    <a:pt x="70165" y="209736"/>
                  </a:cubicBezTo>
                  <a:cubicBezTo>
                    <a:pt x="110152" y="209736"/>
                    <a:pt x="141051" y="176458"/>
                    <a:pt x="141051" y="133196"/>
                  </a:cubicBezTo>
                  <a:cubicBezTo>
                    <a:pt x="141051" y="95986"/>
                    <a:pt x="118028" y="67548"/>
                    <a:pt x="87735" y="67548"/>
                  </a:cubicBezTo>
                  <a:cubicBezTo>
                    <a:pt x="69257" y="67548"/>
                    <a:pt x="51687" y="78439"/>
                    <a:pt x="45628" y="93263"/>
                  </a:cubicBezTo>
                  <a:lnTo>
                    <a:pt x="45628" y="690"/>
                  </a:lnTo>
                  <a:close/>
                  <a:moveTo>
                    <a:pt x="45628" y="109297"/>
                  </a:moveTo>
                  <a:cubicBezTo>
                    <a:pt x="45628" y="97498"/>
                    <a:pt x="59866" y="86607"/>
                    <a:pt x="75618" y="86607"/>
                  </a:cubicBezTo>
                  <a:cubicBezTo>
                    <a:pt x="99247" y="86607"/>
                    <a:pt x="114393" y="110204"/>
                    <a:pt x="114393" y="147113"/>
                  </a:cubicBezTo>
                  <a:cubicBezTo>
                    <a:pt x="114393" y="180693"/>
                    <a:pt x="99852" y="200055"/>
                    <a:pt x="75012" y="200055"/>
                  </a:cubicBezTo>
                  <a:cubicBezTo>
                    <a:pt x="59260" y="200055"/>
                    <a:pt x="45628" y="193097"/>
                    <a:pt x="45628" y="185534"/>
                  </a:cubicBezTo>
                  <a:lnTo>
                    <a:pt x="45628" y="109297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D8005A7-DEF8-2A07-7E7D-BB90B800716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461415" y="4914494"/>
              <a:ext cx="140559" cy="209651"/>
            </a:xfrm>
            <a:custGeom>
              <a:avLst/>
              <a:gdLst>
                <a:gd name="connsiteX0" fmla="*/ 96222 w 140559"/>
                <a:gd name="connsiteY0" fmla="*/ 209736 h 209651"/>
                <a:gd name="connsiteX1" fmla="*/ 140753 w 140559"/>
                <a:gd name="connsiteY1" fmla="*/ 194004 h 209651"/>
                <a:gd name="connsiteX2" fmla="*/ 140753 w 140559"/>
                <a:gd name="connsiteY2" fmla="*/ 189164 h 209651"/>
                <a:gd name="connsiteX3" fmla="*/ 133785 w 140559"/>
                <a:gd name="connsiteY3" fmla="*/ 189466 h 209651"/>
                <a:gd name="connsiteX4" fmla="*/ 120457 w 140559"/>
                <a:gd name="connsiteY4" fmla="*/ 172222 h 209651"/>
                <a:gd name="connsiteX5" fmla="*/ 120457 w 140559"/>
                <a:gd name="connsiteY5" fmla="*/ 690 h 209651"/>
                <a:gd name="connsiteX6" fmla="*/ 118942 w 140559"/>
                <a:gd name="connsiteY6" fmla="*/ 85 h 209651"/>
                <a:gd name="connsiteX7" fmla="*/ 74411 w 140559"/>
                <a:gd name="connsiteY7" fmla="*/ 13396 h 209651"/>
                <a:gd name="connsiteX8" fmla="*/ 74411 w 140559"/>
                <a:gd name="connsiteY8" fmla="*/ 18236 h 209651"/>
                <a:gd name="connsiteX9" fmla="*/ 81076 w 140559"/>
                <a:gd name="connsiteY9" fmla="*/ 17934 h 209651"/>
                <a:gd name="connsiteX10" fmla="*/ 95011 w 140559"/>
                <a:gd name="connsiteY10" fmla="*/ 33363 h 209651"/>
                <a:gd name="connsiteX11" fmla="*/ 95011 w 140559"/>
                <a:gd name="connsiteY11" fmla="*/ 80557 h 209651"/>
                <a:gd name="connsiteX12" fmla="*/ 63203 w 140559"/>
                <a:gd name="connsiteY12" fmla="*/ 67548 h 209651"/>
                <a:gd name="connsiteX13" fmla="*/ 194 w 140559"/>
                <a:gd name="connsiteY13" fmla="*/ 144693 h 209651"/>
                <a:gd name="connsiteX14" fmla="*/ 56236 w 140559"/>
                <a:gd name="connsiteY14" fmla="*/ 209736 h 209651"/>
                <a:gd name="connsiteX15" fmla="*/ 95011 w 140559"/>
                <a:gd name="connsiteY15" fmla="*/ 189466 h 209651"/>
                <a:gd name="connsiteX16" fmla="*/ 95011 w 140559"/>
                <a:gd name="connsiteY16" fmla="*/ 208828 h 209651"/>
                <a:gd name="connsiteX17" fmla="*/ 96222 w 140559"/>
                <a:gd name="connsiteY17" fmla="*/ 209736 h 209651"/>
                <a:gd name="connsiteX18" fmla="*/ 95011 w 140559"/>
                <a:gd name="connsiteY18" fmla="*/ 175853 h 209651"/>
                <a:gd name="connsiteX19" fmla="*/ 89861 w 140559"/>
                <a:gd name="connsiteY19" fmla="*/ 184929 h 209651"/>
                <a:gd name="connsiteX20" fmla="*/ 68050 w 140559"/>
                <a:gd name="connsiteY20" fmla="*/ 194004 h 209651"/>
                <a:gd name="connsiteX21" fmla="*/ 26246 w 140559"/>
                <a:gd name="connsiteY21" fmla="*/ 132591 h 209651"/>
                <a:gd name="connsiteX22" fmla="*/ 64112 w 140559"/>
                <a:gd name="connsiteY22" fmla="*/ 76019 h 209651"/>
                <a:gd name="connsiteX23" fmla="*/ 95011 w 140559"/>
                <a:gd name="connsiteY23" fmla="*/ 106272 h 209651"/>
                <a:gd name="connsiteX24" fmla="*/ 95011 w 140559"/>
                <a:gd name="connsiteY24" fmla="*/ 175853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559" h="209651">
                  <a:moveTo>
                    <a:pt x="96222" y="209736"/>
                  </a:moveTo>
                  <a:lnTo>
                    <a:pt x="140753" y="194004"/>
                  </a:lnTo>
                  <a:lnTo>
                    <a:pt x="140753" y="189164"/>
                  </a:lnTo>
                  <a:cubicBezTo>
                    <a:pt x="135300" y="189466"/>
                    <a:pt x="134694" y="189466"/>
                    <a:pt x="133785" y="189466"/>
                  </a:cubicBezTo>
                  <a:cubicBezTo>
                    <a:pt x="122880" y="189466"/>
                    <a:pt x="120457" y="186139"/>
                    <a:pt x="120457" y="172222"/>
                  </a:cubicBezTo>
                  <a:lnTo>
                    <a:pt x="120457" y="690"/>
                  </a:lnTo>
                  <a:lnTo>
                    <a:pt x="118942" y="85"/>
                  </a:lnTo>
                  <a:cubicBezTo>
                    <a:pt x="104401" y="5228"/>
                    <a:pt x="93799" y="8253"/>
                    <a:pt x="74411" y="13396"/>
                  </a:cubicBezTo>
                  <a:lnTo>
                    <a:pt x="74411" y="18236"/>
                  </a:lnTo>
                  <a:cubicBezTo>
                    <a:pt x="76835" y="17934"/>
                    <a:pt x="78652" y="17934"/>
                    <a:pt x="81076" y="17934"/>
                  </a:cubicBezTo>
                  <a:cubicBezTo>
                    <a:pt x="92284" y="17934"/>
                    <a:pt x="95011" y="20959"/>
                    <a:pt x="95011" y="33363"/>
                  </a:cubicBezTo>
                  <a:lnTo>
                    <a:pt x="95011" y="80557"/>
                  </a:lnTo>
                  <a:cubicBezTo>
                    <a:pt x="83499" y="70876"/>
                    <a:pt x="75320" y="67548"/>
                    <a:pt x="63203" y="67548"/>
                  </a:cubicBezTo>
                  <a:cubicBezTo>
                    <a:pt x="28366" y="67548"/>
                    <a:pt x="194" y="101734"/>
                    <a:pt x="194" y="144693"/>
                  </a:cubicBezTo>
                  <a:cubicBezTo>
                    <a:pt x="194" y="183416"/>
                    <a:pt x="22913" y="209736"/>
                    <a:pt x="56236" y="209736"/>
                  </a:cubicBezTo>
                  <a:cubicBezTo>
                    <a:pt x="73200" y="209736"/>
                    <a:pt x="84711" y="203685"/>
                    <a:pt x="95011" y="189466"/>
                  </a:cubicBezTo>
                  <a:lnTo>
                    <a:pt x="95011" y="208828"/>
                  </a:lnTo>
                  <a:lnTo>
                    <a:pt x="96222" y="209736"/>
                  </a:lnTo>
                  <a:close/>
                  <a:moveTo>
                    <a:pt x="95011" y="175853"/>
                  </a:moveTo>
                  <a:cubicBezTo>
                    <a:pt x="95011" y="177970"/>
                    <a:pt x="92890" y="181601"/>
                    <a:pt x="89861" y="184929"/>
                  </a:cubicBezTo>
                  <a:cubicBezTo>
                    <a:pt x="84408" y="190979"/>
                    <a:pt x="76835" y="194004"/>
                    <a:pt x="68050" y="194004"/>
                  </a:cubicBezTo>
                  <a:cubicBezTo>
                    <a:pt x="42907" y="194004"/>
                    <a:pt x="26246" y="169802"/>
                    <a:pt x="26246" y="132591"/>
                  </a:cubicBezTo>
                  <a:cubicBezTo>
                    <a:pt x="26246" y="98406"/>
                    <a:pt x="41089" y="76019"/>
                    <a:pt x="64112" y="76019"/>
                  </a:cubicBezTo>
                  <a:cubicBezTo>
                    <a:pt x="80167" y="76019"/>
                    <a:pt x="95011" y="90238"/>
                    <a:pt x="95011" y="106272"/>
                  </a:cubicBezTo>
                  <a:lnTo>
                    <a:pt x="95011" y="175853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AE3E33A-9ADD-DF3E-4F5B-F2726A76349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610115" y="4914494"/>
              <a:ext cx="71794" cy="206625"/>
            </a:xfrm>
            <a:custGeom>
              <a:avLst/>
              <a:gdLst>
                <a:gd name="connsiteX0" fmla="*/ 48364 w 71794"/>
                <a:gd name="connsiteY0" fmla="*/ 67548 h 206625"/>
                <a:gd name="connsiteX1" fmla="*/ 1410 w 71794"/>
                <a:gd name="connsiteY1" fmla="*/ 84187 h 206625"/>
                <a:gd name="connsiteX2" fmla="*/ 1410 w 71794"/>
                <a:gd name="connsiteY2" fmla="*/ 88725 h 206625"/>
                <a:gd name="connsiteX3" fmla="*/ 3834 w 71794"/>
                <a:gd name="connsiteY3" fmla="*/ 88423 h 206625"/>
                <a:gd name="connsiteX4" fmla="*/ 14133 w 71794"/>
                <a:gd name="connsiteY4" fmla="*/ 87515 h 206625"/>
                <a:gd name="connsiteX5" fmla="*/ 24130 w 71794"/>
                <a:gd name="connsiteY5" fmla="*/ 105667 h 206625"/>
                <a:gd name="connsiteX6" fmla="*/ 24130 w 71794"/>
                <a:gd name="connsiteY6" fmla="*/ 175853 h 206625"/>
                <a:gd name="connsiteX7" fmla="*/ 199 w 71794"/>
                <a:gd name="connsiteY7" fmla="*/ 202173 h 206625"/>
                <a:gd name="connsiteX8" fmla="*/ 199 w 71794"/>
                <a:gd name="connsiteY8" fmla="*/ 206710 h 206625"/>
                <a:gd name="connsiteX9" fmla="*/ 71993 w 71794"/>
                <a:gd name="connsiteY9" fmla="*/ 206710 h 206625"/>
                <a:gd name="connsiteX10" fmla="*/ 71993 w 71794"/>
                <a:gd name="connsiteY10" fmla="*/ 202173 h 206625"/>
                <a:gd name="connsiteX11" fmla="*/ 49576 w 71794"/>
                <a:gd name="connsiteY11" fmla="*/ 175853 h 206625"/>
                <a:gd name="connsiteX12" fmla="*/ 49576 w 71794"/>
                <a:gd name="connsiteY12" fmla="*/ 68456 h 206625"/>
                <a:gd name="connsiteX13" fmla="*/ 48364 w 71794"/>
                <a:gd name="connsiteY13" fmla="*/ 67548 h 206625"/>
                <a:gd name="connsiteX14" fmla="*/ 34127 w 71794"/>
                <a:gd name="connsiteY14" fmla="*/ 85 h 206625"/>
                <a:gd name="connsiteX15" fmla="*/ 18980 w 71794"/>
                <a:gd name="connsiteY15" fmla="*/ 15514 h 206625"/>
                <a:gd name="connsiteX16" fmla="*/ 34127 w 71794"/>
                <a:gd name="connsiteY16" fmla="*/ 30942 h 206625"/>
                <a:gd name="connsiteX17" fmla="*/ 49879 w 71794"/>
                <a:gd name="connsiteY17" fmla="*/ 15514 h 206625"/>
                <a:gd name="connsiteX18" fmla="*/ 34127 w 7179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94" h="206625">
                  <a:moveTo>
                    <a:pt x="48364" y="67548"/>
                  </a:moveTo>
                  <a:lnTo>
                    <a:pt x="1410" y="84187"/>
                  </a:lnTo>
                  <a:lnTo>
                    <a:pt x="1410" y="88725"/>
                  </a:lnTo>
                  <a:lnTo>
                    <a:pt x="3834" y="88423"/>
                  </a:lnTo>
                  <a:cubicBezTo>
                    <a:pt x="7469" y="87817"/>
                    <a:pt x="11407" y="87515"/>
                    <a:pt x="14133" y="87515"/>
                  </a:cubicBezTo>
                  <a:cubicBezTo>
                    <a:pt x="21404" y="87515"/>
                    <a:pt x="24130" y="92355"/>
                    <a:pt x="24130" y="105667"/>
                  </a:cubicBezTo>
                  <a:lnTo>
                    <a:pt x="24130" y="175853"/>
                  </a:lnTo>
                  <a:cubicBezTo>
                    <a:pt x="24130" y="197635"/>
                    <a:pt x="21101" y="200962"/>
                    <a:pt x="199" y="202173"/>
                  </a:cubicBezTo>
                  <a:lnTo>
                    <a:pt x="199" y="206710"/>
                  </a:lnTo>
                  <a:lnTo>
                    <a:pt x="71993" y="206710"/>
                  </a:lnTo>
                  <a:lnTo>
                    <a:pt x="71993" y="202173"/>
                  </a:lnTo>
                  <a:cubicBezTo>
                    <a:pt x="52000" y="200660"/>
                    <a:pt x="49576" y="197635"/>
                    <a:pt x="49576" y="175853"/>
                  </a:cubicBezTo>
                  <a:lnTo>
                    <a:pt x="49576" y="68456"/>
                  </a:lnTo>
                  <a:lnTo>
                    <a:pt x="48364" y="67548"/>
                  </a:lnTo>
                  <a:close/>
                  <a:moveTo>
                    <a:pt x="34127" y="85"/>
                  </a:moveTo>
                  <a:cubicBezTo>
                    <a:pt x="25948" y="85"/>
                    <a:pt x="18980" y="7043"/>
                    <a:pt x="18980" y="15514"/>
                  </a:cubicBezTo>
                  <a:cubicBezTo>
                    <a:pt x="18980" y="23984"/>
                    <a:pt x="25645" y="30942"/>
                    <a:pt x="34127" y="30942"/>
                  </a:cubicBezTo>
                  <a:cubicBezTo>
                    <a:pt x="42912" y="30942"/>
                    <a:pt x="49879" y="24287"/>
                    <a:pt x="49879" y="15514"/>
                  </a:cubicBezTo>
                  <a:cubicBezTo>
                    <a:pt x="49879" y="7043"/>
                    <a:pt x="42912" y="85"/>
                    <a:pt x="34127" y="8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7F448F84-79FF-44EA-17B4-F6201B4688C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687949" y="4984983"/>
              <a:ext cx="138741" cy="140372"/>
            </a:xfrm>
            <a:custGeom>
              <a:avLst/>
              <a:gdLst>
                <a:gd name="connsiteX0" fmla="*/ 138943 w 138741"/>
                <a:gd name="connsiteY0" fmla="*/ 85 h 140372"/>
                <a:gd name="connsiteX1" fmla="*/ 96836 w 138741"/>
                <a:gd name="connsiteY1" fmla="*/ 85 h 140372"/>
                <a:gd name="connsiteX2" fmla="*/ 96836 w 138741"/>
                <a:gd name="connsiteY2" fmla="*/ 4623 h 140372"/>
                <a:gd name="connsiteX3" fmla="*/ 111073 w 138741"/>
                <a:gd name="connsiteY3" fmla="*/ 14303 h 140372"/>
                <a:gd name="connsiteX4" fmla="*/ 109256 w 138741"/>
                <a:gd name="connsiteY4" fmla="*/ 23379 h 140372"/>
                <a:gd name="connsiteX5" fmla="*/ 79266 w 138741"/>
                <a:gd name="connsiteY5" fmla="*/ 101734 h 140372"/>
                <a:gd name="connsiteX6" fmla="*/ 48367 w 138741"/>
                <a:gd name="connsiteY6" fmla="*/ 24287 h 140372"/>
                <a:gd name="connsiteX7" fmla="*/ 45641 w 138741"/>
                <a:gd name="connsiteY7" fmla="*/ 13093 h 140372"/>
                <a:gd name="connsiteX8" fmla="*/ 59575 w 138741"/>
                <a:gd name="connsiteY8" fmla="*/ 4623 h 140372"/>
                <a:gd name="connsiteX9" fmla="*/ 59575 w 138741"/>
                <a:gd name="connsiteY9" fmla="*/ 85 h 140372"/>
                <a:gd name="connsiteX10" fmla="*/ 201 w 138741"/>
                <a:gd name="connsiteY10" fmla="*/ 85 h 140372"/>
                <a:gd name="connsiteX11" fmla="*/ 201 w 138741"/>
                <a:gd name="connsiteY11" fmla="*/ 4623 h 140372"/>
                <a:gd name="connsiteX12" fmla="*/ 27768 w 138741"/>
                <a:gd name="connsiteY12" fmla="*/ 39413 h 140372"/>
                <a:gd name="connsiteX13" fmla="*/ 64119 w 138741"/>
                <a:gd name="connsiteY13" fmla="*/ 126238 h 140372"/>
                <a:gd name="connsiteX14" fmla="*/ 66543 w 138741"/>
                <a:gd name="connsiteY14" fmla="*/ 132591 h 140372"/>
                <a:gd name="connsiteX15" fmla="*/ 71995 w 138741"/>
                <a:gd name="connsiteY15" fmla="*/ 140457 h 140372"/>
                <a:gd name="connsiteX16" fmla="*/ 80477 w 138741"/>
                <a:gd name="connsiteY16" fmla="*/ 125331 h 140372"/>
                <a:gd name="connsiteX17" fmla="*/ 119252 w 138741"/>
                <a:gd name="connsiteY17" fmla="*/ 28220 h 140372"/>
                <a:gd name="connsiteX18" fmla="*/ 138943 w 138741"/>
                <a:gd name="connsiteY18" fmla="*/ 4623 h 140372"/>
                <a:gd name="connsiteX19" fmla="*/ 138943 w 138741"/>
                <a:gd name="connsiteY19" fmla="*/ 85 h 140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741" h="140372">
                  <a:moveTo>
                    <a:pt x="138943" y="85"/>
                  </a:moveTo>
                  <a:lnTo>
                    <a:pt x="96836" y="85"/>
                  </a:lnTo>
                  <a:lnTo>
                    <a:pt x="96836" y="4623"/>
                  </a:lnTo>
                  <a:cubicBezTo>
                    <a:pt x="106529" y="5530"/>
                    <a:pt x="111073" y="8555"/>
                    <a:pt x="111073" y="14303"/>
                  </a:cubicBezTo>
                  <a:cubicBezTo>
                    <a:pt x="111073" y="17329"/>
                    <a:pt x="110467" y="20354"/>
                    <a:pt x="109256" y="23379"/>
                  </a:cubicBezTo>
                  <a:lnTo>
                    <a:pt x="79266" y="101734"/>
                  </a:lnTo>
                  <a:lnTo>
                    <a:pt x="48367" y="24287"/>
                  </a:lnTo>
                  <a:cubicBezTo>
                    <a:pt x="46549" y="20051"/>
                    <a:pt x="45641" y="15816"/>
                    <a:pt x="45641" y="13093"/>
                  </a:cubicBezTo>
                  <a:cubicBezTo>
                    <a:pt x="45641" y="7648"/>
                    <a:pt x="48973" y="5530"/>
                    <a:pt x="59575" y="4623"/>
                  </a:cubicBezTo>
                  <a:lnTo>
                    <a:pt x="59575" y="85"/>
                  </a:lnTo>
                  <a:lnTo>
                    <a:pt x="201" y="85"/>
                  </a:lnTo>
                  <a:lnTo>
                    <a:pt x="201" y="4623"/>
                  </a:lnTo>
                  <a:cubicBezTo>
                    <a:pt x="11713" y="5228"/>
                    <a:pt x="13833" y="8253"/>
                    <a:pt x="27768" y="39413"/>
                  </a:cubicBezTo>
                  <a:lnTo>
                    <a:pt x="64119" y="126238"/>
                  </a:lnTo>
                  <a:cubicBezTo>
                    <a:pt x="64725" y="128054"/>
                    <a:pt x="65634" y="130171"/>
                    <a:pt x="66543" y="132591"/>
                  </a:cubicBezTo>
                  <a:cubicBezTo>
                    <a:pt x="68360" y="138037"/>
                    <a:pt x="70178" y="140457"/>
                    <a:pt x="71995" y="140457"/>
                  </a:cubicBezTo>
                  <a:cubicBezTo>
                    <a:pt x="73813" y="140457"/>
                    <a:pt x="75934" y="136524"/>
                    <a:pt x="80477" y="125331"/>
                  </a:cubicBezTo>
                  <a:lnTo>
                    <a:pt x="119252" y="28220"/>
                  </a:lnTo>
                  <a:cubicBezTo>
                    <a:pt x="128037" y="7648"/>
                    <a:pt x="129855" y="5530"/>
                    <a:pt x="138943" y="4623"/>
                  </a:cubicBezTo>
                  <a:lnTo>
                    <a:pt x="138943" y="8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69F28A3-1C64-3738-A0F7-962198321D7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8839073" y="4914494"/>
              <a:ext cx="71794" cy="206625"/>
            </a:xfrm>
            <a:custGeom>
              <a:avLst/>
              <a:gdLst>
                <a:gd name="connsiteX0" fmla="*/ 48372 w 71794"/>
                <a:gd name="connsiteY0" fmla="*/ 67548 h 206625"/>
                <a:gd name="connsiteX1" fmla="*/ 1418 w 71794"/>
                <a:gd name="connsiteY1" fmla="*/ 84187 h 206625"/>
                <a:gd name="connsiteX2" fmla="*/ 1418 w 71794"/>
                <a:gd name="connsiteY2" fmla="*/ 88725 h 206625"/>
                <a:gd name="connsiteX3" fmla="*/ 3841 w 71794"/>
                <a:gd name="connsiteY3" fmla="*/ 88423 h 206625"/>
                <a:gd name="connsiteX4" fmla="*/ 14141 w 71794"/>
                <a:gd name="connsiteY4" fmla="*/ 87515 h 206625"/>
                <a:gd name="connsiteX5" fmla="*/ 24138 w 71794"/>
                <a:gd name="connsiteY5" fmla="*/ 105667 h 206625"/>
                <a:gd name="connsiteX6" fmla="*/ 24138 w 71794"/>
                <a:gd name="connsiteY6" fmla="*/ 175853 h 206625"/>
                <a:gd name="connsiteX7" fmla="*/ 206 w 71794"/>
                <a:gd name="connsiteY7" fmla="*/ 202173 h 206625"/>
                <a:gd name="connsiteX8" fmla="*/ 206 w 71794"/>
                <a:gd name="connsiteY8" fmla="*/ 206710 h 206625"/>
                <a:gd name="connsiteX9" fmla="*/ 72000 w 71794"/>
                <a:gd name="connsiteY9" fmla="*/ 206710 h 206625"/>
                <a:gd name="connsiteX10" fmla="*/ 72000 w 71794"/>
                <a:gd name="connsiteY10" fmla="*/ 202173 h 206625"/>
                <a:gd name="connsiteX11" fmla="*/ 49584 w 71794"/>
                <a:gd name="connsiteY11" fmla="*/ 175853 h 206625"/>
                <a:gd name="connsiteX12" fmla="*/ 49584 w 71794"/>
                <a:gd name="connsiteY12" fmla="*/ 68456 h 206625"/>
                <a:gd name="connsiteX13" fmla="*/ 48372 w 71794"/>
                <a:gd name="connsiteY13" fmla="*/ 67548 h 206625"/>
                <a:gd name="connsiteX14" fmla="*/ 34134 w 71794"/>
                <a:gd name="connsiteY14" fmla="*/ 85 h 206625"/>
                <a:gd name="connsiteX15" fmla="*/ 18988 w 71794"/>
                <a:gd name="connsiteY15" fmla="*/ 15514 h 206625"/>
                <a:gd name="connsiteX16" fmla="*/ 34134 w 71794"/>
                <a:gd name="connsiteY16" fmla="*/ 30942 h 206625"/>
                <a:gd name="connsiteX17" fmla="*/ 49887 w 71794"/>
                <a:gd name="connsiteY17" fmla="*/ 15514 h 206625"/>
                <a:gd name="connsiteX18" fmla="*/ 34134 w 7179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94" h="206625">
                  <a:moveTo>
                    <a:pt x="48372" y="67548"/>
                  </a:moveTo>
                  <a:lnTo>
                    <a:pt x="1418" y="84187"/>
                  </a:lnTo>
                  <a:lnTo>
                    <a:pt x="1418" y="88725"/>
                  </a:lnTo>
                  <a:lnTo>
                    <a:pt x="3841" y="88423"/>
                  </a:lnTo>
                  <a:cubicBezTo>
                    <a:pt x="7477" y="87817"/>
                    <a:pt x="11415" y="87515"/>
                    <a:pt x="14141" y="87515"/>
                  </a:cubicBezTo>
                  <a:cubicBezTo>
                    <a:pt x="21411" y="87515"/>
                    <a:pt x="24138" y="92355"/>
                    <a:pt x="24138" y="105667"/>
                  </a:cubicBezTo>
                  <a:lnTo>
                    <a:pt x="24138" y="175853"/>
                  </a:lnTo>
                  <a:cubicBezTo>
                    <a:pt x="24138" y="197635"/>
                    <a:pt x="21108" y="200962"/>
                    <a:pt x="206" y="202173"/>
                  </a:cubicBezTo>
                  <a:lnTo>
                    <a:pt x="206" y="206710"/>
                  </a:lnTo>
                  <a:lnTo>
                    <a:pt x="72000" y="206710"/>
                  </a:lnTo>
                  <a:lnTo>
                    <a:pt x="72000" y="202173"/>
                  </a:lnTo>
                  <a:cubicBezTo>
                    <a:pt x="52007" y="200660"/>
                    <a:pt x="49584" y="197635"/>
                    <a:pt x="49584" y="175853"/>
                  </a:cubicBezTo>
                  <a:lnTo>
                    <a:pt x="49584" y="68456"/>
                  </a:lnTo>
                  <a:lnTo>
                    <a:pt x="48372" y="67548"/>
                  </a:lnTo>
                  <a:close/>
                  <a:moveTo>
                    <a:pt x="34134" y="85"/>
                  </a:moveTo>
                  <a:cubicBezTo>
                    <a:pt x="25955" y="85"/>
                    <a:pt x="18988" y="7043"/>
                    <a:pt x="18988" y="15514"/>
                  </a:cubicBezTo>
                  <a:cubicBezTo>
                    <a:pt x="18988" y="23984"/>
                    <a:pt x="25652" y="30942"/>
                    <a:pt x="34134" y="30942"/>
                  </a:cubicBezTo>
                  <a:cubicBezTo>
                    <a:pt x="42919" y="30942"/>
                    <a:pt x="49887" y="24287"/>
                    <a:pt x="49887" y="15514"/>
                  </a:cubicBezTo>
                  <a:cubicBezTo>
                    <a:pt x="49887" y="7043"/>
                    <a:pt x="42919" y="85"/>
                    <a:pt x="34134" y="8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B0931F1-9A99-3721-7F80-047BF7DA62A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8934203" y="4982260"/>
              <a:ext cx="89969" cy="141885"/>
            </a:xfrm>
            <a:custGeom>
              <a:avLst/>
              <a:gdLst>
                <a:gd name="connsiteX0" fmla="*/ 80182 w 89969"/>
                <a:gd name="connsiteY0" fmla="*/ 43951 h 141885"/>
                <a:gd name="connsiteX1" fmla="*/ 78971 w 89969"/>
                <a:gd name="connsiteY1" fmla="*/ 2807 h 141885"/>
                <a:gd name="connsiteX2" fmla="*/ 75638 w 89969"/>
                <a:gd name="connsiteY2" fmla="*/ 2807 h 141885"/>
                <a:gd name="connsiteX3" fmla="*/ 75033 w 89969"/>
                <a:gd name="connsiteY3" fmla="*/ 3412 h 141885"/>
                <a:gd name="connsiteX4" fmla="*/ 70791 w 89969"/>
                <a:gd name="connsiteY4" fmla="*/ 5833 h 141885"/>
                <a:gd name="connsiteX5" fmla="*/ 62612 w 89969"/>
                <a:gd name="connsiteY5" fmla="*/ 3715 h 141885"/>
                <a:gd name="connsiteX6" fmla="*/ 41407 w 89969"/>
                <a:gd name="connsiteY6" fmla="*/ 85 h 141885"/>
                <a:gd name="connsiteX7" fmla="*/ 209 w 89969"/>
                <a:gd name="connsiteY7" fmla="*/ 37295 h 141885"/>
                <a:gd name="connsiteX8" fmla="*/ 35652 w 89969"/>
                <a:gd name="connsiteY8" fmla="*/ 80859 h 141885"/>
                <a:gd name="connsiteX9" fmla="*/ 53222 w 89969"/>
                <a:gd name="connsiteY9" fmla="*/ 90843 h 141885"/>
                <a:gd name="connsiteX10" fmla="*/ 68974 w 89969"/>
                <a:gd name="connsiteY10" fmla="*/ 113532 h 141885"/>
                <a:gd name="connsiteX11" fmla="*/ 43831 w 89969"/>
                <a:gd name="connsiteY11" fmla="*/ 135314 h 141885"/>
                <a:gd name="connsiteX12" fmla="*/ 18385 w 89969"/>
                <a:gd name="connsiteY12" fmla="*/ 124726 h 141885"/>
                <a:gd name="connsiteX13" fmla="*/ 5359 w 89969"/>
                <a:gd name="connsiteY13" fmla="*/ 92960 h 141885"/>
                <a:gd name="connsiteX14" fmla="*/ 512 w 89969"/>
                <a:gd name="connsiteY14" fmla="*/ 92960 h 141885"/>
                <a:gd name="connsiteX15" fmla="*/ 512 w 89969"/>
                <a:gd name="connsiteY15" fmla="*/ 140155 h 141885"/>
                <a:gd name="connsiteX16" fmla="*/ 4450 w 89969"/>
                <a:gd name="connsiteY16" fmla="*/ 140155 h 141885"/>
                <a:gd name="connsiteX17" fmla="*/ 11417 w 89969"/>
                <a:gd name="connsiteY17" fmla="*/ 136524 h 141885"/>
                <a:gd name="connsiteX18" fmla="*/ 25352 w 89969"/>
                <a:gd name="connsiteY18" fmla="*/ 138944 h 141885"/>
                <a:gd name="connsiteX19" fmla="*/ 47466 w 89969"/>
                <a:gd name="connsiteY19" fmla="*/ 141970 h 141885"/>
                <a:gd name="connsiteX20" fmla="*/ 90179 w 89969"/>
                <a:gd name="connsiteY20" fmla="*/ 103246 h 141885"/>
                <a:gd name="connsiteX21" fmla="*/ 64733 w 89969"/>
                <a:gd name="connsiteY21" fmla="*/ 67246 h 141885"/>
                <a:gd name="connsiteX22" fmla="*/ 32017 w 89969"/>
                <a:gd name="connsiteY22" fmla="*/ 47884 h 141885"/>
                <a:gd name="connsiteX23" fmla="*/ 18991 w 89969"/>
                <a:gd name="connsiteY23" fmla="*/ 27312 h 141885"/>
                <a:gd name="connsiteX24" fmla="*/ 42316 w 89969"/>
                <a:gd name="connsiteY24" fmla="*/ 6740 h 141885"/>
                <a:gd name="connsiteX25" fmla="*/ 75638 w 89969"/>
                <a:gd name="connsiteY25" fmla="*/ 43951 h 141885"/>
                <a:gd name="connsiteX26" fmla="*/ 80182 w 89969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69" h="141885">
                  <a:moveTo>
                    <a:pt x="80182" y="43951"/>
                  </a:moveTo>
                  <a:lnTo>
                    <a:pt x="78971" y="2807"/>
                  </a:lnTo>
                  <a:lnTo>
                    <a:pt x="75638" y="2807"/>
                  </a:lnTo>
                  <a:lnTo>
                    <a:pt x="75033" y="3412"/>
                  </a:lnTo>
                  <a:cubicBezTo>
                    <a:pt x="72306" y="5530"/>
                    <a:pt x="72003" y="5833"/>
                    <a:pt x="70791" y="5833"/>
                  </a:cubicBezTo>
                  <a:cubicBezTo>
                    <a:pt x="68974" y="5833"/>
                    <a:pt x="65945" y="5228"/>
                    <a:pt x="62612" y="3715"/>
                  </a:cubicBezTo>
                  <a:cubicBezTo>
                    <a:pt x="55948" y="1295"/>
                    <a:pt x="49284" y="85"/>
                    <a:pt x="41407" y="85"/>
                  </a:cubicBezTo>
                  <a:cubicBezTo>
                    <a:pt x="17476" y="85"/>
                    <a:pt x="209" y="15514"/>
                    <a:pt x="209" y="37295"/>
                  </a:cubicBezTo>
                  <a:cubicBezTo>
                    <a:pt x="209" y="54237"/>
                    <a:pt x="9903" y="66338"/>
                    <a:pt x="35652" y="80859"/>
                  </a:cubicBezTo>
                  <a:lnTo>
                    <a:pt x="53222" y="90843"/>
                  </a:lnTo>
                  <a:cubicBezTo>
                    <a:pt x="63824" y="96893"/>
                    <a:pt x="68974" y="104154"/>
                    <a:pt x="68974" y="113532"/>
                  </a:cubicBezTo>
                  <a:cubicBezTo>
                    <a:pt x="68974" y="126843"/>
                    <a:pt x="59280" y="135314"/>
                    <a:pt x="43831" y="135314"/>
                  </a:cubicBezTo>
                  <a:cubicBezTo>
                    <a:pt x="33531" y="135314"/>
                    <a:pt x="24140" y="131381"/>
                    <a:pt x="18385" y="124726"/>
                  </a:cubicBezTo>
                  <a:cubicBezTo>
                    <a:pt x="12023" y="117163"/>
                    <a:pt x="9297" y="110204"/>
                    <a:pt x="5359" y="92960"/>
                  </a:cubicBezTo>
                  <a:lnTo>
                    <a:pt x="512" y="92960"/>
                  </a:lnTo>
                  <a:lnTo>
                    <a:pt x="512" y="140155"/>
                  </a:lnTo>
                  <a:lnTo>
                    <a:pt x="4450" y="140155"/>
                  </a:lnTo>
                  <a:cubicBezTo>
                    <a:pt x="6571" y="137129"/>
                    <a:pt x="7782" y="136524"/>
                    <a:pt x="11417" y="136524"/>
                  </a:cubicBezTo>
                  <a:cubicBezTo>
                    <a:pt x="14144" y="136524"/>
                    <a:pt x="18385" y="137129"/>
                    <a:pt x="25352" y="138944"/>
                  </a:cubicBezTo>
                  <a:cubicBezTo>
                    <a:pt x="33834" y="140760"/>
                    <a:pt x="42013" y="141970"/>
                    <a:pt x="47466" y="141970"/>
                  </a:cubicBezTo>
                  <a:cubicBezTo>
                    <a:pt x="70791" y="141970"/>
                    <a:pt x="90179" y="124423"/>
                    <a:pt x="90179" y="103246"/>
                  </a:cubicBezTo>
                  <a:cubicBezTo>
                    <a:pt x="90179" y="88120"/>
                    <a:pt x="82909" y="78137"/>
                    <a:pt x="64733" y="67246"/>
                  </a:cubicBezTo>
                  <a:lnTo>
                    <a:pt x="32017" y="47884"/>
                  </a:lnTo>
                  <a:cubicBezTo>
                    <a:pt x="23535" y="43044"/>
                    <a:pt x="18991" y="35480"/>
                    <a:pt x="18991" y="27312"/>
                  </a:cubicBezTo>
                  <a:cubicBezTo>
                    <a:pt x="18991" y="15211"/>
                    <a:pt x="28381" y="6740"/>
                    <a:pt x="42316" y="6740"/>
                  </a:cubicBezTo>
                  <a:cubicBezTo>
                    <a:pt x="59583" y="6740"/>
                    <a:pt x="68671" y="17026"/>
                    <a:pt x="75638" y="43951"/>
                  </a:cubicBezTo>
                  <a:lnTo>
                    <a:pt x="80182" y="4395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D1E478-3D4B-7B44-E191-1FD76487BD6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041879" y="4914494"/>
              <a:ext cx="71794" cy="206625"/>
            </a:xfrm>
            <a:custGeom>
              <a:avLst/>
              <a:gdLst>
                <a:gd name="connsiteX0" fmla="*/ 48379 w 71794"/>
                <a:gd name="connsiteY0" fmla="*/ 67548 h 206625"/>
                <a:gd name="connsiteX1" fmla="*/ 1425 w 71794"/>
                <a:gd name="connsiteY1" fmla="*/ 84187 h 206625"/>
                <a:gd name="connsiteX2" fmla="*/ 1425 w 71794"/>
                <a:gd name="connsiteY2" fmla="*/ 88725 h 206625"/>
                <a:gd name="connsiteX3" fmla="*/ 3848 w 71794"/>
                <a:gd name="connsiteY3" fmla="*/ 88423 h 206625"/>
                <a:gd name="connsiteX4" fmla="*/ 14148 w 71794"/>
                <a:gd name="connsiteY4" fmla="*/ 87515 h 206625"/>
                <a:gd name="connsiteX5" fmla="*/ 24144 w 71794"/>
                <a:gd name="connsiteY5" fmla="*/ 105667 h 206625"/>
                <a:gd name="connsiteX6" fmla="*/ 24144 w 71794"/>
                <a:gd name="connsiteY6" fmla="*/ 175853 h 206625"/>
                <a:gd name="connsiteX7" fmla="*/ 213 w 71794"/>
                <a:gd name="connsiteY7" fmla="*/ 202173 h 206625"/>
                <a:gd name="connsiteX8" fmla="*/ 213 w 71794"/>
                <a:gd name="connsiteY8" fmla="*/ 206710 h 206625"/>
                <a:gd name="connsiteX9" fmla="*/ 72007 w 71794"/>
                <a:gd name="connsiteY9" fmla="*/ 206710 h 206625"/>
                <a:gd name="connsiteX10" fmla="*/ 72007 w 71794"/>
                <a:gd name="connsiteY10" fmla="*/ 202173 h 206625"/>
                <a:gd name="connsiteX11" fmla="*/ 49590 w 71794"/>
                <a:gd name="connsiteY11" fmla="*/ 175853 h 206625"/>
                <a:gd name="connsiteX12" fmla="*/ 49590 w 71794"/>
                <a:gd name="connsiteY12" fmla="*/ 68456 h 206625"/>
                <a:gd name="connsiteX13" fmla="*/ 48379 w 71794"/>
                <a:gd name="connsiteY13" fmla="*/ 67548 h 206625"/>
                <a:gd name="connsiteX14" fmla="*/ 34141 w 71794"/>
                <a:gd name="connsiteY14" fmla="*/ 85 h 206625"/>
                <a:gd name="connsiteX15" fmla="*/ 18994 w 71794"/>
                <a:gd name="connsiteY15" fmla="*/ 15514 h 206625"/>
                <a:gd name="connsiteX16" fmla="*/ 34141 w 71794"/>
                <a:gd name="connsiteY16" fmla="*/ 30942 h 206625"/>
                <a:gd name="connsiteX17" fmla="*/ 49893 w 71794"/>
                <a:gd name="connsiteY17" fmla="*/ 15514 h 206625"/>
                <a:gd name="connsiteX18" fmla="*/ 34141 w 7179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94" h="206625">
                  <a:moveTo>
                    <a:pt x="48379" y="67548"/>
                  </a:moveTo>
                  <a:lnTo>
                    <a:pt x="1425" y="84187"/>
                  </a:lnTo>
                  <a:lnTo>
                    <a:pt x="1425" y="88725"/>
                  </a:lnTo>
                  <a:lnTo>
                    <a:pt x="3848" y="88423"/>
                  </a:lnTo>
                  <a:cubicBezTo>
                    <a:pt x="7483" y="87817"/>
                    <a:pt x="11421" y="87515"/>
                    <a:pt x="14148" y="87515"/>
                  </a:cubicBezTo>
                  <a:cubicBezTo>
                    <a:pt x="21418" y="87515"/>
                    <a:pt x="24144" y="92355"/>
                    <a:pt x="24144" y="105667"/>
                  </a:cubicBezTo>
                  <a:lnTo>
                    <a:pt x="24144" y="175853"/>
                  </a:lnTo>
                  <a:cubicBezTo>
                    <a:pt x="24144" y="197635"/>
                    <a:pt x="21115" y="200962"/>
                    <a:pt x="213" y="202173"/>
                  </a:cubicBezTo>
                  <a:lnTo>
                    <a:pt x="213" y="206710"/>
                  </a:lnTo>
                  <a:lnTo>
                    <a:pt x="72007" y="206710"/>
                  </a:lnTo>
                  <a:lnTo>
                    <a:pt x="72007" y="202173"/>
                  </a:lnTo>
                  <a:cubicBezTo>
                    <a:pt x="52014" y="200660"/>
                    <a:pt x="49590" y="197635"/>
                    <a:pt x="49590" y="175853"/>
                  </a:cubicBezTo>
                  <a:lnTo>
                    <a:pt x="49590" y="68456"/>
                  </a:lnTo>
                  <a:lnTo>
                    <a:pt x="48379" y="67548"/>
                  </a:lnTo>
                  <a:close/>
                  <a:moveTo>
                    <a:pt x="34141" y="85"/>
                  </a:moveTo>
                  <a:cubicBezTo>
                    <a:pt x="25962" y="85"/>
                    <a:pt x="18994" y="7043"/>
                    <a:pt x="18994" y="15514"/>
                  </a:cubicBezTo>
                  <a:cubicBezTo>
                    <a:pt x="18994" y="23984"/>
                    <a:pt x="25659" y="30942"/>
                    <a:pt x="34141" y="30942"/>
                  </a:cubicBezTo>
                  <a:cubicBezTo>
                    <a:pt x="42926" y="30942"/>
                    <a:pt x="49893" y="24287"/>
                    <a:pt x="49893" y="15514"/>
                  </a:cubicBezTo>
                  <a:cubicBezTo>
                    <a:pt x="49893" y="7043"/>
                    <a:pt x="42926" y="85"/>
                    <a:pt x="34141" y="8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008D7E7-289F-EAD8-04CE-B3D8CB9D9E4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130344" y="4981958"/>
              <a:ext cx="133591" cy="142187"/>
            </a:xfrm>
            <a:custGeom>
              <a:avLst/>
              <a:gdLst>
                <a:gd name="connsiteX0" fmla="*/ 67163 w 133591"/>
                <a:gd name="connsiteY0" fmla="*/ 85 h 142187"/>
                <a:gd name="connsiteX1" fmla="*/ 216 w 133591"/>
                <a:gd name="connsiteY1" fmla="*/ 70876 h 142187"/>
                <a:gd name="connsiteX2" fmla="*/ 66557 w 133591"/>
                <a:gd name="connsiteY2" fmla="*/ 142272 h 142187"/>
                <a:gd name="connsiteX3" fmla="*/ 133807 w 133591"/>
                <a:gd name="connsiteY3" fmla="*/ 68456 h 142187"/>
                <a:gd name="connsiteX4" fmla="*/ 67163 w 133591"/>
                <a:gd name="connsiteY4" fmla="*/ 85 h 142187"/>
                <a:gd name="connsiteX5" fmla="*/ 63225 w 133591"/>
                <a:gd name="connsiteY5" fmla="*/ 8555 h 142187"/>
                <a:gd name="connsiteX6" fmla="*/ 106544 w 133591"/>
                <a:gd name="connsiteY6" fmla="*/ 79044 h 142187"/>
                <a:gd name="connsiteX7" fmla="*/ 70192 w 133591"/>
                <a:gd name="connsiteY7" fmla="*/ 133802 h 142187"/>
                <a:gd name="connsiteX8" fmla="*/ 40808 w 133591"/>
                <a:gd name="connsiteY8" fmla="*/ 114440 h 142187"/>
                <a:gd name="connsiteX9" fmla="*/ 27479 w 133591"/>
                <a:gd name="connsiteY9" fmla="*/ 56052 h 142187"/>
                <a:gd name="connsiteX10" fmla="*/ 63225 w 133591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91" h="142187">
                  <a:moveTo>
                    <a:pt x="67163" y="85"/>
                  </a:moveTo>
                  <a:cubicBezTo>
                    <a:pt x="27782" y="85"/>
                    <a:pt x="216" y="29127"/>
                    <a:pt x="216" y="70876"/>
                  </a:cubicBezTo>
                  <a:cubicBezTo>
                    <a:pt x="216" y="111717"/>
                    <a:pt x="28388" y="142272"/>
                    <a:pt x="66557" y="142272"/>
                  </a:cubicBezTo>
                  <a:cubicBezTo>
                    <a:pt x="104726" y="142272"/>
                    <a:pt x="133807" y="110204"/>
                    <a:pt x="133807" y="68456"/>
                  </a:cubicBezTo>
                  <a:cubicBezTo>
                    <a:pt x="133807" y="28825"/>
                    <a:pt x="105938" y="85"/>
                    <a:pt x="67163" y="85"/>
                  </a:cubicBezTo>
                  <a:close/>
                  <a:moveTo>
                    <a:pt x="63225" y="8555"/>
                  </a:moveTo>
                  <a:cubicBezTo>
                    <a:pt x="88671" y="8555"/>
                    <a:pt x="106544" y="37598"/>
                    <a:pt x="106544" y="79044"/>
                  </a:cubicBezTo>
                  <a:cubicBezTo>
                    <a:pt x="106544" y="113230"/>
                    <a:pt x="92912" y="133802"/>
                    <a:pt x="70192" y="133802"/>
                  </a:cubicBezTo>
                  <a:cubicBezTo>
                    <a:pt x="58378" y="133802"/>
                    <a:pt x="47170" y="126541"/>
                    <a:pt x="40808" y="114440"/>
                  </a:cubicBezTo>
                  <a:cubicBezTo>
                    <a:pt x="32326" y="98708"/>
                    <a:pt x="27479" y="77532"/>
                    <a:pt x="27479" y="56052"/>
                  </a:cubicBezTo>
                  <a:cubicBezTo>
                    <a:pt x="27479" y="27312"/>
                    <a:pt x="41717" y="8555"/>
                    <a:pt x="63225" y="855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8A5FD57-BB6A-D6A7-1C16-E99E3C6863E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278438" y="4981958"/>
              <a:ext cx="142073" cy="139162"/>
            </a:xfrm>
            <a:custGeom>
              <a:avLst/>
              <a:gdLst>
                <a:gd name="connsiteX0" fmla="*/ 221 w 142073"/>
                <a:gd name="connsiteY0" fmla="*/ 18841 h 139162"/>
                <a:gd name="connsiteX1" fmla="*/ 8400 w 142073"/>
                <a:gd name="connsiteY1" fmla="*/ 17631 h 139162"/>
                <a:gd name="connsiteX2" fmla="*/ 19608 w 142073"/>
                <a:gd name="connsiteY2" fmla="*/ 36993 h 139162"/>
                <a:gd name="connsiteX3" fmla="*/ 19608 w 142073"/>
                <a:gd name="connsiteY3" fmla="*/ 112020 h 139162"/>
                <a:gd name="connsiteX4" fmla="*/ 826 w 142073"/>
                <a:gd name="connsiteY4" fmla="*/ 134709 h 139162"/>
                <a:gd name="connsiteX5" fmla="*/ 826 w 142073"/>
                <a:gd name="connsiteY5" fmla="*/ 139247 h 139162"/>
                <a:gd name="connsiteX6" fmla="*/ 65047 w 142073"/>
                <a:gd name="connsiteY6" fmla="*/ 139247 h 139162"/>
                <a:gd name="connsiteX7" fmla="*/ 65047 w 142073"/>
                <a:gd name="connsiteY7" fmla="*/ 134709 h 139162"/>
                <a:gd name="connsiteX8" fmla="*/ 45054 w 142073"/>
                <a:gd name="connsiteY8" fmla="*/ 118978 h 139162"/>
                <a:gd name="connsiteX9" fmla="*/ 45054 w 142073"/>
                <a:gd name="connsiteY9" fmla="*/ 33968 h 139162"/>
                <a:gd name="connsiteX10" fmla="*/ 76256 w 142073"/>
                <a:gd name="connsiteY10" fmla="*/ 16724 h 139162"/>
                <a:gd name="connsiteX11" fmla="*/ 98370 w 142073"/>
                <a:gd name="connsiteY11" fmla="*/ 46069 h 139162"/>
                <a:gd name="connsiteX12" fmla="*/ 98370 w 142073"/>
                <a:gd name="connsiteY12" fmla="*/ 109297 h 139162"/>
                <a:gd name="connsiteX13" fmla="*/ 79285 w 142073"/>
                <a:gd name="connsiteY13" fmla="*/ 134709 h 139162"/>
                <a:gd name="connsiteX14" fmla="*/ 79285 w 142073"/>
                <a:gd name="connsiteY14" fmla="*/ 139247 h 139162"/>
                <a:gd name="connsiteX15" fmla="*/ 142294 w 142073"/>
                <a:gd name="connsiteY15" fmla="*/ 139247 h 139162"/>
                <a:gd name="connsiteX16" fmla="*/ 142294 w 142073"/>
                <a:gd name="connsiteY16" fmla="*/ 134709 h 139162"/>
                <a:gd name="connsiteX17" fmla="*/ 123816 w 142073"/>
                <a:gd name="connsiteY17" fmla="*/ 114742 h 139162"/>
                <a:gd name="connsiteX18" fmla="*/ 123816 w 142073"/>
                <a:gd name="connsiteY18" fmla="*/ 45464 h 139162"/>
                <a:gd name="connsiteX19" fmla="*/ 88070 w 142073"/>
                <a:gd name="connsiteY19" fmla="*/ 85 h 139162"/>
                <a:gd name="connsiteX20" fmla="*/ 44145 w 142073"/>
                <a:gd name="connsiteY20" fmla="*/ 24589 h 139162"/>
                <a:gd name="connsiteX21" fmla="*/ 44145 w 142073"/>
                <a:gd name="connsiteY21" fmla="*/ 690 h 139162"/>
                <a:gd name="connsiteX22" fmla="*/ 42025 w 142073"/>
                <a:gd name="connsiteY22" fmla="*/ 85 h 139162"/>
                <a:gd name="connsiteX23" fmla="*/ 221 w 142073"/>
                <a:gd name="connsiteY23" fmla="*/ 13698 h 139162"/>
                <a:gd name="connsiteX24" fmla="*/ 221 w 142073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073" h="139162">
                  <a:moveTo>
                    <a:pt x="221" y="18841"/>
                  </a:moveTo>
                  <a:cubicBezTo>
                    <a:pt x="2038" y="17934"/>
                    <a:pt x="5067" y="17631"/>
                    <a:pt x="8400" y="17631"/>
                  </a:cubicBezTo>
                  <a:cubicBezTo>
                    <a:pt x="16882" y="17631"/>
                    <a:pt x="19608" y="22169"/>
                    <a:pt x="19608" y="36993"/>
                  </a:cubicBezTo>
                  <a:lnTo>
                    <a:pt x="19608" y="112020"/>
                  </a:lnTo>
                  <a:cubicBezTo>
                    <a:pt x="19608" y="129264"/>
                    <a:pt x="16276" y="133499"/>
                    <a:pt x="826" y="134709"/>
                  </a:cubicBezTo>
                  <a:lnTo>
                    <a:pt x="826" y="139247"/>
                  </a:lnTo>
                  <a:lnTo>
                    <a:pt x="65047" y="139247"/>
                  </a:lnTo>
                  <a:lnTo>
                    <a:pt x="65047" y="134709"/>
                  </a:lnTo>
                  <a:cubicBezTo>
                    <a:pt x="49598" y="133499"/>
                    <a:pt x="45054" y="129869"/>
                    <a:pt x="45054" y="118978"/>
                  </a:cubicBezTo>
                  <a:lnTo>
                    <a:pt x="45054" y="33968"/>
                  </a:lnTo>
                  <a:cubicBezTo>
                    <a:pt x="59595" y="20354"/>
                    <a:pt x="66259" y="16724"/>
                    <a:pt x="76256" y="16724"/>
                  </a:cubicBezTo>
                  <a:cubicBezTo>
                    <a:pt x="91099" y="16724"/>
                    <a:pt x="98370" y="26102"/>
                    <a:pt x="98370" y="46069"/>
                  </a:cubicBezTo>
                  <a:lnTo>
                    <a:pt x="98370" y="109297"/>
                  </a:lnTo>
                  <a:cubicBezTo>
                    <a:pt x="98370" y="128356"/>
                    <a:pt x="94432" y="133499"/>
                    <a:pt x="79285" y="134709"/>
                  </a:cubicBezTo>
                  <a:lnTo>
                    <a:pt x="79285" y="139247"/>
                  </a:lnTo>
                  <a:lnTo>
                    <a:pt x="142294" y="139247"/>
                  </a:lnTo>
                  <a:lnTo>
                    <a:pt x="142294" y="134709"/>
                  </a:lnTo>
                  <a:cubicBezTo>
                    <a:pt x="127451" y="133196"/>
                    <a:pt x="123816" y="129566"/>
                    <a:pt x="123816" y="114742"/>
                  </a:cubicBezTo>
                  <a:lnTo>
                    <a:pt x="123816" y="45464"/>
                  </a:lnTo>
                  <a:cubicBezTo>
                    <a:pt x="123816" y="17026"/>
                    <a:pt x="110487" y="85"/>
                    <a:pt x="88070" y="85"/>
                  </a:cubicBezTo>
                  <a:cubicBezTo>
                    <a:pt x="74135" y="85"/>
                    <a:pt x="64745" y="5228"/>
                    <a:pt x="44145" y="24589"/>
                  </a:cubicBezTo>
                  <a:lnTo>
                    <a:pt x="44145" y="690"/>
                  </a:lnTo>
                  <a:lnTo>
                    <a:pt x="42025" y="85"/>
                  </a:lnTo>
                  <a:cubicBezTo>
                    <a:pt x="27181" y="5530"/>
                    <a:pt x="16882" y="8858"/>
                    <a:pt x="221" y="13698"/>
                  </a:cubicBezTo>
                  <a:lnTo>
                    <a:pt x="221" y="1884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016D691-84CC-9C3B-ECA4-A041C981DD4D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9441073" y="4982260"/>
              <a:ext cx="89969" cy="141885"/>
            </a:xfrm>
            <a:custGeom>
              <a:avLst/>
              <a:gdLst>
                <a:gd name="connsiteX0" fmla="*/ 80199 w 89969"/>
                <a:gd name="connsiteY0" fmla="*/ 43951 h 141885"/>
                <a:gd name="connsiteX1" fmla="*/ 78987 w 89969"/>
                <a:gd name="connsiteY1" fmla="*/ 2807 h 141885"/>
                <a:gd name="connsiteX2" fmla="*/ 75655 w 89969"/>
                <a:gd name="connsiteY2" fmla="*/ 2807 h 141885"/>
                <a:gd name="connsiteX3" fmla="*/ 75049 w 89969"/>
                <a:gd name="connsiteY3" fmla="*/ 3412 h 141885"/>
                <a:gd name="connsiteX4" fmla="*/ 70808 w 89969"/>
                <a:gd name="connsiteY4" fmla="*/ 5833 h 141885"/>
                <a:gd name="connsiteX5" fmla="*/ 62629 w 89969"/>
                <a:gd name="connsiteY5" fmla="*/ 3715 h 141885"/>
                <a:gd name="connsiteX6" fmla="*/ 41424 w 89969"/>
                <a:gd name="connsiteY6" fmla="*/ 85 h 141885"/>
                <a:gd name="connsiteX7" fmla="*/ 226 w 89969"/>
                <a:gd name="connsiteY7" fmla="*/ 37295 h 141885"/>
                <a:gd name="connsiteX8" fmla="*/ 35668 w 89969"/>
                <a:gd name="connsiteY8" fmla="*/ 80859 h 141885"/>
                <a:gd name="connsiteX9" fmla="*/ 53238 w 89969"/>
                <a:gd name="connsiteY9" fmla="*/ 90843 h 141885"/>
                <a:gd name="connsiteX10" fmla="*/ 68991 w 89969"/>
                <a:gd name="connsiteY10" fmla="*/ 113532 h 141885"/>
                <a:gd name="connsiteX11" fmla="*/ 43847 w 89969"/>
                <a:gd name="connsiteY11" fmla="*/ 135314 h 141885"/>
                <a:gd name="connsiteX12" fmla="*/ 18401 w 89969"/>
                <a:gd name="connsiteY12" fmla="*/ 124726 h 141885"/>
                <a:gd name="connsiteX13" fmla="*/ 5375 w 89969"/>
                <a:gd name="connsiteY13" fmla="*/ 92960 h 141885"/>
                <a:gd name="connsiteX14" fmla="*/ 529 w 89969"/>
                <a:gd name="connsiteY14" fmla="*/ 92960 h 141885"/>
                <a:gd name="connsiteX15" fmla="*/ 529 w 89969"/>
                <a:gd name="connsiteY15" fmla="*/ 140155 h 141885"/>
                <a:gd name="connsiteX16" fmla="*/ 4467 w 89969"/>
                <a:gd name="connsiteY16" fmla="*/ 140155 h 141885"/>
                <a:gd name="connsiteX17" fmla="*/ 11434 w 89969"/>
                <a:gd name="connsiteY17" fmla="*/ 136524 h 141885"/>
                <a:gd name="connsiteX18" fmla="*/ 25369 w 89969"/>
                <a:gd name="connsiteY18" fmla="*/ 138944 h 141885"/>
                <a:gd name="connsiteX19" fmla="*/ 47483 w 89969"/>
                <a:gd name="connsiteY19" fmla="*/ 141970 h 141885"/>
                <a:gd name="connsiteX20" fmla="*/ 90196 w 89969"/>
                <a:gd name="connsiteY20" fmla="*/ 103246 h 141885"/>
                <a:gd name="connsiteX21" fmla="*/ 64750 w 89969"/>
                <a:gd name="connsiteY21" fmla="*/ 67246 h 141885"/>
                <a:gd name="connsiteX22" fmla="*/ 32033 w 89969"/>
                <a:gd name="connsiteY22" fmla="*/ 47884 h 141885"/>
                <a:gd name="connsiteX23" fmla="*/ 19007 w 89969"/>
                <a:gd name="connsiteY23" fmla="*/ 27312 h 141885"/>
                <a:gd name="connsiteX24" fmla="*/ 42333 w 89969"/>
                <a:gd name="connsiteY24" fmla="*/ 6740 h 141885"/>
                <a:gd name="connsiteX25" fmla="*/ 75655 w 89969"/>
                <a:gd name="connsiteY25" fmla="*/ 43951 h 141885"/>
                <a:gd name="connsiteX26" fmla="*/ 80199 w 89969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69" h="141885">
                  <a:moveTo>
                    <a:pt x="80199" y="43951"/>
                  </a:moveTo>
                  <a:lnTo>
                    <a:pt x="78987" y="2807"/>
                  </a:lnTo>
                  <a:lnTo>
                    <a:pt x="75655" y="2807"/>
                  </a:lnTo>
                  <a:lnTo>
                    <a:pt x="75049" y="3412"/>
                  </a:lnTo>
                  <a:cubicBezTo>
                    <a:pt x="72323" y="5530"/>
                    <a:pt x="72020" y="5833"/>
                    <a:pt x="70808" y="5833"/>
                  </a:cubicBezTo>
                  <a:cubicBezTo>
                    <a:pt x="68991" y="5833"/>
                    <a:pt x="65961" y="5228"/>
                    <a:pt x="62629" y="3715"/>
                  </a:cubicBezTo>
                  <a:cubicBezTo>
                    <a:pt x="55965" y="1295"/>
                    <a:pt x="49300" y="85"/>
                    <a:pt x="41424" y="85"/>
                  </a:cubicBezTo>
                  <a:cubicBezTo>
                    <a:pt x="17493" y="85"/>
                    <a:pt x="226" y="15514"/>
                    <a:pt x="226" y="37295"/>
                  </a:cubicBezTo>
                  <a:cubicBezTo>
                    <a:pt x="226" y="54237"/>
                    <a:pt x="9919" y="66338"/>
                    <a:pt x="35668" y="80859"/>
                  </a:cubicBezTo>
                  <a:lnTo>
                    <a:pt x="53238" y="90843"/>
                  </a:lnTo>
                  <a:cubicBezTo>
                    <a:pt x="63841" y="96893"/>
                    <a:pt x="68991" y="104154"/>
                    <a:pt x="68991" y="113532"/>
                  </a:cubicBezTo>
                  <a:cubicBezTo>
                    <a:pt x="68991" y="126843"/>
                    <a:pt x="59297" y="135314"/>
                    <a:pt x="43847" y="135314"/>
                  </a:cubicBezTo>
                  <a:cubicBezTo>
                    <a:pt x="33548" y="135314"/>
                    <a:pt x="24157" y="131381"/>
                    <a:pt x="18401" y="124726"/>
                  </a:cubicBezTo>
                  <a:cubicBezTo>
                    <a:pt x="12040" y="117163"/>
                    <a:pt x="9313" y="110204"/>
                    <a:pt x="5375" y="92960"/>
                  </a:cubicBezTo>
                  <a:lnTo>
                    <a:pt x="529" y="92960"/>
                  </a:lnTo>
                  <a:lnTo>
                    <a:pt x="529" y="140155"/>
                  </a:lnTo>
                  <a:lnTo>
                    <a:pt x="4467" y="140155"/>
                  </a:lnTo>
                  <a:cubicBezTo>
                    <a:pt x="6587" y="137129"/>
                    <a:pt x="7799" y="136524"/>
                    <a:pt x="11434" y="136524"/>
                  </a:cubicBezTo>
                  <a:cubicBezTo>
                    <a:pt x="14160" y="136524"/>
                    <a:pt x="18401" y="137129"/>
                    <a:pt x="25369" y="138944"/>
                  </a:cubicBezTo>
                  <a:cubicBezTo>
                    <a:pt x="33851" y="140760"/>
                    <a:pt x="42030" y="141970"/>
                    <a:pt x="47483" y="141970"/>
                  </a:cubicBezTo>
                  <a:cubicBezTo>
                    <a:pt x="70808" y="141970"/>
                    <a:pt x="90196" y="124423"/>
                    <a:pt x="90196" y="103246"/>
                  </a:cubicBezTo>
                  <a:cubicBezTo>
                    <a:pt x="90196" y="88120"/>
                    <a:pt x="82925" y="78137"/>
                    <a:pt x="64750" y="67246"/>
                  </a:cubicBezTo>
                  <a:lnTo>
                    <a:pt x="32033" y="47884"/>
                  </a:lnTo>
                  <a:cubicBezTo>
                    <a:pt x="23551" y="43044"/>
                    <a:pt x="19007" y="35480"/>
                    <a:pt x="19007" y="27312"/>
                  </a:cubicBezTo>
                  <a:cubicBezTo>
                    <a:pt x="19007" y="15211"/>
                    <a:pt x="28398" y="6740"/>
                    <a:pt x="42333" y="6740"/>
                  </a:cubicBezTo>
                  <a:cubicBezTo>
                    <a:pt x="59600" y="6740"/>
                    <a:pt x="68688" y="17026"/>
                    <a:pt x="75655" y="43951"/>
                  </a:cubicBezTo>
                  <a:lnTo>
                    <a:pt x="80199" y="4395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83F39576-B7D5-E202-5EB5-72F2A2F3FA3C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9624765" y="4914494"/>
              <a:ext cx="71794" cy="206625"/>
            </a:xfrm>
            <a:custGeom>
              <a:avLst/>
              <a:gdLst>
                <a:gd name="connsiteX0" fmla="*/ 48398 w 71794"/>
                <a:gd name="connsiteY0" fmla="*/ 67548 h 206625"/>
                <a:gd name="connsiteX1" fmla="*/ 1444 w 71794"/>
                <a:gd name="connsiteY1" fmla="*/ 84187 h 206625"/>
                <a:gd name="connsiteX2" fmla="*/ 1444 w 71794"/>
                <a:gd name="connsiteY2" fmla="*/ 88725 h 206625"/>
                <a:gd name="connsiteX3" fmla="*/ 3867 w 71794"/>
                <a:gd name="connsiteY3" fmla="*/ 88423 h 206625"/>
                <a:gd name="connsiteX4" fmla="*/ 14167 w 71794"/>
                <a:gd name="connsiteY4" fmla="*/ 87515 h 206625"/>
                <a:gd name="connsiteX5" fmla="*/ 24163 w 71794"/>
                <a:gd name="connsiteY5" fmla="*/ 105667 h 206625"/>
                <a:gd name="connsiteX6" fmla="*/ 24163 w 71794"/>
                <a:gd name="connsiteY6" fmla="*/ 175853 h 206625"/>
                <a:gd name="connsiteX7" fmla="*/ 232 w 71794"/>
                <a:gd name="connsiteY7" fmla="*/ 202173 h 206625"/>
                <a:gd name="connsiteX8" fmla="*/ 232 w 71794"/>
                <a:gd name="connsiteY8" fmla="*/ 206710 h 206625"/>
                <a:gd name="connsiteX9" fmla="*/ 72026 w 71794"/>
                <a:gd name="connsiteY9" fmla="*/ 206710 h 206625"/>
                <a:gd name="connsiteX10" fmla="*/ 72026 w 71794"/>
                <a:gd name="connsiteY10" fmla="*/ 202173 h 206625"/>
                <a:gd name="connsiteX11" fmla="*/ 49609 w 71794"/>
                <a:gd name="connsiteY11" fmla="*/ 175853 h 206625"/>
                <a:gd name="connsiteX12" fmla="*/ 49609 w 71794"/>
                <a:gd name="connsiteY12" fmla="*/ 68456 h 206625"/>
                <a:gd name="connsiteX13" fmla="*/ 48398 w 71794"/>
                <a:gd name="connsiteY13" fmla="*/ 67548 h 206625"/>
                <a:gd name="connsiteX14" fmla="*/ 34160 w 71794"/>
                <a:gd name="connsiteY14" fmla="*/ 85 h 206625"/>
                <a:gd name="connsiteX15" fmla="*/ 19014 w 71794"/>
                <a:gd name="connsiteY15" fmla="*/ 15514 h 206625"/>
                <a:gd name="connsiteX16" fmla="*/ 34160 w 71794"/>
                <a:gd name="connsiteY16" fmla="*/ 30942 h 206625"/>
                <a:gd name="connsiteX17" fmla="*/ 49912 w 71794"/>
                <a:gd name="connsiteY17" fmla="*/ 15514 h 206625"/>
                <a:gd name="connsiteX18" fmla="*/ 34160 w 7179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94" h="206625">
                  <a:moveTo>
                    <a:pt x="48398" y="67548"/>
                  </a:moveTo>
                  <a:lnTo>
                    <a:pt x="1444" y="84187"/>
                  </a:lnTo>
                  <a:lnTo>
                    <a:pt x="1444" y="88725"/>
                  </a:lnTo>
                  <a:lnTo>
                    <a:pt x="3867" y="88423"/>
                  </a:lnTo>
                  <a:cubicBezTo>
                    <a:pt x="7502" y="87817"/>
                    <a:pt x="11440" y="87515"/>
                    <a:pt x="14167" y="87515"/>
                  </a:cubicBezTo>
                  <a:cubicBezTo>
                    <a:pt x="21437" y="87515"/>
                    <a:pt x="24163" y="92355"/>
                    <a:pt x="24163" y="105667"/>
                  </a:cubicBezTo>
                  <a:lnTo>
                    <a:pt x="24163" y="175853"/>
                  </a:lnTo>
                  <a:cubicBezTo>
                    <a:pt x="24163" y="197635"/>
                    <a:pt x="21134" y="200962"/>
                    <a:pt x="232" y="202173"/>
                  </a:cubicBezTo>
                  <a:lnTo>
                    <a:pt x="232" y="206710"/>
                  </a:lnTo>
                  <a:lnTo>
                    <a:pt x="72026" y="206710"/>
                  </a:lnTo>
                  <a:lnTo>
                    <a:pt x="72026" y="202173"/>
                  </a:lnTo>
                  <a:cubicBezTo>
                    <a:pt x="52033" y="200660"/>
                    <a:pt x="49609" y="197635"/>
                    <a:pt x="49609" y="175853"/>
                  </a:cubicBezTo>
                  <a:lnTo>
                    <a:pt x="49609" y="68456"/>
                  </a:lnTo>
                  <a:lnTo>
                    <a:pt x="48398" y="67548"/>
                  </a:lnTo>
                  <a:close/>
                  <a:moveTo>
                    <a:pt x="34160" y="85"/>
                  </a:moveTo>
                  <a:cubicBezTo>
                    <a:pt x="25981" y="85"/>
                    <a:pt x="19014" y="7043"/>
                    <a:pt x="19014" y="15514"/>
                  </a:cubicBezTo>
                  <a:cubicBezTo>
                    <a:pt x="19014" y="23984"/>
                    <a:pt x="25678" y="30942"/>
                    <a:pt x="34160" y="30942"/>
                  </a:cubicBezTo>
                  <a:cubicBezTo>
                    <a:pt x="42945" y="30942"/>
                    <a:pt x="49912" y="24287"/>
                    <a:pt x="49912" y="15514"/>
                  </a:cubicBezTo>
                  <a:cubicBezTo>
                    <a:pt x="49912" y="7043"/>
                    <a:pt x="42945" y="85"/>
                    <a:pt x="34160" y="8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43F6AD3-624F-B44A-6771-453F1B70C9E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9709293" y="4981958"/>
              <a:ext cx="142073" cy="139162"/>
            </a:xfrm>
            <a:custGeom>
              <a:avLst/>
              <a:gdLst>
                <a:gd name="connsiteX0" fmla="*/ 235 w 142073"/>
                <a:gd name="connsiteY0" fmla="*/ 18841 h 139162"/>
                <a:gd name="connsiteX1" fmla="*/ 8414 w 142073"/>
                <a:gd name="connsiteY1" fmla="*/ 17631 h 139162"/>
                <a:gd name="connsiteX2" fmla="*/ 19622 w 142073"/>
                <a:gd name="connsiteY2" fmla="*/ 36993 h 139162"/>
                <a:gd name="connsiteX3" fmla="*/ 19622 w 142073"/>
                <a:gd name="connsiteY3" fmla="*/ 112020 h 139162"/>
                <a:gd name="connsiteX4" fmla="*/ 841 w 142073"/>
                <a:gd name="connsiteY4" fmla="*/ 134709 h 139162"/>
                <a:gd name="connsiteX5" fmla="*/ 841 w 142073"/>
                <a:gd name="connsiteY5" fmla="*/ 139247 h 139162"/>
                <a:gd name="connsiteX6" fmla="*/ 65062 w 142073"/>
                <a:gd name="connsiteY6" fmla="*/ 139247 h 139162"/>
                <a:gd name="connsiteX7" fmla="*/ 65062 w 142073"/>
                <a:gd name="connsiteY7" fmla="*/ 134709 h 139162"/>
                <a:gd name="connsiteX8" fmla="*/ 45068 w 142073"/>
                <a:gd name="connsiteY8" fmla="*/ 118978 h 139162"/>
                <a:gd name="connsiteX9" fmla="*/ 45068 w 142073"/>
                <a:gd name="connsiteY9" fmla="*/ 33968 h 139162"/>
                <a:gd name="connsiteX10" fmla="*/ 76270 w 142073"/>
                <a:gd name="connsiteY10" fmla="*/ 16724 h 139162"/>
                <a:gd name="connsiteX11" fmla="*/ 98384 w 142073"/>
                <a:gd name="connsiteY11" fmla="*/ 46069 h 139162"/>
                <a:gd name="connsiteX12" fmla="*/ 98384 w 142073"/>
                <a:gd name="connsiteY12" fmla="*/ 109297 h 139162"/>
                <a:gd name="connsiteX13" fmla="*/ 79299 w 142073"/>
                <a:gd name="connsiteY13" fmla="*/ 134709 h 139162"/>
                <a:gd name="connsiteX14" fmla="*/ 79299 w 142073"/>
                <a:gd name="connsiteY14" fmla="*/ 139247 h 139162"/>
                <a:gd name="connsiteX15" fmla="*/ 142308 w 142073"/>
                <a:gd name="connsiteY15" fmla="*/ 139247 h 139162"/>
                <a:gd name="connsiteX16" fmla="*/ 142308 w 142073"/>
                <a:gd name="connsiteY16" fmla="*/ 134709 h 139162"/>
                <a:gd name="connsiteX17" fmla="*/ 123830 w 142073"/>
                <a:gd name="connsiteY17" fmla="*/ 114742 h 139162"/>
                <a:gd name="connsiteX18" fmla="*/ 123830 w 142073"/>
                <a:gd name="connsiteY18" fmla="*/ 45464 h 139162"/>
                <a:gd name="connsiteX19" fmla="*/ 88084 w 142073"/>
                <a:gd name="connsiteY19" fmla="*/ 85 h 139162"/>
                <a:gd name="connsiteX20" fmla="*/ 44159 w 142073"/>
                <a:gd name="connsiteY20" fmla="*/ 24589 h 139162"/>
                <a:gd name="connsiteX21" fmla="*/ 44159 w 142073"/>
                <a:gd name="connsiteY21" fmla="*/ 690 h 139162"/>
                <a:gd name="connsiteX22" fmla="*/ 42039 w 142073"/>
                <a:gd name="connsiteY22" fmla="*/ 85 h 139162"/>
                <a:gd name="connsiteX23" fmla="*/ 235 w 142073"/>
                <a:gd name="connsiteY23" fmla="*/ 13698 h 139162"/>
                <a:gd name="connsiteX24" fmla="*/ 235 w 142073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073" h="139162">
                  <a:moveTo>
                    <a:pt x="235" y="18841"/>
                  </a:moveTo>
                  <a:cubicBezTo>
                    <a:pt x="2052" y="17934"/>
                    <a:pt x="5082" y="17631"/>
                    <a:pt x="8414" y="17631"/>
                  </a:cubicBezTo>
                  <a:cubicBezTo>
                    <a:pt x="16896" y="17631"/>
                    <a:pt x="19622" y="22169"/>
                    <a:pt x="19622" y="36993"/>
                  </a:cubicBezTo>
                  <a:lnTo>
                    <a:pt x="19622" y="112020"/>
                  </a:lnTo>
                  <a:cubicBezTo>
                    <a:pt x="19622" y="129264"/>
                    <a:pt x="16290" y="133499"/>
                    <a:pt x="841" y="134709"/>
                  </a:cubicBezTo>
                  <a:lnTo>
                    <a:pt x="841" y="139247"/>
                  </a:lnTo>
                  <a:lnTo>
                    <a:pt x="65062" y="139247"/>
                  </a:lnTo>
                  <a:lnTo>
                    <a:pt x="65062" y="134709"/>
                  </a:lnTo>
                  <a:cubicBezTo>
                    <a:pt x="49612" y="133499"/>
                    <a:pt x="45068" y="129869"/>
                    <a:pt x="45068" y="118978"/>
                  </a:cubicBezTo>
                  <a:lnTo>
                    <a:pt x="45068" y="33968"/>
                  </a:lnTo>
                  <a:cubicBezTo>
                    <a:pt x="59609" y="20354"/>
                    <a:pt x="66273" y="16724"/>
                    <a:pt x="76270" y="16724"/>
                  </a:cubicBezTo>
                  <a:cubicBezTo>
                    <a:pt x="91113" y="16724"/>
                    <a:pt x="98384" y="26102"/>
                    <a:pt x="98384" y="46069"/>
                  </a:cubicBezTo>
                  <a:lnTo>
                    <a:pt x="98384" y="109297"/>
                  </a:lnTo>
                  <a:cubicBezTo>
                    <a:pt x="98384" y="128356"/>
                    <a:pt x="94446" y="133499"/>
                    <a:pt x="79299" y="134709"/>
                  </a:cubicBezTo>
                  <a:lnTo>
                    <a:pt x="79299" y="139247"/>
                  </a:lnTo>
                  <a:lnTo>
                    <a:pt x="142308" y="139247"/>
                  </a:lnTo>
                  <a:lnTo>
                    <a:pt x="142308" y="134709"/>
                  </a:lnTo>
                  <a:cubicBezTo>
                    <a:pt x="127465" y="133196"/>
                    <a:pt x="123830" y="129566"/>
                    <a:pt x="123830" y="114742"/>
                  </a:cubicBezTo>
                  <a:lnTo>
                    <a:pt x="123830" y="45464"/>
                  </a:lnTo>
                  <a:cubicBezTo>
                    <a:pt x="123830" y="17026"/>
                    <a:pt x="110501" y="85"/>
                    <a:pt x="88084" y="85"/>
                  </a:cubicBezTo>
                  <a:cubicBezTo>
                    <a:pt x="74149" y="85"/>
                    <a:pt x="64759" y="5228"/>
                    <a:pt x="44159" y="24589"/>
                  </a:cubicBezTo>
                  <a:lnTo>
                    <a:pt x="44159" y="690"/>
                  </a:lnTo>
                  <a:lnTo>
                    <a:pt x="42039" y="85"/>
                  </a:lnTo>
                  <a:cubicBezTo>
                    <a:pt x="27195" y="5530"/>
                    <a:pt x="16896" y="8858"/>
                    <a:pt x="235" y="13698"/>
                  </a:cubicBezTo>
                  <a:lnTo>
                    <a:pt x="235" y="1884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715F0B9-75BA-FD0F-3159-D8D2A4D273B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9945218" y="4916612"/>
              <a:ext cx="136015" cy="208743"/>
            </a:xfrm>
            <a:custGeom>
              <a:avLst/>
              <a:gdLst>
                <a:gd name="connsiteX0" fmla="*/ 122929 w 136015"/>
                <a:gd name="connsiteY0" fmla="*/ 85 h 208743"/>
                <a:gd name="connsiteX1" fmla="*/ 116567 w 136015"/>
                <a:gd name="connsiteY1" fmla="*/ 85 h 208743"/>
                <a:gd name="connsiteX2" fmla="*/ 106873 w 136015"/>
                <a:gd name="connsiteY2" fmla="*/ 10371 h 208743"/>
                <a:gd name="connsiteX3" fmla="*/ 93544 w 136015"/>
                <a:gd name="connsiteY3" fmla="*/ 6740 h 208743"/>
                <a:gd name="connsiteX4" fmla="*/ 61434 w 136015"/>
                <a:gd name="connsiteY4" fmla="*/ 85 h 208743"/>
                <a:gd name="connsiteX5" fmla="*/ 25082 w 136015"/>
                <a:gd name="connsiteY5" fmla="*/ 14001 h 208743"/>
                <a:gd name="connsiteX6" fmla="*/ 9027 w 136015"/>
                <a:gd name="connsiteY6" fmla="*/ 51817 h 208743"/>
                <a:gd name="connsiteX7" fmla="*/ 56284 w 136015"/>
                <a:gd name="connsiteY7" fmla="*/ 110810 h 208743"/>
                <a:gd name="connsiteX8" fmla="*/ 101421 w 136015"/>
                <a:gd name="connsiteY8" fmla="*/ 146205 h 208743"/>
                <a:gd name="connsiteX9" fmla="*/ 105662 w 136015"/>
                <a:gd name="connsiteY9" fmla="*/ 163752 h 208743"/>
                <a:gd name="connsiteX10" fmla="*/ 68401 w 136015"/>
                <a:gd name="connsiteY10" fmla="*/ 197937 h 208743"/>
                <a:gd name="connsiteX11" fmla="*/ 7210 w 136015"/>
                <a:gd name="connsiteY11" fmla="*/ 144390 h 208743"/>
                <a:gd name="connsiteX12" fmla="*/ 242 w 136015"/>
                <a:gd name="connsiteY12" fmla="*/ 144390 h 208743"/>
                <a:gd name="connsiteX13" fmla="*/ 9330 w 136015"/>
                <a:gd name="connsiteY13" fmla="*/ 208526 h 208743"/>
                <a:gd name="connsiteX14" fmla="*/ 15995 w 136015"/>
                <a:gd name="connsiteY14" fmla="*/ 208526 h 208743"/>
                <a:gd name="connsiteX15" fmla="*/ 24477 w 136015"/>
                <a:gd name="connsiteY15" fmla="*/ 198542 h 208743"/>
                <a:gd name="connsiteX16" fmla="*/ 38714 w 136015"/>
                <a:gd name="connsiteY16" fmla="*/ 201870 h 208743"/>
                <a:gd name="connsiteX17" fmla="*/ 74460 w 136015"/>
                <a:gd name="connsiteY17" fmla="*/ 208828 h 208743"/>
                <a:gd name="connsiteX18" fmla="*/ 136257 w 136015"/>
                <a:gd name="connsiteY18" fmla="*/ 153768 h 208743"/>
                <a:gd name="connsiteX19" fmla="*/ 79610 w 136015"/>
                <a:gd name="connsiteY19" fmla="*/ 87817 h 208743"/>
                <a:gd name="connsiteX20" fmla="*/ 35079 w 136015"/>
                <a:gd name="connsiteY20" fmla="*/ 40623 h 208743"/>
                <a:gd name="connsiteX21" fmla="*/ 66584 w 136015"/>
                <a:gd name="connsiteY21" fmla="*/ 12488 h 208743"/>
                <a:gd name="connsiteX22" fmla="*/ 103541 w 136015"/>
                <a:gd name="connsiteY22" fmla="*/ 29127 h 208743"/>
                <a:gd name="connsiteX23" fmla="*/ 122020 w 136015"/>
                <a:gd name="connsiteY23" fmla="*/ 64523 h 208743"/>
                <a:gd name="connsiteX24" fmla="*/ 129593 w 136015"/>
                <a:gd name="connsiteY24" fmla="*/ 64523 h 208743"/>
                <a:gd name="connsiteX25" fmla="*/ 122929 w 136015"/>
                <a:gd name="connsiteY25" fmla="*/ 8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6015" h="208743">
                  <a:moveTo>
                    <a:pt x="122929" y="85"/>
                  </a:moveTo>
                  <a:lnTo>
                    <a:pt x="116567" y="85"/>
                  </a:lnTo>
                  <a:cubicBezTo>
                    <a:pt x="115355" y="7043"/>
                    <a:pt x="112023" y="10371"/>
                    <a:pt x="106873" y="10371"/>
                  </a:cubicBezTo>
                  <a:cubicBezTo>
                    <a:pt x="103844" y="10371"/>
                    <a:pt x="98694" y="9161"/>
                    <a:pt x="93544" y="6740"/>
                  </a:cubicBezTo>
                  <a:cubicBezTo>
                    <a:pt x="82336" y="2505"/>
                    <a:pt x="71128" y="85"/>
                    <a:pt x="61434" y="85"/>
                  </a:cubicBezTo>
                  <a:cubicBezTo>
                    <a:pt x="48408" y="85"/>
                    <a:pt x="35079" y="5228"/>
                    <a:pt x="25082" y="14001"/>
                  </a:cubicBezTo>
                  <a:cubicBezTo>
                    <a:pt x="14480" y="23379"/>
                    <a:pt x="9027" y="36085"/>
                    <a:pt x="9027" y="51817"/>
                  </a:cubicBezTo>
                  <a:cubicBezTo>
                    <a:pt x="9027" y="76019"/>
                    <a:pt x="22356" y="92960"/>
                    <a:pt x="56284" y="110810"/>
                  </a:cubicBezTo>
                  <a:cubicBezTo>
                    <a:pt x="78095" y="122306"/>
                    <a:pt x="93847" y="134709"/>
                    <a:pt x="101421" y="146205"/>
                  </a:cubicBezTo>
                  <a:cubicBezTo>
                    <a:pt x="104147" y="150138"/>
                    <a:pt x="105662" y="156491"/>
                    <a:pt x="105662" y="163752"/>
                  </a:cubicBezTo>
                  <a:cubicBezTo>
                    <a:pt x="105662" y="184021"/>
                    <a:pt x="90515" y="197937"/>
                    <a:pt x="68401" y="197937"/>
                  </a:cubicBezTo>
                  <a:cubicBezTo>
                    <a:pt x="41441" y="197937"/>
                    <a:pt x="22356" y="181298"/>
                    <a:pt x="7210" y="144390"/>
                  </a:cubicBezTo>
                  <a:lnTo>
                    <a:pt x="242" y="144390"/>
                  </a:lnTo>
                  <a:lnTo>
                    <a:pt x="9330" y="208526"/>
                  </a:lnTo>
                  <a:lnTo>
                    <a:pt x="15995" y="208526"/>
                  </a:lnTo>
                  <a:cubicBezTo>
                    <a:pt x="16297" y="202778"/>
                    <a:pt x="19933" y="198542"/>
                    <a:pt x="24477" y="198542"/>
                  </a:cubicBezTo>
                  <a:cubicBezTo>
                    <a:pt x="27809" y="198542"/>
                    <a:pt x="32959" y="199752"/>
                    <a:pt x="38714" y="201870"/>
                  </a:cubicBezTo>
                  <a:cubicBezTo>
                    <a:pt x="50226" y="206408"/>
                    <a:pt x="62343" y="208828"/>
                    <a:pt x="74460" y="208828"/>
                  </a:cubicBezTo>
                  <a:cubicBezTo>
                    <a:pt x="109297" y="208828"/>
                    <a:pt x="136257" y="184929"/>
                    <a:pt x="136257" y="153768"/>
                  </a:cubicBezTo>
                  <a:cubicBezTo>
                    <a:pt x="136257" y="128961"/>
                    <a:pt x="119596" y="109297"/>
                    <a:pt x="79610" y="87817"/>
                  </a:cubicBezTo>
                  <a:cubicBezTo>
                    <a:pt x="47802" y="70271"/>
                    <a:pt x="35079" y="56960"/>
                    <a:pt x="35079" y="40623"/>
                  </a:cubicBezTo>
                  <a:cubicBezTo>
                    <a:pt x="35079" y="23984"/>
                    <a:pt x="47802" y="12488"/>
                    <a:pt x="66584" y="12488"/>
                  </a:cubicBezTo>
                  <a:cubicBezTo>
                    <a:pt x="80215" y="12488"/>
                    <a:pt x="92939" y="18236"/>
                    <a:pt x="103541" y="29127"/>
                  </a:cubicBezTo>
                  <a:cubicBezTo>
                    <a:pt x="112932" y="38808"/>
                    <a:pt x="117173" y="46674"/>
                    <a:pt x="122020" y="64523"/>
                  </a:cubicBezTo>
                  <a:lnTo>
                    <a:pt x="129593" y="64523"/>
                  </a:lnTo>
                  <a:lnTo>
                    <a:pt x="122929" y="8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43D86856-AA15-3029-2648-FCD5C94D6A5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106400" y="4914494"/>
              <a:ext cx="71794" cy="206625"/>
            </a:xfrm>
            <a:custGeom>
              <a:avLst/>
              <a:gdLst>
                <a:gd name="connsiteX0" fmla="*/ 48413 w 71794"/>
                <a:gd name="connsiteY0" fmla="*/ 67548 h 206625"/>
                <a:gd name="connsiteX1" fmla="*/ 1459 w 71794"/>
                <a:gd name="connsiteY1" fmla="*/ 84187 h 206625"/>
                <a:gd name="connsiteX2" fmla="*/ 1459 w 71794"/>
                <a:gd name="connsiteY2" fmla="*/ 88725 h 206625"/>
                <a:gd name="connsiteX3" fmla="*/ 3883 w 71794"/>
                <a:gd name="connsiteY3" fmla="*/ 88423 h 206625"/>
                <a:gd name="connsiteX4" fmla="*/ 14182 w 71794"/>
                <a:gd name="connsiteY4" fmla="*/ 87515 h 206625"/>
                <a:gd name="connsiteX5" fmla="*/ 24179 w 71794"/>
                <a:gd name="connsiteY5" fmla="*/ 105667 h 206625"/>
                <a:gd name="connsiteX6" fmla="*/ 24179 w 71794"/>
                <a:gd name="connsiteY6" fmla="*/ 175853 h 206625"/>
                <a:gd name="connsiteX7" fmla="*/ 248 w 71794"/>
                <a:gd name="connsiteY7" fmla="*/ 202173 h 206625"/>
                <a:gd name="connsiteX8" fmla="*/ 248 w 71794"/>
                <a:gd name="connsiteY8" fmla="*/ 206710 h 206625"/>
                <a:gd name="connsiteX9" fmla="*/ 72042 w 71794"/>
                <a:gd name="connsiteY9" fmla="*/ 206710 h 206625"/>
                <a:gd name="connsiteX10" fmla="*/ 72042 w 71794"/>
                <a:gd name="connsiteY10" fmla="*/ 202173 h 206625"/>
                <a:gd name="connsiteX11" fmla="*/ 49625 w 71794"/>
                <a:gd name="connsiteY11" fmla="*/ 175853 h 206625"/>
                <a:gd name="connsiteX12" fmla="*/ 49625 w 71794"/>
                <a:gd name="connsiteY12" fmla="*/ 68456 h 206625"/>
                <a:gd name="connsiteX13" fmla="*/ 48413 w 71794"/>
                <a:gd name="connsiteY13" fmla="*/ 67548 h 206625"/>
                <a:gd name="connsiteX14" fmla="*/ 34176 w 71794"/>
                <a:gd name="connsiteY14" fmla="*/ 85 h 206625"/>
                <a:gd name="connsiteX15" fmla="*/ 19029 w 71794"/>
                <a:gd name="connsiteY15" fmla="*/ 15514 h 206625"/>
                <a:gd name="connsiteX16" fmla="*/ 34176 w 71794"/>
                <a:gd name="connsiteY16" fmla="*/ 30942 h 206625"/>
                <a:gd name="connsiteX17" fmla="*/ 49928 w 71794"/>
                <a:gd name="connsiteY17" fmla="*/ 15514 h 206625"/>
                <a:gd name="connsiteX18" fmla="*/ 34176 w 71794"/>
                <a:gd name="connsiteY18" fmla="*/ 85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94" h="206625">
                  <a:moveTo>
                    <a:pt x="48413" y="67548"/>
                  </a:moveTo>
                  <a:lnTo>
                    <a:pt x="1459" y="84187"/>
                  </a:lnTo>
                  <a:lnTo>
                    <a:pt x="1459" y="88725"/>
                  </a:lnTo>
                  <a:lnTo>
                    <a:pt x="3883" y="88423"/>
                  </a:lnTo>
                  <a:cubicBezTo>
                    <a:pt x="7518" y="87817"/>
                    <a:pt x="11456" y="87515"/>
                    <a:pt x="14182" y="87515"/>
                  </a:cubicBezTo>
                  <a:cubicBezTo>
                    <a:pt x="21453" y="87515"/>
                    <a:pt x="24179" y="92355"/>
                    <a:pt x="24179" y="105667"/>
                  </a:cubicBezTo>
                  <a:lnTo>
                    <a:pt x="24179" y="175853"/>
                  </a:lnTo>
                  <a:cubicBezTo>
                    <a:pt x="24179" y="197635"/>
                    <a:pt x="21150" y="200962"/>
                    <a:pt x="248" y="202173"/>
                  </a:cubicBezTo>
                  <a:lnTo>
                    <a:pt x="248" y="206710"/>
                  </a:lnTo>
                  <a:lnTo>
                    <a:pt x="72042" y="206710"/>
                  </a:lnTo>
                  <a:lnTo>
                    <a:pt x="72042" y="202173"/>
                  </a:lnTo>
                  <a:cubicBezTo>
                    <a:pt x="52049" y="200660"/>
                    <a:pt x="49625" y="197635"/>
                    <a:pt x="49625" y="175853"/>
                  </a:cubicBezTo>
                  <a:lnTo>
                    <a:pt x="49625" y="68456"/>
                  </a:lnTo>
                  <a:lnTo>
                    <a:pt x="48413" y="67548"/>
                  </a:lnTo>
                  <a:close/>
                  <a:moveTo>
                    <a:pt x="34176" y="85"/>
                  </a:moveTo>
                  <a:cubicBezTo>
                    <a:pt x="25997" y="85"/>
                    <a:pt x="19029" y="7043"/>
                    <a:pt x="19029" y="15514"/>
                  </a:cubicBezTo>
                  <a:cubicBezTo>
                    <a:pt x="19029" y="23984"/>
                    <a:pt x="25694" y="30942"/>
                    <a:pt x="34176" y="30942"/>
                  </a:cubicBezTo>
                  <a:cubicBezTo>
                    <a:pt x="42961" y="30942"/>
                    <a:pt x="49928" y="24287"/>
                    <a:pt x="49928" y="15514"/>
                  </a:cubicBezTo>
                  <a:cubicBezTo>
                    <a:pt x="49928" y="7043"/>
                    <a:pt x="42961" y="85"/>
                    <a:pt x="34176" y="8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C43E07D-A0DF-FB91-F3AA-BE7EAD3244D3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0190927" y="4981958"/>
              <a:ext cx="229923" cy="139162"/>
            </a:xfrm>
            <a:custGeom>
              <a:avLst/>
              <a:gdLst>
                <a:gd name="connsiteX0" fmla="*/ 1159 w 229923"/>
                <a:gd name="connsiteY0" fmla="*/ 18841 h 139162"/>
                <a:gd name="connsiteX1" fmla="*/ 10853 w 229923"/>
                <a:gd name="connsiteY1" fmla="*/ 17631 h 139162"/>
                <a:gd name="connsiteX2" fmla="*/ 21456 w 229923"/>
                <a:gd name="connsiteY2" fmla="*/ 36993 h 139162"/>
                <a:gd name="connsiteX3" fmla="*/ 21456 w 229923"/>
                <a:gd name="connsiteY3" fmla="*/ 113532 h 139162"/>
                <a:gd name="connsiteX4" fmla="*/ 251 w 229923"/>
                <a:gd name="connsiteY4" fmla="*/ 134709 h 139162"/>
                <a:gd name="connsiteX5" fmla="*/ 251 w 229923"/>
                <a:gd name="connsiteY5" fmla="*/ 139247 h 139162"/>
                <a:gd name="connsiteX6" fmla="*/ 67501 w 229923"/>
                <a:gd name="connsiteY6" fmla="*/ 139247 h 139162"/>
                <a:gd name="connsiteX7" fmla="*/ 67501 w 229923"/>
                <a:gd name="connsiteY7" fmla="*/ 134709 h 139162"/>
                <a:gd name="connsiteX8" fmla="*/ 46902 w 229923"/>
                <a:gd name="connsiteY8" fmla="*/ 118978 h 139162"/>
                <a:gd name="connsiteX9" fmla="*/ 46902 w 229923"/>
                <a:gd name="connsiteY9" fmla="*/ 33665 h 139162"/>
                <a:gd name="connsiteX10" fmla="*/ 51446 w 229923"/>
                <a:gd name="connsiteY10" fmla="*/ 27917 h 139162"/>
                <a:gd name="connsiteX11" fmla="*/ 82647 w 229923"/>
                <a:gd name="connsiteY11" fmla="*/ 15816 h 139162"/>
                <a:gd name="connsiteX12" fmla="*/ 102641 w 229923"/>
                <a:gd name="connsiteY12" fmla="*/ 47581 h 139162"/>
                <a:gd name="connsiteX13" fmla="*/ 102641 w 229923"/>
                <a:gd name="connsiteY13" fmla="*/ 113230 h 139162"/>
                <a:gd name="connsiteX14" fmla="*/ 82041 w 229923"/>
                <a:gd name="connsiteY14" fmla="*/ 134709 h 139162"/>
                <a:gd name="connsiteX15" fmla="*/ 82041 w 229923"/>
                <a:gd name="connsiteY15" fmla="*/ 139247 h 139162"/>
                <a:gd name="connsiteX16" fmla="*/ 149897 w 229923"/>
                <a:gd name="connsiteY16" fmla="*/ 139247 h 139162"/>
                <a:gd name="connsiteX17" fmla="*/ 149897 w 229923"/>
                <a:gd name="connsiteY17" fmla="*/ 134709 h 139162"/>
                <a:gd name="connsiteX18" fmla="*/ 128087 w 229923"/>
                <a:gd name="connsiteY18" fmla="*/ 110507 h 139162"/>
                <a:gd name="connsiteX19" fmla="*/ 128087 w 229923"/>
                <a:gd name="connsiteY19" fmla="*/ 34270 h 139162"/>
                <a:gd name="connsiteX20" fmla="*/ 161106 w 229923"/>
                <a:gd name="connsiteY20" fmla="*/ 15816 h 139162"/>
                <a:gd name="connsiteX21" fmla="*/ 183826 w 229923"/>
                <a:gd name="connsiteY21" fmla="*/ 49094 h 139162"/>
                <a:gd name="connsiteX22" fmla="*/ 183826 w 229923"/>
                <a:gd name="connsiteY22" fmla="*/ 112927 h 139162"/>
                <a:gd name="connsiteX23" fmla="*/ 163832 w 229923"/>
                <a:gd name="connsiteY23" fmla="*/ 134709 h 139162"/>
                <a:gd name="connsiteX24" fmla="*/ 163832 w 229923"/>
                <a:gd name="connsiteY24" fmla="*/ 139247 h 139162"/>
                <a:gd name="connsiteX25" fmla="*/ 230174 w 229923"/>
                <a:gd name="connsiteY25" fmla="*/ 139247 h 139162"/>
                <a:gd name="connsiteX26" fmla="*/ 230174 w 229923"/>
                <a:gd name="connsiteY26" fmla="*/ 134709 h 139162"/>
                <a:gd name="connsiteX27" fmla="*/ 222298 w 229923"/>
                <a:gd name="connsiteY27" fmla="*/ 134104 h 139162"/>
                <a:gd name="connsiteX28" fmla="*/ 209272 w 229923"/>
                <a:gd name="connsiteY28" fmla="*/ 116255 h 139162"/>
                <a:gd name="connsiteX29" fmla="*/ 209272 w 229923"/>
                <a:gd name="connsiteY29" fmla="*/ 53934 h 139162"/>
                <a:gd name="connsiteX30" fmla="*/ 174132 w 229923"/>
                <a:gd name="connsiteY30" fmla="*/ 85 h 139162"/>
                <a:gd name="connsiteX31" fmla="*/ 124754 w 229923"/>
                <a:gd name="connsiteY31" fmla="*/ 25497 h 139162"/>
                <a:gd name="connsiteX32" fmla="*/ 92644 w 229923"/>
                <a:gd name="connsiteY32" fmla="*/ 85 h 139162"/>
                <a:gd name="connsiteX33" fmla="*/ 45690 w 229923"/>
                <a:gd name="connsiteY33" fmla="*/ 23379 h 139162"/>
                <a:gd name="connsiteX34" fmla="*/ 45690 w 229923"/>
                <a:gd name="connsiteY34" fmla="*/ 690 h 139162"/>
                <a:gd name="connsiteX35" fmla="*/ 43569 w 229923"/>
                <a:gd name="connsiteY35" fmla="*/ 85 h 139162"/>
                <a:gd name="connsiteX36" fmla="*/ 1159 w 229923"/>
                <a:gd name="connsiteY36" fmla="*/ 13698 h 139162"/>
                <a:gd name="connsiteX37" fmla="*/ 1159 w 229923"/>
                <a:gd name="connsiteY37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923" h="139162">
                  <a:moveTo>
                    <a:pt x="1159" y="18841"/>
                  </a:moveTo>
                  <a:cubicBezTo>
                    <a:pt x="5097" y="17934"/>
                    <a:pt x="7521" y="17631"/>
                    <a:pt x="10853" y="17631"/>
                  </a:cubicBezTo>
                  <a:cubicBezTo>
                    <a:pt x="18729" y="17631"/>
                    <a:pt x="21456" y="22472"/>
                    <a:pt x="21456" y="36993"/>
                  </a:cubicBezTo>
                  <a:lnTo>
                    <a:pt x="21456" y="113532"/>
                  </a:lnTo>
                  <a:cubicBezTo>
                    <a:pt x="21456" y="129869"/>
                    <a:pt x="17215" y="134407"/>
                    <a:pt x="251" y="134709"/>
                  </a:cubicBezTo>
                  <a:lnTo>
                    <a:pt x="251" y="139247"/>
                  </a:lnTo>
                  <a:lnTo>
                    <a:pt x="67501" y="139247"/>
                  </a:lnTo>
                  <a:lnTo>
                    <a:pt x="67501" y="134709"/>
                  </a:lnTo>
                  <a:cubicBezTo>
                    <a:pt x="51446" y="134104"/>
                    <a:pt x="46902" y="130776"/>
                    <a:pt x="46902" y="118978"/>
                  </a:cubicBezTo>
                  <a:lnTo>
                    <a:pt x="46902" y="33665"/>
                  </a:lnTo>
                  <a:cubicBezTo>
                    <a:pt x="46902" y="33060"/>
                    <a:pt x="49325" y="30035"/>
                    <a:pt x="51446" y="27917"/>
                  </a:cubicBezTo>
                  <a:cubicBezTo>
                    <a:pt x="59019" y="20959"/>
                    <a:pt x="72045" y="15816"/>
                    <a:pt x="82647" y="15816"/>
                  </a:cubicBezTo>
                  <a:cubicBezTo>
                    <a:pt x="95976" y="15816"/>
                    <a:pt x="102641" y="26404"/>
                    <a:pt x="102641" y="47581"/>
                  </a:cubicBezTo>
                  <a:lnTo>
                    <a:pt x="102641" y="113230"/>
                  </a:lnTo>
                  <a:cubicBezTo>
                    <a:pt x="102641" y="130171"/>
                    <a:pt x="99308" y="133499"/>
                    <a:pt x="82041" y="134709"/>
                  </a:cubicBezTo>
                  <a:lnTo>
                    <a:pt x="82041" y="139247"/>
                  </a:lnTo>
                  <a:lnTo>
                    <a:pt x="149897" y="139247"/>
                  </a:lnTo>
                  <a:lnTo>
                    <a:pt x="149897" y="134709"/>
                  </a:lnTo>
                  <a:cubicBezTo>
                    <a:pt x="132631" y="134407"/>
                    <a:pt x="128087" y="129264"/>
                    <a:pt x="128087" y="110507"/>
                  </a:cubicBezTo>
                  <a:lnTo>
                    <a:pt x="128087" y="34270"/>
                  </a:lnTo>
                  <a:cubicBezTo>
                    <a:pt x="137174" y="21262"/>
                    <a:pt x="147171" y="15816"/>
                    <a:pt x="161106" y="15816"/>
                  </a:cubicBezTo>
                  <a:cubicBezTo>
                    <a:pt x="178373" y="15816"/>
                    <a:pt x="183826" y="23984"/>
                    <a:pt x="183826" y="49094"/>
                  </a:cubicBezTo>
                  <a:lnTo>
                    <a:pt x="183826" y="112927"/>
                  </a:lnTo>
                  <a:cubicBezTo>
                    <a:pt x="183826" y="130171"/>
                    <a:pt x="181402" y="132591"/>
                    <a:pt x="163832" y="134709"/>
                  </a:cubicBezTo>
                  <a:lnTo>
                    <a:pt x="163832" y="139247"/>
                  </a:lnTo>
                  <a:lnTo>
                    <a:pt x="230174" y="139247"/>
                  </a:lnTo>
                  <a:lnTo>
                    <a:pt x="230174" y="134709"/>
                  </a:lnTo>
                  <a:lnTo>
                    <a:pt x="222298" y="134104"/>
                  </a:lnTo>
                  <a:cubicBezTo>
                    <a:pt x="213210" y="133499"/>
                    <a:pt x="209272" y="128054"/>
                    <a:pt x="209272" y="116255"/>
                  </a:cubicBezTo>
                  <a:lnTo>
                    <a:pt x="209272" y="53934"/>
                  </a:lnTo>
                  <a:cubicBezTo>
                    <a:pt x="209272" y="18236"/>
                    <a:pt x="197457" y="85"/>
                    <a:pt x="174132" y="85"/>
                  </a:cubicBezTo>
                  <a:cubicBezTo>
                    <a:pt x="156562" y="85"/>
                    <a:pt x="141113" y="7950"/>
                    <a:pt x="124754" y="25497"/>
                  </a:cubicBezTo>
                  <a:cubicBezTo>
                    <a:pt x="119302" y="8253"/>
                    <a:pt x="109002" y="85"/>
                    <a:pt x="92644" y="85"/>
                  </a:cubicBezTo>
                  <a:cubicBezTo>
                    <a:pt x="79315" y="85"/>
                    <a:pt x="70833" y="4320"/>
                    <a:pt x="45690" y="23379"/>
                  </a:cubicBezTo>
                  <a:lnTo>
                    <a:pt x="45690" y="690"/>
                  </a:lnTo>
                  <a:lnTo>
                    <a:pt x="43569" y="85"/>
                  </a:lnTo>
                  <a:cubicBezTo>
                    <a:pt x="28120" y="5833"/>
                    <a:pt x="17820" y="9160"/>
                    <a:pt x="1159" y="13698"/>
                  </a:cubicBezTo>
                  <a:lnTo>
                    <a:pt x="1159" y="1884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94A9DCB3-DFA5-8D12-B749-D53A8E5AB8F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0424154" y="4981958"/>
              <a:ext cx="140862" cy="204810"/>
            </a:xfrm>
            <a:custGeom>
              <a:avLst/>
              <a:gdLst>
                <a:gd name="connsiteX0" fmla="*/ 1470 w 140862"/>
                <a:gd name="connsiteY0" fmla="*/ 20354 h 204810"/>
                <a:gd name="connsiteX1" fmla="*/ 9043 w 140862"/>
                <a:gd name="connsiteY1" fmla="*/ 20051 h 204810"/>
                <a:gd name="connsiteX2" fmla="*/ 21463 w 140862"/>
                <a:gd name="connsiteY2" fmla="*/ 37295 h 204810"/>
                <a:gd name="connsiteX3" fmla="*/ 21463 w 140862"/>
                <a:gd name="connsiteY3" fmla="*/ 178878 h 204810"/>
                <a:gd name="connsiteX4" fmla="*/ 258 w 140862"/>
                <a:gd name="connsiteY4" fmla="*/ 199752 h 204810"/>
                <a:gd name="connsiteX5" fmla="*/ 258 w 140862"/>
                <a:gd name="connsiteY5" fmla="*/ 204895 h 204810"/>
                <a:gd name="connsiteX6" fmla="*/ 73567 w 140862"/>
                <a:gd name="connsiteY6" fmla="*/ 204895 h 204810"/>
                <a:gd name="connsiteX7" fmla="*/ 73567 w 140862"/>
                <a:gd name="connsiteY7" fmla="*/ 199450 h 204810"/>
                <a:gd name="connsiteX8" fmla="*/ 46909 w 140862"/>
                <a:gd name="connsiteY8" fmla="*/ 176760 h 204810"/>
                <a:gd name="connsiteX9" fmla="*/ 46909 w 140862"/>
                <a:gd name="connsiteY9" fmla="*/ 129264 h 204810"/>
                <a:gd name="connsiteX10" fmla="*/ 77505 w 140862"/>
                <a:gd name="connsiteY10" fmla="*/ 142272 h 204810"/>
                <a:gd name="connsiteX11" fmla="*/ 141120 w 140862"/>
                <a:gd name="connsiteY11" fmla="*/ 64523 h 204810"/>
                <a:gd name="connsiteX12" fmla="*/ 90531 w 140862"/>
                <a:gd name="connsiteY12" fmla="*/ 85 h 204810"/>
                <a:gd name="connsiteX13" fmla="*/ 46909 w 140862"/>
                <a:gd name="connsiteY13" fmla="*/ 23984 h 204810"/>
                <a:gd name="connsiteX14" fmla="*/ 46909 w 140862"/>
                <a:gd name="connsiteY14" fmla="*/ 690 h 204810"/>
                <a:gd name="connsiteX15" fmla="*/ 45092 w 140862"/>
                <a:gd name="connsiteY15" fmla="*/ 85 h 204810"/>
                <a:gd name="connsiteX16" fmla="*/ 1470 w 140862"/>
                <a:gd name="connsiteY16" fmla="*/ 15514 h 204810"/>
                <a:gd name="connsiteX17" fmla="*/ 1470 w 140862"/>
                <a:gd name="connsiteY17" fmla="*/ 20354 h 204810"/>
                <a:gd name="connsiteX18" fmla="*/ 46909 w 140862"/>
                <a:gd name="connsiteY18" fmla="*/ 38203 h 204810"/>
                <a:gd name="connsiteX19" fmla="*/ 77808 w 140862"/>
                <a:gd name="connsiteY19" fmla="*/ 18236 h 204810"/>
                <a:gd name="connsiteX20" fmla="*/ 115068 w 140862"/>
                <a:gd name="connsiteY20" fmla="*/ 76321 h 204810"/>
                <a:gd name="connsiteX21" fmla="*/ 78414 w 140862"/>
                <a:gd name="connsiteY21" fmla="*/ 132591 h 204810"/>
                <a:gd name="connsiteX22" fmla="*/ 46909 w 140862"/>
                <a:gd name="connsiteY22" fmla="*/ 112625 h 204810"/>
                <a:gd name="connsiteX23" fmla="*/ 46909 w 140862"/>
                <a:gd name="connsiteY23" fmla="*/ 38203 h 20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862" h="204810">
                  <a:moveTo>
                    <a:pt x="1470" y="20354"/>
                  </a:moveTo>
                  <a:cubicBezTo>
                    <a:pt x="4196" y="20051"/>
                    <a:pt x="6317" y="20051"/>
                    <a:pt x="9043" y="20051"/>
                  </a:cubicBezTo>
                  <a:cubicBezTo>
                    <a:pt x="19343" y="20051"/>
                    <a:pt x="21463" y="23077"/>
                    <a:pt x="21463" y="37295"/>
                  </a:cubicBezTo>
                  <a:lnTo>
                    <a:pt x="21463" y="178878"/>
                  </a:lnTo>
                  <a:cubicBezTo>
                    <a:pt x="21463" y="194609"/>
                    <a:pt x="18131" y="197937"/>
                    <a:pt x="258" y="199752"/>
                  </a:cubicBezTo>
                  <a:lnTo>
                    <a:pt x="258" y="204895"/>
                  </a:lnTo>
                  <a:lnTo>
                    <a:pt x="73567" y="204895"/>
                  </a:lnTo>
                  <a:lnTo>
                    <a:pt x="73567" y="199450"/>
                  </a:lnTo>
                  <a:cubicBezTo>
                    <a:pt x="50847" y="199147"/>
                    <a:pt x="46909" y="195820"/>
                    <a:pt x="46909" y="176760"/>
                  </a:cubicBezTo>
                  <a:lnTo>
                    <a:pt x="46909" y="129264"/>
                  </a:lnTo>
                  <a:cubicBezTo>
                    <a:pt x="57512" y="139247"/>
                    <a:pt x="64782" y="142272"/>
                    <a:pt x="77505" y="142272"/>
                  </a:cubicBezTo>
                  <a:cubicBezTo>
                    <a:pt x="113251" y="142272"/>
                    <a:pt x="141120" y="108389"/>
                    <a:pt x="141120" y="64523"/>
                  </a:cubicBezTo>
                  <a:cubicBezTo>
                    <a:pt x="141120" y="27010"/>
                    <a:pt x="119915" y="85"/>
                    <a:pt x="90531" y="85"/>
                  </a:cubicBezTo>
                  <a:cubicBezTo>
                    <a:pt x="73567" y="85"/>
                    <a:pt x="60238" y="7648"/>
                    <a:pt x="46909" y="23984"/>
                  </a:cubicBezTo>
                  <a:lnTo>
                    <a:pt x="46909" y="690"/>
                  </a:lnTo>
                  <a:lnTo>
                    <a:pt x="45092" y="85"/>
                  </a:lnTo>
                  <a:cubicBezTo>
                    <a:pt x="28734" y="6438"/>
                    <a:pt x="18131" y="10371"/>
                    <a:pt x="1470" y="15514"/>
                  </a:cubicBezTo>
                  <a:lnTo>
                    <a:pt x="1470" y="20354"/>
                  </a:lnTo>
                  <a:close/>
                  <a:moveTo>
                    <a:pt x="46909" y="38203"/>
                  </a:moveTo>
                  <a:cubicBezTo>
                    <a:pt x="46909" y="29127"/>
                    <a:pt x="63873" y="18236"/>
                    <a:pt x="77808" y="18236"/>
                  </a:cubicBezTo>
                  <a:cubicBezTo>
                    <a:pt x="100225" y="18236"/>
                    <a:pt x="115068" y="41228"/>
                    <a:pt x="115068" y="76321"/>
                  </a:cubicBezTo>
                  <a:cubicBezTo>
                    <a:pt x="115068" y="109902"/>
                    <a:pt x="100225" y="132591"/>
                    <a:pt x="78414" y="132591"/>
                  </a:cubicBezTo>
                  <a:cubicBezTo>
                    <a:pt x="64176" y="132591"/>
                    <a:pt x="46909" y="121700"/>
                    <a:pt x="46909" y="112625"/>
                  </a:cubicBezTo>
                  <a:lnTo>
                    <a:pt x="46909" y="38203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EC2FC991-EAE7-4FB3-823D-E28342CD0760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0590122" y="4982260"/>
              <a:ext cx="89969" cy="141885"/>
            </a:xfrm>
            <a:custGeom>
              <a:avLst/>
              <a:gdLst>
                <a:gd name="connsiteX0" fmla="*/ 80237 w 89969"/>
                <a:gd name="connsiteY0" fmla="*/ 43951 h 141885"/>
                <a:gd name="connsiteX1" fmla="*/ 79025 w 89969"/>
                <a:gd name="connsiteY1" fmla="*/ 2807 h 141885"/>
                <a:gd name="connsiteX2" fmla="*/ 75693 w 89969"/>
                <a:gd name="connsiteY2" fmla="*/ 2807 h 141885"/>
                <a:gd name="connsiteX3" fmla="*/ 75087 w 89969"/>
                <a:gd name="connsiteY3" fmla="*/ 3412 h 141885"/>
                <a:gd name="connsiteX4" fmla="*/ 70846 w 89969"/>
                <a:gd name="connsiteY4" fmla="*/ 5833 h 141885"/>
                <a:gd name="connsiteX5" fmla="*/ 62667 w 89969"/>
                <a:gd name="connsiteY5" fmla="*/ 3715 h 141885"/>
                <a:gd name="connsiteX6" fmla="*/ 41462 w 89969"/>
                <a:gd name="connsiteY6" fmla="*/ 85 h 141885"/>
                <a:gd name="connsiteX7" fmla="*/ 263 w 89969"/>
                <a:gd name="connsiteY7" fmla="*/ 37295 h 141885"/>
                <a:gd name="connsiteX8" fmla="*/ 35706 w 89969"/>
                <a:gd name="connsiteY8" fmla="*/ 80859 h 141885"/>
                <a:gd name="connsiteX9" fmla="*/ 53276 w 89969"/>
                <a:gd name="connsiteY9" fmla="*/ 90843 h 141885"/>
                <a:gd name="connsiteX10" fmla="*/ 69028 w 89969"/>
                <a:gd name="connsiteY10" fmla="*/ 113532 h 141885"/>
                <a:gd name="connsiteX11" fmla="*/ 43885 w 89969"/>
                <a:gd name="connsiteY11" fmla="*/ 135314 h 141885"/>
                <a:gd name="connsiteX12" fmla="*/ 18439 w 89969"/>
                <a:gd name="connsiteY12" fmla="*/ 124726 h 141885"/>
                <a:gd name="connsiteX13" fmla="*/ 5413 w 89969"/>
                <a:gd name="connsiteY13" fmla="*/ 92960 h 141885"/>
                <a:gd name="connsiteX14" fmla="*/ 566 w 89969"/>
                <a:gd name="connsiteY14" fmla="*/ 92960 h 141885"/>
                <a:gd name="connsiteX15" fmla="*/ 566 w 89969"/>
                <a:gd name="connsiteY15" fmla="*/ 140155 h 141885"/>
                <a:gd name="connsiteX16" fmla="*/ 4504 w 89969"/>
                <a:gd name="connsiteY16" fmla="*/ 140155 h 141885"/>
                <a:gd name="connsiteX17" fmla="*/ 11472 w 89969"/>
                <a:gd name="connsiteY17" fmla="*/ 136524 h 141885"/>
                <a:gd name="connsiteX18" fmla="*/ 25406 w 89969"/>
                <a:gd name="connsiteY18" fmla="*/ 138944 h 141885"/>
                <a:gd name="connsiteX19" fmla="*/ 47520 w 89969"/>
                <a:gd name="connsiteY19" fmla="*/ 141970 h 141885"/>
                <a:gd name="connsiteX20" fmla="*/ 90233 w 89969"/>
                <a:gd name="connsiteY20" fmla="*/ 103246 h 141885"/>
                <a:gd name="connsiteX21" fmla="*/ 64787 w 89969"/>
                <a:gd name="connsiteY21" fmla="*/ 67246 h 141885"/>
                <a:gd name="connsiteX22" fmla="*/ 32071 w 89969"/>
                <a:gd name="connsiteY22" fmla="*/ 47884 h 141885"/>
                <a:gd name="connsiteX23" fmla="*/ 19045 w 89969"/>
                <a:gd name="connsiteY23" fmla="*/ 27312 h 141885"/>
                <a:gd name="connsiteX24" fmla="*/ 42370 w 89969"/>
                <a:gd name="connsiteY24" fmla="*/ 6740 h 141885"/>
                <a:gd name="connsiteX25" fmla="*/ 75693 w 89969"/>
                <a:gd name="connsiteY25" fmla="*/ 43951 h 141885"/>
                <a:gd name="connsiteX26" fmla="*/ 80237 w 89969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69" h="141885">
                  <a:moveTo>
                    <a:pt x="80237" y="43951"/>
                  </a:moveTo>
                  <a:lnTo>
                    <a:pt x="79025" y="2807"/>
                  </a:lnTo>
                  <a:lnTo>
                    <a:pt x="75693" y="2807"/>
                  </a:lnTo>
                  <a:lnTo>
                    <a:pt x="75087" y="3412"/>
                  </a:lnTo>
                  <a:cubicBezTo>
                    <a:pt x="72360" y="5530"/>
                    <a:pt x="72057" y="5833"/>
                    <a:pt x="70846" y="5833"/>
                  </a:cubicBezTo>
                  <a:cubicBezTo>
                    <a:pt x="69028" y="5833"/>
                    <a:pt x="65999" y="5228"/>
                    <a:pt x="62667" y="3715"/>
                  </a:cubicBezTo>
                  <a:cubicBezTo>
                    <a:pt x="56002" y="1295"/>
                    <a:pt x="49338" y="85"/>
                    <a:pt x="41462" y="85"/>
                  </a:cubicBezTo>
                  <a:cubicBezTo>
                    <a:pt x="17530" y="85"/>
                    <a:pt x="263" y="15514"/>
                    <a:pt x="263" y="37295"/>
                  </a:cubicBezTo>
                  <a:cubicBezTo>
                    <a:pt x="263" y="54237"/>
                    <a:pt x="9957" y="66338"/>
                    <a:pt x="35706" y="80859"/>
                  </a:cubicBezTo>
                  <a:lnTo>
                    <a:pt x="53276" y="90843"/>
                  </a:lnTo>
                  <a:cubicBezTo>
                    <a:pt x="63878" y="96893"/>
                    <a:pt x="69028" y="104154"/>
                    <a:pt x="69028" y="113532"/>
                  </a:cubicBezTo>
                  <a:cubicBezTo>
                    <a:pt x="69028" y="126843"/>
                    <a:pt x="59334" y="135314"/>
                    <a:pt x="43885" y="135314"/>
                  </a:cubicBezTo>
                  <a:cubicBezTo>
                    <a:pt x="33585" y="135314"/>
                    <a:pt x="24195" y="131381"/>
                    <a:pt x="18439" y="124726"/>
                  </a:cubicBezTo>
                  <a:cubicBezTo>
                    <a:pt x="12078" y="117163"/>
                    <a:pt x="9351" y="110204"/>
                    <a:pt x="5413" y="92960"/>
                  </a:cubicBezTo>
                  <a:lnTo>
                    <a:pt x="566" y="92960"/>
                  </a:lnTo>
                  <a:lnTo>
                    <a:pt x="566" y="140155"/>
                  </a:lnTo>
                  <a:lnTo>
                    <a:pt x="4504" y="140155"/>
                  </a:lnTo>
                  <a:cubicBezTo>
                    <a:pt x="6625" y="137129"/>
                    <a:pt x="7836" y="136524"/>
                    <a:pt x="11472" y="136524"/>
                  </a:cubicBezTo>
                  <a:cubicBezTo>
                    <a:pt x="14198" y="136524"/>
                    <a:pt x="18439" y="137129"/>
                    <a:pt x="25406" y="138944"/>
                  </a:cubicBezTo>
                  <a:cubicBezTo>
                    <a:pt x="33888" y="140760"/>
                    <a:pt x="42067" y="141970"/>
                    <a:pt x="47520" y="141970"/>
                  </a:cubicBezTo>
                  <a:cubicBezTo>
                    <a:pt x="70846" y="141970"/>
                    <a:pt x="90233" y="124423"/>
                    <a:pt x="90233" y="103246"/>
                  </a:cubicBezTo>
                  <a:cubicBezTo>
                    <a:pt x="90233" y="88120"/>
                    <a:pt x="82963" y="78137"/>
                    <a:pt x="64787" y="67246"/>
                  </a:cubicBezTo>
                  <a:lnTo>
                    <a:pt x="32071" y="47884"/>
                  </a:lnTo>
                  <a:cubicBezTo>
                    <a:pt x="23589" y="43044"/>
                    <a:pt x="19045" y="35480"/>
                    <a:pt x="19045" y="27312"/>
                  </a:cubicBezTo>
                  <a:cubicBezTo>
                    <a:pt x="19045" y="15211"/>
                    <a:pt x="28436" y="6740"/>
                    <a:pt x="42370" y="6740"/>
                  </a:cubicBezTo>
                  <a:cubicBezTo>
                    <a:pt x="59637" y="6740"/>
                    <a:pt x="68725" y="17026"/>
                    <a:pt x="75693" y="43951"/>
                  </a:cubicBezTo>
                  <a:lnTo>
                    <a:pt x="80237" y="4395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B837F92F-069E-E32C-6652-C331889F188D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0701736" y="4981958"/>
              <a:ext cx="133591" cy="142187"/>
            </a:xfrm>
            <a:custGeom>
              <a:avLst/>
              <a:gdLst>
                <a:gd name="connsiteX0" fmla="*/ 67214 w 133591"/>
                <a:gd name="connsiteY0" fmla="*/ 85 h 142187"/>
                <a:gd name="connsiteX1" fmla="*/ 267 w 133591"/>
                <a:gd name="connsiteY1" fmla="*/ 70876 h 142187"/>
                <a:gd name="connsiteX2" fmla="*/ 66609 w 133591"/>
                <a:gd name="connsiteY2" fmla="*/ 142272 h 142187"/>
                <a:gd name="connsiteX3" fmla="*/ 133859 w 133591"/>
                <a:gd name="connsiteY3" fmla="*/ 68456 h 142187"/>
                <a:gd name="connsiteX4" fmla="*/ 67214 w 133591"/>
                <a:gd name="connsiteY4" fmla="*/ 85 h 142187"/>
                <a:gd name="connsiteX5" fmla="*/ 63276 w 133591"/>
                <a:gd name="connsiteY5" fmla="*/ 8555 h 142187"/>
                <a:gd name="connsiteX6" fmla="*/ 106595 w 133591"/>
                <a:gd name="connsiteY6" fmla="*/ 79044 h 142187"/>
                <a:gd name="connsiteX7" fmla="*/ 70244 w 133591"/>
                <a:gd name="connsiteY7" fmla="*/ 133802 h 142187"/>
                <a:gd name="connsiteX8" fmla="*/ 40860 w 133591"/>
                <a:gd name="connsiteY8" fmla="*/ 114440 h 142187"/>
                <a:gd name="connsiteX9" fmla="*/ 27531 w 133591"/>
                <a:gd name="connsiteY9" fmla="*/ 56052 h 142187"/>
                <a:gd name="connsiteX10" fmla="*/ 63276 w 133591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91" h="142187">
                  <a:moveTo>
                    <a:pt x="67214" y="85"/>
                  </a:moveTo>
                  <a:cubicBezTo>
                    <a:pt x="27834" y="85"/>
                    <a:pt x="267" y="29127"/>
                    <a:pt x="267" y="70876"/>
                  </a:cubicBezTo>
                  <a:cubicBezTo>
                    <a:pt x="267" y="111717"/>
                    <a:pt x="28440" y="142272"/>
                    <a:pt x="66609" y="142272"/>
                  </a:cubicBezTo>
                  <a:cubicBezTo>
                    <a:pt x="104778" y="142272"/>
                    <a:pt x="133859" y="110204"/>
                    <a:pt x="133859" y="68456"/>
                  </a:cubicBezTo>
                  <a:cubicBezTo>
                    <a:pt x="133859" y="28825"/>
                    <a:pt x="105989" y="85"/>
                    <a:pt x="67214" y="85"/>
                  </a:cubicBezTo>
                  <a:close/>
                  <a:moveTo>
                    <a:pt x="63276" y="8555"/>
                  </a:moveTo>
                  <a:cubicBezTo>
                    <a:pt x="88722" y="8555"/>
                    <a:pt x="106595" y="37598"/>
                    <a:pt x="106595" y="79044"/>
                  </a:cubicBezTo>
                  <a:cubicBezTo>
                    <a:pt x="106595" y="113230"/>
                    <a:pt x="92963" y="133802"/>
                    <a:pt x="70244" y="133802"/>
                  </a:cubicBezTo>
                  <a:cubicBezTo>
                    <a:pt x="58430" y="133802"/>
                    <a:pt x="47221" y="126541"/>
                    <a:pt x="40860" y="114440"/>
                  </a:cubicBezTo>
                  <a:cubicBezTo>
                    <a:pt x="32378" y="98708"/>
                    <a:pt x="27531" y="77532"/>
                    <a:pt x="27531" y="56052"/>
                  </a:cubicBezTo>
                  <a:cubicBezTo>
                    <a:pt x="27531" y="27312"/>
                    <a:pt x="41768" y="8555"/>
                    <a:pt x="63276" y="855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64737F0-C4C1-0919-B1B2-18A6915E21E8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0849830" y="4981958"/>
              <a:ext cx="142073" cy="139162"/>
            </a:xfrm>
            <a:custGeom>
              <a:avLst/>
              <a:gdLst>
                <a:gd name="connsiteX0" fmla="*/ 272 w 142073"/>
                <a:gd name="connsiteY0" fmla="*/ 18841 h 139162"/>
                <a:gd name="connsiteX1" fmla="*/ 8451 w 142073"/>
                <a:gd name="connsiteY1" fmla="*/ 17631 h 139162"/>
                <a:gd name="connsiteX2" fmla="*/ 19660 w 142073"/>
                <a:gd name="connsiteY2" fmla="*/ 36993 h 139162"/>
                <a:gd name="connsiteX3" fmla="*/ 19660 w 142073"/>
                <a:gd name="connsiteY3" fmla="*/ 112020 h 139162"/>
                <a:gd name="connsiteX4" fmla="*/ 878 w 142073"/>
                <a:gd name="connsiteY4" fmla="*/ 134709 h 139162"/>
                <a:gd name="connsiteX5" fmla="*/ 878 w 142073"/>
                <a:gd name="connsiteY5" fmla="*/ 139247 h 139162"/>
                <a:gd name="connsiteX6" fmla="*/ 65099 w 142073"/>
                <a:gd name="connsiteY6" fmla="*/ 139247 h 139162"/>
                <a:gd name="connsiteX7" fmla="*/ 65099 w 142073"/>
                <a:gd name="connsiteY7" fmla="*/ 134709 h 139162"/>
                <a:gd name="connsiteX8" fmla="*/ 45106 w 142073"/>
                <a:gd name="connsiteY8" fmla="*/ 118978 h 139162"/>
                <a:gd name="connsiteX9" fmla="*/ 45106 w 142073"/>
                <a:gd name="connsiteY9" fmla="*/ 33968 h 139162"/>
                <a:gd name="connsiteX10" fmla="*/ 76307 w 142073"/>
                <a:gd name="connsiteY10" fmla="*/ 16724 h 139162"/>
                <a:gd name="connsiteX11" fmla="*/ 98421 w 142073"/>
                <a:gd name="connsiteY11" fmla="*/ 46069 h 139162"/>
                <a:gd name="connsiteX12" fmla="*/ 98421 w 142073"/>
                <a:gd name="connsiteY12" fmla="*/ 109297 h 139162"/>
                <a:gd name="connsiteX13" fmla="*/ 79337 w 142073"/>
                <a:gd name="connsiteY13" fmla="*/ 134709 h 139162"/>
                <a:gd name="connsiteX14" fmla="*/ 79337 w 142073"/>
                <a:gd name="connsiteY14" fmla="*/ 139247 h 139162"/>
                <a:gd name="connsiteX15" fmla="*/ 142346 w 142073"/>
                <a:gd name="connsiteY15" fmla="*/ 139247 h 139162"/>
                <a:gd name="connsiteX16" fmla="*/ 142346 w 142073"/>
                <a:gd name="connsiteY16" fmla="*/ 134709 h 139162"/>
                <a:gd name="connsiteX17" fmla="*/ 123867 w 142073"/>
                <a:gd name="connsiteY17" fmla="*/ 114742 h 139162"/>
                <a:gd name="connsiteX18" fmla="*/ 123867 w 142073"/>
                <a:gd name="connsiteY18" fmla="*/ 45464 h 139162"/>
                <a:gd name="connsiteX19" fmla="*/ 88122 w 142073"/>
                <a:gd name="connsiteY19" fmla="*/ 85 h 139162"/>
                <a:gd name="connsiteX20" fmla="*/ 44197 w 142073"/>
                <a:gd name="connsiteY20" fmla="*/ 24589 h 139162"/>
                <a:gd name="connsiteX21" fmla="*/ 44197 w 142073"/>
                <a:gd name="connsiteY21" fmla="*/ 690 h 139162"/>
                <a:gd name="connsiteX22" fmla="*/ 42076 w 142073"/>
                <a:gd name="connsiteY22" fmla="*/ 85 h 139162"/>
                <a:gd name="connsiteX23" fmla="*/ 272 w 142073"/>
                <a:gd name="connsiteY23" fmla="*/ 13698 h 139162"/>
                <a:gd name="connsiteX24" fmla="*/ 272 w 142073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073" h="139162">
                  <a:moveTo>
                    <a:pt x="272" y="18841"/>
                  </a:moveTo>
                  <a:cubicBezTo>
                    <a:pt x="2090" y="17934"/>
                    <a:pt x="5119" y="17631"/>
                    <a:pt x="8451" y="17631"/>
                  </a:cubicBezTo>
                  <a:cubicBezTo>
                    <a:pt x="16933" y="17631"/>
                    <a:pt x="19660" y="22169"/>
                    <a:pt x="19660" y="36993"/>
                  </a:cubicBezTo>
                  <a:lnTo>
                    <a:pt x="19660" y="112020"/>
                  </a:lnTo>
                  <a:cubicBezTo>
                    <a:pt x="19660" y="129264"/>
                    <a:pt x="16327" y="133499"/>
                    <a:pt x="878" y="134709"/>
                  </a:cubicBezTo>
                  <a:lnTo>
                    <a:pt x="878" y="139247"/>
                  </a:lnTo>
                  <a:lnTo>
                    <a:pt x="65099" y="139247"/>
                  </a:lnTo>
                  <a:lnTo>
                    <a:pt x="65099" y="134709"/>
                  </a:lnTo>
                  <a:cubicBezTo>
                    <a:pt x="49650" y="133499"/>
                    <a:pt x="45106" y="129869"/>
                    <a:pt x="45106" y="118978"/>
                  </a:cubicBezTo>
                  <a:lnTo>
                    <a:pt x="45106" y="33968"/>
                  </a:lnTo>
                  <a:cubicBezTo>
                    <a:pt x="59646" y="20354"/>
                    <a:pt x="66311" y="16724"/>
                    <a:pt x="76307" y="16724"/>
                  </a:cubicBezTo>
                  <a:cubicBezTo>
                    <a:pt x="91151" y="16724"/>
                    <a:pt x="98421" y="26102"/>
                    <a:pt x="98421" y="46069"/>
                  </a:cubicBezTo>
                  <a:lnTo>
                    <a:pt x="98421" y="109297"/>
                  </a:lnTo>
                  <a:cubicBezTo>
                    <a:pt x="98421" y="128356"/>
                    <a:pt x="94483" y="133499"/>
                    <a:pt x="79337" y="134709"/>
                  </a:cubicBezTo>
                  <a:lnTo>
                    <a:pt x="79337" y="139247"/>
                  </a:lnTo>
                  <a:lnTo>
                    <a:pt x="142346" y="139247"/>
                  </a:lnTo>
                  <a:lnTo>
                    <a:pt x="142346" y="134709"/>
                  </a:lnTo>
                  <a:cubicBezTo>
                    <a:pt x="127502" y="133196"/>
                    <a:pt x="123867" y="129566"/>
                    <a:pt x="123867" y="114742"/>
                  </a:cubicBezTo>
                  <a:lnTo>
                    <a:pt x="123867" y="45464"/>
                  </a:lnTo>
                  <a:cubicBezTo>
                    <a:pt x="123867" y="17026"/>
                    <a:pt x="110538" y="85"/>
                    <a:pt x="88122" y="85"/>
                  </a:cubicBezTo>
                  <a:cubicBezTo>
                    <a:pt x="74187" y="85"/>
                    <a:pt x="64796" y="5228"/>
                    <a:pt x="44197" y="24589"/>
                  </a:cubicBezTo>
                  <a:lnTo>
                    <a:pt x="44197" y="690"/>
                  </a:lnTo>
                  <a:lnTo>
                    <a:pt x="42076" y="85"/>
                  </a:lnTo>
                  <a:cubicBezTo>
                    <a:pt x="27233" y="5530"/>
                    <a:pt x="16933" y="8858"/>
                    <a:pt x="272" y="13698"/>
                  </a:cubicBezTo>
                  <a:lnTo>
                    <a:pt x="272" y="1884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3BDA8FD4-ED73-3813-E6E8-87394C69CB76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1020947" y="4916612"/>
              <a:ext cx="42107" cy="73514"/>
            </a:xfrm>
            <a:custGeom>
              <a:avLst/>
              <a:gdLst>
                <a:gd name="connsiteX0" fmla="*/ 8456 w 42107"/>
                <a:gd name="connsiteY0" fmla="*/ 73599 h 73514"/>
                <a:gd name="connsiteX1" fmla="*/ 42384 w 42107"/>
                <a:gd name="connsiteY1" fmla="*/ 27010 h 73514"/>
                <a:gd name="connsiteX2" fmla="*/ 18150 w 42107"/>
                <a:gd name="connsiteY2" fmla="*/ 85 h 73514"/>
                <a:gd name="connsiteX3" fmla="*/ 277 w 42107"/>
                <a:gd name="connsiteY3" fmla="*/ 17329 h 73514"/>
                <a:gd name="connsiteX4" fmla="*/ 18150 w 42107"/>
                <a:gd name="connsiteY4" fmla="*/ 32758 h 73514"/>
                <a:gd name="connsiteX5" fmla="*/ 23906 w 42107"/>
                <a:gd name="connsiteY5" fmla="*/ 32153 h 73514"/>
                <a:gd name="connsiteX6" fmla="*/ 26329 w 42107"/>
                <a:gd name="connsiteY6" fmla="*/ 31547 h 73514"/>
                <a:gd name="connsiteX7" fmla="*/ 30570 w 42107"/>
                <a:gd name="connsiteY7" fmla="*/ 35783 h 73514"/>
                <a:gd name="connsiteX8" fmla="*/ 5730 w 42107"/>
                <a:gd name="connsiteY8" fmla="*/ 67851 h 73514"/>
                <a:gd name="connsiteX9" fmla="*/ 8456 w 42107"/>
                <a:gd name="connsiteY9" fmla="*/ 73599 h 7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07" h="73514">
                  <a:moveTo>
                    <a:pt x="8456" y="73599"/>
                  </a:moveTo>
                  <a:cubicBezTo>
                    <a:pt x="28752" y="63615"/>
                    <a:pt x="42384" y="45161"/>
                    <a:pt x="42384" y="27010"/>
                  </a:cubicBezTo>
                  <a:cubicBezTo>
                    <a:pt x="42384" y="11883"/>
                    <a:pt x="31782" y="85"/>
                    <a:pt x="18150" y="85"/>
                  </a:cubicBezTo>
                  <a:cubicBezTo>
                    <a:pt x="7547" y="85"/>
                    <a:pt x="277" y="7043"/>
                    <a:pt x="277" y="17329"/>
                  </a:cubicBezTo>
                  <a:cubicBezTo>
                    <a:pt x="277" y="27010"/>
                    <a:pt x="7244" y="32758"/>
                    <a:pt x="18150" y="32758"/>
                  </a:cubicBezTo>
                  <a:cubicBezTo>
                    <a:pt x="19967" y="32758"/>
                    <a:pt x="22088" y="32455"/>
                    <a:pt x="23906" y="32153"/>
                  </a:cubicBezTo>
                  <a:cubicBezTo>
                    <a:pt x="26026" y="31547"/>
                    <a:pt x="26026" y="31547"/>
                    <a:pt x="26329" y="31547"/>
                  </a:cubicBezTo>
                  <a:cubicBezTo>
                    <a:pt x="28752" y="31547"/>
                    <a:pt x="30570" y="33363"/>
                    <a:pt x="30570" y="35783"/>
                  </a:cubicBezTo>
                  <a:cubicBezTo>
                    <a:pt x="30570" y="45766"/>
                    <a:pt x="22088" y="56657"/>
                    <a:pt x="5730" y="67851"/>
                  </a:cubicBezTo>
                  <a:lnTo>
                    <a:pt x="8456" y="73599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D82DAF3-8653-9E28-1545-0B3462C7D34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1096996" y="4982260"/>
              <a:ext cx="89969" cy="141885"/>
            </a:xfrm>
            <a:custGeom>
              <a:avLst/>
              <a:gdLst>
                <a:gd name="connsiteX0" fmla="*/ 80253 w 89969"/>
                <a:gd name="connsiteY0" fmla="*/ 43951 h 141885"/>
                <a:gd name="connsiteX1" fmla="*/ 79041 w 89969"/>
                <a:gd name="connsiteY1" fmla="*/ 2807 h 141885"/>
                <a:gd name="connsiteX2" fmla="*/ 75709 w 89969"/>
                <a:gd name="connsiteY2" fmla="*/ 2807 h 141885"/>
                <a:gd name="connsiteX3" fmla="*/ 75103 w 89969"/>
                <a:gd name="connsiteY3" fmla="*/ 3412 h 141885"/>
                <a:gd name="connsiteX4" fmla="*/ 70862 w 89969"/>
                <a:gd name="connsiteY4" fmla="*/ 5833 h 141885"/>
                <a:gd name="connsiteX5" fmla="*/ 62683 w 89969"/>
                <a:gd name="connsiteY5" fmla="*/ 3715 h 141885"/>
                <a:gd name="connsiteX6" fmla="*/ 41478 w 89969"/>
                <a:gd name="connsiteY6" fmla="*/ 85 h 141885"/>
                <a:gd name="connsiteX7" fmla="*/ 280 w 89969"/>
                <a:gd name="connsiteY7" fmla="*/ 37295 h 141885"/>
                <a:gd name="connsiteX8" fmla="*/ 35723 w 89969"/>
                <a:gd name="connsiteY8" fmla="*/ 80859 h 141885"/>
                <a:gd name="connsiteX9" fmla="*/ 53292 w 89969"/>
                <a:gd name="connsiteY9" fmla="*/ 90843 h 141885"/>
                <a:gd name="connsiteX10" fmla="*/ 69045 w 89969"/>
                <a:gd name="connsiteY10" fmla="*/ 113532 h 141885"/>
                <a:gd name="connsiteX11" fmla="*/ 43902 w 89969"/>
                <a:gd name="connsiteY11" fmla="*/ 135314 h 141885"/>
                <a:gd name="connsiteX12" fmla="*/ 18456 w 89969"/>
                <a:gd name="connsiteY12" fmla="*/ 124726 h 141885"/>
                <a:gd name="connsiteX13" fmla="*/ 5430 w 89969"/>
                <a:gd name="connsiteY13" fmla="*/ 92960 h 141885"/>
                <a:gd name="connsiteX14" fmla="*/ 583 w 89969"/>
                <a:gd name="connsiteY14" fmla="*/ 92960 h 141885"/>
                <a:gd name="connsiteX15" fmla="*/ 583 w 89969"/>
                <a:gd name="connsiteY15" fmla="*/ 140155 h 141885"/>
                <a:gd name="connsiteX16" fmla="*/ 4521 w 89969"/>
                <a:gd name="connsiteY16" fmla="*/ 140155 h 141885"/>
                <a:gd name="connsiteX17" fmla="*/ 11488 w 89969"/>
                <a:gd name="connsiteY17" fmla="*/ 136524 h 141885"/>
                <a:gd name="connsiteX18" fmla="*/ 25423 w 89969"/>
                <a:gd name="connsiteY18" fmla="*/ 138944 h 141885"/>
                <a:gd name="connsiteX19" fmla="*/ 47537 w 89969"/>
                <a:gd name="connsiteY19" fmla="*/ 141970 h 141885"/>
                <a:gd name="connsiteX20" fmla="*/ 90250 w 89969"/>
                <a:gd name="connsiteY20" fmla="*/ 103246 h 141885"/>
                <a:gd name="connsiteX21" fmla="*/ 64804 w 89969"/>
                <a:gd name="connsiteY21" fmla="*/ 67246 h 141885"/>
                <a:gd name="connsiteX22" fmla="*/ 32087 w 89969"/>
                <a:gd name="connsiteY22" fmla="*/ 47884 h 141885"/>
                <a:gd name="connsiteX23" fmla="*/ 19061 w 89969"/>
                <a:gd name="connsiteY23" fmla="*/ 27312 h 141885"/>
                <a:gd name="connsiteX24" fmla="*/ 42387 w 89969"/>
                <a:gd name="connsiteY24" fmla="*/ 6740 h 141885"/>
                <a:gd name="connsiteX25" fmla="*/ 75709 w 89969"/>
                <a:gd name="connsiteY25" fmla="*/ 43951 h 141885"/>
                <a:gd name="connsiteX26" fmla="*/ 80253 w 89969"/>
                <a:gd name="connsiteY26" fmla="*/ 43951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69" h="141885">
                  <a:moveTo>
                    <a:pt x="80253" y="43951"/>
                  </a:moveTo>
                  <a:lnTo>
                    <a:pt x="79041" y="2807"/>
                  </a:lnTo>
                  <a:lnTo>
                    <a:pt x="75709" y="2807"/>
                  </a:lnTo>
                  <a:lnTo>
                    <a:pt x="75103" y="3412"/>
                  </a:lnTo>
                  <a:cubicBezTo>
                    <a:pt x="72377" y="5530"/>
                    <a:pt x="72074" y="5833"/>
                    <a:pt x="70862" y="5833"/>
                  </a:cubicBezTo>
                  <a:cubicBezTo>
                    <a:pt x="69045" y="5833"/>
                    <a:pt x="66015" y="5228"/>
                    <a:pt x="62683" y="3715"/>
                  </a:cubicBezTo>
                  <a:cubicBezTo>
                    <a:pt x="56019" y="1295"/>
                    <a:pt x="49354" y="85"/>
                    <a:pt x="41478" y="85"/>
                  </a:cubicBezTo>
                  <a:cubicBezTo>
                    <a:pt x="17547" y="85"/>
                    <a:pt x="280" y="15514"/>
                    <a:pt x="280" y="37295"/>
                  </a:cubicBezTo>
                  <a:cubicBezTo>
                    <a:pt x="280" y="54237"/>
                    <a:pt x="9974" y="66338"/>
                    <a:pt x="35723" y="80859"/>
                  </a:cubicBezTo>
                  <a:lnTo>
                    <a:pt x="53292" y="90843"/>
                  </a:lnTo>
                  <a:cubicBezTo>
                    <a:pt x="63895" y="96893"/>
                    <a:pt x="69045" y="104154"/>
                    <a:pt x="69045" y="113532"/>
                  </a:cubicBezTo>
                  <a:cubicBezTo>
                    <a:pt x="69045" y="126843"/>
                    <a:pt x="59351" y="135314"/>
                    <a:pt x="43902" y="135314"/>
                  </a:cubicBezTo>
                  <a:cubicBezTo>
                    <a:pt x="33602" y="135314"/>
                    <a:pt x="24211" y="131381"/>
                    <a:pt x="18456" y="124726"/>
                  </a:cubicBezTo>
                  <a:cubicBezTo>
                    <a:pt x="12094" y="117163"/>
                    <a:pt x="9368" y="110204"/>
                    <a:pt x="5430" y="92960"/>
                  </a:cubicBezTo>
                  <a:lnTo>
                    <a:pt x="583" y="92960"/>
                  </a:lnTo>
                  <a:lnTo>
                    <a:pt x="583" y="140155"/>
                  </a:lnTo>
                  <a:lnTo>
                    <a:pt x="4521" y="140155"/>
                  </a:lnTo>
                  <a:cubicBezTo>
                    <a:pt x="6641" y="137129"/>
                    <a:pt x="7853" y="136524"/>
                    <a:pt x="11488" y="136524"/>
                  </a:cubicBezTo>
                  <a:cubicBezTo>
                    <a:pt x="14215" y="136524"/>
                    <a:pt x="18456" y="137129"/>
                    <a:pt x="25423" y="138944"/>
                  </a:cubicBezTo>
                  <a:cubicBezTo>
                    <a:pt x="33905" y="140760"/>
                    <a:pt x="42084" y="141970"/>
                    <a:pt x="47537" y="141970"/>
                  </a:cubicBezTo>
                  <a:cubicBezTo>
                    <a:pt x="70862" y="141970"/>
                    <a:pt x="90250" y="124423"/>
                    <a:pt x="90250" y="103246"/>
                  </a:cubicBezTo>
                  <a:cubicBezTo>
                    <a:pt x="90250" y="88120"/>
                    <a:pt x="82980" y="78137"/>
                    <a:pt x="64804" y="67246"/>
                  </a:cubicBezTo>
                  <a:lnTo>
                    <a:pt x="32087" y="47884"/>
                  </a:lnTo>
                  <a:cubicBezTo>
                    <a:pt x="23605" y="43044"/>
                    <a:pt x="19061" y="35480"/>
                    <a:pt x="19061" y="27312"/>
                  </a:cubicBezTo>
                  <a:cubicBezTo>
                    <a:pt x="19061" y="15211"/>
                    <a:pt x="28452" y="6740"/>
                    <a:pt x="42387" y="6740"/>
                  </a:cubicBezTo>
                  <a:cubicBezTo>
                    <a:pt x="59654" y="6740"/>
                    <a:pt x="68742" y="17026"/>
                    <a:pt x="75709" y="43951"/>
                  </a:cubicBezTo>
                  <a:lnTo>
                    <a:pt x="80253" y="43951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52B2B853-3E16-6485-3370-F60D615D27A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1309467" y="4916612"/>
              <a:ext cx="85728" cy="204508"/>
            </a:xfrm>
            <a:custGeom>
              <a:avLst/>
              <a:gdLst>
                <a:gd name="connsiteX0" fmla="*/ 54813 w 85728"/>
                <a:gd name="connsiteY0" fmla="*/ 85 h 204508"/>
                <a:gd name="connsiteX1" fmla="*/ 286 w 85728"/>
                <a:gd name="connsiteY1" fmla="*/ 27615 h 204508"/>
                <a:gd name="connsiteX2" fmla="*/ 286 w 85728"/>
                <a:gd name="connsiteY2" fmla="*/ 31850 h 204508"/>
                <a:gd name="connsiteX3" fmla="*/ 8465 w 85728"/>
                <a:gd name="connsiteY3" fmla="*/ 28522 h 204508"/>
                <a:gd name="connsiteX4" fmla="*/ 22097 w 85728"/>
                <a:gd name="connsiteY4" fmla="*/ 25194 h 204508"/>
                <a:gd name="connsiteX5" fmla="*/ 31185 w 85728"/>
                <a:gd name="connsiteY5" fmla="*/ 39413 h 204508"/>
                <a:gd name="connsiteX6" fmla="*/ 31185 w 85728"/>
                <a:gd name="connsiteY6" fmla="*/ 176458 h 204508"/>
                <a:gd name="connsiteX7" fmla="*/ 23915 w 85728"/>
                <a:gd name="connsiteY7" fmla="*/ 196122 h 204508"/>
                <a:gd name="connsiteX8" fmla="*/ 2407 w 85728"/>
                <a:gd name="connsiteY8" fmla="*/ 200055 h 204508"/>
                <a:gd name="connsiteX9" fmla="*/ 2407 w 85728"/>
                <a:gd name="connsiteY9" fmla="*/ 204593 h 204508"/>
                <a:gd name="connsiteX10" fmla="*/ 86015 w 85728"/>
                <a:gd name="connsiteY10" fmla="*/ 204593 h 204508"/>
                <a:gd name="connsiteX11" fmla="*/ 86015 w 85728"/>
                <a:gd name="connsiteY11" fmla="*/ 200055 h 204508"/>
                <a:gd name="connsiteX12" fmla="*/ 57237 w 85728"/>
                <a:gd name="connsiteY12" fmla="*/ 182206 h 204508"/>
                <a:gd name="connsiteX13" fmla="*/ 57237 w 85728"/>
                <a:gd name="connsiteY13" fmla="*/ 690 h 204508"/>
                <a:gd name="connsiteX14" fmla="*/ 54813 w 85728"/>
                <a:gd name="connsiteY14" fmla="*/ 85 h 20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728" h="204508">
                  <a:moveTo>
                    <a:pt x="54813" y="85"/>
                  </a:moveTo>
                  <a:lnTo>
                    <a:pt x="286" y="27615"/>
                  </a:lnTo>
                  <a:lnTo>
                    <a:pt x="286" y="31850"/>
                  </a:lnTo>
                  <a:cubicBezTo>
                    <a:pt x="3921" y="30337"/>
                    <a:pt x="7254" y="29127"/>
                    <a:pt x="8465" y="28522"/>
                  </a:cubicBezTo>
                  <a:cubicBezTo>
                    <a:pt x="13918" y="26405"/>
                    <a:pt x="19068" y="25194"/>
                    <a:pt x="22097" y="25194"/>
                  </a:cubicBezTo>
                  <a:cubicBezTo>
                    <a:pt x="28459" y="25194"/>
                    <a:pt x="31185" y="29732"/>
                    <a:pt x="31185" y="39413"/>
                  </a:cubicBezTo>
                  <a:lnTo>
                    <a:pt x="31185" y="176458"/>
                  </a:lnTo>
                  <a:cubicBezTo>
                    <a:pt x="31185" y="186441"/>
                    <a:pt x="28762" y="193399"/>
                    <a:pt x="23915" y="196122"/>
                  </a:cubicBezTo>
                  <a:cubicBezTo>
                    <a:pt x="19371" y="198845"/>
                    <a:pt x="15130" y="199752"/>
                    <a:pt x="2407" y="200055"/>
                  </a:cubicBezTo>
                  <a:lnTo>
                    <a:pt x="2407" y="204593"/>
                  </a:lnTo>
                  <a:lnTo>
                    <a:pt x="86015" y="204593"/>
                  </a:lnTo>
                  <a:lnTo>
                    <a:pt x="86015" y="200055"/>
                  </a:lnTo>
                  <a:cubicBezTo>
                    <a:pt x="62084" y="199752"/>
                    <a:pt x="57237" y="196727"/>
                    <a:pt x="57237" y="182206"/>
                  </a:cubicBezTo>
                  <a:lnTo>
                    <a:pt x="57237" y="690"/>
                  </a:lnTo>
                  <a:lnTo>
                    <a:pt x="54813" y="8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1521B793-2113-9EAE-328B-F2D1FE0E873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1425148" y="4916612"/>
              <a:ext cx="89667" cy="208743"/>
            </a:xfrm>
            <a:custGeom>
              <a:avLst/>
              <a:gdLst>
                <a:gd name="connsiteX0" fmla="*/ 89958 w 89667"/>
                <a:gd name="connsiteY0" fmla="*/ 85 h 208743"/>
                <a:gd name="connsiteX1" fmla="*/ 69662 w 89667"/>
                <a:gd name="connsiteY1" fmla="*/ 85 h 208743"/>
                <a:gd name="connsiteX2" fmla="*/ 291 w 89667"/>
                <a:gd name="connsiteY2" fmla="*/ 208828 h 208743"/>
                <a:gd name="connsiteX3" fmla="*/ 20890 w 89667"/>
                <a:gd name="connsiteY3" fmla="*/ 208828 h 208743"/>
                <a:gd name="connsiteX4" fmla="*/ 89958 w 89667"/>
                <a:gd name="connsiteY4" fmla="*/ 85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667" h="208743">
                  <a:moveTo>
                    <a:pt x="89958" y="85"/>
                  </a:moveTo>
                  <a:lnTo>
                    <a:pt x="69662" y="85"/>
                  </a:lnTo>
                  <a:lnTo>
                    <a:pt x="291" y="208828"/>
                  </a:lnTo>
                  <a:lnTo>
                    <a:pt x="20890" y="208828"/>
                  </a:lnTo>
                  <a:lnTo>
                    <a:pt x="89958" y="8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049D2C71-02CE-C2C5-347B-09FA254F458D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1525427" y="4916612"/>
              <a:ext cx="117839" cy="208743"/>
            </a:xfrm>
            <a:custGeom>
              <a:avLst/>
              <a:gdLst>
                <a:gd name="connsiteX0" fmla="*/ 33616 w 117839"/>
                <a:gd name="connsiteY0" fmla="*/ 104759 h 208743"/>
                <a:gd name="connsiteX1" fmla="*/ 65727 w 117839"/>
                <a:gd name="connsiteY1" fmla="*/ 108087 h 208743"/>
                <a:gd name="connsiteX2" fmla="*/ 96323 w 117839"/>
                <a:gd name="connsiteY2" fmla="*/ 152861 h 208743"/>
                <a:gd name="connsiteX3" fmla="*/ 56639 w 117839"/>
                <a:gd name="connsiteY3" fmla="*/ 197937 h 208743"/>
                <a:gd name="connsiteX4" fmla="*/ 31193 w 117839"/>
                <a:gd name="connsiteY4" fmla="*/ 188559 h 208743"/>
                <a:gd name="connsiteX5" fmla="*/ 11805 w 117839"/>
                <a:gd name="connsiteY5" fmla="*/ 180996 h 208743"/>
                <a:gd name="connsiteX6" fmla="*/ 294 w 117839"/>
                <a:gd name="connsiteY6" fmla="*/ 191584 h 208743"/>
                <a:gd name="connsiteX7" fmla="*/ 34525 w 117839"/>
                <a:gd name="connsiteY7" fmla="*/ 208828 h 208743"/>
                <a:gd name="connsiteX8" fmla="*/ 96020 w 117839"/>
                <a:gd name="connsiteY8" fmla="*/ 188559 h 208743"/>
                <a:gd name="connsiteX9" fmla="*/ 118133 w 117839"/>
                <a:gd name="connsiteY9" fmla="*/ 138339 h 208743"/>
                <a:gd name="connsiteX10" fmla="*/ 104502 w 117839"/>
                <a:gd name="connsiteY10" fmla="*/ 99313 h 208743"/>
                <a:gd name="connsiteX11" fmla="*/ 79358 w 117839"/>
                <a:gd name="connsiteY11" fmla="*/ 83280 h 208743"/>
                <a:gd name="connsiteX12" fmla="*/ 107834 w 117839"/>
                <a:gd name="connsiteY12" fmla="*/ 41531 h 208743"/>
                <a:gd name="connsiteX13" fmla="*/ 60577 w 117839"/>
                <a:gd name="connsiteY13" fmla="*/ 85 h 208743"/>
                <a:gd name="connsiteX14" fmla="*/ 21196 w 117839"/>
                <a:gd name="connsiteY14" fmla="*/ 14909 h 208743"/>
                <a:gd name="connsiteX15" fmla="*/ 900 w 117839"/>
                <a:gd name="connsiteY15" fmla="*/ 49094 h 208743"/>
                <a:gd name="connsiteX16" fmla="*/ 5444 w 117839"/>
                <a:gd name="connsiteY16" fmla="*/ 50304 h 208743"/>
                <a:gd name="connsiteX17" fmla="*/ 50580 w 117839"/>
                <a:gd name="connsiteY17" fmla="*/ 18236 h 208743"/>
                <a:gd name="connsiteX18" fmla="*/ 83902 w 117839"/>
                <a:gd name="connsiteY18" fmla="*/ 50607 h 208743"/>
                <a:gd name="connsiteX19" fmla="*/ 71785 w 117839"/>
                <a:gd name="connsiteY19" fmla="*/ 79952 h 208743"/>
                <a:gd name="connsiteX20" fmla="*/ 33616 w 117839"/>
                <a:gd name="connsiteY20" fmla="*/ 100826 h 208743"/>
                <a:gd name="connsiteX21" fmla="*/ 33616 w 117839"/>
                <a:gd name="connsiteY21" fmla="*/ 104759 h 20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839" h="208743">
                  <a:moveTo>
                    <a:pt x="33616" y="104759"/>
                  </a:moveTo>
                  <a:cubicBezTo>
                    <a:pt x="51489" y="104759"/>
                    <a:pt x="58456" y="105364"/>
                    <a:pt x="65727" y="108087"/>
                  </a:cubicBezTo>
                  <a:cubicBezTo>
                    <a:pt x="84508" y="114742"/>
                    <a:pt x="96323" y="131986"/>
                    <a:pt x="96323" y="152861"/>
                  </a:cubicBezTo>
                  <a:cubicBezTo>
                    <a:pt x="96323" y="178273"/>
                    <a:pt x="79056" y="197937"/>
                    <a:pt x="56639" y="197937"/>
                  </a:cubicBezTo>
                  <a:cubicBezTo>
                    <a:pt x="48460" y="197937"/>
                    <a:pt x="42401" y="195820"/>
                    <a:pt x="31193" y="188559"/>
                  </a:cubicBezTo>
                  <a:cubicBezTo>
                    <a:pt x="22105" y="183113"/>
                    <a:pt x="16955" y="180996"/>
                    <a:pt x="11805" y="180996"/>
                  </a:cubicBezTo>
                  <a:cubicBezTo>
                    <a:pt x="4838" y="180996"/>
                    <a:pt x="294" y="185231"/>
                    <a:pt x="294" y="191584"/>
                  </a:cubicBezTo>
                  <a:cubicBezTo>
                    <a:pt x="294" y="202173"/>
                    <a:pt x="13320" y="208828"/>
                    <a:pt x="34525" y="208828"/>
                  </a:cubicBezTo>
                  <a:cubicBezTo>
                    <a:pt x="57851" y="208828"/>
                    <a:pt x="81782" y="200962"/>
                    <a:pt x="96020" y="188559"/>
                  </a:cubicBezTo>
                  <a:cubicBezTo>
                    <a:pt x="110257" y="176155"/>
                    <a:pt x="118133" y="158609"/>
                    <a:pt x="118133" y="138339"/>
                  </a:cubicBezTo>
                  <a:cubicBezTo>
                    <a:pt x="118133" y="122911"/>
                    <a:pt x="113287" y="108692"/>
                    <a:pt x="104502" y="99313"/>
                  </a:cubicBezTo>
                  <a:cubicBezTo>
                    <a:pt x="98443" y="92658"/>
                    <a:pt x="92687" y="89028"/>
                    <a:pt x="79358" y="83280"/>
                  </a:cubicBezTo>
                  <a:cubicBezTo>
                    <a:pt x="100261" y="69061"/>
                    <a:pt x="107834" y="57867"/>
                    <a:pt x="107834" y="41531"/>
                  </a:cubicBezTo>
                  <a:cubicBezTo>
                    <a:pt x="107834" y="17026"/>
                    <a:pt x="88446" y="85"/>
                    <a:pt x="60577" y="85"/>
                  </a:cubicBezTo>
                  <a:cubicBezTo>
                    <a:pt x="45430" y="85"/>
                    <a:pt x="32102" y="5228"/>
                    <a:pt x="21196" y="14909"/>
                  </a:cubicBezTo>
                  <a:cubicBezTo>
                    <a:pt x="12108" y="23077"/>
                    <a:pt x="7564" y="30942"/>
                    <a:pt x="900" y="49094"/>
                  </a:cubicBezTo>
                  <a:lnTo>
                    <a:pt x="5444" y="50304"/>
                  </a:lnTo>
                  <a:cubicBezTo>
                    <a:pt x="17864" y="28220"/>
                    <a:pt x="31496" y="18236"/>
                    <a:pt x="50580" y="18236"/>
                  </a:cubicBezTo>
                  <a:cubicBezTo>
                    <a:pt x="70271" y="18236"/>
                    <a:pt x="83902" y="31547"/>
                    <a:pt x="83902" y="50607"/>
                  </a:cubicBezTo>
                  <a:cubicBezTo>
                    <a:pt x="83902" y="61498"/>
                    <a:pt x="79358" y="72389"/>
                    <a:pt x="71785" y="79952"/>
                  </a:cubicBezTo>
                  <a:cubicBezTo>
                    <a:pt x="62697" y="89028"/>
                    <a:pt x="54215" y="93565"/>
                    <a:pt x="33616" y="100826"/>
                  </a:cubicBezTo>
                  <a:lnTo>
                    <a:pt x="33616" y="104759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6F494684-0F91-EE04-3B94-87FEACDACD9F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1665948" y="4981958"/>
              <a:ext cx="99966" cy="139162"/>
            </a:xfrm>
            <a:custGeom>
              <a:avLst/>
              <a:gdLst>
                <a:gd name="connsiteX0" fmla="*/ 905 w 99966"/>
                <a:gd name="connsiteY0" fmla="*/ 21262 h 139162"/>
                <a:gd name="connsiteX1" fmla="*/ 11507 w 99966"/>
                <a:gd name="connsiteY1" fmla="*/ 20051 h 139162"/>
                <a:gd name="connsiteX2" fmla="*/ 21807 w 99966"/>
                <a:gd name="connsiteY2" fmla="*/ 38203 h 139162"/>
                <a:gd name="connsiteX3" fmla="*/ 21807 w 99966"/>
                <a:gd name="connsiteY3" fmla="*/ 113835 h 139162"/>
                <a:gd name="connsiteX4" fmla="*/ 299 w 99966"/>
                <a:gd name="connsiteY4" fmla="*/ 134709 h 139162"/>
                <a:gd name="connsiteX5" fmla="*/ 299 w 99966"/>
                <a:gd name="connsiteY5" fmla="*/ 139247 h 139162"/>
                <a:gd name="connsiteX6" fmla="*/ 73002 w 99966"/>
                <a:gd name="connsiteY6" fmla="*/ 139247 h 139162"/>
                <a:gd name="connsiteX7" fmla="*/ 73002 w 99966"/>
                <a:gd name="connsiteY7" fmla="*/ 134709 h 139162"/>
                <a:gd name="connsiteX8" fmla="*/ 47253 w 99966"/>
                <a:gd name="connsiteY8" fmla="*/ 112020 h 139162"/>
                <a:gd name="connsiteX9" fmla="*/ 47253 w 99966"/>
                <a:gd name="connsiteY9" fmla="*/ 43951 h 139162"/>
                <a:gd name="connsiteX10" fmla="*/ 68458 w 99966"/>
                <a:gd name="connsiteY10" fmla="*/ 19144 h 139162"/>
                <a:gd name="connsiteX11" fmla="*/ 76334 w 99966"/>
                <a:gd name="connsiteY11" fmla="*/ 23682 h 139162"/>
                <a:gd name="connsiteX12" fmla="*/ 88451 w 99966"/>
                <a:gd name="connsiteY12" fmla="*/ 29732 h 139162"/>
                <a:gd name="connsiteX13" fmla="*/ 100266 w 99966"/>
                <a:gd name="connsiteY13" fmla="*/ 16119 h 139162"/>
                <a:gd name="connsiteX14" fmla="*/ 83604 w 99966"/>
                <a:gd name="connsiteY14" fmla="*/ 85 h 139162"/>
                <a:gd name="connsiteX15" fmla="*/ 47253 w 99966"/>
                <a:gd name="connsiteY15" fmla="*/ 28522 h 139162"/>
                <a:gd name="connsiteX16" fmla="*/ 47253 w 99966"/>
                <a:gd name="connsiteY16" fmla="*/ 690 h 139162"/>
                <a:gd name="connsiteX17" fmla="*/ 45738 w 99966"/>
                <a:gd name="connsiteY17" fmla="*/ 85 h 139162"/>
                <a:gd name="connsiteX18" fmla="*/ 905 w 99966"/>
                <a:gd name="connsiteY18" fmla="*/ 16421 h 139162"/>
                <a:gd name="connsiteX19" fmla="*/ 905 w 99966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966" h="139162">
                  <a:moveTo>
                    <a:pt x="905" y="21262"/>
                  </a:moveTo>
                  <a:cubicBezTo>
                    <a:pt x="5146" y="20354"/>
                    <a:pt x="7872" y="20051"/>
                    <a:pt x="11507" y="20051"/>
                  </a:cubicBezTo>
                  <a:cubicBezTo>
                    <a:pt x="19081" y="20051"/>
                    <a:pt x="21807" y="24892"/>
                    <a:pt x="21807" y="38203"/>
                  </a:cubicBezTo>
                  <a:lnTo>
                    <a:pt x="21807" y="113835"/>
                  </a:lnTo>
                  <a:cubicBezTo>
                    <a:pt x="21807" y="128961"/>
                    <a:pt x="19686" y="131079"/>
                    <a:pt x="299" y="134709"/>
                  </a:cubicBezTo>
                  <a:lnTo>
                    <a:pt x="299" y="139247"/>
                  </a:lnTo>
                  <a:lnTo>
                    <a:pt x="73002" y="139247"/>
                  </a:lnTo>
                  <a:lnTo>
                    <a:pt x="73002" y="134709"/>
                  </a:lnTo>
                  <a:cubicBezTo>
                    <a:pt x="52403" y="133802"/>
                    <a:pt x="47253" y="129264"/>
                    <a:pt x="47253" y="112020"/>
                  </a:cubicBezTo>
                  <a:lnTo>
                    <a:pt x="47253" y="43951"/>
                  </a:lnTo>
                  <a:cubicBezTo>
                    <a:pt x="47253" y="34270"/>
                    <a:pt x="60279" y="19144"/>
                    <a:pt x="68458" y="19144"/>
                  </a:cubicBezTo>
                  <a:cubicBezTo>
                    <a:pt x="70276" y="19144"/>
                    <a:pt x="73002" y="20656"/>
                    <a:pt x="76334" y="23682"/>
                  </a:cubicBezTo>
                  <a:cubicBezTo>
                    <a:pt x="81181" y="27917"/>
                    <a:pt x="84513" y="29732"/>
                    <a:pt x="88451" y="29732"/>
                  </a:cubicBezTo>
                  <a:cubicBezTo>
                    <a:pt x="95722" y="29732"/>
                    <a:pt x="100266" y="24589"/>
                    <a:pt x="100266" y="16119"/>
                  </a:cubicBezTo>
                  <a:cubicBezTo>
                    <a:pt x="100266" y="6135"/>
                    <a:pt x="93904" y="85"/>
                    <a:pt x="83604" y="85"/>
                  </a:cubicBezTo>
                  <a:cubicBezTo>
                    <a:pt x="70881" y="85"/>
                    <a:pt x="62097" y="7043"/>
                    <a:pt x="47253" y="28522"/>
                  </a:cubicBezTo>
                  <a:lnTo>
                    <a:pt x="47253" y="690"/>
                  </a:lnTo>
                  <a:lnTo>
                    <a:pt x="45738" y="85"/>
                  </a:lnTo>
                  <a:cubicBezTo>
                    <a:pt x="29683" y="6740"/>
                    <a:pt x="18778" y="10673"/>
                    <a:pt x="905" y="16421"/>
                  </a:cubicBezTo>
                  <a:lnTo>
                    <a:pt x="905" y="21262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99A43427-AD86-9E09-80C5-7E08486A849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1773865" y="4914494"/>
              <a:ext cx="140559" cy="209651"/>
            </a:xfrm>
            <a:custGeom>
              <a:avLst/>
              <a:gdLst>
                <a:gd name="connsiteX0" fmla="*/ 96331 w 140559"/>
                <a:gd name="connsiteY0" fmla="*/ 209736 h 209651"/>
                <a:gd name="connsiteX1" fmla="*/ 140861 w 140559"/>
                <a:gd name="connsiteY1" fmla="*/ 194004 h 209651"/>
                <a:gd name="connsiteX2" fmla="*/ 140861 w 140559"/>
                <a:gd name="connsiteY2" fmla="*/ 189164 h 209651"/>
                <a:gd name="connsiteX3" fmla="*/ 133894 w 140559"/>
                <a:gd name="connsiteY3" fmla="*/ 189466 h 209651"/>
                <a:gd name="connsiteX4" fmla="*/ 120565 w 140559"/>
                <a:gd name="connsiteY4" fmla="*/ 172222 h 209651"/>
                <a:gd name="connsiteX5" fmla="*/ 120565 w 140559"/>
                <a:gd name="connsiteY5" fmla="*/ 690 h 209651"/>
                <a:gd name="connsiteX6" fmla="*/ 119050 w 140559"/>
                <a:gd name="connsiteY6" fmla="*/ 85 h 209651"/>
                <a:gd name="connsiteX7" fmla="*/ 74520 w 140559"/>
                <a:gd name="connsiteY7" fmla="*/ 13396 h 209651"/>
                <a:gd name="connsiteX8" fmla="*/ 74520 w 140559"/>
                <a:gd name="connsiteY8" fmla="*/ 18236 h 209651"/>
                <a:gd name="connsiteX9" fmla="*/ 81184 w 140559"/>
                <a:gd name="connsiteY9" fmla="*/ 17934 h 209651"/>
                <a:gd name="connsiteX10" fmla="*/ 95119 w 140559"/>
                <a:gd name="connsiteY10" fmla="*/ 33363 h 209651"/>
                <a:gd name="connsiteX11" fmla="*/ 95119 w 140559"/>
                <a:gd name="connsiteY11" fmla="*/ 80557 h 209651"/>
                <a:gd name="connsiteX12" fmla="*/ 63312 w 140559"/>
                <a:gd name="connsiteY12" fmla="*/ 67548 h 209651"/>
                <a:gd name="connsiteX13" fmla="*/ 302 w 140559"/>
                <a:gd name="connsiteY13" fmla="*/ 144693 h 209651"/>
                <a:gd name="connsiteX14" fmla="*/ 56344 w 140559"/>
                <a:gd name="connsiteY14" fmla="*/ 209736 h 209651"/>
                <a:gd name="connsiteX15" fmla="*/ 95119 w 140559"/>
                <a:gd name="connsiteY15" fmla="*/ 189466 h 209651"/>
                <a:gd name="connsiteX16" fmla="*/ 95119 w 140559"/>
                <a:gd name="connsiteY16" fmla="*/ 208828 h 209651"/>
                <a:gd name="connsiteX17" fmla="*/ 96331 w 140559"/>
                <a:gd name="connsiteY17" fmla="*/ 209736 h 209651"/>
                <a:gd name="connsiteX18" fmla="*/ 95119 w 140559"/>
                <a:gd name="connsiteY18" fmla="*/ 175853 h 209651"/>
                <a:gd name="connsiteX19" fmla="*/ 89969 w 140559"/>
                <a:gd name="connsiteY19" fmla="*/ 184929 h 209651"/>
                <a:gd name="connsiteX20" fmla="*/ 68158 w 140559"/>
                <a:gd name="connsiteY20" fmla="*/ 194004 h 209651"/>
                <a:gd name="connsiteX21" fmla="*/ 26354 w 140559"/>
                <a:gd name="connsiteY21" fmla="*/ 132591 h 209651"/>
                <a:gd name="connsiteX22" fmla="*/ 64220 w 140559"/>
                <a:gd name="connsiteY22" fmla="*/ 76019 h 209651"/>
                <a:gd name="connsiteX23" fmla="*/ 95119 w 140559"/>
                <a:gd name="connsiteY23" fmla="*/ 106272 h 209651"/>
                <a:gd name="connsiteX24" fmla="*/ 95119 w 140559"/>
                <a:gd name="connsiteY24" fmla="*/ 175853 h 20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559" h="209651">
                  <a:moveTo>
                    <a:pt x="96331" y="209736"/>
                  </a:moveTo>
                  <a:lnTo>
                    <a:pt x="140861" y="194004"/>
                  </a:lnTo>
                  <a:lnTo>
                    <a:pt x="140861" y="189164"/>
                  </a:lnTo>
                  <a:cubicBezTo>
                    <a:pt x="135409" y="189466"/>
                    <a:pt x="134803" y="189466"/>
                    <a:pt x="133894" y="189466"/>
                  </a:cubicBezTo>
                  <a:cubicBezTo>
                    <a:pt x="122989" y="189466"/>
                    <a:pt x="120565" y="186139"/>
                    <a:pt x="120565" y="172222"/>
                  </a:cubicBezTo>
                  <a:lnTo>
                    <a:pt x="120565" y="690"/>
                  </a:lnTo>
                  <a:lnTo>
                    <a:pt x="119050" y="85"/>
                  </a:lnTo>
                  <a:cubicBezTo>
                    <a:pt x="104510" y="5228"/>
                    <a:pt x="93907" y="8253"/>
                    <a:pt x="74520" y="13396"/>
                  </a:cubicBezTo>
                  <a:lnTo>
                    <a:pt x="74520" y="18236"/>
                  </a:lnTo>
                  <a:cubicBezTo>
                    <a:pt x="76943" y="17934"/>
                    <a:pt x="78761" y="17934"/>
                    <a:pt x="81184" y="17934"/>
                  </a:cubicBezTo>
                  <a:cubicBezTo>
                    <a:pt x="92393" y="17934"/>
                    <a:pt x="95119" y="20959"/>
                    <a:pt x="95119" y="33363"/>
                  </a:cubicBezTo>
                  <a:lnTo>
                    <a:pt x="95119" y="80557"/>
                  </a:lnTo>
                  <a:cubicBezTo>
                    <a:pt x="83608" y="70876"/>
                    <a:pt x="75429" y="67548"/>
                    <a:pt x="63312" y="67548"/>
                  </a:cubicBezTo>
                  <a:cubicBezTo>
                    <a:pt x="28475" y="67548"/>
                    <a:pt x="302" y="101734"/>
                    <a:pt x="302" y="144693"/>
                  </a:cubicBezTo>
                  <a:cubicBezTo>
                    <a:pt x="302" y="183416"/>
                    <a:pt x="23022" y="209736"/>
                    <a:pt x="56344" y="209736"/>
                  </a:cubicBezTo>
                  <a:cubicBezTo>
                    <a:pt x="73308" y="209736"/>
                    <a:pt x="84819" y="203685"/>
                    <a:pt x="95119" y="189466"/>
                  </a:cubicBezTo>
                  <a:lnTo>
                    <a:pt x="95119" y="208828"/>
                  </a:lnTo>
                  <a:lnTo>
                    <a:pt x="96331" y="209736"/>
                  </a:lnTo>
                  <a:close/>
                  <a:moveTo>
                    <a:pt x="95119" y="175853"/>
                  </a:moveTo>
                  <a:cubicBezTo>
                    <a:pt x="95119" y="177970"/>
                    <a:pt x="92999" y="181601"/>
                    <a:pt x="89969" y="184929"/>
                  </a:cubicBezTo>
                  <a:cubicBezTo>
                    <a:pt x="84517" y="190979"/>
                    <a:pt x="76943" y="194004"/>
                    <a:pt x="68158" y="194004"/>
                  </a:cubicBezTo>
                  <a:cubicBezTo>
                    <a:pt x="43015" y="194004"/>
                    <a:pt x="26354" y="169802"/>
                    <a:pt x="26354" y="132591"/>
                  </a:cubicBezTo>
                  <a:cubicBezTo>
                    <a:pt x="26354" y="98406"/>
                    <a:pt x="41198" y="76019"/>
                    <a:pt x="64220" y="76019"/>
                  </a:cubicBezTo>
                  <a:cubicBezTo>
                    <a:pt x="80276" y="76019"/>
                    <a:pt x="95119" y="90238"/>
                    <a:pt x="95119" y="106272"/>
                  </a:cubicBezTo>
                  <a:lnTo>
                    <a:pt x="95119" y="175853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C85A12C5-524F-3F60-8882-90610F38E5C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995250" y="4981958"/>
              <a:ext cx="99966" cy="139162"/>
            </a:xfrm>
            <a:custGeom>
              <a:avLst/>
              <a:gdLst>
                <a:gd name="connsiteX0" fmla="*/ 916 w 99966"/>
                <a:gd name="connsiteY0" fmla="*/ 21262 h 139162"/>
                <a:gd name="connsiteX1" fmla="*/ 11518 w 99966"/>
                <a:gd name="connsiteY1" fmla="*/ 20051 h 139162"/>
                <a:gd name="connsiteX2" fmla="*/ 21818 w 99966"/>
                <a:gd name="connsiteY2" fmla="*/ 38203 h 139162"/>
                <a:gd name="connsiteX3" fmla="*/ 21818 w 99966"/>
                <a:gd name="connsiteY3" fmla="*/ 113835 h 139162"/>
                <a:gd name="connsiteX4" fmla="*/ 310 w 99966"/>
                <a:gd name="connsiteY4" fmla="*/ 134709 h 139162"/>
                <a:gd name="connsiteX5" fmla="*/ 310 w 99966"/>
                <a:gd name="connsiteY5" fmla="*/ 139247 h 139162"/>
                <a:gd name="connsiteX6" fmla="*/ 73013 w 99966"/>
                <a:gd name="connsiteY6" fmla="*/ 139247 h 139162"/>
                <a:gd name="connsiteX7" fmla="*/ 73013 w 99966"/>
                <a:gd name="connsiteY7" fmla="*/ 134709 h 139162"/>
                <a:gd name="connsiteX8" fmla="*/ 47264 w 99966"/>
                <a:gd name="connsiteY8" fmla="*/ 112020 h 139162"/>
                <a:gd name="connsiteX9" fmla="*/ 47264 w 99966"/>
                <a:gd name="connsiteY9" fmla="*/ 43951 h 139162"/>
                <a:gd name="connsiteX10" fmla="*/ 68469 w 99966"/>
                <a:gd name="connsiteY10" fmla="*/ 19144 h 139162"/>
                <a:gd name="connsiteX11" fmla="*/ 76345 w 99966"/>
                <a:gd name="connsiteY11" fmla="*/ 23682 h 139162"/>
                <a:gd name="connsiteX12" fmla="*/ 88462 w 99966"/>
                <a:gd name="connsiteY12" fmla="*/ 29732 h 139162"/>
                <a:gd name="connsiteX13" fmla="*/ 100276 w 99966"/>
                <a:gd name="connsiteY13" fmla="*/ 16119 h 139162"/>
                <a:gd name="connsiteX14" fmla="*/ 83615 w 99966"/>
                <a:gd name="connsiteY14" fmla="*/ 85 h 139162"/>
                <a:gd name="connsiteX15" fmla="*/ 47264 w 99966"/>
                <a:gd name="connsiteY15" fmla="*/ 28522 h 139162"/>
                <a:gd name="connsiteX16" fmla="*/ 47264 w 99966"/>
                <a:gd name="connsiteY16" fmla="*/ 690 h 139162"/>
                <a:gd name="connsiteX17" fmla="*/ 45749 w 99966"/>
                <a:gd name="connsiteY17" fmla="*/ 85 h 139162"/>
                <a:gd name="connsiteX18" fmla="*/ 916 w 99966"/>
                <a:gd name="connsiteY18" fmla="*/ 16421 h 139162"/>
                <a:gd name="connsiteX19" fmla="*/ 916 w 99966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966" h="139162">
                  <a:moveTo>
                    <a:pt x="916" y="21262"/>
                  </a:moveTo>
                  <a:cubicBezTo>
                    <a:pt x="5157" y="20354"/>
                    <a:pt x="7883" y="20051"/>
                    <a:pt x="11518" y="20051"/>
                  </a:cubicBezTo>
                  <a:cubicBezTo>
                    <a:pt x="19091" y="20051"/>
                    <a:pt x="21818" y="24892"/>
                    <a:pt x="21818" y="38203"/>
                  </a:cubicBezTo>
                  <a:lnTo>
                    <a:pt x="21818" y="113835"/>
                  </a:lnTo>
                  <a:cubicBezTo>
                    <a:pt x="21818" y="128961"/>
                    <a:pt x="19697" y="131079"/>
                    <a:pt x="310" y="134709"/>
                  </a:cubicBezTo>
                  <a:lnTo>
                    <a:pt x="310" y="139247"/>
                  </a:lnTo>
                  <a:lnTo>
                    <a:pt x="73013" y="139247"/>
                  </a:lnTo>
                  <a:lnTo>
                    <a:pt x="73013" y="134709"/>
                  </a:lnTo>
                  <a:cubicBezTo>
                    <a:pt x="52414" y="133802"/>
                    <a:pt x="47264" y="129264"/>
                    <a:pt x="47264" y="112020"/>
                  </a:cubicBezTo>
                  <a:lnTo>
                    <a:pt x="47264" y="43951"/>
                  </a:lnTo>
                  <a:cubicBezTo>
                    <a:pt x="47264" y="34270"/>
                    <a:pt x="60290" y="19144"/>
                    <a:pt x="68469" y="19144"/>
                  </a:cubicBezTo>
                  <a:cubicBezTo>
                    <a:pt x="70286" y="19144"/>
                    <a:pt x="73013" y="20656"/>
                    <a:pt x="76345" y="23682"/>
                  </a:cubicBezTo>
                  <a:cubicBezTo>
                    <a:pt x="81192" y="27917"/>
                    <a:pt x="84524" y="29732"/>
                    <a:pt x="88462" y="29732"/>
                  </a:cubicBezTo>
                  <a:cubicBezTo>
                    <a:pt x="95732" y="29732"/>
                    <a:pt x="100276" y="24589"/>
                    <a:pt x="100276" y="16119"/>
                  </a:cubicBezTo>
                  <a:cubicBezTo>
                    <a:pt x="100276" y="6135"/>
                    <a:pt x="93915" y="85"/>
                    <a:pt x="83615" y="85"/>
                  </a:cubicBezTo>
                  <a:cubicBezTo>
                    <a:pt x="70892" y="85"/>
                    <a:pt x="62107" y="7043"/>
                    <a:pt x="47264" y="28522"/>
                  </a:cubicBezTo>
                  <a:lnTo>
                    <a:pt x="47264" y="690"/>
                  </a:lnTo>
                  <a:lnTo>
                    <a:pt x="45749" y="85"/>
                  </a:lnTo>
                  <a:cubicBezTo>
                    <a:pt x="29694" y="6740"/>
                    <a:pt x="18788" y="10673"/>
                    <a:pt x="916" y="16421"/>
                  </a:cubicBezTo>
                  <a:lnTo>
                    <a:pt x="916" y="21262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861F342-530E-78FC-4E0E-73E68FCA214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2097714" y="4984983"/>
              <a:ext cx="142376" cy="139162"/>
            </a:xfrm>
            <a:custGeom>
              <a:avLst/>
              <a:gdLst>
                <a:gd name="connsiteX0" fmla="*/ 142690 w 142376"/>
                <a:gd name="connsiteY0" fmla="*/ 121095 h 139162"/>
                <a:gd name="connsiteX1" fmla="*/ 141175 w 142376"/>
                <a:gd name="connsiteY1" fmla="*/ 121095 h 139162"/>
                <a:gd name="connsiteX2" fmla="*/ 123908 w 142376"/>
                <a:gd name="connsiteY2" fmla="*/ 103851 h 139162"/>
                <a:gd name="connsiteX3" fmla="*/ 123908 w 142376"/>
                <a:gd name="connsiteY3" fmla="*/ 85 h 139162"/>
                <a:gd name="connsiteX4" fmla="*/ 76045 w 142376"/>
                <a:gd name="connsiteY4" fmla="*/ 85 h 139162"/>
                <a:gd name="connsiteX5" fmla="*/ 76045 w 142376"/>
                <a:gd name="connsiteY5" fmla="*/ 5228 h 139162"/>
                <a:gd name="connsiteX6" fmla="*/ 98462 w 142376"/>
                <a:gd name="connsiteY6" fmla="*/ 24287 h 139162"/>
                <a:gd name="connsiteX7" fmla="*/ 98462 w 142376"/>
                <a:gd name="connsiteY7" fmla="*/ 95381 h 139162"/>
                <a:gd name="connsiteX8" fmla="*/ 92706 w 142376"/>
                <a:gd name="connsiteY8" fmla="*/ 111415 h 139162"/>
                <a:gd name="connsiteX9" fmla="*/ 66049 w 142376"/>
                <a:gd name="connsiteY9" fmla="*/ 121700 h 139162"/>
                <a:gd name="connsiteX10" fmla="*/ 44541 w 142376"/>
                <a:gd name="connsiteY10" fmla="*/ 98708 h 139162"/>
                <a:gd name="connsiteX11" fmla="*/ 44541 w 142376"/>
                <a:gd name="connsiteY11" fmla="*/ 85 h 139162"/>
                <a:gd name="connsiteX12" fmla="*/ 313 w 142376"/>
                <a:gd name="connsiteY12" fmla="*/ 85 h 139162"/>
                <a:gd name="connsiteX13" fmla="*/ 313 w 142376"/>
                <a:gd name="connsiteY13" fmla="*/ 4320 h 139162"/>
                <a:gd name="connsiteX14" fmla="*/ 19095 w 142376"/>
                <a:gd name="connsiteY14" fmla="*/ 23682 h 139162"/>
                <a:gd name="connsiteX15" fmla="*/ 19095 w 142376"/>
                <a:gd name="connsiteY15" fmla="*/ 99919 h 139162"/>
                <a:gd name="connsiteX16" fmla="*/ 55749 w 142376"/>
                <a:gd name="connsiteY16" fmla="*/ 139247 h 139162"/>
                <a:gd name="connsiteX17" fmla="*/ 86951 w 142376"/>
                <a:gd name="connsiteY17" fmla="*/ 126238 h 139162"/>
                <a:gd name="connsiteX18" fmla="*/ 99977 w 142376"/>
                <a:gd name="connsiteY18" fmla="*/ 113230 h 139162"/>
                <a:gd name="connsiteX19" fmla="*/ 99977 w 142376"/>
                <a:gd name="connsiteY19" fmla="*/ 138339 h 139162"/>
                <a:gd name="connsiteX20" fmla="*/ 101188 w 142376"/>
                <a:gd name="connsiteY20" fmla="*/ 138944 h 139162"/>
                <a:gd name="connsiteX21" fmla="*/ 142690 w 142376"/>
                <a:gd name="connsiteY21" fmla="*/ 125331 h 139162"/>
                <a:gd name="connsiteX22" fmla="*/ 142690 w 142376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376" h="139162">
                  <a:moveTo>
                    <a:pt x="142690" y="121095"/>
                  </a:moveTo>
                  <a:lnTo>
                    <a:pt x="141175" y="121095"/>
                  </a:lnTo>
                  <a:cubicBezTo>
                    <a:pt x="127240" y="121095"/>
                    <a:pt x="123908" y="117768"/>
                    <a:pt x="123908" y="103851"/>
                  </a:cubicBezTo>
                  <a:lnTo>
                    <a:pt x="123908" y="85"/>
                  </a:lnTo>
                  <a:lnTo>
                    <a:pt x="76045" y="85"/>
                  </a:lnTo>
                  <a:lnTo>
                    <a:pt x="76045" y="5228"/>
                  </a:lnTo>
                  <a:cubicBezTo>
                    <a:pt x="94827" y="6135"/>
                    <a:pt x="98462" y="9160"/>
                    <a:pt x="98462" y="24287"/>
                  </a:cubicBezTo>
                  <a:lnTo>
                    <a:pt x="98462" y="95381"/>
                  </a:lnTo>
                  <a:cubicBezTo>
                    <a:pt x="98462" y="103851"/>
                    <a:pt x="96947" y="108087"/>
                    <a:pt x="92706" y="111415"/>
                  </a:cubicBezTo>
                  <a:cubicBezTo>
                    <a:pt x="84527" y="118070"/>
                    <a:pt x="75137" y="121700"/>
                    <a:pt x="66049" y="121700"/>
                  </a:cubicBezTo>
                  <a:cubicBezTo>
                    <a:pt x="54234" y="121700"/>
                    <a:pt x="44541" y="111415"/>
                    <a:pt x="44541" y="98708"/>
                  </a:cubicBezTo>
                  <a:lnTo>
                    <a:pt x="44541" y="85"/>
                  </a:lnTo>
                  <a:lnTo>
                    <a:pt x="313" y="85"/>
                  </a:lnTo>
                  <a:lnTo>
                    <a:pt x="313" y="4320"/>
                  </a:lnTo>
                  <a:cubicBezTo>
                    <a:pt x="14854" y="5228"/>
                    <a:pt x="19095" y="9766"/>
                    <a:pt x="19095" y="23682"/>
                  </a:cubicBezTo>
                  <a:lnTo>
                    <a:pt x="19095" y="99919"/>
                  </a:lnTo>
                  <a:cubicBezTo>
                    <a:pt x="19095" y="123818"/>
                    <a:pt x="33635" y="139247"/>
                    <a:pt x="55749" y="139247"/>
                  </a:cubicBezTo>
                  <a:cubicBezTo>
                    <a:pt x="66957" y="139247"/>
                    <a:pt x="78772" y="134407"/>
                    <a:pt x="86951" y="126238"/>
                  </a:cubicBezTo>
                  <a:lnTo>
                    <a:pt x="99977" y="113230"/>
                  </a:lnTo>
                  <a:lnTo>
                    <a:pt x="99977" y="138339"/>
                  </a:lnTo>
                  <a:lnTo>
                    <a:pt x="101188" y="138944"/>
                  </a:lnTo>
                  <a:cubicBezTo>
                    <a:pt x="116335" y="132894"/>
                    <a:pt x="127240" y="129566"/>
                    <a:pt x="142690" y="125331"/>
                  </a:cubicBezTo>
                  <a:lnTo>
                    <a:pt x="142690" y="121095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EAA1A0E2-40DB-D387-2B72-8B6E600ADC1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2252776" y="4914494"/>
              <a:ext cx="72097" cy="206625"/>
            </a:xfrm>
            <a:custGeom>
              <a:avLst/>
              <a:gdLst>
                <a:gd name="connsiteX0" fmla="*/ 318 w 72097"/>
                <a:gd name="connsiteY0" fmla="*/ 18236 h 206625"/>
                <a:gd name="connsiteX1" fmla="*/ 2136 w 72097"/>
                <a:gd name="connsiteY1" fmla="*/ 18236 h 206625"/>
                <a:gd name="connsiteX2" fmla="*/ 11526 w 72097"/>
                <a:gd name="connsiteY2" fmla="*/ 17631 h 206625"/>
                <a:gd name="connsiteX3" fmla="*/ 24249 w 72097"/>
                <a:gd name="connsiteY3" fmla="*/ 36085 h 206625"/>
                <a:gd name="connsiteX4" fmla="*/ 24249 w 72097"/>
                <a:gd name="connsiteY4" fmla="*/ 180391 h 206625"/>
                <a:gd name="connsiteX5" fmla="*/ 924 w 72097"/>
                <a:gd name="connsiteY5" fmla="*/ 202173 h 206625"/>
                <a:gd name="connsiteX6" fmla="*/ 924 w 72097"/>
                <a:gd name="connsiteY6" fmla="*/ 206710 h 206625"/>
                <a:gd name="connsiteX7" fmla="*/ 72415 w 72097"/>
                <a:gd name="connsiteY7" fmla="*/ 206710 h 206625"/>
                <a:gd name="connsiteX8" fmla="*/ 72415 w 72097"/>
                <a:gd name="connsiteY8" fmla="*/ 202173 h 206625"/>
                <a:gd name="connsiteX9" fmla="*/ 49695 w 72097"/>
                <a:gd name="connsiteY9" fmla="*/ 181298 h 206625"/>
                <a:gd name="connsiteX10" fmla="*/ 49695 w 72097"/>
                <a:gd name="connsiteY10" fmla="*/ 690 h 206625"/>
                <a:gd name="connsiteX11" fmla="*/ 48484 w 72097"/>
                <a:gd name="connsiteY11" fmla="*/ 85 h 206625"/>
                <a:gd name="connsiteX12" fmla="*/ 318 w 72097"/>
                <a:gd name="connsiteY12" fmla="*/ 13396 h 206625"/>
                <a:gd name="connsiteX13" fmla="*/ 318 w 72097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097" h="206625">
                  <a:moveTo>
                    <a:pt x="318" y="18236"/>
                  </a:moveTo>
                  <a:lnTo>
                    <a:pt x="2136" y="18236"/>
                  </a:lnTo>
                  <a:cubicBezTo>
                    <a:pt x="5468" y="17934"/>
                    <a:pt x="9103" y="17631"/>
                    <a:pt x="11526" y="17631"/>
                  </a:cubicBezTo>
                  <a:cubicBezTo>
                    <a:pt x="21220" y="17631"/>
                    <a:pt x="24249" y="21867"/>
                    <a:pt x="24249" y="36085"/>
                  </a:cubicBezTo>
                  <a:lnTo>
                    <a:pt x="24249" y="180391"/>
                  </a:lnTo>
                  <a:cubicBezTo>
                    <a:pt x="24249" y="196727"/>
                    <a:pt x="20008" y="200660"/>
                    <a:pt x="924" y="202173"/>
                  </a:cubicBezTo>
                  <a:lnTo>
                    <a:pt x="924" y="206710"/>
                  </a:lnTo>
                  <a:lnTo>
                    <a:pt x="72415" y="206710"/>
                  </a:lnTo>
                  <a:lnTo>
                    <a:pt x="72415" y="202173"/>
                  </a:lnTo>
                  <a:cubicBezTo>
                    <a:pt x="53331" y="200962"/>
                    <a:pt x="49695" y="197937"/>
                    <a:pt x="49695" y="181298"/>
                  </a:cubicBezTo>
                  <a:lnTo>
                    <a:pt x="49695" y="690"/>
                  </a:lnTo>
                  <a:lnTo>
                    <a:pt x="48484" y="85"/>
                  </a:lnTo>
                  <a:cubicBezTo>
                    <a:pt x="32731" y="5228"/>
                    <a:pt x="21220" y="8253"/>
                    <a:pt x="318" y="13396"/>
                  </a:cubicBezTo>
                  <a:lnTo>
                    <a:pt x="318" y="18236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F642E596-8289-E23F-33AC-0B07FA05A4F9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2339121" y="4981958"/>
              <a:ext cx="120868" cy="142187"/>
            </a:xfrm>
            <a:custGeom>
              <a:avLst/>
              <a:gdLst>
                <a:gd name="connsiteX0" fmla="*/ 116343 w 120868"/>
                <a:gd name="connsiteY0" fmla="*/ 89633 h 142187"/>
                <a:gd name="connsiteX1" fmla="*/ 69389 w 120868"/>
                <a:gd name="connsiteY1" fmla="*/ 121398 h 142187"/>
                <a:gd name="connsiteX2" fmla="*/ 30311 w 120868"/>
                <a:gd name="connsiteY2" fmla="*/ 95381 h 142187"/>
                <a:gd name="connsiteX3" fmla="*/ 22132 w 120868"/>
                <a:gd name="connsiteY3" fmla="*/ 55447 h 142187"/>
                <a:gd name="connsiteX4" fmla="*/ 115434 w 120868"/>
                <a:gd name="connsiteY4" fmla="*/ 55447 h 142187"/>
                <a:gd name="connsiteX5" fmla="*/ 102408 w 120868"/>
                <a:gd name="connsiteY5" fmla="*/ 17329 h 142187"/>
                <a:gd name="connsiteX6" fmla="*/ 63633 w 120868"/>
                <a:gd name="connsiteY6" fmla="*/ 85 h 142187"/>
                <a:gd name="connsiteX7" fmla="*/ 22738 w 120868"/>
                <a:gd name="connsiteY7" fmla="*/ 15816 h 142187"/>
                <a:gd name="connsiteX8" fmla="*/ 321 w 120868"/>
                <a:gd name="connsiteY8" fmla="*/ 74506 h 142187"/>
                <a:gd name="connsiteX9" fmla="*/ 56969 w 120868"/>
                <a:gd name="connsiteY9" fmla="*/ 142272 h 142187"/>
                <a:gd name="connsiteX10" fmla="*/ 121190 w 120868"/>
                <a:gd name="connsiteY10" fmla="*/ 91750 h 142187"/>
                <a:gd name="connsiteX11" fmla="*/ 116343 w 120868"/>
                <a:gd name="connsiteY11" fmla="*/ 89633 h 142187"/>
                <a:gd name="connsiteX12" fmla="*/ 22738 w 120868"/>
                <a:gd name="connsiteY12" fmla="*/ 45766 h 142187"/>
                <a:gd name="connsiteX13" fmla="*/ 54848 w 120868"/>
                <a:gd name="connsiteY13" fmla="*/ 10976 h 142187"/>
                <a:gd name="connsiteX14" fmla="*/ 84535 w 120868"/>
                <a:gd name="connsiteY14" fmla="*/ 45766 h 142187"/>
                <a:gd name="connsiteX15" fmla="*/ 22738 w 120868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868" h="142187">
                  <a:moveTo>
                    <a:pt x="116343" y="89633"/>
                  </a:moveTo>
                  <a:cubicBezTo>
                    <a:pt x="101802" y="112625"/>
                    <a:pt x="88776" y="121398"/>
                    <a:pt x="69389" y="121398"/>
                  </a:cubicBezTo>
                  <a:cubicBezTo>
                    <a:pt x="52122" y="121398"/>
                    <a:pt x="39096" y="112625"/>
                    <a:pt x="30311" y="95381"/>
                  </a:cubicBezTo>
                  <a:cubicBezTo>
                    <a:pt x="24858" y="83885"/>
                    <a:pt x="22738" y="73901"/>
                    <a:pt x="22132" y="55447"/>
                  </a:cubicBezTo>
                  <a:lnTo>
                    <a:pt x="115434" y="55447"/>
                  </a:lnTo>
                  <a:cubicBezTo>
                    <a:pt x="113010" y="35783"/>
                    <a:pt x="109981" y="27010"/>
                    <a:pt x="102408" y="17329"/>
                  </a:cubicBezTo>
                  <a:cubicBezTo>
                    <a:pt x="93320" y="6438"/>
                    <a:pt x="79385" y="85"/>
                    <a:pt x="63633" y="85"/>
                  </a:cubicBezTo>
                  <a:cubicBezTo>
                    <a:pt x="48487" y="85"/>
                    <a:pt x="34249" y="5530"/>
                    <a:pt x="22738" y="15816"/>
                  </a:cubicBezTo>
                  <a:cubicBezTo>
                    <a:pt x="8500" y="28220"/>
                    <a:pt x="321" y="49699"/>
                    <a:pt x="321" y="74506"/>
                  </a:cubicBezTo>
                  <a:cubicBezTo>
                    <a:pt x="321" y="116255"/>
                    <a:pt x="22132" y="142272"/>
                    <a:pt x="56969" y="142272"/>
                  </a:cubicBezTo>
                  <a:cubicBezTo>
                    <a:pt x="85747" y="142272"/>
                    <a:pt x="108467" y="124423"/>
                    <a:pt x="121190" y="91750"/>
                  </a:cubicBezTo>
                  <a:lnTo>
                    <a:pt x="116343" y="89633"/>
                  </a:lnTo>
                  <a:close/>
                  <a:moveTo>
                    <a:pt x="22738" y="45766"/>
                  </a:moveTo>
                  <a:cubicBezTo>
                    <a:pt x="26070" y="22169"/>
                    <a:pt x="36369" y="10976"/>
                    <a:pt x="54848" y="10976"/>
                  </a:cubicBezTo>
                  <a:cubicBezTo>
                    <a:pt x="73327" y="10976"/>
                    <a:pt x="80597" y="19446"/>
                    <a:pt x="84535" y="45766"/>
                  </a:cubicBezTo>
                  <a:lnTo>
                    <a:pt x="22738" y="45766"/>
                  </a:ln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265B1481-5E33-4F9B-0AAC-53CE934D450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487756" y="5090868"/>
              <a:ext cx="33625" cy="33580"/>
            </a:xfrm>
            <a:custGeom>
              <a:avLst/>
              <a:gdLst>
                <a:gd name="connsiteX0" fmla="*/ 16986 w 33625"/>
                <a:gd name="connsiteY0" fmla="*/ 85 h 33580"/>
                <a:gd name="connsiteX1" fmla="*/ 325 w 33625"/>
                <a:gd name="connsiteY1" fmla="*/ 17329 h 33580"/>
                <a:gd name="connsiteX2" fmla="*/ 16683 w 33625"/>
                <a:gd name="connsiteY2" fmla="*/ 33665 h 33580"/>
                <a:gd name="connsiteX3" fmla="*/ 33950 w 33625"/>
                <a:gd name="connsiteY3" fmla="*/ 17329 h 33580"/>
                <a:gd name="connsiteX4" fmla="*/ 16986 w 33625"/>
                <a:gd name="connsiteY4" fmla="*/ 85 h 33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5" h="33580">
                  <a:moveTo>
                    <a:pt x="16986" y="85"/>
                  </a:moveTo>
                  <a:cubicBezTo>
                    <a:pt x="7898" y="85"/>
                    <a:pt x="325" y="7950"/>
                    <a:pt x="325" y="17329"/>
                  </a:cubicBezTo>
                  <a:cubicBezTo>
                    <a:pt x="325" y="26102"/>
                    <a:pt x="7898" y="33665"/>
                    <a:pt x="16683" y="33665"/>
                  </a:cubicBezTo>
                  <a:cubicBezTo>
                    <a:pt x="26074" y="33665"/>
                    <a:pt x="33950" y="26102"/>
                    <a:pt x="33950" y="17329"/>
                  </a:cubicBezTo>
                  <a:cubicBezTo>
                    <a:pt x="33950" y="7950"/>
                    <a:pt x="26074" y="85"/>
                    <a:pt x="16986" y="85"/>
                  </a:cubicBezTo>
                  <a:close/>
                </a:path>
              </a:pathLst>
            </a:custGeom>
            <a:solidFill>
              <a:srgbClr val="FFFFFF"/>
            </a:solidFill>
            <a:ln w="30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2877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69CE-8AFE-B3C1-7E1C-78827FF94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F28F-C460-78B8-A167-655294AC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Simpson’s 3/8</a:t>
            </a:r>
            <a:r>
              <a:rPr lang="en-US" baseline="30000" dirty="0"/>
              <a:t>th</a:t>
            </a:r>
            <a:r>
              <a:rPr lang="en-US" dirty="0"/>
              <a:t>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7B2AE-C1A4-A535-46FF-B4DDEBEB6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7D7BD9-267C-2DF1-7DAD-CB6C5A922A81}"/>
              </a:ext>
            </a:extLst>
          </p:cNvPr>
          <p:cNvSpPr txBox="1"/>
          <p:nvPr/>
        </p:nvSpPr>
        <p:spPr>
          <a:xfrm>
            <a:off x="1619852" y="229092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</p:txBody>
      </p:sp>
      <p:grpSp>
        <p:nvGrpSpPr>
          <p:cNvPr id="240" name="Group 23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three strips of width $h$ such that:}\,\,[x_0, x_1],  \, [x_1, x_2],\, [x_2, x_3]&#10;\end{align*}&#10;}&#10;\end{document}" title="IguanaTex Shape Display">
            <a:extLst>
              <a:ext uri="{FF2B5EF4-FFF2-40B4-BE49-F238E27FC236}">
                <a16:creationId xmlns:a16="http://schemas.microsoft.com/office/drawing/2014/main" id="{B5C89673-5EFD-9FE5-6823-868FFA9369F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41500" y="317500"/>
            <a:ext cx="7836956" cy="294963"/>
            <a:chOff x="5023248" y="2612869"/>
            <a:chExt cx="7836956" cy="294963"/>
          </a:xfrm>
        </p:grpSpPr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7915366-5AA0-62EC-610E-C3943915B76E}"/>
                </a:ext>
              </a:extLst>
            </p:cNvPr>
            <p:cNvSpPr/>
            <p:nvPr>
              <p:custDataLst>
                <p:tags r:id="rId305"/>
              </p:custDataLst>
            </p:nvPr>
          </p:nvSpPr>
          <p:spPr>
            <a:xfrm>
              <a:off x="5023248" y="2634696"/>
              <a:ext cx="182851" cy="203524"/>
            </a:xfrm>
            <a:custGeom>
              <a:avLst/>
              <a:gdLst>
                <a:gd name="connsiteX0" fmla="*/ 179028 w 182851"/>
                <a:gd name="connsiteY0" fmla="*/ 66746 h 203524"/>
                <a:gd name="connsiteX1" fmla="*/ 176308 w 182851"/>
                <a:gd name="connsiteY1" fmla="*/ 84 h 203524"/>
                <a:gd name="connsiteX2" fmla="*/ 169961 w 182851"/>
                <a:gd name="connsiteY2" fmla="*/ 84 h 203524"/>
                <a:gd name="connsiteX3" fmla="*/ 157267 w 182851"/>
                <a:gd name="connsiteY3" fmla="*/ 9818 h 203524"/>
                <a:gd name="connsiteX4" fmla="*/ 145480 w 182851"/>
                <a:gd name="connsiteY4" fmla="*/ 7163 h 203524"/>
                <a:gd name="connsiteX5" fmla="*/ 101354 w 182851"/>
                <a:gd name="connsiteY5" fmla="*/ 84 h 203524"/>
                <a:gd name="connsiteX6" fmla="*/ 32746 w 182851"/>
                <a:gd name="connsiteY6" fmla="*/ 25451 h 203524"/>
                <a:gd name="connsiteX7" fmla="*/ 105 w 182851"/>
                <a:gd name="connsiteY7" fmla="*/ 103616 h 203524"/>
                <a:gd name="connsiteX8" fmla="*/ 24586 w 182851"/>
                <a:gd name="connsiteY8" fmla="*/ 173227 h 203524"/>
                <a:gd name="connsiteX9" fmla="*/ 100447 w 182851"/>
                <a:gd name="connsiteY9" fmla="*/ 203609 h 203524"/>
                <a:gd name="connsiteX10" fmla="*/ 182957 w 182851"/>
                <a:gd name="connsiteY10" fmla="*/ 166148 h 203524"/>
                <a:gd name="connsiteX11" fmla="*/ 177517 w 182851"/>
                <a:gd name="connsiteY11" fmla="*/ 160839 h 203524"/>
                <a:gd name="connsiteX12" fmla="*/ 110118 w 182851"/>
                <a:gd name="connsiteY12" fmla="*/ 190630 h 203524"/>
                <a:gd name="connsiteX13" fmla="*/ 61156 w 182851"/>
                <a:gd name="connsiteY13" fmla="*/ 173522 h 203524"/>
                <a:gd name="connsiteX14" fmla="*/ 35164 w 182851"/>
                <a:gd name="connsiteY14" fmla="*/ 99782 h 203524"/>
                <a:gd name="connsiteX15" fmla="*/ 107096 w 182851"/>
                <a:gd name="connsiteY15" fmla="*/ 11882 h 203524"/>
                <a:gd name="connsiteX16" fmla="*/ 152129 w 182851"/>
                <a:gd name="connsiteY16" fmla="*/ 29875 h 203524"/>
                <a:gd name="connsiteX17" fmla="*/ 172077 w 182851"/>
                <a:gd name="connsiteY17" fmla="*/ 66746 h 203524"/>
                <a:gd name="connsiteX18" fmla="*/ 179028 w 182851"/>
                <a:gd name="connsiteY18" fmla="*/ 66746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851" h="203524">
                  <a:moveTo>
                    <a:pt x="179028" y="66746"/>
                  </a:moveTo>
                  <a:lnTo>
                    <a:pt x="176308" y="84"/>
                  </a:lnTo>
                  <a:lnTo>
                    <a:pt x="169961" y="84"/>
                  </a:lnTo>
                  <a:cubicBezTo>
                    <a:pt x="168148" y="6278"/>
                    <a:pt x="163312" y="9818"/>
                    <a:pt x="157267" y="9818"/>
                  </a:cubicBezTo>
                  <a:cubicBezTo>
                    <a:pt x="154547" y="9818"/>
                    <a:pt x="150013" y="8933"/>
                    <a:pt x="145480" y="7163"/>
                  </a:cubicBezTo>
                  <a:cubicBezTo>
                    <a:pt x="130670" y="2444"/>
                    <a:pt x="115559" y="84"/>
                    <a:pt x="101354" y="84"/>
                  </a:cubicBezTo>
                  <a:cubicBezTo>
                    <a:pt x="76570" y="84"/>
                    <a:pt x="51485" y="9228"/>
                    <a:pt x="32746" y="25451"/>
                  </a:cubicBezTo>
                  <a:cubicBezTo>
                    <a:pt x="11590" y="43738"/>
                    <a:pt x="105" y="71170"/>
                    <a:pt x="105" y="103616"/>
                  </a:cubicBezTo>
                  <a:cubicBezTo>
                    <a:pt x="105" y="131048"/>
                    <a:pt x="9172" y="156415"/>
                    <a:pt x="24586" y="173227"/>
                  </a:cubicBezTo>
                  <a:cubicBezTo>
                    <a:pt x="42720" y="192400"/>
                    <a:pt x="70526" y="203609"/>
                    <a:pt x="100447" y="203609"/>
                  </a:cubicBezTo>
                  <a:cubicBezTo>
                    <a:pt x="134599" y="203609"/>
                    <a:pt x="164521" y="190040"/>
                    <a:pt x="182957" y="166148"/>
                  </a:cubicBezTo>
                  <a:lnTo>
                    <a:pt x="177517" y="160839"/>
                  </a:lnTo>
                  <a:cubicBezTo>
                    <a:pt x="155151" y="181781"/>
                    <a:pt x="135204" y="190630"/>
                    <a:pt x="110118" y="190630"/>
                  </a:cubicBezTo>
                  <a:cubicBezTo>
                    <a:pt x="91078" y="190630"/>
                    <a:pt x="74153" y="184731"/>
                    <a:pt x="61156" y="173522"/>
                  </a:cubicBezTo>
                  <a:cubicBezTo>
                    <a:pt x="44534" y="159069"/>
                    <a:pt x="35164" y="132522"/>
                    <a:pt x="35164" y="99782"/>
                  </a:cubicBezTo>
                  <a:cubicBezTo>
                    <a:pt x="35164" y="46393"/>
                    <a:pt x="63272" y="11882"/>
                    <a:pt x="107096" y="11882"/>
                  </a:cubicBezTo>
                  <a:cubicBezTo>
                    <a:pt x="124323" y="11882"/>
                    <a:pt x="140040" y="18077"/>
                    <a:pt x="152129" y="29875"/>
                  </a:cubicBezTo>
                  <a:cubicBezTo>
                    <a:pt x="161801" y="39314"/>
                    <a:pt x="166334" y="47573"/>
                    <a:pt x="172077" y="66746"/>
                  </a:cubicBezTo>
                  <a:lnTo>
                    <a:pt x="179028" y="66746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06CA9C5D-6F38-C6D8-773C-F3A00CBB41E8}"/>
                </a:ext>
              </a:extLst>
            </p:cNvPr>
            <p:cNvSpPr/>
            <p:nvPr>
              <p:custDataLst>
                <p:tags r:id="rId306"/>
              </p:custDataLst>
            </p:nvPr>
          </p:nvSpPr>
          <p:spPr>
            <a:xfrm>
              <a:off x="5225895" y="2698408"/>
              <a:ext cx="133285" cy="138632"/>
            </a:xfrm>
            <a:custGeom>
              <a:avLst/>
              <a:gdLst>
                <a:gd name="connsiteX0" fmla="*/ 66905 w 133285"/>
                <a:gd name="connsiteY0" fmla="*/ 84 h 138632"/>
                <a:gd name="connsiteX1" fmla="*/ 111 w 133285"/>
                <a:gd name="connsiteY1" fmla="*/ 69106 h 138632"/>
                <a:gd name="connsiteX2" fmla="*/ 66301 w 133285"/>
                <a:gd name="connsiteY2" fmla="*/ 138717 h 138632"/>
                <a:gd name="connsiteX3" fmla="*/ 133397 w 133285"/>
                <a:gd name="connsiteY3" fmla="*/ 66746 h 138632"/>
                <a:gd name="connsiteX4" fmla="*/ 66905 w 133285"/>
                <a:gd name="connsiteY4" fmla="*/ 84 h 138632"/>
                <a:gd name="connsiteX5" fmla="*/ 62976 w 133285"/>
                <a:gd name="connsiteY5" fmla="*/ 8343 h 138632"/>
                <a:gd name="connsiteX6" fmla="*/ 106196 w 133285"/>
                <a:gd name="connsiteY6" fmla="*/ 77070 h 138632"/>
                <a:gd name="connsiteX7" fmla="*/ 69928 w 133285"/>
                <a:gd name="connsiteY7" fmla="*/ 130458 h 138632"/>
                <a:gd name="connsiteX8" fmla="*/ 40611 w 133285"/>
                <a:gd name="connsiteY8" fmla="*/ 111580 h 138632"/>
                <a:gd name="connsiteX9" fmla="*/ 27313 w 133285"/>
                <a:gd name="connsiteY9" fmla="*/ 54652 h 138632"/>
                <a:gd name="connsiteX10" fmla="*/ 62976 w 133285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85" h="138632">
                  <a:moveTo>
                    <a:pt x="66905" y="84"/>
                  </a:moveTo>
                  <a:cubicBezTo>
                    <a:pt x="27615" y="84"/>
                    <a:pt x="111" y="28401"/>
                    <a:pt x="111" y="69106"/>
                  </a:cubicBezTo>
                  <a:cubicBezTo>
                    <a:pt x="111" y="108926"/>
                    <a:pt x="28219" y="138717"/>
                    <a:pt x="66301" y="138717"/>
                  </a:cubicBezTo>
                  <a:cubicBezTo>
                    <a:pt x="104383" y="138717"/>
                    <a:pt x="133397" y="107451"/>
                    <a:pt x="133397" y="66746"/>
                  </a:cubicBezTo>
                  <a:cubicBezTo>
                    <a:pt x="133397" y="28106"/>
                    <a:pt x="105591" y="84"/>
                    <a:pt x="66905" y="84"/>
                  </a:cubicBezTo>
                  <a:close/>
                  <a:moveTo>
                    <a:pt x="62976" y="8343"/>
                  </a:moveTo>
                  <a:cubicBezTo>
                    <a:pt x="88364" y="8343"/>
                    <a:pt x="106196" y="36660"/>
                    <a:pt x="106196" y="77070"/>
                  </a:cubicBezTo>
                  <a:cubicBezTo>
                    <a:pt x="106196" y="110400"/>
                    <a:pt x="92595" y="130458"/>
                    <a:pt x="69928" y="130458"/>
                  </a:cubicBezTo>
                  <a:cubicBezTo>
                    <a:pt x="58141" y="130458"/>
                    <a:pt x="46958" y="123379"/>
                    <a:pt x="40611" y="111580"/>
                  </a:cubicBezTo>
                  <a:cubicBezTo>
                    <a:pt x="32148" y="96242"/>
                    <a:pt x="27313" y="75595"/>
                    <a:pt x="27313" y="54652"/>
                  </a:cubicBezTo>
                  <a:cubicBezTo>
                    <a:pt x="27313" y="26631"/>
                    <a:pt x="41518" y="8343"/>
                    <a:pt x="62976" y="8343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362350A-E6BB-737D-EA8E-88DC12F8DFE0}"/>
                </a:ext>
              </a:extLst>
            </p:cNvPr>
            <p:cNvSpPr/>
            <p:nvPr>
              <p:custDataLst>
                <p:tags r:id="rId307"/>
              </p:custDataLst>
            </p:nvPr>
          </p:nvSpPr>
          <p:spPr>
            <a:xfrm>
              <a:off x="5373650" y="2698408"/>
              <a:ext cx="141748" cy="135683"/>
            </a:xfrm>
            <a:custGeom>
              <a:avLst/>
              <a:gdLst>
                <a:gd name="connsiteX0" fmla="*/ 116 w 141748"/>
                <a:gd name="connsiteY0" fmla="*/ 18372 h 135683"/>
                <a:gd name="connsiteX1" fmla="*/ 8277 w 141748"/>
                <a:gd name="connsiteY1" fmla="*/ 17192 h 135683"/>
                <a:gd name="connsiteX2" fmla="*/ 19459 w 141748"/>
                <a:gd name="connsiteY2" fmla="*/ 36070 h 135683"/>
                <a:gd name="connsiteX3" fmla="*/ 19459 w 141748"/>
                <a:gd name="connsiteY3" fmla="*/ 109221 h 135683"/>
                <a:gd name="connsiteX4" fmla="*/ 721 w 141748"/>
                <a:gd name="connsiteY4" fmla="*/ 131343 h 135683"/>
                <a:gd name="connsiteX5" fmla="*/ 721 w 141748"/>
                <a:gd name="connsiteY5" fmla="*/ 135767 h 135683"/>
                <a:gd name="connsiteX6" fmla="*/ 64795 w 141748"/>
                <a:gd name="connsiteY6" fmla="*/ 135767 h 135683"/>
                <a:gd name="connsiteX7" fmla="*/ 64795 w 141748"/>
                <a:gd name="connsiteY7" fmla="*/ 131343 h 135683"/>
                <a:gd name="connsiteX8" fmla="*/ 44847 w 141748"/>
                <a:gd name="connsiteY8" fmla="*/ 116005 h 135683"/>
                <a:gd name="connsiteX9" fmla="*/ 44847 w 141748"/>
                <a:gd name="connsiteY9" fmla="*/ 33120 h 135683"/>
                <a:gd name="connsiteX10" fmla="*/ 75977 w 141748"/>
                <a:gd name="connsiteY10" fmla="*/ 16307 h 135683"/>
                <a:gd name="connsiteX11" fmla="*/ 98041 w 141748"/>
                <a:gd name="connsiteY11" fmla="*/ 44919 h 135683"/>
                <a:gd name="connsiteX12" fmla="*/ 98041 w 141748"/>
                <a:gd name="connsiteY12" fmla="*/ 106566 h 135683"/>
                <a:gd name="connsiteX13" fmla="*/ 79000 w 141748"/>
                <a:gd name="connsiteY13" fmla="*/ 131343 h 135683"/>
                <a:gd name="connsiteX14" fmla="*/ 79000 w 141748"/>
                <a:gd name="connsiteY14" fmla="*/ 135767 h 135683"/>
                <a:gd name="connsiteX15" fmla="*/ 141865 w 141748"/>
                <a:gd name="connsiteY15" fmla="*/ 135767 h 135683"/>
                <a:gd name="connsiteX16" fmla="*/ 141865 w 141748"/>
                <a:gd name="connsiteY16" fmla="*/ 131343 h 135683"/>
                <a:gd name="connsiteX17" fmla="*/ 123428 w 141748"/>
                <a:gd name="connsiteY17" fmla="*/ 111875 h 135683"/>
                <a:gd name="connsiteX18" fmla="*/ 123428 w 141748"/>
                <a:gd name="connsiteY18" fmla="*/ 44329 h 135683"/>
                <a:gd name="connsiteX19" fmla="*/ 87765 w 141748"/>
                <a:gd name="connsiteY19" fmla="*/ 84 h 135683"/>
                <a:gd name="connsiteX20" fmla="*/ 43941 w 141748"/>
                <a:gd name="connsiteY20" fmla="*/ 23976 h 135683"/>
                <a:gd name="connsiteX21" fmla="*/ 43941 w 141748"/>
                <a:gd name="connsiteY21" fmla="*/ 674 h 135683"/>
                <a:gd name="connsiteX22" fmla="*/ 41825 w 141748"/>
                <a:gd name="connsiteY22" fmla="*/ 84 h 135683"/>
                <a:gd name="connsiteX23" fmla="*/ 116 w 141748"/>
                <a:gd name="connsiteY23" fmla="*/ 13357 h 135683"/>
                <a:gd name="connsiteX24" fmla="*/ 116 w 141748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748" h="135683">
                  <a:moveTo>
                    <a:pt x="116" y="18372"/>
                  </a:moveTo>
                  <a:cubicBezTo>
                    <a:pt x="1930" y="17487"/>
                    <a:pt x="4952" y="17192"/>
                    <a:pt x="8277" y="17192"/>
                  </a:cubicBezTo>
                  <a:cubicBezTo>
                    <a:pt x="16739" y="17192"/>
                    <a:pt x="19459" y="21616"/>
                    <a:pt x="19459" y="36070"/>
                  </a:cubicBezTo>
                  <a:lnTo>
                    <a:pt x="19459" y="109221"/>
                  </a:lnTo>
                  <a:cubicBezTo>
                    <a:pt x="19459" y="126033"/>
                    <a:pt x="16135" y="130163"/>
                    <a:pt x="721" y="131343"/>
                  </a:cubicBezTo>
                  <a:lnTo>
                    <a:pt x="721" y="135767"/>
                  </a:lnTo>
                  <a:lnTo>
                    <a:pt x="64795" y="135767"/>
                  </a:lnTo>
                  <a:lnTo>
                    <a:pt x="64795" y="131343"/>
                  </a:lnTo>
                  <a:cubicBezTo>
                    <a:pt x="49381" y="130163"/>
                    <a:pt x="44847" y="126623"/>
                    <a:pt x="44847" y="116005"/>
                  </a:cubicBezTo>
                  <a:lnTo>
                    <a:pt x="44847" y="33120"/>
                  </a:lnTo>
                  <a:cubicBezTo>
                    <a:pt x="59354" y="19847"/>
                    <a:pt x="66004" y="16307"/>
                    <a:pt x="75977" y="16307"/>
                  </a:cubicBezTo>
                  <a:cubicBezTo>
                    <a:pt x="90787" y="16307"/>
                    <a:pt x="98041" y="25451"/>
                    <a:pt x="98041" y="44919"/>
                  </a:cubicBezTo>
                  <a:lnTo>
                    <a:pt x="98041" y="106566"/>
                  </a:lnTo>
                  <a:cubicBezTo>
                    <a:pt x="98041" y="125149"/>
                    <a:pt x="94111" y="130163"/>
                    <a:pt x="79000" y="131343"/>
                  </a:cubicBezTo>
                  <a:lnTo>
                    <a:pt x="79000" y="135767"/>
                  </a:lnTo>
                  <a:lnTo>
                    <a:pt x="141865" y="135767"/>
                  </a:lnTo>
                  <a:lnTo>
                    <a:pt x="141865" y="131343"/>
                  </a:lnTo>
                  <a:cubicBezTo>
                    <a:pt x="127055" y="129868"/>
                    <a:pt x="123428" y="126328"/>
                    <a:pt x="123428" y="111875"/>
                  </a:cubicBezTo>
                  <a:lnTo>
                    <a:pt x="123428" y="44329"/>
                  </a:lnTo>
                  <a:cubicBezTo>
                    <a:pt x="123428" y="16602"/>
                    <a:pt x="110130" y="84"/>
                    <a:pt x="87765" y="84"/>
                  </a:cubicBezTo>
                  <a:cubicBezTo>
                    <a:pt x="73862" y="84"/>
                    <a:pt x="64492" y="5098"/>
                    <a:pt x="43941" y="23976"/>
                  </a:cubicBezTo>
                  <a:lnTo>
                    <a:pt x="43941" y="674"/>
                  </a:lnTo>
                  <a:lnTo>
                    <a:pt x="41825" y="84"/>
                  </a:lnTo>
                  <a:cubicBezTo>
                    <a:pt x="27015" y="5393"/>
                    <a:pt x="16739" y="8638"/>
                    <a:pt x="116" y="13357"/>
                  </a:cubicBezTo>
                  <a:lnTo>
                    <a:pt x="116" y="18372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EF57D0E-AEBB-2265-0361-F88B9F41CEAF}"/>
                </a:ext>
              </a:extLst>
            </p:cNvPr>
            <p:cNvSpPr/>
            <p:nvPr>
              <p:custDataLst>
                <p:tags r:id="rId308"/>
              </p:custDataLst>
            </p:nvPr>
          </p:nvSpPr>
          <p:spPr>
            <a:xfrm>
              <a:off x="5535912" y="2698703"/>
              <a:ext cx="89763" cy="138337"/>
            </a:xfrm>
            <a:custGeom>
              <a:avLst/>
              <a:gdLst>
                <a:gd name="connsiteX0" fmla="*/ 79911 w 89763"/>
                <a:gd name="connsiteY0" fmla="*/ 42854 h 138337"/>
                <a:gd name="connsiteX1" fmla="*/ 78702 w 89763"/>
                <a:gd name="connsiteY1" fmla="*/ 2739 h 138337"/>
                <a:gd name="connsiteX2" fmla="*/ 75378 w 89763"/>
                <a:gd name="connsiteY2" fmla="*/ 2739 h 138337"/>
                <a:gd name="connsiteX3" fmla="*/ 74773 w 89763"/>
                <a:gd name="connsiteY3" fmla="*/ 3329 h 138337"/>
                <a:gd name="connsiteX4" fmla="*/ 70542 w 89763"/>
                <a:gd name="connsiteY4" fmla="*/ 5688 h 138337"/>
                <a:gd name="connsiteX5" fmla="*/ 62382 w 89763"/>
                <a:gd name="connsiteY5" fmla="*/ 3624 h 138337"/>
                <a:gd name="connsiteX6" fmla="*/ 41225 w 89763"/>
                <a:gd name="connsiteY6" fmla="*/ 84 h 138337"/>
                <a:gd name="connsiteX7" fmla="*/ 121 w 89763"/>
                <a:gd name="connsiteY7" fmla="*/ 36365 h 138337"/>
                <a:gd name="connsiteX8" fmla="*/ 35483 w 89763"/>
                <a:gd name="connsiteY8" fmla="*/ 78839 h 138337"/>
                <a:gd name="connsiteX9" fmla="*/ 53012 w 89763"/>
                <a:gd name="connsiteY9" fmla="*/ 88573 h 138337"/>
                <a:gd name="connsiteX10" fmla="*/ 68729 w 89763"/>
                <a:gd name="connsiteY10" fmla="*/ 110695 h 138337"/>
                <a:gd name="connsiteX11" fmla="*/ 43643 w 89763"/>
                <a:gd name="connsiteY11" fmla="*/ 131933 h 138337"/>
                <a:gd name="connsiteX12" fmla="*/ 18255 w 89763"/>
                <a:gd name="connsiteY12" fmla="*/ 121609 h 138337"/>
                <a:gd name="connsiteX13" fmla="*/ 5259 w 89763"/>
                <a:gd name="connsiteY13" fmla="*/ 90638 h 138337"/>
                <a:gd name="connsiteX14" fmla="*/ 424 w 89763"/>
                <a:gd name="connsiteY14" fmla="*/ 90638 h 138337"/>
                <a:gd name="connsiteX15" fmla="*/ 424 w 89763"/>
                <a:gd name="connsiteY15" fmla="*/ 136652 h 138337"/>
                <a:gd name="connsiteX16" fmla="*/ 4353 w 89763"/>
                <a:gd name="connsiteY16" fmla="*/ 136652 h 138337"/>
                <a:gd name="connsiteX17" fmla="*/ 11304 w 89763"/>
                <a:gd name="connsiteY17" fmla="*/ 133113 h 138337"/>
                <a:gd name="connsiteX18" fmla="*/ 25207 w 89763"/>
                <a:gd name="connsiteY18" fmla="*/ 135472 h 138337"/>
                <a:gd name="connsiteX19" fmla="*/ 47270 w 89763"/>
                <a:gd name="connsiteY19" fmla="*/ 138422 h 138337"/>
                <a:gd name="connsiteX20" fmla="*/ 89885 w 89763"/>
                <a:gd name="connsiteY20" fmla="*/ 100667 h 138337"/>
                <a:gd name="connsiteX21" fmla="*/ 64497 w 89763"/>
                <a:gd name="connsiteY21" fmla="*/ 65566 h 138337"/>
                <a:gd name="connsiteX22" fmla="*/ 31856 w 89763"/>
                <a:gd name="connsiteY22" fmla="*/ 46688 h 138337"/>
                <a:gd name="connsiteX23" fmla="*/ 18860 w 89763"/>
                <a:gd name="connsiteY23" fmla="*/ 26631 h 138337"/>
                <a:gd name="connsiteX24" fmla="*/ 42132 w 89763"/>
                <a:gd name="connsiteY24" fmla="*/ 6573 h 138337"/>
                <a:gd name="connsiteX25" fmla="*/ 75378 w 89763"/>
                <a:gd name="connsiteY25" fmla="*/ 42854 h 138337"/>
                <a:gd name="connsiteX26" fmla="*/ 79911 w 89763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63" h="138337">
                  <a:moveTo>
                    <a:pt x="79911" y="42854"/>
                  </a:moveTo>
                  <a:lnTo>
                    <a:pt x="78702" y="2739"/>
                  </a:lnTo>
                  <a:lnTo>
                    <a:pt x="75378" y="2739"/>
                  </a:lnTo>
                  <a:lnTo>
                    <a:pt x="74773" y="3329"/>
                  </a:lnTo>
                  <a:cubicBezTo>
                    <a:pt x="72053" y="5393"/>
                    <a:pt x="71751" y="5688"/>
                    <a:pt x="70542" y="5688"/>
                  </a:cubicBezTo>
                  <a:cubicBezTo>
                    <a:pt x="68729" y="5688"/>
                    <a:pt x="65706" y="5098"/>
                    <a:pt x="62382" y="3624"/>
                  </a:cubicBezTo>
                  <a:cubicBezTo>
                    <a:pt x="55733" y="1264"/>
                    <a:pt x="49083" y="84"/>
                    <a:pt x="41225" y="84"/>
                  </a:cubicBezTo>
                  <a:cubicBezTo>
                    <a:pt x="17349" y="84"/>
                    <a:pt x="121" y="15127"/>
                    <a:pt x="121" y="36365"/>
                  </a:cubicBezTo>
                  <a:cubicBezTo>
                    <a:pt x="121" y="52883"/>
                    <a:pt x="9793" y="64681"/>
                    <a:pt x="35483" y="78839"/>
                  </a:cubicBezTo>
                  <a:lnTo>
                    <a:pt x="53012" y="88573"/>
                  </a:lnTo>
                  <a:cubicBezTo>
                    <a:pt x="63591" y="94472"/>
                    <a:pt x="68729" y="101552"/>
                    <a:pt x="68729" y="110695"/>
                  </a:cubicBezTo>
                  <a:cubicBezTo>
                    <a:pt x="68729" y="123674"/>
                    <a:pt x="59057" y="131933"/>
                    <a:pt x="43643" y="131933"/>
                  </a:cubicBezTo>
                  <a:cubicBezTo>
                    <a:pt x="33367" y="131933"/>
                    <a:pt x="23998" y="128098"/>
                    <a:pt x="18255" y="121609"/>
                  </a:cubicBezTo>
                  <a:cubicBezTo>
                    <a:pt x="11908" y="114235"/>
                    <a:pt x="9188" y="107451"/>
                    <a:pt x="5259" y="90638"/>
                  </a:cubicBezTo>
                  <a:lnTo>
                    <a:pt x="424" y="90638"/>
                  </a:lnTo>
                  <a:lnTo>
                    <a:pt x="424" y="136652"/>
                  </a:lnTo>
                  <a:lnTo>
                    <a:pt x="4353" y="136652"/>
                  </a:lnTo>
                  <a:cubicBezTo>
                    <a:pt x="6468" y="133703"/>
                    <a:pt x="7677" y="133113"/>
                    <a:pt x="11304" y="133113"/>
                  </a:cubicBezTo>
                  <a:cubicBezTo>
                    <a:pt x="14024" y="133113"/>
                    <a:pt x="18255" y="133703"/>
                    <a:pt x="25207" y="135472"/>
                  </a:cubicBezTo>
                  <a:cubicBezTo>
                    <a:pt x="33669" y="137242"/>
                    <a:pt x="41830" y="138422"/>
                    <a:pt x="47270" y="138422"/>
                  </a:cubicBezTo>
                  <a:cubicBezTo>
                    <a:pt x="70542" y="138422"/>
                    <a:pt x="89885" y="121314"/>
                    <a:pt x="89885" y="100667"/>
                  </a:cubicBezTo>
                  <a:cubicBezTo>
                    <a:pt x="89885" y="85918"/>
                    <a:pt x="82631" y="76185"/>
                    <a:pt x="64497" y="65566"/>
                  </a:cubicBezTo>
                  <a:lnTo>
                    <a:pt x="31856" y="46688"/>
                  </a:lnTo>
                  <a:cubicBezTo>
                    <a:pt x="23393" y="41969"/>
                    <a:pt x="18860" y="34595"/>
                    <a:pt x="18860" y="26631"/>
                  </a:cubicBezTo>
                  <a:cubicBezTo>
                    <a:pt x="18860" y="14832"/>
                    <a:pt x="28229" y="6573"/>
                    <a:pt x="42132" y="6573"/>
                  </a:cubicBezTo>
                  <a:cubicBezTo>
                    <a:pt x="59359" y="6573"/>
                    <a:pt x="68426" y="16602"/>
                    <a:pt x="75378" y="42854"/>
                  </a:cubicBezTo>
                  <a:lnTo>
                    <a:pt x="79911" y="4285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9B6FA2C-453F-1018-DF53-BF35CAD7E9B1}"/>
                </a:ext>
              </a:extLst>
            </p:cNvPr>
            <p:cNvSpPr/>
            <p:nvPr>
              <p:custDataLst>
                <p:tags r:id="rId309"/>
              </p:custDataLst>
            </p:nvPr>
          </p:nvSpPr>
          <p:spPr>
            <a:xfrm>
              <a:off x="5643341" y="2632631"/>
              <a:ext cx="71629" cy="201460"/>
            </a:xfrm>
            <a:custGeom>
              <a:avLst/>
              <a:gdLst>
                <a:gd name="connsiteX0" fmla="*/ 48180 w 71629"/>
                <a:gd name="connsiteY0" fmla="*/ 65861 h 201460"/>
                <a:gd name="connsiteX1" fmla="*/ 1334 w 71629"/>
                <a:gd name="connsiteY1" fmla="*/ 82084 h 201460"/>
                <a:gd name="connsiteX2" fmla="*/ 1334 w 71629"/>
                <a:gd name="connsiteY2" fmla="*/ 86508 h 201460"/>
                <a:gd name="connsiteX3" fmla="*/ 3752 w 71629"/>
                <a:gd name="connsiteY3" fmla="*/ 86213 h 201460"/>
                <a:gd name="connsiteX4" fmla="*/ 14028 w 71629"/>
                <a:gd name="connsiteY4" fmla="*/ 85328 h 201460"/>
                <a:gd name="connsiteX5" fmla="*/ 24002 w 71629"/>
                <a:gd name="connsiteY5" fmla="*/ 103026 h 201460"/>
                <a:gd name="connsiteX6" fmla="*/ 24002 w 71629"/>
                <a:gd name="connsiteY6" fmla="*/ 171458 h 201460"/>
                <a:gd name="connsiteX7" fmla="*/ 125 w 71629"/>
                <a:gd name="connsiteY7" fmla="*/ 197119 h 201460"/>
                <a:gd name="connsiteX8" fmla="*/ 125 w 71629"/>
                <a:gd name="connsiteY8" fmla="*/ 201544 h 201460"/>
                <a:gd name="connsiteX9" fmla="*/ 71755 w 71629"/>
                <a:gd name="connsiteY9" fmla="*/ 201544 h 201460"/>
                <a:gd name="connsiteX10" fmla="*/ 71755 w 71629"/>
                <a:gd name="connsiteY10" fmla="*/ 197119 h 201460"/>
                <a:gd name="connsiteX11" fmla="*/ 49389 w 71629"/>
                <a:gd name="connsiteY11" fmla="*/ 171458 h 201460"/>
                <a:gd name="connsiteX12" fmla="*/ 49389 w 71629"/>
                <a:gd name="connsiteY12" fmla="*/ 66746 h 201460"/>
                <a:gd name="connsiteX13" fmla="*/ 48180 w 71629"/>
                <a:gd name="connsiteY13" fmla="*/ 65861 h 201460"/>
                <a:gd name="connsiteX14" fmla="*/ 33975 w 71629"/>
                <a:gd name="connsiteY14" fmla="*/ 84 h 201460"/>
                <a:gd name="connsiteX15" fmla="*/ 18864 w 71629"/>
                <a:gd name="connsiteY15" fmla="*/ 15127 h 201460"/>
                <a:gd name="connsiteX16" fmla="*/ 33975 w 71629"/>
                <a:gd name="connsiteY16" fmla="*/ 30170 h 201460"/>
                <a:gd name="connsiteX17" fmla="*/ 49692 w 71629"/>
                <a:gd name="connsiteY17" fmla="*/ 15127 h 201460"/>
                <a:gd name="connsiteX18" fmla="*/ 33975 w 71629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29" h="201460">
                  <a:moveTo>
                    <a:pt x="48180" y="65861"/>
                  </a:moveTo>
                  <a:lnTo>
                    <a:pt x="1334" y="82084"/>
                  </a:lnTo>
                  <a:lnTo>
                    <a:pt x="1334" y="86508"/>
                  </a:lnTo>
                  <a:lnTo>
                    <a:pt x="3752" y="86213"/>
                  </a:lnTo>
                  <a:cubicBezTo>
                    <a:pt x="7379" y="85623"/>
                    <a:pt x="11308" y="85328"/>
                    <a:pt x="14028" y="85328"/>
                  </a:cubicBezTo>
                  <a:cubicBezTo>
                    <a:pt x="21281" y="85328"/>
                    <a:pt x="24002" y="90048"/>
                    <a:pt x="24002" y="103026"/>
                  </a:cubicBezTo>
                  <a:lnTo>
                    <a:pt x="24002" y="171458"/>
                  </a:lnTo>
                  <a:cubicBezTo>
                    <a:pt x="24002" y="192695"/>
                    <a:pt x="20979" y="195940"/>
                    <a:pt x="125" y="197119"/>
                  </a:cubicBezTo>
                  <a:lnTo>
                    <a:pt x="125" y="201544"/>
                  </a:lnTo>
                  <a:lnTo>
                    <a:pt x="71755" y="201544"/>
                  </a:lnTo>
                  <a:lnTo>
                    <a:pt x="71755" y="197119"/>
                  </a:lnTo>
                  <a:cubicBezTo>
                    <a:pt x="51807" y="195645"/>
                    <a:pt x="49389" y="192695"/>
                    <a:pt x="49389" y="171458"/>
                  </a:cubicBezTo>
                  <a:lnTo>
                    <a:pt x="49389" y="66746"/>
                  </a:lnTo>
                  <a:lnTo>
                    <a:pt x="48180" y="65861"/>
                  </a:lnTo>
                  <a:close/>
                  <a:moveTo>
                    <a:pt x="33975" y="84"/>
                  </a:moveTo>
                  <a:cubicBezTo>
                    <a:pt x="25815" y="84"/>
                    <a:pt x="18864" y="6868"/>
                    <a:pt x="18864" y="15127"/>
                  </a:cubicBezTo>
                  <a:cubicBezTo>
                    <a:pt x="18864" y="23386"/>
                    <a:pt x="25513" y="30170"/>
                    <a:pt x="33975" y="30170"/>
                  </a:cubicBezTo>
                  <a:cubicBezTo>
                    <a:pt x="42740" y="30170"/>
                    <a:pt x="49692" y="23681"/>
                    <a:pt x="49692" y="15127"/>
                  </a:cubicBezTo>
                  <a:cubicBezTo>
                    <a:pt x="49692" y="6868"/>
                    <a:pt x="42740" y="84"/>
                    <a:pt x="33975" y="84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F30BCB9-01B3-7126-884B-DAC58ED954D8}"/>
                </a:ext>
              </a:extLst>
            </p:cNvPr>
            <p:cNvSpPr/>
            <p:nvPr>
              <p:custDataLst>
                <p:tags r:id="rId310"/>
              </p:custDataLst>
            </p:nvPr>
          </p:nvSpPr>
          <p:spPr>
            <a:xfrm>
              <a:off x="5730999" y="2632631"/>
              <a:ext cx="140236" cy="204409"/>
            </a:xfrm>
            <a:custGeom>
              <a:avLst/>
              <a:gdLst>
                <a:gd name="connsiteX0" fmla="*/ 95937 w 140236"/>
                <a:gd name="connsiteY0" fmla="*/ 204494 h 204409"/>
                <a:gd name="connsiteX1" fmla="*/ 140365 w 140236"/>
                <a:gd name="connsiteY1" fmla="*/ 189155 h 204409"/>
                <a:gd name="connsiteX2" fmla="*/ 140365 w 140236"/>
                <a:gd name="connsiteY2" fmla="*/ 184436 h 204409"/>
                <a:gd name="connsiteX3" fmla="*/ 133414 w 140236"/>
                <a:gd name="connsiteY3" fmla="*/ 184731 h 204409"/>
                <a:gd name="connsiteX4" fmla="*/ 120115 w 140236"/>
                <a:gd name="connsiteY4" fmla="*/ 167918 h 204409"/>
                <a:gd name="connsiteX5" fmla="*/ 120115 w 140236"/>
                <a:gd name="connsiteY5" fmla="*/ 674 h 204409"/>
                <a:gd name="connsiteX6" fmla="*/ 118604 w 140236"/>
                <a:gd name="connsiteY6" fmla="*/ 84 h 204409"/>
                <a:gd name="connsiteX7" fmla="*/ 74176 w 140236"/>
                <a:gd name="connsiteY7" fmla="*/ 13062 h 204409"/>
                <a:gd name="connsiteX8" fmla="*/ 74176 w 140236"/>
                <a:gd name="connsiteY8" fmla="*/ 17782 h 204409"/>
                <a:gd name="connsiteX9" fmla="*/ 80825 w 140236"/>
                <a:gd name="connsiteY9" fmla="*/ 17487 h 204409"/>
                <a:gd name="connsiteX10" fmla="*/ 94728 w 140236"/>
                <a:gd name="connsiteY10" fmla="*/ 32530 h 204409"/>
                <a:gd name="connsiteX11" fmla="*/ 94728 w 140236"/>
                <a:gd name="connsiteY11" fmla="*/ 78544 h 204409"/>
                <a:gd name="connsiteX12" fmla="*/ 62993 w 140236"/>
                <a:gd name="connsiteY12" fmla="*/ 65861 h 204409"/>
                <a:gd name="connsiteX13" fmla="*/ 128 w 140236"/>
                <a:gd name="connsiteY13" fmla="*/ 141076 h 204409"/>
                <a:gd name="connsiteX14" fmla="*/ 56042 w 140236"/>
                <a:gd name="connsiteY14" fmla="*/ 204494 h 204409"/>
                <a:gd name="connsiteX15" fmla="*/ 94728 w 140236"/>
                <a:gd name="connsiteY15" fmla="*/ 184731 h 204409"/>
                <a:gd name="connsiteX16" fmla="*/ 94728 w 140236"/>
                <a:gd name="connsiteY16" fmla="*/ 203609 h 204409"/>
                <a:gd name="connsiteX17" fmla="*/ 95937 w 140236"/>
                <a:gd name="connsiteY17" fmla="*/ 204494 h 204409"/>
                <a:gd name="connsiteX18" fmla="*/ 94728 w 140236"/>
                <a:gd name="connsiteY18" fmla="*/ 171458 h 204409"/>
                <a:gd name="connsiteX19" fmla="*/ 89590 w 140236"/>
                <a:gd name="connsiteY19" fmla="*/ 180307 h 204409"/>
                <a:gd name="connsiteX20" fmla="*/ 67829 w 140236"/>
                <a:gd name="connsiteY20" fmla="*/ 189155 h 204409"/>
                <a:gd name="connsiteX21" fmla="*/ 26120 w 140236"/>
                <a:gd name="connsiteY21" fmla="*/ 129278 h 204409"/>
                <a:gd name="connsiteX22" fmla="*/ 63900 w 140236"/>
                <a:gd name="connsiteY22" fmla="*/ 74120 h 204409"/>
                <a:gd name="connsiteX23" fmla="*/ 94728 w 140236"/>
                <a:gd name="connsiteY23" fmla="*/ 103616 h 204409"/>
                <a:gd name="connsiteX24" fmla="*/ 94728 w 140236"/>
                <a:gd name="connsiteY24" fmla="*/ 171458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36" h="204409">
                  <a:moveTo>
                    <a:pt x="95937" y="204494"/>
                  </a:moveTo>
                  <a:lnTo>
                    <a:pt x="140365" y="189155"/>
                  </a:lnTo>
                  <a:lnTo>
                    <a:pt x="140365" y="184436"/>
                  </a:lnTo>
                  <a:cubicBezTo>
                    <a:pt x="134925" y="184731"/>
                    <a:pt x="134320" y="184731"/>
                    <a:pt x="133414" y="184731"/>
                  </a:cubicBezTo>
                  <a:cubicBezTo>
                    <a:pt x="122533" y="184731"/>
                    <a:pt x="120115" y="181486"/>
                    <a:pt x="120115" y="167918"/>
                  </a:cubicBezTo>
                  <a:lnTo>
                    <a:pt x="120115" y="674"/>
                  </a:lnTo>
                  <a:lnTo>
                    <a:pt x="118604" y="84"/>
                  </a:lnTo>
                  <a:cubicBezTo>
                    <a:pt x="104097" y="5098"/>
                    <a:pt x="93519" y="8048"/>
                    <a:pt x="74176" y="13062"/>
                  </a:cubicBezTo>
                  <a:lnTo>
                    <a:pt x="74176" y="17782"/>
                  </a:lnTo>
                  <a:cubicBezTo>
                    <a:pt x="76593" y="17487"/>
                    <a:pt x="78407" y="17487"/>
                    <a:pt x="80825" y="17487"/>
                  </a:cubicBezTo>
                  <a:cubicBezTo>
                    <a:pt x="92007" y="17487"/>
                    <a:pt x="94728" y="20436"/>
                    <a:pt x="94728" y="32530"/>
                  </a:cubicBezTo>
                  <a:lnTo>
                    <a:pt x="94728" y="78544"/>
                  </a:lnTo>
                  <a:cubicBezTo>
                    <a:pt x="83243" y="69105"/>
                    <a:pt x="75082" y="65861"/>
                    <a:pt x="62993" y="65861"/>
                  </a:cubicBezTo>
                  <a:cubicBezTo>
                    <a:pt x="28236" y="65861"/>
                    <a:pt x="128" y="99192"/>
                    <a:pt x="128" y="141076"/>
                  </a:cubicBezTo>
                  <a:cubicBezTo>
                    <a:pt x="128" y="178832"/>
                    <a:pt x="22796" y="204494"/>
                    <a:pt x="56042" y="204494"/>
                  </a:cubicBezTo>
                  <a:cubicBezTo>
                    <a:pt x="72967" y="204494"/>
                    <a:pt x="84452" y="198594"/>
                    <a:pt x="94728" y="184731"/>
                  </a:cubicBezTo>
                  <a:lnTo>
                    <a:pt x="94728" y="203609"/>
                  </a:lnTo>
                  <a:lnTo>
                    <a:pt x="95937" y="204494"/>
                  </a:lnTo>
                  <a:close/>
                  <a:moveTo>
                    <a:pt x="94728" y="171458"/>
                  </a:moveTo>
                  <a:cubicBezTo>
                    <a:pt x="94728" y="173522"/>
                    <a:pt x="92612" y="177062"/>
                    <a:pt x="89590" y="180307"/>
                  </a:cubicBezTo>
                  <a:cubicBezTo>
                    <a:pt x="84149" y="186206"/>
                    <a:pt x="76593" y="189155"/>
                    <a:pt x="67829" y="189155"/>
                  </a:cubicBezTo>
                  <a:cubicBezTo>
                    <a:pt x="42743" y="189155"/>
                    <a:pt x="26120" y="165558"/>
                    <a:pt x="26120" y="129278"/>
                  </a:cubicBezTo>
                  <a:cubicBezTo>
                    <a:pt x="26120" y="95947"/>
                    <a:pt x="40930" y="74120"/>
                    <a:pt x="63900" y="74120"/>
                  </a:cubicBezTo>
                  <a:cubicBezTo>
                    <a:pt x="79918" y="74120"/>
                    <a:pt x="94728" y="87983"/>
                    <a:pt x="94728" y="103616"/>
                  </a:cubicBezTo>
                  <a:lnTo>
                    <a:pt x="94728" y="171458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143AD1B-A33F-F28E-9B9C-2E1BE22EB09C}"/>
                </a:ext>
              </a:extLst>
            </p:cNvPr>
            <p:cNvSpPr/>
            <p:nvPr>
              <p:custDataLst>
                <p:tags r:id="rId311"/>
              </p:custDataLst>
            </p:nvPr>
          </p:nvSpPr>
          <p:spPr>
            <a:xfrm>
              <a:off x="5882079" y="2698408"/>
              <a:ext cx="120591" cy="138632"/>
            </a:xfrm>
            <a:custGeom>
              <a:avLst/>
              <a:gdLst>
                <a:gd name="connsiteX0" fmla="*/ 115889 w 120591"/>
                <a:gd name="connsiteY0" fmla="*/ 87393 h 138632"/>
                <a:gd name="connsiteX1" fmla="*/ 69043 w 120591"/>
                <a:gd name="connsiteY1" fmla="*/ 118364 h 138632"/>
                <a:gd name="connsiteX2" fmla="*/ 30054 w 120591"/>
                <a:gd name="connsiteY2" fmla="*/ 92998 h 138632"/>
                <a:gd name="connsiteX3" fmla="*/ 21894 w 120591"/>
                <a:gd name="connsiteY3" fmla="*/ 54062 h 138632"/>
                <a:gd name="connsiteX4" fmla="*/ 114982 w 120591"/>
                <a:gd name="connsiteY4" fmla="*/ 54062 h 138632"/>
                <a:gd name="connsiteX5" fmla="*/ 101986 w 120591"/>
                <a:gd name="connsiteY5" fmla="*/ 16897 h 138632"/>
                <a:gd name="connsiteX6" fmla="*/ 63300 w 120591"/>
                <a:gd name="connsiteY6" fmla="*/ 84 h 138632"/>
                <a:gd name="connsiteX7" fmla="*/ 22498 w 120591"/>
                <a:gd name="connsiteY7" fmla="*/ 15422 h 138632"/>
                <a:gd name="connsiteX8" fmla="*/ 133 w 120591"/>
                <a:gd name="connsiteY8" fmla="*/ 72645 h 138632"/>
                <a:gd name="connsiteX9" fmla="*/ 56651 w 120591"/>
                <a:gd name="connsiteY9" fmla="*/ 138717 h 138632"/>
                <a:gd name="connsiteX10" fmla="*/ 120725 w 120591"/>
                <a:gd name="connsiteY10" fmla="*/ 89458 h 138632"/>
                <a:gd name="connsiteX11" fmla="*/ 115889 w 120591"/>
                <a:gd name="connsiteY11" fmla="*/ 87393 h 138632"/>
                <a:gd name="connsiteX12" fmla="*/ 22498 w 120591"/>
                <a:gd name="connsiteY12" fmla="*/ 44624 h 138632"/>
                <a:gd name="connsiteX13" fmla="*/ 54535 w 120591"/>
                <a:gd name="connsiteY13" fmla="*/ 10703 h 138632"/>
                <a:gd name="connsiteX14" fmla="*/ 84154 w 120591"/>
                <a:gd name="connsiteY14" fmla="*/ 44624 h 138632"/>
                <a:gd name="connsiteX15" fmla="*/ 22498 w 120591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91" h="138632">
                  <a:moveTo>
                    <a:pt x="115889" y="87393"/>
                  </a:moveTo>
                  <a:cubicBezTo>
                    <a:pt x="101382" y="109811"/>
                    <a:pt x="88386" y="118364"/>
                    <a:pt x="69043" y="118364"/>
                  </a:cubicBezTo>
                  <a:cubicBezTo>
                    <a:pt x="51815" y="118364"/>
                    <a:pt x="38819" y="109811"/>
                    <a:pt x="30054" y="92998"/>
                  </a:cubicBezTo>
                  <a:cubicBezTo>
                    <a:pt x="24614" y="81789"/>
                    <a:pt x="22498" y="72055"/>
                    <a:pt x="21894" y="54062"/>
                  </a:cubicBezTo>
                  <a:lnTo>
                    <a:pt x="114982" y="54062"/>
                  </a:lnTo>
                  <a:cubicBezTo>
                    <a:pt x="112564" y="34890"/>
                    <a:pt x="109542" y="26336"/>
                    <a:pt x="101986" y="16897"/>
                  </a:cubicBezTo>
                  <a:cubicBezTo>
                    <a:pt x="92919" y="6278"/>
                    <a:pt x="79016" y="84"/>
                    <a:pt x="63300" y="84"/>
                  </a:cubicBezTo>
                  <a:cubicBezTo>
                    <a:pt x="48188" y="84"/>
                    <a:pt x="33983" y="5393"/>
                    <a:pt x="22498" y="15422"/>
                  </a:cubicBezTo>
                  <a:cubicBezTo>
                    <a:pt x="8293" y="27516"/>
                    <a:pt x="133" y="48458"/>
                    <a:pt x="133" y="72645"/>
                  </a:cubicBezTo>
                  <a:cubicBezTo>
                    <a:pt x="133" y="113350"/>
                    <a:pt x="21894" y="138717"/>
                    <a:pt x="56651" y="138717"/>
                  </a:cubicBezTo>
                  <a:cubicBezTo>
                    <a:pt x="85363" y="138717"/>
                    <a:pt x="108031" y="121314"/>
                    <a:pt x="120725" y="89458"/>
                  </a:cubicBezTo>
                  <a:lnTo>
                    <a:pt x="115889" y="87393"/>
                  </a:lnTo>
                  <a:close/>
                  <a:moveTo>
                    <a:pt x="22498" y="44624"/>
                  </a:moveTo>
                  <a:cubicBezTo>
                    <a:pt x="25823" y="21616"/>
                    <a:pt x="36099" y="10703"/>
                    <a:pt x="54535" y="10703"/>
                  </a:cubicBezTo>
                  <a:cubicBezTo>
                    <a:pt x="72972" y="10703"/>
                    <a:pt x="80225" y="18962"/>
                    <a:pt x="84154" y="44624"/>
                  </a:cubicBezTo>
                  <a:lnTo>
                    <a:pt x="22498" y="4462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992FC35-0CF8-3BA4-0C8B-27D1A6020BD9}"/>
                </a:ext>
              </a:extLst>
            </p:cNvPr>
            <p:cNvSpPr/>
            <p:nvPr>
              <p:custDataLst>
                <p:tags r:id="rId312"/>
              </p:custDataLst>
            </p:nvPr>
          </p:nvSpPr>
          <p:spPr>
            <a:xfrm>
              <a:off x="6010728" y="2698408"/>
              <a:ext cx="99737" cy="135683"/>
            </a:xfrm>
            <a:custGeom>
              <a:avLst/>
              <a:gdLst>
                <a:gd name="connsiteX0" fmla="*/ 742 w 99737"/>
                <a:gd name="connsiteY0" fmla="*/ 20732 h 135683"/>
                <a:gd name="connsiteX1" fmla="*/ 11320 w 99737"/>
                <a:gd name="connsiteY1" fmla="*/ 19552 h 135683"/>
                <a:gd name="connsiteX2" fmla="*/ 21596 w 99737"/>
                <a:gd name="connsiteY2" fmla="*/ 37249 h 135683"/>
                <a:gd name="connsiteX3" fmla="*/ 21596 w 99737"/>
                <a:gd name="connsiteY3" fmla="*/ 110990 h 135683"/>
                <a:gd name="connsiteX4" fmla="*/ 137 w 99737"/>
                <a:gd name="connsiteY4" fmla="*/ 131343 h 135683"/>
                <a:gd name="connsiteX5" fmla="*/ 137 w 99737"/>
                <a:gd name="connsiteY5" fmla="*/ 135767 h 135683"/>
                <a:gd name="connsiteX6" fmla="*/ 72674 w 99737"/>
                <a:gd name="connsiteY6" fmla="*/ 135767 h 135683"/>
                <a:gd name="connsiteX7" fmla="*/ 72674 w 99737"/>
                <a:gd name="connsiteY7" fmla="*/ 131343 h 135683"/>
                <a:gd name="connsiteX8" fmla="*/ 46984 w 99737"/>
                <a:gd name="connsiteY8" fmla="*/ 109221 h 135683"/>
                <a:gd name="connsiteX9" fmla="*/ 46984 w 99737"/>
                <a:gd name="connsiteY9" fmla="*/ 42854 h 135683"/>
                <a:gd name="connsiteX10" fmla="*/ 68140 w 99737"/>
                <a:gd name="connsiteY10" fmla="*/ 18667 h 135683"/>
                <a:gd name="connsiteX11" fmla="*/ 75998 w 99737"/>
                <a:gd name="connsiteY11" fmla="*/ 23091 h 135683"/>
                <a:gd name="connsiteX12" fmla="*/ 88088 w 99737"/>
                <a:gd name="connsiteY12" fmla="*/ 28991 h 135683"/>
                <a:gd name="connsiteX13" fmla="*/ 99875 w 99737"/>
                <a:gd name="connsiteY13" fmla="*/ 15717 h 135683"/>
                <a:gd name="connsiteX14" fmla="*/ 83252 w 99737"/>
                <a:gd name="connsiteY14" fmla="*/ 84 h 135683"/>
                <a:gd name="connsiteX15" fmla="*/ 46984 w 99737"/>
                <a:gd name="connsiteY15" fmla="*/ 27811 h 135683"/>
                <a:gd name="connsiteX16" fmla="*/ 46984 w 99737"/>
                <a:gd name="connsiteY16" fmla="*/ 674 h 135683"/>
                <a:gd name="connsiteX17" fmla="*/ 45473 w 99737"/>
                <a:gd name="connsiteY17" fmla="*/ 84 h 135683"/>
                <a:gd name="connsiteX18" fmla="*/ 742 w 99737"/>
                <a:gd name="connsiteY18" fmla="*/ 16012 h 135683"/>
                <a:gd name="connsiteX19" fmla="*/ 742 w 99737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737" h="135683">
                  <a:moveTo>
                    <a:pt x="742" y="20732"/>
                  </a:moveTo>
                  <a:cubicBezTo>
                    <a:pt x="4973" y="19847"/>
                    <a:pt x="7693" y="19552"/>
                    <a:pt x="11320" y="19552"/>
                  </a:cubicBezTo>
                  <a:cubicBezTo>
                    <a:pt x="18876" y="19552"/>
                    <a:pt x="21596" y="24271"/>
                    <a:pt x="21596" y="37249"/>
                  </a:cubicBezTo>
                  <a:lnTo>
                    <a:pt x="21596" y="110990"/>
                  </a:lnTo>
                  <a:cubicBezTo>
                    <a:pt x="21596" y="125739"/>
                    <a:pt x="19480" y="127803"/>
                    <a:pt x="137" y="131343"/>
                  </a:cubicBezTo>
                  <a:lnTo>
                    <a:pt x="137" y="135767"/>
                  </a:lnTo>
                  <a:lnTo>
                    <a:pt x="72674" y="135767"/>
                  </a:lnTo>
                  <a:lnTo>
                    <a:pt x="72674" y="131343"/>
                  </a:lnTo>
                  <a:cubicBezTo>
                    <a:pt x="52122" y="130458"/>
                    <a:pt x="46984" y="126033"/>
                    <a:pt x="46984" y="109221"/>
                  </a:cubicBezTo>
                  <a:lnTo>
                    <a:pt x="46984" y="42854"/>
                  </a:lnTo>
                  <a:cubicBezTo>
                    <a:pt x="46984" y="33415"/>
                    <a:pt x="59980" y="18667"/>
                    <a:pt x="68140" y="18667"/>
                  </a:cubicBezTo>
                  <a:cubicBezTo>
                    <a:pt x="69954" y="18667"/>
                    <a:pt x="72674" y="20142"/>
                    <a:pt x="75998" y="23091"/>
                  </a:cubicBezTo>
                  <a:cubicBezTo>
                    <a:pt x="80834" y="27221"/>
                    <a:pt x="84159" y="28991"/>
                    <a:pt x="88088" y="28991"/>
                  </a:cubicBezTo>
                  <a:cubicBezTo>
                    <a:pt x="95341" y="28991"/>
                    <a:pt x="99875" y="23976"/>
                    <a:pt x="99875" y="15717"/>
                  </a:cubicBezTo>
                  <a:cubicBezTo>
                    <a:pt x="99875" y="5983"/>
                    <a:pt x="93528" y="84"/>
                    <a:pt x="83252" y="84"/>
                  </a:cubicBezTo>
                  <a:cubicBezTo>
                    <a:pt x="70558" y="84"/>
                    <a:pt x="61793" y="6868"/>
                    <a:pt x="46984" y="27811"/>
                  </a:cubicBezTo>
                  <a:lnTo>
                    <a:pt x="46984" y="674"/>
                  </a:lnTo>
                  <a:lnTo>
                    <a:pt x="45473" y="84"/>
                  </a:lnTo>
                  <a:cubicBezTo>
                    <a:pt x="29454" y="6573"/>
                    <a:pt x="18574" y="10408"/>
                    <a:pt x="742" y="16012"/>
                  </a:cubicBezTo>
                  <a:lnTo>
                    <a:pt x="742" y="20732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C70B5F60-9D14-C955-01E0-A41CDD873CDC}"/>
                </a:ext>
              </a:extLst>
            </p:cNvPr>
            <p:cNvSpPr/>
            <p:nvPr>
              <p:custDataLst>
                <p:tags r:id="rId313"/>
              </p:custDataLst>
            </p:nvPr>
          </p:nvSpPr>
          <p:spPr>
            <a:xfrm>
              <a:off x="6190008" y="2663307"/>
              <a:ext cx="80394" cy="173733"/>
            </a:xfrm>
            <a:custGeom>
              <a:avLst/>
              <a:gdLst>
                <a:gd name="connsiteX0" fmla="*/ 73284 w 80394"/>
                <a:gd name="connsiteY0" fmla="*/ 38134 h 173733"/>
                <a:gd name="connsiteX1" fmla="*/ 42758 w 80394"/>
                <a:gd name="connsiteY1" fmla="*/ 38134 h 173733"/>
                <a:gd name="connsiteX2" fmla="*/ 42758 w 80394"/>
                <a:gd name="connsiteY2" fmla="*/ 3919 h 173733"/>
                <a:gd name="connsiteX3" fmla="*/ 40643 w 80394"/>
                <a:gd name="connsiteY3" fmla="*/ 84 h 173733"/>
                <a:gd name="connsiteX4" fmla="*/ 34598 w 80394"/>
                <a:gd name="connsiteY4" fmla="*/ 8343 h 173733"/>
                <a:gd name="connsiteX5" fmla="*/ 5281 w 80394"/>
                <a:gd name="connsiteY5" fmla="*/ 39904 h 173733"/>
                <a:gd name="connsiteX6" fmla="*/ 143 w 80394"/>
                <a:gd name="connsiteY6" fmla="*/ 45508 h 173733"/>
                <a:gd name="connsiteX7" fmla="*/ 1352 w 80394"/>
                <a:gd name="connsiteY7" fmla="*/ 47573 h 173733"/>
                <a:gd name="connsiteX8" fmla="*/ 17370 w 80394"/>
                <a:gd name="connsiteY8" fmla="*/ 47573 h 173733"/>
                <a:gd name="connsiteX9" fmla="*/ 17370 w 80394"/>
                <a:gd name="connsiteY9" fmla="*/ 136357 h 173733"/>
                <a:gd name="connsiteX10" fmla="*/ 44269 w 80394"/>
                <a:gd name="connsiteY10" fmla="*/ 173817 h 173733"/>
                <a:gd name="connsiteX11" fmla="*/ 80537 w 80394"/>
                <a:gd name="connsiteY11" fmla="*/ 151400 h 173733"/>
                <a:gd name="connsiteX12" fmla="*/ 76608 w 80394"/>
                <a:gd name="connsiteY12" fmla="*/ 148156 h 173733"/>
                <a:gd name="connsiteX13" fmla="*/ 58474 w 80394"/>
                <a:gd name="connsiteY13" fmla="*/ 158479 h 173733"/>
                <a:gd name="connsiteX14" fmla="*/ 42758 w 80394"/>
                <a:gd name="connsiteY14" fmla="*/ 131933 h 173733"/>
                <a:gd name="connsiteX15" fmla="*/ 42758 w 80394"/>
                <a:gd name="connsiteY15" fmla="*/ 47573 h 173733"/>
                <a:gd name="connsiteX16" fmla="*/ 73284 w 80394"/>
                <a:gd name="connsiteY16" fmla="*/ 47573 h 173733"/>
                <a:gd name="connsiteX17" fmla="*/ 73284 w 80394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94" h="173733">
                  <a:moveTo>
                    <a:pt x="73284" y="38134"/>
                  </a:moveTo>
                  <a:lnTo>
                    <a:pt x="42758" y="38134"/>
                  </a:lnTo>
                  <a:lnTo>
                    <a:pt x="42758" y="3919"/>
                  </a:lnTo>
                  <a:cubicBezTo>
                    <a:pt x="42758" y="969"/>
                    <a:pt x="42456" y="84"/>
                    <a:pt x="40643" y="84"/>
                  </a:cubicBezTo>
                  <a:cubicBezTo>
                    <a:pt x="38527" y="2739"/>
                    <a:pt x="36713" y="5393"/>
                    <a:pt x="34598" y="8343"/>
                  </a:cubicBezTo>
                  <a:cubicBezTo>
                    <a:pt x="23113" y="24566"/>
                    <a:pt x="10117" y="38724"/>
                    <a:pt x="5281" y="39904"/>
                  </a:cubicBezTo>
                  <a:cubicBezTo>
                    <a:pt x="1956" y="41969"/>
                    <a:pt x="143" y="44034"/>
                    <a:pt x="143" y="45508"/>
                  </a:cubicBezTo>
                  <a:cubicBezTo>
                    <a:pt x="143" y="46393"/>
                    <a:pt x="445" y="46983"/>
                    <a:pt x="1352" y="47573"/>
                  </a:cubicBezTo>
                  <a:lnTo>
                    <a:pt x="17370" y="47573"/>
                  </a:lnTo>
                  <a:lnTo>
                    <a:pt x="17370" y="136357"/>
                  </a:lnTo>
                  <a:cubicBezTo>
                    <a:pt x="17370" y="161134"/>
                    <a:pt x="26437" y="173817"/>
                    <a:pt x="44269" y="173817"/>
                  </a:cubicBezTo>
                  <a:cubicBezTo>
                    <a:pt x="59079" y="173817"/>
                    <a:pt x="70564" y="166738"/>
                    <a:pt x="80537" y="151400"/>
                  </a:cubicBezTo>
                  <a:lnTo>
                    <a:pt x="76608" y="148156"/>
                  </a:lnTo>
                  <a:cubicBezTo>
                    <a:pt x="70262" y="155530"/>
                    <a:pt x="65124" y="158479"/>
                    <a:pt x="58474" y="158479"/>
                  </a:cubicBezTo>
                  <a:cubicBezTo>
                    <a:pt x="47292" y="158479"/>
                    <a:pt x="42758" y="150515"/>
                    <a:pt x="42758" y="131933"/>
                  </a:cubicBezTo>
                  <a:lnTo>
                    <a:pt x="42758" y="47573"/>
                  </a:lnTo>
                  <a:lnTo>
                    <a:pt x="73284" y="47573"/>
                  </a:lnTo>
                  <a:lnTo>
                    <a:pt x="73284" y="3813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B2A5A22-D6E1-E144-8381-AA6F030DC2D2}"/>
                </a:ext>
              </a:extLst>
            </p:cNvPr>
            <p:cNvSpPr/>
            <p:nvPr>
              <p:custDataLst>
                <p:tags r:id="rId314"/>
              </p:custDataLst>
            </p:nvPr>
          </p:nvSpPr>
          <p:spPr>
            <a:xfrm>
              <a:off x="6273133" y="2632631"/>
              <a:ext cx="144468" cy="201460"/>
            </a:xfrm>
            <a:custGeom>
              <a:avLst/>
              <a:gdLst>
                <a:gd name="connsiteX0" fmla="*/ 44877 w 144468"/>
                <a:gd name="connsiteY0" fmla="*/ 100371 h 201460"/>
                <a:gd name="connsiteX1" fmla="*/ 78425 w 144468"/>
                <a:gd name="connsiteY1" fmla="*/ 81789 h 201460"/>
                <a:gd name="connsiteX2" fmla="*/ 101092 w 144468"/>
                <a:gd name="connsiteY2" fmla="*/ 113055 h 201460"/>
                <a:gd name="connsiteX3" fmla="*/ 101092 w 144468"/>
                <a:gd name="connsiteY3" fmla="*/ 171458 h 201460"/>
                <a:gd name="connsiteX4" fmla="*/ 80541 w 144468"/>
                <a:gd name="connsiteY4" fmla="*/ 197119 h 201460"/>
                <a:gd name="connsiteX5" fmla="*/ 80541 w 144468"/>
                <a:gd name="connsiteY5" fmla="*/ 201544 h 201460"/>
                <a:gd name="connsiteX6" fmla="*/ 144614 w 144468"/>
                <a:gd name="connsiteY6" fmla="*/ 201544 h 201460"/>
                <a:gd name="connsiteX7" fmla="*/ 144614 w 144468"/>
                <a:gd name="connsiteY7" fmla="*/ 197119 h 201460"/>
                <a:gd name="connsiteX8" fmla="*/ 126480 w 144468"/>
                <a:gd name="connsiteY8" fmla="*/ 171458 h 201460"/>
                <a:gd name="connsiteX9" fmla="*/ 126480 w 144468"/>
                <a:gd name="connsiteY9" fmla="*/ 112760 h 201460"/>
                <a:gd name="connsiteX10" fmla="*/ 89305 w 144468"/>
                <a:gd name="connsiteY10" fmla="*/ 65861 h 201460"/>
                <a:gd name="connsiteX11" fmla="*/ 44877 w 144468"/>
                <a:gd name="connsiteY11" fmla="*/ 90638 h 201460"/>
                <a:gd name="connsiteX12" fmla="*/ 44877 w 144468"/>
                <a:gd name="connsiteY12" fmla="*/ 969 h 201460"/>
                <a:gd name="connsiteX13" fmla="*/ 43366 w 144468"/>
                <a:gd name="connsiteY13" fmla="*/ 84 h 201460"/>
                <a:gd name="connsiteX14" fmla="*/ 8609 w 144468"/>
                <a:gd name="connsiteY14" fmla="*/ 10702 h 201460"/>
                <a:gd name="connsiteX15" fmla="*/ 448 w 144468"/>
                <a:gd name="connsiteY15" fmla="*/ 13062 h 201460"/>
                <a:gd name="connsiteX16" fmla="*/ 448 w 144468"/>
                <a:gd name="connsiteY16" fmla="*/ 17782 h 201460"/>
                <a:gd name="connsiteX17" fmla="*/ 4075 w 144468"/>
                <a:gd name="connsiteY17" fmla="*/ 17487 h 201460"/>
                <a:gd name="connsiteX18" fmla="*/ 19489 w 144468"/>
                <a:gd name="connsiteY18" fmla="*/ 32530 h 201460"/>
                <a:gd name="connsiteX19" fmla="*/ 19489 w 144468"/>
                <a:gd name="connsiteY19" fmla="*/ 171458 h 201460"/>
                <a:gd name="connsiteX20" fmla="*/ 146 w 144468"/>
                <a:gd name="connsiteY20" fmla="*/ 197119 h 201460"/>
                <a:gd name="connsiteX21" fmla="*/ 146 w 144468"/>
                <a:gd name="connsiteY21" fmla="*/ 201544 h 201460"/>
                <a:gd name="connsiteX22" fmla="*/ 65429 w 144468"/>
                <a:gd name="connsiteY22" fmla="*/ 201544 h 201460"/>
                <a:gd name="connsiteX23" fmla="*/ 65429 w 144468"/>
                <a:gd name="connsiteY23" fmla="*/ 197119 h 201460"/>
                <a:gd name="connsiteX24" fmla="*/ 44877 w 144468"/>
                <a:gd name="connsiteY24" fmla="*/ 171458 h 201460"/>
                <a:gd name="connsiteX25" fmla="*/ 44877 w 144468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68" h="201460">
                  <a:moveTo>
                    <a:pt x="44877" y="100371"/>
                  </a:moveTo>
                  <a:cubicBezTo>
                    <a:pt x="57571" y="86803"/>
                    <a:pt x="66638" y="81789"/>
                    <a:pt x="78425" y="81789"/>
                  </a:cubicBezTo>
                  <a:cubicBezTo>
                    <a:pt x="93537" y="81789"/>
                    <a:pt x="101092" y="92407"/>
                    <a:pt x="101092" y="113055"/>
                  </a:cubicBezTo>
                  <a:lnTo>
                    <a:pt x="101092" y="171458"/>
                  </a:lnTo>
                  <a:cubicBezTo>
                    <a:pt x="101092" y="191515"/>
                    <a:pt x="98070" y="195350"/>
                    <a:pt x="80541" y="197119"/>
                  </a:cubicBezTo>
                  <a:lnTo>
                    <a:pt x="80541" y="201544"/>
                  </a:lnTo>
                  <a:lnTo>
                    <a:pt x="144614" y="201544"/>
                  </a:lnTo>
                  <a:lnTo>
                    <a:pt x="144614" y="197119"/>
                  </a:lnTo>
                  <a:cubicBezTo>
                    <a:pt x="128294" y="194170"/>
                    <a:pt x="126480" y="191810"/>
                    <a:pt x="126480" y="171458"/>
                  </a:cubicBezTo>
                  <a:lnTo>
                    <a:pt x="126480" y="112760"/>
                  </a:lnTo>
                  <a:cubicBezTo>
                    <a:pt x="126480" y="81789"/>
                    <a:pt x="113786" y="65861"/>
                    <a:pt x="89305" y="65861"/>
                  </a:cubicBezTo>
                  <a:cubicBezTo>
                    <a:pt x="71473" y="65861"/>
                    <a:pt x="58780" y="72940"/>
                    <a:pt x="44877" y="90638"/>
                  </a:cubicBezTo>
                  <a:lnTo>
                    <a:pt x="44877" y="969"/>
                  </a:lnTo>
                  <a:lnTo>
                    <a:pt x="43366" y="84"/>
                  </a:lnTo>
                  <a:cubicBezTo>
                    <a:pt x="33090" y="3623"/>
                    <a:pt x="25534" y="5983"/>
                    <a:pt x="8609" y="10702"/>
                  </a:cubicBezTo>
                  <a:lnTo>
                    <a:pt x="448" y="13062"/>
                  </a:lnTo>
                  <a:lnTo>
                    <a:pt x="448" y="17782"/>
                  </a:lnTo>
                  <a:cubicBezTo>
                    <a:pt x="1657" y="17487"/>
                    <a:pt x="2564" y="17487"/>
                    <a:pt x="4075" y="17487"/>
                  </a:cubicBezTo>
                  <a:cubicBezTo>
                    <a:pt x="17071" y="17487"/>
                    <a:pt x="19489" y="19846"/>
                    <a:pt x="19489" y="32530"/>
                  </a:cubicBezTo>
                  <a:lnTo>
                    <a:pt x="19489" y="171458"/>
                  </a:lnTo>
                  <a:cubicBezTo>
                    <a:pt x="19489" y="192105"/>
                    <a:pt x="17676" y="194760"/>
                    <a:pt x="146" y="197119"/>
                  </a:cubicBezTo>
                  <a:lnTo>
                    <a:pt x="146" y="201544"/>
                  </a:lnTo>
                  <a:lnTo>
                    <a:pt x="65429" y="201544"/>
                  </a:lnTo>
                  <a:lnTo>
                    <a:pt x="65429" y="197119"/>
                  </a:lnTo>
                  <a:cubicBezTo>
                    <a:pt x="47899" y="195350"/>
                    <a:pt x="44877" y="191810"/>
                    <a:pt x="44877" y="171458"/>
                  </a:cubicBezTo>
                  <a:lnTo>
                    <a:pt x="44877" y="100371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F360CDA-2FA4-3CA1-21F2-E2BF3A20DA7E}"/>
                </a:ext>
              </a:extLst>
            </p:cNvPr>
            <p:cNvSpPr/>
            <p:nvPr>
              <p:custDataLst>
                <p:tags r:id="rId315"/>
              </p:custDataLst>
            </p:nvPr>
          </p:nvSpPr>
          <p:spPr>
            <a:xfrm>
              <a:off x="6423608" y="2698408"/>
              <a:ext cx="99737" cy="135683"/>
            </a:xfrm>
            <a:custGeom>
              <a:avLst/>
              <a:gdLst>
                <a:gd name="connsiteX0" fmla="*/ 755 w 99737"/>
                <a:gd name="connsiteY0" fmla="*/ 20732 h 135683"/>
                <a:gd name="connsiteX1" fmla="*/ 11334 w 99737"/>
                <a:gd name="connsiteY1" fmla="*/ 19552 h 135683"/>
                <a:gd name="connsiteX2" fmla="*/ 21610 w 99737"/>
                <a:gd name="connsiteY2" fmla="*/ 37249 h 135683"/>
                <a:gd name="connsiteX3" fmla="*/ 21610 w 99737"/>
                <a:gd name="connsiteY3" fmla="*/ 110990 h 135683"/>
                <a:gd name="connsiteX4" fmla="*/ 151 w 99737"/>
                <a:gd name="connsiteY4" fmla="*/ 131343 h 135683"/>
                <a:gd name="connsiteX5" fmla="*/ 151 w 99737"/>
                <a:gd name="connsiteY5" fmla="*/ 135767 h 135683"/>
                <a:gd name="connsiteX6" fmla="*/ 72687 w 99737"/>
                <a:gd name="connsiteY6" fmla="*/ 135767 h 135683"/>
                <a:gd name="connsiteX7" fmla="*/ 72687 w 99737"/>
                <a:gd name="connsiteY7" fmla="*/ 131343 h 135683"/>
                <a:gd name="connsiteX8" fmla="*/ 46997 w 99737"/>
                <a:gd name="connsiteY8" fmla="*/ 109221 h 135683"/>
                <a:gd name="connsiteX9" fmla="*/ 46997 w 99737"/>
                <a:gd name="connsiteY9" fmla="*/ 42854 h 135683"/>
                <a:gd name="connsiteX10" fmla="*/ 68154 w 99737"/>
                <a:gd name="connsiteY10" fmla="*/ 18667 h 135683"/>
                <a:gd name="connsiteX11" fmla="*/ 76012 w 99737"/>
                <a:gd name="connsiteY11" fmla="*/ 23091 h 135683"/>
                <a:gd name="connsiteX12" fmla="*/ 88101 w 99737"/>
                <a:gd name="connsiteY12" fmla="*/ 28991 h 135683"/>
                <a:gd name="connsiteX13" fmla="*/ 99888 w 99737"/>
                <a:gd name="connsiteY13" fmla="*/ 15717 h 135683"/>
                <a:gd name="connsiteX14" fmla="*/ 83265 w 99737"/>
                <a:gd name="connsiteY14" fmla="*/ 84 h 135683"/>
                <a:gd name="connsiteX15" fmla="*/ 46997 w 99737"/>
                <a:gd name="connsiteY15" fmla="*/ 27811 h 135683"/>
                <a:gd name="connsiteX16" fmla="*/ 46997 w 99737"/>
                <a:gd name="connsiteY16" fmla="*/ 674 h 135683"/>
                <a:gd name="connsiteX17" fmla="*/ 45486 w 99737"/>
                <a:gd name="connsiteY17" fmla="*/ 84 h 135683"/>
                <a:gd name="connsiteX18" fmla="*/ 755 w 99737"/>
                <a:gd name="connsiteY18" fmla="*/ 16012 h 135683"/>
                <a:gd name="connsiteX19" fmla="*/ 755 w 99737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737" h="135683">
                  <a:moveTo>
                    <a:pt x="755" y="20732"/>
                  </a:moveTo>
                  <a:cubicBezTo>
                    <a:pt x="4987" y="19847"/>
                    <a:pt x="7707" y="19552"/>
                    <a:pt x="11334" y="19552"/>
                  </a:cubicBezTo>
                  <a:cubicBezTo>
                    <a:pt x="18889" y="19552"/>
                    <a:pt x="21610" y="24271"/>
                    <a:pt x="21610" y="37249"/>
                  </a:cubicBezTo>
                  <a:lnTo>
                    <a:pt x="21610" y="110990"/>
                  </a:lnTo>
                  <a:cubicBezTo>
                    <a:pt x="21610" y="125739"/>
                    <a:pt x="19494" y="127803"/>
                    <a:pt x="151" y="131343"/>
                  </a:cubicBezTo>
                  <a:lnTo>
                    <a:pt x="151" y="135767"/>
                  </a:lnTo>
                  <a:lnTo>
                    <a:pt x="72687" y="135767"/>
                  </a:lnTo>
                  <a:lnTo>
                    <a:pt x="72687" y="131343"/>
                  </a:lnTo>
                  <a:cubicBezTo>
                    <a:pt x="52135" y="130458"/>
                    <a:pt x="46997" y="126033"/>
                    <a:pt x="46997" y="109221"/>
                  </a:cubicBezTo>
                  <a:lnTo>
                    <a:pt x="46997" y="42854"/>
                  </a:lnTo>
                  <a:cubicBezTo>
                    <a:pt x="46997" y="33415"/>
                    <a:pt x="59993" y="18667"/>
                    <a:pt x="68154" y="18667"/>
                  </a:cubicBezTo>
                  <a:cubicBezTo>
                    <a:pt x="69967" y="18667"/>
                    <a:pt x="72687" y="20142"/>
                    <a:pt x="76012" y="23091"/>
                  </a:cubicBezTo>
                  <a:cubicBezTo>
                    <a:pt x="80848" y="27221"/>
                    <a:pt x="84172" y="28991"/>
                    <a:pt x="88101" y="28991"/>
                  </a:cubicBezTo>
                  <a:cubicBezTo>
                    <a:pt x="95355" y="28991"/>
                    <a:pt x="99888" y="23976"/>
                    <a:pt x="99888" y="15717"/>
                  </a:cubicBezTo>
                  <a:cubicBezTo>
                    <a:pt x="99888" y="5983"/>
                    <a:pt x="93541" y="84"/>
                    <a:pt x="83265" y="84"/>
                  </a:cubicBezTo>
                  <a:cubicBezTo>
                    <a:pt x="70572" y="84"/>
                    <a:pt x="61807" y="6868"/>
                    <a:pt x="46997" y="27811"/>
                  </a:cubicBezTo>
                  <a:lnTo>
                    <a:pt x="46997" y="674"/>
                  </a:lnTo>
                  <a:lnTo>
                    <a:pt x="45486" y="84"/>
                  </a:lnTo>
                  <a:cubicBezTo>
                    <a:pt x="29468" y="6573"/>
                    <a:pt x="18587" y="10408"/>
                    <a:pt x="755" y="16012"/>
                  </a:cubicBezTo>
                  <a:lnTo>
                    <a:pt x="755" y="20732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8C8BA6F-925D-48DC-B0EA-41062990CA79}"/>
                </a:ext>
              </a:extLst>
            </p:cNvPr>
            <p:cNvSpPr/>
            <p:nvPr>
              <p:custDataLst>
                <p:tags r:id="rId316"/>
              </p:custDataLst>
            </p:nvPr>
          </p:nvSpPr>
          <p:spPr>
            <a:xfrm>
              <a:off x="6530673" y="2698408"/>
              <a:ext cx="120591" cy="138632"/>
            </a:xfrm>
            <a:custGeom>
              <a:avLst/>
              <a:gdLst>
                <a:gd name="connsiteX0" fmla="*/ 115910 w 120591"/>
                <a:gd name="connsiteY0" fmla="*/ 87393 h 138632"/>
                <a:gd name="connsiteX1" fmla="*/ 69064 w 120591"/>
                <a:gd name="connsiteY1" fmla="*/ 118364 h 138632"/>
                <a:gd name="connsiteX2" fmla="*/ 30076 w 120591"/>
                <a:gd name="connsiteY2" fmla="*/ 92998 h 138632"/>
                <a:gd name="connsiteX3" fmla="*/ 21915 w 120591"/>
                <a:gd name="connsiteY3" fmla="*/ 54062 h 138632"/>
                <a:gd name="connsiteX4" fmla="*/ 115004 w 120591"/>
                <a:gd name="connsiteY4" fmla="*/ 54062 h 138632"/>
                <a:gd name="connsiteX5" fmla="*/ 102007 w 120591"/>
                <a:gd name="connsiteY5" fmla="*/ 16897 h 138632"/>
                <a:gd name="connsiteX6" fmla="*/ 63321 w 120591"/>
                <a:gd name="connsiteY6" fmla="*/ 84 h 138632"/>
                <a:gd name="connsiteX7" fmla="*/ 22520 w 120591"/>
                <a:gd name="connsiteY7" fmla="*/ 15422 h 138632"/>
                <a:gd name="connsiteX8" fmla="*/ 154 w 120591"/>
                <a:gd name="connsiteY8" fmla="*/ 72645 h 138632"/>
                <a:gd name="connsiteX9" fmla="*/ 56672 w 120591"/>
                <a:gd name="connsiteY9" fmla="*/ 138717 h 138632"/>
                <a:gd name="connsiteX10" fmla="*/ 120746 w 120591"/>
                <a:gd name="connsiteY10" fmla="*/ 89458 h 138632"/>
                <a:gd name="connsiteX11" fmla="*/ 115910 w 120591"/>
                <a:gd name="connsiteY11" fmla="*/ 87393 h 138632"/>
                <a:gd name="connsiteX12" fmla="*/ 22520 w 120591"/>
                <a:gd name="connsiteY12" fmla="*/ 44624 h 138632"/>
                <a:gd name="connsiteX13" fmla="*/ 54557 w 120591"/>
                <a:gd name="connsiteY13" fmla="*/ 10703 h 138632"/>
                <a:gd name="connsiteX14" fmla="*/ 84176 w 120591"/>
                <a:gd name="connsiteY14" fmla="*/ 44624 h 138632"/>
                <a:gd name="connsiteX15" fmla="*/ 22520 w 120591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91" h="138632">
                  <a:moveTo>
                    <a:pt x="115910" y="87393"/>
                  </a:moveTo>
                  <a:cubicBezTo>
                    <a:pt x="101403" y="109811"/>
                    <a:pt x="88407" y="118364"/>
                    <a:pt x="69064" y="118364"/>
                  </a:cubicBezTo>
                  <a:cubicBezTo>
                    <a:pt x="51836" y="118364"/>
                    <a:pt x="38840" y="109811"/>
                    <a:pt x="30076" y="92998"/>
                  </a:cubicBezTo>
                  <a:cubicBezTo>
                    <a:pt x="24635" y="81789"/>
                    <a:pt x="22520" y="72055"/>
                    <a:pt x="21915" y="54062"/>
                  </a:cubicBezTo>
                  <a:lnTo>
                    <a:pt x="115004" y="54062"/>
                  </a:lnTo>
                  <a:cubicBezTo>
                    <a:pt x="112586" y="34890"/>
                    <a:pt x="109563" y="26336"/>
                    <a:pt x="102007" y="16897"/>
                  </a:cubicBezTo>
                  <a:cubicBezTo>
                    <a:pt x="92940" y="6278"/>
                    <a:pt x="79038" y="84"/>
                    <a:pt x="63321" y="84"/>
                  </a:cubicBezTo>
                  <a:cubicBezTo>
                    <a:pt x="48210" y="84"/>
                    <a:pt x="34005" y="5393"/>
                    <a:pt x="22520" y="15422"/>
                  </a:cubicBezTo>
                  <a:cubicBezTo>
                    <a:pt x="8315" y="27516"/>
                    <a:pt x="154" y="48458"/>
                    <a:pt x="154" y="72645"/>
                  </a:cubicBezTo>
                  <a:cubicBezTo>
                    <a:pt x="154" y="113350"/>
                    <a:pt x="21915" y="138717"/>
                    <a:pt x="56672" y="138717"/>
                  </a:cubicBezTo>
                  <a:cubicBezTo>
                    <a:pt x="85385" y="138717"/>
                    <a:pt x="108052" y="121314"/>
                    <a:pt x="120746" y="89458"/>
                  </a:cubicBezTo>
                  <a:lnTo>
                    <a:pt x="115910" y="87393"/>
                  </a:lnTo>
                  <a:close/>
                  <a:moveTo>
                    <a:pt x="22520" y="44624"/>
                  </a:moveTo>
                  <a:cubicBezTo>
                    <a:pt x="25844" y="21616"/>
                    <a:pt x="36120" y="10703"/>
                    <a:pt x="54557" y="10703"/>
                  </a:cubicBezTo>
                  <a:cubicBezTo>
                    <a:pt x="72993" y="10703"/>
                    <a:pt x="80247" y="18962"/>
                    <a:pt x="84176" y="44624"/>
                  </a:cubicBezTo>
                  <a:lnTo>
                    <a:pt x="22520" y="4462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B791E7F-1D56-E513-DA06-2268C90840FB}"/>
                </a:ext>
              </a:extLst>
            </p:cNvPr>
            <p:cNvSpPr/>
            <p:nvPr>
              <p:custDataLst>
                <p:tags r:id="rId317"/>
              </p:custDataLst>
            </p:nvPr>
          </p:nvSpPr>
          <p:spPr>
            <a:xfrm>
              <a:off x="6665367" y="2698408"/>
              <a:ext cx="120591" cy="138632"/>
            </a:xfrm>
            <a:custGeom>
              <a:avLst/>
              <a:gdLst>
                <a:gd name="connsiteX0" fmla="*/ 115915 w 120591"/>
                <a:gd name="connsiteY0" fmla="*/ 87393 h 138632"/>
                <a:gd name="connsiteX1" fmla="*/ 69068 w 120591"/>
                <a:gd name="connsiteY1" fmla="*/ 118364 h 138632"/>
                <a:gd name="connsiteX2" fmla="*/ 30080 w 120591"/>
                <a:gd name="connsiteY2" fmla="*/ 92998 h 138632"/>
                <a:gd name="connsiteX3" fmla="*/ 21920 w 120591"/>
                <a:gd name="connsiteY3" fmla="*/ 54062 h 138632"/>
                <a:gd name="connsiteX4" fmla="*/ 115008 w 120591"/>
                <a:gd name="connsiteY4" fmla="*/ 54062 h 138632"/>
                <a:gd name="connsiteX5" fmla="*/ 102012 w 120591"/>
                <a:gd name="connsiteY5" fmla="*/ 16897 h 138632"/>
                <a:gd name="connsiteX6" fmla="*/ 63326 w 120591"/>
                <a:gd name="connsiteY6" fmla="*/ 84 h 138632"/>
                <a:gd name="connsiteX7" fmla="*/ 22524 w 120591"/>
                <a:gd name="connsiteY7" fmla="*/ 15422 h 138632"/>
                <a:gd name="connsiteX8" fmla="*/ 159 w 120591"/>
                <a:gd name="connsiteY8" fmla="*/ 72645 h 138632"/>
                <a:gd name="connsiteX9" fmla="*/ 56677 w 120591"/>
                <a:gd name="connsiteY9" fmla="*/ 138717 h 138632"/>
                <a:gd name="connsiteX10" fmla="*/ 120750 w 120591"/>
                <a:gd name="connsiteY10" fmla="*/ 89458 h 138632"/>
                <a:gd name="connsiteX11" fmla="*/ 115915 w 120591"/>
                <a:gd name="connsiteY11" fmla="*/ 87393 h 138632"/>
                <a:gd name="connsiteX12" fmla="*/ 22524 w 120591"/>
                <a:gd name="connsiteY12" fmla="*/ 44624 h 138632"/>
                <a:gd name="connsiteX13" fmla="*/ 54561 w 120591"/>
                <a:gd name="connsiteY13" fmla="*/ 10703 h 138632"/>
                <a:gd name="connsiteX14" fmla="*/ 84180 w 120591"/>
                <a:gd name="connsiteY14" fmla="*/ 44624 h 138632"/>
                <a:gd name="connsiteX15" fmla="*/ 22524 w 120591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591" h="138632">
                  <a:moveTo>
                    <a:pt x="115915" y="87393"/>
                  </a:moveTo>
                  <a:cubicBezTo>
                    <a:pt x="101407" y="109811"/>
                    <a:pt x="88411" y="118364"/>
                    <a:pt x="69068" y="118364"/>
                  </a:cubicBezTo>
                  <a:cubicBezTo>
                    <a:pt x="51841" y="118364"/>
                    <a:pt x="38845" y="109811"/>
                    <a:pt x="30080" y="92998"/>
                  </a:cubicBezTo>
                  <a:cubicBezTo>
                    <a:pt x="24640" y="81789"/>
                    <a:pt x="22524" y="72055"/>
                    <a:pt x="21920" y="54062"/>
                  </a:cubicBezTo>
                  <a:lnTo>
                    <a:pt x="115008" y="54062"/>
                  </a:lnTo>
                  <a:cubicBezTo>
                    <a:pt x="112590" y="34890"/>
                    <a:pt x="109568" y="26336"/>
                    <a:pt x="102012" y="16897"/>
                  </a:cubicBezTo>
                  <a:cubicBezTo>
                    <a:pt x="92945" y="6278"/>
                    <a:pt x="79042" y="84"/>
                    <a:pt x="63326" y="84"/>
                  </a:cubicBezTo>
                  <a:cubicBezTo>
                    <a:pt x="48214" y="84"/>
                    <a:pt x="34009" y="5393"/>
                    <a:pt x="22524" y="15422"/>
                  </a:cubicBezTo>
                  <a:cubicBezTo>
                    <a:pt x="8319" y="27516"/>
                    <a:pt x="159" y="48458"/>
                    <a:pt x="159" y="72645"/>
                  </a:cubicBezTo>
                  <a:cubicBezTo>
                    <a:pt x="159" y="113350"/>
                    <a:pt x="21920" y="138717"/>
                    <a:pt x="56677" y="138717"/>
                  </a:cubicBezTo>
                  <a:cubicBezTo>
                    <a:pt x="85389" y="138717"/>
                    <a:pt x="108057" y="121314"/>
                    <a:pt x="120750" y="89458"/>
                  </a:cubicBezTo>
                  <a:lnTo>
                    <a:pt x="115915" y="87393"/>
                  </a:lnTo>
                  <a:close/>
                  <a:moveTo>
                    <a:pt x="22524" y="44624"/>
                  </a:moveTo>
                  <a:cubicBezTo>
                    <a:pt x="25849" y="21616"/>
                    <a:pt x="36125" y="10703"/>
                    <a:pt x="54561" y="10703"/>
                  </a:cubicBezTo>
                  <a:cubicBezTo>
                    <a:pt x="72997" y="10703"/>
                    <a:pt x="80251" y="18962"/>
                    <a:pt x="84180" y="44624"/>
                  </a:cubicBezTo>
                  <a:lnTo>
                    <a:pt x="22524" y="4462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87AFF77-FB1C-9C98-518E-AAF9A0819553}"/>
                </a:ext>
              </a:extLst>
            </p:cNvPr>
            <p:cNvSpPr/>
            <p:nvPr>
              <p:custDataLst>
                <p:tags r:id="rId318"/>
              </p:custDataLst>
            </p:nvPr>
          </p:nvSpPr>
          <p:spPr>
            <a:xfrm>
              <a:off x="6883761" y="2698703"/>
              <a:ext cx="89763" cy="138337"/>
            </a:xfrm>
            <a:custGeom>
              <a:avLst/>
              <a:gdLst>
                <a:gd name="connsiteX0" fmla="*/ 79956 w 89763"/>
                <a:gd name="connsiteY0" fmla="*/ 42854 h 138337"/>
                <a:gd name="connsiteX1" fmla="*/ 78747 w 89763"/>
                <a:gd name="connsiteY1" fmla="*/ 2739 h 138337"/>
                <a:gd name="connsiteX2" fmla="*/ 75422 w 89763"/>
                <a:gd name="connsiteY2" fmla="*/ 2739 h 138337"/>
                <a:gd name="connsiteX3" fmla="*/ 74818 w 89763"/>
                <a:gd name="connsiteY3" fmla="*/ 3329 h 138337"/>
                <a:gd name="connsiteX4" fmla="*/ 70586 w 89763"/>
                <a:gd name="connsiteY4" fmla="*/ 5688 h 138337"/>
                <a:gd name="connsiteX5" fmla="*/ 62426 w 89763"/>
                <a:gd name="connsiteY5" fmla="*/ 3624 h 138337"/>
                <a:gd name="connsiteX6" fmla="*/ 41269 w 89763"/>
                <a:gd name="connsiteY6" fmla="*/ 84 h 138337"/>
                <a:gd name="connsiteX7" fmla="*/ 166 w 89763"/>
                <a:gd name="connsiteY7" fmla="*/ 36365 h 138337"/>
                <a:gd name="connsiteX8" fmla="*/ 35527 w 89763"/>
                <a:gd name="connsiteY8" fmla="*/ 78839 h 138337"/>
                <a:gd name="connsiteX9" fmla="*/ 53057 w 89763"/>
                <a:gd name="connsiteY9" fmla="*/ 88573 h 138337"/>
                <a:gd name="connsiteX10" fmla="*/ 68773 w 89763"/>
                <a:gd name="connsiteY10" fmla="*/ 110695 h 138337"/>
                <a:gd name="connsiteX11" fmla="*/ 43687 w 89763"/>
                <a:gd name="connsiteY11" fmla="*/ 131933 h 138337"/>
                <a:gd name="connsiteX12" fmla="*/ 18300 w 89763"/>
                <a:gd name="connsiteY12" fmla="*/ 121609 h 138337"/>
                <a:gd name="connsiteX13" fmla="*/ 5304 w 89763"/>
                <a:gd name="connsiteY13" fmla="*/ 90638 h 138337"/>
                <a:gd name="connsiteX14" fmla="*/ 468 w 89763"/>
                <a:gd name="connsiteY14" fmla="*/ 90638 h 138337"/>
                <a:gd name="connsiteX15" fmla="*/ 468 w 89763"/>
                <a:gd name="connsiteY15" fmla="*/ 136652 h 138337"/>
                <a:gd name="connsiteX16" fmla="*/ 4397 w 89763"/>
                <a:gd name="connsiteY16" fmla="*/ 136652 h 138337"/>
                <a:gd name="connsiteX17" fmla="*/ 11348 w 89763"/>
                <a:gd name="connsiteY17" fmla="*/ 133113 h 138337"/>
                <a:gd name="connsiteX18" fmla="*/ 25251 w 89763"/>
                <a:gd name="connsiteY18" fmla="*/ 135472 h 138337"/>
                <a:gd name="connsiteX19" fmla="*/ 47314 w 89763"/>
                <a:gd name="connsiteY19" fmla="*/ 138422 h 138337"/>
                <a:gd name="connsiteX20" fmla="*/ 89929 w 89763"/>
                <a:gd name="connsiteY20" fmla="*/ 100667 h 138337"/>
                <a:gd name="connsiteX21" fmla="*/ 64542 w 89763"/>
                <a:gd name="connsiteY21" fmla="*/ 65566 h 138337"/>
                <a:gd name="connsiteX22" fmla="*/ 31900 w 89763"/>
                <a:gd name="connsiteY22" fmla="*/ 46688 h 138337"/>
                <a:gd name="connsiteX23" fmla="*/ 18904 w 89763"/>
                <a:gd name="connsiteY23" fmla="*/ 26631 h 138337"/>
                <a:gd name="connsiteX24" fmla="*/ 42176 w 89763"/>
                <a:gd name="connsiteY24" fmla="*/ 6573 h 138337"/>
                <a:gd name="connsiteX25" fmla="*/ 75422 w 89763"/>
                <a:gd name="connsiteY25" fmla="*/ 42854 h 138337"/>
                <a:gd name="connsiteX26" fmla="*/ 79956 w 89763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63" h="138337">
                  <a:moveTo>
                    <a:pt x="79956" y="42854"/>
                  </a:moveTo>
                  <a:lnTo>
                    <a:pt x="78747" y="2739"/>
                  </a:lnTo>
                  <a:lnTo>
                    <a:pt x="75422" y="2739"/>
                  </a:lnTo>
                  <a:lnTo>
                    <a:pt x="74818" y="3329"/>
                  </a:lnTo>
                  <a:cubicBezTo>
                    <a:pt x="72097" y="5393"/>
                    <a:pt x="71795" y="5688"/>
                    <a:pt x="70586" y="5688"/>
                  </a:cubicBezTo>
                  <a:cubicBezTo>
                    <a:pt x="68773" y="5688"/>
                    <a:pt x="65751" y="5098"/>
                    <a:pt x="62426" y="3624"/>
                  </a:cubicBezTo>
                  <a:cubicBezTo>
                    <a:pt x="55777" y="1264"/>
                    <a:pt x="49128" y="84"/>
                    <a:pt x="41269" y="84"/>
                  </a:cubicBezTo>
                  <a:cubicBezTo>
                    <a:pt x="17393" y="84"/>
                    <a:pt x="166" y="15127"/>
                    <a:pt x="166" y="36365"/>
                  </a:cubicBezTo>
                  <a:cubicBezTo>
                    <a:pt x="166" y="52883"/>
                    <a:pt x="9837" y="64681"/>
                    <a:pt x="35527" y="78839"/>
                  </a:cubicBezTo>
                  <a:lnTo>
                    <a:pt x="53057" y="88573"/>
                  </a:lnTo>
                  <a:cubicBezTo>
                    <a:pt x="63635" y="94472"/>
                    <a:pt x="68773" y="101552"/>
                    <a:pt x="68773" y="110695"/>
                  </a:cubicBezTo>
                  <a:cubicBezTo>
                    <a:pt x="68773" y="123674"/>
                    <a:pt x="59101" y="131933"/>
                    <a:pt x="43687" y="131933"/>
                  </a:cubicBezTo>
                  <a:cubicBezTo>
                    <a:pt x="33411" y="131933"/>
                    <a:pt x="24042" y="128098"/>
                    <a:pt x="18300" y="121609"/>
                  </a:cubicBezTo>
                  <a:cubicBezTo>
                    <a:pt x="11953" y="114235"/>
                    <a:pt x="9233" y="107451"/>
                    <a:pt x="5304" y="90638"/>
                  </a:cubicBezTo>
                  <a:lnTo>
                    <a:pt x="468" y="90638"/>
                  </a:lnTo>
                  <a:lnTo>
                    <a:pt x="468" y="136652"/>
                  </a:lnTo>
                  <a:lnTo>
                    <a:pt x="4397" y="136652"/>
                  </a:lnTo>
                  <a:cubicBezTo>
                    <a:pt x="6513" y="133703"/>
                    <a:pt x="7721" y="133113"/>
                    <a:pt x="11348" y="133113"/>
                  </a:cubicBezTo>
                  <a:cubicBezTo>
                    <a:pt x="14068" y="133113"/>
                    <a:pt x="18300" y="133703"/>
                    <a:pt x="25251" y="135472"/>
                  </a:cubicBezTo>
                  <a:cubicBezTo>
                    <a:pt x="33714" y="137242"/>
                    <a:pt x="41874" y="138422"/>
                    <a:pt x="47314" y="138422"/>
                  </a:cubicBezTo>
                  <a:cubicBezTo>
                    <a:pt x="70586" y="138422"/>
                    <a:pt x="89929" y="121314"/>
                    <a:pt x="89929" y="100667"/>
                  </a:cubicBezTo>
                  <a:cubicBezTo>
                    <a:pt x="89929" y="85918"/>
                    <a:pt x="82676" y="76185"/>
                    <a:pt x="64542" y="65566"/>
                  </a:cubicBezTo>
                  <a:lnTo>
                    <a:pt x="31900" y="46688"/>
                  </a:lnTo>
                  <a:cubicBezTo>
                    <a:pt x="23438" y="41969"/>
                    <a:pt x="18904" y="34595"/>
                    <a:pt x="18904" y="26631"/>
                  </a:cubicBezTo>
                  <a:cubicBezTo>
                    <a:pt x="18904" y="14832"/>
                    <a:pt x="28273" y="6573"/>
                    <a:pt x="42176" y="6573"/>
                  </a:cubicBezTo>
                  <a:cubicBezTo>
                    <a:pt x="59404" y="6573"/>
                    <a:pt x="68471" y="16602"/>
                    <a:pt x="75422" y="42854"/>
                  </a:cubicBezTo>
                  <a:lnTo>
                    <a:pt x="79956" y="4285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DAF7FD67-FFB7-41AE-ED5A-64344F464DC7}"/>
                </a:ext>
              </a:extLst>
            </p:cNvPr>
            <p:cNvSpPr/>
            <p:nvPr>
              <p:custDataLst>
                <p:tags r:id="rId319"/>
              </p:custDataLst>
            </p:nvPr>
          </p:nvSpPr>
          <p:spPr>
            <a:xfrm>
              <a:off x="6990283" y="2663307"/>
              <a:ext cx="80394" cy="173733"/>
            </a:xfrm>
            <a:custGeom>
              <a:avLst/>
              <a:gdLst>
                <a:gd name="connsiteX0" fmla="*/ 73310 w 80394"/>
                <a:gd name="connsiteY0" fmla="*/ 38134 h 173733"/>
                <a:gd name="connsiteX1" fmla="*/ 42784 w 80394"/>
                <a:gd name="connsiteY1" fmla="*/ 38134 h 173733"/>
                <a:gd name="connsiteX2" fmla="*/ 42784 w 80394"/>
                <a:gd name="connsiteY2" fmla="*/ 3919 h 173733"/>
                <a:gd name="connsiteX3" fmla="*/ 40669 w 80394"/>
                <a:gd name="connsiteY3" fmla="*/ 84 h 173733"/>
                <a:gd name="connsiteX4" fmla="*/ 34624 w 80394"/>
                <a:gd name="connsiteY4" fmla="*/ 8343 h 173733"/>
                <a:gd name="connsiteX5" fmla="*/ 5307 w 80394"/>
                <a:gd name="connsiteY5" fmla="*/ 39904 h 173733"/>
                <a:gd name="connsiteX6" fmla="*/ 169 w 80394"/>
                <a:gd name="connsiteY6" fmla="*/ 45508 h 173733"/>
                <a:gd name="connsiteX7" fmla="*/ 1378 w 80394"/>
                <a:gd name="connsiteY7" fmla="*/ 47573 h 173733"/>
                <a:gd name="connsiteX8" fmla="*/ 17397 w 80394"/>
                <a:gd name="connsiteY8" fmla="*/ 47573 h 173733"/>
                <a:gd name="connsiteX9" fmla="*/ 17397 w 80394"/>
                <a:gd name="connsiteY9" fmla="*/ 136357 h 173733"/>
                <a:gd name="connsiteX10" fmla="*/ 44296 w 80394"/>
                <a:gd name="connsiteY10" fmla="*/ 173817 h 173733"/>
                <a:gd name="connsiteX11" fmla="*/ 80564 w 80394"/>
                <a:gd name="connsiteY11" fmla="*/ 151400 h 173733"/>
                <a:gd name="connsiteX12" fmla="*/ 76635 w 80394"/>
                <a:gd name="connsiteY12" fmla="*/ 148156 h 173733"/>
                <a:gd name="connsiteX13" fmla="*/ 58501 w 80394"/>
                <a:gd name="connsiteY13" fmla="*/ 158479 h 173733"/>
                <a:gd name="connsiteX14" fmla="*/ 42784 w 80394"/>
                <a:gd name="connsiteY14" fmla="*/ 131933 h 173733"/>
                <a:gd name="connsiteX15" fmla="*/ 42784 w 80394"/>
                <a:gd name="connsiteY15" fmla="*/ 47573 h 173733"/>
                <a:gd name="connsiteX16" fmla="*/ 73310 w 80394"/>
                <a:gd name="connsiteY16" fmla="*/ 47573 h 173733"/>
                <a:gd name="connsiteX17" fmla="*/ 73310 w 80394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94" h="173733">
                  <a:moveTo>
                    <a:pt x="73310" y="38134"/>
                  </a:moveTo>
                  <a:lnTo>
                    <a:pt x="42784" y="38134"/>
                  </a:lnTo>
                  <a:lnTo>
                    <a:pt x="42784" y="3919"/>
                  </a:lnTo>
                  <a:cubicBezTo>
                    <a:pt x="42784" y="969"/>
                    <a:pt x="42482" y="84"/>
                    <a:pt x="40669" y="84"/>
                  </a:cubicBezTo>
                  <a:cubicBezTo>
                    <a:pt x="38553" y="2739"/>
                    <a:pt x="36740" y="5393"/>
                    <a:pt x="34624" y="8343"/>
                  </a:cubicBezTo>
                  <a:cubicBezTo>
                    <a:pt x="23139" y="24566"/>
                    <a:pt x="10143" y="38724"/>
                    <a:pt x="5307" y="39904"/>
                  </a:cubicBezTo>
                  <a:cubicBezTo>
                    <a:pt x="1983" y="41969"/>
                    <a:pt x="169" y="44034"/>
                    <a:pt x="169" y="45508"/>
                  </a:cubicBezTo>
                  <a:cubicBezTo>
                    <a:pt x="169" y="46393"/>
                    <a:pt x="472" y="46983"/>
                    <a:pt x="1378" y="47573"/>
                  </a:cubicBezTo>
                  <a:lnTo>
                    <a:pt x="17397" y="47573"/>
                  </a:lnTo>
                  <a:lnTo>
                    <a:pt x="17397" y="136357"/>
                  </a:lnTo>
                  <a:cubicBezTo>
                    <a:pt x="17397" y="161134"/>
                    <a:pt x="26464" y="173817"/>
                    <a:pt x="44296" y="173817"/>
                  </a:cubicBezTo>
                  <a:cubicBezTo>
                    <a:pt x="59105" y="173817"/>
                    <a:pt x="70590" y="166738"/>
                    <a:pt x="80564" y="151400"/>
                  </a:cubicBezTo>
                  <a:lnTo>
                    <a:pt x="76635" y="148156"/>
                  </a:lnTo>
                  <a:cubicBezTo>
                    <a:pt x="70288" y="155530"/>
                    <a:pt x="65150" y="158479"/>
                    <a:pt x="58501" y="158479"/>
                  </a:cubicBezTo>
                  <a:cubicBezTo>
                    <a:pt x="47318" y="158479"/>
                    <a:pt x="42784" y="150515"/>
                    <a:pt x="42784" y="131933"/>
                  </a:cubicBezTo>
                  <a:lnTo>
                    <a:pt x="42784" y="47573"/>
                  </a:lnTo>
                  <a:lnTo>
                    <a:pt x="73310" y="47573"/>
                  </a:lnTo>
                  <a:lnTo>
                    <a:pt x="73310" y="3813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836F1CC-9141-4F8B-3DD3-B10DD0B595E0}"/>
                </a:ext>
              </a:extLst>
            </p:cNvPr>
            <p:cNvSpPr/>
            <p:nvPr>
              <p:custDataLst>
                <p:tags r:id="rId320"/>
              </p:custDataLst>
            </p:nvPr>
          </p:nvSpPr>
          <p:spPr>
            <a:xfrm>
              <a:off x="7072199" y="2698408"/>
              <a:ext cx="99737" cy="135683"/>
            </a:xfrm>
            <a:custGeom>
              <a:avLst/>
              <a:gdLst>
                <a:gd name="connsiteX0" fmla="*/ 777 w 99737"/>
                <a:gd name="connsiteY0" fmla="*/ 20732 h 135683"/>
                <a:gd name="connsiteX1" fmla="*/ 11355 w 99737"/>
                <a:gd name="connsiteY1" fmla="*/ 19552 h 135683"/>
                <a:gd name="connsiteX2" fmla="*/ 21631 w 99737"/>
                <a:gd name="connsiteY2" fmla="*/ 37249 h 135683"/>
                <a:gd name="connsiteX3" fmla="*/ 21631 w 99737"/>
                <a:gd name="connsiteY3" fmla="*/ 110990 h 135683"/>
                <a:gd name="connsiteX4" fmla="*/ 172 w 99737"/>
                <a:gd name="connsiteY4" fmla="*/ 131343 h 135683"/>
                <a:gd name="connsiteX5" fmla="*/ 172 w 99737"/>
                <a:gd name="connsiteY5" fmla="*/ 135767 h 135683"/>
                <a:gd name="connsiteX6" fmla="*/ 72708 w 99737"/>
                <a:gd name="connsiteY6" fmla="*/ 135767 h 135683"/>
                <a:gd name="connsiteX7" fmla="*/ 72708 w 99737"/>
                <a:gd name="connsiteY7" fmla="*/ 131343 h 135683"/>
                <a:gd name="connsiteX8" fmla="*/ 47019 w 99737"/>
                <a:gd name="connsiteY8" fmla="*/ 109221 h 135683"/>
                <a:gd name="connsiteX9" fmla="*/ 47019 w 99737"/>
                <a:gd name="connsiteY9" fmla="*/ 42854 h 135683"/>
                <a:gd name="connsiteX10" fmla="*/ 68175 w 99737"/>
                <a:gd name="connsiteY10" fmla="*/ 18667 h 135683"/>
                <a:gd name="connsiteX11" fmla="*/ 76033 w 99737"/>
                <a:gd name="connsiteY11" fmla="*/ 23091 h 135683"/>
                <a:gd name="connsiteX12" fmla="*/ 88122 w 99737"/>
                <a:gd name="connsiteY12" fmla="*/ 28991 h 135683"/>
                <a:gd name="connsiteX13" fmla="*/ 99910 w 99737"/>
                <a:gd name="connsiteY13" fmla="*/ 15717 h 135683"/>
                <a:gd name="connsiteX14" fmla="*/ 83287 w 99737"/>
                <a:gd name="connsiteY14" fmla="*/ 84 h 135683"/>
                <a:gd name="connsiteX15" fmla="*/ 47019 w 99737"/>
                <a:gd name="connsiteY15" fmla="*/ 27811 h 135683"/>
                <a:gd name="connsiteX16" fmla="*/ 47019 w 99737"/>
                <a:gd name="connsiteY16" fmla="*/ 674 h 135683"/>
                <a:gd name="connsiteX17" fmla="*/ 45507 w 99737"/>
                <a:gd name="connsiteY17" fmla="*/ 84 h 135683"/>
                <a:gd name="connsiteX18" fmla="*/ 777 w 99737"/>
                <a:gd name="connsiteY18" fmla="*/ 16012 h 135683"/>
                <a:gd name="connsiteX19" fmla="*/ 777 w 99737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737" h="135683">
                  <a:moveTo>
                    <a:pt x="777" y="20732"/>
                  </a:moveTo>
                  <a:cubicBezTo>
                    <a:pt x="5008" y="19847"/>
                    <a:pt x="7728" y="19552"/>
                    <a:pt x="11355" y="19552"/>
                  </a:cubicBezTo>
                  <a:cubicBezTo>
                    <a:pt x="18911" y="19552"/>
                    <a:pt x="21631" y="24271"/>
                    <a:pt x="21631" y="37249"/>
                  </a:cubicBezTo>
                  <a:lnTo>
                    <a:pt x="21631" y="110990"/>
                  </a:lnTo>
                  <a:cubicBezTo>
                    <a:pt x="21631" y="125739"/>
                    <a:pt x="19515" y="127803"/>
                    <a:pt x="172" y="131343"/>
                  </a:cubicBezTo>
                  <a:lnTo>
                    <a:pt x="172" y="135767"/>
                  </a:lnTo>
                  <a:lnTo>
                    <a:pt x="72708" y="135767"/>
                  </a:lnTo>
                  <a:lnTo>
                    <a:pt x="72708" y="131343"/>
                  </a:lnTo>
                  <a:cubicBezTo>
                    <a:pt x="52157" y="130458"/>
                    <a:pt x="47019" y="126033"/>
                    <a:pt x="47019" y="109221"/>
                  </a:cubicBezTo>
                  <a:lnTo>
                    <a:pt x="47019" y="42854"/>
                  </a:lnTo>
                  <a:cubicBezTo>
                    <a:pt x="47019" y="33415"/>
                    <a:pt x="60015" y="18667"/>
                    <a:pt x="68175" y="18667"/>
                  </a:cubicBezTo>
                  <a:cubicBezTo>
                    <a:pt x="69988" y="18667"/>
                    <a:pt x="72708" y="20142"/>
                    <a:pt x="76033" y="23091"/>
                  </a:cubicBezTo>
                  <a:cubicBezTo>
                    <a:pt x="80869" y="27221"/>
                    <a:pt x="84193" y="28991"/>
                    <a:pt x="88122" y="28991"/>
                  </a:cubicBezTo>
                  <a:cubicBezTo>
                    <a:pt x="95376" y="28991"/>
                    <a:pt x="99910" y="23976"/>
                    <a:pt x="99910" y="15717"/>
                  </a:cubicBezTo>
                  <a:cubicBezTo>
                    <a:pt x="99910" y="5983"/>
                    <a:pt x="93563" y="84"/>
                    <a:pt x="83287" y="84"/>
                  </a:cubicBezTo>
                  <a:cubicBezTo>
                    <a:pt x="70593" y="84"/>
                    <a:pt x="61828" y="6868"/>
                    <a:pt x="47019" y="27811"/>
                  </a:cubicBezTo>
                  <a:lnTo>
                    <a:pt x="47019" y="674"/>
                  </a:lnTo>
                  <a:lnTo>
                    <a:pt x="45507" y="84"/>
                  </a:lnTo>
                  <a:cubicBezTo>
                    <a:pt x="29489" y="6573"/>
                    <a:pt x="18608" y="10408"/>
                    <a:pt x="777" y="16012"/>
                  </a:cubicBezTo>
                  <a:lnTo>
                    <a:pt x="777" y="20732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C309E0E-E36E-70F5-2C53-2781941FB711}"/>
                </a:ext>
              </a:extLst>
            </p:cNvPr>
            <p:cNvSpPr/>
            <p:nvPr>
              <p:custDataLst>
                <p:tags r:id="rId321"/>
              </p:custDataLst>
            </p:nvPr>
          </p:nvSpPr>
          <p:spPr>
            <a:xfrm>
              <a:off x="7176544" y="2632631"/>
              <a:ext cx="71629" cy="201460"/>
            </a:xfrm>
            <a:custGeom>
              <a:avLst/>
              <a:gdLst>
                <a:gd name="connsiteX0" fmla="*/ 48231 w 71629"/>
                <a:gd name="connsiteY0" fmla="*/ 65861 h 201460"/>
                <a:gd name="connsiteX1" fmla="*/ 1384 w 71629"/>
                <a:gd name="connsiteY1" fmla="*/ 82084 h 201460"/>
                <a:gd name="connsiteX2" fmla="*/ 1384 w 71629"/>
                <a:gd name="connsiteY2" fmla="*/ 86508 h 201460"/>
                <a:gd name="connsiteX3" fmla="*/ 3802 w 71629"/>
                <a:gd name="connsiteY3" fmla="*/ 86213 h 201460"/>
                <a:gd name="connsiteX4" fmla="*/ 14078 w 71629"/>
                <a:gd name="connsiteY4" fmla="*/ 85328 h 201460"/>
                <a:gd name="connsiteX5" fmla="*/ 24052 w 71629"/>
                <a:gd name="connsiteY5" fmla="*/ 103026 h 201460"/>
                <a:gd name="connsiteX6" fmla="*/ 24052 w 71629"/>
                <a:gd name="connsiteY6" fmla="*/ 171458 h 201460"/>
                <a:gd name="connsiteX7" fmla="*/ 175 w 71629"/>
                <a:gd name="connsiteY7" fmla="*/ 197119 h 201460"/>
                <a:gd name="connsiteX8" fmla="*/ 175 w 71629"/>
                <a:gd name="connsiteY8" fmla="*/ 201544 h 201460"/>
                <a:gd name="connsiteX9" fmla="*/ 71805 w 71629"/>
                <a:gd name="connsiteY9" fmla="*/ 201544 h 201460"/>
                <a:gd name="connsiteX10" fmla="*/ 71805 w 71629"/>
                <a:gd name="connsiteY10" fmla="*/ 197119 h 201460"/>
                <a:gd name="connsiteX11" fmla="*/ 49440 w 71629"/>
                <a:gd name="connsiteY11" fmla="*/ 171458 h 201460"/>
                <a:gd name="connsiteX12" fmla="*/ 49440 w 71629"/>
                <a:gd name="connsiteY12" fmla="*/ 66746 h 201460"/>
                <a:gd name="connsiteX13" fmla="*/ 48231 w 71629"/>
                <a:gd name="connsiteY13" fmla="*/ 65861 h 201460"/>
                <a:gd name="connsiteX14" fmla="*/ 34026 w 71629"/>
                <a:gd name="connsiteY14" fmla="*/ 84 h 201460"/>
                <a:gd name="connsiteX15" fmla="*/ 18914 w 71629"/>
                <a:gd name="connsiteY15" fmla="*/ 15127 h 201460"/>
                <a:gd name="connsiteX16" fmla="*/ 34026 w 71629"/>
                <a:gd name="connsiteY16" fmla="*/ 30170 h 201460"/>
                <a:gd name="connsiteX17" fmla="*/ 49742 w 71629"/>
                <a:gd name="connsiteY17" fmla="*/ 15127 h 201460"/>
                <a:gd name="connsiteX18" fmla="*/ 34026 w 71629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29" h="201460">
                  <a:moveTo>
                    <a:pt x="48231" y="65861"/>
                  </a:moveTo>
                  <a:lnTo>
                    <a:pt x="1384" y="82084"/>
                  </a:lnTo>
                  <a:lnTo>
                    <a:pt x="1384" y="86508"/>
                  </a:lnTo>
                  <a:lnTo>
                    <a:pt x="3802" y="86213"/>
                  </a:lnTo>
                  <a:cubicBezTo>
                    <a:pt x="7429" y="85623"/>
                    <a:pt x="11358" y="85328"/>
                    <a:pt x="14078" y="85328"/>
                  </a:cubicBezTo>
                  <a:cubicBezTo>
                    <a:pt x="21332" y="85328"/>
                    <a:pt x="24052" y="90048"/>
                    <a:pt x="24052" y="103026"/>
                  </a:cubicBezTo>
                  <a:lnTo>
                    <a:pt x="24052" y="171458"/>
                  </a:lnTo>
                  <a:cubicBezTo>
                    <a:pt x="24052" y="192695"/>
                    <a:pt x="21030" y="195940"/>
                    <a:pt x="175" y="197119"/>
                  </a:cubicBezTo>
                  <a:lnTo>
                    <a:pt x="175" y="201544"/>
                  </a:lnTo>
                  <a:lnTo>
                    <a:pt x="71805" y="201544"/>
                  </a:lnTo>
                  <a:lnTo>
                    <a:pt x="71805" y="197119"/>
                  </a:lnTo>
                  <a:cubicBezTo>
                    <a:pt x="51858" y="195645"/>
                    <a:pt x="49440" y="192695"/>
                    <a:pt x="49440" y="171458"/>
                  </a:cubicBezTo>
                  <a:lnTo>
                    <a:pt x="49440" y="66746"/>
                  </a:lnTo>
                  <a:lnTo>
                    <a:pt x="48231" y="65861"/>
                  </a:lnTo>
                  <a:close/>
                  <a:moveTo>
                    <a:pt x="34026" y="84"/>
                  </a:moveTo>
                  <a:cubicBezTo>
                    <a:pt x="25865" y="84"/>
                    <a:pt x="18914" y="6868"/>
                    <a:pt x="18914" y="15127"/>
                  </a:cubicBezTo>
                  <a:cubicBezTo>
                    <a:pt x="18914" y="23386"/>
                    <a:pt x="25563" y="30170"/>
                    <a:pt x="34026" y="30170"/>
                  </a:cubicBezTo>
                  <a:cubicBezTo>
                    <a:pt x="42790" y="30170"/>
                    <a:pt x="49742" y="23681"/>
                    <a:pt x="49742" y="15127"/>
                  </a:cubicBezTo>
                  <a:cubicBezTo>
                    <a:pt x="49742" y="6868"/>
                    <a:pt x="42790" y="84"/>
                    <a:pt x="34026" y="84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7724C61-1830-D4B6-A819-ABF56689AD9E}"/>
                </a:ext>
              </a:extLst>
            </p:cNvPr>
            <p:cNvSpPr/>
            <p:nvPr>
              <p:custDataLst>
                <p:tags r:id="rId322"/>
              </p:custDataLst>
            </p:nvPr>
          </p:nvSpPr>
          <p:spPr>
            <a:xfrm>
              <a:off x="7257553" y="2698408"/>
              <a:ext cx="140539" cy="199690"/>
            </a:xfrm>
            <a:custGeom>
              <a:avLst/>
              <a:gdLst>
                <a:gd name="connsiteX0" fmla="*/ 1387 w 140539"/>
                <a:gd name="connsiteY0" fmla="*/ 19847 h 199690"/>
                <a:gd name="connsiteX1" fmla="*/ 8943 w 140539"/>
                <a:gd name="connsiteY1" fmla="*/ 19552 h 199690"/>
                <a:gd name="connsiteX2" fmla="*/ 21335 w 140539"/>
                <a:gd name="connsiteY2" fmla="*/ 36365 h 199690"/>
                <a:gd name="connsiteX3" fmla="*/ 21335 w 140539"/>
                <a:gd name="connsiteY3" fmla="*/ 174408 h 199690"/>
                <a:gd name="connsiteX4" fmla="*/ 178 w 140539"/>
                <a:gd name="connsiteY4" fmla="*/ 194760 h 199690"/>
                <a:gd name="connsiteX5" fmla="*/ 178 w 140539"/>
                <a:gd name="connsiteY5" fmla="*/ 199775 h 199690"/>
                <a:gd name="connsiteX6" fmla="*/ 73319 w 140539"/>
                <a:gd name="connsiteY6" fmla="*/ 199775 h 199690"/>
                <a:gd name="connsiteX7" fmla="*/ 73319 w 140539"/>
                <a:gd name="connsiteY7" fmla="*/ 194465 h 199690"/>
                <a:gd name="connsiteX8" fmla="*/ 46723 w 140539"/>
                <a:gd name="connsiteY8" fmla="*/ 172343 h 199690"/>
                <a:gd name="connsiteX9" fmla="*/ 46723 w 140539"/>
                <a:gd name="connsiteY9" fmla="*/ 126034 h 199690"/>
                <a:gd name="connsiteX10" fmla="*/ 77248 w 140539"/>
                <a:gd name="connsiteY10" fmla="*/ 138717 h 199690"/>
                <a:gd name="connsiteX11" fmla="*/ 140718 w 140539"/>
                <a:gd name="connsiteY11" fmla="*/ 62912 h 199690"/>
                <a:gd name="connsiteX12" fmla="*/ 90244 w 140539"/>
                <a:gd name="connsiteY12" fmla="*/ 84 h 199690"/>
                <a:gd name="connsiteX13" fmla="*/ 46723 w 140539"/>
                <a:gd name="connsiteY13" fmla="*/ 23386 h 199690"/>
                <a:gd name="connsiteX14" fmla="*/ 46723 w 140539"/>
                <a:gd name="connsiteY14" fmla="*/ 674 h 199690"/>
                <a:gd name="connsiteX15" fmla="*/ 44909 w 140539"/>
                <a:gd name="connsiteY15" fmla="*/ 84 h 199690"/>
                <a:gd name="connsiteX16" fmla="*/ 1387 w 140539"/>
                <a:gd name="connsiteY16" fmla="*/ 15128 h 199690"/>
                <a:gd name="connsiteX17" fmla="*/ 1387 w 140539"/>
                <a:gd name="connsiteY17" fmla="*/ 19847 h 199690"/>
                <a:gd name="connsiteX18" fmla="*/ 46723 w 140539"/>
                <a:gd name="connsiteY18" fmla="*/ 37250 h 199690"/>
                <a:gd name="connsiteX19" fmla="*/ 77551 w 140539"/>
                <a:gd name="connsiteY19" fmla="*/ 17782 h 199690"/>
                <a:gd name="connsiteX20" fmla="*/ 114725 w 140539"/>
                <a:gd name="connsiteY20" fmla="*/ 74415 h 199690"/>
                <a:gd name="connsiteX21" fmla="*/ 78155 w 140539"/>
                <a:gd name="connsiteY21" fmla="*/ 129278 h 199690"/>
                <a:gd name="connsiteX22" fmla="*/ 46723 w 140539"/>
                <a:gd name="connsiteY22" fmla="*/ 109811 h 199690"/>
                <a:gd name="connsiteX23" fmla="*/ 46723 w 140539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539" h="199690">
                  <a:moveTo>
                    <a:pt x="1387" y="19847"/>
                  </a:moveTo>
                  <a:cubicBezTo>
                    <a:pt x="4107" y="19552"/>
                    <a:pt x="6223" y="19552"/>
                    <a:pt x="8943" y="19552"/>
                  </a:cubicBezTo>
                  <a:cubicBezTo>
                    <a:pt x="19219" y="19552"/>
                    <a:pt x="21335" y="22502"/>
                    <a:pt x="21335" y="36365"/>
                  </a:cubicBezTo>
                  <a:lnTo>
                    <a:pt x="21335" y="174408"/>
                  </a:lnTo>
                  <a:cubicBezTo>
                    <a:pt x="21335" y="189746"/>
                    <a:pt x="18010" y="192991"/>
                    <a:pt x="178" y="194760"/>
                  </a:cubicBezTo>
                  <a:lnTo>
                    <a:pt x="178" y="199775"/>
                  </a:lnTo>
                  <a:lnTo>
                    <a:pt x="73319" y="199775"/>
                  </a:lnTo>
                  <a:lnTo>
                    <a:pt x="73319" y="194465"/>
                  </a:lnTo>
                  <a:cubicBezTo>
                    <a:pt x="50652" y="194170"/>
                    <a:pt x="46723" y="190926"/>
                    <a:pt x="46723" y="172343"/>
                  </a:cubicBezTo>
                  <a:lnTo>
                    <a:pt x="46723" y="126034"/>
                  </a:lnTo>
                  <a:cubicBezTo>
                    <a:pt x="57301" y="135768"/>
                    <a:pt x="64554" y="138717"/>
                    <a:pt x="77248" y="138717"/>
                  </a:cubicBezTo>
                  <a:cubicBezTo>
                    <a:pt x="112912" y="138717"/>
                    <a:pt x="140718" y="105681"/>
                    <a:pt x="140718" y="62912"/>
                  </a:cubicBezTo>
                  <a:cubicBezTo>
                    <a:pt x="140718" y="26336"/>
                    <a:pt x="119561" y="84"/>
                    <a:pt x="90244" y="84"/>
                  </a:cubicBezTo>
                  <a:cubicBezTo>
                    <a:pt x="73319" y="84"/>
                    <a:pt x="60021" y="7458"/>
                    <a:pt x="46723" y="23386"/>
                  </a:cubicBezTo>
                  <a:lnTo>
                    <a:pt x="46723" y="674"/>
                  </a:lnTo>
                  <a:lnTo>
                    <a:pt x="44909" y="84"/>
                  </a:lnTo>
                  <a:cubicBezTo>
                    <a:pt x="28589" y="6279"/>
                    <a:pt x="18010" y="10113"/>
                    <a:pt x="1387" y="15128"/>
                  </a:cubicBezTo>
                  <a:lnTo>
                    <a:pt x="1387" y="19847"/>
                  </a:lnTo>
                  <a:close/>
                  <a:moveTo>
                    <a:pt x="46723" y="37250"/>
                  </a:moveTo>
                  <a:cubicBezTo>
                    <a:pt x="46723" y="28401"/>
                    <a:pt x="63648" y="17782"/>
                    <a:pt x="77551" y="17782"/>
                  </a:cubicBezTo>
                  <a:cubicBezTo>
                    <a:pt x="99916" y="17782"/>
                    <a:pt x="114725" y="40199"/>
                    <a:pt x="114725" y="74415"/>
                  </a:cubicBezTo>
                  <a:cubicBezTo>
                    <a:pt x="114725" y="107156"/>
                    <a:pt x="99916" y="129278"/>
                    <a:pt x="78155" y="129278"/>
                  </a:cubicBezTo>
                  <a:cubicBezTo>
                    <a:pt x="63950" y="129278"/>
                    <a:pt x="46723" y="118660"/>
                    <a:pt x="46723" y="109811"/>
                  </a:cubicBezTo>
                  <a:lnTo>
                    <a:pt x="46723" y="37250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87A0926B-B57F-D541-119A-8ADF6B551F9B}"/>
                </a:ext>
              </a:extLst>
            </p:cNvPr>
            <p:cNvSpPr/>
            <p:nvPr>
              <p:custDataLst>
                <p:tags r:id="rId323"/>
              </p:custDataLst>
            </p:nvPr>
          </p:nvSpPr>
          <p:spPr>
            <a:xfrm>
              <a:off x="7423139" y="2698703"/>
              <a:ext cx="89763" cy="138337"/>
            </a:xfrm>
            <a:custGeom>
              <a:avLst/>
              <a:gdLst>
                <a:gd name="connsiteX0" fmla="*/ 79973 w 89763"/>
                <a:gd name="connsiteY0" fmla="*/ 42854 h 138337"/>
                <a:gd name="connsiteX1" fmla="*/ 78764 w 89763"/>
                <a:gd name="connsiteY1" fmla="*/ 2739 h 138337"/>
                <a:gd name="connsiteX2" fmla="*/ 75440 w 89763"/>
                <a:gd name="connsiteY2" fmla="*/ 2739 h 138337"/>
                <a:gd name="connsiteX3" fmla="*/ 74835 w 89763"/>
                <a:gd name="connsiteY3" fmla="*/ 3329 h 138337"/>
                <a:gd name="connsiteX4" fmla="*/ 70604 w 89763"/>
                <a:gd name="connsiteY4" fmla="*/ 5688 h 138337"/>
                <a:gd name="connsiteX5" fmla="*/ 62444 w 89763"/>
                <a:gd name="connsiteY5" fmla="*/ 3624 h 138337"/>
                <a:gd name="connsiteX6" fmla="*/ 41287 w 89763"/>
                <a:gd name="connsiteY6" fmla="*/ 84 h 138337"/>
                <a:gd name="connsiteX7" fmla="*/ 183 w 89763"/>
                <a:gd name="connsiteY7" fmla="*/ 36365 h 138337"/>
                <a:gd name="connsiteX8" fmla="*/ 35545 w 89763"/>
                <a:gd name="connsiteY8" fmla="*/ 78839 h 138337"/>
                <a:gd name="connsiteX9" fmla="*/ 53074 w 89763"/>
                <a:gd name="connsiteY9" fmla="*/ 88573 h 138337"/>
                <a:gd name="connsiteX10" fmla="*/ 68791 w 89763"/>
                <a:gd name="connsiteY10" fmla="*/ 110695 h 138337"/>
                <a:gd name="connsiteX11" fmla="*/ 43705 w 89763"/>
                <a:gd name="connsiteY11" fmla="*/ 131933 h 138337"/>
                <a:gd name="connsiteX12" fmla="*/ 18317 w 89763"/>
                <a:gd name="connsiteY12" fmla="*/ 121609 h 138337"/>
                <a:gd name="connsiteX13" fmla="*/ 5321 w 89763"/>
                <a:gd name="connsiteY13" fmla="*/ 90638 h 138337"/>
                <a:gd name="connsiteX14" fmla="*/ 486 w 89763"/>
                <a:gd name="connsiteY14" fmla="*/ 90638 h 138337"/>
                <a:gd name="connsiteX15" fmla="*/ 486 w 89763"/>
                <a:gd name="connsiteY15" fmla="*/ 136652 h 138337"/>
                <a:gd name="connsiteX16" fmla="*/ 4415 w 89763"/>
                <a:gd name="connsiteY16" fmla="*/ 136652 h 138337"/>
                <a:gd name="connsiteX17" fmla="*/ 11366 w 89763"/>
                <a:gd name="connsiteY17" fmla="*/ 133113 h 138337"/>
                <a:gd name="connsiteX18" fmla="*/ 25269 w 89763"/>
                <a:gd name="connsiteY18" fmla="*/ 135472 h 138337"/>
                <a:gd name="connsiteX19" fmla="*/ 47332 w 89763"/>
                <a:gd name="connsiteY19" fmla="*/ 138422 h 138337"/>
                <a:gd name="connsiteX20" fmla="*/ 89947 w 89763"/>
                <a:gd name="connsiteY20" fmla="*/ 100667 h 138337"/>
                <a:gd name="connsiteX21" fmla="*/ 64559 w 89763"/>
                <a:gd name="connsiteY21" fmla="*/ 65566 h 138337"/>
                <a:gd name="connsiteX22" fmla="*/ 31918 w 89763"/>
                <a:gd name="connsiteY22" fmla="*/ 46688 h 138337"/>
                <a:gd name="connsiteX23" fmla="*/ 18922 w 89763"/>
                <a:gd name="connsiteY23" fmla="*/ 26631 h 138337"/>
                <a:gd name="connsiteX24" fmla="*/ 42194 w 89763"/>
                <a:gd name="connsiteY24" fmla="*/ 6573 h 138337"/>
                <a:gd name="connsiteX25" fmla="*/ 75440 w 89763"/>
                <a:gd name="connsiteY25" fmla="*/ 42854 h 138337"/>
                <a:gd name="connsiteX26" fmla="*/ 79973 w 89763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63" h="138337">
                  <a:moveTo>
                    <a:pt x="79973" y="42854"/>
                  </a:moveTo>
                  <a:lnTo>
                    <a:pt x="78764" y="2739"/>
                  </a:lnTo>
                  <a:lnTo>
                    <a:pt x="75440" y="2739"/>
                  </a:lnTo>
                  <a:lnTo>
                    <a:pt x="74835" y="3329"/>
                  </a:lnTo>
                  <a:cubicBezTo>
                    <a:pt x="72115" y="5393"/>
                    <a:pt x="71813" y="5688"/>
                    <a:pt x="70604" y="5688"/>
                  </a:cubicBezTo>
                  <a:cubicBezTo>
                    <a:pt x="68791" y="5688"/>
                    <a:pt x="65768" y="5098"/>
                    <a:pt x="62444" y="3624"/>
                  </a:cubicBezTo>
                  <a:cubicBezTo>
                    <a:pt x="55794" y="1264"/>
                    <a:pt x="49145" y="84"/>
                    <a:pt x="41287" y="84"/>
                  </a:cubicBezTo>
                  <a:cubicBezTo>
                    <a:pt x="17411" y="84"/>
                    <a:pt x="183" y="15127"/>
                    <a:pt x="183" y="36365"/>
                  </a:cubicBezTo>
                  <a:cubicBezTo>
                    <a:pt x="183" y="52883"/>
                    <a:pt x="9855" y="64681"/>
                    <a:pt x="35545" y="78839"/>
                  </a:cubicBezTo>
                  <a:lnTo>
                    <a:pt x="53074" y="88573"/>
                  </a:lnTo>
                  <a:cubicBezTo>
                    <a:pt x="63653" y="94472"/>
                    <a:pt x="68791" y="101552"/>
                    <a:pt x="68791" y="110695"/>
                  </a:cubicBezTo>
                  <a:cubicBezTo>
                    <a:pt x="68791" y="123674"/>
                    <a:pt x="59119" y="131933"/>
                    <a:pt x="43705" y="131933"/>
                  </a:cubicBezTo>
                  <a:cubicBezTo>
                    <a:pt x="33429" y="131933"/>
                    <a:pt x="24060" y="128098"/>
                    <a:pt x="18317" y="121609"/>
                  </a:cubicBezTo>
                  <a:cubicBezTo>
                    <a:pt x="11970" y="114235"/>
                    <a:pt x="9250" y="107451"/>
                    <a:pt x="5321" y="90638"/>
                  </a:cubicBezTo>
                  <a:lnTo>
                    <a:pt x="486" y="90638"/>
                  </a:lnTo>
                  <a:lnTo>
                    <a:pt x="486" y="136652"/>
                  </a:lnTo>
                  <a:lnTo>
                    <a:pt x="4415" y="136652"/>
                  </a:lnTo>
                  <a:cubicBezTo>
                    <a:pt x="6530" y="133703"/>
                    <a:pt x="7739" y="133113"/>
                    <a:pt x="11366" y="133113"/>
                  </a:cubicBezTo>
                  <a:cubicBezTo>
                    <a:pt x="14086" y="133113"/>
                    <a:pt x="18317" y="133703"/>
                    <a:pt x="25269" y="135472"/>
                  </a:cubicBezTo>
                  <a:cubicBezTo>
                    <a:pt x="33731" y="137242"/>
                    <a:pt x="41892" y="138422"/>
                    <a:pt x="47332" y="138422"/>
                  </a:cubicBezTo>
                  <a:cubicBezTo>
                    <a:pt x="70604" y="138422"/>
                    <a:pt x="89947" y="121314"/>
                    <a:pt x="89947" y="100667"/>
                  </a:cubicBezTo>
                  <a:cubicBezTo>
                    <a:pt x="89947" y="85918"/>
                    <a:pt x="82693" y="76185"/>
                    <a:pt x="64559" y="65566"/>
                  </a:cubicBezTo>
                  <a:lnTo>
                    <a:pt x="31918" y="46688"/>
                  </a:lnTo>
                  <a:cubicBezTo>
                    <a:pt x="23455" y="41969"/>
                    <a:pt x="18922" y="34595"/>
                    <a:pt x="18922" y="26631"/>
                  </a:cubicBezTo>
                  <a:cubicBezTo>
                    <a:pt x="18922" y="14832"/>
                    <a:pt x="28291" y="6573"/>
                    <a:pt x="42194" y="6573"/>
                  </a:cubicBezTo>
                  <a:cubicBezTo>
                    <a:pt x="59421" y="6573"/>
                    <a:pt x="68488" y="16602"/>
                    <a:pt x="75440" y="42854"/>
                  </a:cubicBezTo>
                  <a:lnTo>
                    <a:pt x="79973" y="4285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03AA278C-0CCB-BDEE-7CA5-122A730D75BB}"/>
                </a:ext>
              </a:extLst>
            </p:cNvPr>
            <p:cNvSpPr/>
            <p:nvPr>
              <p:custDataLst>
                <p:tags r:id="rId324"/>
              </p:custDataLst>
            </p:nvPr>
          </p:nvSpPr>
          <p:spPr>
            <a:xfrm>
              <a:off x="7610340" y="2698408"/>
              <a:ext cx="133285" cy="138632"/>
            </a:xfrm>
            <a:custGeom>
              <a:avLst/>
              <a:gdLst>
                <a:gd name="connsiteX0" fmla="*/ 66984 w 133285"/>
                <a:gd name="connsiteY0" fmla="*/ 84 h 138632"/>
                <a:gd name="connsiteX1" fmla="*/ 190 w 133285"/>
                <a:gd name="connsiteY1" fmla="*/ 69106 h 138632"/>
                <a:gd name="connsiteX2" fmla="*/ 66379 w 133285"/>
                <a:gd name="connsiteY2" fmla="*/ 138717 h 138632"/>
                <a:gd name="connsiteX3" fmla="*/ 133475 w 133285"/>
                <a:gd name="connsiteY3" fmla="*/ 66746 h 138632"/>
                <a:gd name="connsiteX4" fmla="*/ 66984 w 133285"/>
                <a:gd name="connsiteY4" fmla="*/ 84 h 138632"/>
                <a:gd name="connsiteX5" fmla="*/ 63055 w 133285"/>
                <a:gd name="connsiteY5" fmla="*/ 8343 h 138632"/>
                <a:gd name="connsiteX6" fmla="*/ 106274 w 133285"/>
                <a:gd name="connsiteY6" fmla="*/ 77070 h 138632"/>
                <a:gd name="connsiteX7" fmla="*/ 70006 w 133285"/>
                <a:gd name="connsiteY7" fmla="*/ 130458 h 138632"/>
                <a:gd name="connsiteX8" fmla="*/ 40689 w 133285"/>
                <a:gd name="connsiteY8" fmla="*/ 111580 h 138632"/>
                <a:gd name="connsiteX9" fmla="*/ 27391 w 133285"/>
                <a:gd name="connsiteY9" fmla="*/ 54652 h 138632"/>
                <a:gd name="connsiteX10" fmla="*/ 63055 w 133285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285" h="138632">
                  <a:moveTo>
                    <a:pt x="66984" y="84"/>
                  </a:moveTo>
                  <a:cubicBezTo>
                    <a:pt x="27693" y="84"/>
                    <a:pt x="190" y="28401"/>
                    <a:pt x="190" y="69106"/>
                  </a:cubicBezTo>
                  <a:cubicBezTo>
                    <a:pt x="190" y="108926"/>
                    <a:pt x="28298" y="138717"/>
                    <a:pt x="66379" y="138717"/>
                  </a:cubicBezTo>
                  <a:cubicBezTo>
                    <a:pt x="104461" y="138717"/>
                    <a:pt x="133475" y="107451"/>
                    <a:pt x="133475" y="66746"/>
                  </a:cubicBezTo>
                  <a:cubicBezTo>
                    <a:pt x="133475" y="28106"/>
                    <a:pt x="105670" y="84"/>
                    <a:pt x="66984" y="84"/>
                  </a:cubicBezTo>
                  <a:close/>
                  <a:moveTo>
                    <a:pt x="63055" y="8343"/>
                  </a:moveTo>
                  <a:cubicBezTo>
                    <a:pt x="88442" y="8343"/>
                    <a:pt x="106274" y="36660"/>
                    <a:pt x="106274" y="77070"/>
                  </a:cubicBezTo>
                  <a:cubicBezTo>
                    <a:pt x="106274" y="110400"/>
                    <a:pt x="92674" y="130458"/>
                    <a:pt x="70006" y="130458"/>
                  </a:cubicBezTo>
                  <a:cubicBezTo>
                    <a:pt x="58219" y="130458"/>
                    <a:pt x="47036" y="123379"/>
                    <a:pt x="40689" y="111580"/>
                  </a:cubicBezTo>
                  <a:cubicBezTo>
                    <a:pt x="32227" y="96242"/>
                    <a:pt x="27391" y="75595"/>
                    <a:pt x="27391" y="54652"/>
                  </a:cubicBezTo>
                  <a:cubicBezTo>
                    <a:pt x="27391" y="26631"/>
                    <a:pt x="41596" y="8343"/>
                    <a:pt x="63055" y="8343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7DE313A-17C8-EF8D-AA9A-3F46ECADFE55}"/>
                </a:ext>
              </a:extLst>
            </p:cNvPr>
            <p:cNvSpPr/>
            <p:nvPr>
              <p:custDataLst>
                <p:tags r:id="rId325"/>
              </p:custDataLst>
            </p:nvPr>
          </p:nvSpPr>
          <p:spPr>
            <a:xfrm>
              <a:off x="7759304" y="2632631"/>
              <a:ext cx="109711" cy="201460"/>
            </a:xfrm>
            <a:custGeom>
              <a:avLst/>
              <a:gdLst>
                <a:gd name="connsiteX0" fmla="*/ 87541 w 109711"/>
                <a:gd name="connsiteY0" fmla="*/ 68810 h 201460"/>
                <a:gd name="connsiteX1" fmla="*/ 50366 w 109711"/>
                <a:gd name="connsiteY1" fmla="*/ 68810 h 201460"/>
                <a:gd name="connsiteX2" fmla="*/ 50366 w 109711"/>
                <a:gd name="connsiteY2" fmla="*/ 34595 h 201460"/>
                <a:gd name="connsiteX3" fmla="*/ 67593 w 109711"/>
                <a:gd name="connsiteY3" fmla="*/ 8343 h 201460"/>
                <a:gd name="connsiteX4" fmla="*/ 83611 w 109711"/>
                <a:gd name="connsiteY4" fmla="*/ 19846 h 201460"/>
                <a:gd name="connsiteX5" fmla="*/ 97212 w 109711"/>
                <a:gd name="connsiteY5" fmla="*/ 30465 h 201460"/>
                <a:gd name="connsiteX6" fmla="*/ 109906 w 109711"/>
                <a:gd name="connsiteY6" fmla="*/ 18372 h 201460"/>
                <a:gd name="connsiteX7" fmla="*/ 78473 w 109711"/>
                <a:gd name="connsiteY7" fmla="*/ 84 h 201460"/>
                <a:gd name="connsiteX8" fmla="*/ 35858 w 109711"/>
                <a:gd name="connsiteY8" fmla="*/ 21616 h 201460"/>
                <a:gd name="connsiteX9" fmla="*/ 25280 w 109711"/>
                <a:gd name="connsiteY9" fmla="*/ 68810 h 201460"/>
                <a:gd name="connsiteX10" fmla="*/ 497 w 109711"/>
                <a:gd name="connsiteY10" fmla="*/ 68810 h 201460"/>
                <a:gd name="connsiteX11" fmla="*/ 497 w 109711"/>
                <a:gd name="connsiteY11" fmla="*/ 78249 h 201460"/>
                <a:gd name="connsiteX12" fmla="*/ 25280 w 109711"/>
                <a:gd name="connsiteY12" fmla="*/ 78249 h 201460"/>
                <a:gd name="connsiteX13" fmla="*/ 25280 w 109711"/>
                <a:gd name="connsiteY13" fmla="*/ 170868 h 201460"/>
                <a:gd name="connsiteX14" fmla="*/ 195 w 109711"/>
                <a:gd name="connsiteY14" fmla="*/ 197119 h 201460"/>
                <a:gd name="connsiteX15" fmla="*/ 195 w 109711"/>
                <a:gd name="connsiteY15" fmla="*/ 201544 h 201460"/>
                <a:gd name="connsiteX16" fmla="*/ 78776 w 109711"/>
                <a:gd name="connsiteY16" fmla="*/ 201544 h 201460"/>
                <a:gd name="connsiteX17" fmla="*/ 78776 w 109711"/>
                <a:gd name="connsiteY17" fmla="*/ 197119 h 201460"/>
                <a:gd name="connsiteX18" fmla="*/ 50668 w 109711"/>
                <a:gd name="connsiteY18" fmla="*/ 170868 h 201460"/>
                <a:gd name="connsiteX19" fmla="*/ 50668 w 109711"/>
                <a:gd name="connsiteY19" fmla="*/ 78249 h 201460"/>
                <a:gd name="connsiteX20" fmla="*/ 87541 w 109711"/>
                <a:gd name="connsiteY20" fmla="*/ 78249 h 201460"/>
                <a:gd name="connsiteX21" fmla="*/ 87541 w 109711"/>
                <a:gd name="connsiteY21" fmla="*/ 6881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711" h="201460">
                  <a:moveTo>
                    <a:pt x="87541" y="68810"/>
                  </a:moveTo>
                  <a:lnTo>
                    <a:pt x="50366" y="68810"/>
                  </a:lnTo>
                  <a:lnTo>
                    <a:pt x="50366" y="34595"/>
                  </a:lnTo>
                  <a:cubicBezTo>
                    <a:pt x="50366" y="17487"/>
                    <a:pt x="56108" y="8343"/>
                    <a:pt x="67593" y="8343"/>
                  </a:cubicBezTo>
                  <a:cubicBezTo>
                    <a:pt x="73940" y="8343"/>
                    <a:pt x="78171" y="11292"/>
                    <a:pt x="83611" y="19846"/>
                  </a:cubicBezTo>
                  <a:cubicBezTo>
                    <a:pt x="88447" y="27515"/>
                    <a:pt x="92074" y="30465"/>
                    <a:pt x="97212" y="30465"/>
                  </a:cubicBezTo>
                  <a:cubicBezTo>
                    <a:pt x="104163" y="30465"/>
                    <a:pt x="109906" y="25156"/>
                    <a:pt x="109906" y="18372"/>
                  </a:cubicBezTo>
                  <a:cubicBezTo>
                    <a:pt x="109906" y="7753"/>
                    <a:pt x="96608" y="84"/>
                    <a:pt x="78473" y="84"/>
                  </a:cubicBezTo>
                  <a:cubicBezTo>
                    <a:pt x="59735" y="84"/>
                    <a:pt x="43716" y="8048"/>
                    <a:pt x="35858" y="21616"/>
                  </a:cubicBezTo>
                  <a:cubicBezTo>
                    <a:pt x="28000" y="34595"/>
                    <a:pt x="25582" y="45213"/>
                    <a:pt x="25280" y="68810"/>
                  </a:cubicBezTo>
                  <a:lnTo>
                    <a:pt x="497" y="68810"/>
                  </a:lnTo>
                  <a:lnTo>
                    <a:pt x="497" y="78249"/>
                  </a:lnTo>
                  <a:lnTo>
                    <a:pt x="25280" y="78249"/>
                  </a:lnTo>
                  <a:lnTo>
                    <a:pt x="25280" y="170868"/>
                  </a:lnTo>
                  <a:cubicBezTo>
                    <a:pt x="25280" y="192400"/>
                    <a:pt x="21956" y="195940"/>
                    <a:pt x="195" y="197119"/>
                  </a:cubicBezTo>
                  <a:lnTo>
                    <a:pt x="195" y="201544"/>
                  </a:lnTo>
                  <a:lnTo>
                    <a:pt x="78776" y="201544"/>
                  </a:lnTo>
                  <a:lnTo>
                    <a:pt x="78776" y="197119"/>
                  </a:lnTo>
                  <a:cubicBezTo>
                    <a:pt x="53992" y="196235"/>
                    <a:pt x="50668" y="192990"/>
                    <a:pt x="50668" y="170868"/>
                  </a:cubicBezTo>
                  <a:lnTo>
                    <a:pt x="50668" y="78249"/>
                  </a:lnTo>
                  <a:lnTo>
                    <a:pt x="87541" y="78249"/>
                  </a:lnTo>
                  <a:lnTo>
                    <a:pt x="87541" y="68810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6B2856F-2F34-BF21-9888-0CC560365BA5}"/>
                </a:ext>
              </a:extLst>
            </p:cNvPr>
            <p:cNvSpPr/>
            <p:nvPr>
              <p:custDataLst>
                <p:tags r:id="rId326"/>
              </p:custDataLst>
            </p:nvPr>
          </p:nvSpPr>
          <p:spPr>
            <a:xfrm>
              <a:off x="7936468" y="2701358"/>
              <a:ext cx="203403" cy="136863"/>
            </a:xfrm>
            <a:custGeom>
              <a:avLst/>
              <a:gdLst>
                <a:gd name="connsiteX0" fmla="*/ 166430 w 203403"/>
                <a:gd name="connsiteY0" fmla="*/ 84 h 136863"/>
                <a:gd name="connsiteX1" fmla="*/ 166430 w 203403"/>
                <a:gd name="connsiteY1" fmla="*/ 4509 h 136863"/>
                <a:gd name="connsiteX2" fmla="*/ 179728 w 203403"/>
                <a:gd name="connsiteY2" fmla="*/ 13652 h 136863"/>
                <a:gd name="connsiteX3" fmla="*/ 174590 w 203403"/>
                <a:gd name="connsiteY3" fmla="*/ 33120 h 136863"/>
                <a:gd name="connsiteX4" fmla="*/ 147389 w 203403"/>
                <a:gd name="connsiteY4" fmla="*/ 98602 h 136863"/>
                <a:gd name="connsiteX5" fmla="*/ 122001 w 203403"/>
                <a:gd name="connsiteY5" fmla="*/ 32530 h 136863"/>
                <a:gd name="connsiteX6" fmla="*/ 116863 w 203403"/>
                <a:gd name="connsiteY6" fmla="*/ 15127 h 136863"/>
                <a:gd name="connsiteX7" fmla="*/ 134393 w 203403"/>
                <a:gd name="connsiteY7" fmla="*/ 4509 h 136863"/>
                <a:gd name="connsiteX8" fmla="*/ 134393 w 203403"/>
                <a:gd name="connsiteY8" fmla="*/ 84 h 136863"/>
                <a:gd name="connsiteX9" fmla="*/ 73039 w 203403"/>
                <a:gd name="connsiteY9" fmla="*/ 84 h 136863"/>
                <a:gd name="connsiteX10" fmla="*/ 73039 w 203403"/>
                <a:gd name="connsiteY10" fmla="*/ 4509 h 136863"/>
                <a:gd name="connsiteX11" fmla="*/ 93894 w 203403"/>
                <a:gd name="connsiteY11" fmla="*/ 24861 h 136863"/>
                <a:gd name="connsiteX12" fmla="*/ 99938 w 203403"/>
                <a:gd name="connsiteY12" fmla="*/ 41379 h 136863"/>
                <a:gd name="connsiteX13" fmla="*/ 72435 w 203403"/>
                <a:gd name="connsiteY13" fmla="*/ 100077 h 136863"/>
                <a:gd name="connsiteX14" fmla="*/ 42514 w 203403"/>
                <a:gd name="connsiteY14" fmla="*/ 23091 h 136863"/>
                <a:gd name="connsiteX15" fmla="*/ 40700 w 203403"/>
                <a:gd name="connsiteY15" fmla="*/ 14242 h 136863"/>
                <a:gd name="connsiteX16" fmla="*/ 54603 w 203403"/>
                <a:gd name="connsiteY16" fmla="*/ 4509 h 136863"/>
                <a:gd name="connsiteX17" fmla="*/ 54603 w 203403"/>
                <a:gd name="connsiteY17" fmla="*/ 84 h 136863"/>
                <a:gd name="connsiteX18" fmla="*/ 201 w 203403"/>
                <a:gd name="connsiteY18" fmla="*/ 84 h 136863"/>
                <a:gd name="connsiteX19" fmla="*/ 201 w 203403"/>
                <a:gd name="connsiteY19" fmla="*/ 4509 h 136863"/>
                <a:gd name="connsiteX20" fmla="*/ 16219 w 203403"/>
                <a:gd name="connsiteY20" fmla="*/ 23091 h 136863"/>
                <a:gd name="connsiteX21" fmla="*/ 57021 w 203403"/>
                <a:gd name="connsiteY21" fmla="*/ 123969 h 136863"/>
                <a:gd name="connsiteX22" fmla="*/ 64879 w 203403"/>
                <a:gd name="connsiteY22" fmla="*/ 136947 h 136863"/>
                <a:gd name="connsiteX23" fmla="*/ 72435 w 203403"/>
                <a:gd name="connsiteY23" fmla="*/ 125444 h 136863"/>
                <a:gd name="connsiteX24" fmla="*/ 106285 w 203403"/>
                <a:gd name="connsiteY24" fmla="*/ 54652 h 136863"/>
                <a:gd name="connsiteX25" fmla="*/ 133789 w 203403"/>
                <a:gd name="connsiteY25" fmla="*/ 124264 h 136863"/>
                <a:gd name="connsiteX26" fmla="*/ 141042 w 203403"/>
                <a:gd name="connsiteY26" fmla="*/ 136947 h 136863"/>
                <a:gd name="connsiteX27" fmla="*/ 149505 w 203403"/>
                <a:gd name="connsiteY27" fmla="*/ 122494 h 136863"/>
                <a:gd name="connsiteX28" fmla="*/ 191213 w 203403"/>
                <a:gd name="connsiteY28" fmla="*/ 20437 h 136863"/>
                <a:gd name="connsiteX29" fmla="*/ 203605 w 203403"/>
                <a:gd name="connsiteY29" fmla="*/ 4509 h 136863"/>
                <a:gd name="connsiteX30" fmla="*/ 203605 w 203403"/>
                <a:gd name="connsiteY30" fmla="*/ 84 h 136863"/>
                <a:gd name="connsiteX31" fmla="*/ 166430 w 203403"/>
                <a:gd name="connsiteY31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403" h="136863">
                  <a:moveTo>
                    <a:pt x="166430" y="84"/>
                  </a:moveTo>
                  <a:lnTo>
                    <a:pt x="166430" y="4509"/>
                  </a:lnTo>
                  <a:cubicBezTo>
                    <a:pt x="176706" y="6573"/>
                    <a:pt x="179728" y="8638"/>
                    <a:pt x="179728" y="13652"/>
                  </a:cubicBezTo>
                  <a:cubicBezTo>
                    <a:pt x="179728" y="18077"/>
                    <a:pt x="177915" y="25156"/>
                    <a:pt x="174590" y="33120"/>
                  </a:cubicBezTo>
                  <a:lnTo>
                    <a:pt x="147389" y="98602"/>
                  </a:lnTo>
                  <a:lnTo>
                    <a:pt x="122001" y="32530"/>
                  </a:lnTo>
                  <a:cubicBezTo>
                    <a:pt x="116863" y="18962"/>
                    <a:pt x="116863" y="18962"/>
                    <a:pt x="116863" y="15127"/>
                  </a:cubicBezTo>
                  <a:cubicBezTo>
                    <a:pt x="116863" y="8638"/>
                    <a:pt x="120188" y="6573"/>
                    <a:pt x="134393" y="4509"/>
                  </a:cubicBezTo>
                  <a:lnTo>
                    <a:pt x="134393" y="84"/>
                  </a:lnTo>
                  <a:lnTo>
                    <a:pt x="73039" y="84"/>
                  </a:lnTo>
                  <a:lnTo>
                    <a:pt x="73039" y="4509"/>
                  </a:lnTo>
                  <a:cubicBezTo>
                    <a:pt x="84222" y="5688"/>
                    <a:pt x="87849" y="8933"/>
                    <a:pt x="93894" y="24861"/>
                  </a:cubicBezTo>
                  <a:cubicBezTo>
                    <a:pt x="96009" y="30465"/>
                    <a:pt x="98125" y="36070"/>
                    <a:pt x="99938" y="41379"/>
                  </a:cubicBezTo>
                  <a:lnTo>
                    <a:pt x="72435" y="100077"/>
                  </a:lnTo>
                  <a:lnTo>
                    <a:pt x="42514" y="23091"/>
                  </a:lnTo>
                  <a:cubicBezTo>
                    <a:pt x="41305" y="20142"/>
                    <a:pt x="40700" y="17192"/>
                    <a:pt x="40700" y="14242"/>
                  </a:cubicBezTo>
                  <a:cubicBezTo>
                    <a:pt x="40700" y="8048"/>
                    <a:pt x="44327" y="5688"/>
                    <a:pt x="54603" y="4509"/>
                  </a:cubicBezTo>
                  <a:lnTo>
                    <a:pt x="54603" y="84"/>
                  </a:lnTo>
                  <a:lnTo>
                    <a:pt x="201" y="84"/>
                  </a:lnTo>
                  <a:lnTo>
                    <a:pt x="201" y="4509"/>
                  </a:lnTo>
                  <a:cubicBezTo>
                    <a:pt x="7152" y="5099"/>
                    <a:pt x="9570" y="8048"/>
                    <a:pt x="16219" y="23091"/>
                  </a:cubicBezTo>
                  <a:lnTo>
                    <a:pt x="57021" y="123969"/>
                  </a:lnTo>
                  <a:cubicBezTo>
                    <a:pt x="60648" y="132818"/>
                    <a:pt x="63066" y="136947"/>
                    <a:pt x="64879" y="136947"/>
                  </a:cubicBezTo>
                  <a:cubicBezTo>
                    <a:pt x="66390" y="136947"/>
                    <a:pt x="68808" y="133113"/>
                    <a:pt x="72435" y="125444"/>
                  </a:cubicBezTo>
                  <a:lnTo>
                    <a:pt x="106285" y="54652"/>
                  </a:lnTo>
                  <a:lnTo>
                    <a:pt x="133789" y="124264"/>
                  </a:lnTo>
                  <a:cubicBezTo>
                    <a:pt x="138020" y="135177"/>
                    <a:pt x="139229" y="136947"/>
                    <a:pt x="141042" y="136947"/>
                  </a:cubicBezTo>
                  <a:cubicBezTo>
                    <a:pt x="143158" y="136947"/>
                    <a:pt x="144669" y="134293"/>
                    <a:pt x="149505" y="122494"/>
                  </a:cubicBezTo>
                  <a:lnTo>
                    <a:pt x="191213" y="20437"/>
                  </a:lnTo>
                  <a:cubicBezTo>
                    <a:pt x="196653" y="8048"/>
                    <a:pt x="197560" y="6573"/>
                    <a:pt x="203605" y="4509"/>
                  </a:cubicBezTo>
                  <a:lnTo>
                    <a:pt x="203605" y="84"/>
                  </a:lnTo>
                  <a:lnTo>
                    <a:pt x="166430" y="8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FFE729E-EBC9-AF17-C998-BF69CB6462DB}"/>
                </a:ext>
              </a:extLst>
            </p:cNvPr>
            <p:cNvSpPr/>
            <p:nvPr>
              <p:custDataLst>
                <p:tags r:id="rId327"/>
              </p:custDataLst>
            </p:nvPr>
          </p:nvSpPr>
          <p:spPr>
            <a:xfrm>
              <a:off x="8153988" y="2632631"/>
              <a:ext cx="71629" cy="201460"/>
            </a:xfrm>
            <a:custGeom>
              <a:avLst/>
              <a:gdLst>
                <a:gd name="connsiteX0" fmla="*/ 48263 w 71629"/>
                <a:gd name="connsiteY0" fmla="*/ 65861 h 201460"/>
                <a:gd name="connsiteX1" fmla="*/ 1416 w 71629"/>
                <a:gd name="connsiteY1" fmla="*/ 82084 h 201460"/>
                <a:gd name="connsiteX2" fmla="*/ 1416 w 71629"/>
                <a:gd name="connsiteY2" fmla="*/ 86508 h 201460"/>
                <a:gd name="connsiteX3" fmla="*/ 3834 w 71629"/>
                <a:gd name="connsiteY3" fmla="*/ 86213 h 201460"/>
                <a:gd name="connsiteX4" fmla="*/ 14110 w 71629"/>
                <a:gd name="connsiteY4" fmla="*/ 85328 h 201460"/>
                <a:gd name="connsiteX5" fmla="*/ 24084 w 71629"/>
                <a:gd name="connsiteY5" fmla="*/ 103026 h 201460"/>
                <a:gd name="connsiteX6" fmla="*/ 24084 w 71629"/>
                <a:gd name="connsiteY6" fmla="*/ 171458 h 201460"/>
                <a:gd name="connsiteX7" fmla="*/ 207 w 71629"/>
                <a:gd name="connsiteY7" fmla="*/ 197119 h 201460"/>
                <a:gd name="connsiteX8" fmla="*/ 207 w 71629"/>
                <a:gd name="connsiteY8" fmla="*/ 201544 h 201460"/>
                <a:gd name="connsiteX9" fmla="*/ 71837 w 71629"/>
                <a:gd name="connsiteY9" fmla="*/ 201544 h 201460"/>
                <a:gd name="connsiteX10" fmla="*/ 71837 w 71629"/>
                <a:gd name="connsiteY10" fmla="*/ 197119 h 201460"/>
                <a:gd name="connsiteX11" fmla="*/ 49472 w 71629"/>
                <a:gd name="connsiteY11" fmla="*/ 171458 h 201460"/>
                <a:gd name="connsiteX12" fmla="*/ 49472 w 71629"/>
                <a:gd name="connsiteY12" fmla="*/ 66746 h 201460"/>
                <a:gd name="connsiteX13" fmla="*/ 48263 w 71629"/>
                <a:gd name="connsiteY13" fmla="*/ 65861 h 201460"/>
                <a:gd name="connsiteX14" fmla="*/ 34058 w 71629"/>
                <a:gd name="connsiteY14" fmla="*/ 84 h 201460"/>
                <a:gd name="connsiteX15" fmla="*/ 18946 w 71629"/>
                <a:gd name="connsiteY15" fmla="*/ 15127 h 201460"/>
                <a:gd name="connsiteX16" fmla="*/ 34058 w 71629"/>
                <a:gd name="connsiteY16" fmla="*/ 30170 h 201460"/>
                <a:gd name="connsiteX17" fmla="*/ 49774 w 71629"/>
                <a:gd name="connsiteY17" fmla="*/ 15127 h 201460"/>
                <a:gd name="connsiteX18" fmla="*/ 34058 w 71629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29" h="201460">
                  <a:moveTo>
                    <a:pt x="48263" y="65861"/>
                  </a:moveTo>
                  <a:lnTo>
                    <a:pt x="1416" y="82084"/>
                  </a:lnTo>
                  <a:lnTo>
                    <a:pt x="1416" y="86508"/>
                  </a:lnTo>
                  <a:lnTo>
                    <a:pt x="3834" y="86213"/>
                  </a:lnTo>
                  <a:cubicBezTo>
                    <a:pt x="7461" y="85623"/>
                    <a:pt x="11390" y="85328"/>
                    <a:pt x="14110" y="85328"/>
                  </a:cubicBezTo>
                  <a:cubicBezTo>
                    <a:pt x="21364" y="85328"/>
                    <a:pt x="24084" y="90048"/>
                    <a:pt x="24084" y="103026"/>
                  </a:cubicBezTo>
                  <a:lnTo>
                    <a:pt x="24084" y="171458"/>
                  </a:lnTo>
                  <a:cubicBezTo>
                    <a:pt x="24084" y="192695"/>
                    <a:pt x="21062" y="195940"/>
                    <a:pt x="207" y="197119"/>
                  </a:cubicBezTo>
                  <a:lnTo>
                    <a:pt x="207" y="201544"/>
                  </a:lnTo>
                  <a:lnTo>
                    <a:pt x="71837" y="201544"/>
                  </a:lnTo>
                  <a:lnTo>
                    <a:pt x="71837" y="197119"/>
                  </a:lnTo>
                  <a:cubicBezTo>
                    <a:pt x="51890" y="195645"/>
                    <a:pt x="49472" y="192695"/>
                    <a:pt x="49472" y="171458"/>
                  </a:cubicBezTo>
                  <a:lnTo>
                    <a:pt x="49472" y="66746"/>
                  </a:lnTo>
                  <a:lnTo>
                    <a:pt x="48263" y="65861"/>
                  </a:lnTo>
                  <a:close/>
                  <a:moveTo>
                    <a:pt x="34058" y="84"/>
                  </a:moveTo>
                  <a:cubicBezTo>
                    <a:pt x="25897" y="84"/>
                    <a:pt x="18946" y="6868"/>
                    <a:pt x="18946" y="15127"/>
                  </a:cubicBezTo>
                  <a:cubicBezTo>
                    <a:pt x="18946" y="23386"/>
                    <a:pt x="25595" y="30170"/>
                    <a:pt x="34058" y="30170"/>
                  </a:cubicBezTo>
                  <a:cubicBezTo>
                    <a:pt x="42823" y="30170"/>
                    <a:pt x="49774" y="23681"/>
                    <a:pt x="49774" y="15127"/>
                  </a:cubicBezTo>
                  <a:cubicBezTo>
                    <a:pt x="49774" y="6868"/>
                    <a:pt x="42823" y="84"/>
                    <a:pt x="34058" y="84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402654A-AA42-831F-4F3C-970F5FC1D8F3}"/>
                </a:ext>
              </a:extLst>
            </p:cNvPr>
            <p:cNvSpPr/>
            <p:nvPr>
              <p:custDataLst>
                <p:tags r:id="rId328"/>
              </p:custDataLst>
            </p:nvPr>
          </p:nvSpPr>
          <p:spPr>
            <a:xfrm>
              <a:off x="8241646" y="2632631"/>
              <a:ext cx="140236" cy="204409"/>
            </a:xfrm>
            <a:custGeom>
              <a:avLst/>
              <a:gdLst>
                <a:gd name="connsiteX0" fmla="*/ 96019 w 140236"/>
                <a:gd name="connsiteY0" fmla="*/ 204494 h 204409"/>
                <a:gd name="connsiteX1" fmla="*/ 140447 w 140236"/>
                <a:gd name="connsiteY1" fmla="*/ 189155 h 204409"/>
                <a:gd name="connsiteX2" fmla="*/ 140447 w 140236"/>
                <a:gd name="connsiteY2" fmla="*/ 184436 h 204409"/>
                <a:gd name="connsiteX3" fmla="*/ 133496 w 140236"/>
                <a:gd name="connsiteY3" fmla="*/ 184731 h 204409"/>
                <a:gd name="connsiteX4" fmla="*/ 120198 w 140236"/>
                <a:gd name="connsiteY4" fmla="*/ 167918 h 204409"/>
                <a:gd name="connsiteX5" fmla="*/ 120198 w 140236"/>
                <a:gd name="connsiteY5" fmla="*/ 674 h 204409"/>
                <a:gd name="connsiteX6" fmla="*/ 118687 w 140236"/>
                <a:gd name="connsiteY6" fmla="*/ 84 h 204409"/>
                <a:gd name="connsiteX7" fmla="*/ 74258 w 140236"/>
                <a:gd name="connsiteY7" fmla="*/ 13062 h 204409"/>
                <a:gd name="connsiteX8" fmla="*/ 74258 w 140236"/>
                <a:gd name="connsiteY8" fmla="*/ 17782 h 204409"/>
                <a:gd name="connsiteX9" fmla="*/ 80907 w 140236"/>
                <a:gd name="connsiteY9" fmla="*/ 17487 h 204409"/>
                <a:gd name="connsiteX10" fmla="*/ 94810 w 140236"/>
                <a:gd name="connsiteY10" fmla="*/ 32530 h 204409"/>
                <a:gd name="connsiteX11" fmla="*/ 94810 w 140236"/>
                <a:gd name="connsiteY11" fmla="*/ 78544 h 204409"/>
                <a:gd name="connsiteX12" fmla="*/ 63075 w 140236"/>
                <a:gd name="connsiteY12" fmla="*/ 65861 h 204409"/>
                <a:gd name="connsiteX13" fmla="*/ 211 w 140236"/>
                <a:gd name="connsiteY13" fmla="*/ 141076 h 204409"/>
                <a:gd name="connsiteX14" fmla="*/ 56124 w 140236"/>
                <a:gd name="connsiteY14" fmla="*/ 204494 h 204409"/>
                <a:gd name="connsiteX15" fmla="*/ 94810 w 140236"/>
                <a:gd name="connsiteY15" fmla="*/ 184731 h 204409"/>
                <a:gd name="connsiteX16" fmla="*/ 94810 w 140236"/>
                <a:gd name="connsiteY16" fmla="*/ 203609 h 204409"/>
                <a:gd name="connsiteX17" fmla="*/ 96019 w 140236"/>
                <a:gd name="connsiteY17" fmla="*/ 204494 h 204409"/>
                <a:gd name="connsiteX18" fmla="*/ 94810 w 140236"/>
                <a:gd name="connsiteY18" fmla="*/ 171458 h 204409"/>
                <a:gd name="connsiteX19" fmla="*/ 89672 w 140236"/>
                <a:gd name="connsiteY19" fmla="*/ 180307 h 204409"/>
                <a:gd name="connsiteX20" fmla="*/ 67911 w 140236"/>
                <a:gd name="connsiteY20" fmla="*/ 189155 h 204409"/>
                <a:gd name="connsiteX21" fmla="*/ 26203 w 140236"/>
                <a:gd name="connsiteY21" fmla="*/ 129278 h 204409"/>
                <a:gd name="connsiteX22" fmla="*/ 63982 w 140236"/>
                <a:gd name="connsiteY22" fmla="*/ 74120 h 204409"/>
                <a:gd name="connsiteX23" fmla="*/ 94810 w 140236"/>
                <a:gd name="connsiteY23" fmla="*/ 103616 h 204409"/>
                <a:gd name="connsiteX24" fmla="*/ 94810 w 140236"/>
                <a:gd name="connsiteY24" fmla="*/ 171458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36" h="204409">
                  <a:moveTo>
                    <a:pt x="96019" y="204494"/>
                  </a:moveTo>
                  <a:lnTo>
                    <a:pt x="140447" y="189155"/>
                  </a:lnTo>
                  <a:lnTo>
                    <a:pt x="140447" y="184436"/>
                  </a:lnTo>
                  <a:cubicBezTo>
                    <a:pt x="135007" y="184731"/>
                    <a:pt x="134403" y="184731"/>
                    <a:pt x="133496" y="184731"/>
                  </a:cubicBezTo>
                  <a:cubicBezTo>
                    <a:pt x="122616" y="184731"/>
                    <a:pt x="120198" y="181486"/>
                    <a:pt x="120198" y="167918"/>
                  </a:cubicBezTo>
                  <a:lnTo>
                    <a:pt x="120198" y="674"/>
                  </a:lnTo>
                  <a:lnTo>
                    <a:pt x="118687" y="84"/>
                  </a:lnTo>
                  <a:cubicBezTo>
                    <a:pt x="104179" y="5098"/>
                    <a:pt x="93601" y="8048"/>
                    <a:pt x="74258" y="13062"/>
                  </a:cubicBezTo>
                  <a:lnTo>
                    <a:pt x="74258" y="17782"/>
                  </a:lnTo>
                  <a:cubicBezTo>
                    <a:pt x="76676" y="17487"/>
                    <a:pt x="78489" y="17487"/>
                    <a:pt x="80907" y="17487"/>
                  </a:cubicBezTo>
                  <a:cubicBezTo>
                    <a:pt x="92090" y="17487"/>
                    <a:pt x="94810" y="20436"/>
                    <a:pt x="94810" y="32530"/>
                  </a:cubicBezTo>
                  <a:lnTo>
                    <a:pt x="94810" y="78544"/>
                  </a:lnTo>
                  <a:cubicBezTo>
                    <a:pt x="83325" y="69105"/>
                    <a:pt x="75165" y="65861"/>
                    <a:pt x="63075" y="65861"/>
                  </a:cubicBezTo>
                  <a:cubicBezTo>
                    <a:pt x="28318" y="65861"/>
                    <a:pt x="211" y="99192"/>
                    <a:pt x="211" y="141076"/>
                  </a:cubicBezTo>
                  <a:cubicBezTo>
                    <a:pt x="211" y="178832"/>
                    <a:pt x="22878" y="204494"/>
                    <a:pt x="56124" y="204494"/>
                  </a:cubicBezTo>
                  <a:cubicBezTo>
                    <a:pt x="73049" y="204494"/>
                    <a:pt x="84534" y="198594"/>
                    <a:pt x="94810" y="184731"/>
                  </a:cubicBezTo>
                  <a:lnTo>
                    <a:pt x="94810" y="203609"/>
                  </a:lnTo>
                  <a:lnTo>
                    <a:pt x="96019" y="204494"/>
                  </a:lnTo>
                  <a:close/>
                  <a:moveTo>
                    <a:pt x="94810" y="171458"/>
                  </a:moveTo>
                  <a:cubicBezTo>
                    <a:pt x="94810" y="173522"/>
                    <a:pt x="92694" y="177062"/>
                    <a:pt x="89672" y="180307"/>
                  </a:cubicBezTo>
                  <a:cubicBezTo>
                    <a:pt x="84232" y="186206"/>
                    <a:pt x="76676" y="189155"/>
                    <a:pt x="67911" y="189155"/>
                  </a:cubicBezTo>
                  <a:cubicBezTo>
                    <a:pt x="42826" y="189155"/>
                    <a:pt x="26203" y="165558"/>
                    <a:pt x="26203" y="129278"/>
                  </a:cubicBezTo>
                  <a:cubicBezTo>
                    <a:pt x="26203" y="95947"/>
                    <a:pt x="41012" y="74120"/>
                    <a:pt x="63982" y="74120"/>
                  </a:cubicBezTo>
                  <a:cubicBezTo>
                    <a:pt x="80001" y="74120"/>
                    <a:pt x="94810" y="87983"/>
                    <a:pt x="94810" y="103616"/>
                  </a:cubicBezTo>
                  <a:lnTo>
                    <a:pt x="94810" y="171458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8CF0833-BA88-D239-3D33-7BCC5D177A92}"/>
                </a:ext>
              </a:extLst>
            </p:cNvPr>
            <p:cNvSpPr/>
            <p:nvPr>
              <p:custDataLst>
                <p:tags r:id="rId329"/>
              </p:custDataLst>
            </p:nvPr>
          </p:nvSpPr>
          <p:spPr>
            <a:xfrm>
              <a:off x="8389099" y="2663307"/>
              <a:ext cx="80394" cy="173733"/>
            </a:xfrm>
            <a:custGeom>
              <a:avLst/>
              <a:gdLst>
                <a:gd name="connsiteX0" fmla="*/ 73356 w 80394"/>
                <a:gd name="connsiteY0" fmla="*/ 38134 h 173733"/>
                <a:gd name="connsiteX1" fmla="*/ 42830 w 80394"/>
                <a:gd name="connsiteY1" fmla="*/ 38134 h 173733"/>
                <a:gd name="connsiteX2" fmla="*/ 42830 w 80394"/>
                <a:gd name="connsiteY2" fmla="*/ 3919 h 173733"/>
                <a:gd name="connsiteX3" fmla="*/ 40715 w 80394"/>
                <a:gd name="connsiteY3" fmla="*/ 84 h 173733"/>
                <a:gd name="connsiteX4" fmla="*/ 34670 w 80394"/>
                <a:gd name="connsiteY4" fmla="*/ 8343 h 173733"/>
                <a:gd name="connsiteX5" fmla="*/ 5353 w 80394"/>
                <a:gd name="connsiteY5" fmla="*/ 39904 h 173733"/>
                <a:gd name="connsiteX6" fmla="*/ 215 w 80394"/>
                <a:gd name="connsiteY6" fmla="*/ 45508 h 173733"/>
                <a:gd name="connsiteX7" fmla="*/ 1424 w 80394"/>
                <a:gd name="connsiteY7" fmla="*/ 47573 h 173733"/>
                <a:gd name="connsiteX8" fmla="*/ 17443 w 80394"/>
                <a:gd name="connsiteY8" fmla="*/ 47573 h 173733"/>
                <a:gd name="connsiteX9" fmla="*/ 17443 w 80394"/>
                <a:gd name="connsiteY9" fmla="*/ 136357 h 173733"/>
                <a:gd name="connsiteX10" fmla="*/ 44342 w 80394"/>
                <a:gd name="connsiteY10" fmla="*/ 173817 h 173733"/>
                <a:gd name="connsiteX11" fmla="*/ 80610 w 80394"/>
                <a:gd name="connsiteY11" fmla="*/ 151400 h 173733"/>
                <a:gd name="connsiteX12" fmla="*/ 76681 w 80394"/>
                <a:gd name="connsiteY12" fmla="*/ 148156 h 173733"/>
                <a:gd name="connsiteX13" fmla="*/ 58547 w 80394"/>
                <a:gd name="connsiteY13" fmla="*/ 158479 h 173733"/>
                <a:gd name="connsiteX14" fmla="*/ 42830 w 80394"/>
                <a:gd name="connsiteY14" fmla="*/ 131933 h 173733"/>
                <a:gd name="connsiteX15" fmla="*/ 42830 w 80394"/>
                <a:gd name="connsiteY15" fmla="*/ 47573 h 173733"/>
                <a:gd name="connsiteX16" fmla="*/ 73356 w 80394"/>
                <a:gd name="connsiteY16" fmla="*/ 47573 h 173733"/>
                <a:gd name="connsiteX17" fmla="*/ 73356 w 80394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94" h="173733">
                  <a:moveTo>
                    <a:pt x="73356" y="38134"/>
                  </a:moveTo>
                  <a:lnTo>
                    <a:pt x="42830" y="38134"/>
                  </a:lnTo>
                  <a:lnTo>
                    <a:pt x="42830" y="3919"/>
                  </a:lnTo>
                  <a:cubicBezTo>
                    <a:pt x="42830" y="969"/>
                    <a:pt x="42528" y="84"/>
                    <a:pt x="40715" y="84"/>
                  </a:cubicBezTo>
                  <a:cubicBezTo>
                    <a:pt x="38599" y="2739"/>
                    <a:pt x="36786" y="5393"/>
                    <a:pt x="34670" y="8343"/>
                  </a:cubicBezTo>
                  <a:cubicBezTo>
                    <a:pt x="23185" y="24566"/>
                    <a:pt x="10189" y="38724"/>
                    <a:pt x="5353" y="39904"/>
                  </a:cubicBezTo>
                  <a:cubicBezTo>
                    <a:pt x="2029" y="41969"/>
                    <a:pt x="215" y="44034"/>
                    <a:pt x="215" y="45508"/>
                  </a:cubicBezTo>
                  <a:cubicBezTo>
                    <a:pt x="215" y="46393"/>
                    <a:pt x="518" y="46983"/>
                    <a:pt x="1424" y="47573"/>
                  </a:cubicBezTo>
                  <a:lnTo>
                    <a:pt x="17443" y="47573"/>
                  </a:lnTo>
                  <a:lnTo>
                    <a:pt x="17443" y="136357"/>
                  </a:lnTo>
                  <a:cubicBezTo>
                    <a:pt x="17443" y="161134"/>
                    <a:pt x="26510" y="173817"/>
                    <a:pt x="44342" y="173817"/>
                  </a:cubicBezTo>
                  <a:cubicBezTo>
                    <a:pt x="59151" y="173817"/>
                    <a:pt x="70636" y="166738"/>
                    <a:pt x="80610" y="151400"/>
                  </a:cubicBezTo>
                  <a:lnTo>
                    <a:pt x="76681" y="148156"/>
                  </a:lnTo>
                  <a:cubicBezTo>
                    <a:pt x="70334" y="155530"/>
                    <a:pt x="65196" y="158479"/>
                    <a:pt x="58547" y="158479"/>
                  </a:cubicBezTo>
                  <a:cubicBezTo>
                    <a:pt x="47364" y="158479"/>
                    <a:pt x="42830" y="150515"/>
                    <a:pt x="42830" y="131933"/>
                  </a:cubicBezTo>
                  <a:lnTo>
                    <a:pt x="42830" y="47573"/>
                  </a:lnTo>
                  <a:lnTo>
                    <a:pt x="73356" y="47573"/>
                  </a:lnTo>
                  <a:lnTo>
                    <a:pt x="73356" y="3813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C382D30-FB76-2967-E013-02D839FD6589}"/>
                </a:ext>
              </a:extLst>
            </p:cNvPr>
            <p:cNvSpPr/>
            <p:nvPr>
              <p:custDataLst>
                <p:tags r:id="rId330"/>
              </p:custDataLst>
            </p:nvPr>
          </p:nvSpPr>
          <p:spPr>
            <a:xfrm>
              <a:off x="8472223" y="2632631"/>
              <a:ext cx="144468" cy="201460"/>
            </a:xfrm>
            <a:custGeom>
              <a:avLst/>
              <a:gdLst>
                <a:gd name="connsiteX0" fmla="*/ 44949 w 144468"/>
                <a:gd name="connsiteY0" fmla="*/ 100371 h 201460"/>
                <a:gd name="connsiteX1" fmla="*/ 78497 w 144468"/>
                <a:gd name="connsiteY1" fmla="*/ 81789 h 201460"/>
                <a:gd name="connsiteX2" fmla="*/ 101165 w 144468"/>
                <a:gd name="connsiteY2" fmla="*/ 113055 h 201460"/>
                <a:gd name="connsiteX3" fmla="*/ 101165 w 144468"/>
                <a:gd name="connsiteY3" fmla="*/ 171458 h 201460"/>
                <a:gd name="connsiteX4" fmla="*/ 80613 w 144468"/>
                <a:gd name="connsiteY4" fmla="*/ 197119 h 201460"/>
                <a:gd name="connsiteX5" fmla="*/ 80613 w 144468"/>
                <a:gd name="connsiteY5" fmla="*/ 201544 h 201460"/>
                <a:gd name="connsiteX6" fmla="*/ 144687 w 144468"/>
                <a:gd name="connsiteY6" fmla="*/ 201544 h 201460"/>
                <a:gd name="connsiteX7" fmla="*/ 144687 w 144468"/>
                <a:gd name="connsiteY7" fmla="*/ 197119 h 201460"/>
                <a:gd name="connsiteX8" fmla="*/ 126552 w 144468"/>
                <a:gd name="connsiteY8" fmla="*/ 171458 h 201460"/>
                <a:gd name="connsiteX9" fmla="*/ 126552 w 144468"/>
                <a:gd name="connsiteY9" fmla="*/ 112760 h 201460"/>
                <a:gd name="connsiteX10" fmla="*/ 89378 w 144468"/>
                <a:gd name="connsiteY10" fmla="*/ 65861 h 201460"/>
                <a:gd name="connsiteX11" fmla="*/ 44949 w 144468"/>
                <a:gd name="connsiteY11" fmla="*/ 90638 h 201460"/>
                <a:gd name="connsiteX12" fmla="*/ 44949 w 144468"/>
                <a:gd name="connsiteY12" fmla="*/ 969 h 201460"/>
                <a:gd name="connsiteX13" fmla="*/ 43438 w 144468"/>
                <a:gd name="connsiteY13" fmla="*/ 84 h 201460"/>
                <a:gd name="connsiteX14" fmla="*/ 8681 w 144468"/>
                <a:gd name="connsiteY14" fmla="*/ 10702 h 201460"/>
                <a:gd name="connsiteX15" fmla="*/ 521 w 144468"/>
                <a:gd name="connsiteY15" fmla="*/ 13062 h 201460"/>
                <a:gd name="connsiteX16" fmla="*/ 521 w 144468"/>
                <a:gd name="connsiteY16" fmla="*/ 17782 h 201460"/>
                <a:gd name="connsiteX17" fmla="*/ 4147 w 144468"/>
                <a:gd name="connsiteY17" fmla="*/ 17487 h 201460"/>
                <a:gd name="connsiteX18" fmla="*/ 19561 w 144468"/>
                <a:gd name="connsiteY18" fmla="*/ 32530 h 201460"/>
                <a:gd name="connsiteX19" fmla="*/ 19561 w 144468"/>
                <a:gd name="connsiteY19" fmla="*/ 171458 h 201460"/>
                <a:gd name="connsiteX20" fmla="*/ 218 w 144468"/>
                <a:gd name="connsiteY20" fmla="*/ 197119 h 201460"/>
                <a:gd name="connsiteX21" fmla="*/ 218 w 144468"/>
                <a:gd name="connsiteY21" fmla="*/ 201544 h 201460"/>
                <a:gd name="connsiteX22" fmla="*/ 65501 w 144468"/>
                <a:gd name="connsiteY22" fmla="*/ 201544 h 201460"/>
                <a:gd name="connsiteX23" fmla="*/ 65501 w 144468"/>
                <a:gd name="connsiteY23" fmla="*/ 197119 h 201460"/>
                <a:gd name="connsiteX24" fmla="*/ 44949 w 144468"/>
                <a:gd name="connsiteY24" fmla="*/ 171458 h 201460"/>
                <a:gd name="connsiteX25" fmla="*/ 44949 w 144468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68" h="201460">
                  <a:moveTo>
                    <a:pt x="44949" y="100371"/>
                  </a:moveTo>
                  <a:cubicBezTo>
                    <a:pt x="57643" y="86803"/>
                    <a:pt x="66710" y="81789"/>
                    <a:pt x="78497" y="81789"/>
                  </a:cubicBezTo>
                  <a:cubicBezTo>
                    <a:pt x="93609" y="81789"/>
                    <a:pt x="101165" y="92407"/>
                    <a:pt x="101165" y="113055"/>
                  </a:cubicBezTo>
                  <a:lnTo>
                    <a:pt x="101165" y="171458"/>
                  </a:lnTo>
                  <a:cubicBezTo>
                    <a:pt x="101165" y="191515"/>
                    <a:pt x="98142" y="195350"/>
                    <a:pt x="80613" y="197119"/>
                  </a:cubicBezTo>
                  <a:lnTo>
                    <a:pt x="80613" y="201544"/>
                  </a:lnTo>
                  <a:lnTo>
                    <a:pt x="144687" y="201544"/>
                  </a:lnTo>
                  <a:lnTo>
                    <a:pt x="144687" y="197119"/>
                  </a:lnTo>
                  <a:cubicBezTo>
                    <a:pt x="128366" y="194170"/>
                    <a:pt x="126552" y="191810"/>
                    <a:pt x="126552" y="171458"/>
                  </a:cubicBezTo>
                  <a:lnTo>
                    <a:pt x="126552" y="112760"/>
                  </a:lnTo>
                  <a:cubicBezTo>
                    <a:pt x="126552" y="81789"/>
                    <a:pt x="113859" y="65861"/>
                    <a:pt x="89378" y="65861"/>
                  </a:cubicBezTo>
                  <a:cubicBezTo>
                    <a:pt x="71546" y="65861"/>
                    <a:pt x="58852" y="72940"/>
                    <a:pt x="44949" y="90638"/>
                  </a:cubicBezTo>
                  <a:lnTo>
                    <a:pt x="44949" y="969"/>
                  </a:lnTo>
                  <a:lnTo>
                    <a:pt x="43438" y="84"/>
                  </a:lnTo>
                  <a:cubicBezTo>
                    <a:pt x="33162" y="3623"/>
                    <a:pt x="25606" y="5983"/>
                    <a:pt x="8681" y="10702"/>
                  </a:cubicBezTo>
                  <a:lnTo>
                    <a:pt x="521" y="13062"/>
                  </a:lnTo>
                  <a:lnTo>
                    <a:pt x="521" y="17782"/>
                  </a:lnTo>
                  <a:cubicBezTo>
                    <a:pt x="1729" y="17487"/>
                    <a:pt x="2636" y="17487"/>
                    <a:pt x="4147" y="17487"/>
                  </a:cubicBezTo>
                  <a:cubicBezTo>
                    <a:pt x="17143" y="17487"/>
                    <a:pt x="19561" y="19846"/>
                    <a:pt x="19561" y="32530"/>
                  </a:cubicBezTo>
                  <a:lnTo>
                    <a:pt x="19561" y="171458"/>
                  </a:lnTo>
                  <a:cubicBezTo>
                    <a:pt x="19561" y="192105"/>
                    <a:pt x="17748" y="194760"/>
                    <a:pt x="218" y="197119"/>
                  </a:cubicBezTo>
                  <a:lnTo>
                    <a:pt x="218" y="201544"/>
                  </a:lnTo>
                  <a:lnTo>
                    <a:pt x="65501" y="201544"/>
                  </a:lnTo>
                  <a:lnTo>
                    <a:pt x="65501" y="197119"/>
                  </a:lnTo>
                  <a:cubicBezTo>
                    <a:pt x="47971" y="195350"/>
                    <a:pt x="44949" y="191810"/>
                    <a:pt x="44949" y="171458"/>
                  </a:cubicBezTo>
                  <a:lnTo>
                    <a:pt x="44949" y="100371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E9D1EB09-C804-CA7C-19F7-8D9B26349BFF}"/>
                </a:ext>
              </a:extLst>
            </p:cNvPr>
            <p:cNvSpPr/>
            <p:nvPr>
              <p:custDataLst>
                <p:tags r:id="rId331"/>
              </p:custDataLst>
            </p:nvPr>
          </p:nvSpPr>
          <p:spPr>
            <a:xfrm>
              <a:off x="8702772" y="2632631"/>
              <a:ext cx="138725" cy="204114"/>
            </a:xfrm>
            <a:custGeom>
              <a:avLst/>
              <a:gdLst>
                <a:gd name="connsiteX0" fmla="*/ 135022 w 138725"/>
                <a:gd name="connsiteY0" fmla="*/ 167034 h 204114"/>
                <a:gd name="connsiteX1" fmla="*/ 110239 w 138725"/>
                <a:gd name="connsiteY1" fmla="*/ 190336 h 204114"/>
                <a:gd name="connsiteX2" fmla="*/ 105403 w 138725"/>
                <a:gd name="connsiteY2" fmla="*/ 185027 h 204114"/>
                <a:gd name="connsiteX3" fmla="*/ 115377 w 138725"/>
                <a:gd name="connsiteY3" fmla="*/ 148156 h 204114"/>
                <a:gd name="connsiteX4" fmla="*/ 129884 w 138725"/>
                <a:gd name="connsiteY4" fmla="*/ 91228 h 204114"/>
                <a:gd name="connsiteX5" fmla="*/ 109936 w 138725"/>
                <a:gd name="connsiteY5" fmla="*/ 71466 h 204114"/>
                <a:gd name="connsiteX6" fmla="*/ 40725 w 138725"/>
                <a:gd name="connsiteY6" fmla="*/ 133703 h 204114"/>
                <a:gd name="connsiteX7" fmla="*/ 76993 w 138725"/>
                <a:gd name="connsiteY7" fmla="*/ 1559 h 204114"/>
                <a:gd name="connsiteX8" fmla="*/ 75482 w 138725"/>
                <a:gd name="connsiteY8" fmla="*/ 85 h 204114"/>
                <a:gd name="connsiteX9" fmla="*/ 28031 w 138725"/>
                <a:gd name="connsiteY9" fmla="*/ 8049 h 204114"/>
                <a:gd name="connsiteX10" fmla="*/ 28031 w 138725"/>
                <a:gd name="connsiteY10" fmla="*/ 12473 h 204114"/>
                <a:gd name="connsiteX11" fmla="*/ 35889 w 138725"/>
                <a:gd name="connsiteY11" fmla="*/ 12473 h 204114"/>
                <a:gd name="connsiteX12" fmla="*/ 36796 w 138725"/>
                <a:gd name="connsiteY12" fmla="*/ 12178 h 204114"/>
                <a:gd name="connsiteX13" fmla="*/ 48280 w 138725"/>
                <a:gd name="connsiteY13" fmla="*/ 19552 h 204114"/>
                <a:gd name="connsiteX14" fmla="*/ 44049 w 138725"/>
                <a:gd name="connsiteY14" fmla="*/ 39610 h 204114"/>
                <a:gd name="connsiteX15" fmla="*/ 41027 w 138725"/>
                <a:gd name="connsiteY15" fmla="*/ 50523 h 204114"/>
                <a:gd name="connsiteX16" fmla="*/ 225 w 138725"/>
                <a:gd name="connsiteY16" fmla="*/ 201545 h 204114"/>
                <a:gd name="connsiteX17" fmla="*/ 22893 w 138725"/>
                <a:gd name="connsiteY17" fmla="*/ 201545 h 204114"/>
                <a:gd name="connsiteX18" fmla="*/ 51001 w 138725"/>
                <a:gd name="connsiteY18" fmla="*/ 128099 h 204114"/>
                <a:gd name="connsiteX19" fmla="*/ 97847 w 138725"/>
                <a:gd name="connsiteY19" fmla="*/ 86509 h 204114"/>
                <a:gd name="connsiteX20" fmla="*/ 106310 w 138725"/>
                <a:gd name="connsiteY20" fmla="*/ 93883 h 204114"/>
                <a:gd name="connsiteX21" fmla="*/ 104194 w 138725"/>
                <a:gd name="connsiteY21" fmla="*/ 103617 h 204114"/>
                <a:gd name="connsiteX22" fmla="*/ 87571 w 138725"/>
                <a:gd name="connsiteY22" fmla="*/ 164674 h 204114"/>
                <a:gd name="connsiteX23" fmla="*/ 81526 w 138725"/>
                <a:gd name="connsiteY23" fmla="*/ 191811 h 204114"/>
                <a:gd name="connsiteX24" fmla="*/ 94825 w 138725"/>
                <a:gd name="connsiteY24" fmla="*/ 204200 h 204114"/>
                <a:gd name="connsiteX25" fmla="*/ 138951 w 138725"/>
                <a:gd name="connsiteY25" fmla="*/ 170574 h 204114"/>
                <a:gd name="connsiteX26" fmla="*/ 135022 w 138725"/>
                <a:gd name="connsiteY26" fmla="*/ 167034 h 20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725" h="204114">
                  <a:moveTo>
                    <a:pt x="135022" y="167034"/>
                  </a:moveTo>
                  <a:cubicBezTo>
                    <a:pt x="118701" y="187092"/>
                    <a:pt x="115074" y="190336"/>
                    <a:pt x="110239" y="190336"/>
                  </a:cubicBezTo>
                  <a:cubicBezTo>
                    <a:pt x="107518" y="190336"/>
                    <a:pt x="105403" y="187682"/>
                    <a:pt x="105403" y="185027"/>
                  </a:cubicBezTo>
                  <a:cubicBezTo>
                    <a:pt x="105403" y="182077"/>
                    <a:pt x="110239" y="163495"/>
                    <a:pt x="115377" y="148156"/>
                  </a:cubicBezTo>
                  <a:cubicBezTo>
                    <a:pt x="124141" y="120135"/>
                    <a:pt x="129884" y="98308"/>
                    <a:pt x="129884" y="91228"/>
                  </a:cubicBezTo>
                  <a:cubicBezTo>
                    <a:pt x="129884" y="79430"/>
                    <a:pt x="121724" y="71466"/>
                    <a:pt x="109936" y="71466"/>
                  </a:cubicBezTo>
                  <a:cubicBezTo>
                    <a:pt x="90291" y="71466"/>
                    <a:pt x="68832" y="90933"/>
                    <a:pt x="40725" y="133703"/>
                  </a:cubicBezTo>
                  <a:lnTo>
                    <a:pt x="76993" y="1559"/>
                  </a:lnTo>
                  <a:lnTo>
                    <a:pt x="75482" y="85"/>
                  </a:lnTo>
                  <a:cubicBezTo>
                    <a:pt x="57952" y="3919"/>
                    <a:pt x="46165" y="5984"/>
                    <a:pt x="28031" y="8049"/>
                  </a:cubicBezTo>
                  <a:lnTo>
                    <a:pt x="28031" y="12473"/>
                  </a:lnTo>
                  <a:lnTo>
                    <a:pt x="35889" y="12473"/>
                  </a:lnTo>
                  <a:cubicBezTo>
                    <a:pt x="36191" y="12473"/>
                    <a:pt x="36493" y="12473"/>
                    <a:pt x="36796" y="12178"/>
                  </a:cubicBezTo>
                  <a:cubicBezTo>
                    <a:pt x="41027" y="10408"/>
                    <a:pt x="48280" y="15423"/>
                    <a:pt x="48280" y="19552"/>
                  </a:cubicBezTo>
                  <a:cubicBezTo>
                    <a:pt x="48280" y="23682"/>
                    <a:pt x="46769" y="31056"/>
                    <a:pt x="44049" y="39610"/>
                  </a:cubicBezTo>
                  <a:cubicBezTo>
                    <a:pt x="43747" y="39905"/>
                    <a:pt x="42840" y="44034"/>
                    <a:pt x="41027" y="50523"/>
                  </a:cubicBezTo>
                  <a:lnTo>
                    <a:pt x="225" y="201545"/>
                  </a:lnTo>
                  <a:lnTo>
                    <a:pt x="22893" y="201545"/>
                  </a:lnTo>
                  <a:cubicBezTo>
                    <a:pt x="34982" y="156120"/>
                    <a:pt x="38911" y="146092"/>
                    <a:pt x="51001" y="128099"/>
                  </a:cubicBezTo>
                  <a:cubicBezTo>
                    <a:pt x="66717" y="104797"/>
                    <a:pt x="87269" y="86509"/>
                    <a:pt x="97847" y="86509"/>
                  </a:cubicBezTo>
                  <a:cubicBezTo>
                    <a:pt x="102380" y="86509"/>
                    <a:pt x="106310" y="90049"/>
                    <a:pt x="106310" y="93883"/>
                  </a:cubicBezTo>
                  <a:cubicBezTo>
                    <a:pt x="106310" y="95063"/>
                    <a:pt x="105403" y="98898"/>
                    <a:pt x="104194" y="103617"/>
                  </a:cubicBezTo>
                  <a:lnTo>
                    <a:pt x="87571" y="164674"/>
                  </a:lnTo>
                  <a:cubicBezTo>
                    <a:pt x="83642" y="179128"/>
                    <a:pt x="81526" y="188271"/>
                    <a:pt x="81526" y="191811"/>
                  </a:cubicBezTo>
                  <a:cubicBezTo>
                    <a:pt x="81526" y="199480"/>
                    <a:pt x="86664" y="204200"/>
                    <a:pt x="94825" y="204200"/>
                  </a:cubicBezTo>
                  <a:cubicBezTo>
                    <a:pt x="110239" y="204200"/>
                    <a:pt x="120817" y="196235"/>
                    <a:pt x="138951" y="170574"/>
                  </a:cubicBezTo>
                  <a:lnTo>
                    <a:pt x="135022" y="16703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D86C65F-E0B0-60AA-0ACD-BC14CA5FC6D8}"/>
                </a:ext>
              </a:extLst>
            </p:cNvPr>
            <p:cNvSpPr/>
            <p:nvPr>
              <p:custDataLst>
                <p:tags r:id="rId332"/>
              </p:custDataLst>
            </p:nvPr>
          </p:nvSpPr>
          <p:spPr>
            <a:xfrm>
              <a:off x="8939970" y="2698703"/>
              <a:ext cx="89763" cy="138337"/>
            </a:xfrm>
            <a:custGeom>
              <a:avLst/>
              <a:gdLst>
                <a:gd name="connsiteX0" fmla="*/ 80023 w 89763"/>
                <a:gd name="connsiteY0" fmla="*/ 42854 h 138337"/>
                <a:gd name="connsiteX1" fmla="*/ 78814 w 89763"/>
                <a:gd name="connsiteY1" fmla="*/ 2739 h 138337"/>
                <a:gd name="connsiteX2" fmla="*/ 75490 w 89763"/>
                <a:gd name="connsiteY2" fmla="*/ 2739 h 138337"/>
                <a:gd name="connsiteX3" fmla="*/ 74885 w 89763"/>
                <a:gd name="connsiteY3" fmla="*/ 3329 h 138337"/>
                <a:gd name="connsiteX4" fmla="*/ 70654 w 89763"/>
                <a:gd name="connsiteY4" fmla="*/ 5688 h 138337"/>
                <a:gd name="connsiteX5" fmla="*/ 62493 w 89763"/>
                <a:gd name="connsiteY5" fmla="*/ 3624 h 138337"/>
                <a:gd name="connsiteX6" fmla="*/ 41337 w 89763"/>
                <a:gd name="connsiteY6" fmla="*/ 84 h 138337"/>
                <a:gd name="connsiteX7" fmla="*/ 233 w 89763"/>
                <a:gd name="connsiteY7" fmla="*/ 36365 h 138337"/>
                <a:gd name="connsiteX8" fmla="*/ 35595 w 89763"/>
                <a:gd name="connsiteY8" fmla="*/ 78839 h 138337"/>
                <a:gd name="connsiteX9" fmla="*/ 53124 w 89763"/>
                <a:gd name="connsiteY9" fmla="*/ 88573 h 138337"/>
                <a:gd name="connsiteX10" fmla="*/ 68840 w 89763"/>
                <a:gd name="connsiteY10" fmla="*/ 110695 h 138337"/>
                <a:gd name="connsiteX11" fmla="*/ 43755 w 89763"/>
                <a:gd name="connsiteY11" fmla="*/ 131933 h 138337"/>
                <a:gd name="connsiteX12" fmla="*/ 18367 w 89763"/>
                <a:gd name="connsiteY12" fmla="*/ 121609 h 138337"/>
                <a:gd name="connsiteX13" fmla="*/ 5371 w 89763"/>
                <a:gd name="connsiteY13" fmla="*/ 90638 h 138337"/>
                <a:gd name="connsiteX14" fmla="*/ 535 w 89763"/>
                <a:gd name="connsiteY14" fmla="*/ 90638 h 138337"/>
                <a:gd name="connsiteX15" fmla="*/ 535 w 89763"/>
                <a:gd name="connsiteY15" fmla="*/ 136652 h 138337"/>
                <a:gd name="connsiteX16" fmla="*/ 4464 w 89763"/>
                <a:gd name="connsiteY16" fmla="*/ 136652 h 138337"/>
                <a:gd name="connsiteX17" fmla="*/ 11416 w 89763"/>
                <a:gd name="connsiteY17" fmla="*/ 133113 h 138337"/>
                <a:gd name="connsiteX18" fmla="*/ 25319 w 89763"/>
                <a:gd name="connsiteY18" fmla="*/ 135472 h 138337"/>
                <a:gd name="connsiteX19" fmla="*/ 47382 w 89763"/>
                <a:gd name="connsiteY19" fmla="*/ 138422 h 138337"/>
                <a:gd name="connsiteX20" fmla="*/ 89997 w 89763"/>
                <a:gd name="connsiteY20" fmla="*/ 100667 h 138337"/>
                <a:gd name="connsiteX21" fmla="*/ 64609 w 89763"/>
                <a:gd name="connsiteY21" fmla="*/ 65566 h 138337"/>
                <a:gd name="connsiteX22" fmla="*/ 31968 w 89763"/>
                <a:gd name="connsiteY22" fmla="*/ 46688 h 138337"/>
                <a:gd name="connsiteX23" fmla="*/ 18972 w 89763"/>
                <a:gd name="connsiteY23" fmla="*/ 26631 h 138337"/>
                <a:gd name="connsiteX24" fmla="*/ 42244 w 89763"/>
                <a:gd name="connsiteY24" fmla="*/ 6573 h 138337"/>
                <a:gd name="connsiteX25" fmla="*/ 75490 w 89763"/>
                <a:gd name="connsiteY25" fmla="*/ 42854 h 138337"/>
                <a:gd name="connsiteX26" fmla="*/ 80023 w 89763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63" h="138337">
                  <a:moveTo>
                    <a:pt x="80023" y="42854"/>
                  </a:moveTo>
                  <a:lnTo>
                    <a:pt x="78814" y="2739"/>
                  </a:lnTo>
                  <a:lnTo>
                    <a:pt x="75490" y="2739"/>
                  </a:lnTo>
                  <a:lnTo>
                    <a:pt x="74885" y="3329"/>
                  </a:lnTo>
                  <a:cubicBezTo>
                    <a:pt x="72165" y="5393"/>
                    <a:pt x="71863" y="5688"/>
                    <a:pt x="70654" y="5688"/>
                  </a:cubicBezTo>
                  <a:cubicBezTo>
                    <a:pt x="68840" y="5688"/>
                    <a:pt x="65818" y="5098"/>
                    <a:pt x="62493" y="3624"/>
                  </a:cubicBezTo>
                  <a:cubicBezTo>
                    <a:pt x="55844" y="1264"/>
                    <a:pt x="49195" y="84"/>
                    <a:pt x="41337" y="84"/>
                  </a:cubicBezTo>
                  <a:cubicBezTo>
                    <a:pt x="17461" y="84"/>
                    <a:pt x="233" y="15127"/>
                    <a:pt x="233" y="36365"/>
                  </a:cubicBezTo>
                  <a:cubicBezTo>
                    <a:pt x="233" y="52883"/>
                    <a:pt x="9905" y="64681"/>
                    <a:pt x="35595" y="78839"/>
                  </a:cubicBezTo>
                  <a:lnTo>
                    <a:pt x="53124" y="88573"/>
                  </a:lnTo>
                  <a:cubicBezTo>
                    <a:pt x="63702" y="94472"/>
                    <a:pt x="68840" y="101552"/>
                    <a:pt x="68840" y="110695"/>
                  </a:cubicBezTo>
                  <a:cubicBezTo>
                    <a:pt x="68840" y="123674"/>
                    <a:pt x="59169" y="131933"/>
                    <a:pt x="43755" y="131933"/>
                  </a:cubicBezTo>
                  <a:cubicBezTo>
                    <a:pt x="33479" y="131933"/>
                    <a:pt x="24110" y="128098"/>
                    <a:pt x="18367" y="121609"/>
                  </a:cubicBezTo>
                  <a:cubicBezTo>
                    <a:pt x="12020" y="114235"/>
                    <a:pt x="9300" y="107451"/>
                    <a:pt x="5371" y="90638"/>
                  </a:cubicBezTo>
                  <a:lnTo>
                    <a:pt x="535" y="90638"/>
                  </a:lnTo>
                  <a:lnTo>
                    <a:pt x="535" y="136652"/>
                  </a:lnTo>
                  <a:lnTo>
                    <a:pt x="4464" y="136652"/>
                  </a:lnTo>
                  <a:cubicBezTo>
                    <a:pt x="6580" y="133703"/>
                    <a:pt x="7789" y="133113"/>
                    <a:pt x="11416" y="133113"/>
                  </a:cubicBezTo>
                  <a:cubicBezTo>
                    <a:pt x="14136" y="133113"/>
                    <a:pt x="18367" y="133703"/>
                    <a:pt x="25319" y="135472"/>
                  </a:cubicBezTo>
                  <a:cubicBezTo>
                    <a:pt x="33781" y="137242"/>
                    <a:pt x="41942" y="138422"/>
                    <a:pt x="47382" y="138422"/>
                  </a:cubicBezTo>
                  <a:cubicBezTo>
                    <a:pt x="70654" y="138422"/>
                    <a:pt x="89997" y="121314"/>
                    <a:pt x="89997" y="100667"/>
                  </a:cubicBezTo>
                  <a:cubicBezTo>
                    <a:pt x="89997" y="85918"/>
                    <a:pt x="82743" y="76185"/>
                    <a:pt x="64609" y="65566"/>
                  </a:cubicBezTo>
                  <a:lnTo>
                    <a:pt x="31968" y="46688"/>
                  </a:lnTo>
                  <a:cubicBezTo>
                    <a:pt x="23505" y="41969"/>
                    <a:pt x="18972" y="34595"/>
                    <a:pt x="18972" y="26631"/>
                  </a:cubicBezTo>
                  <a:cubicBezTo>
                    <a:pt x="18972" y="14832"/>
                    <a:pt x="28341" y="6573"/>
                    <a:pt x="42244" y="6573"/>
                  </a:cubicBezTo>
                  <a:cubicBezTo>
                    <a:pt x="59471" y="6573"/>
                    <a:pt x="68538" y="16602"/>
                    <a:pt x="75490" y="42854"/>
                  </a:cubicBezTo>
                  <a:lnTo>
                    <a:pt x="80023" y="4285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46E8F497-DE70-2E3A-2B59-5E32192914D6}"/>
                </a:ext>
              </a:extLst>
            </p:cNvPr>
            <p:cNvSpPr/>
            <p:nvPr>
              <p:custDataLst>
                <p:tags r:id="rId333"/>
              </p:custDataLst>
            </p:nvPr>
          </p:nvSpPr>
          <p:spPr>
            <a:xfrm>
              <a:off x="9045283" y="2701358"/>
              <a:ext cx="142050" cy="135683"/>
            </a:xfrm>
            <a:custGeom>
              <a:avLst/>
              <a:gdLst>
                <a:gd name="connsiteX0" fmla="*/ 142287 w 142050"/>
                <a:gd name="connsiteY0" fmla="*/ 118070 h 135683"/>
                <a:gd name="connsiteX1" fmla="*/ 140776 w 142050"/>
                <a:gd name="connsiteY1" fmla="*/ 118070 h 135683"/>
                <a:gd name="connsiteX2" fmla="*/ 123549 w 142050"/>
                <a:gd name="connsiteY2" fmla="*/ 101257 h 135683"/>
                <a:gd name="connsiteX3" fmla="*/ 123549 w 142050"/>
                <a:gd name="connsiteY3" fmla="*/ 84 h 135683"/>
                <a:gd name="connsiteX4" fmla="*/ 75796 w 142050"/>
                <a:gd name="connsiteY4" fmla="*/ 84 h 135683"/>
                <a:gd name="connsiteX5" fmla="*/ 75796 w 142050"/>
                <a:gd name="connsiteY5" fmla="*/ 5099 h 135683"/>
                <a:gd name="connsiteX6" fmla="*/ 98161 w 142050"/>
                <a:gd name="connsiteY6" fmla="*/ 23681 h 135683"/>
                <a:gd name="connsiteX7" fmla="*/ 98161 w 142050"/>
                <a:gd name="connsiteY7" fmla="*/ 92998 h 135683"/>
                <a:gd name="connsiteX8" fmla="*/ 92419 w 142050"/>
                <a:gd name="connsiteY8" fmla="*/ 108631 h 135683"/>
                <a:gd name="connsiteX9" fmla="*/ 65822 w 142050"/>
                <a:gd name="connsiteY9" fmla="*/ 118659 h 135683"/>
                <a:gd name="connsiteX10" fmla="*/ 44363 w 142050"/>
                <a:gd name="connsiteY10" fmla="*/ 96242 h 135683"/>
                <a:gd name="connsiteX11" fmla="*/ 44363 w 142050"/>
                <a:gd name="connsiteY11" fmla="*/ 84 h 135683"/>
                <a:gd name="connsiteX12" fmla="*/ 237 w 142050"/>
                <a:gd name="connsiteY12" fmla="*/ 84 h 135683"/>
                <a:gd name="connsiteX13" fmla="*/ 237 w 142050"/>
                <a:gd name="connsiteY13" fmla="*/ 4214 h 135683"/>
                <a:gd name="connsiteX14" fmla="*/ 18976 w 142050"/>
                <a:gd name="connsiteY14" fmla="*/ 23091 h 135683"/>
                <a:gd name="connsiteX15" fmla="*/ 18976 w 142050"/>
                <a:gd name="connsiteY15" fmla="*/ 97422 h 135683"/>
                <a:gd name="connsiteX16" fmla="*/ 55546 w 142050"/>
                <a:gd name="connsiteY16" fmla="*/ 135767 h 135683"/>
                <a:gd name="connsiteX17" fmla="*/ 86676 w 142050"/>
                <a:gd name="connsiteY17" fmla="*/ 123084 h 135683"/>
                <a:gd name="connsiteX18" fmla="*/ 99672 w 142050"/>
                <a:gd name="connsiteY18" fmla="*/ 110400 h 135683"/>
                <a:gd name="connsiteX19" fmla="*/ 99672 w 142050"/>
                <a:gd name="connsiteY19" fmla="*/ 134882 h 135683"/>
                <a:gd name="connsiteX20" fmla="*/ 100881 w 142050"/>
                <a:gd name="connsiteY20" fmla="*/ 135472 h 135683"/>
                <a:gd name="connsiteX21" fmla="*/ 142287 w 142050"/>
                <a:gd name="connsiteY21" fmla="*/ 122199 h 135683"/>
                <a:gd name="connsiteX22" fmla="*/ 142287 w 142050"/>
                <a:gd name="connsiteY22" fmla="*/ 11807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050" h="135683">
                  <a:moveTo>
                    <a:pt x="142287" y="118070"/>
                  </a:moveTo>
                  <a:lnTo>
                    <a:pt x="140776" y="118070"/>
                  </a:lnTo>
                  <a:cubicBezTo>
                    <a:pt x="126873" y="118070"/>
                    <a:pt x="123549" y="114825"/>
                    <a:pt x="123549" y="101257"/>
                  </a:cubicBezTo>
                  <a:lnTo>
                    <a:pt x="123549" y="84"/>
                  </a:lnTo>
                  <a:lnTo>
                    <a:pt x="75796" y="84"/>
                  </a:lnTo>
                  <a:lnTo>
                    <a:pt x="75796" y="5099"/>
                  </a:lnTo>
                  <a:cubicBezTo>
                    <a:pt x="94534" y="5983"/>
                    <a:pt x="98161" y="8933"/>
                    <a:pt x="98161" y="23681"/>
                  </a:cubicBezTo>
                  <a:lnTo>
                    <a:pt x="98161" y="92998"/>
                  </a:lnTo>
                  <a:cubicBezTo>
                    <a:pt x="98161" y="101257"/>
                    <a:pt x="96650" y="105386"/>
                    <a:pt x="92419" y="108631"/>
                  </a:cubicBezTo>
                  <a:cubicBezTo>
                    <a:pt x="84258" y="115120"/>
                    <a:pt x="74889" y="118659"/>
                    <a:pt x="65822" y="118659"/>
                  </a:cubicBezTo>
                  <a:cubicBezTo>
                    <a:pt x="54035" y="118659"/>
                    <a:pt x="44363" y="108631"/>
                    <a:pt x="44363" y="96242"/>
                  </a:cubicBezTo>
                  <a:lnTo>
                    <a:pt x="44363" y="84"/>
                  </a:lnTo>
                  <a:lnTo>
                    <a:pt x="237" y="84"/>
                  </a:lnTo>
                  <a:lnTo>
                    <a:pt x="237" y="4214"/>
                  </a:lnTo>
                  <a:cubicBezTo>
                    <a:pt x="14744" y="5099"/>
                    <a:pt x="18976" y="9523"/>
                    <a:pt x="18976" y="23091"/>
                  </a:cubicBezTo>
                  <a:lnTo>
                    <a:pt x="18976" y="97422"/>
                  </a:lnTo>
                  <a:cubicBezTo>
                    <a:pt x="18976" y="120724"/>
                    <a:pt x="33483" y="135767"/>
                    <a:pt x="55546" y="135767"/>
                  </a:cubicBezTo>
                  <a:cubicBezTo>
                    <a:pt x="66729" y="135767"/>
                    <a:pt x="78516" y="131048"/>
                    <a:pt x="86676" y="123084"/>
                  </a:cubicBezTo>
                  <a:lnTo>
                    <a:pt x="99672" y="110400"/>
                  </a:lnTo>
                  <a:lnTo>
                    <a:pt x="99672" y="134882"/>
                  </a:lnTo>
                  <a:lnTo>
                    <a:pt x="100881" y="135472"/>
                  </a:lnTo>
                  <a:cubicBezTo>
                    <a:pt x="115993" y="129573"/>
                    <a:pt x="126873" y="126328"/>
                    <a:pt x="142287" y="122199"/>
                  </a:cubicBezTo>
                  <a:lnTo>
                    <a:pt x="142287" y="118070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D7A51D7-48CD-1EFD-CE96-5A2C3838EA48}"/>
                </a:ext>
              </a:extLst>
            </p:cNvPr>
            <p:cNvSpPr/>
            <p:nvPr>
              <p:custDataLst>
                <p:tags r:id="rId334"/>
              </p:custDataLst>
            </p:nvPr>
          </p:nvSpPr>
          <p:spPr>
            <a:xfrm>
              <a:off x="9201803" y="2698408"/>
              <a:ext cx="116964" cy="138632"/>
            </a:xfrm>
            <a:custGeom>
              <a:avLst/>
              <a:gdLst>
                <a:gd name="connsiteX0" fmla="*/ 112976 w 116964"/>
                <a:gd name="connsiteY0" fmla="*/ 89753 h 138632"/>
                <a:gd name="connsiteX1" fmla="*/ 70360 w 116964"/>
                <a:gd name="connsiteY1" fmla="*/ 117480 h 138632"/>
                <a:gd name="connsiteX2" fmla="*/ 23514 w 116964"/>
                <a:gd name="connsiteY2" fmla="*/ 59962 h 138632"/>
                <a:gd name="connsiteX3" fmla="*/ 64618 w 116964"/>
                <a:gd name="connsiteY3" fmla="*/ 8638 h 138632"/>
                <a:gd name="connsiteX4" fmla="*/ 82450 w 116964"/>
                <a:gd name="connsiteY4" fmla="*/ 22796 h 138632"/>
                <a:gd name="connsiteX5" fmla="*/ 84263 w 116964"/>
                <a:gd name="connsiteY5" fmla="*/ 29286 h 138632"/>
                <a:gd name="connsiteX6" fmla="*/ 98468 w 116964"/>
                <a:gd name="connsiteY6" fmla="*/ 42854 h 138632"/>
                <a:gd name="connsiteX7" fmla="*/ 112976 w 116964"/>
                <a:gd name="connsiteY7" fmla="*/ 30465 h 138632"/>
                <a:gd name="connsiteX8" fmla="*/ 66431 w 116964"/>
                <a:gd name="connsiteY8" fmla="*/ 84 h 138632"/>
                <a:gd name="connsiteX9" fmla="*/ 23816 w 116964"/>
                <a:gd name="connsiteY9" fmla="*/ 16602 h 138632"/>
                <a:gd name="connsiteX10" fmla="*/ 242 w 116964"/>
                <a:gd name="connsiteY10" fmla="*/ 72940 h 138632"/>
                <a:gd name="connsiteX11" fmla="*/ 57667 w 116964"/>
                <a:gd name="connsiteY11" fmla="*/ 138717 h 138632"/>
                <a:gd name="connsiteX12" fmla="*/ 94237 w 116964"/>
                <a:gd name="connsiteY12" fmla="*/ 124854 h 138632"/>
                <a:gd name="connsiteX13" fmla="*/ 117207 w 116964"/>
                <a:gd name="connsiteY13" fmla="*/ 92408 h 138632"/>
                <a:gd name="connsiteX14" fmla="*/ 112976 w 116964"/>
                <a:gd name="connsiteY14" fmla="*/ 8975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64" h="138632">
                  <a:moveTo>
                    <a:pt x="112976" y="89753"/>
                  </a:moveTo>
                  <a:cubicBezTo>
                    <a:pt x="98468" y="110400"/>
                    <a:pt x="87588" y="117480"/>
                    <a:pt x="70360" y="117480"/>
                  </a:cubicBezTo>
                  <a:cubicBezTo>
                    <a:pt x="42857" y="117480"/>
                    <a:pt x="23514" y="93883"/>
                    <a:pt x="23514" y="59962"/>
                  </a:cubicBezTo>
                  <a:cubicBezTo>
                    <a:pt x="23514" y="29580"/>
                    <a:pt x="40137" y="8638"/>
                    <a:pt x="64618" y="8638"/>
                  </a:cubicBezTo>
                  <a:cubicBezTo>
                    <a:pt x="75498" y="8638"/>
                    <a:pt x="79428" y="11883"/>
                    <a:pt x="82450" y="22796"/>
                  </a:cubicBezTo>
                  <a:lnTo>
                    <a:pt x="84263" y="29286"/>
                  </a:lnTo>
                  <a:cubicBezTo>
                    <a:pt x="86681" y="37544"/>
                    <a:pt x="92121" y="42854"/>
                    <a:pt x="98468" y="42854"/>
                  </a:cubicBezTo>
                  <a:cubicBezTo>
                    <a:pt x="106326" y="42854"/>
                    <a:pt x="112976" y="37249"/>
                    <a:pt x="112976" y="30465"/>
                  </a:cubicBezTo>
                  <a:cubicBezTo>
                    <a:pt x="112976" y="13947"/>
                    <a:pt x="91819" y="84"/>
                    <a:pt x="66431" y="84"/>
                  </a:cubicBezTo>
                  <a:cubicBezTo>
                    <a:pt x="51622" y="84"/>
                    <a:pt x="36208" y="5983"/>
                    <a:pt x="23816" y="16602"/>
                  </a:cubicBezTo>
                  <a:cubicBezTo>
                    <a:pt x="8705" y="29580"/>
                    <a:pt x="242" y="49638"/>
                    <a:pt x="242" y="72940"/>
                  </a:cubicBezTo>
                  <a:cubicBezTo>
                    <a:pt x="242" y="111285"/>
                    <a:pt x="24119" y="138717"/>
                    <a:pt x="57667" y="138717"/>
                  </a:cubicBezTo>
                  <a:cubicBezTo>
                    <a:pt x="71267" y="138717"/>
                    <a:pt x="83357" y="133998"/>
                    <a:pt x="94237" y="124854"/>
                  </a:cubicBezTo>
                  <a:cubicBezTo>
                    <a:pt x="102397" y="117775"/>
                    <a:pt x="108140" y="109811"/>
                    <a:pt x="117207" y="92408"/>
                  </a:cubicBezTo>
                  <a:lnTo>
                    <a:pt x="112976" y="8975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C0491E7-80DC-706A-3C8E-BA5D54F890F6}"/>
                </a:ext>
              </a:extLst>
            </p:cNvPr>
            <p:cNvSpPr/>
            <p:nvPr>
              <p:custDataLst>
                <p:tags r:id="rId335"/>
              </p:custDataLst>
            </p:nvPr>
          </p:nvSpPr>
          <p:spPr>
            <a:xfrm>
              <a:off x="9331661" y="2632631"/>
              <a:ext cx="144468" cy="201460"/>
            </a:xfrm>
            <a:custGeom>
              <a:avLst/>
              <a:gdLst>
                <a:gd name="connsiteX0" fmla="*/ 44977 w 144468"/>
                <a:gd name="connsiteY0" fmla="*/ 100371 h 201460"/>
                <a:gd name="connsiteX1" fmla="*/ 78525 w 144468"/>
                <a:gd name="connsiteY1" fmla="*/ 81789 h 201460"/>
                <a:gd name="connsiteX2" fmla="*/ 101193 w 144468"/>
                <a:gd name="connsiteY2" fmla="*/ 113055 h 201460"/>
                <a:gd name="connsiteX3" fmla="*/ 101193 w 144468"/>
                <a:gd name="connsiteY3" fmla="*/ 171458 h 201460"/>
                <a:gd name="connsiteX4" fmla="*/ 80641 w 144468"/>
                <a:gd name="connsiteY4" fmla="*/ 197119 h 201460"/>
                <a:gd name="connsiteX5" fmla="*/ 80641 w 144468"/>
                <a:gd name="connsiteY5" fmla="*/ 201544 h 201460"/>
                <a:gd name="connsiteX6" fmla="*/ 144715 w 144468"/>
                <a:gd name="connsiteY6" fmla="*/ 201544 h 201460"/>
                <a:gd name="connsiteX7" fmla="*/ 144715 w 144468"/>
                <a:gd name="connsiteY7" fmla="*/ 197119 h 201460"/>
                <a:gd name="connsiteX8" fmla="*/ 126581 w 144468"/>
                <a:gd name="connsiteY8" fmla="*/ 171458 h 201460"/>
                <a:gd name="connsiteX9" fmla="*/ 126581 w 144468"/>
                <a:gd name="connsiteY9" fmla="*/ 112760 h 201460"/>
                <a:gd name="connsiteX10" fmla="*/ 89406 w 144468"/>
                <a:gd name="connsiteY10" fmla="*/ 65861 h 201460"/>
                <a:gd name="connsiteX11" fmla="*/ 44977 w 144468"/>
                <a:gd name="connsiteY11" fmla="*/ 90638 h 201460"/>
                <a:gd name="connsiteX12" fmla="*/ 44977 w 144468"/>
                <a:gd name="connsiteY12" fmla="*/ 969 h 201460"/>
                <a:gd name="connsiteX13" fmla="*/ 43466 w 144468"/>
                <a:gd name="connsiteY13" fmla="*/ 84 h 201460"/>
                <a:gd name="connsiteX14" fmla="*/ 8709 w 144468"/>
                <a:gd name="connsiteY14" fmla="*/ 10702 h 201460"/>
                <a:gd name="connsiteX15" fmla="*/ 549 w 144468"/>
                <a:gd name="connsiteY15" fmla="*/ 13062 h 201460"/>
                <a:gd name="connsiteX16" fmla="*/ 549 w 144468"/>
                <a:gd name="connsiteY16" fmla="*/ 17782 h 201460"/>
                <a:gd name="connsiteX17" fmla="*/ 4176 w 144468"/>
                <a:gd name="connsiteY17" fmla="*/ 17487 h 201460"/>
                <a:gd name="connsiteX18" fmla="*/ 19590 w 144468"/>
                <a:gd name="connsiteY18" fmla="*/ 32530 h 201460"/>
                <a:gd name="connsiteX19" fmla="*/ 19590 w 144468"/>
                <a:gd name="connsiteY19" fmla="*/ 171458 h 201460"/>
                <a:gd name="connsiteX20" fmla="*/ 247 w 144468"/>
                <a:gd name="connsiteY20" fmla="*/ 197119 h 201460"/>
                <a:gd name="connsiteX21" fmla="*/ 247 w 144468"/>
                <a:gd name="connsiteY21" fmla="*/ 201544 h 201460"/>
                <a:gd name="connsiteX22" fmla="*/ 65529 w 144468"/>
                <a:gd name="connsiteY22" fmla="*/ 201544 h 201460"/>
                <a:gd name="connsiteX23" fmla="*/ 65529 w 144468"/>
                <a:gd name="connsiteY23" fmla="*/ 197119 h 201460"/>
                <a:gd name="connsiteX24" fmla="*/ 44977 w 144468"/>
                <a:gd name="connsiteY24" fmla="*/ 171458 h 201460"/>
                <a:gd name="connsiteX25" fmla="*/ 44977 w 144468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68" h="201460">
                  <a:moveTo>
                    <a:pt x="44977" y="100371"/>
                  </a:moveTo>
                  <a:cubicBezTo>
                    <a:pt x="57671" y="86803"/>
                    <a:pt x="66738" y="81789"/>
                    <a:pt x="78525" y="81789"/>
                  </a:cubicBezTo>
                  <a:cubicBezTo>
                    <a:pt x="93637" y="81789"/>
                    <a:pt x="101193" y="92407"/>
                    <a:pt x="101193" y="113055"/>
                  </a:cubicBezTo>
                  <a:lnTo>
                    <a:pt x="101193" y="171458"/>
                  </a:lnTo>
                  <a:cubicBezTo>
                    <a:pt x="101193" y="191515"/>
                    <a:pt x="98171" y="195350"/>
                    <a:pt x="80641" y="197119"/>
                  </a:cubicBezTo>
                  <a:lnTo>
                    <a:pt x="80641" y="201544"/>
                  </a:lnTo>
                  <a:lnTo>
                    <a:pt x="144715" y="201544"/>
                  </a:lnTo>
                  <a:lnTo>
                    <a:pt x="144715" y="197119"/>
                  </a:lnTo>
                  <a:cubicBezTo>
                    <a:pt x="128394" y="194170"/>
                    <a:pt x="126581" y="191810"/>
                    <a:pt x="126581" y="171458"/>
                  </a:cubicBezTo>
                  <a:lnTo>
                    <a:pt x="126581" y="112760"/>
                  </a:lnTo>
                  <a:cubicBezTo>
                    <a:pt x="126581" y="81789"/>
                    <a:pt x="113887" y="65861"/>
                    <a:pt x="89406" y="65861"/>
                  </a:cubicBezTo>
                  <a:cubicBezTo>
                    <a:pt x="71574" y="65861"/>
                    <a:pt x="58880" y="72940"/>
                    <a:pt x="44977" y="90638"/>
                  </a:cubicBezTo>
                  <a:lnTo>
                    <a:pt x="44977" y="969"/>
                  </a:lnTo>
                  <a:lnTo>
                    <a:pt x="43466" y="84"/>
                  </a:lnTo>
                  <a:cubicBezTo>
                    <a:pt x="33190" y="3623"/>
                    <a:pt x="25634" y="5983"/>
                    <a:pt x="8709" y="10702"/>
                  </a:cubicBezTo>
                  <a:lnTo>
                    <a:pt x="549" y="13062"/>
                  </a:lnTo>
                  <a:lnTo>
                    <a:pt x="549" y="17782"/>
                  </a:lnTo>
                  <a:cubicBezTo>
                    <a:pt x="1758" y="17487"/>
                    <a:pt x="2664" y="17487"/>
                    <a:pt x="4176" y="17487"/>
                  </a:cubicBezTo>
                  <a:cubicBezTo>
                    <a:pt x="17172" y="17487"/>
                    <a:pt x="19590" y="19846"/>
                    <a:pt x="19590" y="32530"/>
                  </a:cubicBezTo>
                  <a:lnTo>
                    <a:pt x="19590" y="171458"/>
                  </a:lnTo>
                  <a:cubicBezTo>
                    <a:pt x="19590" y="192105"/>
                    <a:pt x="17776" y="194760"/>
                    <a:pt x="247" y="197119"/>
                  </a:cubicBezTo>
                  <a:lnTo>
                    <a:pt x="247" y="201544"/>
                  </a:lnTo>
                  <a:lnTo>
                    <a:pt x="65529" y="201544"/>
                  </a:lnTo>
                  <a:lnTo>
                    <a:pt x="65529" y="197119"/>
                  </a:lnTo>
                  <a:cubicBezTo>
                    <a:pt x="48000" y="195350"/>
                    <a:pt x="44977" y="191810"/>
                    <a:pt x="44977" y="171458"/>
                  </a:cubicBezTo>
                  <a:lnTo>
                    <a:pt x="44977" y="100371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6AE5D61B-1A8B-2B31-0F14-E5C1D7A4E92C}"/>
                </a:ext>
              </a:extLst>
            </p:cNvPr>
            <p:cNvSpPr/>
            <p:nvPr>
              <p:custDataLst>
                <p:tags r:id="rId336"/>
              </p:custDataLst>
            </p:nvPr>
          </p:nvSpPr>
          <p:spPr>
            <a:xfrm>
              <a:off x="9560396" y="2663307"/>
              <a:ext cx="80394" cy="173733"/>
            </a:xfrm>
            <a:custGeom>
              <a:avLst/>
              <a:gdLst>
                <a:gd name="connsiteX0" fmla="*/ 73395 w 80394"/>
                <a:gd name="connsiteY0" fmla="*/ 38134 h 173733"/>
                <a:gd name="connsiteX1" fmla="*/ 42869 w 80394"/>
                <a:gd name="connsiteY1" fmla="*/ 38134 h 173733"/>
                <a:gd name="connsiteX2" fmla="*/ 42869 w 80394"/>
                <a:gd name="connsiteY2" fmla="*/ 3919 h 173733"/>
                <a:gd name="connsiteX3" fmla="*/ 40753 w 80394"/>
                <a:gd name="connsiteY3" fmla="*/ 84 h 173733"/>
                <a:gd name="connsiteX4" fmla="*/ 34709 w 80394"/>
                <a:gd name="connsiteY4" fmla="*/ 8343 h 173733"/>
                <a:gd name="connsiteX5" fmla="*/ 5392 w 80394"/>
                <a:gd name="connsiteY5" fmla="*/ 39904 h 173733"/>
                <a:gd name="connsiteX6" fmla="*/ 254 w 80394"/>
                <a:gd name="connsiteY6" fmla="*/ 45508 h 173733"/>
                <a:gd name="connsiteX7" fmla="*/ 1463 w 80394"/>
                <a:gd name="connsiteY7" fmla="*/ 47573 h 173733"/>
                <a:gd name="connsiteX8" fmla="*/ 17481 w 80394"/>
                <a:gd name="connsiteY8" fmla="*/ 47573 h 173733"/>
                <a:gd name="connsiteX9" fmla="*/ 17481 w 80394"/>
                <a:gd name="connsiteY9" fmla="*/ 136357 h 173733"/>
                <a:gd name="connsiteX10" fmla="*/ 44380 w 80394"/>
                <a:gd name="connsiteY10" fmla="*/ 173817 h 173733"/>
                <a:gd name="connsiteX11" fmla="*/ 80648 w 80394"/>
                <a:gd name="connsiteY11" fmla="*/ 151400 h 173733"/>
                <a:gd name="connsiteX12" fmla="*/ 76719 w 80394"/>
                <a:gd name="connsiteY12" fmla="*/ 148156 h 173733"/>
                <a:gd name="connsiteX13" fmla="*/ 58585 w 80394"/>
                <a:gd name="connsiteY13" fmla="*/ 158479 h 173733"/>
                <a:gd name="connsiteX14" fmla="*/ 42869 w 80394"/>
                <a:gd name="connsiteY14" fmla="*/ 131933 h 173733"/>
                <a:gd name="connsiteX15" fmla="*/ 42869 w 80394"/>
                <a:gd name="connsiteY15" fmla="*/ 47573 h 173733"/>
                <a:gd name="connsiteX16" fmla="*/ 73395 w 80394"/>
                <a:gd name="connsiteY16" fmla="*/ 47573 h 173733"/>
                <a:gd name="connsiteX17" fmla="*/ 73395 w 80394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94" h="173733">
                  <a:moveTo>
                    <a:pt x="73395" y="38134"/>
                  </a:moveTo>
                  <a:lnTo>
                    <a:pt x="42869" y="38134"/>
                  </a:lnTo>
                  <a:lnTo>
                    <a:pt x="42869" y="3919"/>
                  </a:lnTo>
                  <a:cubicBezTo>
                    <a:pt x="42869" y="969"/>
                    <a:pt x="42567" y="84"/>
                    <a:pt x="40753" y="84"/>
                  </a:cubicBezTo>
                  <a:cubicBezTo>
                    <a:pt x="38638" y="2739"/>
                    <a:pt x="36824" y="5393"/>
                    <a:pt x="34709" y="8343"/>
                  </a:cubicBezTo>
                  <a:cubicBezTo>
                    <a:pt x="23224" y="24566"/>
                    <a:pt x="10228" y="38724"/>
                    <a:pt x="5392" y="39904"/>
                  </a:cubicBezTo>
                  <a:cubicBezTo>
                    <a:pt x="2067" y="41969"/>
                    <a:pt x="254" y="44034"/>
                    <a:pt x="254" y="45508"/>
                  </a:cubicBezTo>
                  <a:cubicBezTo>
                    <a:pt x="254" y="46393"/>
                    <a:pt x="556" y="46983"/>
                    <a:pt x="1463" y="47573"/>
                  </a:cubicBezTo>
                  <a:lnTo>
                    <a:pt x="17481" y="47573"/>
                  </a:lnTo>
                  <a:lnTo>
                    <a:pt x="17481" y="136357"/>
                  </a:lnTo>
                  <a:cubicBezTo>
                    <a:pt x="17481" y="161134"/>
                    <a:pt x="26548" y="173817"/>
                    <a:pt x="44380" y="173817"/>
                  </a:cubicBezTo>
                  <a:cubicBezTo>
                    <a:pt x="59190" y="173817"/>
                    <a:pt x="70674" y="166738"/>
                    <a:pt x="80648" y="151400"/>
                  </a:cubicBezTo>
                  <a:lnTo>
                    <a:pt x="76719" y="148156"/>
                  </a:lnTo>
                  <a:cubicBezTo>
                    <a:pt x="70372" y="155530"/>
                    <a:pt x="65234" y="158479"/>
                    <a:pt x="58585" y="158479"/>
                  </a:cubicBezTo>
                  <a:cubicBezTo>
                    <a:pt x="47402" y="158479"/>
                    <a:pt x="42869" y="150515"/>
                    <a:pt x="42869" y="131933"/>
                  </a:cubicBezTo>
                  <a:lnTo>
                    <a:pt x="42869" y="47573"/>
                  </a:lnTo>
                  <a:lnTo>
                    <a:pt x="73395" y="47573"/>
                  </a:lnTo>
                  <a:lnTo>
                    <a:pt x="73395" y="3813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2CABE9F2-E802-AA74-98DA-D483BD3C4BE0}"/>
                </a:ext>
              </a:extLst>
            </p:cNvPr>
            <p:cNvSpPr/>
            <p:nvPr>
              <p:custDataLst>
                <p:tags r:id="rId337"/>
              </p:custDataLst>
            </p:nvPr>
          </p:nvSpPr>
          <p:spPr>
            <a:xfrm>
              <a:off x="9643520" y="2632631"/>
              <a:ext cx="144468" cy="201460"/>
            </a:xfrm>
            <a:custGeom>
              <a:avLst/>
              <a:gdLst>
                <a:gd name="connsiteX0" fmla="*/ 44988 w 144468"/>
                <a:gd name="connsiteY0" fmla="*/ 100371 h 201460"/>
                <a:gd name="connsiteX1" fmla="*/ 78536 w 144468"/>
                <a:gd name="connsiteY1" fmla="*/ 81789 h 201460"/>
                <a:gd name="connsiteX2" fmla="*/ 101203 w 144468"/>
                <a:gd name="connsiteY2" fmla="*/ 113055 h 201460"/>
                <a:gd name="connsiteX3" fmla="*/ 101203 w 144468"/>
                <a:gd name="connsiteY3" fmla="*/ 171458 h 201460"/>
                <a:gd name="connsiteX4" fmla="*/ 80651 w 144468"/>
                <a:gd name="connsiteY4" fmla="*/ 197119 h 201460"/>
                <a:gd name="connsiteX5" fmla="*/ 80651 w 144468"/>
                <a:gd name="connsiteY5" fmla="*/ 201544 h 201460"/>
                <a:gd name="connsiteX6" fmla="*/ 144725 w 144468"/>
                <a:gd name="connsiteY6" fmla="*/ 201544 h 201460"/>
                <a:gd name="connsiteX7" fmla="*/ 144725 w 144468"/>
                <a:gd name="connsiteY7" fmla="*/ 197119 h 201460"/>
                <a:gd name="connsiteX8" fmla="*/ 126591 w 144468"/>
                <a:gd name="connsiteY8" fmla="*/ 171458 h 201460"/>
                <a:gd name="connsiteX9" fmla="*/ 126591 w 144468"/>
                <a:gd name="connsiteY9" fmla="*/ 112760 h 201460"/>
                <a:gd name="connsiteX10" fmla="*/ 89416 w 144468"/>
                <a:gd name="connsiteY10" fmla="*/ 65861 h 201460"/>
                <a:gd name="connsiteX11" fmla="*/ 44988 w 144468"/>
                <a:gd name="connsiteY11" fmla="*/ 90638 h 201460"/>
                <a:gd name="connsiteX12" fmla="*/ 44988 w 144468"/>
                <a:gd name="connsiteY12" fmla="*/ 969 h 201460"/>
                <a:gd name="connsiteX13" fmla="*/ 43476 w 144468"/>
                <a:gd name="connsiteY13" fmla="*/ 84 h 201460"/>
                <a:gd name="connsiteX14" fmla="*/ 8719 w 144468"/>
                <a:gd name="connsiteY14" fmla="*/ 10702 h 201460"/>
                <a:gd name="connsiteX15" fmla="*/ 559 w 144468"/>
                <a:gd name="connsiteY15" fmla="*/ 13062 h 201460"/>
                <a:gd name="connsiteX16" fmla="*/ 559 w 144468"/>
                <a:gd name="connsiteY16" fmla="*/ 17782 h 201460"/>
                <a:gd name="connsiteX17" fmla="*/ 4186 w 144468"/>
                <a:gd name="connsiteY17" fmla="*/ 17487 h 201460"/>
                <a:gd name="connsiteX18" fmla="*/ 19600 w 144468"/>
                <a:gd name="connsiteY18" fmla="*/ 32530 h 201460"/>
                <a:gd name="connsiteX19" fmla="*/ 19600 w 144468"/>
                <a:gd name="connsiteY19" fmla="*/ 171458 h 201460"/>
                <a:gd name="connsiteX20" fmla="*/ 257 w 144468"/>
                <a:gd name="connsiteY20" fmla="*/ 197119 h 201460"/>
                <a:gd name="connsiteX21" fmla="*/ 257 w 144468"/>
                <a:gd name="connsiteY21" fmla="*/ 201544 h 201460"/>
                <a:gd name="connsiteX22" fmla="*/ 65539 w 144468"/>
                <a:gd name="connsiteY22" fmla="*/ 201544 h 201460"/>
                <a:gd name="connsiteX23" fmla="*/ 65539 w 144468"/>
                <a:gd name="connsiteY23" fmla="*/ 197119 h 201460"/>
                <a:gd name="connsiteX24" fmla="*/ 44988 w 144468"/>
                <a:gd name="connsiteY24" fmla="*/ 171458 h 201460"/>
                <a:gd name="connsiteX25" fmla="*/ 44988 w 144468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68" h="201460">
                  <a:moveTo>
                    <a:pt x="44988" y="100371"/>
                  </a:moveTo>
                  <a:cubicBezTo>
                    <a:pt x="57681" y="86803"/>
                    <a:pt x="66748" y="81789"/>
                    <a:pt x="78536" y="81789"/>
                  </a:cubicBezTo>
                  <a:cubicBezTo>
                    <a:pt x="93647" y="81789"/>
                    <a:pt x="101203" y="92407"/>
                    <a:pt x="101203" y="113055"/>
                  </a:cubicBezTo>
                  <a:lnTo>
                    <a:pt x="101203" y="171458"/>
                  </a:lnTo>
                  <a:cubicBezTo>
                    <a:pt x="101203" y="191515"/>
                    <a:pt x="98181" y="195350"/>
                    <a:pt x="80651" y="197119"/>
                  </a:cubicBezTo>
                  <a:lnTo>
                    <a:pt x="80651" y="201544"/>
                  </a:lnTo>
                  <a:lnTo>
                    <a:pt x="144725" y="201544"/>
                  </a:lnTo>
                  <a:lnTo>
                    <a:pt x="144725" y="197119"/>
                  </a:lnTo>
                  <a:cubicBezTo>
                    <a:pt x="128404" y="194170"/>
                    <a:pt x="126591" y="191810"/>
                    <a:pt x="126591" y="171458"/>
                  </a:cubicBezTo>
                  <a:lnTo>
                    <a:pt x="126591" y="112760"/>
                  </a:lnTo>
                  <a:cubicBezTo>
                    <a:pt x="126591" y="81789"/>
                    <a:pt x="113897" y="65861"/>
                    <a:pt x="89416" y="65861"/>
                  </a:cubicBezTo>
                  <a:cubicBezTo>
                    <a:pt x="71584" y="65861"/>
                    <a:pt x="58890" y="72940"/>
                    <a:pt x="44988" y="90638"/>
                  </a:cubicBezTo>
                  <a:lnTo>
                    <a:pt x="44988" y="969"/>
                  </a:lnTo>
                  <a:lnTo>
                    <a:pt x="43476" y="84"/>
                  </a:lnTo>
                  <a:cubicBezTo>
                    <a:pt x="33200" y="3623"/>
                    <a:pt x="25645" y="5983"/>
                    <a:pt x="8719" y="10702"/>
                  </a:cubicBezTo>
                  <a:lnTo>
                    <a:pt x="559" y="13062"/>
                  </a:lnTo>
                  <a:lnTo>
                    <a:pt x="559" y="17782"/>
                  </a:lnTo>
                  <a:cubicBezTo>
                    <a:pt x="1768" y="17487"/>
                    <a:pt x="2675" y="17487"/>
                    <a:pt x="4186" y="17487"/>
                  </a:cubicBezTo>
                  <a:cubicBezTo>
                    <a:pt x="17182" y="17487"/>
                    <a:pt x="19600" y="19846"/>
                    <a:pt x="19600" y="32530"/>
                  </a:cubicBezTo>
                  <a:lnTo>
                    <a:pt x="19600" y="171458"/>
                  </a:lnTo>
                  <a:cubicBezTo>
                    <a:pt x="19600" y="192105"/>
                    <a:pt x="17786" y="194760"/>
                    <a:pt x="257" y="197119"/>
                  </a:cubicBezTo>
                  <a:lnTo>
                    <a:pt x="257" y="201544"/>
                  </a:lnTo>
                  <a:lnTo>
                    <a:pt x="65539" y="201544"/>
                  </a:lnTo>
                  <a:lnTo>
                    <a:pt x="65539" y="197119"/>
                  </a:lnTo>
                  <a:cubicBezTo>
                    <a:pt x="48010" y="195350"/>
                    <a:pt x="44988" y="191810"/>
                    <a:pt x="44988" y="171458"/>
                  </a:cubicBezTo>
                  <a:lnTo>
                    <a:pt x="44988" y="100371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B91D1FCA-C98E-3328-D26B-458A364686F6}"/>
                </a:ext>
              </a:extLst>
            </p:cNvPr>
            <p:cNvSpPr/>
            <p:nvPr>
              <p:custDataLst>
                <p:tags r:id="rId338"/>
              </p:custDataLst>
            </p:nvPr>
          </p:nvSpPr>
          <p:spPr>
            <a:xfrm>
              <a:off x="9803667" y="2698408"/>
              <a:ext cx="122405" cy="138632"/>
            </a:xfrm>
            <a:custGeom>
              <a:avLst/>
              <a:gdLst>
                <a:gd name="connsiteX0" fmla="*/ 122667 w 122405"/>
                <a:gd name="connsiteY0" fmla="*/ 116300 h 138632"/>
                <a:gd name="connsiteX1" fmla="*/ 109368 w 122405"/>
                <a:gd name="connsiteY1" fmla="*/ 121904 h 138632"/>
                <a:gd name="connsiteX2" fmla="*/ 100301 w 122405"/>
                <a:gd name="connsiteY2" fmla="*/ 104796 h 138632"/>
                <a:gd name="connsiteX3" fmla="*/ 100301 w 122405"/>
                <a:gd name="connsiteY3" fmla="*/ 47278 h 138632"/>
                <a:gd name="connsiteX4" fmla="*/ 94257 w 122405"/>
                <a:gd name="connsiteY4" fmla="*/ 16307 h 138632"/>
                <a:gd name="connsiteX5" fmla="*/ 56780 w 122405"/>
                <a:gd name="connsiteY5" fmla="*/ 84 h 138632"/>
                <a:gd name="connsiteX6" fmla="*/ 6004 w 122405"/>
                <a:gd name="connsiteY6" fmla="*/ 33120 h 138632"/>
                <a:gd name="connsiteX7" fmla="*/ 19000 w 122405"/>
                <a:gd name="connsiteY7" fmla="*/ 45803 h 138632"/>
                <a:gd name="connsiteX8" fmla="*/ 32601 w 122405"/>
                <a:gd name="connsiteY8" fmla="*/ 33415 h 138632"/>
                <a:gd name="connsiteX9" fmla="*/ 31996 w 122405"/>
                <a:gd name="connsiteY9" fmla="*/ 28696 h 138632"/>
                <a:gd name="connsiteX10" fmla="*/ 31090 w 122405"/>
                <a:gd name="connsiteY10" fmla="*/ 21616 h 138632"/>
                <a:gd name="connsiteX11" fmla="*/ 52851 w 122405"/>
                <a:gd name="connsiteY11" fmla="*/ 7163 h 138632"/>
                <a:gd name="connsiteX12" fmla="*/ 75820 w 122405"/>
                <a:gd name="connsiteY12" fmla="*/ 31645 h 138632"/>
                <a:gd name="connsiteX13" fmla="*/ 75820 w 122405"/>
                <a:gd name="connsiteY13" fmla="*/ 49638 h 138632"/>
                <a:gd name="connsiteX14" fmla="*/ 11142 w 122405"/>
                <a:gd name="connsiteY14" fmla="*/ 81494 h 138632"/>
                <a:gd name="connsiteX15" fmla="*/ 262 w 122405"/>
                <a:gd name="connsiteY15" fmla="*/ 107156 h 138632"/>
                <a:gd name="connsiteX16" fmla="*/ 31996 w 122405"/>
                <a:gd name="connsiteY16" fmla="*/ 138717 h 138632"/>
                <a:gd name="connsiteX17" fmla="*/ 76123 w 122405"/>
                <a:gd name="connsiteY17" fmla="*/ 117185 h 138632"/>
                <a:gd name="connsiteX18" fmla="*/ 95466 w 122405"/>
                <a:gd name="connsiteY18" fmla="*/ 138717 h 138632"/>
                <a:gd name="connsiteX19" fmla="*/ 122667 w 122405"/>
                <a:gd name="connsiteY19" fmla="*/ 123969 h 138632"/>
                <a:gd name="connsiteX20" fmla="*/ 122667 w 122405"/>
                <a:gd name="connsiteY20" fmla="*/ 116300 h 138632"/>
                <a:gd name="connsiteX21" fmla="*/ 75820 w 122405"/>
                <a:gd name="connsiteY21" fmla="*/ 99487 h 138632"/>
                <a:gd name="connsiteX22" fmla="*/ 67962 w 122405"/>
                <a:gd name="connsiteY22" fmla="*/ 114825 h 138632"/>
                <a:gd name="connsiteX23" fmla="*/ 45899 w 122405"/>
                <a:gd name="connsiteY23" fmla="*/ 121609 h 138632"/>
                <a:gd name="connsiteX24" fmla="*/ 26858 w 122405"/>
                <a:gd name="connsiteY24" fmla="*/ 98897 h 138632"/>
                <a:gd name="connsiteX25" fmla="*/ 26858 w 122405"/>
                <a:gd name="connsiteY25" fmla="*/ 97717 h 138632"/>
                <a:gd name="connsiteX26" fmla="*/ 75820 w 122405"/>
                <a:gd name="connsiteY26" fmla="*/ 56717 h 138632"/>
                <a:gd name="connsiteX27" fmla="*/ 75820 w 122405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05" h="138632">
                  <a:moveTo>
                    <a:pt x="122667" y="116300"/>
                  </a:moveTo>
                  <a:cubicBezTo>
                    <a:pt x="117529" y="120429"/>
                    <a:pt x="113902" y="121904"/>
                    <a:pt x="109368" y="121904"/>
                  </a:cubicBezTo>
                  <a:cubicBezTo>
                    <a:pt x="102417" y="121904"/>
                    <a:pt x="100301" y="117775"/>
                    <a:pt x="100301" y="104796"/>
                  </a:cubicBezTo>
                  <a:lnTo>
                    <a:pt x="100301" y="47278"/>
                  </a:lnTo>
                  <a:cubicBezTo>
                    <a:pt x="100301" y="31940"/>
                    <a:pt x="98790" y="23386"/>
                    <a:pt x="94257" y="16307"/>
                  </a:cubicBezTo>
                  <a:cubicBezTo>
                    <a:pt x="87608" y="5688"/>
                    <a:pt x="74611" y="84"/>
                    <a:pt x="56780" y="84"/>
                  </a:cubicBezTo>
                  <a:cubicBezTo>
                    <a:pt x="28370" y="84"/>
                    <a:pt x="6004" y="14537"/>
                    <a:pt x="6004" y="33120"/>
                  </a:cubicBezTo>
                  <a:cubicBezTo>
                    <a:pt x="6004" y="39904"/>
                    <a:pt x="12049" y="45803"/>
                    <a:pt x="19000" y="45803"/>
                  </a:cubicBezTo>
                  <a:cubicBezTo>
                    <a:pt x="26254" y="45803"/>
                    <a:pt x="32601" y="39904"/>
                    <a:pt x="32601" y="33415"/>
                  </a:cubicBezTo>
                  <a:cubicBezTo>
                    <a:pt x="32601" y="32235"/>
                    <a:pt x="32299" y="30760"/>
                    <a:pt x="31996" y="28696"/>
                  </a:cubicBezTo>
                  <a:cubicBezTo>
                    <a:pt x="31392" y="26041"/>
                    <a:pt x="31090" y="23681"/>
                    <a:pt x="31090" y="21616"/>
                  </a:cubicBezTo>
                  <a:cubicBezTo>
                    <a:pt x="31090" y="13652"/>
                    <a:pt x="40761" y="7163"/>
                    <a:pt x="52851" y="7163"/>
                  </a:cubicBezTo>
                  <a:cubicBezTo>
                    <a:pt x="67660" y="7163"/>
                    <a:pt x="75820" y="15717"/>
                    <a:pt x="75820" y="31645"/>
                  </a:cubicBezTo>
                  <a:lnTo>
                    <a:pt x="75820" y="49638"/>
                  </a:lnTo>
                  <a:cubicBezTo>
                    <a:pt x="29276" y="67926"/>
                    <a:pt x="24138" y="70285"/>
                    <a:pt x="11142" y="81494"/>
                  </a:cubicBezTo>
                  <a:cubicBezTo>
                    <a:pt x="4493" y="87393"/>
                    <a:pt x="262" y="97422"/>
                    <a:pt x="262" y="107156"/>
                  </a:cubicBezTo>
                  <a:cubicBezTo>
                    <a:pt x="262" y="125739"/>
                    <a:pt x="13560" y="138717"/>
                    <a:pt x="31996" y="138717"/>
                  </a:cubicBezTo>
                  <a:cubicBezTo>
                    <a:pt x="45295" y="138717"/>
                    <a:pt x="57686" y="132523"/>
                    <a:pt x="76123" y="117185"/>
                  </a:cubicBezTo>
                  <a:cubicBezTo>
                    <a:pt x="77634" y="132523"/>
                    <a:pt x="83074" y="138717"/>
                    <a:pt x="95466" y="138717"/>
                  </a:cubicBezTo>
                  <a:cubicBezTo>
                    <a:pt x="105742" y="138717"/>
                    <a:pt x="112089" y="135177"/>
                    <a:pt x="122667" y="123969"/>
                  </a:cubicBezTo>
                  <a:lnTo>
                    <a:pt x="122667" y="116300"/>
                  </a:lnTo>
                  <a:close/>
                  <a:moveTo>
                    <a:pt x="75820" y="99487"/>
                  </a:moveTo>
                  <a:cubicBezTo>
                    <a:pt x="75820" y="108631"/>
                    <a:pt x="74309" y="111285"/>
                    <a:pt x="67962" y="114825"/>
                  </a:cubicBezTo>
                  <a:cubicBezTo>
                    <a:pt x="60709" y="118954"/>
                    <a:pt x="52246" y="121609"/>
                    <a:pt x="45899" y="121609"/>
                  </a:cubicBezTo>
                  <a:cubicBezTo>
                    <a:pt x="35321" y="121609"/>
                    <a:pt x="26858" y="111580"/>
                    <a:pt x="26858" y="98897"/>
                  </a:cubicBezTo>
                  <a:lnTo>
                    <a:pt x="26858" y="97717"/>
                  </a:lnTo>
                  <a:cubicBezTo>
                    <a:pt x="26858" y="80314"/>
                    <a:pt x="39250" y="69695"/>
                    <a:pt x="75820" y="56717"/>
                  </a:cubicBezTo>
                  <a:lnTo>
                    <a:pt x="75820" y="99487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ED3DA57-BC35-7A58-6439-C13909E6EF85}"/>
                </a:ext>
              </a:extLst>
            </p:cNvPr>
            <p:cNvSpPr/>
            <p:nvPr>
              <p:custDataLst>
                <p:tags r:id="rId339"/>
              </p:custDataLst>
            </p:nvPr>
          </p:nvSpPr>
          <p:spPr>
            <a:xfrm>
              <a:off x="9931107" y="2663307"/>
              <a:ext cx="80394" cy="173733"/>
            </a:xfrm>
            <a:custGeom>
              <a:avLst/>
              <a:gdLst>
                <a:gd name="connsiteX0" fmla="*/ 73407 w 80394"/>
                <a:gd name="connsiteY0" fmla="*/ 38134 h 173733"/>
                <a:gd name="connsiteX1" fmla="*/ 42881 w 80394"/>
                <a:gd name="connsiteY1" fmla="*/ 38134 h 173733"/>
                <a:gd name="connsiteX2" fmla="*/ 42881 w 80394"/>
                <a:gd name="connsiteY2" fmla="*/ 3919 h 173733"/>
                <a:gd name="connsiteX3" fmla="*/ 40765 w 80394"/>
                <a:gd name="connsiteY3" fmla="*/ 84 h 173733"/>
                <a:gd name="connsiteX4" fmla="*/ 34721 w 80394"/>
                <a:gd name="connsiteY4" fmla="*/ 8343 h 173733"/>
                <a:gd name="connsiteX5" fmla="*/ 5404 w 80394"/>
                <a:gd name="connsiteY5" fmla="*/ 39904 h 173733"/>
                <a:gd name="connsiteX6" fmla="*/ 266 w 80394"/>
                <a:gd name="connsiteY6" fmla="*/ 45508 h 173733"/>
                <a:gd name="connsiteX7" fmla="*/ 1475 w 80394"/>
                <a:gd name="connsiteY7" fmla="*/ 47573 h 173733"/>
                <a:gd name="connsiteX8" fmla="*/ 17493 w 80394"/>
                <a:gd name="connsiteY8" fmla="*/ 47573 h 173733"/>
                <a:gd name="connsiteX9" fmla="*/ 17493 w 80394"/>
                <a:gd name="connsiteY9" fmla="*/ 136357 h 173733"/>
                <a:gd name="connsiteX10" fmla="*/ 44392 w 80394"/>
                <a:gd name="connsiteY10" fmla="*/ 173817 h 173733"/>
                <a:gd name="connsiteX11" fmla="*/ 80660 w 80394"/>
                <a:gd name="connsiteY11" fmla="*/ 151400 h 173733"/>
                <a:gd name="connsiteX12" fmla="*/ 76731 w 80394"/>
                <a:gd name="connsiteY12" fmla="*/ 148156 h 173733"/>
                <a:gd name="connsiteX13" fmla="*/ 58597 w 80394"/>
                <a:gd name="connsiteY13" fmla="*/ 158479 h 173733"/>
                <a:gd name="connsiteX14" fmla="*/ 42881 w 80394"/>
                <a:gd name="connsiteY14" fmla="*/ 131933 h 173733"/>
                <a:gd name="connsiteX15" fmla="*/ 42881 w 80394"/>
                <a:gd name="connsiteY15" fmla="*/ 47573 h 173733"/>
                <a:gd name="connsiteX16" fmla="*/ 73407 w 80394"/>
                <a:gd name="connsiteY16" fmla="*/ 47573 h 173733"/>
                <a:gd name="connsiteX17" fmla="*/ 73407 w 80394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394" h="173733">
                  <a:moveTo>
                    <a:pt x="73407" y="38134"/>
                  </a:moveTo>
                  <a:lnTo>
                    <a:pt x="42881" y="38134"/>
                  </a:lnTo>
                  <a:lnTo>
                    <a:pt x="42881" y="3919"/>
                  </a:lnTo>
                  <a:cubicBezTo>
                    <a:pt x="42881" y="969"/>
                    <a:pt x="42579" y="84"/>
                    <a:pt x="40765" y="84"/>
                  </a:cubicBezTo>
                  <a:cubicBezTo>
                    <a:pt x="38650" y="2739"/>
                    <a:pt x="36836" y="5393"/>
                    <a:pt x="34721" y="8343"/>
                  </a:cubicBezTo>
                  <a:cubicBezTo>
                    <a:pt x="23236" y="24566"/>
                    <a:pt x="10240" y="38724"/>
                    <a:pt x="5404" y="39904"/>
                  </a:cubicBezTo>
                  <a:cubicBezTo>
                    <a:pt x="2079" y="41969"/>
                    <a:pt x="266" y="44034"/>
                    <a:pt x="266" y="45508"/>
                  </a:cubicBezTo>
                  <a:cubicBezTo>
                    <a:pt x="266" y="46393"/>
                    <a:pt x="568" y="46983"/>
                    <a:pt x="1475" y="47573"/>
                  </a:cubicBezTo>
                  <a:lnTo>
                    <a:pt x="17493" y="47573"/>
                  </a:lnTo>
                  <a:lnTo>
                    <a:pt x="17493" y="136357"/>
                  </a:lnTo>
                  <a:cubicBezTo>
                    <a:pt x="17493" y="161134"/>
                    <a:pt x="26560" y="173817"/>
                    <a:pt x="44392" y="173817"/>
                  </a:cubicBezTo>
                  <a:cubicBezTo>
                    <a:pt x="59202" y="173817"/>
                    <a:pt x="70687" y="166738"/>
                    <a:pt x="80660" y="151400"/>
                  </a:cubicBezTo>
                  <a:lnTo>
                    <a:pt x="76731" y="148156"/>
                  </a:lnTo>
                  <a:cubicBezTo>
                    <a:pt x="70384" y="155530"/>
                    <a:pt x="65246" y="158479"/>
                    <a:pt x="58597" y="158479"/>
                  </a:cubicBezTo>
                  <a:cubicBezTo>
                    <a:pt x="47415" y="158479"/>
                    <a:pt x="42881" y="150515"/>
                    <a:pt x="42881" y="131933"/>
                  </a:cubicBezTo>
                  <a:lnTo>
                    <a:pt x="42881" y="47573"/>
                  </a:lnTo>
                  <a:lnTo>
                    <a:pt x="73407" y="47573"/>
                  </a:lnTo>
                  <a:lnTo>
                    <a:pt x="73407" y="3813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7BF43A5E-C343-DAE0-7ED5-296F150B50E6}"/>
                </a:ext>
              </a:extLst>
            </p:cNvPr>
            <p:cNvSpPr/>
            <p:nvPr>
              <p:custDataLst>
                <p:tags r:id="rId340"/>
              </p:custDataLst>
            </p:nvPr>
          </p:nvSpPr>
          <p:spPr>
            <a:xfrm>
              <a:off x="10035993" y="2698703"/>
              <a:ext cx="33548" cy="138632"/>
            </a:xfrm>
            <a:custGeom>
              <a:avLst/>
              <a:gdLst>
                <a:gd name="connsiteX0" fmla="*/ 16892 w 33548"/>
                <a:gd name="connsiteY0" fmla="*/ 84 h 138632"/>
                <a:gd name="connsiteX1" fmla="*/ 269 w 33548"/>
                <a:gd name="connsiteY1" fmla="*/ 16897 h 138632"/>
                <a:gd name="connsiteX2" fmla="*/ 16589 w 33548"/>
                <a:gd name="connsiteY2" fmla="*/ 32825 h 138632"/>
                <a:gd name="connsiteX3" fmla="*/ 33817 w 33548"/>
                <a:gd name="connsiteY3" fmla="*/ 16897 h 138632"/>
                <a:gd name="connsiteX4" fmla="*/ 16892 w 33548"/>
                <a:gd name="connsiteY4" fmla="*/ 84 h 138632"/>
                <a:gd name="connsiteX5" fmla="*/ 16892 w 33548"/>
                <a:gd name="connsiteY5" fmla="*/ 105976 h 138632"/>
                <a:gd name="connsiteX6" fmla="*/ 269 w 33548"/>
                <a:gd name="connsiteY6" fmla="*/ 122789 h 138632"/>
                <a:gd name="connsiteX7" fmla="*/ 16589 w 33548"/>
                <a:gd name="connsiteY7" fmla="*/ 138717 h 138632"/>
                <a:gd name="connsiteX8" fmla="*/ 33817 w 33548"/>
                <a:gd name="connsiteY8" fmla="*/ 122789 h 138632"/>
                <a:gd name="connsiteX9" fmla="*/ 16892 w 33548"/>
                <a:gd name="connsiteY9" fmla="*/ 105976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548" h="138632">
                  <a:moveTo>
                    <a:pt x="16892" y="84"/>
                  </a:moveTo>
                  <a:cubicBezTo>
                    <a:pt x="7825" y="84"/>
                    <a:pt x="269" y="7753"/>
                    <a:pt x="269" y="16897"/>
                  </a:cubicBezTo>
                  <a:cubicBezTo>
                    <a:pt x="269" y="25451"/>
                    <a:pt x="7825" y="32825"/>
                    <a:pt x="16589" y="32825"/>
                  </a:cubicBezTo>
                  <a:cubicBezTo>
                    <a:pt x="25959" y="32825"/>
                    <a:pt x="33817" y="25451"/>
                    <a:pt x="33817" y="16897"/>
                  </a:cubicBezTo>
                  <a:cubicBezTo>
                    <a:pt x="33817" y="7753"/>
                    <a:pt x="25959" y="84"/>
                    <a:pt x="16892" y="84"/>
                  </a:cubicBezTo>
                  <a:close/>
                  <a:moveTo>
                    <a:pt x="16892" y="105976"/>
                  </a:moveTo>
                  <a:cubicBezTo>
                    <a:pt x="7825" y="105976"/>
                    <a:pt x="269" y="113645"/>
                    <a:pt x="269" y="122789"/>
                  </a:cubicBezTo>
                  <a:cubicBezTo>
                    <a:pt x="269" y="131343"/>
                    <a:pt x="7825" y="138717"/>
                    <a:pt x="16589" y="138717"/>
                  </a:cubicBezTo>
                  <a:cubicBezTo>
                    <a:pt x="25959" y="138717"/>
                    <a:pt x="33817" y="131343"/>
                    <a:pt x="33817" y="122789"/>
                  </a:cubicBezTo>
                  <a:cubicBezTo>
                    <a:pt x="33817" y="113645"/>
                    <a:pt x="25959" y="105976"/>
                    <a:pt x="16892" y="105976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64B0D71A-F644-8AF5-C9B9-3C23B62EFE64}"/>
                </a:ext>
              </a:extLst>
            </p:cNvPr>
            <p:cNvSpPr/>
            <p:nvPr>
              <p:custDataLst>
                <p:tags r:id="rId341"/>
              </p:custDataLst>
            </p:nvPr>
          </p:nvSpPr>
          <p:spPr>
            <a:xfrm>
              <a:off x="10198916" y="2612869"/>
              <a:ext cx="41406" cy="294963"/>
            </a:xfrm>
            <a:custGeom>
              <a:avLst/>
              <a:gdLst>
                <a:gd name="connsiteX0" fmla="*/ 41680 w 41406"/>
                <a:gd name="connsiteY0" fmla="*/ 295048 h 294963"/>
                <a:gd name="connsiteX1" fmla="*/ 41680 w 41406"/>
                <a:gd name="connsiteY1" fmla="*/ 283249 h 294963"/>
                <a:gd name="connsiteX2" fmla="*/ 12363 w 41406"/>
                <a:gd name="connsiteY2" fmla="*/ 283249 h 294963"/>
                <a:gd name="connsiteX3" fmla="*/ 12363 w 41406"/>
                <a:gd name="connsiteY3" fmla="*/ 11883 h 294963"/>
                <a:gd name="connsiteX4" fmla="*/ 41680 w 41406"/>
                <a:gd name="connsiteY4" fmla="*/ 11883 h 294963"/>
                <a:gd name="connsiteX5" fmla="*/ 41680 w 41406"/>
                <a:gd name="connsiteY5" fmla="*/ 84 h 294963"/>
                <a:gd name="connsiteX6" fmla="*/ 274 w 41406"/>
                <a:gd name="connsiteY6" fmla="*/ 84 h 294963"/>
                <a:gd name="connsiteX7" fmla="*/ 274 w 41406"/>
                <a:gd name="connsiteY7" fmla="*/ 295048 h 294963"/>
                <a:gd name="connsiteX8" fmla="*/ 41680 w 4140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6" h="294963">
                  <a:moveTo>
                    <a:pt x="41680" y="295048"/>
                  </a:moveTo>
                  <a:lnTo>
                    <a:pt x="41680" y="283249"/>
                  </a:lnTo>
                  <a:lnTo>
                    <a:pt x="12363" y="283249"/>
                  </a:lnTo>
                  <a:lnTo>
                    <a:pt x="12363" y="11883"/>
                  </a:lnTo>
                  <a:lnTo>
                    <a:pt x="41680" y="11883"/>
                  </a:lnTo>
                  <a:lnTo>
                    <a:pt x="41680" y="84"/>
                  </a:lnTo>
                  <a:lnTo>
                    <a:pt x="274" y="84"/>
                  </a:lnTo>
                  <a:lnTo>
                    <a:pt x="274" y="295048"/>
                  </a:lnTo>
                  <a:lnTo>
                    <a:pt x="41680" y="295048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ADCE5A7-8BCD-84DE-AE64-9CFE45CBA444}"/>
                </a:ext>
              </a:extLst>
            </p:cNvPr>
            <p:cNvSpPr/>
            <p:nvPr>
              <p:custDataLst>
                <p:tags r:id="rId342"/>
              </p:custDataLst>
            </p:nvPr>
          </p:nvSpPr>
          <p:spPr>
            <a:xfrm>
              <a:off x="10239122" y="2704012"/>
              <a:ext cx="143259" cy="133323"/>
            </a:xfrm>
            <a:custGeom>
              <a:avLst/>
              <a:gdLst>
                <a:gd name="connsiteX0" fmla="*/ 129935 w 143259"/>
                <a:gd name="connsiteY0" fmla="*/ 97423 h 133323"/>
                <a:gd name="connsiteX1" fmla="*/ 123286 w 143259"/>
                <a:gd name="connsiteY1" fmla="*/ 105387 h 133323"/>
                <a:gd name="connsiteX2" fmla="*/ 109383 w 143259"/>
                <a:gd name="connsiteY2" fmla="*/ 117185 h 133323"/>
                <a:gd name="connsiteX3" fmla="*/ 100014 w 143259"/>
                <a:gd name="connsiteY3" fmla="*/ 105092 h 133323"/>
                <a:gd name="connsiteX4" fmla="*/ 98805 w 143259"/>
                <a:gd name="connsiteY4" fmla="*/ 100077 h 133323"/>
                <a:gd name="connsiteX5" fmla="*/ 87924 w 143259"/>
                <a:gd name="connsiteY5" fmla="*/ 52293 h 133323"/>
                <a:gd name="connsiteX6" fmla="*/ 117543 w 143259"/>
                <a:gd name="connsiteY6" fmla="*/ 16603 h 133323"/>
                <a:gd name="connsiteX7" fmla="*/ 124797 w 143259"/>
                <a:gd name="connsiteY7" fmla="*/ 18962 h 133323"/>
                <a:gd name="connsiteX8" fmla="*/ 132957 w 143259"/>
                <a:gd name="connsiteY8" fmla="*/ 21617 h 133323"/>
                <a:gd name="connsiteX9" fmla="*/ 143535 w 143259"/>
                <a:gd name="connsiteY9" fmla="*/ 10998 h 133323"/>
                <a:gd name="connsiteX10" fmla="*/ 131144 w 143259"/>
                <a:gd name="connsiteY10" fmla="*/ 85 h 133323"/>
                <a:gd name="connsiteX11" fmla="*/ 85506 w 143259"/>
                <a:gd name="connsiteY11" fmla="*/ 42264 h 133323"/>
                <a:gd name="connsiteX12" fmla="*/ 82182 w 143259"/>
                <a:gd name="connsiteY12" fmla="*/ 26041 h 133323"/>
                <a:gd name="connsiteX13" fmla="*/ 66465 w 143259"/>
                <a:gd name="connsiteY13" fmla="*/ 85 h 133323"/>
                <a:gd name="connsiteX14" fmla="*/ 31104 w 143259"/>
                <a:gd name="connsiteY14" fmla="*/ 8639 h 133323"/>
                <a:gd name="connsiteX15" fmla="*/ 27779 w 143259"/>
                <a:gd name="connsiteY15" fmla="*/ 9818 h 133323"/>
                <a:gd name="connsiteX16" fmla="*/ 28988 w 143259"/>
                <a:gd name="connsiteY16" fmla="*/ 14243 h 133323"/>
                <a:gd name="connsiteX17" fmla="*/ 45913 w 143259"/>
                <a:gd name="connsiteY17" fmla="*/ 10998 h 133323"/>
                <a:gd name="connsiteX18" fmla="*/ 59514 w 143259"/>
                <a:gd name="connsiteY18" fmla="*/ 31351 h 133323"/>
                <a:gd name="connsiteX19" fmla="*/ 68279 w 143259"/>
                <a:gd name="connsiteY19" fmla="*/ 67631 h 133323"/>
                <a:gd name="connsiteX20" fmla="*/ 43496 w 143259"/>
                <a:gd name="connsiteY20" fmla="*/ 102142 h 133323"/>
                <a:gd name="connsiteX21" fmla="*/ 28082 w 143259"/>
                <a:gd name="connsiteY21" fmla="*/ 116300 h 133323"/>
                <a:gd name="connsiteX22" fmla="*/ 20224 w 143259"/>
                <a:gd name="connsiteY22" fmla="*/ 113646 h 133323"/>
                <a:gd name="connsiteX23" fmla="*/ 10552 w 143259"/>
                <a:gd name="connsiteY23" fmla="*/ 110696 h 133323"/>
                <a:gd name="connsiteX24" fmla="*/ 276 w 143259"/>
                <a:gd name="connsiteY24" fmla="*/ 121020 h 133323"/>
                <a:gd name="connsiteX25" fmla="*/ 15388 w 143259"/>
                <a:gd name="connsiteY25" fmla="*/ 133408 h 133323"/>
                <a:gd name="connsiteX26" fmla="*/ 43496 w 143259"/>
                <a:gd name="connsiteY26" fmla="*/ 112761 h 133323"/>
                <a:gd name="connsiteX27" fmla="*/ 70697 w 143259"/>
                <a:gd name="connsiteY27" fmla="*/ 78250 h 133323"/>
                <a:gd name="connsiteX28" fmla="*/ 79764 w 143259"/>
                <a:gd name="connsiteY28" fmla="*/ 113646 h 133323"/>
                <a:gd name="connsiteX29" fmla="*/ 97293 w 143259"/>
                <a:gd name="connsiteY29" fmla="*/ 133408 h 133323"/>
                <a:gd name="connsiteX30" fmla="*/ 134166 w 143259"/>
                <a:gd name="connsiteY30" fmla="*/ 99782 h 133323"/>
                <a:gd name="connsiteX31" fmla="*/ 129935 w 143259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59" h="133323">
                  <a:moveTo>
                    <a:pt x="129935" y="97423"/>
                  </a:moveTo>
                  <a:cubicBezTo>
                    <a:pt x="127517" y="100077"/>
                    <a:pt x="126006" y="101847"/>
                    <a:pt x="123286" y="105387"/>
                  </a:cubicBezTo>
                  <a:cubicBezTo>
                    <a:pt x="116334" y="114236"/>
                    <a:pt x="112707" y="117185"/>
                    <a:pt x="109383" y="117185"/>
                  </a:cubicBezTo>
                  <a:cubicBezTo>
                    <a:pt x="104849" y="117185"/>
                    <a:pt x="102129" y="113351"/>
                    <a:pt x="100014" y="105092"/>
                  </a:cubicBezTo>
                  <a:cubicBezTo>
                    <a:pt x="99409" y="102732"/>
                    <a:pt x="99107" y="100962"/>
                    <a:pt x="98805" y="100077"/>
                  </a:cubicBezTo>
                  <a:cubicBezTo>
                    <a:pt x="91249" y="70286"/>
                    <a:pt x="87924" y="56718"/>
                    <a:pt x="87924" y="52293"/>
                  </a:cubicBezTo>
                  <a:cubicBezTo>
                    <a:pt x="101222" y="29581"/>
                    <a:pt x="112103" y="16603"/>
                    <a:pt x="117543" y="16603"/>
                  </a:cubicBezTo>
                  <a:cubicBezTo>
                    <a:pt x="119357" y="16603"/>
                    <a:pt x="121774" y="17488"/>
                    <a:pt x="124797" y="18962"/>
                  </a:cubicBezTo>
                  <a:cubicBezTo>
                    <a:pt x="128424" y="21027"/>
                    <a:pt x="130539" y="21617"/>
                    <a:pt x="132957" y="21617"/>
                  </a:cubicBezTo>
                  <a:cubicBezTo>
                    <a:pt x="139304" y="21617"/>
                    <a:pt x="143535" y="17193"/>
                    <a:pt x="143535" y="10998"/>
                  </a:cubicBezTo>
                  <a:cubicBezTo>
                    <a:pt x="143535" y="4804"/>
                    <a:pt x="138397" y="85"/>
                    <a:pt x="131144" y="85"/>
                  </a:cubicBezTo>
                  <a:cubicBezTo>
                    <a:pt x="117845" y="85"/>
                    <a:pt x="106360" y="10703"/>
                    <a:pt x="85506" y="42264"/>
                  </a:cubicBezTo>
                  <a:lnTo>
                    <a:pt x="82182" y="26041"/>
                  </a:lnTo>
                  <a:cubicBezTo>
                    <a:pt x="77950" y="5984"/>
                    <a:pt x="74626" y="85"/>
                    <a:pt x="66465" y="85"/>
                  </a:cubicBezTo>
                  <a:cubicBezTo>
                    <a:pt x="59816" y="85"/>
                    <a:pt x="49540" y="2739"/>
                    <a:pt x="31104" y="8639"/>
                  </a:cubicBezTo>
                  <a:lnTo>
                    <a:pt x="27779" y="9818"/>
                  </a:lnTo>
                  <a:lnTo>
                    <a:pt x="28988" y="14243"/>
                  </a:lnTo>
                  <a:cubicBezTo>
                    <a:pt x="40473" y="11588"/>
                    <a:pt x="43193" y="10998"/>
                    <a:pt x="45913" y="10998"/>
                  </a:cubicBezTo>
                  <a:cubicBezTo>
                    <a:pt x="53469" y="10998"/>
                    <a:pt x="55283" y="13653"/>
                    <a:pt x="59514" y="31351"/>
                  </a:cubicBezTo>
                  <a:lnTo>
                    <a:pt x="68279" y="67631"/>
                  </a:lnTo>
                  <a:lnTo>
                    <a:pt x="43496" y="102142"/>
                  </a:lnTo>
                  <a:cubicBezTo>
                    <a:pt x="37451" y="110991"/>
                    <a:pt x="31406" y="116300"/>
                    <a:pt x="28082" y="116300"/>
                  </a:cubicBezTo>
                  <a:cubicBezTo>
                    <a:pt x="26268" y="116300"/>
                    <a:pt x="23246" y="115415"/>
                    <a:pt x="20224" y="113646"/>
                  </a:cubicBezTo>
                  <a:cubicBezTo>
                    <a:pt x="16294" y="111581"/>
                    <a:pt x="12970" y="110696"/>
                    <a:pt x="10552" y="110696"/>
                  </a:cubicBezTo>
                  <a:cubicBezTo>
                    <a:pt x="4810" y="110696"/>
                    <a:pt x="276" y="115121"/>
                    <a:pt x="276" y="121020"/>
                  </a:cubicBezTo>
                  <a:cubicBezTo>
                    <a:pt x="276" y="128689"/>
                    <a:pt x="6321" y="133408"/>
                    <a:pt x="15388" y="133408"/>
                  </a:cubicBezTo>
                  <a:cubicBezTo>
                    <a:pt x="24757" y="133408"/>
                    <a:pt x="28384" y="130754"/>
                    <a:pt x="43496" y="112761"/>
                  </a:cubicBezTo>
                  <a:cubicBezTo>
                    <a:pt x="51656" y="103322"/>
                    <a:pt x="58003" y="95358"/>
                    <a:pt x="70697" y="78250"/>
                  </a:cubicBezTo>
                  <a:lnTo>
                    <a:pt x="79764" y="113646"/>
                  </a:lnTo>
                  <a:cubicBezTo>
                    <a:pt x="83693" y="128689"/>
                    <a:pt x="87622" y="133408"/>
                    <a:pt x="97293" y="133408"/>
                  </a:cubicBezTo>
                  <a:cubicBezTo>
                    <a:pt x="108778" y="133408"/>
                    <a:pt x="116636" y="126329"/>
                    <a:pt x="134166" y="99782"/>
                  </a:cubicBezTo>
                  <a:lnTo>
                    <a:pt x="129935" y="9742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07E82C06-220B-E196-E2E0-E74169746BB5}"/>
                </a:ext>
              </a:extLst>
            </p:cNvPr>
            <p:cNvSpPr/>
            <p:nvPr>
              <p:custDataLst>
                <p:tags r:id="rId343"/>
              </p:custDataLst>
            </p:nvPr>
          </p:nvSpPr>
          <p:spPr>
            <a:xfrm>
              <a:off x="10387344" y="2731263"/>
              <a:ext cx="101091" cy="150608"/>
            </a:xfrm>
            <a:custGeom>
              <a:avLst/>
              <a:gdLst>
                <a:gd name="connsiteX0" fmla="*/ 51721 w 101091"/>
                <a:gd name="connsiteY0" fmla="*/ 86 h 150608"/>
                <a:gd name="connsiteX1" fmla="*/ 21751 w 101091"/>
                <a:gd name="connsiteY1" fmla="*/ 11436 h 150608"/>
                <a:gd name="connsiteX2" fmla="*/ 280 w 101091"/>
                <a:gd name="connsiteY2" fmla="*/ 74299 h 150608"/>
                <a:gd name="connsiteX3" fmla="*/ 18173 w 101091"/>
                <a:gd name="connsiteY3" fmla="*/ 135852 h 150608"/>
                <a:gd name="connsiteX4" fmla="*/ 50826 w 101091"/>
                <a:gd name="connsiteY4" fmla="*/ 150694 h 150608"/>
                <a:gd name="connsiteX5" fmla="*/ 79901 w 101091"/>
                <a:gd name="connsiteY5" fmla="*/ 139344 h 150608"/>
                <a:gd name="connsiteX6" fmla="*/ 101372 w 101091"/>
                <a:gd name="connsiteY6" fmla="*/ 75609 h 150608"/>
                <a:gd name="connsiteX7" fmla="*/ 51721 w 101091"/>
                <a:gd name="connsiteY7" fmla="*/ 86 h 150608"/>
                <a:gd name="connsiteX8" fmla="*/ 51050 w 101091"/>
                <a:gd name="connsiteY8" fmla="*/ 5761 h 150608"/>
                <a:gd name="connsiteX9" fmla="*/ 79901 w 101091"/>
                <a:gd name="connsiteY9" fmla="*/ 76045 h 150608"/>
                <a:gd name="connsiteX10" fmla="*/ 50826 w 101091"/>
                <a:gd name="connsiteY10" fmla="*/ 145019 h 150608"/>
                <a:gd name="connsiteX11" fmla="*/ 21751 w 101091"/>
                <a:gd name="connsiteY11" fmla="*/ 76263 h 150608"/>
                <a:gd name="connsiteX12" fmla="*/ 51050 w 101091"/>
                <a:gd name="connsiteY12" fmla="*/ 5761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091" h="150608">
                  <a:moveTo>
                    <a:pt x="51721" y="86"/>
                  </a:moveTo>
                  <a:cubicBezTo>
                    <a:pt x="39420" y="86"/>
                    <a:pt x="30026" y="3797"/>
                    <a:pt x="21751" y="11436"/>
                  </a:cubicBezTo>
                  <a:cubicBezTo>
                    <a:pt x="8779" y="23660"/>
                    <a:pt x="280" y="48761"/>
                    <a:pt x="280" y="74299"/>
                  </a:cubicBezTo>
                  <a:cubicBezTo>
                    <a:pt x="280" y="98091"/>
                    <a:pt x="7661" y="123629"/>
                    <a:pt x="18173" y="135852"/>
                  </a:cubicBezTo>
                  <a:cubicBezTo>
                    <a:pt x="26448" y="145456"/>
                    <a:pt x="37854" y="150694"/>
                    <a:pt x="50826" y="150694"/>
                  </a:cubicBezTo>
                  <a:cubicBezTo>
                    <a:pt x="62233" y="150694"/>
                    <a:pt x="71850" y="146984"/>
                    <a:pt x="79901" y="139344"/>
                  </a:cubicBezTo>
                  <a:cubicBezTo>
                    <a:pt x="92873" y="127339"/>
                    <a:pt x="101372" y="102020"/>
                    <a:pt x="101372" y="75609"/>
                  </a:cubicBezTo>
                  <a:cubicBezTo>
                    <a:pt x="101372" y="30863"/>
                    <a:pt x="81019" y="86"/>
                    <a:pt x="51721" y="86"/>
                  </a:cubicBezTo>
                  <a:close/>
                  <a:moveTo>
                    <a:pt x="51050" y="5761"/>
                  </a:moveTo>
                  <a:cubicBezTo>
                    <a:pt x="69837" y="5761"/>
                    <a:pt x="79901" y="30426"/>
                    <a:pt x="79901" y="76045"/>
                  </a:cubicBezTo>
                  <a:cubicBezTo>
                    <a:pt x="79901" y="121664"/>
                    <a:pt x="70060" y="145019"/>
                    <a:pt x="50826" y="145019"/>
                  </a:cubicBezTo>
                  <a:cubicBezTo>
                    <a:pt x="31592" y="145019"/>
                    <a:pt x="21751" y="121664"/>
                    <a:pt x="21751" y="76263"/>
                  </a:cubicBezTo>
                  <a:cubicBezTo>
                    <a:pt x="21751" y="29990"/>
                    <a:pt x="31816" y="5761"/>
                    <a:pt x="51050" y="5761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7DD50642-C345-839C-41B6-849B38FA37EE}"/>
                </a:ext>
              </a:extLst>
            </p:cNvPr>
            <p:cNvSpPr/>
            <p:nvPr>
              <p:custDataLst>
                <p:tags r:id="rId344"/>
              </p:custDataLst>
            </p:nvPr>
          </p:nvSpPr>
          <p:spPr>
            <a:xfrm>
              <a:off x="10535383" y="2802825"/>
              <a:ext cx="35361" cy="88194"/>
            </a:xfrm>
            <a:custGeom>
              <a:avLst/>
              <a:gdLst>
                <a:gd name="connsiteX0" fmla="*/ 35646 w 35361"/>
                <a:gd name="connsiteY0" fmla="*/ 31056 h 88194"/>
                <a:gd name="connsiteX1" fmla="*/ 16303 w 35361"/>
                <a:gd name="connsiteY1" fmla="*/ 85 h 88194"/>
                <a:gd name="connsiteX2" fmla="*/ 285 w 35361"/>
                <a:gd name="connsiteY2" fmla="*/ 15718 h 88194"/>
                <a:gd name="connsiteX3" fmla="*/ 16303 w 35361"/>
                <a:gd name="connsiteY3" fmla="*/ 31351 h 88194"/>
                <a:gd name="connsiteX4" fmla="*/ 26881 w 35361"/>
                <a:gd name="connsiteY4" fmla="*/ 27516 h 88194"/>
                <a:gd name="connsiteX5" fmla="*/ 28392 w 35361"/>
                <a:gd name="connsiteY5" fmla="*/ 26631 h 88194"/>
                <a:gd name="connsiteX6" fmla="*/ 28997 w 35361"/>
                <a:gd name="connsiteY6" fmla="*/ 31056 h 88194"/>
                <a:gd name="connsiteX7" fmla="*/ 8445 w 35361"/>
                <a:gd name="connsiteY7" fmla="*/ 80315 h 88194"/>
                <a:gd name="connsiteX8" fmla="*/ 5120 w 35361"/>
                <a:gd name="connsiteY8" fmla="*/ 85034 h 88194"/>
                <a:gd name="connsiteX9" fmla="*/ 8143 w 35361"/>
                <a:gd name="connsiteY9" fmla="*/ 88279 h 88194"/>
                <a:gd name="connsiteX10" fmla="*/ 35646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646" y="31056"/>
                  </a:moveTo>
                  <a:cubicBezTo>
                    <a:pt x="35646" y="11588"/>
                    <a:pt x="28090" y="85"/>
                    <a:pt x="16303" y="85"/>
                  </a:cubicBezTo>
                  <a:cubicBezTo>
                    <a:pt x="6329" y="85"/>
                    <a:pt x="285" y="7459"/>
                    <a:pt x="285" y="15718"/>
                  </a:cubicBezTo>
                  <a:cubicBezTo>
                    <a:pt x="285" y="23682"/>
                    <a:pt x="6329" y="31351"/>
                    <a:pt x="16303" y="31351"/>
                  </a:cubicBezTo>
                  <a:cubicBezTo>
                    <a:pt x="19930" y="31351"/>
                    <a:pt x="23859" y="30171"/>
                    <a:pt x="26881" y="27516"/>
                  </a:cubicBezTo>
                  <a:cubicBezTo>
                    <a:pt x="27788" y="26926"/>
                    <a:pt x="28090" y="26631"/>
                    <a:pt x="28392" y="26631"/>
                  </a:cubicBezTo>
                  <a:cubicBezTo>
                    <a:pt x="28695" y="26631"/>
                    <a:pt x="28997" y="26926"/>
                    <a:pt x="28997" y="31056"/>
                  </a:cubicBezTo>
                  <a:cubicBezTo>
                    <a:pt x="28997" y="52883"/>
                    <a:pt x="18419" y="70581"/>
                    <a:pt x="8445" y="80315"/>
                  </a:cubicBezTo>
                  <a:cubicBezTo>
                    <a:pt x="5120" y="83559"/>
                    <a:pt x="5120" y="84149"/>
                    <a:pt x="5120" y="85034"/>
                  </a:cubicBezTo>
                  <a:cubicBezTo>
                    <a:pt x="5120" y="87099"/>
                    <a:pt x="6632" y="88279"/>
                    <a:pt x="8143" y="88279"/>
                  </a:cubicBezTo>
                  <a:cubicBezTo>
                    <a:pt x="11467" y="88279"/>
                    <a:pt x="35646" y="65567"/>
                    <a:pt x="35646" y="31056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547EE47D-9AC8-6044-6069-B32288DB6AB3}"/>
                </a:ext>
              </a:extLst>
            </p:cNvPr>
            <p:cNvSpPr/>
            <p:nvPr>
              <p:custDataLst>
                <p:tags r:id="rId345"/>
              </p:custDataLst>
            </p:nvPr>
          </p:nvSpPr>
          <p:spPr>
            <a:xfrm>
              <a:off x="10618967" y="2704012"/>
              <a:ext cx="143259" cy="133323"/>
            </a:xfrm>
            <a:custGeom>
              <a:avLst/>
              <a:gdLst>
                <a:gd name="connsiteX0" fmla="*/ 129947 w 143259"/>
                <a:gd name="connsiteY0" fmla="*/ 97423 h 133323"/>
                <a:gd name="connsiteX1" fmla="*/ 123298 w 143259"/>
                <a:gd name="connsiteY1" fmla="*/ 105387 h 133323"/>
                <a:gd name="connsiteX2" fmla="*/ 109395 w 143259"/>
                <a:gd name="connsiteY2" fmla="*/ 117185 h 133323"/>
                <a:gd name="connsiteX3" fmla="*/ 100026 w 143259"/>
                <a:gd name="connsiteY3" fmla="*/ 105092 h 133323"/>
                <a:gd name="connsiteX4" fmla="*/ 98817 w 143259"/>
                <a:gd name="connsiteY4" fmla="*/ 100077 h 133323"/>
                <a:gd name="connsiteX5" fmla="*/ 87937 w 143259"/>
                <a:gd name="connsiteY5" fmla="*/ 52293 h 133323"/>
                <a:gd name="connsiteX6" fmla="*/ 117556 w 143259"/>
                <a:gd name="connsiteY6" fmla="*/ 16603 h 133323"/>
                <a:gd name="connsiteX7" fmla="*/ 124809 w 143259"/>
                <a:gd name="connsiteY7" fmla="*/ 18962 h 133323"/>
                <a:gd name="connsiteX8" fmla="*/ 132970 w 143259"/>
                <a:gd name="connsiteY8" fmla="*/ 21617 h 133323"/>
                <a:gd name="connsiteX9" fmla="*/ 143548 w 143259"/>
                <a:gd name="connsiteY9" fmla="*/ 10998 h 133323"/>
                <a:gd name="connsiteX10" fmla="*/ 131156 w 143259"/>
                <a:gd name="connsiteY10" fmla="*/ 85 h 133323"/>
                <a:gd name="connsiteX11" fmla="*/ 85519 w 143259"/>
                <a:gd name="connsiteY11" fmla="*/ 42264 h 133323"/>
                <a:gd name="connsiteX12" fmla="*/ 82194 w 143259"/>
                <a:gd name="connsiteY12" fmla="*/ 26041 h 133323"/>
                <a:gd name="connsiteX13" fmla="*/ 66478 w 143259"/>
                <a:gd name="connsiteY13" fmla="*/ 85 h 133323"/>
                <a:gd name="connsiteX14" fmla="*/ 31116 w 143259"/>
                <a:gd name="connsiteY14" fmla="*/ 8639 h 133323"/>
                <a:gd name="connsiteX15" fmla="*/ 27792 w 143259"/>
                <a:gd name="connsiteY15" fmla="*/ 9818 h 133323"/>
                <a:gd name="connsiteX16" fmla="*/ 29001 w 143259"/>
                <a:gd name="connsiteY16" fmla="*/ 14243 h 133323"/>
                <a:gd name="connsiteX17" fmla="*/ 45926 w 143259"/>
                <a:gd name="connsiteY17" fmla="*/ 10998 h 133323"/>
                <a:gd name="connsiteX18" fmla="*/ 59527 w 143259"/>
                <a:gd name="connsiteY18" fmla="*/ 31351 h 133323"/>
                <a:gd name="connsiteX19" fmla="*/ 68291 w 143259"/>
                <a:gd name="connsiteY19" fmla="*/ 67631 h 133323"/>
                <a:gd name="connsiteX20" fmla="*/ 43508 w 143259"/>
                <a:gd name="connsiteY20" fmla="*/ 102142 h 133323"/>
                <a:gd name="connsiteX21" fmla="*/ 28094 w 143259"/>
                <a:gd name="connsiteY21" fmla="*/ 116300 h 133323"/>
                <a:gd name="connsiteX22" fmla="*/ 20236 w 143259"/>
                <a:gd name="connsiteY22" fmla="*/ 113646 h 133323"/>
                <a:gd name="connsiteX23" fmla="*/ 10564 w 143259"/>
                <a:gd name="connsiteY23" fmla="*/ 110696 h 133323"/>
                <a:gd name="connsiteX24" fmla="*/ 289 w 143259"/>
                <a:gd name="connsiteY24" fmla="*/ 121020 h 133323"/>
                <a:gd name="connsiteX25" fmla="*/ 15400 w 143259"/>
                <a:gd name="connsiteY25" fmla="*/ 133408 h 133323"/>
                <a:gd name="connsiteX26" fmla="*/ 43508 w 143259"/>
                <a:gd name="connsiteY26" fmla="*/ 112761 h 133323"/>
                <a:gd name="connsiteX27" fmla="*/ 70709 w 143259"/>
                <a:gd name="connsiteY27" fmla="*/ 78250 h 133323"/>
                <a:gd name="connsiteX28" fmla="*/ 79776 w 143259"/>
                <a:gd name="connsiteY28" fmla="*/ 113646 h 133323"/>
                <a:gd name="connsiteX29" fmla="*/ 97306 w 143259"/>
                <a:gd name="connsiteY29" fmla="*/ 133408 h 133323"/>
                <a:gd name="connsiteX30" fmla="*/ 134179 w 143259"/>
                <a:gd name="connsiteY30" fmla="*/ 99782 h 133323"/>
                <a:gd name="connsiteX31" fmla="*/ 129947 w 143259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59" h="133323">
                  <a:moveTo>
                    <a:pt x="129947" y="97423"/>
                  </a:moveTo>
                  <a:cubicBezTo>
                    <a:pt x="127529" y="100077"/>
                    <a:pt x="126018" y="101847"/>
                    <a:pt x="123298" y="105387"/>
                  </a:cubicBezTo>
                  <a:cubicBezTo>
                    <a:pt x="116347" y="114236"/>
                    <a:pt x="112720" y="117185"/>
                    <a:pt x="109395" y="117185"/>
                  </a:cubicBezTo>
                  <a:cubicBezTo>
                    <a:pt x="104862" y="117185"/>
                    <a:pt x="102142" y="113351"/>
                    <a:pt x="100026" y="105092"/>
                  </a:cubicBezTo>
                  <a:cubicBezTo>
                    <a:pt x="99422" y="102732"/>
                    <a:pt x="99119" y="100962"/>
                    <a:pt x="98817" y="100077"/>
                  </a:cubicBezTo>
                  <a:cubicBezTo>
                    <a:pt x="91261" y="70286"/>
                    <a:pt x="87937" y="56718"/>
                    <a:pt x="87937" y="52293"/>
                  </a:cubicBezTo>
                  <a:cubicBezTo>
                    <a:pt x="101235" y="29581"/>
                    <a:pt x="112115" y="16603"/>
                    <a:pt x="117556" y="16603"/>
                  </a:cubicBezTo>
                  <a:cubicBezTo>
                    <a:pt x="119369" y="16603"/>
                    <a:pt x="121787" y="17488"/>
                    <a:pt x="124809" y="18962"/>
                  </a:cubicBezTo>
                  <a:cubicBezTo>
                    <a:pt x="128436" y="21027"/>
                    <a:pt x="130552" y="21617"/>
                    <a:pt x="132970" y="21617"/>
                  </a:cubicBezTo>
                  <a:cubicBezTo>
                    <a:pt x="139317" y="21617"/>
                    <a:pt x="143548" y="17193"/>
                    <a:pt x="143548" y="10998"/>
                  </a:cubicBezTo>
                  <a:cubicBezTo>
                    <a:pt x="143548" y="4804"/>
                    <a:pt x="138410" y="85"/>
                    <a:pt x="131156" y="85"/>
                  </a:cubicBezTo>
                  <a:cubicBezTo>
                    <a:pt x="117858" y="85"/>
                    <a:pt x="106373" y="10703"/>
                    <a:pt x="85519" y="42264"/>
                  </a:cubicBezTo>
                  <a:lnTo>
                    <a:pt x="82194" y="26041"/>
                  </a:lnTo>
                  <a:cubicBezTo>
                    <a:pt x="77963" y="5984"/>
                    <a:pt x="74638" y="85"/>
                    <a:pt x="66478" y="85"/>
                  </a:cubicBezTo>
                  <a:cubicBezTo>
                    <a:pt x="59829" y="85"/>
                    <a:pt x="49553" y="2739"/>
                    <a:pt x="31116" y="8639"/>
                  </a:cubicBezTo>
                  <a:lnTo>
                    <a:pt x="27792" y="9818"/>
                  </a:lnTo>
                  <a:lnTo>
                    <a:pt x="29001" y="14243"/>
                  </a:lnTo>
                  <a:cubicBezTo>
                    <a:pt x="40486" y="11588"/>
                    <a:pt x="43206" y="10998"/>
                    <a:pt x="45926" y="10998"/>
                  </a:cubicBezTo>
                  <a:cubicBezTo>
                    <a:pt x="53482" y="10998"/>
                    <a:pt x="55295" y="13653"/>
                    <a:pt x="59527" y="31351"/>
                  </a:cubicBezTo>
                  <a:lnTo>
                    <a:pt x="68291" y="67631"/>
                  </a:lnTo>
                  <a:lnTo>
                    <a:pt x="43508" y="102142"/>
                  </a:lnTo>
                  <a:cubicBezTo>
                    <a:pt x="37463" y="110991"/>
                    <a:pt x="31419" y="116300"/>
                    <a:pt x="28094" y="116300"/>
                  </a:cubicBezTo>
                  <a:cubicBezTo>
                    <a:pt x="26281" y="116300"/>
                    <a:pt x="23258" y="115415"/>
                    <a:pt x="20236" y="113646"/>
                  </a:cubicBezTo>
                  <a:cubicBezTo>
                    <a:pt x="16307" y="111581"/>
                    <a:pt x="12982" y="110696"/>
                    <a:pt x="10564" y="110696"/>
                  </a:cubicBezTo>
                  <a:cubicBezTo>
                    <a:pt x="4822" y="110696"/>
                    <a:pt x="289" y="115121"/>
                    <a:pt x="289" y="121020"/>
                  </a:cubicBezTo>
                  <a:cubicBezTo>
                    <a:pt x="289" y="128689"/>
                    <a:pt x="6333" y="133408"/>
                    <a:pt x="15400" y="133408"/>
                  </a:cubicBezTo>
                  <a:cubicBezTo>
                    <a:pt x="24770" y="133408"/>
                    <a:pt x="28396" y="130754"/>
                    <a:pt x="43508" y="112761"/>
                  </a:cubicBezTo>
                  <a:cubicBezTo>
                    <a:pt x="51668" y="103322"/>
                    <a:pt x="58015" y="95358"/>
                    <a:pt x="70709" y="78250"/>
                  </a:cubicBezTo>
                  <a:lnTo>
                    <a:pt x="79776" y="113646"/>
                  </a:lnTo>
                  <a:cubicBezTo>
                    <a:pt x="83705" y="128689"/>
                    <a:pt x="87634" y="133408"/>
                    <a:pt x="97306" y="133408"/>
                  </a:cubicBezTo>
                  <a:cubicBezTo>
                    <a:pt x="108791" y="133408"/>
                    <a:pt x="116649" y="126329"/>
                    <a:pt x="134179" y="99782"/>
                  </a:cubicBezTo>
                  <a:lnTo>
                    <a:pt x="129947" y="9742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06AED273-01A9-D02B-9B43-C736368BEEE7}"/>
                </a:ext>
              </a:extLst>
            </p:cNvPr>
            <p:cNvSpPr/>
            <p:nvPr>
              <p:custDataLst>
                <p:tags r:id="rId346"/>
              </p:custDataLst>
            </p:nvPr>
          </p:nvSpPr>
          <p:spPr>
            <a:xfrm>
              <a:off x="10786647" y="2731263"/>
              <a:ext cx="63293" cy="147552"/>
            </a:xfrm>
            <a:custGeom>
              <a:avLst/>
              <a:gdLst>
                <a:gd name="connsiteX0" fmla="*/ 40551 w 63293"/>
                <a:gd name="connsiteY0" fmla="*/ 86 h 147552"/>
                <a:gd name="connsiteX1" fmla="*/ 293 w 63293"/>
                <a:gd name="connsiteY1" fmla="*/ 19949 h 147552"/>
                <a:gd name="connsiteX2" fmla="*/ 293 w 63293"/>
                <a:gd name="connsiteY2" fmla="*/ 23005 h 147552"/>
                <a:gd name="connsiteX3" fmla="*/ 6332 w 63293"/>
                <a:gd name="connsiteY3" fmla="*/ 20604 h 147552"/>
                <a:gd name="connsiteX4" fmla="*/ 16396 w 63293"/>
                <a:gd name="connsiteY4" fmla="*/ 18203 h 147552"/>
                <a:gd name="connsiteX5" fmla="*/ 23106 w 63293"/>
                <a:gd name="connsiteY5" fmla="*/ 28462 h 147552"/>
                <a:gd name="connsiteX6" fmla="*/ 23106 w 63293"/>
                <a:gd name="connsiteY6" fmla="*/ 127339 h 147552"/>
                <a:gd name="connsiteX7" fmla="*/ 17738 w 63293"/>
                <a:gd name="connsiteY7" fmla="*/ 141527 h 147552"/>
                <a:gd name="connsiteX8" fmla="*/ 1859 w 63293"/>
                <a:gd name="connsiteY8" fmla="*/ 144365 h 147552"/>
                <a:gd name="connsiteX9" fmla="*/ 1859 w 63293"/>
                <a:gd name="connsiteY9" fmla="*/ 147639 h 147552"/>
                <a:gd name="connsiteX10" fmla="*/ 63587 w 63293"/>
                <a:gd name="connsiteY10" fmla="*/ 147639 h 147552"/>
                <a:gd name="connsiteX11" fmla="*/ 63587 w 63293"/>
                <a:gd name="connsiteY11" fmla="*/ 144365 h 147552"/>
                <a:gd name="connsiteX12" fmla="*/ 42340 w 63293"/>
                <a:gd name="connsiteY12" fmla="*/ 131486 h 147552"/>
                <a:gd name="connsiteX13" fmla="*/ 42340 w 63293"/>
                <a:gd name="connsiteY13" fmla="*/ 523 h 147552"/>
                <a:gd name="connsiteX14" fmla="*/ 40551 w 63293"/>
                <a:gd name="connsiteY14" fmla="*/ 86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93" h="147552">
                  <a:moveTo>
                    <a:pt x="40551" y="86"/>
                  </a:moveTo>
                  <a:lnTo>
                    <a:pt x="293" y="19949"/>
                  </a:lnTo>
                  <a:lnTo>
                    <a:pt x="293" y="23005"/>
                  </a:lnTo>
                  <a:cubicBezTo>
                    <a:pt x="2977" y="21913"/>
                    <a:pt x="5437" y="21040"/>
                    <a:pt x="6332" y="20604"/>
                  </a:cubicBezTo>
                  <a:cubicBezTo>
                    <a:pt x="10357" y="19076"/>
                    <a:pt x="14159" y="18203"/>
                    <a:pt x="16396" y="18203"/>
                  </a:cubicBezTo>
                  <a:cubicBezTo>
                    <a:pt x="21093" y="18203"/>
                    <a:pt x="23106" y="21477"/>
                    <a:pt x="23106" y="28462"/>
                  </a:cubicBezTo>
                  <a:lnTo>
                    <a:pt x="23106" y="127339"/>
                  </a:lnTo>
                  <a:cubicBezTo>
                    <a:pt x="23106" y="134542"/>
                    <a:pt x="21316" y="139563"/>
                    <a:pt x="17738" y="141527"/>
                  </a:cubicBezTo>
                  <a:cubicBezTo>
                    <a:pt x="14383" y="143492"/>
                    <a:pt x="11252" y="144146"/>
                    <a:pt x="1859" y="144365"/>
                  </a:cubicBezTo>
                  <a:lnTo>
                    <a:pt x="1859" y="147639"/>
                  </a:lnTo>
                  <a:lnTo>
                    <a:pt x="63587" y="147639"/>
                  </a:lnTo>
                  <a:lnTo>
                    <a:pt x="63587" y="144365"/>
                  </a:lnTo>
                  <a:cubicBezTo>
                    <a:pt x="45918" y="144146"/>
                    <a:pt x="42340" y="141964"/>
                    <a:pt x="42340" y="131486"/>
                  </a:cubicBezTo>
                  <a:lnTo>
                    <a:pt x="42340" y="523"/>
                  </a:lnTo>
                  <a:lnTo>
                    <a:pt x="40551" y="86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3D805A84-7F92-6983-BD65-3CA1BAE28434}"/>
                </a:ext>
              </a:extLst>
            </p:cNvPr>
            <p:cNvSpPr/>
            <p:nvPr>
              <p:custDataLst>
                <p:tags r:id="rId347"/>
              </p:custDataLst>
            </p:nvPr>
          </p:nvSpPr>
          <p:spPr>
            <a:xfrm>
              <a:off x="10895885" y="2612869"/>
              <a:ext cx="41406" cy="294963"/>
            </a:xfrm>
            <a:custGeom>
              <a:avLst/>
              <a:gdLst>
                <a:gd name="connsiteX0" fmla="*/ 41704 w 41406"/>
                <a:gd name="connsiteY0" fmla="*/ 84 h 294963"/>
                <a:gd name="connsiteX1" fmla="*/ 297 w 41406"/>
                <a:gd name="connsiteY1" fmla="*/ 84 h 294963"/>
                <a:gd name="connsiteX2" fmla="*/ 297 w 41406"/>
                <a:gd name="connsiteY2" fmla="*/ 11883 h 294963"/>
                <a:gd name="connsiteX3" fmla="*/ 29614 w 41406"/>
                <a:gd name="connsiteY3" fmla="*/ 11883 h 294963"/>
                <a:gd name="connsiteX4" fmla="*/ 29614 w 41406"/>
                <a:gd name="connsiteY4" fmla="*/ 283249 h 294963"/>
                <a:gd name="connsiteX5" fmla="*/ 297 w 41406"/>
                <a:gd name="connsiteY5" fmla="*/ 283249 h 294963"/>
                <a:gd name="connsiteX6" fmla="*/ 297 w 41406"/>
                <a:gd name="connsiteY6" fmla="*/ 295048 h 294963"/>
                <a:gd name="connsiteX7" fmla="*/ 41704 w 41406"/>
                <a:gd name="connsiteY7" fmla="*/ 295048 h 294963"/>
                <a:gd name="connsiteX8" fmla="*/ 41704 w 4140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6" h="294963">
                  <a:moveTo>
                    <a:pt x="41704" y="84"/>
                  </a:moveTo>
                  <a:lnTo>
                    <a:pt x="297" y="84"/>
                  </a:lnTo>
                  <a:lnTo>
                    <a:pt x="297" y="11883"/>
                  </a:lnTo>
                  <a:lnTo>
                    <a:pt x="29614" y="11883"/>
                  </a:lnTo>
                  <a:lnTo>
                    <a:pt x="29614" y="283249"/>
                  </a:lnTo>
                  <a:lnTo>
                    <a:pt x="297" y="283249"/>
                  </a:lnTo>
                  <a:lnTo>
                    <a:pt x="297" y="295048"/>
                  </a:lnTo>
                  <a:lnTo>
                    <a:pt x="41704" y="295048"/>
                  </a:lnTo>
                  <a:lnTo>
                    <a:pt x="41704" y="8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D9339FDE-CECB-D161-9F40-9EEDB3B31CA7}"/>
                </a:ext>
              </a:extLst>
            </p:cNvPr>
            <p:cNvSpPr/>
            <p:nvPr>
              <p:custDataLst>
                <p:tags r:id="rId348"/>
              </p:custDataLst>
            </p:nvPr>
          </p:nvSpPr>
          <p:spPr>
            <a:xfrm>
              <a:off x="10999258" y="2802825"/>
              <a:ext cx="35361" cy="88194"/>
            </a:xfrm>
            <a:custGeom>
              <a:avLst/>
              <a:gdLst>
                <a:gd name="connsiteX0" fmla="*/ 35661 w 35361"/>
                <a:gd name="connsiteY0" fmla="*/ 31056 h 88194"/>
                <a:gd name="connsiteX1" fmla="*/ 16318 w 35361"/>
                <a:gd name="connsiteY1" fmla="*/ 85 h 88194"/>
                <a:gd name="connsiteX2" fmla="*/ 300 w 35361"/>
                <a:gd name="connsiteY2" fmla="*/ 15718 h 88194"/>
                <a:gd name="connsiteX3" fmla="*/ 16318 w 35361"/>
                <a:gd name="connsiteY3" fmla="*/ 31351 h 88194"/>
                <a:gd name="connsiteX4" fmla="*/ 26897 w 35361"/>
                <a:gd name="connsiteY4" fmla="*/ 27516 h 88194"/>
                <a:gd name="connsiteX5" fmla="*/ 28408 w 35361"/>
                <a:gd name="connsiteY5" fmla="*/ 26631 h 88194"/>
                <a:gd name="connsiteX6" fmla="*/ 29012 w 35361"/>
                <a:gd name="connsiteY6" fmla="*/ 31056 h 88194"/>
                <a:gd name="connsiteX7" fmla="*/ 8460 w 35361"/>
                <a:gd name="connsiteY7" fmla="*/ 80315 h 88194"/>
                <a:gd name="connsiteX8" fmla="*/ 5136 w 35361"/>
                <a:gd name="connsiteY8" fmla="*/ 85034 h 88194"/>
                <a:gd name="connsiteX9" fmla="*/ 8158 w 35361"/>
                <a:gd name="connsiteY9" fmla="*/ 88279 h 88194"/>
                <a:gd name="connsiteX10" fmla="*/ 35661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661" y="31056"/>
                  </a:moveTo>
                  <a:cubicBezTo>
                    <a:pt x="35661" y="11588"/>
                    <a:pt x="28105" y="85"/>
                    <a:pt x="16318" y="85"/>
                  </a:cubicBezTo>
                  <a:cubicBezTo>
                    <a:pt x="6345" y="85"/>
                    <a:pt x="300" y="7459"/>
                    <a:pt x="300" y="15718"/>
                  </a:cubicBezTo>
                  <a:cubicBezTo>
                    <a:pt x="300" y="23682"/>
                    <a:pt x="6345" y="31351"/>
                    <a:pt x="16318" y="31351"/>
                  </a:cubicBezTo>
                  <a:cubicBezTo>
                    <a:pt x="19945" y="31351"/>
                    <a:pt x="23874" y="30171"/>
                    <a:pt x="26897" y="27516"/>
                  </a:cubicBezTo>
                  <a:cubicBezTo>
                    <a:pt x="27803" y="26926"/>
                    <a:pt x="28105" y="26631"/>
                    <a:pt x="28408" y="26631"/>
                  </a:cubicBezTo>
                  <a:cubicBezTo>
                    <a:pt x="28710" y="26631"/>
                    <a:pt x="29012" y="26926"/>
                    <a:pt x="29012" y="31056"/>
                  </a:cubicBezTo>
                  <a:cubicBezTo>
                    <a:pt x="29012" y="52883"/>
                    <a:pt x="18434" y="70581"/>
                    <a:pt x="8460" y="80315"/>
                  </a:cubicBezTo>
                  <a:cubicBezTo>
                    <a:pt x="5136" y="83559"/>
                    <a:pt x="5136" y="84149"/>
                    <a:pt x="5136" y="85034"/>
                  </a:cubicBezTo>
                  <a:cubicBezTo>
                    <a:pt x="5136" y="87099"/>
                    <a:pt x="6647" y="88279"/>
                    <a:pt x="8158" y="88279"/>
                  </a:cubicBezTo>
                  <a:cubicBezTo>
                    <a:pt x="11483" y="88279"/>
                    <a:pt x="35661" y="65567"/>
                    <a:pt x="35661" y="31056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18F0CEF8-CD76-23DE-7E3F-D8C57F19730E}"/>
                </a:ext>
              </a:extLst>
            </p:cNvPr>
            <p:cNvSpPr/>
            <p:nvPr>
              <p:custDataLst>
                <p:tags r:id="rId349"/>
              </p:custDataLst>
            </p:nvPr>
          </p:nvSpPr>
          <p:spPr>
            <a:xfrm>
              <a:off x="11160373" y="2612869"/>
              <a:ext cx="41406" cy="294963"/>
            </a:xfrm>
            <a:custGeom>
              <a:avLst/>
              <a:gdLst>
                <a:gd name="connsiteX0" fmla="*/ 41711 w 41406"/>
                <a:gd name="connsiteY0" fmla="*/ 295048 h 294963"/>
                <a:gd name="connsiteX1" fmla="*/ 41711 w 41406"/>
                <a:gd name="connsiteY1" fmla="*/ 283249 h 294963"/>
                <a:gd name="connsiteX2" fmla="*/ 12395 w 41406"/>
                <a:gd name="connsiteY2" fmla="*/ 283249 h 294963"/>
                <a:gd name="connsiteX3" fmla="*/ 12395 w 41406"/>
                <a:gd name="connsiteY3" fmla="*/ 11883 h 294963"/>
                <a:gd name="connsiteX4" fmla="*/ 41711 w 41406"/>
                <a:gd name="connsiteY4" fmla="*/ 11883 h 294963"/>
                <a:gd name="connsiteX5" fmla="*/ 41711 w 41406"/>
                <a:gd name="connsiteY5" fmla="*/ 84 h 294963"/>
                <a:gd name="connsiteX6" fmla="*/ 305 w 41406"/>
                <a:gd name="connsiteY6" fmla="*/ 84 h 294963"/>
                <a:gd name="connsiteX7" fmla="*/ 305 w 41406"/>
                <a:gd name="connsiteY7" fmla="*/ 295048 h 294963"/>
                <a:gd name="connsiteX8" fmla="*/ 41711 w 4140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6" h="294963">
                  <a:moveTo>
                    <a:pt x="41711" y="295048"/>
                  </a:moveTo>
                  <a:lnTo>
                    <a:pt x="41711" y="283249"/>
                  </a:lnTo>
                  <a:lnTo>
                    <a:pt x="12395" y="283249"/>
                  </a:lnTo>
                  <a:lnTo>
                    <a:pt x="12395" y="11883"/>
                  </a:lnTo>
                  <a:lnTo>
                    <a:pt x="41711" y="11883"/>
                  </a:lnTo>
                  <a:lnTo>
                    <a:pt x="41711" y="84"/>
                  </a:lnTo>
                  <a:lnTo>
                    <a:pt x="305" y="84"/>
                  </a:lnTo>
                  <a:lnTo>
                    <a:pt x="305" y="295048"/>
                  </a:lnTo>
                  <a:lnTo>
                    <a:pt x="41711" y="295048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14F1F50B-3435-71AE-BBCD-48D2D282C897}"/>
                </a:ext>
              </a:extLst>
            </p:cNvPr>
            <p:cNvSpPr/>
            <p:nvPr>
              <p:custDataLst>
                <p:tags r:id="rId350"/>
              </p:custDataLst>
            </p:nvPr>
          </p:nvSpPr>
          <p:spPr>
            <a:xfrm>
              <a:off x="11200579" y="2704012"/>
              <a:ext cx="143259" cy="133323"/>
            </a:xfrm>
            <a:custGeom>
              <a:avLst/>
              <a:gdLst>
                <a:gd name="connsiteX0" fmla="*/ 129966 w 143259"/>
                <a:gd name="connsiteY0" fmla="*/ 97423 h 133323"/>
                <a:gd name="connsiteX1" fmla="*/ 123317 w 143259"/>
                <a:gd name="connsiteY1" fmla="*/ 105387 h 133323"/>
                <a:gd name="connsiteX2" fmla="*/ 109414 w 143259"/>
                <a:gd name="connsiteY2" fmla="*/ 117185 h 133323"/>
                <a:gd name="connsiteX3" fmla="*/ 100045 w 143259"/>
                <a:gd name="connsiteY3" fmla="*/ 105092 h 133323"/>
                <a:gd name="connsiteX4" fmla="*/ 98836 w 143259"/>
                <a:gd name="connsiteY4" fmla="*/ 100077 h 133323"/>
                <a:gd name="connsiteX5" fmla="*/ 87956 w 143259"/>
                <a:gd name="connsiteY5" fmla="*/ 52293 h 133323"/>
                <a:gd name="connsiteX6" fmla="*/ 117575 w 143259"/>
                <a:gd name="connsiteY6" fmla="*/ 16603 h 133323"/>
                <a:gd name="connsiteX7" fmla="*/ 124828 w 143259"/>
                <a:gd name="connsiteY7" fmla="*/ 18962 h 133323"/>
                <a:gd name="connsiteX8" fmla="*/ 132989 w 143259"/>
                <a:gd name="connsiteY8" fmla="*/ 21617 h 133323"/>
                <a:gd name="connsiteX9" fmla="*/ 143567 w 143259"/>
                <a:gd name="connsiteY9" fmla="*/ 10998 h 133323"/>
                <a:gd name="connsiteX10" fmla="*/ 131175 w 143259"/>
                <a:gd name="connsiteY10" fmla="*/ 85 h 133323"/>
                <a:gd name="connsiteX11" fmla="*/ 85538 w 143259"/>
                <a:gd name="connsiteY11" fmla="*/ 42264 h 133323"/>
                <a:gd name="connsiteX12" fmla="*/ 82213 w 143259"/>
                <a:gd name="connsiteY12" fmla="*/ 26041 h 133323"/>
                <a:gd name="connsiteX13" fmla="*/ 66497 w 143259"/>
                <a:gd name="connsiteY13" fmla="*/ 85 h 133323"/>
                <a:gd name="connsiteX14" fmla="*/ 31136 w 143259"/>
                <a:gd name="connsiteY14" fmla="*/ 8639 h 133323"/>
                <a:gd name="connsiteX15" fmla="*/ 27811 w 143259"/>
                <a:gd name="connsiteY15" fmla="*/ 9818 h 133323"/>
                <a:gd name="connsiteX16" fmla="*/ 29020 w 143259"/>
                <a:gd name="connsiteY16" fmla="*/ 14243 h 133323"/>
                <a:gd name="connsiteX17" fmla="*/ 45945 w 143259"/>
                <a:gd name="connsiteY17" fmla="*/ 10998 h 133323"/>
                <a:gd name="connsiteX18" fmla="*/ 59546 w 143259"/>
                <a:gd name="connsiteY18" fmla="*/ 31351 h 133323"/>
                <a:gd name="connsiteX19" fmla="*/ 68310 w 143259"/>
                <a:gd name="connsiteY19" fmla="*/ 67631 h 133323"/>
                <a:gd name="connsiteX20" fmla="*/ 43527 w 143259"/>
                <a:gd name="connsiteY20" fmla="*/ 102142 h 133323"/>
                <a:gd name="connsiteX21" fmla="*/ 28113 w 143259"/>
                <a:gd name="connsiteY21" fmla="*/ 116300 h 133323"/>
                <a:gd name="connsiteX22" fmla="*/ 20255 w 143259"/>
                <a:gd name="connsiteY22" fmla="*/ 113646 h 133323"/>
                <a:gd name="connsiteX23" fmla="*/ 10584 w 143259"/>
                <a:gd name="connsiteY23" fmla="*/ 110696 h 133323"/>
                <a:gd name="connsiteX24" fmla="*/ 308 w 143259"/>
                <a:gd name="connsiteY24" fmla="*/ 121020 h 133323"/>
                <a:gd name="connsiteX25" fmla="*/ 15419 w 143259"/>
                <a:gd name="connsiteY25" fmla="*/ 133408 h 133323"/>
                <a:gd name="connsiteX26" fmla="*/ 43527 w 143259"/>
                <a:gd name="connsiteY26" fmla="*/ 112761 h 133323"/>
                <a:gd name="connsiteX27" fmla="*/ 70728 w 143259"/>
                <a:gd name="connsiteY27" fmla="*/ 78250 h 133323"/>
                <a:gd name="connsiteX28" fmla="*/ 79795 w 143259"/>
                <a:gd name="connsiteY28" fmla="*/ 113646 h 133323"/>
                <a:gd name="connsiteX29" fmla="*/ 97325 w 143259"/>
                <a:gd name="connsiteY29" fmla="*/ 133408 h 133323"/>
                <a:gd name="connsiteX30" fmla="*/ 134198 w 143259"/>
                <a:gd name="connsiteY30" fmla="*/ 99782 h 133323"/>
                <a:gd name="connsiteX31" fmla="*/ 129966 w 143259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59" h="133323">
                  <a:moveTo>
                    <a:pt x="129966" y="97423"/>
                  </a:moveTo>
                  <a:cubicBezTo>
                    <a:pt x="127548" y="100077"/>
                    <a:pt x="126037" y="101847"/>
                    <a:pt x="123317" y="105387"/>
                  </a:cubicBezTo>
                  <a:cubicBezTo>
                    <a:pt x="116366" y="114236"/>
                    <a:pt x="112739" y="117185"/>
                    <a:pt x="109414" y="117185"/>
                  </a:cubicBezTo>
                  <a:cubicBezTo>
                    <a:pt x="104881" y="117185"/>
                    <a:pt x="102161" y="113351"/>
                    <a:pt x="100045" y="105092"/>
                  </a:cubicBezTo>
                  <a:cubicBezTo>
                    <a:pt x="99441" y="102732"/>
                    <a:pt x="99138" y="100962"/>
                    <a:pt x="98836" y="100077"/>
                  </a:cubicBezTo>
                  <a:cubicBezTo>
                    <a:pt x="91280" y="70286"/>
                    <a:pt x="87956" y="56718"/>
                    <a:pt x="87956" y="52293"/>
                  </a:cubicBezTo>
                  <a:cubicBezTo>
                    <a:pt x="101254" y="29581"/>
                    <a:pt x="112134" y="16603"/>
                    <a:pt x="117575" y="16603"/>
                  </a:cubicBezTo>
                  <a:cubicBezTo>
                    <a:pt x="119388" y="16603"/>
                    <a:pt x="121806" y="17488"/>
                    <a:pt x="124828" y="18962"/>
                  </a:cubicBezTo>
                  <a:cubicBezTo>
                    <a:pt x="128455" y="21027"/>
                    <a:pt x="130571" y="21617"/>
                    <a:pt x="132989" y="21617"/>
                  </a:cubicBezTo>
                  <a:cubicBezTo>
                    <a:pt x="139336" y="21617"/>
                    <a:pt x="143567" y="17193"/>
                    <a:pt x="143567" y="10998"/>
                  </a:cubicBezTo>
                  <a:cubicBezTo>
                    <a:pt x="143567" y="4804"/>
                    <a:pt x="138429" y="85"/>
                    <a:pt x="131175" y="85"/>
                  </a:cubicBezTo>
                  <a:cubicBezTo>
                    <a:pt x="117877" y="85"/>
                    <a:pt x="106392" y="10703"/>
                    <a:pt x="85538" y="42264"/>
                  </a:cubicBezTo>
                  <a:lnTo>
                    <a:pt x="82213" y="26041"/>
                  </a:lnTo>
                  <a:cubicBezTo>
                    <a:pt x="77982" y="5984"/>
                    <a:pt x="74657" y="85"/>
                    <a:pt x="66497" y="85"/>
                  </a:cubicBezTo>
                  <a:cubicBezTo>
                    <a:pt x="59848" y="85"/>
                    <a:pt x="49572" y="2739"/>
                    <a:pt x="31136" y="8639"/>
                  </a:cubicBezTo>
                  <a:lnTo>
                    <a:pt x="27811" y="9818"/>
                  </a:lnTo>
                  <a:lnTo>
                    <a:pt x="29020" y="14243"/>
                  </a:lnTo>
                  <a:cubicBezTo>
                    <a:pt x="40505" y="11588"/>
                    <a:pt x="43225" y="10998"/>
                    <a:pt x="45945" y="10998"/>
                  </a:cubicBezTo>
                  <a:cubicBezTo>
                    <a:pt x="53501" y="10998"/>
                    <a:pt x="55314" y="13653"/>
                    <a:pt x="59546" y="31351"/>
                  </a:cubicBezTo>
                  <a:lnTo>
                    <a:pt x="68310" y="67631"/>
                  </a:lnTo>
                  <a:lnTo>
                    <a:pt x="43527" y="102142"/>
                  </a:lnTo>
                  <a:cubicBezTo>
                    <a:pt x="37482" y="110991"/>
                    <a:pt x="31438" y="116300"/>
                    <a:pt x="28113" y="116300"/>
                  </a:cubicBezTo>
                  <a:cubicBezTo>
                    <a:pt x="26300" y="116300"/>
                    <a:pt x="23277" y="115415"/>
                    <a:pt x="20255" y="113646"/>
                  </a:cubicBezTo>
                  <a:cubicBezTo>
                    <a:pt x="16326" y="111581"/>
                    <a:pt x="13001" y="110696"/>
                    <a:pt x="10584" y="110696"/>
                  </a:cubicBezTo>
                  <a:cubicBezTo>
                    <a:pt x="4841" y="110696"/>
                    <a:pt x="308" y="115121"/>
                    <a:pt x="308" y="121020"/>
                  </a:cubicBezTo>
                  <a:cubicBezTo>
                    <a:pt x="308" y="128689"/>
                    <a:pt x="6352" y="133408"/>
                    <a:pt x="15419" y="133408"/>
                  </a:cubicBezTo>
                  <a:cubicBezTo>
                    <a:pt x="24789" y="133408"/>
                    <a:pt x="28415" y="130754"/>
                    <a:pt x="43527" y="112761"/>
                  </a:cubicBezTo>
                  <a:cubicBezTo>
                    <a:pt x="51688" y="103322"/>
                    <a:pt x="58034" y="95358"/>
                    <a:pt x="70728" y="78250"/>
                  </a:cubicBezTo>
                  <a:lnTo>
                    <a:pt x="79795" y="113646"/>
                  </a:lnTo>
                  <a:cubicBezTo>
                    <a:pt x="83724" y="128689"/>
                    <a:pt x="87653" y="133408"/>
                    <a:pt x="97325" y="133408"/>
                  </a:cubicBezTo>
                  <a:cubicBezTo>
                    <a:pt x="108810" y="133408"/>
                    <a:pt x="116668" y="126329"/>
                    <a:pt x="134198" y="99782"/>
                  </a:cubicBezTo>
                  <a:lnTo>
                    <a:pt x="129966" y="9742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7B83C209-EFE6-42CC-6E6B-60C6DF6CC835}"/>
                </a:ext>
              </a:extLst>
            </p:cNvPr>
            <p:cNvSpPr/>
            <p:nvPr>
              <p:custDataLst>
                <p:tags r:id="rId351"/>
              </p:custDataLst>
            </p:nvPr>
          </p:nvSpPr>
          <p:spPr>
            <a:xfrm>
              <a:off x="11368258" y="2731263"/>
              <a:ext cx="63293" cy="147552"/>
            </a:xfrm>
            <a:custGeom>
              <a:avLst/>
              <a:gdLst>
                <a:gd name="connsiteX0" fmla="*/ 40570 w 63293"/>
                <a:gd name="connsiteY0" fmla="*/ 86 h 147552"/>
                <a:gd name="connsiteX1" fmla="*/ 312 w 63293"/>
                <a:gd name="connsiteY1" fmla="*/ 19949 h 147552"/>
                <a:gd name="connsiteX2" fmla="*/ 312 w 63293"/>
                <a:gd name="connsiteY2" fmla="*/ 23005 h 147552"/>
                <a:gd name="connsiteX3" fmla="*/ 6351 w 63293"/>
                <a:gd name="connsiteY3" fmla="*/ 20604 h 147552"/>
                <a:gd name="connsiteX4" fmla="*/ 16415 w 63293"/>
                <a:gd name="connsiteY4" fmla="*/ 18203 h 147552"/>
                <a:gd name="connsiteX5" fmla="*/ 23125 w 63293"/>
                <a:gd name="connsiteY5" fmla="*/ 28462 h 147552"/>
                <a:gd name="connsiteX6" fmla="*/ 23125 w 63293"/>
                <a:gd name="connsiteY6" fmla="*/ 127339 h 147552"/>
                <a:gd name="connsiteX7" fmla="*/ 17757 w 63293"/>
                <a:gd name="connsiteY7" fmla="*/ 141527 h 147552"/>
                <a:gd name="connsiteX8" fmla="*/ 1878 w 63293"/>
                <a:gd name="connsiteY8" fmla="*/ 144365 h 147552"/>
                <a:gd name="connsiteX9" fmla="*/ 1878 w 63293"/>
                <a:gd name="connsiteY9" fmla="*/ 147639 h 147552"/>
                <a:gd name="connsiteX10" fmla="*/ 63606 w 63293"/>
                <a:gd name="connsiteY10" fmla="*/ 147639 h 147552"/>
                <a:gd name="connsiteX11" fmla="*/ 63606 w 63293"/>
                <a:gd name="connsiteY11" fmla="*/ 144365 h 147552"/>
                <a:gd name="connsiteX12" fmla="*/ 42359 w 63293"/>
                <a:gd name="connsiteY12" fmla="*/ 131486 h 147552"/>
                <a:gd name="connsiteX13" fmla="*/ 42359 w 63293"/>
                <a:gd name="connsiteY13" fmla="*/ 523 h 147552"/>
                <a:gd name="connsiteX14" fmla="*/ 40570 w 63293"/>
                <a:gd name="connsiteY14" fmla="*/ 86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93" h="147552">
                  <a:moveTo>
                    <a:pt x="40570" y="86"/>
                  </a:moveTo>
                  <a:lnTo>
                    <a:pt x="312" y="19949"/>
                  </a:lnTo>
                  <a:lnTo>
                    <a:pt x="312" y="23005"/>
                  </a:lnTo>
                  <a:cubicBezTo>
                    <a:pt x="2996" y="21913"/>
                    <a:pt x="5456" y="21040"/>
                    <a:pt x="6351" y="20604"/>
                  </a:cubicBezTo>
                  <a:cubicBezTo>
                    <a:pt x="10376" y="19076"/>
                    <a:pt x="14179" y="18203"/>
                    <a:pt x="16415" y="18203"/>
                  </a:cubicBezTo>
                  <a:cubicBezTo>
                    <a:pt x="21112" y="18203"/>
                    <a:pt x="23125" y="21477"/>
                    <a:pt x="23125" y="28462"/>
                  </a:cubicBezTo>
                  <a:lnTo>
                    <a:pt x="23125" y="127339"/>
                  </a:lnTo>
                  <a:cubicBezTo>
                    <a:pt x="23125" y="134542"/>
                    <a:pt x="21335" y="139563"/>
                    <a:pt x="17757" y="141527"/>
                  </a:cubicBezTo>
                  <a:cubicBezTo>
                    <a:pt x="14402" y="143492"/>
                    <a:pt x="11271" y="144146"/>
                    <a:pt x="1878" y="144365"/>
                  </a:cubicBezTo>
                  <a:lnTo>
                    <a:pt x="1878" y="147639"/>
                  </a:lnTo>
                  <a:lnTo>
                    <a:pt x="63606" y="147639"/>
                  </a:lnTo>
                  <a:lnTo>
                    <a:pt x="63606" y="144365"/>
                  </a:lnTo>
                  <a:cubicBezTo>
                    <a:pt x="45937" y="144146"/>
                    <a:pt x="42359" y="141964"/>
                    <a:pt x="42359" y="131486"/>
                  </a:cubicBezTo>
                  <a:lnTo>
                    <a:pt x="42359" y="523"/>
                  </a:lnTo>
                  <a:lnTo>
                    <a:pt x="40570" y="86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4B1B9E2-199A-F6EA-6606-9C3EB0AD57FB}"/>
                </a:ext>
              </a:extLst>
            </p:cNvPr>
            <p:cNvSpPr/>
            <p:nvPr>
              <p:custDataLst>
                <p:tags r:id="rId352"/>
              </p:custDataLst>
            </p:nvPr>
          </p:nvSpPr>
          <p:spPr>
            <a:xfrm>
              <a:off x="11496840" y="2802825"/>
              <a:ext cx="35361" cy="88194"/>
            </a:xfrm>
            <a:custGeom>
              <a:avLst/>
              <a:gdLst>
                <a:gd name="connsiteX0" fmla="*/ 35678 w 35361"/>
                <a:gd name="connsiteY0" fmla="*/ 31056 h 88194"/>
                <a:gd name="connsiteX1" fmla="*/ 16335 w 35361"/>
                <a:gd name="connsiteY1" fmla="*/ 85 h 88194"/>
                <a:gd name="connsiteX2" fmla="*/ 316 w 35361"/>
                <a:gd name="connsiteY2" fmla="*/ 15718 h 88194"/>
                <a:gd name="connsiteX3" fmla="*/ 16335 w 35361"/>
                <a:gd name="connsiteY3" fmla="*/ 31351 h 88194"/>
                <a:gd name="connsiteX4" fmla="*/ 26913 w 35361"/>
                <a:gd name="connsiteY4" fmla="*/ 27516 h 88194"/>
                <a:gd name="connsiteX5" fmla="*/ 28424 w 35361"/>
                <a:gd name="connsiteY5" fmla="*/ 26631 h 88194"/>
                <a:gd name="connsiteX6" fmla="*/ 29029 w 35361"/>
                <a:gd name="connsiteY6" fmla="*/ 31056 h 88194"/>
                <a:gd name="connsiteX7" fmla="*/ 8477 w 35361"/>
                <a:gd name="connsiteY7" fmla="*/ 80315 h 88194"/>
                <a:gd name="connsiteX8" fmla="*/ 5152 w 35361"/>
                <a:gd name="connsiteY8" fmla="*/ 85034 h 88194"/>
                <a:gd name="connsiteX9" fmla="*/ 8174 w 35361"/>
                <a:gd name="connsiteY9" fmla="*/ 88279 h 88194"/>
                <a:gd name="connsiteX10" fmla="*/ 35678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678" y="31056"/>
                  </a:moveTo>
                  <a:cubicBezTo>
                    <a:pt x="35678" y="11588"/>
                    <a:pt x="28122" y="85"/>
                    <a:pt x="16335" y="85"/>
                  </a:cubicBezTo>
                  <a:cubicBezTo>
                    <a:pt x="6361" y="85"/>
                    <a:pt x="316" y="7459"/>
                    <a:pt x="316" y="15718"/>
                  </a:cubicBezTo>
                  <a:cubicBezTo>
                    <a:pt x="316" y="23682"/>
                    <a:pt x="6361" y="31351"/>
                    <a:pt x="16335" y="31351"/>
                  </a:cubicBezTo>
                  <a:cubicBezTo>
                    <a:pt x="19961" y="31351"/>
                    <a:pt x="23891" y="30171"/>
                    <a:pt x="26913" y="27516"/>
                  </a:cubicBezTo>
                  <a:cubicBezTo>
                    <a:pt x="27820" y="26926"/>
                    <a:pt x="28122" y="26631"/>
                    <a:pt x="28424" y="26631"/>
                  </a:cubicBezTo>
                  <a:cubicBezTo>
                    <a:pt x="28726" y="26631"/>
                    <a:pt x="29029" y="26926"/>
                    <a:pt x="29029" y="31056"/>
                  </a:cubicBezTo>
                  <a:cubicBezTo>
                    <a:pt x="29029" y="52883"/>
                    <a:pt x="18450" y="70581"/>
                    <a:pt x="8477" y="80315"/>
                  </a:cubicBezTo>
                  <a:cubicBezTo>
                    <a:pt x="5152" y="83559"/>
                    <a:pt x="5152" y="84149"/>
                    <a:pt x="5152" y="85034"/>
                  </a:cubicBezTo>
                  <a:cubicBezTo>
                    <a:pt x="5152" y="87099"/>
                    <a:pt x="6663" y="88279"/>
                    <a:pt x="8174" y="88279"/>
                  </a:cubicBezTo>
                  <a:cubicBezTo>
                    <a:pt x="11499" y="88279"/>
                    <a:pt x="35678" y="65567"/>
                    <a:pt x="35678" y="31056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D4108FE6-45FE-7528-DBCB-209E5D1716A8}"/>
                </a:ext>
              </a:extLst>
            </p:cNvPr>
            <p:cNvSpPr/>
            <p:nvPr>
              <p:custDataLst>
                <p:tags r:id="rId353"/>
              </p:custDataLst>
            </p:nvPr>
          </p:nvSpPr>
          <p:spPr>
            <a:xfrm>
              <a:off x="11580424" y="2704012"/>
              <a:ext cx="143259" cy="133323"/>
            </a:xfrm>
            <a:custGeom>
              <a:avLst/>
              <a:gdLst>
                <a:gd name="connsiteX0" fmla="*/ 129979 w 143259"/>
                <a:gd name="connsiteY0" fmla="*/ 97423 h 133323"/>
                <a:gd name="connsiteX1" fmla="*/ 123330 w 143259"/>
                <a:gd name="connsiteY1" fmla="*/ 105387 h 133323"/>
                <a:gd name="connsiteX2" fmla="*/ 109427 w 143259"/>
                <a:gd name="connsiteY2" fmla="*/ 117185 h 133323"/>
                <a:gd name="connsiteX3" fmla="*/ 100058 w 143259"/>
                <a:gd name="connsiteY3" fmla="*/ 105092 h 133323"/>
                <a:gd name="connsiteX4" fmla="*/ 98849 w 143259"/>
                <a:gd name="connsiteY4" fmla="*/ 100077 h 133323"/>
                <a:gd name="connsiteX5" fmla="*/ 87968 w 143259"/>
                <a:gd name="connsiteY5" fmla="*/ 52293 h 133323"/>
                <a:gd name="connsiteX6" fmla="*/ 117587 w 143259"/>
                <a:gd name="connsiteY6" fmla="*/ 16603 h 133323"/>
                <a:gd name="connsiteX7" fmla="*/ 124841 w 143259"/>
                <a:gd name="connsiteY7" fmla="*/ 18962 h 133323"/>
                <a:gd name="connsiteX8" fmla="*/ 133001 w 143259"/>
                <a:gd name="connsiteY8" fmla="*/ 21617 h 133323"/>
                <a:gd name="connsiteX9" fmla="*/ 143579 w 143259"/>
                <a:gd name="connsiteY9" fmla="*/ 10998 h 133323"/>
                <a:gd name="connsiteX10" fmla="*/ 131188 w 143259"/>
                <a:gd name="connsiteY10" fmla="*/ 85 h 133323"/>
                <a:gd name="connsiteX11" fmla="*/ 85550 w 143259"/>
                <a:gd name="connsiteY11" fmla="*/ 42264 h 133323"/>
                <a:gd name="connsiteX12" fmla="*/ 82226 w 143259"/>
                <a:gd name="connsiteY12" fmla="*/ 26041 h 133323"/>
                <a:gd name="connsiteX13" fmla="*/ 66510 w 143259"/>
                <a:gd name="connsiteY13" fmla="*/ 85 h 133323"/>
                <a:gd name="connsiteX14" fmla="*/ 31148 w 143259"/>
                <a:gd name="connsiteY14" fmla="*/ 8639 h 133323"/>
                <a:gd name="connsiteX15" fmla="*/ 27823 w 143259"/>
                <a:gd name="connsiteY15" fmla="*/ 9818 h 133323"/>
                <a:gd name="connsiteX16" fmla="*/ 29032 w 143259"/>
                <a:gd name="connsiteY16" fmla="*/ 14243 h 133323"/>
                <a:gd name="connsiteX17" fmla="*/ 45958 w 143259"/>
                <a:gd name="connsiteY17" fmla="*/ 10998 h 133323"/>
                <a:gd name="connsiteX18" fmla="*/ 59558 w 143259"/>
                <a:gd name="connsiteY18" fmla="*/ 31351 h 133323"/>
                <a:gd name="connsiteX19" fmla="*/ 68323 w 143259"/>
                <a:gd name="connsiteY19" fmla="*/ 67631 h 133323"/>
                <a:gd name="connsiteX20" fmla="*/ 43540 w 143259"/>
                <a:gd name="connsiteY20" fmla="*/ 102142 h 133323"/>
                <a:gd name="connsiteX21" fmla="*/ 28126 w 143259"/>
                <a:gd name="connsiteY21" fmla="*/ 116300 h 133323"/>
                <a:gd name="connsiteX22" fmla="*/ 20268 w 143259"/>
                <a:gd name="connsiteY22" fmla="*/ 113646 h 133323"/>
                <a:gd name="connsiteX23" fmla="*/ 10596 w 143259"/>
                <a:gd name="connsiteY23" fmla="*/ 110696 h 133323"/>
                <a:gd name="connsiteX24" fmla="*/ 320 w 143259"/>
                <a:gd name="connsiteY24" fmla="*/ 121020 h 133323"/>
                <a:gd name="connsiteX25" fmla="*/ 15432 w 143259"/>
                <a:gd name="connsiteY25" fmla="*/ 133408 h 133323"/>
                <a:gd name="connsiteX26" fmla="*/ 43540 w 143259"/>
                <a:gd name="connsiteY26" fmla="*/ 112761 h 133323"/>
                <a:gd name="connsiteX27" fmla="*/ 70741 w 143259"/>
                <a:gd name="connsiteY27" fmla="*/ 78250 h 133323"/>
                <a:gd name="connsiteX28" fmla="*/ 79808 w 143259"/>
                <a:gd name="connsiteY28" fmla="*/ 113646 h 133323"/>
                <a:gd name="connsiteX29" fmla="*/ 97337 w 143259"/>
                <a:gd name="connsiteY29" fmla="*/ 133408 h 133323"/>
                <a:gd name="connsiteX30" fmla="*/ 134210 w 143259"/>
                <a:gd name="connsiteY30" fmla="*/ 99782 h 133323"/>
                <a:gd name="connsiteX31" fmla="*/ 129979 w 143259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59" h="133323">
                  <a:moveTo>
                    <a:pt x="129979" y="97423"/>
                  </a:moveTo>
                  <a:cubicBezTo>
                    <a:pt x="127561" y="100077"/>
                    <a:pt x="126050" y="101847"/>
                    <a:pt x="123330" y="105387"/>
                  </a:cubicBezTo>
                  <a:cubicBezTo>
                    <a:pt x="116378" y="114236"/>
                    <a:pt x="112751" y="117185"/>
                    <a:pt x="109427" y="117185"/>
                  </a:cubicBezTo>
                  <a:cubicBezTo>
                    <a:pt x="104893" y="117185"/>
                    <a:pt x="102173" y="113351"/>
                    <a:pt x="100058" y="105092"/>
                  </a:cubicBezTo>
                  <a:cubicBezTo>
                    <a:pt x="99453" y="102732"/>
                    <a:pt x="99151" y="100962"/>
                    <a:pt x="98849" y="100077"/>
                  </a:cubicBezTo>
                  <a:cubicBezTo>
                    <a:pt x="91293" y="70286"/>
                    <a:pt x="87968" y="56718"/>
                    <a:pt x="87968" y="52293"/>
                  </a:cubicBezTo>
                  <a:cubicBezTo>
                    <a:pt x="101267" y="29581"/>
                    <a:pt x="112147" y="16603"/>
                    <a:pt x="117587" y="16603"/>
                  </a:cubicBezTo>
                  <a:cubicBezTo>
                    <a:pt x="119401" y="16603"/>
                    <a:pt x="121818" y="17488"/>
                    <a:pt x="124841" y="18962"/>
                  </a:cubicBezTo>
                  <a:cubicBezTo>
                    <a:pt x="128468" y="21027"/>
                    <a:pt x="130583" y="21617"/>
                    <a:pt x="133001" y="21617"/>
                  </a:cubicBezTo>
                  <a:cubicBezTo>
                    <a:pt x="139348" y="21617"/>
                    <a:pt x="143579" y="17193"/>
                    <a:pt x="143579" y="10998"/>
                  </a:cubicBezTo>
                  <a:cubicBezTo>
                    <a:pt x="143579" y="4804"/>
                    <a:pt x="138441" y="85"/>
                    <a:pt x="131188" y="85"/>
                  </a:cubicBezTo>
                  <a:cubicBezTo>
                    <a:pt x="117889" y="85"/>
                    <a:pt x="106404" y="10703"/>
                    <a:pt x="85550" y="42264"/>
                  </a:cubicBezTo>
                  <a:lnTo>
                    <a:pt x="82226" y="26041"/>
                  </a:lnTo>
                  <a:cubicBezTo>
                    <a:pt x="77994" y="5984"/>
                    <a:pt x="74670" y="85"/>
                    <a:pt x="66510" y="85"/>
                  </a:cubicBezTo>
                  <a:cubicBezTo>
                    <a:pt x="59860" y="85"/>
                    <a:pt x="49584" y="2739"/>
                    <a:pt x="31148" y="8639"/>
                  </a:cubicBezTo>
                  <a:lnTo>
                    <a:pt x="27823" y="9818"/>
                  </a:lnTo>
                  <a:lnTo>
                    <a:pt x="29032" y="14243"/>
                  </a:lnTo>
                  <a:cubicBezTo>
                    <a:pt x="40517" y="11588"/>
                    <a:pt x="43237" y="10998"/>
                    <a:pt x="45958" y="10998"/>
                  </a:cubicBezTo>
                  <a:cubicBezTo>
                    <a:pt x="53513" y="10998"/>
                    <a:pt x="55327" y="13653"/>
                    <a:pt x="59558" y="31351"/>
                  </a:cubicBezTo>
                  <a:lnTo>
                    <a:pt x="68323" y="67631"/>
                  </a:lnTo>
                  <a:lnTo>
                    <a:pt x="43540" y="102142"/>
                  </a:lnTo>
                  <a:cubicBezTo>
                    <a:pt x="37495" y="110991"/>
                    <a:pt x="31450" y="116300"/>
                    <a:pt x="28126" y="116300"/>
                  </a:cubicBezTo>
                  <a:cubicBezTo>
                    <a:pt x="26312" y="116300"/>
                    <a:pt x="23290" y="115415"/>
                    <a:pt x="20268" y="113646"/>
                  </a:cubicBezTo>
                  <a:cubicBezTo>
                    <a:pt x="16339" y="111581"/>
                    <a:pt x="13014" y="110696"/>
                    <a:pt x="10596" y="110696"/>
                  </a:cubicBezTo>
                  <a:cubicBezTo>
                    <a:pt x="4854" y="110696"/>
                    <a:pt x="320" y="115121"/>
                    <a:pt x="320" y="121020"/>
                  </a:cubicBezTo>
                  <a:cubicBezTo>
                    <a:pt x="320" y="128689"/>
                    <a:pt x="6365" y="133408"/>
                    <a:pt x="15432" y="133408"/>
                  </a:cubicBezTo>
                  <a:cubicBezTo>
                    <a:pt x="24801" y="133408"/>
                    <a:pt x="28428" y="130754"/>
                    <a:pt x="43540" y="112761"/>
                  </a:cubicBezTo>
                  <a:cubicBezTo>
                    <a:pt x="51700" y="103322"/>
                    <a:pt x="58047" y="95358"/>
                    <a:pt x="70741" y="78250"/>
                  </a:cubicBezTo>
                  <a:lnTo>
                    <a:pt x="79808" y="113646"/>
                  </a:lnTo>
                  <a:cubicBezTo>
                    <a:pt x="83737" y="128689"/>
                    <a:pt x="87666" y="133408"/>
                    <a:pt x="97337" y="133408"/>
                  </a:cubicBezTo>
                  <a:cubicBezTo>
                    <a:pt x="108822" y="133408"/>
                    <a:pt x="116680" y="126329"/>
                    <a:pt x="134210" y="99782"/>
                  </a:cubicBezTo>
                  <a:lnTo>
                    <a:pt x="129979" y="9742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D4C8604-3622-08AB-4DD4-EA6EAC6443D2}"/>
                </a:ext>
              </a:extLst>
            </p:cNvPr>
            <p:cNvSpPr/>
            <p:nvPr>
              <p:custDataLst>
                <p:tags r:id="rId354"/>
              </p:custDataLst>
            </p:nvPr>
          </p:nvSpPr>
          <p:spPr>
            <a:xfrm>
              <a:off x="11729987" y="2731263"/>
              <a:ext cx="99525" cy="147552"/>
            </a:xfrm>
            <a:custGeom>
              <a:avLst/>
              <a:gdLst>
                <a:gd name="connsiteX0" fmla="*/ 99850 w 99525"/>
                <a:gd name="connsiteY0" fmla="*/ 117735 h 147552"/>
                <a:gd name="connsiteX1" fmla="*/ 96943 w 99525"/>
                <a:gd name="connsiteY1" fmla="*/ 116644 h 147552"/>
                <a:gd name="connsiteX2" fmla="*/ 75696 w 99525"/>
                <a:gd name="connsiteY2" fmla="*/ 131050 h 147552"/>
                <a:gd name="connsiteX3" fmla="*/ 22243 w 99525"/>
                <a:gd name="connsiteY3" fmla="*/ 131050 h 147552"/>
                <a:gd name="connsiteX4" fmla="*/ 59816 w 99525"/>
                <a:gd name="connsiteY4" fmla="*/ 92634 h 147552"/>
                <a:gd name="connsiteX5" fmla="*/ 88444 w 99525"/>
                <a:gd name="connsiteY5" fmla="*/ 38721 h 147552"/>
                <a:gd name="connsiteX6" fmla="*/ 47068 w 99525"/>
                <a:gd name="connsiteY6" fmla="*/ 86 h 147552"/>
                <a:gd name="connsiteX7" fmla="*/ 14862 w 99525"/>
                <a:gd name="connsiteY7" fmla="*/ 13619 h 147552"/>
                <a:gd name="connsiteX8" fmla="*/ 548 w 99525"/>
                <a:gd name="connsiteY8" fmla="*/ 43522 h 147552"/>
                <a:gd name="connsiteX9" fmla="*/ 5245 w 99525"/>
                <a:gd name="connsiteY9" fmla="*/ 44614 h 147552"/>
                <a:gd name="connsiteX10" fmla="*/ 37675 w 99525"/>
                <a:gd name="connsiteY10" fmla="*/ 16238 h 147552"/>
                <a:gd name="connsiteX11" fmla="*/ 69210 w 99525"/>
                <a:gd name="connsiteY11" fmla="*/ 47015 h 147552"/>
                <a:gd name="connsiteX12" fmla="*/ 40135 w 99525"/>
                <a:gd name="connsiteY12" fmla="*/ 103766 h 147552"/>
                <a:gd name="connsiteX13" fmla="*/ 325 w 99525"/>
                <a:gd name="connsiteY13" fmla="*/ 145019 h 147552"/>
                <a:gd name="connsiteX14" fmla="*/ 325 w 99525"/>
                <a:gd name="connsiteY14" fmla="*/ 147639 h 147552"/>
                <a:gd name="connsiteX15" fmla="*/ 87549 w 99525"/>
                <a:gd name="connsiteY15" fmla="*/ 147639 h 147552"/>
                <a:gd name="connsiteX16" fmla="*/ 99850 w 99525"/>
                <a:gd name="connsiteY16" fmla="*/ 117735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525" h="147552">
                  <a:moveTo>
                    <a:pt x="99850" y="117735"/>
                  </a:moveTo>
                  <a:lnTo>
                    <a:pt x="96943" y="116644"/>
                  </a:lnTo>
                  <a:cubicBezTo>
                    <a:pt x="88668" y="129085"/>
                    <a:pt x="85760" y="131050"/>
                    <a:pt x="75696" y="131050"/>
                  </a:cubicBezTo>
                  <a:lnTo>
                    <a:pt x="22243" y="131050"/>
                  </a:lnTo>
                  <a:lnTo>
                    <a:pt x="59816" y="92634"/>
                  </a:lnTo>
                  <a:cubicBezTo>
                    <a:pt x="79722" y="72335"/>
                    <a:pt x="88444" y="55746"/>
                    <a:pt x="88444" y="38721"/>
                  </a:cubicBezTo>
                  <a:cubicBezTo>
                    <a:pt x="88444" y="16893"/>
                    <a:pt x="70328" y="86"/>
                    <a:pt x="47068" y="86"/>
                  </a:cubicBezTo>
                  <a:cubicBezTo>
                    <a:pt x="34767" y="86"/>
                    <a:pt x="23137" y="4888"/>
                    <a:pt x="14862" y="13619"/>
                  </a:cubicBezTo>
                  <a:cubicBezTo>
                    <a:pt x="7705" y="21040"/>
                    <a:pt x="4350" y="28025"/>
                    <a:pt x="548" y="43522"/>
                  </a:cubicBezTo>
                  <a:lnTo>
                    <a:pt x="5245" y="44614"/>
                  </a:lnTo>
                  <a:cubicBezTo>
                    <a:pt x="14191" y="23223"/>
                    <a:pt x="22243" y="16238"/>
                    <a:pt x="37675" y="16238"/>
                  </a:cubicBezTo>
                  <a:cubicBezTo>
                    <a:pt x="56462" y="16238"/>
                    <a:pt x="69210" y="28680"/>
                    <a:pt x="69210" y="47015"/>
                  </a:cubicBezTo>
                  <a:cubicBezTo>
                    <a:pt x="69210" y="64040"/>
                    <a:pt x="58922" y="84340"/>
                    <a:pt x="40135" y="103766"/>
                  </a:cubicBezTo>
                  <a:lnTo>
                    <a:pt x="325" y="145019"/>
                  </a:lnTo>
                  <a:lnTo>
                    <a:pt x="325" y="147639"/>
                  </a:lnTo>
                  <a:lnTo>
                    <a:pt x="87549" y="147639"/>
                  </a:lnTo>
                  <a:lnTo>
                    <a:pt x="99850" y="117735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6D7A552F-07DF-F0EC-4C83-67CD1694667E}"/>
                </a:ext>
              </a:extLst>
            </p:cNvPr>
            <p:cNvSpPr/>
            <p:nvPr>
              <p:custDataLst>
                <p:tags r:id="rId355"/>
              </p:custDataLst>
            </p:nvPr>
          </p:nvSpPr>
          <p:spPr>
            <a:xfrm>
              <a:off x="11857342" y="2612869"/>
              <a:ext cx="41406" cy="294963"/>
            </a:xfrm>
            <a:custGeom>
              <a:avLst/>
              <a:gdLst>
                <a:gd name="connsiteX0" fmla="*/ 41735 w 41406"/>
                <a:gd name="connsiteY0" fmla="*/ 84 h 294963"/>
                <a:gd name="connsiteX1" fmla="*/ 329 w 41406"/>
                <a:gd name="connsiteY1" fmla="*/ 84 h 294963"/>
                <a:gd name="connsiteX2" fmla="*/ 329 w 41406"/>
                <a:gd name="connsiteY2" fmla="*/ 11883 h 294963"/>
                <a:gd name="connsiteX3" fmla="*/ 29646 w 41406"/>
                <a:gd name="connsiteY3" fmla="*/ 11883 h 294963"/>
                <a:gd name="connsiteX4" fmla="*/ 29646 w 41406"/>
                <a:gd name="connsiteY4" fmla="*/ 283249 h 294963"/>
                <a:gd name="connsiteX5" fmla="*/ 329 w 41406"/>
                <a:gd name="connsiteY5" fmla="*/ 283249 h 294963"/>
                <a:gd name="connsiteX6" fmla="*/ 329 w 41406"/>
                <a:gd name="connsiteY6" fmla="*/ 295048 h 294963"/>
                <a:gd name="connsiteX7" fmla="*/ 41735 w 41406"/>
                <a:gd name="connsiteY7" fmla="*/ 295048 h 294963"/>
                <a:gd name="connsiteX8" fmla="*/ 41735 w 4140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6" h="294963">
                  <a:moveTo>
                    <a:pt x="41735" y="84"/>
                  </a:moveTo>
                  <a:lnTo>
                    <a:pt x="329" y="84"/>
                  </a:lnTo>
                  <a:lnTo>
                    <a:pt x="329" y="11883"/>
                  </a:lnTo>
                  <a:lnTo>
                    <a:pt x="29646" y="11883"/>
                  </a:lnTo>
                  <a:lnTo>
                    <a:pt x="29646" y="283249"/>
                  </a:lnTo>
                  <a:lnTo>
                    <a:pt x="329" y="283249"/>
                  </a:lnTo>
                  <a:lnTo>
                    <a:pt x="329" y="295048"/>
                  </a:lnTo>
                  <a:lnTo>
                    <a:pt x="41735" y="295048"/>
                  </a:lnTo>
                  <a:lnTo>
                    <a:pt x="41735" y="8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BE7B5E63-42F4-3554-1166-86BC12A2A1DA}"/>
                </a:ext>
              </a:extLst>
            </p:cNvPr>
            <p:cNvSpPr/>
            <p:nvPr>
              <p:custDataLst>
                <p:tags r:id="rId356"/>
              </p:custDataLst>
            </p:nvPr>
          </p:nvSpPr>
          <p:spPr>
            <a:xfrm>
              <a:off x="11960715" y="2802825"/>
              <a:ext cx="35361" cy="88194"/>
            </a:xfrm>
            <a:custGeom>
              <a:avLst/>
              <a:gdLst>
                <a:gd name="connsiteX0" fmla="*/ 35693 w 35361"/>
                <a:gd name="connsiteY0" fmla="*/ 31056 h 88194"/>
                <a:gd name="connsiteX1" fmla="*/ 16350 w 35361"/>
                <a:gd name="connsiteY1" fmla="*/ 85 h 88194"/>
                <a:gd name="connsiteX2" fmla="*/ 331 w 35361"/>
                <a:gd name="connsiteY2" fmla="*/ 15718 h 88194"/>
                <a:gd name="connsiteX3" fmla="*/ 16350 w 35361"/>
                <a:gd name="connsiteY3" fmla="*/ 31351 h 88194"/>
                <a:gd name="connsiteX4" fmla="*/ 26928 w 35361"/>
                <a:gd name="connsiteY4" fmla="*/ 27516 h 88194"/>
                <a:gd name="connsiteX5" fmla="*/ 28439 w 35361"/>
                <a:gd name="connsiteY5" fmla="*/ 26631 h 88194"/>
                <a:gd name="connsiteX6" fmla="*/ 29044 w 35361"/>
                <a:gd name="connsiteY6" fmla="*/ 31056 h 88194"/>
                <a:gd name="connsiteX7" fmla="*/ 8492 w 35361"/>
                <a:gd name="connsiteY7" fmla="*/ 80315 h 88194"/>
                <a:gd name="connsiteX8" fmla="*/ 5167 w 35361"/>
                <a:gd name="connsiteY8" fmla="*/ 85034 h 88194"/>
                <a:gd name="connsiteX9" fmla="*/ 8190 w 35361"/>
                <a:gd name="connsiteY9" fmla="*/ 88279 h 88194"/>
                <a:gd name="connsiteX10" fmla="*/ 35693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693" y="31056"/>
                  </a:moveTo>
                  <a:cubicBezTo>
                    <a:pt x="35693" y="11588"/>
                    <a:pt x="28137" y="85"/>
                    <a:pt x="16350" y="85"/>
                  </a:cubicBezTo>
                  <a:cubicBezTo>
                    <a:pt x="6376" y="85"/>
                    <a:pt x="331" y="7459"/>
                    <a:pt x="331" y="15718"/>
                  </a:cubicBezTo>
                  <a:cubicBezTo>
                    <a:pt x="331" y="23682"/>
                    <a:pt x="6376" y="31351"/>
                    <a:pt x="16350" y="31351"/>
                  </a:cubicBezTo>
                  <a:cubicBezTo>
                    <a:pt x="19977" y="31351"/>
                    <a:pt x="23906" y="30171"/>
                    <a:pt x="26928" y="27516"/>
                  </a:cubicBezTo>
                  <a:cubicBezTo>
                    <a:pt x="27835" y="26926"/>
                    <a:pt x="28137" y="26631"/>
                    <a:pt x="28439" y="26631"/>
                  </a:cubicBezTo>
                  <a:cubicBezTo>
                    <a:pt x="28742" y="26631"/>
                    <a:pt x="29044" y="26926"/>
                    <a:pt x="29044" y="31056"/>
                  </a:cubicBezTo>
                  <a:cubicBezTo>
                    <a:pt x="29044" y="52883"/>
                    <a:pt x="18466" y="70581"/>
                    <a:pt x="8492" y="80315"/>
                  </a:cubicBezTo>
                  <a:cubicBezTo>
                    <a:pt x="5167" y="83559"/>
                    <a:pt x="5167" y="84149"/>
                    <a:pt x="5167" y="85034"/>
                  </a:cubicBezTo>
                  <a:cubicBezTo>
                    <a:pt x="5167" y="87099"/>
                    <a:pt x="6678" y="88279"/>
                    <a:pt x="8190" y="88279"/>
                  </a:cubicBezTo>
                  <a:cubicBezTo>
                    <a:pt x="11514" y="88279"/>
                    <a:pt x="35693" y="65567"/>
                    <a:pt x="35693" y="31056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B3A21A7F-B271-5C23-6325-7E98980570C1}"/>
                </a:ext>
              </a:extLst>
            </p:cNvPr>
            <p:cNvSpPr/>
            <p:nvPr>
              <p:custDataLst>
                <p:tags r:id="rId357"/>
              </p:custDataLst>
            </p:nvPr>
          </p:nvSpPr>
          <p:spPr>
            <a:xfrm>
              <a:off x="12121829" y="2612869"/>
              <a:ext cx="41406" cy="294963"/>
            </a:xfrm>
            <a:custGeom>
              <a:avLst/>
              <a:gdLst>
                <a:gd name="connsiteX0" fmla="*/ 41743 w 41406"/>
                <a:gd name="connsiteY0" fmla="*/ 295048 h 294963"/>
                <a:gd name="connsiteX1" fmla="*/ 41743 w 41406"/>
                <a:gd name="connsiteY1" fmla="*/ 283249 h 294963"/>
                <a:gd name="connsiteX2" fmla="*/ 12426 w 41406"/>
                <a:gd name="connsiteY2" fmla="*/ 283249 h 294963"/>
                <a:gd name="connsiteX3" fmla="*/ 12426 w 41406"/>
                <a:gd name="connsiteY3" fmla="*/ 11883 h 294963"/>
                <a:gd name="connsiteX4" fmla="*/ 41743 w 41406"/>
                <a:gd name="connsiteY4" fmla="*/ 11883 h 294963"/>
                <a:gd name="connsiteX5" fmla="*/ 41743 w 41406"/>
                <a:gd name="connsiteY5" fmla="*/ 84 h 294963"/>
                <a:gd name="connsiteX6" fmla="*/ 337 w 41406"/>
                <a:gd name="connsiteY6" fmla="*/ 84 h 294963"/>
                <a:gd name="connsiteX7" fmla="*/ 337 w 41406"/>
                <a:gd name="connsiteY7" fmla="*/ 295048 h 294963"/>
                <a:gd name="connsiteX8" fmla="*/ 41743 w 41406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6" h="294963">
                  <a:moveTo>
                    <a:pt x="41743" y="295048"/>
                  </a:moveTo>
                  <a:lnTo>
                    <a:pt x="41743" y="283249"/>
                  </a:lnTo>
                  <a:lnTo>
                    <a:pt x="12426" y="283249"/>
                  </a:lnTo>
                  <a:lnTo>
                    <a:pt x="12426" y="11883"/>
                  </a:lnTo>
                  <a:lnTo>
                    <a:pt x="41743" y="11883"/>
                  </a:lnTo>
                  <a:lnTo>
                    <a:pt x="41743" y="84"/>
                  </a:lnTo>
                  <a:lnTo>
                    <a:pt x="337" y="84"/>
                  </a:lnTo>
                  <a:lnTo>
                    <a:pt x="337" y="295048"/>
                  </a:lnTo>
                  <a:lnTo>
                    <a:pt x="41743" y="295048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0824E1D-49AB-C170-8DF7-356D9F7AB0CF}"/>
                </a:ext>
              </a:extLst>
            </p:cNvPr>
            <p:cNvSpPr/>
            <p:nvPr>
              <p:custDataLst>
                <p:tags r:id="rId358"/>
              </p:custDataLst>
            </p:nvPr>
          </p:nvSpPr>
          <p:spPr>
            <a:xfrm>
              <a:off x="12162035" y="2704012"/>
              <a:ext cx="143259" cy="133323"/>
            </a:xfrm>
            <a:custGeom>
              <a:avLst/>
              <a:gdLst>
                <a:gd name="connsiteX0" fmla="*/ 129998 w 143259"/>
                <a:gd name="connsiteY0" fmla="*/ 97423 h 133323"/>
                <a:gd name="connsiteX1" fmla="*/ 123349 w 143259"/>
                <a:gd name="connsiteY1" fmla="*/ 105387 h 133323"/>
                <a:gd name="connsiteX2" fmla="*/ 109446 w 143259"/>
                <a:gd name="connsiteY2" fmla="*/ 117185 h 133323"/>
                <a:gd name="connsiteX3" fmla="*/ 100077 w 143259"/>
                <a:gd name="connsiteY3" fmla="*/ 105092 h 133323"/>
                <a:gd name="connsiteX4" fmla="*/ 98868 w 143259"/>
                <a:gd name="connsiteY4" fmla="*/ 100077 h 133323"/>
                <a:gd name="connsiteX5" fmla="*/ 87987 w 143259"/>
                <a:gd name="connsiteY5" fmla="*/ 52293 h 133323"/>
                <a:gd name="connsiteX6" fmla="*/ 117606 w 143259"/>
                <a:gd name="connsiteY6" fmla="*/ 16603 h 133323"/>
                <a:gd name="connsiteX7" fmla="*/ 124860 w 143259"/>
                <a:gd name="connsiteY7" fmla="*/ 18962 h 133323"/>
                <a:gd name="connsiteX8" fmla="*/ 133020 w 143259"/>
                <a:gd name="connsiteY8" fmla="*/ 21617 h 133323"/>
                <a:gd name="connsiteX9" fmla="*/ 143598 w 143259"/>
                <a:gd name="connsiteY9" fmla="*/ 10998 h 133323"/>
                <a:gd name="connsiteX10" fmla="*/ 131207 w 143259"/>
                <a:gd name="connsiteY10" fmla="*/ 85 h 133323"/>
                <a:gd name="connsiteX11" fmla="*/ 85569 w 143259"/>
                <a:gd name="connsiteY11" fmla="*/ 42264 h 133323"/>
                <a:gd name="connsiteX12" fmla="*/ 82245 w 143259"/>
                <a:gd name="connsiteY12" fmla="*/ 26041 h 133323"/>
                <a:gd name="connsiteX13" fmla="*/ 66529 w 143259"/>
                <a:gd name="connsiteY13" fmla="*/ 85 h 133323"/>
                <a:gd name="connsiteX14" fmla="*/ 31167 w 143259"/>
                <a:gd name="connsiteY14" fmla="*/ 8639 h 133323"/>
                <a:gd name="connsiteX15" fmla="*/ 27843 w 143259"/>
                <a:gd name="connsiteY15" fmla="*/ 9818 h 133323"/>
                <a:gd name="connsiteX16" fmla="*/ 29052 w 143259"/>
                <a:gd name="connsiteY16" fmla="*/ 14243 h 133323"/>
                <a:gd name="connsiteX17" fmla="*/ 45977 w 143259"/>
                <a:gd name="connsiteY17" fmla="*/ 10998 h 133323"/>
                <a:gd name="connsiteX18" fmla="*/ 59577 w 143259"/>
                <a:gd name="connsiteY18" fmla="*/ 31351 h 133323"/>
                <a:gd name="connsiteX19" fmla="*/ 68342 w 143259"/>
                <a:gd name="connsiteY19" fmla="*/ 67631 h 133323"/>
                <a:gd name="connsiteX20" fmla="*/ 43559 w 143259"/>
                <a:gd name="connsiteY20" fmla="*/ 102142 h 133323"/>
                <a:gd name="connsiteX21" fmla="*/ 28145 w 143259"/>
                <a:gd name="connsiteY21" fmla="*/ 116300 h 133323"/>
                <a:gd name="connsiteX22" fmla="*/ 20287 w 143259"/>
                <a:gd name="connsiteY22" fmla="*/ 113646 h 133323"/>
                <a:gd name="connsiteX23" fmla="*/ 10615 w 143259"/>
                <a:gd name="connsiteY23" fmla="*/ 110696 h 133323"/>
                <a:gd name="connsiteX24" fmla="*/ 339 w 143259"/>
                <a:gd name="connsiteY24" fmla="*/ 121020 h 133323"/>
                <a:gd name="connsiteX25" fmla="*/ 15451 w 143259"/>
                <a:gd name="connsiteY25" fmla="*/ 133408 h 133323"/>
                <a:gd name="connsiteX26" fmla="*/ 43559 w 143259"/>
                <a:gd name="connsiteY26" fmla="*/ 112761 h 133323"/>
                <a:gd name="connsiteX27" fmla="*/ 70760 w 143259"/>
                <a:gd name="connsiteY27" fmla="*/ 78250 h 133323"/>
                <a:gd name="connsiteX28" fmla="*/ 79827 w 143259"/>
                <a:gd name="connsiteY28" fmla="*/ 113646 h 133323"/>
                <a:gd name="connsiteX29" fmla="*/ 97357 w 143259"/>
                <a:gd name="connsiteY29" fmla="*/ 133408 h 133323"/>
                <a:gd name="connsiteX30" fmla="*/ 134229 w 143259"/>
                <a:gd name="connsiteY30" fmla="*/ 99782 h 133323"/>
                <a:gd name="connsiteX31" fmla="*/ 129998 w 143259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59" h="133323">
                  <a:moveTo>
                    <a:pt x="129998" y="97423"/>
                  </a:moveTo>
                  <a:cubicBezTo>
                    <a:pt x="127580" y="100077"/>
                    <a:pt x="126069" y="101847"/>
                    <a:pt x="123349" y="105387"/>
                  </a:cubicBezTo>
                  <a:cubicBezTo>
                    <a:pt x="116397" y="114236"/>
                    <a:pt x="112771" y="117185"/>
                    <a:pt x="109446" y="117185"/>
                  </a:cubicBezTo>
                  <a:cubicBezTo>
                    <a:pt x="104912" y="117185"/>
                    <a:pt x="102192" y="113351"/>
                    <a:pt x="100077" y="105092"/>
                  </a:cubicBezTo>
                  <a:cubicBezTo>
                    <a:pt x="99472" y="102732"/>
                    <a:pt x="99170" y="100962"/>
                    <a:pt x="98868" y="100077"/>
                  </a:cubicBezTo>
                  <a:cubicBezTo>
                    <a:pt x="91312" y="70286"/>
                    <a:pt x="87987" y="56718"/>
                    <a:pt x="87987" y="52293"/>
                  </a:cubicBezTo>
                  <a:cubicBezTo>
                    <a:pt x="101286" y="29581"/>
                    <a:pt x="112166" y="16603"/>
                    <a:pt x="117606" y="16603"/>
                  </a:cubicBezTo>
                  <a:cubicBezTo>
                    <a:pt x="119420" y="16603"/>
                    <a:pt x="121838" y="17488"/>
                    <a:pt x="124860" y="18962"/>
                  </a:cubicBezTo>
                  <a:cubicBezTo>
                    <a:pt x="128487" y="21027"/>
                    <a:pt x="130602" y="21617"/>
                    <a:pt x="133020" y="21617"/>
                  </a:cubicBezTo>
                  <a:cubicBezTo>
                    <a:pt x="139367" y="21617"/>
                    <a:pt x="143598" y="17193"/>
                    <a:pt x="143598" y="10998"/>
                  </a:cubicBezTo>
                  <a:cubicBezTo>
                    <a:pt x="143598" y="4804"/>
                    <a:pt x="138461" y="85"/>
                    <a:pt x="131207" y="85"/>
                  </a:cubicBezTo>
                  <a:cubicBezTo>
                    <a:pt x="117909" y="85"/>
                    <a:pt x="106424" y="10703"/>
                    <a:pt x="85569" y="42264"/>
                  </a:cubicBezTo>
                  <a:lnTo>
                    <a:pt x="82245" y="26041"/>
                  </a:lnTo>
                  <a:cubicBezTo>
                    <a:pt x="78014" y="5984"/>
                    <a:pt x="74689" y="85"/>
                    <a:pt x="66529" y="85"/>
                  </a:cubicBezTo>
                  <a:cubicBezTo>
                    <a:pt x="59879" y="85"/>
                    <a:pt x="49603" y="2739"/>
                    <a:pt x="31167" y="8639"/>
                  </a:cubicBezTo>
                  <a:lnTo>
                    <a:pt x="27843" y="9818"/>
                  </a:lnTo>
                  <a:lnTo>
                    <a:pt x="29052" y="14243"/>
                  </a:lnTo>
                  <a:cubicBezTo>
                    <a:pt x="40536" y="11588"/>
                    <a:pt x="43257" y="10998"/>
                    <a:pt x="45977" y="10998"/>
                  </a:cubicBezTo>
                  <a:cubicBezTo>
                    <a:pt x="53533" y="10998"/>
                    <a:pt x="55346" y="13653"/>
                    <a:pt x="59577" y="31351"/>
                  </a:cubicBezTo>
                  <a:lnTo>
                    <a:pt x="68342" y="67631"/>
                  </a:lnTo>
                  <a:lnTo>
                    <a:pt x="43559" y="102142"/>
                  </a:lnTo>
                  <a:cubicBezTo>
                    <a:pt x="37514" y="110991"/>
                    <a:pt x="31469" y="116300"/>
                    <a:pt x="28145" y="116300"/>
                  </a:cubicBezTo>
                  <a:cubicBezTo>
                    <a:pt x="26331" y="116300"/>
                    <a:pt x="23309" y="115415"/>
                    <a:pt x="20287" y="113646"/>
                  </a:cubicBezTo>
                  <a:cubicBezTo>
                    <a:pt x="16358" y="111581"/>
                    <a:pt x="13033" y="110696"/>
                    <a:pt x="10615" y="110696"/>
                  </a:cubicBezTo>
                  <a:cubicBezTo>
                    <a:pt x="4873" y="110696"/>
                    <a:pt x="339" y="115121"/>
                    <a:pt x="339" y="121020"/>
                  </a:cubicBezTo>
                  <a:cubicBezTo>
                    <a:pt x="339" y="128689"/>
                    <a:pt x="6384" y="133408"/>
                    <a:pt x="15451" y="133408"/>
                  </a:cubicBezTo>
                  <a:cubicBezTo>
                    <a:pt x="24820" y="133408"/>
                    <a:pt x="28447" y="130754"/>
                    <a:pt x="43559" y="112761"/>
                  </a:cubicBezTo>
                  <a:cubicBezTo>
                    <a:pt x="51719" y="103322"/>
                    <a:pt x="58066" y="95358"/>
                    <a:pt x="70760" y="78250"/>
                  </a:cubicBezTo>
                  <a:lnTo>
                    <a:pt x="79827" y="113646"/>
                  </a:lnTo>
                  <a:cubicBezTo>
                    <a:pt x="83756" y="128689"/>
                    <a:pt x="87685" y="133408"/>
                    <a:pt x="97357" y="133408"/>
                  </a:cubicBezTo>
                  <a:cubicBezTo>
                    <a:pt x="108841" y="133408"/>
                    <a:pt x="116700" y="126329"/>
                    <a:pt x="134229" y="99782"/>
                  </a:cubicBezTo>
                  <a:lnTo>
                    <a:pt x="129998" y="9742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FB1B9834-6B58-1C6E-4FBA-9BF4DBFA970E}"/>
                </a:ext>
              </a:extLst>
            </p:cNvPr>
            <p:cNvSpPr/>
            <p:nvPr>
              <p:custDataLst>
                <p:tags r:id="rId359"/>
              </p:custDataLst>
            </p:nvPr>
          </p:nvSpPr>
          <p:spPr>
            <a:xfrm>
              <a:off x="12311599" y="2731263"/>
              <a:ext cx="99525" cy="147552"/>
            </a:xfrm>
            <a:custGeom>
              <a:avLst/>
              <a:gdLst>
                <a:gd name="connsiteX0" fmla="*/ 99869 w 99525"/>
                <a:gd name="connsiteY0" fmla="*/ 117735 h 147552"/>
                <a:gd name="connsiteX1" fmla="*/ 96962 w 99525"/>
                <a:gd name="connsiteY1" fmla="*/ 116644 h 147552"/>
                <a:gd name="connsiteX2" fmla="*/ 75715 w 99525"/>
                <a:gd name="connsiteY2" fmla="*/ 131050 h 147552"/>
                <a:gd name="connsiteX3" fmla="*/ 22262 w 99525"/>
                <a:gd name="connsiteY3" fmla="*/ 131050 h 147552"/>
                <a:gd name="connsiteX4" fmla="*/ 59835 w 99525"/>
                <a:gd name="connsiteY4" fmla="*/ 92634 h 147552"/>
                <a:gd name="connsiteX5" fmla="*/ 88463 w 99525"/>
                <a:gd name="connsiteY5" fmla="*/ 38721 h 147552"/>
                <a:gd name="connsiteX6" fmla="*/ 47087 w 99525"/>
                <a:gd name="connsiteY6" fmla="*/ 86 h 147552"/>
                <a:gd name="connsiteX7" fmla="*/ 14881 w 99525"/>
                <a:gd name="connsiteY7" fmla="*/ 13619 h 147552"/>
                <a:gd name="connsiteX8" fmla="*/ 567 w 99525"/>
                <a:gd name="connsiteY8" fmla="*/ 43522 h 147552"/>
                <a:gd name="connsiteX9" fmla="*/ 5264 w 99525"/>
                <a:gd name="connsiteY9" fmla="*/ 44614 h 147552"/>
                <a:gd name="connsiteX10" fmla="*/ 37694 w 99525"/>
                <a:gd name="connsiteY10" fmla="*/ 16238 h 147552"/>
                <a:gd name="connsiteX11" fmla="*/ 69229 w 99525"/>
                <a:gd name="connsiteY11" fmla="*/ 47015 h 147552"/>
                <a:gd name="connsiteX12" fmla="*/ 40154 w 99525"/>
                <a:gd name="connsiteY12" fmla="*/ 103766 h 147552"/>
                <a:gd name="connsiteX13" fmla="*/ 344 w 99525"/>
                <a:gd name="connsiteY13" fmla="*/ 145019 h 147552"/>
                <a:gd name="connsiteX14" fmla="*/ 344 w 99525"/>
                <a:gd name="connsiteY14" fmla="*/ 147639 h 147552"/>
                <a:gd name="connsiteX15" fmla="*/ 87569 w 99525"/>
                <a:gd name="connsiteY15" fmla="*/ 147639 h 147552"/>
                <a:gd name="connsiteX16" fmla="*/ 99869 w 99525"/>
                <a:gd name="connsiteY16" fmla="*/ 117735 h 14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525" h="147552">
                  <a:moveTo>
                    <a:pt x="99869" y="117735"/>
                  </a:moveTo>
                  <a:lnTo>
                    <a:pt x="96962" y="116644"/>
                  </a:lnTo>
                  <a:cubicBezTo>
                    <a:pt x="88687" y="129085"/>
                    <a:pt x="85779" y="131050"/>
                    <a:pt x="75715" y="131050"/>
                  </a:cubicBezTo>
                  <a:lnTo>
                    <a:pt x="22262" y="131050"/>
                  </a:lnTo>
                  <a:lnTo>
                    <a:pt x="59835" y="92634"/>
                  </a:lnTo>
                  <a:cubicBezTo>
                    <a:pt x="79741" y="72335"/>
                    <a:pt x="88463" y="55746"/>
                    <a:pt x="88463" y="38721"/>
                  </a:cubicBezTo>
                  <a:cubicBezTo>
                    <a:pt x="88463" y="16893"/>
                    <a:pt x="70347" y="86"/>
                    <a:pt x="47087" y="86"/>
                  </a:cubicBezTo>
                  <a:cubicBezTo>
                    <a:pt x="34786" y="86"/>
                    <a:pt x="23156" y="4888"/>
                    <a:pt x="14881" y="13619"/>
                  </a:cubicBezTo>
                  <a:cubicBezTo>
                    <a:pt x="7724" y="21040"/>
                    <a:pt x="4369" y="28025"/>
                    <a:pt x="567" y="43522"/>
                  </a:cubicBezTo>
                  <a:lnTo>
                    <a:pt x="5264" y="44614"/>
                  </a:lnTo>
                  <a:cubicBezTo>
                    <a:pt x="14210" y="23223"/>
                    <a:pt x="22262" y="16238"/>
                    <a:pt x="37694" y="16238"/>
                  </a:cubicBezTo>
                  <a:cubicBezTo>
                    <a:pt x="56481" y="16238"/>
                    <a:pt x="69229" y="28680"/>
                    <a:pt x="69229" y="47015"/>
                  </a:cubicBezTo>
                  <a:cubicBezTo>
                    <a:pt x="69229" y="64040"/>
                    <a:pt x="58941" y="84340"/>
                    <a:pt x="40154" y="103766"/>
                  </a:cubicBezTo>
                  <a:lnTo>
                    <a:pt x="344" y="145019"/>
                  </a:lnTo>
                  <a:lnTo>
                    <a:pt x="344" y="147639"/>
                  </a:lnTo>
                  <a:lnTo>
                    <a:pt x="87569" y="147639"/>
                  </a:lnTo>
                  <a:lnTo>
                    <a:pt x="99869" y="117735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77B9C269-38C2-488E-20E1-0752C45C4B71}"/>
                </a:ext>
              </a:extLst>
            </p:cNvPr>
            <p:cNvSpPr/>
            <p:nvPr>
              <p:custDataLst>
                <p:tags r:id="rId360"/>
              </p:custDataLst>
            </p:nvPr>
          </p:nvSpPr>
          <p:spPr>
            <a:xfrm>
              <a:off x="12458296" y="2802825"/>
              <a:ext cx="35361" cy="88194"/>
            </a:xfrm>
            <a:custGeom>
              <a:avLst/>
              <a:gdLst>
                <a:gd name="connsiteX0" fmla="*/ 35709 w 35361"/>
                <a:gd name="connsiteY0" fmla="*/ 31056 h 88194"/>
                <a:gd name="connsiteX1" fmla="*/ 16366 w 35361"/>
                <a:gd name="connsiteY1" fmla="*/ 85 h 88194"/>
                <a:gd name="connsiteX2" fmla="*/ 348 w 35361"/>
                <a:gd name="connsiteY2" fmla="*/ 15718 h 88194"/>
                <a:gd name="connsiteX3" fmla="*/ 16366 w 35361"/>
                <a:gd name="connsiteY3" fmla="*/ 31351 h 88194"/>
                <a:gd name="connsiteX4" fmla="*/ 26944 w 35361"/>
                <a:gd name="connsiteY4" fmla="*/ 27516 h 88194"/>
                <a:gd name="connsiteX5" fmla="*/ 28456 w 35361"/>
                <a:gd name="connsiteY5" fmla="*/ 26631 h 88194"/>
                <a:gd name="connsiteX6" fmla="*/ 29060 w 35361"/>
                <a:gd name="connsiteY6" fmla="*/ 31056 h 88194"/>
                <a:gd name="connsiteX7" fmla="*/ 8508 w 35361"/>
                <a:gd name="connsiteY7" fmla="*/ 80315 h 88194"/>
                <a:gd name="connsiteX8" fmla="*/ 5184 w 35361"/>
                <a:gd name="connsiteY8" fmla="*/ 85034 h 88194"/>
                <a:gd name="connsiteX9" fmla="*/ 8206 w 35361"/>
                <a:gd name="connsiteY9" fmla="*/ 88279 h 88194"/>
                <a:gd name="connsiteX10" fmla="*/ 35709 w 35361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1" h="88194">
                  <a:moveTo>
                    <a:pt x="35709" y="31056"/>
                  </a:moveTo>
                  <a:cubicBezTo>
                    <a:pt x="35709" y="11588"/>
                    <a:pt x="28153" y="85"/>
                    <a:pt x="16366" y="85"/>
                  </a:cubicBezTo>
                  <a:cubicBezTo>
                    <a:pt x="6392" y="85"/>
                    <a:pt x="348" y="7459"/>
                    <a:pt x="348" y="15718"/>
                  </a:cubicBezTo>
                  <a:cubicBezTo>
                    <a:pt x="348" y="23682"/>
                    <a:pt x="6392" y="31351"/>
                    <a:pt x="16366" y="31351"/>
                  </a:cubicBezTo>
                  <a:cubicBezTo>
                    <a:pt x="19993" y="31351"/>
                    <a:pt x="23922" y="30171"/>
                    <a:pt x="26944" y="27516"/>
                  </a:cubicBezTo>
                  <a:cubicBezTo>
                    <a:pt x="27851" y="26926"/>
                    <a:pt x="28153" y="26631"/>
                    <a:pt x="28456" y="26631"/>
                  </a:cubicBezTo>
                  <a:cubicBezTo>
                    <a:pt x="28758" y="26631"/>
                    <a:pt x="29060" y="26926"/>
                    <a:pt x="29060" y="31056"/>
                  </a:cubicBezTo>
                  <a:cubicBezTo>
                    <a:pt x="29060" y="52883"/>
                    <a:pt x="18482" y="70581"/>
                    <a:pt x="8508" y="80315"/>
                  </a:cubicBezTo>
                  <a:cubicBezTo>
                    <a:pt x="5184" y="83559"/>
                    <a:pt x="5184" y="84149"/>
                    <a:pt x="5184" y="85034"/>
                  </a:cubicBezTo>
                  <a:cubicBezTo>
                    <a:pt x="5184" y="87099"/>
                    <a:pt x="6695" y="88279"/>
                    <a:pt x="8206" y="88279"/>
                  </a:cubicBezTo>
                  <a:cubicBezTo>
                    <a:pt x="11531" y="88279"/>
                    <a:pt x="35709" y="65567"/>
                    <a:pt x="35709" y="31056"/>
                  </a:cubicBez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B52C328-5AD4-1CB3-A8BB-AD1289F8D610}"/>
                </a:ext>
              </a:extLst>
            </p:cNvPr>
            <p:cNvSpPr/>
            <p:nvPr>
              <p:custDataLst>
                <p:tags r:id="rId361"/>
              </p:custDataLst>
            </p:nvPr>
          </p:nvSpPr>
          <p:spPr>
            <a:xfrm>
              <a:off x="12541880" y="2704012"/>
              <a:ext cx="143259" cy="133323"/>
            </a:xfrm>
            <a:custGeom>
              <a:avLst/>
              <a:gdLst>
                <a:gd name="connsiteX0" fmla="*/ 130010 w 143259"/>
                <a:gd name="connsiteY0" fmla="*/ 97423 h 133323"/>
                <a:gd name="connsiteX1" fmla="*/ 123361 w 143259"/>
                <a:gd name="connsiteY1" fmla="*/ 105387 h 133323"/>
                <a:gd name="connsiteX2" fmla="*/ 109458 w 143259"/>
                <a:gd name="connsiteY2" fmla="*/ 117185 h 133323"/>
                <a:gd name="connsiteX3" fmla="*/ 100089 w 143259"/>
                <a:gd name="connsiteY3" fmla="*/ 105092 h 133323"/>
                <a:gd name="connsiteX4" fmla="*/ 98880 w 143259"/>
                <a:gd name="connsiteY4" fmla="*/ 100077 h 133323"/>
                <a:gd name="connsiteX5" fmla="*/ 88000 w 143259"/>
                <a:gd name="connsiteY5" fmla="*/ 52293 h 133323"/>
                <a:gd name="connsiteX6" fmla="*/ 117619 w 143259"/>
                <a:gd name="connsiteY6" fmla="*/ 16603 h 133323"/>
                <a:gd name="connsiteX7" fmla="*/ 124872 w 143259"/>
                <a:gd name="connsiteY7" fmla="*/ 18962 h 133323"/>
                <a:gd name="connsiteX8" fmla="*/ 133033 w 143259"/>
                <a:gd name="connsiteY8" fmla="*/ 21617 h 133323"/>
                <a:gd name="connsiteX9" fmla="*/ 143611 w 143259"/>
                <a:gd name="connsiteY9" fmla="*/ 10998 h 133323"/>
                <a:gd name="connsiteX10" fmla="*/ 131219 w 143259"/>
                <a:gd name="connsiteY10" fmla="*/ 85 h 133323"/>
                <a:gd name="connsiteX11" fmla="*/ 85582 w 143259"/>
                <a:gd name="connsiteY11" fmla="*/ 42264 h 133323"/>
                <a:gd name="connsiteX12" fmla="*/ 82257 w 143259"/>
                <a:gd name="connsiteY12" fmla="*/ 26041 h 133323"/>
                <a:gd name="connsiteX13" fmla="*/ 66541 w 143259"/>
                <a:gd name="connsiteY13" fmla="*/ 85 h 133323"/>
                <a:gd name="connsiteX14" fmla="*/ 31180 w 143259"/>
                <a:gd name="connsiteY14" fmla="*/ 8639 h 133323"/>
                <a:gd name="connsiteX15" fmla="*/ 27855 w 143259"/>
                <a:gd name="connsiteY15" fmla="*/ 9818 h 133323"/>
                <a:gd name="connsiteX16" fmla="*/ 29064 w 143259"/>
                <a:gd name="connsiteY16" fmla="*/ 14243 h 133323"/>
                <a:gd name="connsiteX17" fmla="*/ 45989 w 143259"/>
                <a:gd name="connsiteY17" fmla="*/ 10998 h 133323"/>
                <a:gd name="connsiteX18" fmla="*/ 59590 w 143259"/>
                <a:gd name="connsiteY18" fmla="*/ 31351 h 133323"/>
                <a:gd name="connsiteX19" fmla="*/ 68354 w 143259"/>
                <a:gd name="connsiteY19" fmla="*/ 67631 h 133323"/>
                <a:gd name="connsiteX20" fmla="*/ 43571 w 143259"/>
                <a:gd name="connsiteY20" fmla="*/ 102142 h 133323"/>
                <a:gd name="connsiteX21" fmla="*/ 28157 w 143259"/>
                <a:gd name="connsiteY21" fmla="*/ 116300 h 133323"/>
                <a:gd name="connsiteX22" fmla="*/ 20299 w 143259"/>
                <a:gd name="connsiteY22" fmla="*/ 113646 h 133323"/>
                <a:gd name="connsiteX23" fmla="*/ 10628 w 143259"/>
                <a:gd name="connsiteY23" fmla="*/ 110696 h 133323"/>
                <a:gd name="connsiteX24" fmla="*/ 352 w 143259"/>
                <a:gd name="connsiteY24" fmla="*/ 121020 h 133323"/>
                <a:gd name="connsiteX25" fmla="*/ 15463 w 143259"/>
                <a:gd name="connsiteY25" fmla="*/ 133408 h 133323"/>
                <a:gd name="connsiteX26" fmla="*/ 43571 w 143259"/>
                <a:gd name="connsiteY26" fmla="*/ 112761 h 133323"/>
                <a:gd name="connsiteX27" fmla="*/ 70772 w 143259"/>
                <a:gd name="connsiteY27" fmla="*/ 78250 h 133323"/>
                <a:gd name="connsiteX28" fmla="*/ 79839 w 143259"/>
                <a:gd name="connsiteY28" fmla="*/ 113646 h 133323"/>
                <a:gd name="connsiteX29" fmla="*/ 97369 w 143259"/>
                <a:gd name="connsiteY29" fmla="*/ 133408 h 133323"/>
                <a:gd name="connsiteX30" fmla="*/ 134242 w 143259"/>
                <a:gd name="connsiteY30" fmla="*/ 99782 h 133323"/>
                <a:gd name="connsiteX31" fmla="*/ 130010 w 143259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59" h="133323">
                  <a:moveTo>
                    <a:pt x="130010" y="97423"/>
                  </a:moveTo>
                  <a:cubicBezTo>
                    <a:pt x="127592" y="100077"/>
                    <a:pt x="126081" y="101847"/>
                    <a:pt x="123361" y="105387"/>
                  </a:cubicBezTo>
                  <a:cubicBezTo>
                    <a:pt x="116410" y="114236"/>
                    <a:pt x="112783" y="117185"/>
                    <a:pt x="109458" y="117185"/>
                  </a:cubicBezTo>
                  <a:cubicBezTo>
                    <a:pt x="104925" y="117185"/>
                    <a:pt x="102205" y="113351"/>
                    <a:pt x="100089" y="105092"/>
                  </a:cubicBezTo>
                  <a:cubicBezTo>
                    <a:pt x="99485" y="102732"/>
                    <a:pt x="99182" y="100962"/>
                    <a:pt x="98880" y="100077"/>
                  </a:cubicBezTo>
                  <a:cubicBezTo>
                    <a:pt x="91324" y="70286"/>
                    <a:pt x="88000" y="56718"/>
                    <a:pt x="88000" y="52293"/>
                  </a:cubicBezTo>
                  <a:cubicBezTo>
                    <a:pt x="101298" y="29581"/>
                    <a:pt x="112179" y="16603"/>
                    <a:pt x="117619" y="16603"/>
                  </a:cubicBezTo>
                  <a:cubicBezTo>
                    <a:pt x="119432" y="16603"/>
                    <a:pt x="121850" y="17488"/>
                    <a:pt x="124872" y="18962"/>
                  </a:cubicBezTo>
                  <a:cubicBezTo>
                    <a:pt x="128499" y="21027"/>
                    <a:pt x="130615" y="21617"/>
                    <a:pt x="133033" y="21617"/>
                  </a:cubicBezTo>
                  <a:cubicBezTo>
                    <a:pt x="139380" y="21617"/>
                    <a:pt x="143611" y="17193"/>
                    <a:pt x="143611" y="10998"/>
                  </a:cubicBezTo>
                  <a:cubicBezTo>
                    <a:pt x="143611" y="4804"/>
                    <a:pt x="138473" y="85"/>
                    <a:pt x="131219" y="85"/>
                  </a:cubicBezTo>
                  <a:cubicBezTo>
                    <a:pt x="117921" y="85"/>
                    <a:pt x="106436" y="10703"/>
                    <a:pt x="85582" y="42264"/>
                  </a:cubicBezTo>
                  <a:lnTo>
                    <a:pt x="82257" y="26041"/>
                  </a:lnTo>
                  <a:cubicBezTo>
                    <a:pt x="78026" y="5984"/>
                    <a:pt x="74701" y="85"/>
                    <a:pt x="66541" y="85"/>
                  </a:cubicBezTo>
                  <a:cubicBezTo>
                    <a:pt x="59892" y="85"/>
                    <a:pt x="49616" y="2739"/>
                    <a:pt x="31180" y="8639"/>
                  </a:cubicBezTo>
                  <a:lnTo>
                    <a:pt x="27855" y="9818"/>
                  </a:lnTo>
                  <a:lnTo>
                    <a:pt x="29064" y="14243"/>
                  </a:lnTo>
                  <a:cubicBezTo>
                    <a:pt x="40549" y="11588"/>
                    <a:pt x="43269" y="10998"/>
                    <a:pt x="45989" y="10998"/>
                  </a:cubicBezTo>
                  <a:cubicBezTo>
                    <a:pt x="53545" y="10998"/>
                    <a:pt x="55358" y="13653"/>
                    <a:pt x="59590" y="31351"/>
                  </a:cubicBezTo>
                  <a:lnTo>
                    <a:pt x="68354" y="67631"/>
                  </a:lnTo>
                  <a:lnTo>
                    <a:pt x="43571" y="102142"/>
                  </a:lnTo>
                  <a:cubicBezTo>
                    <a:pt x="37527" y="110991"/>
                    <a:pt x="31482" y="116300"/>
                    <a:pt x="28157" y="116300"/>
                  </a:cubicBezTo>
                  <a:cubicBezTo>
                    <a:pt x="26344" y="116300"/>
                    <a:pt x="23322" y="115415"/>
                    <a:pt x="20299" y="113646"/>
                  </a:cubicBezTo>
                  <a:cubicBezTo>
                    <a:pt x="16370" y="111581"/>
                    <a:pt x="13046" y="110696"/>
                    <a:pt x="10628" y="110696"/>
                  </a:cubicBezTo>
                  <a:cubicBezTo>
                    <a:pt x="4885" y="110696"/>
                    <a:pt x="352" y="115121"/>
                    <a:pt x="352" y="121020"/>
                  </a:cubicBezTo>
                  <a:cubicBezTo>
                    <a:pt x="352" y="128689"/>
                    <a:pt x="6396" y="133408"/>
                    <a:pt x="15463" y="133408"/>
                  </a:cubicBezTo>
                  <a:cubicBezTo>
                    <a:pt x="24833" y="133408"/>
                    <a:pt x="28460" y="130754"/>
                    <a:pt x="43571" y="112761"/>
                  </a:cubicBezTo>
                  <a:cubicBezTo>
                    <a:pt x="51732" y="103322"/>
                    <a:pt x="58079" y="95358"/>
                    <a:pt x="70772" y="78250"/>
                  </a:cubicBezTo>
                  <a:lnTo>
                    <a:pt x="79839" y="113646"/>
                  </a:lnTo>
                  <a:cubicBezTo>
                    <a:pt x="83768" y="128689"/>
                    <a:pt x="87698" y="133408"/>
                    <a:pt x="97369" y="133408"/>
                  </a:cubicBezTo>
                  <a:cubicBezTo>
                    <a:pt x="108854" y="133408"/>
                    <a:pt x="116712" y="126329"/>
                    <a:pt x="134242" y="99782"/>
                  </a:cubicBezTo>
                  <a:lnTo>
                    <a:pt x="130010" y="97423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4FE7F81-9257-7249-FC43-FF2661864401}"/>
                </a:ext>
              </a:extLst>
            </p:cNvPr>
            <p:cNvSpPr/>
            <p:nvPr>
              <p:custDataLst>
                <p:tags r:id="rId362"/>
              </p:custDataLst>
            </p:nvPr>
          </p:nvSpPr>
          <p:spPr>
            <a:xfrm>
              <a:off x="12694352" y="2731263"/>
              <a:ext cx="87001" cy="150608"/>
            </a:xfrm>
            <a:custGeom>
              <a:avLst/>
              <a:gdLst>
                <a:gd name="connsiteX0" fmla="*/ 24958 w 87001"/>
                <a:gd name="connsiteY0" fmla="*/ 75609 h 150608"/>
                <a:gd name="connsiteX1" fmla="*/ 48665 w 87001"/>
                <a:gd name="connsiteY1" fmla="*/ 78010 h 150608"/>
                <a:gd name="connsiteX2" fmla="*/ 71254 w 87001"/>
                <a:gd name="connsiteY2" fmla="*/ 110314 h 150608"/>
                <a:gd name="connsiteX3" fmla="*/ 41956 w 87001"/>
                <a:gd name="connsiteY3" fmla="*/ 142837 h 150608"/>
                <a:gd name="connsiteX4" fmla="*/ 23169 w 87001"/>
                <a:gd name="connsiteY4" fmla="*/ 136070 h 150608"/>
                <a:gd name="connsiteX5" fmla="*/ 8855 w 87001"/>
                <a:gd name="connsiteY5" fmla="*/ 130613 h 150608"/>
                <a:gd name="connsiteX6" fmla="*/ 356 w 87001"/>
                <a:gd name="connsiteY6" fmla="*/ 138253 h 150608"/>
                <a:gd name="connsiteX7" fmla="*/ 25629 w 87001"/>
                <a:gd name="connsiteY7" fmla="*/ 150694 h 150608"/>
                <a:gd name="connsiteX8" fmla="*/ 71031 w 87001"/>
                <a:gd name="connsiteY8" fmla="*/ 136070 h 150608"/>
                <a:gd name="connsiteX9" fmla="*/ 87357 w 87001"/>
                <a:gd name="connsiteY9" fmla="*/ 99837 h 150608"/>
                <a:gd name="connsiteX10" fmla="*/ 77293 w 87001"/>
                <a:gd name="connsiteY10" fmla="*/ 71680 h 150608"/>
                <a:gd name="connsiteX11" fmla="*/ 58730 w 87001"/>
                <a:gd name="connsiteY11" fmla="*/ 60111 h 150608"/>
                <a:gd name="connsiteX12" fmla="*/ 79753 w 87001"/>
                <a:gd name="connsiteY12" fmla="*/ 29990 h 150608"/>
                <a:gd name="connsiteX13" fmla="*/ 44863 w 87001"/>
                <a:gd name="connsiteY13" fmla="*/ 86 h 150608"/>
                <a:gd name="connsiteX14" fmla="*/ 15788 w 87001"/>
                <a:gd name="connsiteY14" fmla="*/ 10782 h 150608"/>
                <a:gd name="connsiteX15" fmla="*/ 803 w 87001"/>
                <a:gd name="connsiteY15" fmla="*/ 35446 h 150608"/>
                <a:gd name="connsiteX16" fmla="*/ 4158 w 87001"/>
                <a:gd name="connsiteY16" fmla="*/ 36319 h 150608"/>
                <a:gd name="connsiteX17" fmla="*/ 37483 w 87001"/>
                <a:gd name="connsiteY17" fmla="*/ 13183 h 150608"/>
                <a:gd name="connsiteX18" fmla="*/ 62084 w 87001"/>
                <a:gd name="connsiteY18" fmla="*/ 36538 h 150608"/>
                <a:gd name="connsiteX19" fmla="*/ 53138 w 87001"/>
                <a:gd name="connsiteY19" fmla="*/ 57710 h 150608"/>
                <a:gd name="connsiteX20" fmla="*/ 24958 w 87001"/>
                <a:gd name="connsiteY20" fmla="*/ 72771 h 150608"/>
                <a:gd name="connsiteX21" fmla="*/ 24958 w 87001"/>
                <a:gd name="connsiteY21" fmla="*/ 75609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001" h="150608">
                  <a:moveTo>
                    <a:pt x="24958" y="75609"/>
                  </a:moveTo>
                  <a:cubicBezTo>
                    <a:pt x="38154" y="75609"/>
                    <a:pt x="43298" y="76045"/>
                    <a:pt x="48665" y="78010"/>
                  </a:cubicBezTo>
                  <a:cubicBezTo>
                    <a:pt x="62532" y="82812"/>
                    <a:pt x="71254" y="95253"/>
                    <a:pt x="71254" y="110314"/>
                  </a:cubicBezTo>
                  <a:cubicBezTo>
                    <a:pt x="71254" y="128649"/>
                    <a:pt x="58506" y="142837"/>
                    <a:pt x="41956" y="142837"/>
                  </a:cubicBezTo>
                  <a:cubicBezTo>
                    <a:pt x="35917" y="142837"/>
                    <a:pt x="31444" y="141309"/>
                    <a:pt x="23169" y="136070"/>
                  </a:cubicBezTo>
                  <a:cubicBezTo>
                    <a:pt x="16459" y="132141"/>
                    <a:pt x="12657" y="130613"/>
                    <a:pt x="8855" y="130613"/>
                  </a:cubicBezTo>
                  <a:cubicBezTo>
                    <a:pt x="3711" y="130613"/>
                    <a:pt x="356" y="133669"/>
                    <a:pt x="356" y="138253"/>
                  </a:cubicBezTo>
                  <a:cubicBezTo>
                    <a:pt x="356" y="145893"/>
                    <a:pt x="9973" y="150694"/>
                    <a:pt x="25629" y="150694"/>
                  </a:cubicBezTo>
                  <a:cubicBezTo>
                    <a:pt x="42850" y="150694"/>
                    <a:pt x="60519" y="145019"/>
                    <a:pt x="71031" y="136070"/>
                  </a:cubicBezTo>
                  <a:cubicBezTo>
                    <a:pt x="81542" y="127121"/>
                    <a:pt x="87357" y="114461"/>
                    <a:pt x="87357" y="99837"/>
                  </a:cubicBezTo>
                  <a:cubicBezTo>
                    <a:pt x="87357" y="88705"/>
                    <a:pt x="83779" y="78446"/>
                    <a:pt x="77293" y="71680"/>
                  </a:cubicBezTo>
                  <a:cubicBezTo>
                    <a:pt x="72820" y="66878"/>
                    <a:pt x="68570" y="64258"/>
                    <a:pt x="58730" y="60111"/>
                  </a:cubicBezTo>
                  <a:cubicBezTo>
                    <a:pt x="74162" y="49852"/>
                    <a:pt x="79753" y="41776"/>
                    <a:pt x="79753" y="29990"/>
                  </a:cubicBezTo>
                  <a:cubicBezTo>
                    <a:pt x="79753" y="12309"/>
                    <a:pt x="65439" y="86"/>
                    <a:pt x="44863" y="86"/>
                  </a:cubicBezTo>
                  <a:cubicBezTo>
                    <a:pt x="33680" y="86"/>
                    <a:pt x="23840" y="3797"/>
                    <a:pt x="15788" y="10782"/>
                  </a:cubicBezTo>
                  <a:cubicBezTo>
                    <a:pt x="9079" y="16675"/>
                    <a:pt x="5724" y="22350"/>
                    <a:pt x="803" y="35446"/>
                  </a:cubicBezTo>
                  <a:lnTo>
                    <a:pt x="4158" y="36319"/>
                  </a:lnTo>
                  <a:cubicBezTo>
                    <a:pt x="13328" y="20386"/>
                    <a:pt x="23392" y="13183"/>
                    <a:pt x="37483" y="13183"/>
                  </a:cubicBezTo>
                  <a:cubicBezTo>
                    <a:pt x="52020" y="13183"/>
                    <a:pt x="62084" y="22787"/>
                    <a:pt x="62084" y="36538"/>
                  </a:cubicBezTo>
                  <a:cubicBezTo>
                    <a:pt x="62084" y="44396"/>
                    <a:pt x="58730" y="52253"/>
                    <a:pt x="53138" y="57710"/>
                  </a:cubicBezTo>
                  <a:cubicBezTo>
                    <a:pt x="46429" y="64258"/>
                    <a:pt x="40166" y="67533"/>
                    <a:pt x="24958" y="72771"/>
                  </a:cubicBezTo>
                  <a:lnTo>
                    <a:pt x="24958" y="75609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B5BD87F8-F6F4-6231-742C-8AFBFDA4174E}"/>
                </a:ext>
              </a:extLst>
            </p:cNvPr>
            <p:cNvSpPr/>
            <p:nvPr>
              <p:custDataLst>
                <p:tags r:id="rId363"/>
              </p:custDataLst>
            </p:nvPr>
          </p:nvSpPr>
          <p:spPr>
            <a:xfrm>
              <a:off x="12818798" y="2612869"/>
              <a:ext cx="41406" cy="294963"/>
            </a:xfrm>
            <a:custGeom>
              <a:avLst/>
              <a:gdLst>
                <a:gd name="connsiteX0" fmla="*/ 41767 w 41406"/>
                <a:gd name="connsiteY0" fmla="*/ 84 h 294963"/>
                <a:gd name="connsiteX1" fmla="*/ 361 w 41406"/>
                <a:gd name="connsiteY1" fmla="*/ 84 h 294963"/>
                <a:gd name="connsiteX2" fmla="*/ 361 w 41406"/>
                <a:gd name="connsiteY2" fmla="*/ 11883 h 294963"/>
                <a:gd name="connsiteX3" fmla="*/ 29677 w 41406"/>
                <a:gd name="connsiteY3" fmla="*/ 11883 h 294963"/>
                <a:gd name="connsiteX4" fmla="*/ 29677 w 41406"/>
                <a:gd name="connsiteY4" fmla="*/ 283249 h 294963"/>
                <a:gd name="connsiteX5" fmla="*/ 361 w 41406"/>
                <a:gd name="connsiteY5" fmla="*/ 283249 h 294963"/>
                <a:gd name="connsiteX6" fmla="*/ 361 w 41406"/>
                <a:gd name="connsiteY6" fmla="*/ 295048 h 294963"/>
                <a:gd name="connsiteX7" fmla="*/ 41767 w 41406"/>
                <a:gd name="connsiteY7" fmla="*/ 295048 h 294963"/>
                <a:gd name="connsiteX8" fmla="*/ 41767 w 41406"/>
                <a:gd name="connsiteY8" fmla="*/ 84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06" h="294963">
                  <a:moveTo>
                    <a:pt x="41767" y="84"/>
                  </a:moveTo>
                  <a:lnTo>
                    <a:pt x="361" y="84"/>
                  </a:lnTo>
                  <a:lnTo>
                    <a:pt x="361" y="11883"/>
                  </a:lnTo>
                  <a:lnTo>
                    <a:pt x="29677" y="11883"/>
                  </a:lnTo>
                  <a:lnTo>
                    <a:pt x="29677" y="283249"/>
                  </a:lnTo>
                  <a:lnTo>
                    <a:pt x="361" y="283249"/>
                  </a:lnTo>
                  <a:lnTo>
                    <a:pt x="361" y="295048"/>
                  </a:lnTo>
                  <a:lnTo>
                    <a:pt x="41767" y="295048"/>
                  </a:lnTo>
                  <a:lnTo>
                    <a:pt x="41767" y="84"/>
                  </a:lnTo>
                  <a:close/>
                </a:path>
              </a:pathLst>
            </a:custGeom>
            <a:solidFill>
              <a:srgbClr val="FFFFFF"/>
            </a:solidFill>
            <a:ln w="41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22" name="Group 32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x_0}^{x_3}f(x)dx\cong\int_{x_0}^{x_3}f_{3}(x)dx&#10;\end{align*}&#10;}&#10;\end{document}" title="IguanaTex Shape Display">
            <a:extLst>
              <a:ext uri="{FF2B5EF4-FFF2-40B4-BE49-F238E27FC236}">
                <a16:creationId xmlns:a16="http://schemas.microsoft.com/office/drawing/2014/main" id="{B22EFE10-7385-508B-6407-35317203DACC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635351" y="962062"/>
            <a:ext cx="3719766" cy="692769"/>
            <a:chOff x="7828932" y="4837045"/>
            <a:chExt cx="3719766" cy="692769"/>
          </a:xfrm>
        </p:grpSpPr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954003-A144-26A5-C52B-4AE74CC2C8D6}"/>
                </a:ext>
              </a:extLst>
            </p:cNvPr>
            <p:cNvSpPr/>
            <p:nvPr>
              <p:custDataLst>
                <p:tags r:id="rId278"/>
              </p:custDataLst>
            </p:nvPr>
          </p:nvSpPr>
          <p:spPr>
            <a:xfrm>
              <a:off x="7828932" y="5035315"/>
              <a:ext cx="119080" cy="202039"/>
            </a:xfrm>
            <a:custGeom>
              <a:avLst/>
              <a:gdLst>
                <a:gd name="connsiteX0" fmla="*/ 173 w 119080"/>
                <a:gd name="connsiteY0" fmla="*/ 202125 h 202039"/>
                <a:gd name="connsiteX1" fmla="*/ 74295 w 119080"/>
                <a:gd name="connsiteY1" fmla="*/ 202125 h 202039"/>
                <a:gd name="connsiteX2" fmla="*/ 74295 w 119080"/>
                <a:gd name="connsiteY2" fmla="*/ 197175 h 202039"/>
                <a:gd name="connsiteX3" fmla="*/ 53638 w 119080"/>
                <a:gd name="connsiteY3" fmla="*/ 184489 h 202039"/>
                <a:gd name="connsiteX4" fmla="*/ 56980 w 119080"/>
                <a:gd name="connsiteY4" fmla="*/ 164997 h 202039"/>
                <a:gd name="connsiteX5" fmla="*/ 94344 w 119080"/>
                <a:gd name="connsiteY5" fmla="*/ 27932 h 202039"/>
                <a:gd name="connsiteX6" fmla="*/ 119254 w 119080"/>
                <a:gd name="connsiteY6" fmla="*/ 5036 h 202039"/>
                <a:gd name="connsiteX7" fmla="*/ 119254 w 119080"/>
                <a:gd name="connsiteY7" fmla="*/ 86 h 202039"/>
                <a:gd name="connsiteX8" fmla="*/ 44221 w 119080"/>
                <a:gd name="connsiteY8" fmla="*/ 86 h 202039"/>
                <a:gd name="connsiteX9" fmla="*/ 44221 w 119080"/>
                <a:gd name="connsiteY9" fmla="*/ 5036 h 202039"/>
                <a:gd name="connsiteX10" fmla="*/ 65485 w 119080"/>
                <a:gd name="connsiteY10" fmla="*/ 18340 h 202039"/>
                <a:gd name="connsiteX11" fmla="*/ 62144 w 119080"/>
                <a:gd name="connsiteY11" fmla="*/ 37523 h 202039"/>
                <a:gd name="connsiteX12" fmla="*/ 24779 w 119080"/>
                <a:gd name="connsiteY12" fmla="*/ 174279 h 202039"/>
                <a:gd name="connsiteX13" fmla="*/ 173 w 119080"/>
                <a:gd name="connsiteY13" fmla="*/ 197175 h 202039"/>
                <a:gd name="connsiteX14" fmla="*/ 173 w 119080"/>
                <a:gd name="connsiteY14" fmla="*/ 202125 h 202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080" h="202039">
                  <a:moveTo>
                    <a:pt x="173" y="202125"/>
                  </a:moveTo>
                  <a:lnTo>
                    <a:pt x="74295" y="202125"/>
                  </a:lnTo>
                  <a:lnTo>
                    <a:pt x="74295" y="197175"/>
                  </a:lnTo>
                  <a:cubicBezTo>
                    <a:pt x="56980" y="195009"/>
                    <a:pt x="53638" y="193153"/>
                    <a:pt x="53638" y="184489"/>
                  </a:cubicBezTo>
                  <a:cubicBezTo>
                    <a:pt x="53638" y="178611"/>
                    <a:pt x="54246" y="174898"/>
                    <a:pt x="56980" y="164997"/>
                  </a:cubicBezTo>
                  <a:lnTo>
                    <a:pt x="94344" y="27932"/>
                  </a:lnTo>
                  <a:cubicBezTo>
                    <a:pt x="99812" y="9987"/>
                    <a:pt x="101939" y="8130"/>
                    <a:pt x="119254" y="5036"/>
                  </a:cubicBezTo>
                  <a:lnTo>
                    <a:pt x="119254" y="86"/>
                  </a:lnTo>
                  <a:lnTo>
                    <a:pt x="44221" y="86"/>
                  </a:lnTo>
                  <a:lnTo>
                    <a:pt x="44221" y="5036"/>
                  </a:lnTo>
                  <a:cubicBezTo>
                    <a:pt x="61840" y="7202"/>
                    <a:pt x="65485" y="9677"/>
                    <a:pt x="65485" y="18340"/>
                  </a:cubicBezTo>
                  <a:cubicBezTo>
                    <a:pt x="65485" y="22672"/>
                    <a:pt x="64270" y="29788"/>
                    <a:pt x="62144" y="37523"/>
                  </a:cubicBezTo>
                  <a:lnTo>
                    <a:pt x="24779" y="174279"/>
                  </a:lnTo>
                  <a:cubicBezTo>
                    <a:pt x="19311" y="192224"/>
                    <a:pt x="17185" y="194081"/>
                    <a:pt x="173" y="197175"/>
                  </a:cubicBezTo>
                  <a:lnTo>
                    <a:pt x="173" y="202125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33D5281E-ACE0-C9E8-404C-01B54CE17AD6}"/>
                </a:ext>
              </a:extLst>
            </p:cNvPr>
            <p:cNvSpPr/>
            <p:nvPr>
              <p:custDataLst>
                <p:tags r:id="rId279"/>
              </p:custDataLst>
            </p:nvPr>
          </p:nvSpPr>
          <p:spPr>
            <a:xfrm>
              <a:off x="8033215" y="5123804"/>
              <a:ext cx="202011" cy="72400"/>
            </a:xfrm>
            <a:custGeom>
              <a:avLst/>
              <a:gdLst>
                <a:gd name="connsiteX0" fmla="*/ 191864 w 202011"/>
                <a:gd name="connsiteY0" fmla="*/ 12462 h 72400"/>
                <a:gd name="connsiteX1" fmla="*/ 202192 w 202011"/>
                <a:gd name="connsiteY1" fmla="*/ 6274 h 72400"/>
                <a:gd name="connsiteX2" fmla="*/ 192167 w 202011"/>
                <a:gd name="connsiteY2" fmla="*/ 86 h 72400"/>
                <a:gd name="connsiteX3" fmla="*/ 10205 w 202011"/>
                <a:gd name="connsiteY3" fmla="*/ 86 h 72400"/>
                <a:gd name="connsiteX4" fmla="*/ 180 w 202011"/>
                <a:gd name="connsiteY4" fmla="*/ 6274 h 72400"/>
                <a:gd name="connsiteX5" fmla="*/ 10509 w 202011"/>
                <a:gd name="connsiteY5" fmla="*/ 12462 h 72400"/>
                <a:gd name="connsiteX6" fmla="*/ 191864 w 202011"/>
                <a:gd name="connsiteY6" fmla="*/ 12462 h 72400"/>
                <a:gd name="connsiteX7" fmla="*/ 192167 w 202011"/>
                <a:gd name="connsiteY7" fmla="*/ 72486 h 72400"/>
                <a:gd name="connsiteX8" fmla="*/ 202192 w 202011"/>
                <a:gd name="connsiteY8" fmla="*/ 66298 h 72400"/>
                <a:gd name="connsiteX9" fmla="*/ 191864 w 202011"/>
                <a:gd name="connsiteY9" fmla="*/ 60110 h 72400"/>
                <a:gd name="connsiteX10" fmla="*/ 10509 w 202011"/>
                <a:gd name="connsiteY10" fmla="*/ 60110 h 72400"/>
                <a:gd name="connsiteX11" fmla="*/ 180 w 202011"/>
                <a:gd name="connsiteY11" fmla="*/ 66298 h 72400"/>
                <a:gd name="connsiteX12" fmla="*/ 10205 w 202011"/>
                <a:gd name="connsiteY12" fmla="*/ 72486 h 72400"/>
                <a:gd name="connsiteX13" fmla="*/ 192167 w 202011"/>
                <a:gd name="connsiteY13" fmla="*/ 72486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011" h="72400">
                  <a:moveTo>
                    <a:pt x="191864" y="12462"/>
                  </a:moveTo>
                  <a:cubicBezTo>
                    <a:pt x="196420" y="12462"/>
                    <a:pt x="202192" y="12462"/>
                    <a:pt x="202192" y="6274"/>
                  </a:cubicBezTo>
                  <a:cubicBezTo>
                    <a:pt x="202192" y="86"/>
                    <a:pt x="196420" y="86"/>
                    <a:pt x="192167" y="86"/>
                  </a:cubicBezTo>
                  <a:lnTo>
                    <a:pt x="10205" y="86"/>
                  </a:lnTo>
                  <a:cubicBezTo>
                    <a:pt x="5952" y="86"/>
                    <a:pt x="180" y="86"/>
                    <a:pt x="180" y="6274"/>
                  </a:cubicBezTo>
                  <a:cubicBezTo>
                    <a:pt x="180" y="12462"/>
                    <a:pt x="5952" y="12462"/>
                    <a:pt x="10509" y="12462"/>
                  </a:cubicBezTo>
                  <a:lnTo>
                    <a:pt x="191864" y="12462"/>
                  </a:lnTo>
                  <a:close/>
                  <a:moveTo>
                    <a:pt x="192167" y="72486"/>
                  </a:moveTo>
                  <a:cubicBezTo>
                    <a:pt x="196420" y="72486"/>
                    <a:pt x="202192" y="72486"/>
                    <a:pt x="202192" y="66298"/>
                  </a:cubicBezTo>
                  <a:cubicBezTo>
                    <a:pt x="202192" y="60110"/>
                    <a:pt x="196420" y="60110"/>
                    <a:pt x="191864" y="60110"/>
                  </a:cubicBezTo>
                  <a:lnTo>
                    <a:pt x="10509" y="60110"/>
                  </a:lnTo>
                  <a:cubicBezTo>
                    <a:pt x="5952" y="60110"/>
                    <a:pt x="180" y="60110"/>
                    <a:pt x="180" y="66298"/>
                  </a:cubicBezTo>
                  <a:cubicBezTo>
                    <a:pt x="180" y="72486"/>
                    <a:pt x="5952" y="72486"/>
                    <a:pt x="10205" y="72486"/>
                  </a:cubicBezTo>
                  <a:lnTo>
                    <a:pt x="192167" y="72486"/>
                  </a:lnTo>
                  <a:close/>
                </a:path>
              </a:pathLst>
            </a:custGeom>
            <a:solidFill>
              <a:srgbClr val="FFFFFF"/>
            </a:solidFill>
            <a:ln w="50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B17AFD8-E0D5-7BDB-8E1A-6382CDBC6811}"/>
                </a:ext>
              </a:extLst>
            </p:cNvPr>
            <p:cNvSpPr/>
            <p:nvPr>
              <p:custDataLst>
                <p:tags r:id="rId280"/>
              </p:custDataLst>
            </p:nvPr>
          </p:nvSpPr>
          <p:spPr>
            <a:xfrm>
              <a:off x="8336188" y="4849307"/>
              <a:ext cx="242505" cy="618742"/>
            </a:xfrm>
            <a:custGeom>
              <a:avLst/>
              <a:gdLst>
                <a:gd name="connsiteX0" fmla="*/ 13312 w 242505"/>
                <a:gd name="connsiteY0" fmla="*/ 606285 h 618742"/>
                <a:gd name="connsiteX1" fmla="*/ 26708 w 242505"/>
                <a:gd name="connsiteY1" fmla="*/ 592640 h 618742"/>
                <a:gd name="connsiteX2" fmla="*/ 13585 w 242505"/>
                <a:gd name="connsiteY2" fmla="*/ 578996 h 618742"/>
                <a:gd name="connsiteX3" fmla="*/ 188 w 242505"/>
                <a:gd name="connsiteY3" fmla="*/ 592919 h 618742"/>
                <a:gd name="connsiteX4" fmla="*/ 30536 w 242505"/>
                <a:gd name="connsiteY4" fmla="*/ 618816 h 618742"/>
                <a:gd name="connsiteX5" fmla="*/ 107087 w 242505"/>
                <a:gd name="connsiteY5" fmla="*/ 472902 h 618742"/>
                <a:gd name="connsiteX6" fmla="*/ 160674 w 242505"/>
                <a:gd name="connsiteY6" fmla="*/ 206692 h 618742"/>
                <a:gd name="connsiteX7" fmla="*/ 190201 w 242505"/>
                <a:gd name="connsiteY7" fmla="*/ 55765 h 618742"/>
                <a:gd name="connsiteX8" fmla="*/ 213440 w 242505"/>
                <a:gd name="connsiteY8" fmla="*/ 6199 h 618742"/>
                <a:gd name="connsiteX9" fmla="*/ 229844 w 242505"/>
                <a:gd name="connsiteY9" fmla="*/ 12604 h 618742"/>
                <a:gd name="connsiteX10" fmla="*/ 216174 w 242505"/>
                <a:gd name="connsiteY10" fmla="*/ 26248 h 618742"/>
                <a:gd name="connsiteX11" fmla="*/ 229297 w 242505"/>
                <a:gd name="connsiteY11" fmla="*/ 39893 h 618742"/>
                <a:gd name="connsiteX12" fmla="*/ 242693 w 242505"/>
                <a:gd name="connsiteY12" fmla="*/ 25970 h 618742"/>
                <a:gd name="connsiteX13" fmla="*/ 212893 w 242505"/>
                <a:gd name="connsiteY13" fmla="*/ 73 h 618742"/>
                <a:gd name="connsiteX14" fmla="*/ 161767 w 242505"/>
                <a:gd name="connsiteY14" fmla="*/ 87232 h 618742"/>
                <a:gd name="connsiteX15" fmla="*/ 93691 w 242505"/>
                <a:gd name="connsiteY15" fmla="*/ 412197 h 618742"/>
                <a:gd name="connsiteX16" fmla="*/ 69632 w 242505"/>
                <a:gd name="connsiteY16" fmla="*/ 540011 h 618742"/>
                <a:gd name="connsiteX17" fmla="*/ 29989 w 242505"/>
                <a:gd name="connsiteY17" fmla="*/ 612690 h 618742"/>
                <a:gd name="connsiteX18" fmla="*/ 13312 w 242505"/>
                <a:gd name="connsiteY18" fmla="*/ 606285 h 61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505" h="618742">
                  <a:moveTo>
                    <a:pt x="13312" y="606285"/>
                  </a:moveTo>
                  <a:cubicBezTo>
                    <a:pt x="22060" y="605728"/>
                    <a:pt x="26708" y="599602"/>
                    <a:pt x="26708" y="592640"/>
                  </a:cubicBezTo>
                  <a:cubicBezTo>
                    <a:pt x="26708" y="583451"/>
                    <a:pt x="19873" y="578996"/>
                    <a:pt x="13585" y="578996"/>
                  </a:cubicBezTo>
                  <a:cubicBezTo>
                    <a:pt x="7023" y="578996"/>
                    <a:pt x="188" y="583173"/>
                    <a:pt x="188" y="592919"/>
                  </a:cubicBezTo>
                  <a:cubicBezTo>
                    <a:pt x="188" y="607121"/>
                    <a:pt x="13858" y="618816"/>
                    <a:pt x="30536" y="618816"/>
                  </a:cubicBezTo>
                  <a:cubicBezTo>
                    <a:pt x="72092" y="618816"/>
                    <a:pt x="87676" y="553656"/>
                    <a:pt x="107087" y="472902"/>
                  </a:cubicBezTo>
                  <a:cubicBezTo>
                    <a:pt x="128139" y="384908"/>
                    <a:pt x="145910" y="296078"/>
                    <a:pt x="160674" y="206692"/>
                  </a:cubicBezTo>
                  <a:cubicBezTo>
                    <a:pt x="170789" y="147379"/>
                    <a:pt x="180905" y="91687"/>
                    <a:pt x="190201" y="55765"/>
                  </a:cubicBezTo>
                  <a:cubicBezTo>
                    <a:pt x="193482" y="42121"/>
                    <a:pt x="202777" y="6199"/>
                    <a:pt x="213440" y="6199"/>
                  </a:cubicBezTo>
                  <a:cubicBezTo>
                    <a:pt x="221915" y="6199"/>
                    <a:pt x="228750" y="11490"/>
                    <a:pt x="229844" y="12604"/>
                  </a:cubicBezTo>
                  <a:cubicBezTo>
                    <a:pt x="220822" y="13161"/>
                    <a:pt x="216174" y="19287"/>
                    <a:pt x="216174" y="26248"/>
                  </a:cubicBezTo>
                  <a:cubicBezTo>
                    <a:pt x="216174" y="35438"/>
                    <a:pt x="223009" y="39893"/>
                    <a:pt x="229297" y="39893"/>
                  </a:cubicBezTo>
                  <a:cubicBezTo>
                    <a:pt x="235858" y="39893"/>
                    <a:pt x="242693" y="35716"/>
                    <a:pt x="242693" y="25970"/>
                  </a:cubicBezTo>
                  <a:cubicBezTo>
                    <a:pt x="242693" y="10933"/>
                    <a:pt x="227930" y="73"/>
                    <a:pt x="212893" y="73"/>
                  </a:cubicBezTo>
                  <a:cubicBezTo>
                    <a:pt x="192115" y="73"/>
                    <a:pt x="176804" y="30425"/>
                    <a:pt x="161767" y="87232"/>
                  </a:cubicBezTo>
                  <a:cubicBezTo>
                    <a:pt x="160947" y="90295"/>
                    <a:pt x="123765" y="230083"/>
                    <a:pt x="93691" y="412197"/>
                  </a:cubicBezTo>
                  <a:cubicBezTo>
                    <a:pt x="86583" y="454802"/>
                    <a:pt x="78654" y="501305"/>
                    <a:pt x="69632" y="540011"/>
                  </a:cubicBezTo>
                  <a:cubicBezTo>
                    <a:pt x="64711" y="560339"/>
                    <a:pt x="52134" y="612690"/>
                    <a:pt x="29989" y="612690"/>
                  </a:cubicBezTo>
                  <a:cubicBezTo>
                    <a:pt x="20147" y="612690"/>
                    <a:pt x="13585" y="606285"/>
                    <a:pt x="13312" y="606285"/>
                  </a:cubicBezTo>
                  <a:close/>
                </a:path>
              </a:pathLst>
            </a:custGeom>
            <a:solidFill>
              <a:srgbClr val="FFFFFF"/>
            </a:solidFill>
            <a:ln w="274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68C976EA-42F4-F572-98BB-5B4E37BF67B8}"/>
                </a:ext>
              </a:extLst>
            </p:cNvPr>
            <p:cNvSpPr/>
            <p:nvPr>
              <p:custDataLst>
                <p:tags r:id="rId281"/>
              </p:custDataLst>
            </p:nvPr>
          </p:nvSpPr>
          <p:spPr>
            <a:xfrm>
              <a:off x="8588621" y="4837045"/>
              <a:ext cx="106552" cy="103488"/>
            </a:xfrm>
            <a:custGeom>
              <a:avLst/>
              <a:gdLst>
                <a:gd name="connsiteX0" fmla="*/ 96635 w 106552"/>
                <a:gd name="connsiteY0" fmla="*/ 75633 h 103488"/>
                <a:gd name="connsiteX1" fmla="*/ 91689 w 106552"/>
                <a:gd name="connsiteY1" fmla="*/ 81815 h 103488"/>
                <a:gd name="connsiteX2" fmla="*/ 81349 w 106552"/>
                <a:gd name="connsiteY2" fmla="*/ 90973 h 103488"/>
                <a:gd name="connsiteX3" fmla="*/ 74380 w 106552"/>
                <a:gd name="connsiteY3" fmla="*/ 81586 h 103488"/>
                <a:gd name="connsiteX4" fmla="*/ 73481 w 106552"/>
                <a:gd name="connsiteY4" fmla="*/ 77694 h 103488"/>
                <a:gd name="connsiteX5" fmla="*/ 65388 w 106552"/>
                <a:gd name="connsiteY5" fmla="*/ 40602 h 103488"/>
                <a:gd name="connsiteX6" fmla="*/ 87418 w 106552"/>
                <a:gd name="connsiteY6" fmla="*/ 12899 h 103488"/>
                <a:gd name="connsiteX7" fmla="*/ 92813 w 106552"/>
                <a:gd name="connsiteY7" fmla="*/ 14730 h 103488"/>
                <a:gd name="connsiteX8" fmla="*/ 98883 w 106552"/>
                <a:gd name="connsiteY8" fmla="*/ 16791 h 103488"/>
                <a:gd name="connsiteX9" fmla="*/ 106751 w 106552"/>
                <a:gd name="connsiteY9" fmla="*/ 8548 h 103488"/>
                <a:gd name="connsiteX10" fmla="*/ 97534 w 106552"/>
                <a:gd name="connsiteY10" fmla="*/ 77 h 103488"/>
                <a:gd name="connsiteX11" fmla="*/ 63590 w 106552"/>
                <a:gd name="connsiteY11" fmla="*/ 32818 h 103488"/>
                <a:gd name="connsiteX12" fmla="*/ 61117 w 106552"/>
                <a:gd name="connsiteY12" fmla="*/ 20225 h 103488"/>
                <a:gd name="connsiteX13" fmla="*/ 49428 w 106552"/>
                <a:gd name="connsiteY13" fmla="*/ 77 h 103488"/>
                <a:gd name="connsiteX14" fmla="*/ 23127 w 106552"/>
                <a:gd name="connsiteY14" fmla="*/ 6717 h 103488"/>
                <a:gd name="connsiteX15" fmla="*/ 20654 w 106552"/>
                <a:gd name="connsiteY15" fmla="*/ 7633 h 103488"/>
                <a:gd name="connsiteX16" fmla="*/ 21553 w 106552"/>
                <a:gd name="connsiteY16" fmla="*/ 11067 h 103488"/>
                <a:gd name="connsiteX17" fmla="*/ 34142 w 106552"/>
                <a:gd name="connsiteY17" fmla="*/ 8548 h 103488"/>
                <a:gd name="connsiteX18" fmla="*/ 44258 w 106552"/>
                <a:gd name="connsiteY18" fmla="*/ 24346 h 103488"/>
                <a:gd name="connsiteX19" fmla="*/ 50777 w 106552"/>
                <a:gd name="connsiteY19" fmla="*/ 52508 h 103488"/>
                <a:gd name="connsiteX20" fmla="*/ 32343 w 106552"/>
                <a:gd name="connsiteY20" fmla="*/ 79296 h 103488"/>
                <a:gd name="connsiteX21" fmla="*/ 20879 w 106552"/>
                <a:gd name="connsiteY21" fmla="*/ 90286 h 103488"/>
                <a:gd name="connsiteX22" fmla="*/ 15034 w 106552"/>
                <a:gd name="connsiteY22" fmla="*/ 88226 h 103488"/>
                <a:gd name="connsiteX23" fmla="*/ 7841 w 106552"/>
                <a:gd name="connsiteY23" fmla="*/ 85936 h 103488"/>
                <a:gd name="connsiteX24" fmla="*/ 198 w 106552"/>
                <a:gd name="connsiteY24" fmla="*/ 93950 h 103488"/>
                <a:gd name="connsiteX25" fmla="*/ 11438 w 106552"/>
                <a:gd name="connsiteY25" fmla="*/ 103566 h 103488"/>
                <a:gd name="connsiteX26" fmla="*/ 32343 w 106552"/>
                <a:gd name="connsiteY26" fmla="*/ 87539 h 103488"/>
                <a:gd name="connsiteX27" fmla="*/ 52575 w 106552"/>
                <a:gd name="connsiteY27" fmla="*/ 60751 h 103488"/>
                <a:gd name="connsiteX28" fmla="*/ 59319 w 106552"/>
                <a:gd name="connsiteY28" fmla="*/ 88226 h 103488"/>
                <a:gd name="connsiteX29" fmla="*/ 72357 w 106552"/>
                <a:gd name="connsiteY29" fmla="*/ 103566 h 103488"/>
                <a:gd name="connsiteX30" fmla="*/ 99782 w 106552"/>
                <a:gd name="connsiteY30" fmla="*/ 77465 h 103488"/>
                <a:gd name="connsiteX31" fmla="*/ 96635 w 106552"/>
                <a:gd name="connsiteY31" fmla="*/ 75633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35" y="75633"/>
                  </a:moveTo>
                  <a:cubicBezTo>
                    <a:pt x="94836" y="77694"/>
                    <a:pt x="93712" y="79067"/>
                    <a:pt x="91689" y="81815"/>
                  </a:cubicBezTo>
                  <a:cubicBezTo>
                    <a:pt x="86519" y="88684"/>
                    <a:pt x="83821" y="90973"/>
                    <a:pt x="81349" y="90973"/>
                  </a:cubicBezTo>
                  <a:cubicBezTo>
                    <a:pt x="77977" y="90973"/>
                    <a:pt x="75954" y="87997"/>
                    <a:pt x="74380" y="81586"/>
                  </a:cubicBezTo>
                  <a:cubicBezTo>
                    <a:pt x="73931" y="79754"/>
                    <a:pt x="73706" y="78380"/>
                    <a:pt x="73481" y="77694"/>
                  </a:cubicBezTo>
                  <a:cubicBezTo>
                    <a:pt x="67861" y="54569"/>
                    <a:pt x="65388" y="44037"/>
                    <a:pt x="65388" y="40602"/>
                  </a:cubicBezTo>
                  <a:cubicBezTo>
                    <a:pt x="75279" y="22973"/>
                    <a:pt x="83372" y="12899"/>
                    <a:pt x="87418" y="12899"/>
                  </a:cubicBezTo>
                  <a:cubicBezTo>
                    <a:pt x="88767" y="12899"/>
                    <a:pt x="90565" y="13585"/>
                    <a:pt x="92813" y="14730"/>
                  </a:cubicBezTo>
                  <a:cubicBezTo>
                    <a:pt x="95511" y="16333"/>
                    <a:pt x="97084" y="16791"/>
                    <a:pt x="98883" y="16791"/>
                  </a:cubicBezTo>
                  <a:cubicBezTo>
                    <a:pt x="103603" y="16791"/>
                    <a:pt x="106751" y="13356"/>
                    <a:pt x="106751" y="8548"/>
                  </a:cubicBezTo>
                  <a:cubicBezTo>
                    <a:pt x="106751" y="3740"/>
                    <a:pt x="102929" y="77"/>
                    <a:pt x="97534" y="77"/>
                  </a:cubicBezTo>
                  <a:cubicBezTo>
                    <a:pt x="87643" y="77"/>
                    <a:pt x="79101" y="8319"/>
                    <a:pt x="63590" y="32818"/>
                  </a:cubicBezTo>
                  <a:lnTo>
                    <a:pt x="61117" y="20225"/>
                  </a:lnTo>
                  <a:cubicBezTo>
                    <a:pt x="57970" y="4656"/>
                    <a:pt x="55497" y="77"/>
                    <a:pt x="49428" y="77"/>
                  </a:cubicBezTo>
                  <a:cubicBezTo>
                    <a:pt x="44482" y="77"/>
                    <a:pt x="36839" y="2138"/>
                    <a:pt x="23127" y="6717"/>
                  </a:cubicBezTo>
                  <a:lnTo>
                    <a:pt x="20654" y="7633"/>
                  </a:lnTo>
                  <a:lnTo>
                    <a:pt x="21553" y="11067"/>
                  </a:lnTo>
                  <a:cubicBezTo>
                    <a:pt x="30096" y="9006"/>
                    <a:pt x="32119" y="8548"/>
                    <a:pt x="34142" y="8548"/>
                  </a:cubicBezTo>
                  <a:cubicBezTo>
                    <a:pt x="39762" y="8548"/>
                    <a:pt x="41110" y="10609"/>
                    <a:pt x="44258" y="24346"/>
                  </a:cubicBezTo>
                  <a:lnTo>
                    <a:pt x="50777" y="52508"/>
                  </a:lnTo>
                  <a:lnTo>
                    <a:pt x="32343" y="79296"/>
                  </a:lnTo>
                  <a:cubicBezTo>
                    <a:pt x="27848" y="86165"/>
                    <a:pt x="23352" y="90286"/>
                    <a:pt x="20879" y="90286"/>
                  </a:cubicBezTo>
                  <a:cubicBezTo>
                    <a:pt x="19530" y="90286"/>
                    <a:pt x="17282" y="89599"/>
                    <a:pt x="15034" y="88226"/>
                  </a:cubicBezTo>
                  <a:cubicBezTo>
                    <a:pt x="12112" y="86623"/>
                    <a:pt x="9639" y="85936"/>
                    <a:pt x="7841" y="85936"/>
                  </a:cubicBezTo>
                  <a:cubicBezTo>
                    <a:pt x="3570" y="85936"/>
                    <a:pt x="198" y="89370"/>
                    <a:pt x="198" y="93950"/>
                  </a:cubicBezTo>
                  <a:cubicBezTo>
                    <a:pt x="198" y="99902"/>
                    <a:pt x="4694" y="103566"/>
                    <a:pt x="11438" y="103566"/>
                  </a:cubicBezTo>
                  <a:cubicBezTo>
                    <a:pt x="18406" y="103566"/>
                    <a:pt x="21104" y="101505"/>
                    <a:pt x="32343" y="87539"/>
                  </a:cubicBezTo>
                  <a:cubicBezTo>
                    <a:pt x="38413" y="80212"/>
                    <a:pt x="43134" y="74030"/>
                    <a:pt x="52575" y="60751"/>
                  </a:cubicBezTo>
                  <a:lnTo>
                    <a:pt x="59319" y="88226"/>
                  </a:lnTo>
                  <a:cubicBezTo>
                    <a:pt x="62241" y="99902"/>
                    <a:pt x="65164" y="103566"/>
                    <a:pt x="72357" y="103566"/>
                  </a:cubicBezTo>
                  <a:cubicBezTo>
                    <a:pt x="80899" y="103566"/>
                    <a:pt x="86744" y="98071"/>
                    <a:pt x="99782" y="77465"/>
                  </a:cubicBezTo>
                  <a:lnTo>
                    <a:pt x="96635" y="75633"/>
                  </a:lnTo>
                  <a:close/>
                </a:path>
              </a:pathLst>
            </a:custGeom>
            <a:solidFill>
              <a:srgbClr val="FFFFFF"/>
            </a:solidFill>
            <a:ln w="30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4750FE6A-6899-22E3-FD28-93ACA984B6B5}"/>
                </a:ext>
              </a:extLst>
            </p:cNvPr>
            <p:cNvSpPr/>
            <p:nvPr>
              <p:custDataLst>
                <p:tags r:id="rId282"/>
              </p:custDataLst>
            </p:nvPr>
          </p:nvSpPr>
          <p:spPr>
            <a:xfrm>
              <a:off x="8702710" y="4858126"/>
              <a:ext cx="70901" cy="128092"/>
            </a:xfrm>
            <a:custGeom>
              <a:avLst/>
              <a:gdLst>
                <a:gd name="connsiteX0" fmla="*/ 20249 w 70901"/>
                <a:gd name="connsiteY0" fmla="*/ 64312 h 128092"/>
                <a:gd name="connsiteX1" fmla="*/ 39570 w 70901"/>
                <a:gd name="connsiteY1" fmla="*/ 66354 h 128092"/>
                <a:gd name="connsiteX2" fmla="*/ 57979 w 70901"/>
                <a:gd name="connsiteY2" fmla="*/ 93829 h 128092"/>
                <a:gd name="connsiteX3" fmla="*/ 34102 w 70901"/>
                <a:gd name="connsiteY3" fmla="*/ 121489 h 128092"/>
                <a:gd name="connsiteX4" fmla="*/ 18791 w 70901"/>
                <a:gd name="connsiteY4" fmla="*/ 115734 h 128092"/>
                <a:gd name="connsiteX5" fmla="*/ 7126 w 70901"/>
                <a:gd name="connsiteY5" fmla="*/ 111093 h 128092"/>
                <a:gd name="connsiteX6" fmla="*/ 200 w 70901"/>
                <a:gd name="connsiteY6" fmla="*/ 117591 h 128092"/>
                <a:gd name="connsiteX7" fmla="*/ 20796 w 70901"/>
                <a:gd name="connsiteY7" fmla="*/ 128172 h 128092"/>
                <a:gd name="connsiteX8" fmla="*/ 57796 w 70901"/>
                <a:gd name="connsiteY8" fmla="*/ 115734 h 128092"/>
                <a:gd name="connsiteX9" fmla="*/ 71102 w 70901"/>
                <a:gd name="connsiteY9" fmla="*/ 84918 h 128092"/>
                <a:gd name="connsiteX10" fmla="*/ 62900 w 70901"/>
                <a:gd name="connsiteY10" fmla="*/ 60970 h 128092"/>
                <a:gd name="connsiteX11" fmla="*/ 47772 w 70901"/>
                <a:gd name="connsiteY11" fmla="*/ 51131 h 128092"/>
                <a:gd name="connsiteX12" fmla="*/ 64905 w 70901"/>
                <a:gd name="connsiteY12" fmla="*/ 25513 h 128092"/>
                <a:gd name="connsiteX13" fmla="*/ 36471 w 70901"/>
                <a:gd name="connsiteY13" fmla="*/ 80 h 128092"/>
                <a:gd name="connsiteX14" fmla="*/ 12777 w 70901"/>
                <a:gd name="connsiteY14" fmla="*/ 9176 h 128092"/>
                <a:gd name="connsiteX15" fmla="*/ 565 w 70901"/>
                <a:gd name="connsiteY15" fmla="*/ 30154 h 128092"/>
                <a:gd name="connsiteX16" fmla="*/ 3299 w 70901"/>
                <a:gd name="connsiteY16" fmla="*/ 30896 h 128092"/>
                <a:gd name="connsiteX17" fmla="*/ 30456 w 70901"/>
                <a:gd name="connsiteY17" fmla="*/ 11218 h 128092"/>
                <a:gd name="connsiteX18" fmla="*/ 50506 w 70901"/>
                <a:gd name="connsiteY18" fmla="*/ 31082 h 128092"/>
                <a:gd name="connsiteX19" fmla="*/ 43215 w 70901"/>
                <a:gd name="connsiteY19" fmla="*/ 49089 h 128092"/>
                <a:gd name="connsiteX20" fmla="*/ 20249 w 70901"/>
                <a:gd name="connsiteY20" fmla="*/ 61898 h 128092"/>
                <a:gd name="connsiteX21" fmla="*/ 20249 w 70901"/>
                <a:gd name="connsiteY21" fmla="*/ 64312 h 12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0901" h="128092">
                  <a:moveTo>
                    <a:pt x="20249" y="64312"/>
                  </a:moveTo>
                  <a:cubicBezTo>
                    <a:pt x="31003" y="64312"/>
                    <a:pt x="35195" y="64683"/>
                    <a:pt x="39570" y="66354"/>
                  </a:cubicBezTo>
                  <a:cubicBezTo>
                    <a:pt x="50870" y="70438"/>
                    <a:pt x="57979" y="81019"/>
                    <a:pt x="57979" y="93829"/>
                  </a:cubicBezTo>
                  <a:cubicBezTo>
                    <a:pt x="57979" y="109423"/>
                    <a:pt x="47589" y="121489"/>
                    <a:pt x="34102" y="121489"/>
                  </a:cubicBezTo>
                  <a:cubicBezTo>
                    <a:pt x="29180" y="121489"/>
                    <a:pt x="25535" y="120190"/>
                    <a:pt x="18791" y="115734"/>
                  </a:cubicBezTo>
                  <a:cubicBezTo>
                    <a:pt x="13323" y="112393"/>
                    <a:pt x="10225" y="111093"/>
                    <a:pt x="7126" y="111093"/>
                  </a:cubicBezTo>
                  <a:cubicBezTo>
                    <a:pt x="2934" y="111093"/>
                    <a:pt x="200" y="113692"/>
                    <a:pt x="200" y="117591"/>
                  </a:cubicBezTo>
                  <a:cubicBezTo>
                    <a:pt x="200" y="124088"/>
                    <a:pt x="8038" y="128172"/>
                    <a:pt x="20796" y="128172"/>
                  </a:cubicBezTo>
                  <a:cubicBezTo>
                    <a:pt x="34831" y="128172"/>
                    <a:pt x="49230" y="123346"/>
                    <a:pt x="57796" y="115734"/>
                  </a:cubicBezTo>
                  <a:cubicBezTo>
                    <a:pt x="66363" y="108123"/>
                    <a:pt x="71102" y="97356"/>
                    <a:pt x="71102" y="84918"/>
                  </a:cubicBezTo>
                  <a:cubicBezTo>
                    <a:pt x="71102" y="75450"/>
                    <a:pt x="68185" y="66725"/>
                    <a:pt x="62900" y="60970"/>
                  </a:cubicBezTo>
                  <a:cubicBezTo>
                    <a:pt x="59254" y="56886"/>
                    <a:pt x="55791" y="54658"/>
                    <a:pt x="47772" y="51131"/>
                  </a:cubicBezTo>
                  <a:cubicBezTo>
                    <a:pt x="60348" y="42406"/>
                    <a:pt x="64905" y="35537"/>
                    <a:pt x="64905" y="25513"/>
                  </a:cubicBezTo>
                  <a:cubicBezTo>
                    <a:pt x="64905" y="10476"/>
                    <a:pt x="53240" y="80"/>
                    <a:pt x="36471" y="80"/>
                  </a:cubicBezTo>
                  <a:cubicBezTo>
                    <a:pt x="27358" y="80"/>
                    <a:pt x="19338" y="3236"/>
                    <a:pt x="12777" y="9176"/>
                  </a:cubicBezTo>
                  <a:cubicBezTo>
                    <a:pt x="7309" y="14188"/>
                    <a:pt x="4575" y="19015"/>
                    <a:pt x="565" y="30154"/>
                  </a:cubicBezTo>
                  <a:lnTo>
                    <a:pt x="3299" y="30896"/>
                  </a:lnTo>
                  <a:cubicBezTo>
                    <a:pt x="10772" y="17344"/>
                    <a:pt x="18974" y="11218"/>
                    <a:pt x="30456" y="11218"/>
                  </a:cubicBezTo>
                  <a:cubicBezTo>
                    <a:pt x="42304" y="11218"/>
                    <a:pt x="50506" y="19386"/>
                    <a:pt x="50506" y="31082"/>
                  </a:cubicBezTo>
                  <a:cubicBezTo>
                    <a:pt x="50506" y="37765"/>
                    <a:pt x="47772" y="44448"/>
                    <a:pt x="43215" y="49089"/>
                  </a:cubicBezTo>
                  <a:cubicBezTo>
                    <a:pt x="37747" y="54658"/>
                    <a:pt x="32644" y="57443"/>
                    <a:pt x="20249" y="61898"/>
                  </a:cubicBezTo>
                  <a:lnTo>
                    <a:pt x="20249" y="64312"/>
                  </a:lnTo>
                  <a:close/>
                </a:path>
              </a:pathLst>
            </a:custGeom>
            <a:solidFill>
              <a:srgbClr val="FFFFFF"/>
            </a:solidFill>
            <a:ln w="18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1DBF9742-966C-CCEF-BEEC-C2EF21E69933}"/>
                </a:ext>
              </a:extLst>
            </p:cNvPr>
            <p:cNvSpPr/>
            <p:nvPr>
              <p:custDataLst>
                <p:tags r:id="rId283"/>
              </p:custDataLst>
            </p:nvPr>
          </p:nvSpPr>
          <p:spPr>
            <a:xfrm>
              <a:off x="8466960" y="5380641"/>
              <a:ext cx="106552" cy="103488"/>
            </a:xfrm>
            <a:custGeom>
              <a:avLst/>
              <a:gdLst>
                <a:gd name="connsiteX0" fmla="*/ 96631 w 106552"/>
                <a:gd name="connsiteY0" fmla="*/ 75650 h 103488"/>
                <a:gd name="connsiteX1" fmla="*/ 91685 w 106552"/>
                <a:gd name="connsiteY1" fmla="*/ 81832 h 103488"/>
                <a:gd name="connsiteX2" fmla="*/ 81345 w 106552"/>
                <a:gd name="connsiteY2" fmla="*/ 90991 h 103488"/>
                <a:gd name="connsiteX3" fmla="*/ 74376 w 106552"/>
                <a:gd name="connsiteY3" fmla="*/ 81603 h 103488"/>
                <a:gd name="connsiteX4" fmla="*/ 73477 w 106552"/>
                <a:gd name="connsiteY4" fmla="*/ 77711 h 103488"/>
                <a:gd name="connsiteX5" fmla="*/ 65384 w 106552"/>
                <a:gd name="connsiteY5" fmla="*/ 40620 h 103488"/>
                <a:gd name="connsiteX6" fmla="*/ 87414 w 106552"/>
                <a:gd name="connsiteY6" fmla="*/ 12916 h 103488"/>
                <a:gd name="connsiteX7" fmla="*/ 92809 w 106552"/>
                <a:gd name="connsiteY7" fmla="*/ 14748 h 103488"/>
                <a:gd name="connsiteX8" fmla="*/ 98879 w 106552"/>
                <a:gd name="connsiteY8" fmla="*/ 16808 h 103488"/>
                <a:gd name="connsiteX9" fmla="*/ 106747 w 106552"/>
                <a:gd name="connsiteY9" fmla="*/ 8566 h 103488"/>
                <a:gd name="connsiteX10" fmla="*/ 97530 w 106552"/>
                <a:gd name="connsiteY10" fmla="*/ 94 h 103488"/>
                <a:gd name="connsiteX11" fmla="*/ 63586 w 106552"/>
                <a:gd name="connsiteY11" fmla="*/ 32835 h 103488"/>
                <a:gd name="connsiteX12" fmla="*/ 61113 w 106552"/>
                <a:gd name="connsiteY12" fmla="*/ 20243 h 103488"/>
                <a:gd name="connsiteX13" fmla="*/ 49424 w 106552"/>
                <a:gd name="connsiteY13" fmla="*/ 94 h 103488"/>
                <a:gd name="connsiteX14" fmla="*/ 23123 w 106552"/>
                <a:gd name="connsiteY14" fmla="*/ 6734 h 103488"/>
                <a:gd name="connsiteX15" fmla="*/ 20650 w 106552"/>
                <a:gd name="connsiteY15" fmla="*/ 7650 h 103488"/>
                <a:gd name="connsiteX16" fmla="*/ 21549 w 106552"/>
                <a:gd name="connsiteY16" fmla="*/ 11084 h 103488"/>
                <a:gd name="connsiteX17" fmla="*/ 34138 w 106552"/>
                <a:gd name="connsiteY17" fmla="*/ 8566 h 103488"/>
                <a:gd name="connsiteX18" fmla="*/ 44254 w 106552"/>
                <a:gd name="connsiteY18" fmla="*/ 24364 h 103488"/>
                <a:gd name="connsiteX19" fmla="*/ 50773 w 106552"/>
                <a:gd name="connsiteY19" fmla="*/ 52526 h 103488"/>
                <a:gd name="connsiteX20" fmla="*/ 32339 w 106552"/>
                <a:gd name="connsiteY20" fmla="*/ 79314 h 103488"/>
                <a:gd name="connsiteX21" fmla="*/ 20875 w 106552"/>
                <a:gd name="connsiteY21" fmla="*/ 90304 h 103488"/>
                <a:gd name="connsiteX22" fmla="*/ 15030 w 106552"/>
                <a:gd name="connsiteY22" fmla="*/ 88243 h 103488"/>
                <a:gd name="connsiteX23" fmla="*/ 7837 w 106552"/>
                <a:gd name="connsiteY23" fmla="*/ 85953 h 103488"/>
                <a:gd name="connsiteX24" fmla="*/ 194 w 106552"/>
                <a:gd name="connsiteY24" fmla="*/ 93967 h 103488"/>
                <a:gd name="connsiteX25" fmla="*/ 11434 w 106552"/>
                <a:gd name="connsiteY25" fmla="*/ 103583 h 103488"/>
                <a:gd name="connsiteX26" fmla="*/ 32339 w 106552"/>
                <a:gd name="connsiteY26" fmla="*/ 87556 h 103488"/>
                <a:gd name="connsiteX27" fmla="*/ 52571 w 106552"/>
                <a:gd name="connsiteY27" fmla="*/ 60768 h 103488"/>
                <a:gd name="connsiteX28" fmla="*/ 59315 w 106552"/>
                <a:gd name="connsiteY28" fmla="*/ 88243 h 103488"/>
                <a:gd name="connsiteX29" fmla="*/ 72353 w 106552"/>
                <a:gd name="connsiteY29" fmla="*/ 103583 h 103488"/>
                <a:gd name="connsiteX30" fmla="*/ 99778 w 106552"/>
                <a:gd name="connsiteY30" fmla="*/ 77482 h 103488"/>
                <a:gd name="connsiteX31" fmla="*/ 96631 w 106552"/>
                <a:gd name="connsiteY31" fmla="*/ 75650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31" y="75650"/>
                  </a:moveTo>
                  <a:cubicBezTo>
                    <a:pt x="94832" y="77711"/>
                    <a:pt x="93708" y="79085"/>
                    <a:pt x="91685" y="81832"/>
                  </a:cubicBezTo>
                  <a:cubicBezTo>
                    <a:pt x="86515" y="88701"/>
                    <a:pt x="83818" y="90991"/>
                    <a:pt x="81345" y="90991"/>
                  </a:cubicBezTo>
                  <a:cubicBezTo>
                    <a:pt x="77973" y="90991"/>
                    <a:pt x="75950" y="88014"/>
                    <a:pt x="74376" y="81603"/>
                  </a:cubicBezTo>
                  <a:cubicBezTo>
                    <a:pt x="73927" y="79772"/>
                    <a:pt x="73702" y="78398"/>
                    <a:pt x="73477" y="77711"/>
                  </a:cubicBezTo>
                  <a:cubicBezTo>
                    <a:pt x="67857" y="54586"/>
                    <a:pt x="65384" y="44054"/>
                    <a:pt x="65384" y="40620"/>
                  </a:cubicBezTo>
                  <a:cubicBezTo>
                    <a:pt x="75275" y="22990"/>
                    <a:pt x="83368" y="12916"/>
                    <a:pt x="87414" y="12916"/>
                  </a:cubicBezTo>
                  <a:cubicBezTo>
                    <a:pt x="88763" y="12916"/>
                    <a:pt x="90561" y="13603"/>
                    <a:pt x="92809" y="14748"/>
                  </a:cubicBezTo>
                  <a:cubicBezTo>
                    <a:pt x="95507" y="16350"/>
                    <a:pt x="97080" y="16808"/>
                    <a:pt x="98879" y="16808"/>
                  </a:cubicBezTo>
                  <a:cubicBezTo>
                    <a:pt x="103599" y="16808"/>
                    <a:pt x="106747" y="13374"/>
                    <a:pt x="106747" y="8566"/>
                  </a:cubicBezTo>
                  <a:cubicBezTo>
                    <a:pt x="106747" y="3758"/>
                    <a:pt x="102925" y="94"/>
                    <a:pt x="97530" y="94"/>
                  </a:cubicBezTo>
                  <a:cubicBezTo>
                    <a:pt x="87639" y="94"/>
                    <a:pt x="79097" y="8337"/>
                    <a:pt x="63586" y="32835"/>
                  </a:cubicBezTo>
                  <a:lnTo>
                    <a:pt x="61113" y="20243"/>
                  </a:lnTo>
                  <a:cubicBezTo>
                    <a:pt x="57966" y="4674"/>
                    <a:pt x="55493" y="94"/>
                    <a:pt x="49424" y="94"/>
                  </a:cubicBezTo>
                  <a:cubicBezTo>
                    <a:pt x="44478" y="94"/>
                    <a:pt x="36835" y="2155"/>
                    <a:pt x="23123" y="6734"/>
                  </a:cubicBezTo>
                  <a:lnTo>
                    <a:pt x="20650" y="7650"/>
                  </a:lnTo>
                  <a:lnTo>
                    <a:pt x="21549" y="11084"/>
                  </a:lnTo>
                  <a:cubicBezTo>
                    <a:pt x="30092" y="9024"/>
                    <a:pt x="32115" y="8566"/>
                    <a:pt x="34138" y="8566"/>
                  </a:cubicBezTo>
                  <a:cubicBezTo>
                    <a:pt x="39758" y="8566"/>
                    <a:pt x="41107" y="10626"/>
                    <a:pt x="44254" y="24364"/>
                  </a:cubicBezTo>
                  <a:lnTo>
                    <a:pt x="50773" y="52526"/>
                  </a:lnTo>
                  <a:lnTo>
                    <a:pt x="32339" y="79314"/>
                  </a:lnTo>
                  <a:cubicBezTo>
                    <a:pt x="27844" y="86182"/>
                    <a:pt x="23348" y="90304"/>
                    <a:pt x="20875" y="90304"/>
                  </a:cubicBezTo>
                  <a:cubicBezTo>
                    <a:pt x="19526" y="90304"/>
                    <a:pt x="17278" y="89617"/>
                    <a:pt x="15030" y="88243"/>
                  </a:cubicBezTo>
                  <a:cubicBezTo>
                    <a:pt x="12108" y="86640"/>
                    <a:pt x="9635" y="85953"/>
                    <a:pt x="7837" y="85953"/>
                  </a:cubicBezTo>
                  <a:cubicBezTo>
                    <a:pt x="3566" y="85953"/>
                    <a:pt x="194" y="89388"/>
                    <a:pt x="194" y="93967"/>
                  </a:cubicBezTo>
                  <a:cubicBezTo>
                    <a:pt x="194" y="99920"/>
                    <a:pt x="4690" y="103583"/>
                    <a:pt x="11434" y="103583"/>
                  </a:cubicBezTo>
                  <a:cubicBezTo>
                    <a:pt x="18402" y="103583"/>
                    <a:pt x="21100" y="101523"/>
                    <a:pt x="32339" y="87556"/>
                  </a:cubicBezTo>
                  <a:cubicBezTo>
                    <a:pt x="38409" y="80230"/>
                    <a:pt x="43130" y="74048"/>
                    <a:pt x="52571" y="60768"/>
                  </a:cubicBezTo>
                  <a:lnTo>
                    <a:pt x="59315" y="88243"/>
                  </a:lnTo>
                  <a:cubicBezTo>
                    <a:pt x="62237" y="99920"/>
                    <a:pt x="65160" y="103583"/>
                    <a:pt x="72353" y="103583"/>
                  </a:cubicBezTo>
                  <a:cubicBezTo>
                    <a:pt x="80895" y="103583"/>
                    <a:pt x="86740" y="98088"/>
                    <a:pt x="99778" y="77482"/>
                  </a:cubicBezTo>
                  <a:lnTo>
                    <a:pt x="96631" y="75650"/>
                  </a:lnTo>
                  <a:close/>
                </a:path>
              </a:pathLst>
            </a:custGeom>
            <a:solidFill>
              <a:srgbClr val="FFFFFF"/>
            </a:solidFill>
            <a:ln w="30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FF4E51BE-BBF9-2D54-CEB5-14CAE9708F5E}"/>
                </a:ext>
              </a:extLst>
            </p:cNvPr>
            <p:cNvSpPr/>
            <p:nvPr>
              <p:custDataLst>
                <p:tags r:id="rId284"/>
              </p:custDataLst>
            </p:nvPr>
          </p:nvSpPr>
          <p:spPr>
            <a:xfrm>
              <a:off x="8577586" y="5401722"/>
              <a:ext cx="82384" cy="128092"/>
            </a:xfrm>
            <a:custGeom>
              <a:avLst/>
              <a:gdLst>
                <a:gd name="connsiteX0" fmla="*/ 42117 w 82384"/>
                <a:gd name="connsiteY0" fmla="*/ 97 h 128092"/>
                <a:gd name="connsiteX1" fmla="*/ 17694 w 82384"/>
                <a:gd name="connsiteY1" fmla="*/ 9751 h 128092"/>
                <a:gd name="connsiteX2" fmla="*/ 196 w 82384"/>
                <a:gd name="connsiteY2" fmla="*/ 63215 h 128092"/>
                <a:gd name="connsiteX3" fmla="*/ 14777 w 82384"/>
                <a:gd name="connsiteY3" fmla="*/ 115566 h 128092"/>
                <a:gd name="connsiteX4" fmla="*/ 41388 w 82384"/>
                <a:gd name="connsiteY4" fmla="*/ 128190 h 128092"/>
                <a:gd name="connsiteX5" fmla="*/ 65083 w 82384"/>
                <a:gd name="connsiteY5" fmla="*/ 118536 h 128092"/>
                <a:gd name="connsiteX6" fmla="*/ 82580 w 82384"/>
                <a:gd name="connsiteY6" fmla="*/ 64329 h 128092"/>
                <a:gd name="connsiteX7" fmla="*/ 42117 w 82384"/>
                <a:gd name="connsiteY7" fmla="*/ 97 h 128092"/>
                <a:gd name="connsiteX8" fmla="*/ 41571 w 82384"/>
                <a:gd name="connsiteY8" fmla="*/ 4924 h 128092"/>
                <a:gd name="connsiteX9" fmla="*/ 65083 w 82384"/>
                <a:gd name="connsiteY9" fmla="*/ 64700 h 128092"/>
                <a:gd name="connsiteX10" fmla="*/ 41388 w 82384"/>
                <a:gd name="connsiteY10" fmla="*/ 123363 h 128092"/>
                <a:gd name="connsiteX11" fmla="*/ 17694 w 82384"/>
                <a:gd name="connsiteY11" fmla="*/ 64886 h 128092"/>
                <a:gd name="connsiteX12" fmla="*/ 41571 w 82384"/>
                <a:gd name="connsiteY12" fmla="*/ 4924 h 12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384" h="128092">
                  <a:moveTo>
                    <a:pt x="42117" y="97"/>
                  </a:moveTo>
                  <a:cubicBezTo>
                    <a:pt x="32093" y="97"/>
                    <a:pt x="24438" y="3253"/>
                    <a:pt x="17694" y="9751"/>
                  </a:cubicBezTo>
                  <a:cubicBezTo>
                    <a:pt x="7122" y="20146"/>
                    <a:pt x="196" y="41495"/>
                    <a:pt x="196" y="63215"/>
                  </a:cubicBezTo>
                  <a:cubicBezTo>
                    <a:pt x="196" y="83450"/>
                    <a:pt x="6211" y="105170"/>
                    <a:pt x="14777" y="115566"/>
                  </a:cubicBezTo>
                  <a:cubicBezTo>
                    <a:pt x="21521" y="123734"/>
                    <a:pt x="30817" y="128190"/>
                    <a:pt x="41388" y="128190"/>
                  </a:cubicBezTo>
                  <a:cubicBezTo>
                    <a:pt x="50684" y="128190"/>
                    <a:pt x="58521" y="125034"/>
                    <a:pt x="65083" y="118536"/>
                  </a:cubicBezTo>
                  <a:cubicBezTo>
                    <a:pt x="75654" y="108326"/>
                    <a:pt x="82580" y="86792"/>
                    <a:pt x="82580" y="64329"/>
                  </a:cubicBezTo>
                  <a:cubicBezTo>
                    <a:pt x="82580" y="26273"/>
                    <a:pt x="65994" y="97"/>
                    <a:pt x="42117" y="97"/>
                  </a:cubicBezTo>
                  <a:close/>
                  <a:moveTo>
                    <a:pt x="41571" y="4924"/>
                  </a:moveTo>
                  <a:cubicBezTo>
                    <a:pt x="56881" y="4924"/>
                    <a:pt x="65083" y="25901"/>
                    <a:pt x="65083" y="64700"/>
                  </a:cubicBezTo>
                  <a:cubicBezTo>
                    <a:pt x="65083" y="103499"/>
                    <a:pt x="57063" y="123363"/>
                    <a:pt x="41388" y="123363"/>
                  </a:cubicBezTo>
                  <a:cubicBezTo>
                    <a:pt x="25713" y="123363"/>
                    <a:pt x="17694" y="103499"/>
                    <a:pt x="17694" y="64886"/>
                  </a:cubicBezTo>
                  <a:cubicBezTo>
                    <a:pt x="17694" y="25530"/>
                    <a:pt x="25896" y="4924"/>
                    <a:pt x="41571" y="4924"/>
                  </a:cubicBezTo>
                  <a:close/>
                </a:path>
              </a:pathLst>
            </a:custGeom>
            <a:solidFill>
              <a:srgbClr val="FFFFFF"/>
            </a:solidFill>
            <a:ln w="18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AEF1C67-C5FC-21B7-14B2-410864B8FFB9}"/>
                </a:ext>
              </a:extLst>
            </p:cNvPr>
            <p:cNvSpPr/>
            <p:nvPr>
              <p:custDataLst>
                <p:tags r:id="rId285"/>
              </p:custDataLst>
            </p:nvPr>
          </p:nvSpPr>
          <p:spPr>
            <a:xfrm>
              <a:off x="8851800" y="5027580"/>
              <a:ext cx="173456" cy="273821"/>
            </a:xfrm>
            <a:custGeom>
              <a:avLst/>
              <a:gdLst>
                <a:gd name="connsiteX0" fmla="*/ 55495 w 173456"/>
                <a:gd name="connsiteY0" fmla="*/ 87337 h 273821"/>
                <a:gd name="connsiteX1" fmla="*/ 82835 w 173456"/>
                <a:gd name="connsiteY1" fmla="*/ 87337 h 273821"/>
                <a:gd name="connsiteX2" fmla="*/ 56103 w 173456"/>
                <a:gd name="connsiteY2" fmla="*/ 217286 h 273821"/>
                <a:gd name="connsiteX3" fmla="*/ 26637 w 173456"/>
                <a:gd name="connsiteY3" fmla="*/ 267410 h 273821"/>
                <a:gd name="connsiteX4" fmla="*/ 20561 w 173456"/>
                <a:gd name="connsiteY4" fmla="*/ 262459 h 273821"/>
                <a:gd name="connsiteX5" fmla="*/ 21776 w 173456"/>
                <a:gd name="connsiteY5" fmla="*/ 259056 h 273821"/>
                <a:gd name="connsiteX6" fmla="*/ 23295 w 173456"/>
                <a:gd name="connsiteY6" fmla="*/ 254105 h 273821"/>
                <a:gd name="connsiteX7" fmla="*/ 11448 w 173456"/>
                <a:gd name="connsiteY7" fmla="*/ 242348 h 273821"/>
                <a:gd name="connsiteX8" fmla="*/ 208 w 173456"/>
                <a:gd name="connsiteY8" fmla="*/ 255033 h 273821"/>
                <a:gd name="connsiteX9" fmla="*/ 24206 w 173456"/>
                <a:gd name="connsiteY9" fmla="*/ 273907 h 273821"/>
                <a:gd name="connsiteX10" fmla="*/ 84962 w 173456"/>
                <a:gd name="connsiteY10" fmla="*/ 186346 h 273821"/>
                <a:gd name="connsiteX11" fmla="*/ 106834 w 173456"/>
                <a:gd name="connsiteY11" fmla="*/ 87337 h 273821"/>
                <a:gd name="connsiteX12" fmla="*/ 139945 w 173456"/>
                <a:gd name="connsiteY12" fmla="*/ 87337 h 273821"/>
                <a:gd name="connsiteX13" fmla="*/ 141768 w 173456"/>
                <a:gd name="connsiteY13" fmla="*/ 77437 h 273821"/>
                <a:gd name="connsiteX14" fmla="*/ 108960 w 173456"/>
                <a:gd name="connsiteY14" fmla="*/ 77437 h 273821"/>
                <a:gd name="connsiteX15" fmla="*/ 146021 w 173456"/>
                <a:gd name="connsiteY15" fmla="*/ 6893 h 273821"/>
                <a:gd name="connsiteX16" fmla="*/ 152704 w 173456"/>
                <a:gd name="connsiteY16" fmla="*/ 10606 h 273821"/>
                <a:gd name="connsiteX17" fmla="*/ 151489 w 173456"/>
                <a:gd name="connsiteY17" fmla="*/ 13700 h 273821"/>
                <a:gd name="connsiteX18" fmla="*/ 149666 w 173456"/>
                <a:gd name="connsiteY18" fmla="*/ 20197 h 273821"/>
                <a:gd name="connsiteX19" fmla="*/ 160906 w 173456"/>
                <a:gd name="connsiteY19" fmla="*/ 32573 h 273821"/>
                <a:gd name="connsiteX20" fmla="*/ 173665 w 173456"/>
                <a:gd name="connsiteY20" fmla="*/ 20197 h 273821"/>
                <a:gd name="connsiteX21" fmla="*/ 147540 w 173456"/>
                <a:gd name="connsiteY21" fmla="*/ 86 h 273821"/>
                <a:gd name="connsiteX22" fmla="*/ 109871 w 173456"/>
                <a:gd name="connsiteY22" fmla="*/ 21435 h 273821"/>
                <a:gd name="connsiteX23" fmla="*/ 85569 w 173456"/>
                <a:gd name="connsiteY23" fmla="*/ 77437 h 273821"/>
                <a:gd name="connsiteX24" fmla="*/ 57622 w 173456"/>
                <a:gd name="connsiteY24" fmla="*/ 77437 h 273821"/>
                <a:gd name="connsiteX25" fmla="*/ 55495 w 173456"/>
                <a:gd name="connsiteY25" fmla="*/ 87337 h 27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56" h="273821">
                  <a:moveTo>
                    <a:pt x="55495" y="87337"/>
                  </a:moveTo>
                  <a:lnTo>
                    <a:pt x="82835" y="87337"/>
                  </a:lnTo>
                  <a:lnTo>
                    <a:pt x="56103" y="217286"/>
                  </a:lnTo>
                  <a:cubicBezTo>
                    <a:pt x="49420" y="250392"/>
                    <a:pt x="39395" y="267410"/>
                    <a:pt x="26637" y="267410"/>
                  </a:cubicBezTo>
                  <a:cubicBezTo>
                    <a:pt x="22991" y="267410"/>
                    <a:pt x="20561" y="265244"/>
                    <a:pt x="20561" y="262459"/>
                  </a:cubicBezTo>
                  <a:cubicBezTo>
                    <a:pt x="20561" y="261531"/>
                    <a:pt x="20865" y="260603"/>
                    <a:pt x="21776" y="259056"/>
                  </a:cubicBezTo>
                  <a:cubicBezTo>
                    <a:pt x="22991" y="257199"/>
                    <a:pt x="23295" y="255962"/>
                    <a:pt x="23295" y="254105"/>
                  </a:cubicBezTo>
                  <a:cubicBezTo>
                    <a:pt x="23295" y="247608"/>
                    <a:pt x="17827" y="242348"/>
                    <a:pt x="11448" y="242348"/>
                  </a:cubicBezTo>
                  <a:cubicBezTo>
                    <a:pt x="5068" y="242348"/>
                    <a:pt x="208" y="247917"/>
                    <a:pt x="208" y="255033"/>
                  </a:cubicBezTo>
                  <a:cubicBezTo>
                    <a:pt x="208" y="265553"/>
                    <a:pt x="10840" y="273907"/>
                    <a:pt x="24206" y="273907"/>
                  </a:cubicBezTo>
                  <a:cubicBezTo>
                    <a:pt x="51243" y="273907"/>
                    <a:pt x="72507" y="243276"/>
                    <a:pt x="84962" y="186346"/>
                  </a:cubicBezTo>
                  <a:lnTo>
                    <a:pt x="106834" y="87337"/>
                  </a:lnTo>
                  <a:lnTo>
                    <a:pt x="139945" y="87337"/>
                  </a:lnTo>
                  <a:lnTo>
                    <a:pt x="141768" y="77437"/>
                  </a:lnTo>
                  <a:lnTo>
                    <a:pt x="108960" y="77437"/>
                  </a:lnTo>
                  <a:cubicBezTo>
                    <a:pt x="117770" y="28860"/>
                    <a:pt x="129009" y="6893"/>
                    <a:pt x="146021" y="6893"/>
                  </a:cubicBezTo>
                  <a:cubicBezTo>
                    <a:pt x="149970" y="6893"/>
                    <a:pt x="152704" y="8440"/>
                    <a:pt x="152704" y="10606"/>
                  </a:cubicBezTo>
                  <a:cubicBezTo>
                    <a:pt x="152704" y="11534"/>
                    <a:pt x="152400" y="12153"/>
                    <a:pt x="151489" y="13700"/>
                  </a:cubicBezTo>
                  <a:cubicBezTo>
                    <a:pt x="150274" y="16484"/>
                    <a:pt x="149666" y="18031"/>
                    <a:pt x="149666" y="20197"/>
                  </a:cubicBezTo>
                  <a:cubicBezTo>
                    <a:pt x="149666" y="27623"/>
                    <a:pt x="154223" y="32573"/>
                    <a:pt x="160906" y="32573"/>
                  </a:cubicBezTo>
                  <a:cubicBezTo>
                    <a:pt x="167893" y="32573"/>
                    <a:pt x="173665" y="27004"/>
                    <a:pt x="173665" y="20197"/>
                  </a:cubicBezTo>
                  <a:cubicBezTo>
                    <a:pt x="173665" y="8749"/>
                    <a:pt x="162425" y="86"/>
                    <a:pt x="147540" y="86"/>
                  </a:cubicBezTo>
                  <a:cubicBezTo>
                    <a:pt x="132655" y="86"/>
                    <a:pt x="120807" y="6893"/>
                    <a:pt x="109871" y="21435"/>
                  </a:cubicBezTo>
                  <a:cubicBezTo>
                    <a:pt x="100758" y="33501"/>
                    <a:pt x="94683" y="47734"/>
                    <a:pt x="85569" y="77437"/>
                  </a:cubicBezTo>
                  <a:lnTo>
                    <a:pt x="57622" y="77437"/>
                  </a:lnTo>
                  <a:lnTo>
                    <a:pt x="55495" y="87337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20816963-24D6-6EF8-BC16-B9E426AAF0B7}"/>
                </a:ext>
              </a:extLst>
            </p:cNvPr>
            <p:cNvSpPr/>
            <p:nvPr>
              <p:custDataLst>
                <p:tags r:id="rId286"/>
              </p:custDataLst>
            </p:nvPr>
          </p:nvSpPr>
          <p:spPr>
            <a:xfrm>
              <a:off x="9055809" y="5005303"/>
              <a:ext cx="70476" cy="309402"/>
            </a:xfrm>
            <a:custGeom>
              <a:avLst/>
              <a:gdLst>
                <a:gd name="connsiteX0" fmla="*/ 70689 w 70476"/>
                <a:gd name="connsiteY0" fmla="*/ 306394 h 309402"/>
                <a:gd name="connsiteX1" fmla="*/ 65525 w 70476"/>
                <a:gd name="connsiteY1" fmla="*/ 299587 h 309402"/>
                <a:gd name="connsiteX2" fmla="*/ 17832 w 70476"/>
                <a:gd name="connsiteY2" fmla="*/ 154787 h 309402"/>
                <a:gd name="connsiteX3" fmla="*/ 66740 w 70476"/>
                <a:gd name="connsiteY3" fmla="*/ 8439 h 309402"/>
                <a:gd name="connsiteX4" fmla="*/ 70689 w 70476"/>
                <a:gd name="connsiteY4" fmla="*/ 3180 h 309402"/>
                <a:gd name="connsiteX5" fmla="*/ 67651 w 70476"/>
                <a:gd name="connsiteY5" fmla="*/ 86 h 309402"/>
                <a:gd name="connsiteX6" fmla="*/ 19351 w 70476"/>
                <a:gd name="connsiteY6" fmla="*/ 60419 h 309402"/>
                <a:gd name="connsiteX7" fmla="*/ 213 w 70476"/>
                <a:gd name="connsiteY7" fmla="*/ 154787 h 309402"/>
                <a:gd name="connsiteX8" fmla="*/ 20262 w 70476"/>
                <a:gd name="connsiteY8" fmla="*/ 251320 h 309402"/>
                <a:gd name="connsiteX9" fmla="*/ 67651 w 70476"/>
                <a:gd name="connsiteY9" fmla="*/ 309488 h 309402"/>
                <a:gd name="connsiteX10" fmla="*/ 70689 w 70476"/>
                <a:gd name="connsiteY10" fmla="*/ 306394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689" y="306394"/>
                  </a:moveTo>
                  <a:cubicBezTo>
                    <a:pt x="70689" y="305466"/>
                    <a:pt x="70689" y="304847"/>
                    <a:pt x="65525" y="299587"/>
                  </a:cubicBezTo>
                  <a:cubicBezTo>
                    <a:pt x="27553" y="260602"/>
                    <a:pt x="17832" y="202125"/>
                    <a:pt x="17832" y="154787"/>
                  </a:cubicBezTo>
                  <a:cubicBezTo>
                    <a:pt x="17832" y="100951"/>
                    <a:pt x="29375" y="47115"/>
                    <a:pt x="66740" y="8439"/>
                  </a:cubicBezTo>
                  <a:cubicBezTo>
                    <a:pt x="70689" y="4727"/>
                    <a:pt x="70689" y="4108"/>
                    <a:pt x="70689" y="3180"/>
                  </a:cubicBezTo>
                  <a:cubicBezTo>
                    <a:pt x="70689" y="1014"/>
                    <a:pt x="69474" y="86"/>
                    <a:pt x="67651" y="86"/>
                  </a:cubicBezTo>
                  <a:cubicBezTo>
                    <a:pt x="64613" y="86"/>
                    <a:pt x="37274" y="21125"/>
                    <a:pt x="19351" y="60419"/>
                  </a:cubicBezTo>
                  <a:cubicBezTo>
                    <a:pt x="3858" y="94453"/>
                    <a:pt x="213" y="128797"/>
                    <a:pt x="213" y="154787"/>
                  </a:cubicBezTo>
                  <a:cubicBezTo>
                    <a:pt x="213" y="178920"/>
                    <a:pt x="3554" y="216358"/>
                    <a:pt x="20262" y="251320"/>
                  </a:cubicBezTo>
                  <a:cubicBezTo>
                    <a:pt x="38489" y="289377"/>
                    <a:pt x="64613" y="309488"/>
                    <a:pt x="67651" y="309488"/>
                  </a:cubicBezTo>
                  <a:cubicBezTo>
                    <a:pt x="69474" y="309488"/>
                    <a:pt x="70689" y="308560"/>
                    <a:pt x="70689" y="306394"/>
                  </a:cubicBezTo>
                  <a:close/>
                </a:path>
              </a:pathLst>
            </a:custGeom>
            <a:solidFill>
              <a:srgbClr val="FFFFFF"/>
            </a:solidFill>
            <a:ln w="50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DA7F0596-B572-F537-9F59-420BB5480581}"/>
                </a:ext>
              </a:extLst>
            </p:cNvPr>
            <p:cNvSpPr/>
            <p:nvPr>
              <p:custDataLst>
                <p:tags r:id="rId287"/>
              </p:custDataLst>
            </p:nvPr>
          </p:nvSpPr>
          <p:spPr>
            <a:xfrm>
              <a:off x="9135837" y="5100908"/>
              <a:ext cx="143990" cy="139849"/>
            </a:xfrm>
            <a:custGeom>
              <a:avLst/>
              <a:gdLst>
                <a:gd name="connsiteX0" fmla="*/ 130537 w 143990"/>
                <a:gd name="connsiteY0" fmla="*/ 102189 h 139849"/>
                <a:gd name="connsiteX1" fmla="*/ 123854 w 143990"/>
                <a:gd name="connsiteY1" fmla="*/ 110543 h 139849"/>
                <a:gd name="connsiteX2" fmla="*/ 109880 w 143990"/>
                <a:gd name="connsiteY2" fmla="*/ 122919 h 139849"/>
                <a:gd name="connsiteX3" fmla="*/ 100463 w 143990"/>
                <a:gd name="connsiteY3" fmla="*/ 110233 h 139849"/>
                <a:gd name="connsiteX4" fmla="*/ 99248 w 143990"/>
                <a:gd name="connsiteY4" fmla="*/ 104973 h 139849"/>
                <a:gd name="connsiteX5" fmla="*/ 88312 w 143990"/>
                <a:gd name="connsiteY5" fmla="*/ 54850 h 139849"/>
                <a:gd name="connsiteX6" fmla="*/ 118082 w 143990"/>
                <a:gd name="connsiteY6" fmla="*/ 17413 h 139849"/>
                <a:gd name="connsiteX7" fmla="*/ 125372 w 143990"/>
                <a:gd name="connsiteY7" fmla="*/ 19888 h 139849"/>
                <a:gd name="connsiteX8" fmla="*/ 133574 w 143990"/>
                <a:gd name="connsiteY8" fmla="*/ 22672 h 139849"/>
                <a:gd name="connsiteX9" fmla="*/ 144207 w 143990"/>
                <a:gd name="connsiteY9" fmla="*/ 11534 h 139849"/>
                <a:gd name="connsiteX10" fmla="*/ 131752 w 143990"/>
                <a:gd name="connsiteY10" fmla="*/ 86 h 139849"/>
                <a:gd name="connsiteX11" fmla="*/ 85881 w 143990"/>
                <a:gd name="connsiteY11" fmla="*/ 44331 h 139849"/>
                <a:gd name="connsiteX12" fmla="*/ 82540 w 143990"/>
                <a:gd name="connsiteY12" fmla="*/ 27313 h 139849"/>
                <a:gd name="connsiteX13" fmla="*/ 66743 w 143990"/>
                <a:gd name="connsiteY13" fmla="*/ 86 h 139849"/>
                <a:gd name="connsiteX14" fmla="*/ 31202 w 143990"/>
                <a:gd name="connsiteY14" fmla="*/ 9059 h 139849"/>
                <a:gd name="connsiteX15" fmla="*/ 27860 w 143990"/>
                <a:gd name="connsiteY15" fmla="*/ 10296 h 139849"/>
                <a:gd name="connsiteX16" fmla="*/ 29075 w 143990"/>
                <a:gd name="connsiteY16" fmla="*/ 14937 h 139849"/>
                <a:gd name="connsiteX17" fmla="*/ 46087 w 143990"/>
                <a:gd name="connsiteY17" fmla="*/ 11534 h 139849"/>
                <a:gd name="connsiteX18" fmla="*/ 59757 w 143990"/>
                <a:gd name="connsiteY18" fmla="*/ 32883 h 139849"/>
                <a:gd name="connsiteX19" fmla="*/ 68566 w 143990"/>
                <a:gd name="connsiteY19" fmla="*/ 70939 h 139849"/>
                <a:gd name="connsiteX20" fmla="*/ 43656 w 143990"/>
                <a:gd name="connsiteY20" fmla="*/ 107139 h 139849"/>
                <a:gd name="connsiteX21" fmla="*/ 28164 w 143990"/>
                <a:gd name="connsiteY21" fmla="*/ 121990 h 139849"/>
                <a:gd name="connsiteX22" fmla="*/ 20266 w 143990"/>
                <a:gd name="connsiteY22" fmla="*/ 119206 h 139849"/>
                <a:gd name="connsiteX23" fmla="*/ 10545 w 143990"/>
                <a:gd name="connsiteY23" fmla="*/ 116112 h 139849"/>
                <a:gd name="connsiteX24" fmla="*/ 216 w 143990"/>
                <a:gd name="connsiteY24" fmla="*/ 126941 h 139849"/>
                <a:gd name="connsiteX25" fmla="*/ 15405 w 143990"/>
                <a:gd name="connsiteY25" fmla="*/ 139936 h 139849"/>
                <a:gd name="connsiteX26" fmla="*/ 43656 w 143990"/>
                <a:gd name="connsiteY26" fmla="*/ 118278 h 139849"/>
                <a:gd name="connsiteX27" fmla="*/ 70996 w 143990"/>
                <a:gd name="connsiteY27" fmla="*/ 82078 h 139849"/>
                <a:gd name="connsiteX28" fmla="*/ 80110 w 143990"/>
                <a:gd name="connsiteY28" fmla="*/ 119206 h 139849"/>
                <a:gd name="connsiteX29" fmla="*/ 97729 w 143990"/>
                <a:gd name="connsiteY29" fmla="*/ 139936 h 139849"/>
                <a:gd name="connsiteX30" fmla="*/ 134789 w 143990"/>
                <a:gd name="connsiteY30" fmla="*/ 104664 h 139849"/>
                <a:gd name="connsiteX31" fmla="*/ 130537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537" y="102189"/>
                  </a:moveTo>
                  <a:cubicBezTo>
                    <a:pt x="128106" y="104973"/>
                    <a:pt x="126587" y="106830"/>
                    <a:pt x="123854" y="110543"/>
                  </a:cubicBezTo>
                  <a:cubicBezTo>
                    <a:pt x="116867" y="119825"/>
                    <a:pt x="113221" y="122919"/>
                    <a:pt x="109880" y="122919"/>
                  </a:cubicBezTo>
                  <a:cubicBezTo>
                    <a:pt x="105323" y="122919"/>
                    <a:pt x="102589" y="118896"/>
                    <a:pt x="100463" y="110233"/>
                  </a:cubicBezTo>
                  <a:cubicBezTo>
                    <a:pt x="99855" y="107758"/>
                    <a:pt x="99551" y="105902"/>
                    <a:pt x="99248" y="104973"/>
                  </a:cubicBezTo>
                  <a:cubicBezTo>
                    <a:pt x="91653" y="73724"/>
                    <a:pt x="88312" y="59491"/>
                    <a:pt x="88312" y="54850"/>
                  </a:cubicBezTo>
                  <a:cubicBezTo>
                    <a:pt x="101678" y="31026"/>
                    <a:pt x="112614" y="17413"/>
                    <a:pt x="118082" y="17413"/>
                  </a:cubicBezTo>
                  <a:cubicBezTo>
                    <a:pt x="119904" y="17413"/>
                    <a:pt x="122335" y="18341"/>
                    <a:pt x="125372" y="19888"/>
                  </a:cubicBezTo>
                  <a:cubicBezTo>
                    <a:pt x="129018" y="22054"/>
                    <a:pt x="131144" y="22672"/>
                    <a:pt x="133574" y="22672"/>
                  </a:cubicBezTo>
                  <a:cubicBezTo>
                    <a:pt x="139954" y="22672"/>
                    <a:pt x="144207" y="18031"/>
                    <a:pt x="144207" y="11534"/>
                  </a:cubicBezTo>
                  <a:cubicBezTo>
                    <a:pt x="144207" y="5036"/>
                    <a:pt x="139042" y="86"/>
                    <a:pt x="131752" y="86"/>
                  </a:cubicBezTo>
                  <a:cubicBezTo>
                    <a:pt x="118385" y="86"/>
                    <a:pt x="106842" y="11224"/>
                    <a:pt x="85881" y="44331"/>
                  </a:cubicBezTo>
                  <a:lnTo>
                    <a:pt x="82540" y="27313"/>
                  </a:lnTo>
                  <a:cubicBezTo>
                    <a:pt x="78287" y="6274"/>
                    <a:pt x="74945" y="86"/>
                    <a:pt x="66743" y="86"/>
                  </a:cubicBezTo>
                  <a:cubicBezTo>
                    <a:pt x="60060" y="86"/>
                    <a:pt x="49732" y="2871"/>
                    <a:pt x="31202" y="9059"/>
                  </a:cubicBezTo>
                  <a:lnTo>
                    <a:pt x="27860" y="10296"/>
                  </a:lnTo>
                  <a:lnTo>
                    <a:pt x="29075" y="14937"/>
                  </a:lnTo>
                  <a:cubicBezTo>
                    <a:pt x="40619" y="12153"/>
                    <a:pt x="43353" y="11534"/>
                    <a:pt x="46087" y="11534"/>
                  </a:cubicBezTo>
                  <a:cubicBezTo>
                    <a:pt x="53681" y="11534"/>
                    <a:pt x="55504" y="14318"/>
                    <a:pt x="59757" y="32883"/>
                  </a:cubicBezTo>
                  <a:lnTo>
                    <a:pt x="68566" y="70939"/>
                  </a:lnTo>
                  <a:lnTo>
                    <a:pt x="43656" y="107139"/>
                  </a:lnTo>
                  <a:cubicBezTo>
                    <a:pt x="37581" y="116421"/>
                    <a:pt x="31505" y="121990"/>
                    <a:pt x="28164" y="121990"/>
                  </a:cubicBezTo>
                  <a:cubicBezTo>
                    <a:pt x="26341" y="121990"/>
                    <a:pt x="23303" y="121062"/>
                    <a:pt x="20266" y="119206"/>
                  </a:cubicBezTo>
                  <a:cubicBezTo>
                    <a:pt x="16317" y="117040"/>
                    <a:pt x="12975" y="116112"/>
                    <a:pt x="10545" y="116112"/>
                  </a:cubicBezTo>
                  <a:cubicBezTo>
                    <a:pt x="4773" y="116112"/>
                    <a:pt x="216" y="120753"/>
                    <a:pt x="216" y="126941"/>
                  </a:cubicBezTo>
                  <a:cubicBezTo>
                    <a:pt x="216" y="134985"/>
                    <a:pt x="6292" y="139936"/>
                    <a:pt x="15405" y="139936"/>
                  </a:cubicBezTo>
                  <a:cubicBezTo>
                    <a:pt x="24822" y="139936"/>
                    <a:pt x="28468" y="137151"/>
                    <a:pt x="43656" y="118278"/>
                  </a:cubicBezTo>
                  <a:cubicBezTo>
                    <a:pt x="51858" y="108377"/>
                    <a:pt x="58238" y="100023"/>
                    <a:pt x="70996" y="82078"/>
                  </a:cubicBezTo>
                  <a:lnTo>
                    <a:pt x="80110" y="119206"/>
                  </a:lnTo>
                  <a:cubicBezTo>
                    <a:pt x="84059" y="134985"/>
                    <a:pt x="88008" y="139936"/>
                    <a:pt x="97729" y="139936"/>
                  </a:cubicBezTo>
                  <a:cubicBezTo>
                    <a:pt x="109272" y="139936"/>
                    <a:pt x="117170" y="132510"/>
                    <a:pt x="134789" y="104664"/>
                  </a:cubicBezTo>
                  <a:lnTo>
                    <a:pt x="130537" y="102189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04D50FC6-3A26-504F-69F7-C69199E550D0}"/>
                </a:ext>
              </a:extLst>
            </p:cNvPr>
            <p:cNvSpPr/>
            <p:nvPr>
              <p:custDataLst>
                <p:tags r:id="rId288"/>
              </p:custDataLst>
            </p:nvPr>
          </p:nvSpPr>
          <p:spPr>
            <a:xfrm>
              <a:off x="9297647" y="5005303"/>
              <a:ext cx="70476" cy="309402"/>
            </a:xfrm>
            <a:custGeom>
              <a:avLst/>
              <a:gdLst>
                <a:gd name="connsiteX0" fmla="*/ 70697 w 70476"/>
                <a:gd name="connsiteY0" fmla="*/ 154787 h 309402"/>
                <a:gd name="connsiteX1" fmla="*/ 50648 w 70476"/>
                <a:gd name="connsiteY1" fmla="*/ 58253 h 309402"/>
                <a:gd name="connsiteX2" fmla="*/ 3259 w 70476"/>
                <a:gd name="connsiteY2" fmla="*/ 86 h 309402"/>
                <a:gd name="connsiteX3" fmla="*/ 221 w 70476"/>
                <a:gd name="connsiteY3" fmla="*/ 3180 h 309402"/>
                <a:gd name="connsiteX4" fmla="*/ 5993 w 70476"/>
                <a:gd name="connsiteY4" fmla="*/ 10296 h 309402"/>
                <a:gd name="connsiteX5" fmla="*/ 53078 w 70476"/>
                <a:gd name="connsiteY5" fmla="*/ 154787 h 309402"/>
                <a:gd name="connsiteX6" fmla="*/ 4170 w 70476"/>
                <a:gd name="connsiteY6" fmla="*/ 301134 h 309402"/>
                <a:gd name="connsiteX7" fmla="*/ 221 w 70476"/>
                <a:gd name="connsiteY7" fmla="*/ 306394 h 309402"/>
                <a:gd name="connsiteX8" fmla="*/ 3259 w 70476"/>
                <a:gd name="connsiteY8" fmla="*/ 309488 h 309402"/>
                <a:gd name="connsiteX9" fmla="*/ 51559 w 70476"/>
                <a:gd name="connsiteY9" fmla="*/ 249155 h 309402"/>
                <a:gd name="connsiteX10" fmla="*/ 70697 w 70476"/>
                <a:gd name="connsiteY10" fmla="*/ 154787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697" y="154787"/>
                  </a:moveTo>
                  <a:cubicBezTo>
                    <a:pt x="70697" y="130653"/>
                    <a:pt x="67356" y="93216"/>
                    <a:pt x="50648" y="58253"/>
                  </a:cubicBezTo>
                  <a:cubicBezTo>
                    <a:pt x="32421" y="20197"/>
                    <a:pt x="6296" y="86"/>
                    <a:pt x="3259" y="86"/>
                  </a:cubicBezTo>
                  <a:cubicBezTo>
                    <a:pt x="1436" y="86"/>
                    <a:pt x="221" y="1323"/>
                    <a:pt x="221" y="3180"/>
                  </a:cubicBezTo>
                  <a:cubicBezTo>
                    <a:pt x="221" y="4108"/>
                    <a:pt x="221" y="4727"/>
                    <a:pt x="5993" y="10296"/>
                  </a:cubicBezTo>
                  <a:cubicBezTo>
                    <a:pt x="35763" y="40927"/>
                    <a:pt x="53078" y="90122"/>
                    <a:pt x="53078" y="154787"/>
                  </a:cubicBezTo>
                  <a:cubicBezTo>
                    <a:pt x="53078" y="207695"/>
                    <a:pt x="41838" y="262149"/>
                    <a:pt x="4170" y="301134"/>
                  </a:cubicBezTo>
                  <a:cubicBezTo>
                    <a:pt x="221" y="304847"/>
                    <a:pt x="221" y="305466"/>
                    <a:pt x="221" y="306394"/>
                  </a:cubicBezTo>
                  <a:cubicBezTo>
                    <a:pt x="221" y="308250"/>
                    <a:pt x="1436" y="309488"/>
                    <a:pt x="3259" y="309488"/>
                  </a:cubicBezTo>
                  <a:cubicBezTo>
                    <a:pt x="6296" y="309488"/>
                    <a:pt x="33636" y="288449"/>
                    <a:pt x="51559" y="249155"/>
                  </a:cubicBezTo>
                  <a:cubicBezTo>
                    <a:pt x="67052" y="215120"/>
                    <a:pt x="70697" y="180777"/>
                    <a:pt x="70697" y="154787"/>
                  </a:cubicBezTo>
                  <a:close/>
                </a:path>
              </a:pathLst>
            </a:custGeom>
            <a:solidFill>
              <a:srgbClr val="FFFFFF"/>
            </a:solidFill>
            <a:ln w="50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AFDF8AD3-D539-F011-F077-4AF62A839916}"/>
                </a:ext>
              </a:extLst>
            </p:cNvPr>
            <p:cNvSpPr/>
            <p:nvPr>
              <p:custDataLst>
                <p:tags r:id="rId289"/>
              </p:custDataLst>
            </p:nvPr>
          </p:nvSpPr>
          <p:spPr>
            <a:xfrm>
              <a:off x="9403192" y="5026033"/>
              <a:ext cx="155533" cy="215343"/>
            </a:xfrm>
            <a:custGeom>
              <a:avLst/>
              <a:gdLst>
                <a:gd name="connsiteX0" fmla="*/ 136317 w 155533"/>
                <a:gd name="connsiteY0" fmla="*/ 177064 h 215343"/>
                <a:gd name="connsiteX1" fmla="*/ 111407 w 155533"/>
                <a:gd name="connsiteY1" fmla="*/ 199031 h 215343"/>
                <a:gd name="connsiteX2" fmla="*/ 105939 w 155533"/>
                <a:gd name="connsiteY2" fmla="*/ 192843 h 215343"/>
                <a:gd name="connsiteX3" fmla="*/ 125685 w 155533"/>
                <a:gd name="connsiteY3" fmla="*/ 116730 h 215343"/>
                <a:gd name="connsiteX4" fmla="*/ 155759 w 155533"/>
                <a:gd name="connsiteY4" fmla="*/ 1633 h 215343"/>
                <a:gd name="connsiteX5" fmla="*/ 154240 w 155533"/>
                <a:gd name="connsiteY5" fmla="*/ 86 h 215343"/>
                <a:gd name="connsiteX6" fmla="*/ 107762 w 155533"/>
                <a:gd name="connsiteY6" fmla="*/ 7202 h 215343"/>
                <a:gd name="connsiteX7" fmla="*/ 107762 w 155533"/>
                <a:gd name="connsiteY7" fmla="*/ 12462 h 215343"/>
                <a:gd name="connsiteX8" fmla="*/ 126596 w 155533"/>
                <a:gd name="connsiteY8" fmla="*/ 20506 h 215343"/>
                <a:gd name="connsiteX9" fmla="*/ 122039 w 155533"/>
                <a:gd name="connsiteY9" fmla="*/ 42164 h 215343"/>
                <a:gd name="connsiteX10" fmla="*/ 108673 w 155533"/>
                <a:gd name="connsiteY10" fmla="*/ 92906 h 215343"/>
                <a:gd name="connsiteX11" fmla="*/ 88928 w 155533"/>
                <a:gd name="connsiteY11" fmla="*/ 74961 h 215343"/>
                <a:gd name="connsiteX12" fmla="*/ 225 w 155533"/>
                <a:gd name="connsiteY12" fmla="*/ 179539 h 215343"/>
                <a:gd name="connsiteX13" fmla="*/ 32121 w 155533"/>
                <a:gd name="connsiteY13" fmla="*/ 214811 h 215343"/>
                <a:gd name="connsiteX14" fmla="*/ 86801 w 155533"/>
                <a:gd name="connsiteY14" fmla="*/ 173970 h 215343"/>
                <a:gd name="connsiteX15" fmla="*/ 82852 w 155533"/>
                <a:gd name="connsiteY15" fmla="*/ 201507 h 215343"/>
                <a:gd name="connsiteX16" fmla="*/ 95611 w 155533"/>
                <a:gd name="connsiteY16" fmla="*/ 215430 h 215343"/>
                <a:gd name="connsiteX17" fmla="*/ 139962 w 155533"/>
                <a:gd name="connsiteY17" fmla="*/ 180158 h 215343"/>
                <a:gd name="connsiteX18" fmla="*/ 136317 w 155533"/>
                <a:gd name="connsiteY18" fmla="*/ 177064 h 215343"/>
                <a:gd name="connsiteX19" fmla="*/ 90143 w 155533"/>
                <a:gd name="connsiteY19" fmla="*/ 82077 h 215343"/>
                <a:gd name="connsiteX20" fmla="*/ 103813 w 155533"/>
                <a:gd name="connsiteY20" fmla="*/ 99713 h 215343"/>
                <a:gd name="connsiteX21" fmla="*/ 44272 w 155533"/>
                <a:gd name="connsiteY21" fmla="*/ 199960 h 215343"/>
                <a:gd name="connsiteX22" fmla="*/ 26653 w 155533"/>
                <a:gd name="connsiteY22" fmla="*/ 179539 h 215343"/>
                <a:gd name="connsiteX23" fmla="*/ 61891 w 155533"/>
                <a:gd name="connsiteY23" fmla="*/ 96310 h 215343"/>
                <a:gd name="connsiteX24" fmla="*/ 90143 w 155533"/>
                <a:gd name="connsiteY24" fmla="*/ 82077 h 215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533" h="215343">
                  <a:moveTo>
                    <a:pt x="136317" y="177064"/>
                  </a:moveTo>
                  <a:cubicBezTo>
                    <a:pt x="119913" y="196247"/>
                    <a:pt x="116571" y="199031"/>
                    <a:pt x="111407" y="199031"/>
                  </a:cubicBezTo>
                  <a:cubicBezTo>
                    <a:pt x="108369" y="199031"/>
                    <a:pt x="105939" y="196247"/>
                    <a:pt x="105939" y="192843"/>
                  </a:cubicBezTo>
                  <a:cubicBezTo>
                    <a:pt x="105939" y="188512"/>
                    <a:pt x="115660" y="150765"/>
                    <a:pt x="125685" y="116730"/>
                  </a:cubicBezTo>
                  <a:cubicBezTo>
                    <a:pt x="133887" y="88265"/>
                    <a:pt x="140266" y="63513"/>
                    <a:pt x="155759" y="1633"/>
                  </a:cubicBezTo>
                  <a:lnTo>
                    <a:pt x="154240" y="86"/>
                  </a:lnTo>
                  <a:cubicBezTo>
                    <a:pt x="138139" y="3489"/>
                    <a:pt x="127203" y="5346"/>
                    <a:pt x="107762" y="7202"/>
                  </a:cubicBezTo>
                  <a:lnTo>
                    <a:pt x="107762" y="12462"/>
                  </a:lnTo>
                  <a:cubicBezTo>
                    <a:pt x="124470" y="13081"/>
                    <a:pt x="126596" y="14009"/>
                    <a:pt x="126596" y="20506"/>
                  </a:cubicBezTo>
                  <a:cubicBezTo>
                    <a:pt x="126596" y="24528"/>
                    <a:pt x="126292" y="26385"/>
                    <a:pt x="122039" y="42164"/>
                  </a:cubicBezTo>
                  <a:lnTo>
                    <a:pt x="108673" y="92906"/>
                  </a:lnTo>
                  <a:cubicBezTo>
                    <a:pt x="106243" y="79911"/>
                    <a:pt x="100775" y="74961"/>
                    <a:pt x="88928" y="74961"/>
                  </a:cubicBezTo>
                  <a:cubicBezTo>
                    <a:pt x="49437" y="74961"/>
                    <a:pt x="225" y="133129"/>
                    <a:pt x="225" y="179539"/>
                  </a:cubicBezTo>
                  <a:cubicBezTo>
                    <a:pt x="225" y="201507"/>
                    <a:pt x="12376" y="214811"/>
                    <a:pt x="32121" y="214811"/>
                  </a:cubicBezTo>
                  <a:cubicBezTo>
                    <a:pt x="52778" y="214811"/>
                    <a:pt x="66144" y="204910"/>
                    <a:pt x="86801" y="173970"/>
                  </a:cubicBezTo>
                  <a:cubicBezTo>
                    <a:pt x="83460" y="189749"/>
                    <a:pt x="82852" y="194390"/>
                    <a:pt x="82852" y="201507"/>
                  </a:cubicBezTo>
                  <a:cubicBezTo>
                    <a:pt x="82852" y="209860"/>
                    <a:pt x="88016" y="215430"/>
                    <a:pt x="95611" y="215430"/>
                  </a:cubicBezTo>
                  <a:cubicBezTo>
                    <a:pt x="108369" y="215430"/>
                    <a:pt x="124166" y="202744"/>
                    <a:pt x="139962" y="180158"/>
                  </a:cubicBezTo>
                  <a:lnTo>
                    <a:pt x="136317" y="177064"/>
                  </a:lnTo>
                  <a:close/>
                  <a:moveTo>
                    <a:pt x="90143" y="82077"/>
                  </a:moveTo>
                  <a:cubicBezTo>
                    <a:pt x="99256" y="82696"/>
                    <a:pt x="103813" y="88575"/>
                    <a:pt x="103813" y="99713"/>
                  </a:cubicBezTo>
                  <a:cubicBezTo>
                    <a:pt x="103813" y="146742"/>
                    <a:pt x="72220" y="199960"/>
                    <a:pt x="44272" y="199960"/>
                  </a:cubicBezTo>
                  <a:cubicBezTo>
                    <a:pt x="33944" y="199960"/>
                    <a:pt x="26653" y="191606"/>
                    <a:pt x="26653" y="179539"/>
                  </a:cubicBezTo>
                  <a:cubicBezTo>
                    <a:pt x="26653" y="153859"/>
                    <a:pt x="41842" y="117968"/>
                    <a:pt x="61891" y="96310"/>
                  </a:cubicBezTo>
                  <a:cubicBezTo>
                    <a:pt x="70397" y="87337"/>
                    <a:pt x="81637" y="81458"/>
                    <a:pt x="90143" y="82077"/>
                  </a:cubicBez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6711F6F8-98C9-C9CD-80A0-465FD80F0440}"/>
                </a:ext>
              </a:extLst>
            </p:cNvPr>
            <p:cNvSpPr/>
            <p:nvPr>
              <p:custDataLst>
                <p:tags r:id="rId290"/>
              </p:custDataLst>
            </p:nvPr>
          </p:nvSpPr>
          <p:spPr>
            <a:xfrm>
              <a:off x="9558744" y="5100908"/>
              <a:ext cx="143990" cy="139849"/>
            </a:xfrm>
            <a:custGeom>
              <a:avLst/>
              <a:gdLst>
                <a:gd name="connsiteX0" fmla="*/ 130550 w 143990"/>
                <a:gd name="connsiteY0" fmla="*/ 102189 h 139849"/>
                <a:gd name="connsiteX1" fmla="*/ 123867 w 143990"/>
                <a:gd name="connsiteY1" fmla="*/ 110543 h 139849"/>
                <a:gd name="connsiteX2" fmla="*/ 109894 w 143990"/>
                <a:gd name="connsiteY2" fmla="*/ 122919 h 139849"/>
                <a:gd name="connsiteX3" fmla="*/ 100477 w 143990"/>
                <a:gd name="connsiteY3" fmla="*/ 110233 h 139849"/>
                <a:gd name="connsiteX4" fmla="*/ 99261 w 143990"/>
                <a:gd name="connsiteY4" fmla="*/ 104973 h 139849"/>
                <a:gd name="connsiteX5" fmla="*/ 88325 w 143990"/>
                <a:gd name="connsiteY5" fmla="*/ 54850 h 139849"/>
                <a:gd name="connsiteX6" fmla="*/ 118096 w 143990"/>
                <a:gd name="connsiteY6" fmla="*/ 17413 h 139849"/>
                <a:gd name="connsiteX7" fmla="*/ 125386 w 143990"/>
                <a:gd name="connsiteY7" fmla="*/ 19888 h 139849"/>
                <a:gd name="connsiteX8" fmla="*/ 133588 w 143990"/>
                <a:gd name="connsiteY8" fmla="*/ 22672 h 139849"/>
                <a:gd name="connsiteX9" fmla="*/ 144220 w 143990"/>
                <a:gd name="connsiteY9" fmla="*/ 11534 h 139849"/>
                <a:gd name="connsiteX10" fmla="*/ 131766 w 143990"/>
                <a:gd name="connsiteY10" fmla="*/ 86 h 139849"/>
                <a:gd name="connsiteX11" fmla="*/ 85895 w 143990"/>
                <a:gd name="connsiteY11" fmla="*/ 44331 h 139849"/>
                <a:gd name="connsiteX12" fmla="*/ 82554 w 143990"/>
                <a:gd name="connsiteY12" fmla="*/ 27313 h 139849"/>
                <a:gd name="connsiteX13" fmla="*/ 66757 w 143990"/>
                <a:gd name="connsiteY13" fmla="*/ 86 h 139849"/>
                <a:gd name="connsiteX14" fmla="*/ 31215 w 143990"/>
                <a:gd name="connsiteY14" fmla="*/ 9059 h 139849"/>
                <a:gd name="connsiteX15" fmla="*/ 27874 w 143990"/>
                <a:gd name="connsiteY15" fmla="*/ 10296 h 139849"/>
                <a:gd name="connsiteX16" fmla="*/ 29089 w 143990"/>
                <a:gd name="connsiteY16" fmla="*/ 14937 h 139849"/>
                <a:gd name="connsiteX17" fmla="*/ 46100 w 143990"/>
                <a:gd name="connsiteY17" fmla="*/ 11534 h 139849"/>
                <a:gd name="connsiteX18" fmla="*/ 59770 w 143990"/>
                <a:gd name="connsiteY18" fmla="*/ 32883 h 139849"/>
                <a:gd name="connsiteX19" fmla="*/ 68580 w 143990"/>
                <a:gd name="connsiteY19" fmla="*/ 70939 h 139849"/>
                <a:gd name="connsiteX20" fmla="*/ 43670 w 143990"/>
                <a:gd name="connsiteY20" fmla="*/ 107139 h 139849"/>
                <a:gd name="connsiteX21" fmla="*/ 28178 w 143990"/>
                <a:gd name="connsiteY21" fmla="*/ 121990 h 139849"/>
                <a:gd name="connsiteX22" fmla="*/ 20279 w 143990"/>
                <a:gd name="connsiteY22" fmla="*/ 119206 h 139849"/>
                <a:gd name="connsiteX23" fmla="*/ 10559 w 143990"/>
                <a:gd name="connsiteY23" fmla="*/ 116112 h 139849"/>
                <a:gd name="connsiteX24" fmla="*/ 230 w 143990"/>
                <a:gd name="connsiteY24" fmla="*/ 126941 h 139849"/>
                <a:gd name="connsiteX25" fmla="*/ 15419 w 143990"/>
                <a:gd name="connsiteY25" fmla="*/ 139936 h 139849"/>
                <a:gd name="connsiteX26" fmla="*/ 43670 w 143990"/>
                <a:gd name="connsiteY26" fmla="*/ 118278 h 139849"/>
                <a:gd name="connsiteX27" fmla="*/ 71010 w 143990"/>
                <a:gd name="connsiteY27" fmla="*/ 82078 h 139849"/>
                <a:gd name="connsiteX28" fmla="*/ 80123 w 143990"/>
                <a:gd name="connsiteY28" fmla="*/ 119206 h 139849"/>
                <a:gd name="connsiteX29" fmla="*/ 97743 w 143990"/>
                <a:gd name="connsiteY29" fmla="*/ 139936 h 139849"/>
                <a:gd name="connsiteX30" fmla="*/ 134803 w 143990"/>
                <a:gd name="connsiteY30" fmla="*/ 104664 h 139849"/>
                <a:gd name="connsiteX31" fmla="*/ 130550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550" y="102189"/>
                  </a:moveTo>
                  <a:cubicBezTo>
                    <a:pt x="128120" y="104973"/>
                    <a:pt x="126601" y="106830"/>
                    <a:pt x="123867" y="110543"/>
                  </a:cubicBezTo>
                  <a:cubicBezTo>
                    <a:pt x="116880" y="119825"/>
                    <a:pt x="113235" y="122919"/>
                    <a:pt x="109894" y="122919"/>
                  </a:cubicBezTo>
                  <a:cubicBezTo>
                    <a:pt x="105337" y="122919"/>
                    <a:pt x="102603" y="118896"/>
                    <a:pt x="100477" y="110233"/>
                  </a:cubicBezTo>
                  <a:cubicBezTo>
                    <a:pt x="99869" y="107758"/>
                    <a:pt x="99565" y="105902"/>
                    <a:pt x="99261" y="104973"/>
                  </a:cubicBezTo>
                  <a:cubicBezTo>
                    <a:pt x="91667" y="73724"/>
                    <a:pt x="88325" y="59491"/>
                    <a:pt x="88325" y="54850"/>
                  </a:cubicBezTo>
                  <a:cubicBezTo>
                    <a:pt x="101692" y="31026"/>
                    <a:pt x="112628" y="17413"/>
                    <a:pt x="118096" y="17413"/>
                  </a:cubicBezTo>
                  <a:cubicBezTo>
                    <a:pt x="119918" y="17413"/>
                    <a:pt x="122348" y="18341"/>
                    <a:pt x="125386" y="19888"/>
                  </a:cubicBezTo>
                  <a:cubicBezTo>
                    <a:pt x="129032" y="22054"/>
                    <a:pt x="131158" y="22672"/>
                    <a:pt x="133588" y="22672"/>
                  </a:cubicBezTo>
                  <a:cubicBezTo>
                    <a:pt x="139967" y="22672"/>
                    <a:pt x="144220" y="18031"/>
                    <a:pt x="144220" y="11534"/>
                  </a:cubicBezTo>
                  <a:cubicBezTo>
                    <a:pt x="144220" y="5036"/>
                    <a:pt x="139056" y="86"/>
                    <a:pt x="131766" y="86"/>
                  </a:cubicBezTo>
                  <a:cubicBezTo>
                    <a:pt x="118399" y="86"/>
                    <a:pt x="106856" y="11224"/>
                    <a:pt x="85895" y="44331"/>
                  </a:cubicBezTo>
                  <a:lnTo>
                    <a:pt x="82554" y="27313"/>
                  </a:lnTo>
                  <a:cubicBezTo>
                    <a:pt x="78301" y="6274"/>
                    <a:pt x="74959" y="86"/>
                    <a:pt x="66757" y="86"/>
                  </a:cubicBezTo>
                  <a:cubicBezTo>
                    <a:pt x="60074" y="86"/>
                    <a:pt x="49746" y="2871"/>
                    <a:pt x="31215" y="9059"/>
                  </a:cubicBezTo>
                  <a:lnTo>
                    <a:pt x="27874" y="10296"/>
                  </a:lnTo>
                  <a:lnTo>
                    <a:pt x="29089" y="14937"/>
                  </a:lnTo>
                  <a:cubicBezTo>
                    <a:pt x="40632" y="12153"/>
                    <a:pt x="43366" y="11534"/>
                    <a:pt x="46100" y="11534"/>
                  </a:cubicBezTo>
                  <a:cubicBezTo>
                    <a:pt x="53695" y="11534"/>
                    <a:pt x="55518" y="14318"/>
                    <a:pt x="59770" y="32883"/>
                  </a:cubicBezTo>
                  <a:lnTo>
                    <a:pt x="68580" y="70939"/>
                  </a:lnTo>
                  <a:lnTo>
                    <a:pt x="43670" y="107139"/>
                  </a:lnTo>
                  <a:cubicBezTo>
                    <a:pt x="37595" y="116421"/>
                    <a:pt x="31519" y="121990"/>
                    <a:pt x="28178" y="121990"/>
                  </a:cubicBezTo>
                  <a:cubicBezTo>
                    <a:pt x="26355" y="121990"/>
                    <a:pt x="23317" y="121062"/>
                    <a:pt x="20279" y="119206"/>
                  </a:cubicBezTo>
                  <a:cubicBezTo>
                    <a:pt x="16330" y="117040"/>
                    <a:pt x="12989" y="116112"/>
                    <a:pt x="10559" y="116112"/>
                  </a:cubicBezTo>
                  <a:cubicBezTo>
                    <a:pt x="4787" y="116112"/>
                    <a:pt x="230" y="120753"/>
                    <a:pt x="230" y="126941"/>
                  </a:cubicBezTo>
                  <a:cubicBezTo>
                    <a:pt x="230" y="134985"/>
                    <a:pt x="6306" y="139936"/>
                    <a:pt x="15419" y="139936"/>
                  </a:cubicBezTo>
                  <a:cubicBezTo>
                    <a:pt x="24836" y="139936"/>
                    <a:pt x="28481" y="137151"/>
                    <a:pt x="43670" y="118278"/>
                  </a:cubicBezTo>
                  <a:cubicBezTo>
                    <a:pt x="51872" y="108377"/>
                    <a:pt x="58252" y="100023"/>
                    <a:pt x="71010" y="82078"/>
                  </a:cubicBezTo>
                  <a:lnTo>
                    <a:pt x="80123" y="119206"/>
                  </a:lnTo>
                  <a:cubicBezTo>
                    <a:pt x="84073" y="134985"/>
                    <a:pt x="88022" y="139936"/>
                    <a:pt x="97743" y="139936"/>
                  </a:cubicBezTo>
                  <a:cubicBezTo>
                    <a:pt x="109286" y="139936"/>
                    <a:pt x="117184" y="132510"/>
                    <a:pt x="134803" y="104664"/>
                  </a:cubicBezTo>
                  <a:lnTo>
                    <a:pt x="130550" y="102189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7F173612-D740-8F7C-F87F-1220C79940C9}"/>
                </a:ext>
              </a:extLst>
            </p:cNvPr>
            <p:cNvSpPr/>
            <p:nvPr>
              <p:custDataLst>
                <p:tags r:id="rId291"/>
              </p:custDataLst>
            </p:nvPr>
          </p:nvSpPr>
          <p:spPr>
            <a:xfrm>
              <a:off x="9787704" y="5041197"/>
              <a:ext cx="202619" cy="72400"/>
            </a:xfrm>
            <a:custGeom>
              <a:avLst/>
              <a:gdLst>
                <a:gd name="connsiteX0" fmla="*/ 202855 w 202619"/>
                <a:gd name="connsiteY0" fmla="*/ 10294 h 72400"/>
                <a:gd name="connsiteX1" fmla="*/ 198603 w 202619"/>
                <a:gd name="connsiteY1" fmla="*/ 393 h 72400"/>
                <a:gd name="connsiteX2" fmla="*/ 194350 w 202619"/>
                <a:gd name="connsiteY2" fmla="*/ 8438 h 72400"/>
                <a:gd name="connsiteX3" fmla="*/ 151821 w 202619"/>
                <a:gd name="connsiteY3" fmla="*/ 55158 h 72400"/>
                <a:gd name="connsiteX4" fmla="*/ 103217 w 202619"/>
                <a:gd name="connsiteY4" fmla="*/ 28549 h 72400"/>
                <a:gd name="connsiteX5" fmla="*/ 51271 w 202619"/>
                <a:gd name="connsiteY5" fmla="*/ 84 h 72400"/>
                <a:gd name="connsiteX6" fmla="*/ 236 w 202619"/>
                <a:gd name="connsiteY6" fmla="*/ 62274 h 72400"/>
                <a:gd name="connsiteX7" fmla="*/ 4489 w 202619"/>
                <a:gd name="connsiteY7" fmla="*/ 72175 h 72400"/>
                <a:gd name="connsiteX8" fmla="*/ 8742 w 202619"/>
                <a:gd name="connsiteY8" fmla="*/ 65058 h 72400"/>
                <a:gd name="connsiteX9" fmla="*/ 51271 w 202619"/>
                <a:gd name="connsiteY9" fmla="*/ 17410 h 72400"/>
                <a:gd name="connsiteX10" fmla="*/ 99875 w 202619"/>
                <a:gd name="connsiteY10" fmla="*/ 44019 h 72400"/>
                <a:gd name="connsiteX11" fmla="*/ 151821 w 202619"/>
                <a:gd name="connsiteY11" fmla="*/ 72484 h 72400"/>
                <a:gd name="connsiteX12" fmla="*/ 202855 w 202619"/>
                <a:gd name="connsiteY12" fmla="*/ 10294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2619" h="72400">
                  <a:moveTo>
                    <a:pt x="202855" y="10294"/>
                  </a:moveTo>
                  <a:cubicBezTo>
                    <a:pt x="202855" y="3487"/>
                    <a:pt x="201033" y="393"/>
                    <a:pt x="198603" y="393"/>
                  </a:cubicBezTo>
                  <a:cubicBezTo>
                    <a:pt x="197084" y="393"/>
                    <a:pt x="194654" y="2559"/>
                    <a:pt x="194350" y="8438"/>
                  </a:cubicBezTo>
                  <a:cubicBezTo>
                    <a:pt x="193135" y="38140"/>
                    <a:pt x="173085" y="55158"/>
                    <a:pt x="151821" y="55158"/>
                  </a:cubicBezTo>
                  <a:cubicBezTo>
                    <a:pt x="132683" y="55158"/>
                    <a:pt x="118102" y="41853"/>
                    <a:pt x="103217" y="28549"/>
                  </a:cubicBezTo>
                  <a:cubicBezTo>
                    <a:pt x="87724" y="14316"/>
                    <a:pt x="71928" y="84"/>
                    <a:pt x="51271" y="84"/>
                  </a:cubicBezTo>
                  <a:cubicBezTo>
                    <a:pt x="18159" y="84"/>
                    <a:pt x="236" y="34118"/>
                    <a:pt x="236" y="62274"/>
                  </a:cubicBezTo>
                  <a:cubicBezTo>
                    <a:pt x="236" y="72175"/>
                    <a:pt x="4185" y="72175"/>
                    <a:pt x="4489" y="72175"/>
                  </a:cubicBezTo>
                  <a:cubicBezTo>
                    <a:pt x="7831" y="72175"/>
                    <a:pt x="8742" y="65987"/>
                    <a:pt x="8742" y="65058"/>
                  </a:cubicBezTo>
                  <a:cubicBezTo>
                    <a:pt x="9957" y="31024"/>
                    <a:pt x="32740" y="17410"/>
                    <a:pt x="51271" y="17410"/>
                  </a:cubicBezTo>
                  <a:cubicBezTo>
                    <a:pt x="70409" y="17410"/>
                    <a:pt x="84990" y="30715"/>
                    <a:pt x="99875" y="44019"/>
                  </a:cubicBezTo>
                  <a:cubicBezTo>
                    <a:pt x="115368" y="58252"/>
                    <a:pt x="131164" y="72484"/>
                    <a:pt x="151821" y="72484"/>
                  </a:cubicBezTo>
                  <a:cubicBezTo>
                    <a:pt x="184933" y="72484"/>
                    <a:pt x="202855" y="38450"/>
                    <a:pt x="202855" y="10294"/>
                  </a:cubicBezTo>
                  <a:close/>
                </a:path>
              </a:pathLst>
            </a:custGeom>
            <a:solidFill>
              <a:srgbClr val="FFFFFF"/>
            </a:solidFill>
            <a:ln w="30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F7437097-E529-BFAB-B523-50B493AB5F1B}"/>
                </a:ext>
              </a:extLst>
            </p:cNvPr>
            <p:cNvSpPr/>
            <p:nvPr>
              <p:custDataLst>
                <p:tags r:id="rId292"/>
              </p:custDataLst>
            </p:nvPr>
          </p:nvSpPr>
          <p:spPr>
            <a:xfrm>
              <a:off x="9788007" y="5139332"/>
              <a:ext cx="202011" cy="72400"/>
            </a:xfrm>
            <a:custGeom>
              <a:avLst/>
              <a:gdLst>
                <a:gd name="connsiteX0" fmla="*/ 191921 w 202011"/>
                <a:gd name="connsiteY0" fmla="*/ 12462 h 72400"/>
                <a:gd name="connsiteX1" fmla="*/ 202250 w 202011"/>
                <a:gd name="connsiteY1" fmla="*/ 6274 h 72400"/>
                <a:gd name="connsiteX2" fmla="*/ 192225 w 202011"/>
                <a:gd name="connsiteY2" fmla="*/ 86 h 72400"/>
                <a:gd name="connsiteX3" fmla="*/ 10262 w 202011"/>
                <a:gd name="connsiteY3" fmla="*/ 86 h 72400"/>
                <a:gd name="connsiteX4" fmla="*/ 238 w 202011"/>
                <a:gd name="connsiteY4" fmla="*/ 6274 h 72400"/>
                <a:gd name="connsiteX5" fmla="*/ 10566 w 202011"/>
                <a:gd name="connsiteY5" fmla="*/ 12462 h 72400"/>
                <a:gd name="connsiteX6" fmla="*/ 191921 w 202011"/>
                <a:gd name="connsiteY6" fmla="*/ 12462 h 72400"/>
                <a:gd name="connsiteX7" fmla="*/ 192225 w 202011"/>
                <a:gd name="connsiteY7" fmla="*/ 72486 h 72400"/>
                <a:gd name="connsiteX8" fmla="*/ 202250 w 202011"/>
                <a:gd name="connsiteY8" fmla="*/ 66298 h 72400"/>
                <a:gd name="connsiteX9" fmla="*/ 191921 w 202011"/>
                <a:gd name="connsiteY9" fmla="*/ 60110 h 72400"/>
                <a:gd name="connsiteX10" fmla="*/ 10566 w 202011"/>
                <a:gd name="connsiteY10" fmla="*/ 60110 h 72400"/>
                <a:gd name="connsiteX11" fmla="*/ 238 w 202011"/>
                <a:gd name="connsiteY11" fmla="*/ 66298 h 72400"/>
                <a:gd name="connsiteX12" fmla="*/ 10262 w 202011"/>
                <a:gd name="connsiteY12" fmla="*/ 72486 h 72400"/>
                <a:gd name="connsiteX13" fmla="*/ 192225 w 202011"/>
                <a:gd name="connsiteY13" fmla="*/ 72486 h 7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011" h="72400">
                  <a:moveTo>
                    <a:pt x="191921" y="12462"/>
                  </a:moveTo>
                  <a:cubicBezTo>
                    <a:pt x="196478" y="12462"/>
                    <a:pt x="202250" y="12462"/>
                    <a:pt x="202250" y="6274"/>
                  </a:cubicBezTo>
                  <a:cubicBezTo>
                    <a:pt x="202250" y="86"/>
                    <a:pt x="196478" y="86"/>
                    <a:pt x="192225" y="86"/>
                  </a:cubicBezTo>
                  <a:lnTo>
                    <a:pt x="10262" y="86"/>
                  </a:lnTo>
                  <a:cubicBezTo>
                    <a:pt x="6010" y="86"/>
                    <a:pt x="238" y="86"/>
                    <a:pt x="238" y="6274"/>
                  </a:cubicBezTo>
                  <a:cubicBezTo>
                    <a:pt x="238" y="12462"/>
                    <a:pt x="6010" y="12462"/>
                    <a:pt x="10566" y="12462"/>
                  </a:cubicBezTo>
                  <a:lnTo>
                    <a:pt x="191921" y="12462"/>
                  </a:lnTo>
                  <a:close/>
                  <a:moveTo>
                    <a:pt x="192225" y="72486"/>
                  </a:moveTo>
                  <a:cubicBezTo>
                    <a:pt x="196478" y="72486"/>
                    <a:pt x="202250" y="72486"/>
                    <a:pt x="202250" y="66298"/>
                  </a:cubicBezTo>
                  <a:cubicBezTo>
                    <a:pt x="202250" y="60110"/>
                    <a:pt x="196478" y="60110"/>
                    <a:pt x="191921" y="60110"/>
                  </a:cubicBezTo>
                  <a:lnTo>
                    <a:pt x="10566" y="60110"/>
                  </a:lnTo>
                  <a:cubicBezTo>
                    <a:pt x="6010" y="60110"/>
                    <a:pt x="238" y="60110"/>
                    <a:pt x="238" y="66298"/>
                  </a:cubicBezTo>
                  <a:cubicBezTo>
                    <a:pt x="238" y="72486"/>
                    <a:pt x="6010" y="72486"/>
                    <a:pt x="10262" y="72486"/>
                  </a:cubicBezTo>
                  <a:lnTo>
                    <a:pt x="192225" y="72486"/>
                  </a:lnTo>
                  <a:close/>
                </a:path>
              </a:pathLst>
            </a:custGeom>
            <a:solidFill>
              <a:srgbClr val="FFFFFF"/>
            </a:solidFill>
            <a:ln w="50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6DA0273C-60C8-22EF-7249-E4C5EC6E6324}"/>
                </a:ext>
              </a:extLst>
            </p:cNvPr>
            <p:cNvSpPr/>
            <p:nvPr>
              <p:custDataLst>
                <p:tags r:id="rId293"/>
              </p:custDataLst>
            </p:nvPr>
          </p:nvSpPr>
          <p:spPr>
            <a:xfrm>
              <a:off x="10090980" y="4849307"/>
              <a:ext cx="242505" cy="618742"/>
            </a:xfrm>
            <a:custGeom>
              <a:avLst/>
              <a:gdLst>
                <a:gd name="connsiteX0" fmla="*/ 13369 w 242505"/>
                <a:gd name="connsiteY0" fmla="*/ 606285 h 618742"/>
                <a:gd name="connsiteX1" fmla="*/ 26765 w 242505"/>
                <a:gd name="connsiteY1" fmla="*/ 592640 h 618742"/>
                <a:gd name="connsiteX2" fmla="*/ 13642 w 242505"/>
                <a:gd name="connsiteY2" fmla="*/ 578996 h 618742"/>
                <a:gd name="connsiteX3" fmla="*/ 246 w 242505"/>
                <a:gd name="connsiteY3" fmla="*/ 592919 h 618742"/>
                <a:gd name="connsiteX4" fmla="*/ 30593 w 242505"/>
                <a:gd name="connsiteY4" fmla="*/ 618816 h 618742"/>
                <a:gd name="connsiteX5" fmla="*/ 107145 w 242505"/>
                <a:gd name="connsiteY5" fmla="*/ 472902 h 618742"/>
                <a:gd name="connsiteX6" fmla="*/ 160731 w 242505"/>
                <a:gd name="connsiteY6" fmla="*/ 206692 h 618742"/>
                <a:gd name="connsiteX7" fmla="*/ 190258 w 242505"/>
                <a:gd name="connsiteY7" fmla="*/ 55765 h 618742"/>
                <a:gd name="connsiteX8" fmla="*/ 213497 w 242505"/>
                <a:gd name="connsiteY8" fmla="*/ 6199 h 618742"/>
                <a:gd name="connsiteX9" fmla="*/ 229901 w 242505"/>
                <a:gd name="connsiteY9" fmla="*/ 12604 h 618742"/>
                <a:gd name="connsiteX10" fmla="*/ 216231 w 242505"/>
                <a:gd name="connsiteY10" fmla="*/ 26248 h 618742"/>
                <a:gd name="connsiteX11" fmla="*/ 229354 w 242505"/>
                <a:gd name="connsiteY11" fmla="*/ 39893 h 618742"/>
                <a:gd name="connsiteX12" fmla="*/ 242751 w 242505"/>
                <a:gd name="connsiteY12" fmla="*/ 25970 h 618742"/>
                <a:gd name="connsiteX13" fmla="*/ 212950 w 242505"/>
                <a:gd name="connsiteY13" fmla="*/ 73 h 618742"/>
                <a:gd name="connsiteX14" fmla="*/ 161825 w 242505"/>
                <a:gd name="connsiteY14" fmla="*/ 87232 h 618742"/>
                <a:gd name="connsiteX15" fmla="*/ 93748 w 242505"/>
                <a:gd name="connsiteY15" fmla="*/ 412197 h 618742"/>
                <a:gd name="connsiteX16" fmla="*/ 69689 w 242505"/>
                <a:gd name="connsiteY16" fmla="*/ 540011 h 618742"/>
                <a:gd name="connsiteX17" fmla="*/ 30046 w 242505"/>
                <a:gd name="connsiteY17" fmla="*/ 612690 h 618742"/>
                <a:gd name="connsiteX18" fmla="*/ 13369 w 242505"/>
                <a:gd name="connsiteY18" fmla="*/ 606285 h 618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505" h="618742">
                  <a:moveTo>
                    <a:pt x="13369" y="606285"/>
                  </a:moveTo>
                  <a:cubicBezTo>
                    <a:pt x="22118" y="605728"/>
                    <a:pt x="26765" y="599602"/>
                    <a:pt x="26765" y="592640"/>
                  </a:cubicBezTo>
                  <a:cubicBezTo>
                    <a:pt x="26765" y="583451"/>
                    <a:pt x="19930" y="578996"/>
                    <a:pt x="13642" y="578996"/>
                  </a:cubicBezTo>
                  <a:cubicBezTo>
                    <a:pt x="7081" y="578996"/>
                    <a:pt x="246" y="583173"/>
                    <a:pt x="246" y="592919"/>
                  </a:cubicBezTo>
                  <a:cubicBezTo>
                    <a:pt x="246" y="607121"/>
                    <a:pt x="13916" y="618816"/>
                    <a:pt x="30593" y="618816"/>
                  </a:cubicBezTo>
                  <a:cubicBezTo>
                    <a:pt x="72150" y="618816"/>
                    <a:pt x="87733" y="553656"/>
                    <a:pt x="107145" y="472902"/>
                  </a:cubicBezTo>
                  <a:cubicBezTo>
                    <a:pt x="128197" y="384908"/>
                    <a:pt x="145967" y="296078"/>
                    <a:pt x="160731" y="206692"/>
                  </a:cubicBezTo>
                  <a:cubicBezTo>
                    <a:pt x="170847" y="147379"/>
                    <a:pt x="180963" y="91687"/>
                    <a:pt x="190258" y="55765"/>
                  </a:cubicBezTo>
                  <a:cubicBezTo>
                    <a:pt x="193539" y="42121"/>
                    <a:pt x="202835" y="6199"/>
                    <a:pt x="213497" y="6199"/>
                  </a:cubicBezTo>
                  <a:cubicBezTo>
                    <a:pt x="221972" y="6199"/>
                    <a:pt x="228807" y="11490"/>
                    <a:pt x="229901" y="12604"/>
                  </a:cubicBezTo>
                  <a:cubicBezTo>
                    <a:pt x="220879" y="13161"/>
                    <a:pt x="216231" y="19287"/>
                    <a:pt x="216231" y="26248"/>
                  </a:cubicBezTo>
                  <a:cubicBezTo>
                    <a:pt x="216231" y="35438"/>
                    <a:pt x="223066" y="39893"/>
                    <a:pt x="229354" y="39893"/>
                  </a:cubicBezTo>
                  <a:cubicBezTo>
                    <a:pt x="235916" y="39893"/>
                    <a:pt x="242751" y="35716"/>
                    <a:pt x="242751" y="25970"/>
                  </a:cubicBezTo>
                  <a:cubicBezTo>
                    <a:pt x="242751" y="10933"/>
                    <a:pt x="227987" y="73"/>
                    <a:pt x="212950" y="73"/>
                  </a:cubicBezTo>
                  <a:cubicBezTo>
                    <a:pt x="192172" y="73"/>
                    <a:pt x="176862" y="30425"/>
                    <a:pt x="161825" y="87232"/>
                  </a:cubicBezTo>
                  <a:cubicBezTo>
                    <a:pt x="161004" y="90295"/>
                    <a:pt x="123822" y="230083"/>
                    <a:pt x="93748" y="412197"/>
                  </a:cubicBezTo>
                  <a:cubicBezTo>
                    <a:pt x="86640" y="454802"/>
                    <a:pt x="78711" y="501305"/>
                    <a:pt x="69689" y="540011"/>
                  </a:cubicBezTo>
                  <a:cubicBezTo>
                    <a:pt x="64768" y="560339"/>
                    <a:pt x="52192" y="612690"/>
                    <a:pt x="30046" y="612690"/>
                  </a:cubicBezTo>
                  <a:cubicBezTo>
                    <a:pt x="20204" y="612690"/>
                    <a:pt x="13642" y="606285"/>
                    <a:pt x="13369" y="606285"/>
                  </a:cubicBezTo>
                  <a:close/>
                </a:path>
              </a:pathLst>
            </a:custGeom>
            <a:solidFill>
              <a:srgbClr val="FFFFFF"/>
            </a:solidFill>
            <a:ln w="2748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BBAA4173-B26F-BC63-2B2E-B268B2BB9B9B}"/>
                </a:ext>
              </a:extLst>
            </p:cNvPr>
            <p:cNvSpPr/>
            <p:nvPr>
              <p:custDataLst>
                <p:tags r:id="rId294"/>
              </p:custDataLst>
            </p:nvPr>
          </p:nvSpPr>
          <p:spPr>
            <a:xfrm>
              <a:off x="10343414" y="4837045"/>
              <a:ext cx="106552" cy="103488"/>
            </a:xfrm>
            <a:custGeom>
              <a:avLst/>
              <a:gdLst>
                <a:gd name="connsiteX0" fmla="*/ 96692 w 106552"/>
                <a:gd name="connsiteY0" fmla="*/ 75633 h 103488"/>
                <a:gd name="connsiteX1" fmla="*/ 91747 w 106552"/>
                <a:gd name="connsiteY1" fmla="*/ 81815 h 103488"/>
                <a:gd name="connsiteX2" fmla="*/ 81406 w 106552"/>
                <a:gd name="connsiteY2" fmla="*/ 90973 h 103488"/>
                <a:gd name="connsiteX3" fmla="*/ 74437 w 106552"/>
                <a:gd name="connsiteY3" fmla="*/ 81586 h 103488"/>
                <a:gd name="connsiteX4" fmla="*/ 73538 w 106552"/>
                <a:gd name="connsiteY4" fmla="*/ 77694 h 103488"/>
                <a:gd name="connsiteX5" fmla="*/ 65446 w 106552"/>
                <a:gd name="connsiteY5" fmla="*/ 40602 h 103488"/>
                <a:gd name="connsiteX6" fmla="*/ 87476 w 106552"/>
                <a:gd name="connsiteY6" fmla="*/ 12899 h 103488"/>
                <a:gd name="connsiteX7" fmla="*/ 92871 w 106552"/>
                <a:gd name="connsiteY7" fmla="*/ 14730 h 103488"/>
                <a:gd name="connsiteX8" fmla="*/ 98940 w 106552"/>
                <a:gd name="connsiteY8" fmla="*/ 16791 h 103488"/>
                <a:gd name="connsiteX9" fmla="*/ 106808 w 106552"/>
                <a:gd name="connsiteY9" fmla="*/ 8548 h 103488"/>
                <a:gd name="connsiteX10" fmla="*/ 97591 w 106552"/>
                <a:gd name="connsiteY10" fmla="*/ 77 h 103488"/>
                <a:gd name="connsiteX11" fmla="*/ 63647 w 106552"/>
                <a:gd name="connsiteY11" fmla="*/ 32818 h 103488"/>
                <a:gd name="connsiteX12" fmla="*/ 61175 w 106552"/>
                <a:gd name="connsiteY12" fmla="*/ 20225 h 103488"/>
                <a:gd name="connsiteX13" fmla="*/ 49485 w 106552"/>
                <a:gd name="connsiteY13" fmla="*/ 77 h 103488"/>
                <a:gd name="connsiteX14" fmla="*/ 23184 w 106552"/>
                <a:gd name="connsiteY14" fmla="*/ 6717 h 103488"/>
                <a:gd name="connsiteX15" fmla="*/ 20711 w 106552"/>
                <a:gd name="connsiteY15" fmla="*/ 7633 h 103488"/>
                <a:gd name="connsiteX16" fmla="*/ 21611 w 106552"/>
                <a:gd name="connsiteY16" fmla="*/ 11067 h 103488"/>
                <a:gd name="connsiteX17" fmla="*/ 34199 w 106552"/>
                <a:gd name="connsiteY17" fmla="*/ 8548 h 103488"/>
                <a:gd name="connsiteX18" fmla="*/ 44315 w 106552"/>
                <a:gd name="connsiteY18" fmla="*/ 24346 h 103488"/>
                <a:gd name="connsiteX19" fmla="*/ 50834 w 106552"/>
                <a:gd name="connsiteY19" fmla="*/ 52508 h 103488"/>
                <a:gd name="connsiteX20" fmla="*/ 32401 w 106552"/>
                <a:gd name="connsiteY20" fmla="*/ 79296 h 103488"/>
                <a:gd name="connsiteX21" fmla="*/ 20936 w 106552"/>
                <a:gd name="connsiteY21" fmla="*/ 90286 h 103488"/>
                <a:gd name="connsiteX22" fmla="*/ 15092 w 106552"/>
                <a:gd name="connsiteY22" fmla="*/ 88226 h 103488"/>
                <a:gd name="connsiteX23" fmla="*/ 7898 w 106552"/>
                <a:gd name="connsiteY23" fmla="*/ 85936 h 103488"/>
                <a:gd name="connsiteX24" fmla="*/ 255 w 106552"/>
                <a:gd name="connsiteY24" fmla="*/ 93950 h 103488"/>
                <a:gd name="connsiteX25" fmla="*/ 11495 w 106552"/>
                <a:gd name="connsiteY25" fmla="*/ 103566 h 103488"/>
                <a:gd name="connsiteX26" fmla="*/ 32401 w 106552"/>
                <a:gd name="connsiteY26" fmla="*/ 87539 h 103488"/>
                <a:gd name="connsiteX27" fmla="*/ 52632 w 106552"/>
                <a:gd name="connsiteY27" fmla="*/ 60751 h 103488"/>
                <a:gd name="connsiteX28" fmla="*/ 59376 w 106552"/>
                <a:gd name="connsiteY28" fmla="*/ 88226 h 103488"/>
                <a:gd name="connsiteX29" fmla="*/ 72414 w 106552"/>
                <a:gd name="connsiteY29" fmla="*/ 103566 h 103488"/>
                <a:gd name="connsiteX30" fmla="*/ 99839 w 106552"/>
                <a:gd name="connsiteY30" fmla="*/ 77465 h 103488"/>
                <a:gd name="connsiteX31" fmla="*/ 96692 w 106552"/>
                <a:gd name="connsiteY31" fmla="*/ 75633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92" y="75633"/>
                  </a:moveTo>
                  <a:cubicBezTo>
                    <a:pt x="94894" y="77694"/>
                    <a:pt x="93770" y="79067"/>
                    <a:pt x="91747" y="81815"/>
                  </a:cubicBezTo>
                  <a:cubicBezTo>
                    <a:pt x="86576" y="88684"/>
                    <a:pt x="83879" y="90973"/>
                    <a:pt x="81406" y="90973"/>
                  </a:cubicBezTo>
                  <a:cubicBezTo>
                    <a:pt x="78034" y="90973"/>
                    <a:pt x="76011" y="87997"/>
                    <a:pt x="74437" y="81586"/>
                  </a:cubicBezTo>
                  <a:cubicBezTo>
                    <a:pt x="73988" y="79754"/>
                    <a:pt x="73763" y="78380"/>
                    <a:pt x="73538" y="77694"/>
                  </a:cubicBezTo>
                  <a:cubicBezTo>
                    <a:pt x="67918" y="54569"/>
                    <a:pt x="65446" y="44037"/>
                    <a:pt x="65446" y="40602"/>
                  </a:cubicBezTo>
                  <a:cubicBezTo>
                    <a:pt x="75337" y="22973"/>
                    <a:pt x="83429" y="12899"/>
                    <a:pt x="87476" y="12899"/>
                  </a:cubicBezTo>
                  <a:cubicBezTo>
                    <a:pt x="88824" y="12899"/>
                    <a:pt x="90623" y="13585"/>
                    <a:pt x="92871" y="14730"/>
                  </a:cubicBezTo>
                  <a:cubicBezTo>
                    <a:pt x="95568" y="16333"/>
                    <a:pt x="97142" y="16791"/>
                    <a:pt x="98940" y="16791"/>
                  </a:cubicBezTo>
                  <a:cubicBezTo>
                    <a:pt x="103661" y="16791"/>
                    <a:pt x="106808" y="13356"/>
                    <a:pt x="106808" y="8548"/>
                  </a:cubicBezTo>
                  <a:cubicBezTo>
                    <a:pt x="106808" y="3740"/>
                    <a:pt x="102986" y="77"/>
                    <a:pt x="97591" y="77"/>
                  </a:cubicBezTo>
                  <a:cubicBezTo>
                    <a:pt x="87700" y="77"/>
                    <a:pt x="79158" y="8319"/>
                    <a:pt x="63647" y="32818"/>
                  </a:cubicBezTo>
                  <a:lnTo>
                    <a:pt x="61175" y="20225"/>
                  </a:lnTo>
                  <a:cubicBezTo>
                    <a:pt x="58027" y="4656"/>
                    <a:pt x="55555" y="77"/>
                    <a:pt x="49485" y="77"/>
                  </a:cubicBezTo>
                  <a:cubicBezTo>
                    <a:pt x="44540" y="77"/>
                    <a:pt x="36897" y="2138"/>
                    <a:pt x="23184" y="6717"/>
                  </a:cubicBezTo>
                  <a:lnTo>
                    <a:pt x="20711" y="7633"/>
                  </a:lnTo>
                  <a:lnTo>
                    <a:pt x="21611" y="11067"/>
                  </a:lnTo>
                  <a:cubicBezTo>
                    <a:pt x="30153" y="9006"/>
                    <a:pt x="32176" y="8548"/>
                    <a:pt x="34199" y="8548"/>
                  </a:cubicBezTo>
                  <a:cubicBezTo>
                    <a:pt x="39819" y="8548"/>
                    <a:pt x="41168" y="10609"/>
                    <a:pt x="44315" y="24346"/>
                  </a:cubicBezTo>
                  <a:lnTo>
                    <a:pt x="50834" y="52508"/>
                  </a:lnTo>
                  <a:lnTo>
                    <a:pt x="32401" y="79296"/>
                  </a:lnTo>
                  <a:cubicBezTo>
                    <a:pt x="27905" y="86165"/>
                    <a:pt x="23409" y="90286"/>
                    <a:pt x="20936" y="90286"/>
                  </a:cubicBezTo>
                  <a:cubicBezTo>
                    <a:pt x="19588" y="90286"/>
                    <a:pt x="17340" y="89599"/>
                    <a:pt x="15092" y="88226"/>
                  </a:cubicBezTo>
                  <a:cubicBezTo>
                    <a:pt x="12169" y="86623"/>
                    <a:pt x="9697" y="85936"/>
                    <a:pt x="7898" y="85936"/>
                  </a:cubicBezTo>
                  <a:cubicBezTo>
                    <a:pt x="3627" y="85936"/>
                    <a:pt x="255" y="89370"/>
                    <a:pt x="255" y="93950"/>
                  </a:cubicBezTo>
                  <a:cubicBezTo>
                    <a:pt x="255" y="99902"/>
                    <a:pt x="4751" y="103566"/>
                    <a:pt x="11495" y="103566"/>
                  </a:cubicBezTo>
                  <a:cubicBezTo>
                    <a:pt x="18464" y="103566"/>
                    <a:pt x="21161" y="101505"/>
                    <a:pt x="32401" y="87539"/>
                  </a:cubicBezTo>
                  <a:cubicBezTo>
                    <a:pt x="38470" y="80212"/>
                    <a:pt x="43191" y="74030"/>
                    <a:pt x="52632" y="60751"/>
                  </a:cubicBezTo>
                  <a:lnTo>
                    <a:pt x="59376" y="88226"/>
                  </a:lnTo>
                  <a:cubicBezTo>
                    <a:pt x="62299" y="99902"/>
                    <a:pt x="65221" y="103566"/>
                    <a:pt x="72414" y="103566"/>
                  </a:cubicBezTo>
                  <a:cubicBezTo>
                    <a:pt x="80956" y="103566"/>
                    <a:pt x="86801" y="98071"/>
                    <a:pt x="99839" y="77465"/>
                  </a:cubicBezTo>
                  <a:lnTo>
                    <a:pt x="96692" y="75633"/>
                  </a:lnTo>
                  <a:close/>
                </a:path>
              </a:pathLst>
            </a:custGeom>
            <a:solidFill>
              <a:srgbClr val="FFFFFF"/>
            </a:solidFill>
            <a:ln w="30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33AF5F82-9B90-6C79-B7F9-EB4C6AC7F8CB}"/>
                </a:ext>
              </a:extLst>
            </p:cNvPr>
            <p:cNvSpPr/>
            <p:nvPr>
              <p:custDataLst>
                <p:tags r:id="rId295"/>
              </p:custDataLst>
            </p:nvPr>
          </p:nvSpPr>
          <p:spPr>
            <a:xfrm>
              <a:off x="10457503" y="4858126"/>
              <a:ext cx="70901" cy="128092"/>
            </a:xfrm>
            <a:custGeom>
              <a:avLst/>
              <a:gdLst>
                <a:gd name="connsiteX0" fmla="*/ 20307 w 70901"/>
                <a:gd name="connsiteY0" fmla="*/ 64312 h 128092"/>
                <a:gd name="connsiteX1" fmla="*/ 39627 w 70901"/>
                <a:gd name="connsiteY1" fmla="*/ 66354 h 128092"/>
                <a:gd name="connsiteX2" fmla="*/ 58036 w 70901"/>
                <a:gd name="connsiteY2" fmla="*/ 93829 h 128092"/>
                <a:gd name="connsiteX3" fmla="*/ 34159 w 70901"/>
                <a:gd name="connsiteY3" fmla="*/ 121489 h 128092"/>
                <a:gd name="connsiteX4" fmla="*/ 18849 w 70901"/>
                <a:gd name="connsiteY4" fmla="*/ 115734 h 128092"/>
                <a:gd name="connsiteX5" fmla="*/ 7184 w 70901"/>
                <a:gd name="connsiteY5" fmla="*/ 111093 h 128092"/>
                <a:gd name="connsiteX6" fmla="*/ 257 w 70901"/>
                <a:gd name="connsiteY6" fmla="*/ 117591 h 128092"/>
                <a:gd name="connsiteX7" fmla="*/ 20854 w 70901"/>
                <a:gd name="connsiteY7" fmla="*/ 128172 h 128092"/>
                <a:gd name="connsiteX8" fmla="*/ 57854 w 70901"/>
                <a:gd name="connsiteY8" fmla="*/ 115734 h 128092"/>
                <a:gd name="connsiteX9" fmla="*/ 71159 w 70901"/>
                <a:gd name="connsiteY9" fmla="*/ 84918 h 128092"/>
                <a:gd name="connsiteX10" fmla="*/ 62957 w 70901"/>
                <a:gd name="connsiteY10" fmla="*/ 60970 h 128092"/>
                <a:gd name="connsiteX11" fmla="*/ 47829 w 70901"/>
                <a:gd name="connsiteY11" fmla="*/ 51131 h 128092"/>
                <a:gd name="connsiteX12" fmla="*/ 64962 w 70901"/>
                <a:gd name="connsiteY12" fmla="*/ 25513 h 128092"/>
                <a:gd name="connsiteX13" fmla="*/ 36528 w 70901"/>
                <a:gd name="connsiteY13" fmla="*/ 80 h 128092"/>
                <a:gd name="connsiteX14" fmla="*/ 12834 w 70901"/>
                <a:gd name="connsiteY14" fmla="*/ 9176 h 128092"/>
                <a:gd name="connsiteX15" fmla="*/ 622 w 70901"/>
                <a:gd name="connsiteY15" fmla="*/ 30154 h 128092"/>
                <a:gd name="connsiteX16" fmla="*/ 3356 w 70901"/>
                <a:gd name="connsiteY16" fmla="*/ 30896 h 128092"/>
                <a:gd name="connsiteX17" fmla="*/ 30514 w 70901"/>
                <a:gd name="connsiteY17" fmla="*/ 11218 h 128092"/>
                <a:gd name="connsiteX18" fmla="*/ 50563 w 70901"/>
                <a:gd name="connsiteY18" fmla="*/ 31082 h 128092"/>
                <a:gd name="connsiteX19" fmla="*/ 43272 w 70901"/>
                <a:gd name="connsiteY19" fmla="*/ 49089 h 128092"/>
                <a:gd name="connsiteX20" fmla="*/ 20307 w 70901"/>
                <a:gd name="connsiteY20" fmla="*/ 61898 h 128092"/>
                <a:gd name="connsiteX21" fmla="*/ 20307 w 70901"/>
                <a:gd name="connsiteY21" fmla="*/ 64312 h 12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0901" h="128092">
                  <a:moveTo>
                    <a:pt x="20307" y="64312"/>
                  </a:moveTo>
                  <a:cubicBezTo>
                    <a:pt x="31060" y="64312"/>
                    <a:pt x="35253" y="64683"/>
                    <a:pt x="39627" y="66354"/>
                  </a:cubicBezTo>
                  <a:cubicBezTo>
                    <a:pt x="50927" y="70438"/>
                    <a:pt x="58036" y="81019"/>
                    <a:pt x="58036" y="93829"/>
                  </a:cubicBezTo>
                  <a:cubicBezTo>
                    <a:pt x="58036" y="109423"/>
                    <a:pt x="47647" y="121489"/>
                    <a:pt x="34159" y="121489"/>
                  </a:cubicBezTo>
                  <a:cubicBezTo>
                    <a:pt x="29238" y="121489"/>
                    <a:pt x="25592" y="120190"/>
                    <a:pt x="18849" y="115734"/>
                  </a:cubicBezTo>
                  <a:cubicBezTo>
                    <a:pt x="13381" y="112393"/>
                    <a:pt x="10282" y="111093"/>
                    <a:pt x="7184" y="111093"/>
                  </a:cubicBezTo>
                  <a:cubicBezTo>
                    <a:pt x="2991" y="111093"/>
                    <a:pt x="257" y="113692"/>
                    <a:pt x="257" y="117591"/>
                  </a:cubicBezTo>
                  <a:cubicBezTo>
                    <a:pt x="257" y="124088"/>
                    <a:pt x="8095" y="128172"/>
                    <a:pt x="20854" y="128172"/>
                  </a:cubicBezTo>
                  <a:cubicBezTo>
                    <a:pt x="34888" y="128172"/>
                    <a:pt x="49287" y="123346"/>
                    <a:pt x="57854" y="115734"/>
                  </a:cubicBezTo>
                  <a:cubicBezTo>
                    <a:pt x="66420" y="108123"/>
                    <a:pt x="71159" y="97356"/>
                    <a:pt x="71159" y="84918"/>
                  </a:cubicBezTo>
                  <a:cubicBezTo>
                    <a:pt x="71159" y="75450"/>
                    <a:pt x="68243" y="66725"/>
                    <a:pt x="62957" y="60970"/>
                  </a:cubicBezTo>
                  <a:cubicBezTo>
                    <a:pt x="59312" y="56886"/>
                    <a:pt x="55849" y="54658"/>
                    <a:pt x="47829" y="51131"/>
                  </a:cubicBezTo>
                  <a:cubicBezTo>
                    <a:pt x="60405" y="42406"/>
                    <a:pt x="64962" y="35537"/>
                    <a:pt x="64962" y="25513"/>
                  </a:cubicBezTo>
                  <a:cubicBezTo>
                    <a:pt x="64962" y="10476"/>
                    <a:pt x="53297" y="80"/>
                    <a:pt x="36528" y="80"/>
                  </a:cubicBezTo>
                  <a:cubicBezTo>
                    <a:pt x="27415" y="80"/>
                    <a:pt x="19395" y="3236"/>
                    <a:pt x="12834" y="9176"/>
                  </a:cubicBezTo>
                  <a:cubicBezTo>
                    <a:pt x="7366" y="14188"/>
                    <a:pt x="4632" y="19015"/>
                    <a:pt x="622" y="30154"/>
                  </a:cubicBezTo>
                  <a:lnTo>
                    <a:pt x="3356" y="30896"/>
                  </a:lnTo>
                  <a:cubicBezTo>
                    <a:pt x="10829" y="17344"/>
                    <a:pt x="19031" y="11218"/>
                    <a:pt x="30514" y="11218"/>
                  </a:cubicBezTo>
                  <a:cubicBezTo>
                    <a:pt x="42361" y="11218"/>
                    <a:pt x="50563" y="19386"/>
                    <a:pt x="50563" y="31082"/>
                  </a:cubicBezTo>
                  <a:cubicBezTo>
                    <a:pt x="50563" y="37765"/>
                    <a:pt x="47829" y="44448"/>
                    <a:pt x="43272" y="49089"/>
                  </a:cubicBezTo>
                  <a:cubicBezTo>
                    <a:pt x="37804" y="54658"/>
                    <a:pt x="32701" y="57443"/>
                    <a:pt x="20307" y="61898"/>
                  </a:cubicBezTo>
                  <a:lnTo>
                    <a:pt x="20307" y="64312"/>
                  </a:lnTo>
                  <a:close/>
                </a:path>
              </a:pathLst>
            </a:custGeom>
            <a:solidFill>
              <a:srgbClr val="FFFFFF"/>
            </a:solidFill>
            <a:ln w="18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D7887600-9959-6EF7-3460-BC6C753D807B}"/>
                </a:ext>
              </a:extLst>
            </p:cNvPr>
            <p:cNvSpPr/>
            <p:nvPr>
              <p:custDataLst>
                <p:tags r:id="rId296"/>
              </p:custDataLst>
            </p:nvPr>
          </p:nvSpPr>
          <p:spPr>
            <a:xfrm>
              <a:off x="10221753" y="5380641"/>
              <a:ext cx="106552" cy="103488"/>
            </a:xfrm>
            <a:custGeom>
              <a:avLst/>
              <a:gdLst>
                <a:gd name="connsiteX0" fmla="*/ 96688 w 106552"/>
                <a:gd name="connsiteY0" fmla="*/ 75650 h 103488"/>
                <a:gd name="connsiteX1" fmla="*/ 91743 w 106552"/>
                <a:gd name="connsiteY1" fmla="*/ 81832 h 103488"/>
                <a:gd name="connsiteX2" fmla="*/ 81402 w 106552"/>
                <a:gd name="connsiteY2" fmla="*/ 90991 h 103488"/>
                <a:gd name="connsiteX3" fmla="*/ 74433 w 106552"/>
                <a:gd name="connsiteY3" fmla="*/ 81603 h 103488"/>
                <a:gd name="connsiteX4" fmla="*/ 73534 w 106552"/>
                <a:gd name="connsiteY4" fmla="*/ 77711 h 103488"/>
                <a:gd name="connsiteX5" fmla="*/ 65442 w 106552"/>
                <a:gd name="connsiteY5" fmla="*/ 40620 h 103488"/>
                <a:gd name="connsiteX6" fmla="*/ 87472 w 106552"/>
                <a:gd name="connsiteY6" fmla="*/ 12916 h 103488"/>
                <a:gd name="connsiteX7" fmla="*/ 92867 w 106552"/>
                <a:gd name="connsiteY7" fmla="*/ 14748 h 103488"/>
                <a:gd name="connsiteX8" fmla="*/ 98936 w 106552"/>
                <a:gd name="connsiteY8" fmla="*/ 16808 h 103488"/>
                <a:gd name="connsiteX9" fmla="*/ 106804 w 106552"/>
                <a:gd name="connsiteY9" fmla="*/ 8566 h 103488"/>
                <a:gd name="connsiteX10" fmla="*/ 97587 w 106552"/>
                <a:gd name="connsiteY10" fmla="*/ 94 h 103488"/>
                <a:gd name="connsiteX11" fmla="*/ 63643 w 106552"/>
                <a:gd name="connsiteY11" fmla="*/ 32835 h 103488"/>
                <a:gd name="connsiteX12" fmla="*/ 61171 w 106552"/>
                <a:gd name="connsiteY12" fmla="*/ 20243 h 103488"/>
                <a:gd name="connsiteX13" fmla="*/ 49481 w 106552"/>
                <a:gd name="connsiteY13" fmla="*/ 94 h 103488"/>
                <a:gd name="connsiteX14" fmla="*/ 23180 w 106552"/>
                <a:gd name="connsiteY14" fmla="*/ 6734 h 103488"/>
                <a:gd name="connsiteX15" fmla="*/ 20708 w 106552"/>
                <a:gd name="connsiteY15" fmla="*/ 7650 h 103488"/>
                <a:gd name="connsiteX16" fmla="*/ 21607 w 106552"/>
                <a:gd name="connsiteY16" fmla="*/ 11084 h 103488"/>
                <a:gd name="connsiteX17" fmla="*/ 34195 w 106552"/>
                <a:gd name="connsiteY17" fmla="*/ 8566 h 103488"/>
                <a:gd name="connsiteX18" fmla="*/ 44311 w 106552"/>
                <a:gd name="connsiteY18" fmla="*/ 24364 h 103488"/>
                <a:gd name="connsiteX19" fmla="*/ 50830 w 106552"/>
                <a:gd name="connsiteY19" fmla="*/ 52526 h 103488"/>
                <a:gd name="connsiteX20" fmla="*/ 32397 w 106552"/>
                <a:gd name="connsiteY20" fmla="*/ 79314 h 103488"/>
                <a:gd name="connsiteX21" fmla="*/ 20932 w 106552"/>
                <a:gd name="connsiteY21" fmla="*/ 90304 h 103488"/>
                <a:gd name="connsiteX22" fmla="*/ 15088 w 106552"/>
                <a:gd name="connsiteY22" fmla="*/ 88243 h 103488"/>
                <a:gd name="connsiteX23" fmla="*/ 7894 w 106552"/>
                <a:gd name="connsiteY23" fmla="*/ 85953 h 103488"/>
                <a:gd name="connsiteX24" fmla="*/ 251 w 106552"/>
                <a:gd name="connsiteY24" fmla="*/ 93967 h 103488"/>
                <a:gd name="connsiteX25" fmla="*/ 11491 w 106552"/>
                <a:gd name="connsiteY25" fmla="*/ 103583 h 103488"/>
                <a:gd name="connsiteX26" fmla="*/ 32397 w 106552"/>
                <a:gd name="connsiteY26" fmla="*/ 87556 h 103488"/>
                <a:gd name="connsiteX27" fmla="*/ 52628 w 106552"/>
                <a:gd name="connsiteY27" fmla="*/ 60768 h 103488"/>
                <a:gd name="connsiteX28" fmla="*/ 59372 w 106552"/>
                <a:gd name="connsiteY28" fmla="*/ 88243 h 103488"/>
                <a:gd name="connsiteX29" fmla="*/ 72410 w 106552"/>
                <a:gd name="connsiteY29" fmla="*/ 103583 h 103488"/>
                <a:gd name="connsiteX30" fmla="*/ 99835 w 106552"/>
                <a:gd name="connsiteY30" fmla="*/ 77482 h 103488"/>
                <a:gd name="connsiteX31" fmla="*/ 96688 w 106552"/>
                <a:gd name="connsiteY31" fmla="*/ 75650 h 103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552" h="103488">
                  <a:moveTo>
                    <a:pt x="96688" y="75650"/>
                  </a:moveTo>
                  <a:cubicBezTo>
                    <a:pt x="94890" y="77711"/>
                    <a:pt x="93766" y="79085"/>
                    <a:pt x="91743" y="81832"/>
                  </a:cubicBezTo>
                  <a:cubicBezTo>
                    <a:pt x="86572" y="88701"/>
                    <a:pt x="83875" y="90991"/>
                    <a:pt x="81402" y="90991"/>
                  </a:cubicBezTo>
                  <a:cubicBezTo>
                    <a:pt x="78030" y="90991"/>
                    <a:pt x="76007" y="88014"/>
                    <a:pt x="74433" y="81603"/>
                  </a:cubicBezTo>
                  <a:cubicBezTo>
                    <a:pt x="73984" y="79772"/>
                    <a:pt x="73759" y="78398"/>
                    <a:pt x="73534" y="77711"/>
                  </a:cubicBezTo>
                  <a:cubicBezTo>
                    <a:pt x="67914" y="54586"/>
                    <a:pt x="65442" y="44054"/>
                    <a:pt x="65442" y="40620"/>
                  </a:cubicBezTo>
                  <a:cubicBezTo>
                    <a:pt x="75333" y="22990"/>
                    <a:pt x="83425" y="12916"/>
                    <a:pt x="87472" y="12916"/>
                  </a:cubicBezTo>
                  <a:cubicBezTo>
                    <a:pt x="88820" y="12916"/>
                    <a:pt x="90619" y="13603"/>
                    <a:pt x="92867" y="14748"/>
                  </a:cubicBezTo>
                  <a:cubicBezTo>
                    <a:pt x="95564" y="16350"/>
                    <a:pt x="97138" y="16808"/>
                    <a:pt x="98936" y="16808"/>
                  </a:cubicBezTo>
                  <a:cubicBezTo>
                    <a:pt x="103657" y="16808"/>
                    <a:pt x="106804" y="13374"/>
                    <a:pt x="106804" y="8566"/>
                  </a:cubicBezTo>
                  <a:cubicBezTo>
                    <a:pt x="106804" y="3758"/>
                    <a:pt x="102982" y="94"/>
                    <a:pt x="97587" y="94"/>
                  </a:cubicBezTo>
                  <a:cubicBezTo>
                    <a:pt x="87696" y="94"/>
                    <a:pt x="79154" y="8337"/>
                    <a:pt x="63643" y="32835"/>
                  </a:cubicBezTo>
                  <a:lnTo>
                    <a:pt x="61171" y="20243"/>
                  </a:lnTo>
                  <a:cubicBezTo>
                    <a:pt x="58023" y="4674"/>
                    <a:pt x="55551" y="94"/>
                    <a:pt x="49481" y="94"/>
                  </a:cubicBezTo>
                  <a:cubicBezTo>
                    <a:pt x="44536" y="94"/>
                    <a:pt x="36893" y="2155"/>
                    <a:pt x="23180" y="6734"/>
                  </a:cubicBezTo>
                  <a:lnTo>
                    <a:pt x="20708" y="7650"/>
                  </a:lnTo>
                  <a:lnTo>
                    <a:pt x="21607" y="11084"/>
                  </a:lnTo>
                  <a:cubicBezTo>
                    <a:pt x="30149" y="9024"/>
                    <a:pt x="32172" y="8566"/>
                    <a:pt x="34195" y="8566"/>
                  </a:cubicBezTo>
                  <a:cubicBezTo>
                    <a:pt x="39815" y="8566"/>
                    <a:pt x="41164" y="10626"/>
                    <a:pt x="44311" y="24364"/>
                  </a:cubicBezTo>
                  <a:lnTo>
                    <a:pt x="50830" y="52526"/>
                  </a:lnTo>
                  <a:lnTo>
                    <a:pt x="32397" y="79314"/>
                  </a:lnTo>
                  <a:cubicBezTo>
                    <a:pt x="27901" y="86182"/>
                    <a:pt x="23405" y="90304"/>
                    <a:pt x="20932" y="90304"/>
                  </a:cubicBezTo>
                  <a:cubicBezTo>
                    <a:pt x="19584" y="90304"/>
                    <a:pt x="17336" y="89617"/>
                    <a:pt x="15088" y="88243"/>
                  </a:cubicBezTo>
                  <a:cubicBezTo>
                    <a:pt x="12165" y="86640"/>
                    <a:pt x="9693" y="85953"/>
                    <a:pt x="7894" y="85953"/>
                  </a:cubicBezTo>
                  <a:cubicBezTo>
                    <a:pt x="3623" y="85953"/>
                    <a:pt x="251" y="89388"/>
                    <a:pt x="251" y="93967"/>
                  </a:cubicBezTo>
                  <a:cubicBezTo>
                    <a:pt x="251" y="99920"/>
                    <a:pt x="4747" y="103583"/>
                    <a:pt x="11491" y="103583"/>
                  </a:cubicBezTo>
                  <a:cubicBezTo>
                    <a:pt x="18460" y="103583"/>
                    <a:pt x="21157" y="101523"/>
                    <a:pt x="32397" y="87556"/>
                  </a:cubicBezTo>
                  <a:cubicBezTo>
                    <a:pt x="38466" y="80230"/>
                    <a:pt x="43187" y="74048"/>
                    <a:pt x="52628" y="60768"/>
                  </a:cubicBezTo>
                  <a:lnTo>
                    <a:pt x="59372" y="88243"/>
                  </a:lnTo>
                  <a:cubicBezTo>
                    <a:pt x="62295" y="99920"/>
                    <a:pt x="65217" y="103583"/>
                    <a:pt x="72410" y="103583"/>
                  </a:cubicBezTo>
                  <a:cubicBezTo>
                    <a:pt x="80952" y="103583"/>
                    <a:pt x="86797" y="98088"/>
                    <a:pt x="99835" y="77482"/>
                  </a:cubicBezTo>
                  <a:lnTo>
                    <a:pt x="96688" y="75650"/>
                  </a:lnTo>
                  <a:close/>
                </a:path>
              </a:pathLst>
            </a:custGeom>
            <a:solidFill>
              <a:srgbClr val="FFFFFF"/>
            </a:solidFill>
            <a:ln w="30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D7B5902-4147-5273-75F8-6709704417F6}"/>
                </a:ext>
              </a:extLst>
            </p:cNvPr>
            <p:cNvSpPr/>
            <p:nvPr>
              <p:custDataLst>
                <p:tags r:id="rId297"/>
              </p:custDataLst>
            </p:nvPr>
          </p:nvSpPr>
          <p:spPr>
            <a:xfrm>
              <a:off x="10332379" y="5401722"/>
              <a:ext cx="82384" cy="128092"/>
            </a:xfrm>
            <a:custGeom>
              <a:avLst/>
              <a:gdLst>
                <a:gd name="connsiteX0" fmla="*/ 42175 w 82384"/>
                <a:gd name="connsiteY0" fmla="*/ 97 h 128092"/>
                <a:gd name="connsiteX1" fmla="*/ 17751 w 82384"/>
                <a:gd name="connsiteY1" fmla="*/ 9751 h 128092"/>
                <a:gd name="connsiteX2" fmla="*/ 253 w 82384"/>
                <a:gd name="connsiteY2" fmla="*/ 63215 h 128092"/>
                <a:gd name="connsiteX3" fmla="*/ 14835 w 82384"/>
                <a:gd name="connsiteY3" fmla="*/ 115566 h 128092"/>
                <a:gd name="connsiteX4" fmla="*/ 41446 w 82384"/>
                <a:gd name="connsiteY4" fmla="*/ 128190 h 128092"/>
                <a:gd name="connsiteX5" fmla="*/ 65140 w 82384"/>
                <a:gd name="connsiteY5" fmla="*/ 118536 h 128092"/>
                <a:gd name="connsiteX6" fmla="*/ 82638 w 82384"/>
                <a:gd name="connsiteY6" fmla="*/ 64329 h 128092"/>
                <a:gd name="connsiteX7" fmla="*/ 42175 w 82384"/>
                <a:gd name="connsiteY7" fmla="*/ 97 h 128092"/>
                <a:gd name="connsiteX8" fmla="*/ 41628 w 82384"/>
                <a:gd name="connsiteY8" fmla="*/ 4924 h 128092"/>
                <a:gd name="connsiteX9" fmla="*/ 65140 w 82384"/>
                <a:gd name="connsiteY9" fmla="*/ 64700 h 128092"/>
                <a:gd name="connsiteX10" fmla="*/ 41446 w 82384"/>
                <a:gd name="connsiteY10" fmla="*/ 123363 h 128092"/>
                <a:gd name="connsiteX11" fmla="*/ 17751 w 82384"/>
                <a:gd name="connsiteY11" fmla="*/ 64886 h 128092"/>
                <a:gd name="connsiteX12" fmla="*/ 41628 w 82384"/>
                <a:gd name="connsiteY12" fmla="*/ 4924 h 128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2384" h="128092">
                  <a:moveTo>
                    <a:pt x="42175" y="97"/>
                  </a:moveTo>
                  <a:cubicBezTo>
                    <a:pt x="32150" y="97"/>
                    <a:pt x="24495" y="3253"/>
                    <a:pt x="17751" y="9751"/>
                  </a:cubicBezTo>
                  <a:cubicBezTo>
                    <a:pt x="7180" y="20146"/>
                    <a:pt x="253" y="41495"/>
                    <a:pt x="253" y="63215"/>
                  </a:cubicBezTo>
                  <a:cubicBezTo>
                    <a:pt x="253" y="83450"/>
                    <a:pt x="6268" y="105170"/>
                    <a:pt x="14835" y="115566"/>
                  </a:cubicBezTo>
                  <a:cubicBezTo>
                    <a:pt x="21579" y="123734"/>
                    <a:pt x="30874" y="128190"/>
                    <a:pt x="41446" y="128190"/>
                  </a:cubicBezTo>
                  <a:cubicBezTo>
                    <a:pt x="50741" y="128190"/>
                    <a:pt x="58579" y="125034"/>
                    <a:pt x="65140" y="118536"/>
                  </a:cubicBezTo>
                  <a:cubicBezTo>
                    <a:pt x="75712" y="108326"/>
                    <a:pt x="82638" y="86792"/>
                    <a:pt x="82638" y="64329"/>
                  </a:cubicBezTo>
                  <a:cubicBezTo>
                    <a:pt x="82638" y="26273"/>
                    <a:pt x="66052" y="97"/>
                    <a:pt x="42175" y="97"/>
                  </a:cubicBezTo>
                  <a:close/>
                  <a:moveTo>
                    <a:pt x="41628" y="4924"/>
                  </a:moveTo>
                  <a:cubicBezTo>
                    <a:pt x="56938" y="4924"/>
                    <a:pt x="65140" y="25901"/>
                    <a:pt x="65140" y="64700"/>
                  </a:cubicBezTo>
                  <a:cubicBezTo>
                    <a:pt x="65140" y="103499"/>
                    <a:pt x="57121" y="123363"/>
                    <a:pt x="41446" y="123363"/>
                  </a:cubicBezTo>
                  <a:cubicBezTo>
                    <a:pt x="25771" y="123363"/>
                    <a:pt x="17751" y="103499"/>
                    <a:pt x="17751" y="64886"/>
                  </a:cubicBezTo>
                  <a:cubicBezTo>
                    <a:pt x="17751" y="25530"/>
                    <a:pt x="25953" y="4924"/>
                    <a:pt x="41628" y="4924"/>
                  </a:cubicBezTo>
                  <a:close/>
                </a:path>
              </a:pathLst>
            </a:custGeom>
            <a:solidFill>
              <a:srgbClr val="FFFFFF"/>
            </a:solidFill>
            <a:ln w="18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C49FFF7C-70B8-F020-08A6-6D6F3FCFC6A5}"/>
                </a:ext>
              </a:extLst>
            </p:cNvPr>
            <p:cNvSpPr/>
            <p:nvPr>
              <p:custDataLst>
                <p:tags r:id="rId298"/>
              </p:custDataLst>
            </p:nvPr>
          </p:nvSpPr>
          <p:spPr>
            <a:xfrm>
              <a:off x="10606593" y="5027580"/>
              <a:ext cx="173456" cy="273821"/>
            </a:xfrm>
            <a:custGeom>
              <a:avLst/>
              <a:gdLst>
                <a:gd name="connsiteX0" fmla="*/ 55553 w 173456"/>
                <a:gd name="connsiteY0" fmla="*/ 87337 h 273821"/>
                <a:gd name="connsiteX1" fmla="*/ 82893 w 173456"/>
                <a:gd name="connsiteY1" fmla="*/ 87337 h 273821"/>
                <a:gd name="connsiteX2" fmla="*/ 56160 w 173456"/>
                <a:gd name="connsiteY2" fmla="*/ 217286 h 273821"/>
                <a:gd name="connsiteX3" fmla="*/ 26694 w 173456"/>
                <a:gd name="connsiteY3" fmla="*/ 267410 h 273821"/>
                <a:gd name="connsiteX4" fmla="*/ 20618 w 173456"/>
                <a:gd name="connsiteY4" fmla="*/ 262459 h 273821"/>
                <a:gd name="connsiteX5" fmla="*/ 21834 w 173456"/>
                <a:gd name="connsiteY5" fmla="*/ 259056 h 273821"/>
                <a:gd name="connsiteX6" fmla="*/ 23352 w 173456"/>
                <a:gd name="connsiteY6" fmla="*/ 254105 h 273821"/>
                <a:gd name="connsiteX7" fmla="*/ 11505 w 173456"/>
                <a:gd name="connsiteY7" fmla="*/ 242348 h 273821"/>
                <a:gd name="connsiteX8" fmla="*/ 265 w 173456"/>
                <a:gd name="connsiteY8" fmla="*/ 255033 h 273821"/>
                <a:gd name="connsiteX9" fmla="*/ 24264 w 173456"/>
                <a:gd name="connsiteY9" fmla="*/ 273907 h 273821"/>
                <a:gd name="connsiteX10" fmla="*/ 85019 w 173456"/>
                <a:gd name="connsiteY10" fmla="*/ 186346 h 273821"/>
                <a:gd name="connsiteX11" fmla="*/ 106891 w 173456"/>
                <a:gd name="connsiteY11" fmla="*/ 87337 h 273821"/>
                <a:gd name="connsiteX12" fmla="*/ 140003 w 173456"/>
                <a:gd name="connsiteY12" fmla="*/ 87337 h 273821"/>
                <a:gd name="connsiteX13" fmla="*/ 141825 w 173456"/>
                <a:gd name="connsiteY13" fmla="*/ 77437 h 273821"/>
                <a:gd name="connsiteX14" fmla="*/ 109017 w 173456"/>
                <a:gd name="connsiteY14" fmla="*/ 77437 h 273821"/>
                <a:gd name="connsiteX15" fmla="*/ 146078 w 173456"/>
                <a:gd name="connsiteY15" fmla="*/ 6893 h 273821"/>
                <a:gd name="connsiteX16" fmla="*/ 152761 w 173456"/>
                <a:gd name="connsiteY16" fmla="*/ 10606 h 273821"/>
                <a:gd name="connsiteX17" fmla="*/ 151546 w 173456"/>
                <a:gd name="connsiteY17" fmla="*/ 13700 h 273821"/>
                <a:gd name="connsiteX18" fmla="*/ 149724 w 173456"/>
                <a:gd name="connsiteY18" fmla="*/ 20197 h 273821"/>
                <a:gd name="connsiteX19" fmla="*/ 160963 w 173456"/>
                <a:gd name="connsiteY19" fmla="*/ 32573 h 273821"/>
                <a:gd name="connsiteX20" fmla="*/ 173722 w 173456"/>
                <a:gd name="connsiteY20" fmla="*/ 20197 h 273821"/>
                <a:gd name="connsiteX21" fmla="*/ 147597 w 173456"/>
                <a:gd name="connsiteY21" fmla="*/ 86 h 273821"/>
                <a:gd name="connsiteX22" fmla="*/ 109929 w 173456"/>
                <a:gd name="connsiteY22" fmla="*/ 21435 h 273821"/>
                <a:gd name="connsiteX23" fmla="*/ 85627 w 173456"/>
                <a:gd name="connsiteY23" fmla="*/ 77437 h 273821"/>
                <a:gd name="connsiteX24" fmla="*/ 57679 w 173456"/>
                <a:gd name="connsiteY24" fmla="*/ 77437 h 273821"/>
                <a:gd name="connsiteX25" fmla="*/ 55553 w 173456"/>
                <a:gd name="connsiteY25" fmla="*/ 87337 h 27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56" h="273821">
                  <a:moveTo>
                    <a:pt x="55553" y="87337"/>
                  </a:moveTo>
                  <a:lnTo>
                    <a:pt x="82893" y="87337"/>
                  </a:lnTo>
                  <a:lnTo>
                    <a:pt x="56160" y="217286"/>
                  </a:lnTo>
                  <a:cubicBezTo>
                    <a:pt x="49477" y="250392"/>
                    <a:pt x="39453" y="267410"/>
                    <a:pt x="26694" y="267410"/>
                  </a:cubicBezTo>
                  <a:cubicBezTo>
                    <a:pt x="23049" y="267410"/>
                    <a:pt x="20618" y="265244"/>
                    <a:pt x="20618" y="262459"/>
                  </a:cubicBezTo>
                  <a:cubicBezTo>
                    <a:pt x="20618" y="261531"/>
                    <a:pt x="20922" y="260603"/>
                    <a:pt x="21834" y="259056"/>
                  </a:cubicBezTo>
                  <a:cubicBezTo>
                    <a:pt x="23049" y="257199"/>
                    <a:pt x="23352" y="255962"/>
                    <a:pt x="23352" y="254105"/>
                  </a:cubicBezTo>
                  <a:cubicBezTo>
                    <a:pt x="23352" y="247608"/>
                    <a:pt x="17884" y="242348"/>
                    <a:pt x="11505" y="242348"/>
                  </a:cubicBezTo>
                  <a:cubicBezTo>
                    <a:pt x="5126" y="242348"/>
                    <a:pt x="265" y="247917"/>
                    <a:pt x="265" y="255033"/>
                  </a:cubicBezTo>
                  <a:cubicBezTo>
                    <a:pt x="265" y="265553"/>
                    <a:pt x="10898" y="273907"/>
                    <a:pt x="24264" y="273907"/>
                  </a:cubicBezTo>
                  <a:cubicBezTo>
                    <a:pt x="51300" y="273907"/>
                    <a:pt x="72564" y="243276"/>
                    <a:pt x="85019" y="186346"/>
                  </a:cubicBezTo>
                  <a:lnTo>
                    <a:pt x="106891" y="87337"/>
                  </a:lnTo>
                  <a:lnTo>
                    <a:pt x="140003" y="87337"/>
                  </a:lnTo>
                  <a:lnTo>
                    <a:pt x="141825" y="77437"/>
                  </a:lnTo>
                  <a:lnTo>
                    <a:pt x="109017" y="77437"/>
                  </a:lnTo>
                  <a:cubicBezTo>
                    <a:pt x="117827" y="28860"/>
                    <a:pt x="129067" y="6893"/>
                    <a:pt x="146078" y="6893"/>
                  </a:cubicBezTo>
                  <a:cubicBezTo>
                    <a:pt x="150027" y="6893"/>
                    <a:pt x="152761" y="8440"/>
                    <a:pt x="152761" y="10606"/>
                  </a:cubicBezTo>
                  <a:cubicBezTo>
                    <a:pt x="152761" y="11534"/>
                    <a:pt x="152458" y="12153"/>
                    <a:pt x="151546" y="13700"/>
                  </a:cubicBezTo>
                  <a:cubicBezTo>
                    <a:pt x="150331" y="16484"/>
                    <a:pt x="149724" y="18031"/>
                    <a:pt x="149724" y="20197"/>
                  </a:cubicBezTo>
                  <a:cubicBezTo>
                    <a:pt x="149724" y="27623"/>
                    <a:pt x="154280" y="32573"/>
                    <a:pt x="160963" y="32573"/>
                  </a:cubicBezTo>
                  <a:cubicBezTo>
                    <a:pt x="167950" y="32573"/>
                    <a:pt x="173722" y="27004"/>
                    <a:pt x="173722" y="20197"/>
                  </a:cubicBezTo>
                  <a:cubicBezTo>
                    <a:pt x="173722" y="8749"/>
                    <a:pt x="162482" y="86"/>
                    <a:pt x="147597" y="86"/>
                  </a:cubicBezTo>
                  <a:cubicBezTo>
                    <a:pt x="132712" y="86"/>
                    <a:pt x="120865" y="6893"/>
                    <a:pt x="109929" y="21435"/>
                  </a:cubicBezTo>
                  <a:cubicBezTo>
                    <a:pt x="100815" y="33501"/>
                    <a:pt x="94740" y="47734"/>
                    <a:pt x="85627" y="77437"/>
                  </a:cubicBezTo>
                  <a:lnTo>
                    <a:pt x="57679" y="77437"/>
                  </a:lnTo>
                  <a:lnTo>
                    <a:pt x="55553" y="87337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AD469EF-CE62-0559-3794-A2C8BBFC7DF3}"/>
                </a:ext>
              </a:extLst>
            </p:cNvPr>
            <p:cNvSpPr/>
            <p:nvPr>
              <p:custDataLst>
                <p:tags r:id="rId299"/>
              </p:custDataLst>
            </p:nvPr>
          </p:nvSpPr>
          <p:spPr>
            <a:xfrm>
              <a:off x="10753300" y="5129493"/>
              <a:ext cx="87445" cy="157980"/>
            </a:xfrm>
            <a:custGeom>
              <a:avLst/>
              <a:gdLst>
                <a:gd name="connsiteX0" fmla="*/ 24995 w 87445"/>
                <a:gd name="connsiteY0" fmla="*/ 79308 h 157980"/>
                <a:gd name="connsiteX1" fmla="*/ 48823 w 87445"/>
                <a:gd name="connsiteY1" fmla="*/ 81827 h 157980"/>
                <a:gd name="connsiteX2" fmla="*/ 71527 w 87445"/>
                <a:gd name="connsiteY2" fmla="*/ 115712 h 157980"/>
                <a:gd name="connsiteX3" fmla="*/ 42079 w 87445"/>
                <a:gd name="connsiteY3" fmla="*/ 149827 h 157980"/>
                <a:gd name="connsiteX4" fmla="*/ 23196 w 87445"/>
                <a:gd name="connsiteY4" fmla="*/ 142729 h 157980"/>
                <a:gd name="connsiteX5" fmla="*/ 8810 w 87445"/>
                <a:gd name="connsiteY5" fmla="*/ 137005 h 157980"/>
                <a:gd name="connsiteX6" fmla="*/ 267 w 87445"/>
                <a:gd name="connsiteY6" fmla="*/ 145019 h 157980"/>
                <a:gd name="connsiteX7" fmla="*/ 25669 w 87445"/>
                <a:gd name="connsiteY7" fmla="*/ 158070 h 157980"/>
                <a:gd name="connsiteX8" fmla="*/ 71303 w 87445"/>
                <a:gd name="connsiteY8" fmla="*/ 142729 h 157980"/>
                <a:gd name="connsiteX9" fmla="*/ 87713 w 87445"/>
                <a:gd name="connsiteY9" fmla="*/ 104722 h 157980"/>
                <a:gd name="connsiteX10" fmla="*/ 77597 w 87445"/>
                <a:gd name="connsiteY10" fmla="*/ 75187 h 157980"/>
                <a:gd name="connsiteX11" fmla="*/ 58939 w 87445"/>
                <a:gd name="connsiteY11" fmla="*/ 63052 h 157980"/>
                <a:gd name="connsiteX12" fmla="*/ 80070 w 87445"/>
                <a:gd name="connsiteY12" fmla="*/ 31456 h 157980"/>
                <a:gd name="connsiteX13" fmla="*/ 45002 w 87445"/>
                <a:gd name="connsiteY13" fmla="*/ 89 h 157980"/>
                <a:gd name="connsiteX14" fmla="*/ 15778 w 87445"/>
                <a:gd name="connsiteY14" fmla="*/ 11308 h 157980"/>
                <a:gd name="connsiteX15" fmla="*/ 717 w 87445"/>
                <a:gd name="connsiteY15" fmla="*/ 37180 h 157980"/>
                <a:gd name="connsiteX16" fmla="*/ 4089 w 87445"/>
                <a:gd name="connsiteY16" fmla="*/ 38096 h 157980"/>
                <a:gd name="connsiteX17" fmla="*/ 37583 w 87445"/>
                <a:gd name="connsiteY17" fmla="*/ 13826 h 157980"/>
                <a:gd name="connsiteX18" fmla="*/ 62311 w 87445"/>
                <a:gd name="connsiteY18" fmla="*/ 38325 h 157980"/>
                <a:gd name="connsiteX19" fmla="*/ 53319 w 87445"/>
                <a:gd name="connsiteY19" fmla="*/ 60534 h 157980"/>
                <a:gd name="connsiteX20" fmla="*/ 24995 w 87445"/>
                <a:gd name="connsiteY20" fmla="*/ 76332 h 157980"/>
                <a:gd name="connsiteX21" fmla="*/ 24995 w 87445"/>
                <a:gd name="connsiteY21" fmla="*/ 79308 h 157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445" h="157980">
                  <a:moveTo>
                    <a:pt x="24995" y="79308"/>
                  </a:moveTo>
                  <a:cubicBezTo>
                    <a:pt x="38258" y="79308"/>
                    <a:pt x="43428" y="79766"/>
                    <a:pt x="48823" y="81827"/>
                  </a:cubicBezTo>
                  <a:cubicBezTo>
                    <a:pt x="62760" y="86864"/>
                    <a:pt x="71527" y="99914"/>
                    <a:pt x="71527" y="115712"/>
                  </a:cubicBezTo>
                  <a:cubicBezTo>
                    <a:pt x="71527" y="134945"/>
                    <a:pt x="58714" y="149827"/>
                    <a:pt x="42079" y="149827"/>
                  </a:cubicBezTo>
                  <a:cubicBezTo>
                    <a:pt x="36010" y="149827"/>
                    <a:pt x="31514" y="148224"/>
                    <a:pt x="23196" y="142729"/>
                  </a:cubicBezTo>
                  <a:cubicBezTo>
                    <a:pt x="16453" y="138608"/>
                    <a:pt x="12631" y="137005"/>
                    <a:pt x="8810" y="137005"/>
                  </a:cubicBezTo>
                  <a:cubicBezTo>
                    <a:pt x="3639" y="137005"/>
                    <a:pt x="267" y="140211"/>
                    <a:pt x="267" y="145019"/>
                  </a:cubicBezTo>
                  <a:cubicBezTo>
                    <a:pt x="267" y="153033"/>
                    <a:pt x="9934" y="158070"/>
                    <a:pt x="25669" y="158070"/>
                  </a:cubicBezTo>
                  <a:cubicBezTo>
                    <a:pt x="42978" y="158070"/>
                    <a:pt x="60737" y="152117"/>
                    <a:pt x="71303" y="142729"/>
                  </a:cubicBezTo>
                  <a:cubicBezTo>
                    <a:pt x="81868" y="133342"/>
                    <a:pt x="87713" y="120063"/>
                    <a:pt x="87713" y="104722"/>
                  </a:cubicBezTo>
                  <a:cubicBezTo>
                    <a:pt x="87713" y="93046"/>
                    <a:pt x="84116" y="82285"/>
                    <a:pt x="77597" y="75187"/>
                  </a:cubicBezTo>
                  <a:cubicBezTo>
                    <a:pt x="73101" y="70150"/>
                    <a:pt x="68830" y="67402"/>
                    <a:pt x="58939" y="63052"/>
                  </a:cubicBezTo>
                  <a:cubicBezTo>
                    <a:pt x="74450" y="52291"/>
                    <a:pt x="80070" y="43820"/>
                    <a:pt x="80070" y="31456"/>
                  </a:cubicBezTo>
                  <a:cubicBezTo>
                    <a:pt x="80070" y="12911"/>
                    <a:pt x="65683" y="89"/>
                    <a:pt x="45002" y="89"/>
                  </a:cubicBezTo>
                  <a:cubicBezTo>
                    <a:pt x="33762" y="89"/>
                    <a:pt x="23871" y="3981"/>
                    <a:pt x="15778" y="11308"/>
                  </a:cubicBezTo>
                  <a:cubicBezTo>
                    <a:pt x="9034" y="17490"/>
                    <a:pt x="5662" y="23443"/>
                    <a:pt x="717" y="37180"/>
                  </a:cubicBezTo>
                  <a:lnTo>
                    <a:pt x="4089" y="38096"/>
                  </a:lnTo>
                  <a:cubicBezTo>
                    <a:pt x="13306" y="21382"/>
                    <a:pt x="23421" y="13826"/>
                    <a:pt x="37583" y="13826"/>
                  </a:cubicBezTo>
                  <a:cubicBezTo>
                    <a:pt x="52195" y="13826"/>
                    <a:pt x="62311" y="23900"/>
                    <a:pt x="62311" y="38325"/>
                  </a:cubicBezTo>
                  <a:cubicBezTo>
                    <a:pt x="62311" y="46567"/>
                    <a:pt x="58939" y="54810"/>
                    <a:pt x="53319" y="60534"/>
                  </a:cubicBezTo>
                  <a:cubicBezTo>
                    <a:pt x="46575" y="67402"/>
                    <a:pt x="40281" y="70837"/>
                    <a:pt x="24995" y="76332"/>
                  </a:cubicBezTo>
                  <a:lnTo>
                    <a:pt x="24995" y="79308"/>
                  </a:lnTo>
                  <a:close/>
                </a:path>
              </a:pathLst>
            </a:custGeom>
            <a:solidFill>
              <a:srgbClr val="FFFFFF"/>
            </a:solidFill>
            <a:ln w="226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3355987-24A5-125A-72C5-1AAD00C591CF}"/>
                </a:ext>
              </a:extLst>
            </p:cNvPr>
            <p:cNvSpPr/>
            <p:nvPr>
              <p:custDataLst>
                <p:tags r:id="rId300"/>
              </p:custDataLst>
            </p:nvPr>
          </p:nvSpPr>
          <p:spPr>
            <a:xfrm>
              <a:off x="10901773" y="5005303"/>
              <a:ext cx="70476" cy="309402"/>
            </a:xfrm>
            <a:custGeom>
              <a:avLst/>
              <a:gdLst>
                <a:gd name="connsiteX0" fmla="*/ 70749 w 70476"/>
                <a:gd name="connsiteY0" fmla="*/ 306394 h 309402"/>
                <a:gd name="connsiteX1" fmla="*/ 65585 w 70476"/>
                <a:gd name="connsiteY1" fmla="*/ 299587 h 309402"/>
                <a:gd name="connsiteX2" fmla="*/ 17892 w 70476"/>
                <a:gd name="connsiteY2" fmla="*/ 154787 h 309402"/>
                <a:gd name="connsiteX3" fmla="*/ 66800 w 70476"/>
                <a:gd name="connsiteY3" fmla="*/ 8439 h 309402"/>
                <a:gd name="connsiteX4" fmla="*/ 70749 w 70476"/>
                <a:gd name="connsiteY4" fmla="*/ 3180 h 309402"/>
                <a:gd name="connsiteX5" fmla="*/ 67712 w 70476"/>
                <a:gd name="connsiteY5" fmla="*/ 86 h 309402"/>
                <a:gd name="connsiteX6" fmla="*/ 19411 w 70476"/>
                <a:gd name="connsiteY6" fmla="*/ 60419 h 309402"/>
                <a:gd name="connsiteX7" fmla="*/ 273 w 70476"/>
                <a:gd name="connsiteY7" fmla="*/ 154787 h 309402"/>
                <a:gd name="connsiteX8" fmla="*/ 20322 w 70476"/>
                <a:gd name="connsiteY8" fmla="*/ 251320 h 309402"/>
                <a:gd name="connsiteX9" fmla="*/ 67712 w 70476"/>
                <a:gd name="connsiteY9" fmla="*/ 309488 h 309402"/>
                <a:gd name="connsiteX10" fmla="*/ 70749 w 70476"/>
                <a:gd name="connsiteY10" fmla="*/ 306394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749" y="306394"/>
                  </a:moveTo>
                  <a:cubicBezTo>
                    <a:pt x="70749" y="305466"/>
                    <a:pt x="70749" y="304847"/>
                    <a:pt x="65585" y="299587"/>
                  </a:cubicBezTo>
                  <a:cubicBezTo>
                    <a:pt x="27613" y="260602"/>
                    <a:pt x="17892" y="202125"/>
                    <a:pt x="17892" y="154787"/>
                  </a:cubicBezTo>
                  <a:cubicBezTo>
                    <a:pt x="17892" y="100951"/>
                    <a:pt x="29436" y="47115"/>
                    <a:pt x="66800" y="8439"/>
                  </a:cubicBezTo>
                  <a:cubicBezTo>
                    <a:pt x="70749" y="4727"/>
                    <a:pt x="70749" y="4108"/>
                    <a:pt x="70749" y="3180"/>
                  </a:cubicBezTo>
                  <a:cubicBezTo>
                    <a:pt x="70749" y="1014"/>
                    <a:pt x="69534" y="86"/>
                    <a:pt x="67712" y="86"/>
                  </a:cubicBezTo>
                  <a:cubicBezTo>
                    <a:pt x="64674" y="86"/>
                    <a:pt x="37334" y="21125"/>
                    <a:pt x="19411" y="60419"/>
                  </a:cubicBezTo>
                  <a:cubicBezTo>
                    <a:pt x="3918" y="94453"/>
                    <a:pt x="273" y="128797"/>
                    <a:pt x="273" y="154787"/>
                  </a:cubicBezTo>
                  <a:cubicBezTo>
                    <a:pt x="273" y="178920"/>
                    <a:pt x="3615" y="216358"/>
                    <a:pt x="20322" y="251320"/>
                  </a:cubicBezTo>
                  <a:cubicBezTo>
                    <a:pt x="38549" y="289377"/>
                    <a:pt x="64674" y="309488"/>
                    <a:pt x="67712" y="309488"/>
                  </a:cubicBezTo>
                  <a:cubicBezTo>
                    <a:pt x="69534" y="309488"/>
                    <a:pt x="70749" y="308560"/>
                    <a:pt x="70749" y="306394"/>
                  </a:cubicBezTo>
                  <a:close/>
                </a:path>
              </a:pathLst>
            </a:custGeom>
            <a:solidFill>
              <a:srgbClr val="FFFFFF"/>
            </a:solidFill>
            <a:ln w="50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37150011-1F1E-1FE0-341C-FEB0166F34EC}"/>
                </a:ext>
              </a:extLst>
            </p:cNvPr>
            <p:cNvSpPr/>
            <p:nvPr>
              <p:custDataLst>
                <p:tags r:id="rId301"/>
              </p:custDataLst>
            </p:nvPr>
          </p:nvSpPr>
          <p:spPr>
            <a:xfrm>
              <a:off x="10981801" y="5100908"/>
              <a:ext cx="143990" cy="139849"/>
            </a:xfrm>
            <a:custGeom>
              <a:avLst/>
              <a:gdLst>
                <a:gd name="connsiteX0" fmla="*/ 130597 w 143990"/>
                <a:gd name="connsiteY0" fmla="*/ 102189 h 139849"/>
                <a:gd name="connsiteX1" fmla="*/ 123914 w 143990"/>
                <a:gd name="connsiteY1" fmla="*/ 110543 h 139849"/>
                <a:gd name="connsiteX2" fmla="*/ 109940 w 143990"/>
                <a:gd name="connsiteY2" fmla="*/ 122919 h 139849"/>
                <a:gd name="connsiteX3" fmla="*/ 100523 w 143990"/>
                <a:gd name="connsiteY3" fmla="*/ 110233 h 139849"/>
                <a:gd name="connsiteX4" fmla="*/ 99308 w 143990"/>
                <a:gd name="connsiteY4" fmla="*/ 104973 h 139849"/>
                <a:gd name="connsiteX5" fmla="*/ 88372 w 143990"/>
                <a:gd name="connsiteY5" fmla="*/ 54850 h 139849"/>
                <a:gd name="connsiteX6" fmla="*/ 118142 w 143990"/>
                <a:gd name="connsiteY6" fmla="*/ 17413 h 139849"/>
                <a:gd name="connsiteX7" fmla="*/ 125433 w 143990"/>
                <a:gd name="connsiteY7" fmla="*/ 19888 h 139849"/>
                <a:gd name="connsiteX8" fmla="*/ 133635 w 143990"/>
                <a:gd name="connsiteY8" fmla="*/ 22672 h 139849"/>
                <a:gd name="connsiteX9" fmla="*/ 144267 w 143990"/>
                <a:gd name="connsiteY9" fmla="*/ 11534 h 139849"/>
                <a:gd name="connsiteX10" fmla="*/ 131812 w 143990"/>
                <a:gd name="connsiteY10" fmla="*/ 86 h 139849"/>
                <a:gd name="connsiteX11" fmla="*/ 85942 w 143990"/>
                <a:gd name="connsiteY11" fmla="*/ 44331 h 139849"/>
                <a:gd name="connsiteX12" fmla="*/ 82600 w 143990"/>
                <a:gd name="connsiteY12" fmla="*/ 27313 h 139849"/>
                <a:gd name="connsiteX13" fmla="*/ 66804 w 143990"/>
                <a:gd name="connsiteY13" fmla="*/ 86 h 139849"/>
                <a:gd name="connsiteX14" fmla="*/ 31262 w 143990"/>
                <a:gd name="connsiteY14" fmla="*/ 9059 h 139849"/>
                <a:gd name="connsiteX15" fmla="*/ 27920 w 143990"/>
                <a:gd name="connsiteY15" fmla="*/ 10296 h 139849"/>
                <a:gd name="connsiteX16" fmla="*/ 29135 w 143990"/>
                <a:gd name="connsiteY16" fmla="*/ 14937 h 139849"/>
                <a:gd name="connsiteX17" fmla="*/ 46147 w 143990"/>
                <a:gd name="connsiteY17" fmla="*/ 11534 h 139849"/>
                <a:gd name="connsiteX18" fmla="*/ 59817 w 143990"/>
                <a:gd name="connsiteY18" fmla="*/ 32883 h 139849"/>
                <a:gd name="connsiteX19" fmla="*/ 68626 w 143990"/>
                <a:gd name="connsiteY19" fmla="*/ 70939 h 139849"/>
                <a:gd name="connsiteX20" fmla="*/ 43717 w 143990"/>
                <a:gd name="connsiteY20" fmla="*/ 107139 h 139849"/>
                <a:gd name="connsiteX21" fmla="*/ 28224 w 143990"/>
                <a:gd name="connsiteY21" fmla="*/ 121990 h 139849"/>
                <a:gd name="connsiteX22" fmla="*/ 20326 w 143990"/>
                <a:gd name="connsiteY22" fmla="*/ 119206 h 139849"/>
                <a:gd name="connsiteX23" fmla="*/ 10605 w 143990"/>
                <a:gd name="connsiteY23" fmla="*/ 116112 h 139849"/>
                <a:gd name="connsiteX24" fmla="*/ 277 w 143990"/>
                <a:gd name="connsiteY24" fmla="*/ 126941 h 139849"/>
                <a:gd name="connsiteX25" fmla="*/ 15466 w 143990"/>
                <a:gd name="connsiteY25" fmla="*/ 139936 h 139849"/>
                <a:gd name="connsiteX26" fmla="*/ 43717 w 143990"/>
                <a:gd name="connsiteY26" fmla="*/ 118278 h 139849"/>
                <a:gd name="connsiteX27" fmla="*/ 71057 w 143990"/>
                <a:gd name="connsiteY27" fmla="*/ 82078 h 139849"/>
                <a:gd name="connsiteX28" fmla="*/ 80170 w 143990"/>
                <a:gd name="connsiteY28" fmla="*/ 119206 h 139849"/>
                <a:gd name="connsiteX29" fmla="*/ 97789 w 143990"/>
                <a:gd name="connsiteY29" fmla="*/ 139936 h 139849"/>
                <a:gd name="connsiteX30" fmla="*/ 134850 w 143990"/>
                <a:gd name="connsiteY30" fmla="*/ 104664 h 139849"/>
                <a:gd name="connsiteX31" fmla="*/ 130597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597" y="102189"/>
                  </a:moveTo>
                  <a:cubicBezTo>
                    <a:pt x="128167" y="104973"/>
                    <a:pt x="126648" y="106830"/>
                    <a:pt x="123914" y="110543"/>
                  </a:cubicBezTo>
                  <a:cubicBezTo>
                    <a:pt x="116927" y="119825"/>
                    <a:pt x="113282" y="122919"/>
                    <a:pt x="109940" y="122919"/>
                  </a:cubicBezTo>
                  <a:cubicBezTo>
                    <a:pt x="105383" y="122919"/>
                    <a:pt x="102649" y="118896"/>
                    <a:pt x="100523" y="110233"/>
                  </a:cubicBezTo>
                  <a:cubicBezTo>
                    <a:pt x="99915" y="107758"/>
                    <a:pt x="99612" y="105902"/>
                    <a:pt x="99308" y="104973"/>
                  </a:cubicBezTo>
                  <a:cubicBezTo>
                    <a:pt x="91713" y="73724"/>
                    <a:pt x="88372" y="59491"/>
                    <a:pt x="88372" y="54850"/>
                  </a:cubicBezTo>
                  <a:cubicBezTo>
                    <a:pt x="101738" y="31026"/>
                    <a:pt x="112674" y="17413"/>
                    <a:pt x="118142" y="17413"/>
                  </a:cubicBezTo>
                  <a:cubicBezTo>
                    <a:pt x="119965" y="17413"/>
                    <a:pt x="122395" y="18341"/>
                    <a:pt x="125433" y="19888"/>
                  </a:cubicBezTo>
                  <a:cubicBezTo>
                    <a:pt x="129078" y="22054"/>
                    <a:pt x="131204" y="22672"/>
                    <a:pt x="133635" y="22672"/>
                  </a:cubicBezTo>
                  <a:cubicBezTo>
                    <a:pt x="140014" y="22672"/>
                    <a:pt x="144267" y="18031"/>
                    <a:pt x="144267" y="11534"/>
                  </a:cubicBezTo>
                  <a:cubicBezTo>
                    <a:pt x="144267" y="5036"/>
                    <a:pt x="139103" y="86"/>
                    <a:pt x="131812" y="86"/>
                  </a:cubicBezTo>
                  <a:cubicBezTo>
                    <a:pt x="118446" y="86"/>
                    <a:pt x="106902" y="11224"/>
                    <a:pt x="85942" y="44331"/>
                  </a:cubicBezTo>
                  <a:lnTo>
                    <a:pt x="82600" y="27313"/>
                  </a:lnTo>
                  <a:cubicBezTo>
                    <a:pt x="78347" y="6274"/>
                    <a:pt x="75006" y="86"/>
                    <a:pt x="66804" y="86"/>
                  </a:cubicBezTo>
                  <a:cubicBezTo>
                    <a:pt x="60121" y="86"/>
                    <a:pt x="49792" y="2871"/>
                    <a:pt x="31262" y="9059"/>
                  </a:cubicBezTo>
                  <a:lnTo>
                    <a:pt x="27920" y="10296"/>
                  </a:lnTo>
                  <a:lnTo>
                    <a:pt x="29135" y="14937"/>
                  </a:lnTo>
                  <a:cubicBezTo>
                    <a:pt x="40679" y="12153"/>
                    <a:pt x="43413" y="11534"/>
                    <a:pt x="46147" y="11534"/>
                  </a:cubicBezTo>
                  <a:cubicBezTo>
                    <a:pt x="53741" y="11534"/>
                    <a:pt x="55564" y="14318"/>
                    <a:pt x="59817" y="32883"/>
                  </a:cubicBezTo>
                  <a:lnTo>
                    <a:pt x="68626" y="70939"/>
                  </a:lnTo>
                  <a:lnTo>
                    <a:pt x="43717" y="107139"/>
                  </a:lnTo>
                  <a:cubicBezTo>
                    <a:pt x="37641" y="116421"/>
                    <a:pt x="31566" y="121990"/>
                    <a:pt x="28224" y="121990"/>
                  </a:cubicBezTo>
                  <a:cubicBezTo>
                    <a:pt x="26401" y="121990"/>
                    <a:pt x="23364" y="121062"/>
                    <a:pt x="20326" y="119206"/>
                  </a:cubicBezTo>
                  <a:cubicBezTo>
                    <a:pt x="16377" y="117040"/>
                    <a:pt x="13035" y="116112"/>
                    <a:pt x="10605" y="116112"/>
                  </a:cubicBezTo>
                  <a:cubicBezTo>
                    <a:pt x="4833" y="116112"/>
                    <a:pt x="277" y="120753"/>
                    <a:pt x="277" y="126941"/>
                  </a:cubicBezTo>
                  <a:cubicBezTo>
                    <a:pt x="277" y="134985"/>
                    <a:pt x="6352" y="139936"/>
                    <a:pt x="15466" y="139936"/>
                  </a:cubicBezTo>
                  <a:cubicBezTo>
                    <a:pt x="24883" y="139936"/>
                    <a:pt x="28528" y="137151"/>
                    <a:pt x="43717" y="118278"/>
                  </a:cubicBezTo>
                  <a:cubicBezTo>
                    <a:pt x="51919" y="108377"/>
                    <a:pt x="58298" y="100023"/>
                    <a:pt x="71057" y="82078"/>
                  </a:cubicBezTo>
                  <a:lnTo>
                    <a:pt x="80170" y="119206"/>
                  </a:lnTo>
                  <a:cubicBezTo>
                    <a:pt x="84119" y="134985"/>
                    <a:pt x="88068" y="139936"/>
                    <a:pt x="97789" y="139936"/>
                  </a:cubicBezTo>
                  <a:cubicBezTo>
                    <a:pt x="109333" y="139936"/>
                    <a:pt x="117231" y="132510"/>
                    <a:pt x="134850" y="104664"/>
                  </a:cubicBezTo>
                  <a:lnTo>
                    <a:pt x="130597" y="102189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5F8FABF2-1950-BB6A-2638-688E04FCE923}"/>
                </a:ext>
              </a:extLst>
            </p:cNvPr>
            <p:cNvSpPr/>
            <p:nvPr>
              <p:custDataLst>
                <p:tags r:id="rId302"/>
              </p:custDataLst>
            </p:nvPr>
          </p:nvSpPr>
          <p:spPr>
            <a:xfrm>
              <a:off x="11143611" y="5005303"/>
              <a:ext cx="70476" cy="309402"/>
            </a:xfrm>
            <a:custGeom>
              <a:avLst/>
              <a:gdLst>
                <a:gd name="connsiteX0" fmla="*/ 70758 w 70476"/>
                <a:gd name="connsiteY0" fmla="*/ 154787 h 309402"/>
                <a:gd name="connsiteX1" fmla="*/ 50708 w 70476"/>
                <a:gd name="connsiteY1" fmla="*/ 58253 h 309402"/>
                <a:gd name="connsiteX2" fmla="*/ 3319 w 70476"/>
                <a:gd name="connsiteY2" fmla="*/ 86 h 309402"/>
                <a:gd name="connsiteX3" fmla="*/ 281 w 70476"/>
                <a:gd name="connsiteY3" fmla="*/ 3180 h 309402"/>
                <a:gd name="connsiteX4" fmla="*/ 6053 w 70476"/>
                <a:gd name="connsiteY4" fmla="*/ 10296 h 309402"/>
                <a:gd name="connsiteX5" fmla="*/ 53138 w 70476"/>
                <a:gd name="connsiteY5" fmla="*/ 154787 h 309402"/>
                <a:gd name="connsiteX6" fmla="*/ 4230 w 70476"/>
                <a:gd name="connsiteY6" fmla="*/ 301134 h 309402"/>
                <a:gd name="connsiteX7" fmla="*/ 281 w 70476"/>
                <a:gd name="connsiteY7" fmla="*/ 306394 h 309402"/>
                <a:gd name="connsiteX8" fmla="*/ 3319 w 70476"/>
                <a:gd name="connsiteY8" fmla="*/ 309488 h 309402"/>
                <a:gd name="connsiteX9" fmla="*/ 51620 w 70476"/>
                <a:gd name="connsiteY9" fmla="*/ 249155 h 309402"/>
                <a:gd name="connsiteX10" fmla="*/ 70758 w 70476"/>
                <a:gd name="connsiteY10" fmla="*/ 154787 h 309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76" h="309402">
                  <a:moveTo>
                    <a:pt x="70758" y="154787"/>
                  </a:moveTo>
                  <a:cubicBezTo>
                    <a:pt x="70758" y="130653"/>
                    <a:pt x="67416" y="93216"/>
                    <a:pt x="50708" y="58253"/>
                  </a:cubicBezTo>
                  <a:cubicBezTo>
                    <a:pt x="32482" y="20197"/>
                    <a:pt x="6357" y="86"/>
                    <a:pt x="3319" y="86"/>
                  </a:cubicBezTo>
                  <a:cubicBezTo>
                    <a:pt x="1496" y="86"/>
                    <a:pt x="281" y="1323"/>
                    <a:pt x="281" y="3180"/>
                  </a:cubicBezTo>
                  <a:cubicBezTo>
                    <a:pt x="281" y="4108"/>
                    <a:pt x="281" y="4727"/>
                    <a:pt x="6053" y="10296"/>
                  </a:cubicBezTo>
                  <a:cubicBezTo>
                    <a:pt x="35823" y="40927"/>
                    <a:pt x="53138" y="90122"/>
                    <a:pt x="53138" y="154787"/>
                  </a:cubicBezTo>
                  <a:cubicBezTo>
                    <a:pt x="53138" y="207695"/>
                    <a:pt x="41899" y="262149"/>
                    <a:pt x="4230" y="301134"/>
                  </a:cubicBezTo>
                  <a:cubicBezTo>
                    <a:pt x="281" y="304847"/>
                    <a:pt x="281" y="305466"/>
                    <a:pt x="281" y="306394"/>
                  </a:cubicBezTo>
                  <a:cubicBezTo>
                    <a:pt x="281" y="308250"/>
                    <a:pt x="1496" y="309488"/>
                    <a:pt x="3319" y="309488"/>
                  </a:cubicBezTo>
                  <a:cubicBezTo>
                    <a:pt x="6357" y="309488"/>
                    <a:pt x="33697" y="288449"/>
                    <a:pt x="51620" y="249155"/>
                  </a:cubicBezTo>
                  <a:cubicBezTo>
                    <a:pt x="67112" y="215120"/>
                    <a:pt x="70758" y="180777"/>
                    <a:pt x="70758" y="154787"/>
                  </a:cubicBezTo>
                  <a:close/>
                </a:path>
              </a:pathLst>
            </a:custGeom>
            <a:solidFill>
              <a:srgbClr val="FFFFFF"/>
            </a:solidFill>
            <a:ln w="50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119C614F-A54E-D6BA-BF9A-8E5CBF6D935F}"/>
                </a:ext>
              </a:extLst>
            </p:cNvPr>
            <p:cNvSpPr/>
            <p:nvPr>
              <p:custDataLst>
                <p:tags r:id="rId303"/>
              </p:custDataLst>
            </p:nvPr>
          </p:nvSpPr>
          <p:spPr>
            <a:xfrm>
              <a:off x="11249156" y="5026033"/>
              <a:ext cx="155533" cy="215343"/>
            </a:xfrm>
            <a:custGeom>
              <a:avLst/>
              <a:gdLst>
                <a:gd name="connsiteX0" fmla="*/ 136377 w 155533"/>
                <a:gd name="connsiteY0" fmla="*/ 177064 h 215343"/>
                <a:gd name="connsiteX1" fmla="*/ 111467 w 155533"/>
                <a:gd name="connsiteY1" fmla="*/ 199031 h 215343"/>
                <a:gd name="connsiteX2" fmla="*/ 105999 w 155533"/>
                <a:gd name="connsiteY2" fmla="*/ 192843 h 215343"/>
                <a:gd name="connsiteX3" fmla="*/ 125745 w 155533"/>
                <a:gd name="connsiteY3" fmla="*/ 116730 h 215343"/>
                <a:gd name="connsiteX4" fmla="*/ 155819 w 155533"/>
                <a:gd name="connsiteY4" fmla="*/ 1633 h 215343"/>
                <a:gd name="connsiteX5" fmla="*/ 154300 w 155533"/>
                <a:gd name="connsiteY5" fmla="*/ 86 h 215343"/>
                <a:gd name="connsiteX6" fmla="*/ 107822 w 155533"/>
                <a:gd name="connsiteY6" fmla="*/ 7202 h 215343"/>
                <a:gd name="connsiteX7" fmla="*/ 107822 w 155533"/>
                <a:gd name="connsiteY7" fmla="*/ 12462 h 215343"/>
                <a:gd name="connsiteX8" fmla="*/ 126656 w 155533"/>
                <a:gd name="connsiteY8" fmla="*/ 20506 h 215343"/>
                <a:gd name="connsiteX9" fmla="*/ 122100 w 155533"/>
                <a:gd name="connsiteY9" fmla="*/ 42164 h 215343"/>
                <a:gd name="connsiteX10" fmla="*/ 108733 w 155533"/>
                <a:gd name="connsiteY10" fmla="*/ 92906 h 215343"/>
                <a:gd name="connsiteX11" fmla="*/ 88988 w 155533"/>
                <a:gd name="connsiteY11" fmla="*/ 74961 h 215343"/>
                <a:gd name="connsiteX12" fmla="*/ 285 w 155533"/>
                <a:gd name="connsiteY12" fmla="*/ 179539 h 215343"/>
                <a:gd name="connsiteX13" fmla="*/ 32182 w 155533"/>
                <a:gd name="connsiteY13" fmla="*/ 214811 h 215343"/>
                <a:gd name="connsiteX14" fmla="*/ 86861 w 155533"/>
                <a:gd name="connsiteY14" fmla="*/ 173970 h 215343"/>
                <a:gd name="connsiteX15" fmla="*/ 82912 w 155533"/>
                <a:gd name="connsiteY15" fmla="*/ 201507 h 215343"/>
                <a:gd name="connsiteX16" fmla="*/ 95671 w 155533"/>
                <a:gd name="connsiteY16" fmla="*/ 215430 h 215343"/>
                <a:gd name="connsiteX17" fmla="*/ 140022 w 155533"/>
                <a:gd name="connsiteY17" fmla="*/ 180158 h 215343"/>
                <a:gd name="connsiteX18" fmla="*/ 136377 w 155533"/>
                <a:gd name="connsiteY18" fmla="*/ 177064 h 215343"/>
                <a:gd name="connsiteX19" fmla="*/ 90203 w 155533"/>
                <a:gd name="connsiteY19" fmla="*/ 82077 h 215343"/>
                <a:gd name="connsiteX20" fmla="*/ 103873 w 155533"/>
                <a:gd name="connsiteY20" fmla="*/ 99713 h 215343"/>
                <a:gd name="connsiteX21" fmla="*/ 44333 w 155533"/>
                <a:gd name="connsiteY21" fmla="*/ 199960 h 215343"/>
                <a:gd name="connsiteX22" fmla="*/ 26714 w 155533"/>
                <a:gd name="connsiteY22" fmla="*/ 179539 h 215343"/>
                <a:gd name="connsiteX23" fmla="*/ 61952 w 155533"/>
                <a:gd name="connsiteY23" fmla="*/ 96310 h 215343"/>
                <a:gd name="connsiteX24" fmla="*/ 90203 w 155533"/>
                <a:gd name="connsiteY24" fmla="*/ 82077 h 215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533" h="215343">
                  <a:moveTo>
                    <a:pt x="136377" y="177064"/>
                  </a:moveTo>
                  <a:cubicBezTo>
                    <a:pt x="119973" y="196247"/>
                    <a:pt x="116632" y="199031"/>
                    <a:pt x="111467" y="199031"/>
                  </a:cubicBezTo>
                  <a:cubicBezTo>
                    <a:pt x="108430" y="199031"/>
                    <a:pt x="105999" y="196247"/>
                    <a:pt x="105999" y="192843"/>
                  </a:cubicBezTo>
                  <a:cubicBezTo>
                    <a:pt x="105999" y="188512"/>
                    <a:pt x="115720" y="150765"/>
                    <a:pt x="125745" y="116730"/>
                  </a:cubicBezTo>
                  <a:cubicBezTo>
                    <a:pt x="133947" y="88265"/>
                    <a:pt x="140326" y="63513"/>
                    <a:pt x="155819" y="1633"/>
                  </a:cubicBezTo>
                  <a:lnTo>
                    <a:pt x="154300" y="86"/>
                  </a:lnTo>
                  <a:cubicBezTo>
                    <a:pt x="138200" y="3489"/>
                    <a:pt x="127264" y="5346"/>
                    <a:pt x="107822" y="7202"/>
                  </a:cubicBezTo>
                  <a:lnTo>
                    <a:pt x="107822" y="12462"/>
                  </a:lnTo>
                  <a:cubicBezTo>
                    <a:pt x="124530" y="13081"/>
                    <a:pt x="126656" y="14009"/>
                    <a:pt x="126656" y="20506"/>
                  </a:cubicBezTo>
                  <a:cubicBezTo>
                    <a:pt x="126656" y="24528"/>
                    <a:pt x="126352" y="26385"/>
                    <a:pt x="122100" y="42164"/>
                  </a:cubicBezTo>
                  <a:lnTo>
                    <a:pt x="108733" y="92906"/>
                  </a:lnTo>
                  <a:cubicBezTo>
                    <a:pt x="106303" y="79911"/>
                    <a:pt x="100835" y="74961"/>
                    <a:pt x="88988" y="74961"/>
                  </a:cubicBezTo>
                  <a:cubicBezTo>
                    <a:pt x="49497" y="74961"/>
                    <a:pt x="285" y="133129"/>
                    <a:pt x="285" y="179539"/>
                  </a:cubicBezTo>
                  <a:cubicBezTo>
                    <a:pt x="285" y="201507"/>
                    <a:pt x="12436" y="214811"/>
                    <a:pt x="32182" y="214811"/>
                  </a:cubicBezTo>
                  <a:cubicBezTo>
                    <a:pt x="52838" y="214811"/>
                    <a:pt x="66205" y="204910"/>
                    <a:pt x="86861" y="173970"/>
                  </a:cubicBezTo>
                  <a:cubicBezTo>
                    <a:pt x="83520" y="189749"/>
                    <a:pt x="82912" y="194390"/>
                    <a:pt x="82912" y="201507"/>
                  </a:cubicBezTo>
                  <a:cubicBezTo>
                    <a:pt x="82912" y="209860"/>
                    <a:pt x="88077" y="215430"/>
                    <a:pt x="95671" y="215430"/>
                  </a:cubicBezTo>
                  <a:cubicBezTo>
                    <a:pt x="108430" y="215430"/>
                    <a:pt x="124226" y="202744"/>
                    <a:pt x="140022" y="180158"/>
                  </a:cubicBezTo>
                  <a:lnTo>
                    <a:pt x="136377" y="177064"/>
                  </a:lnTo>
                  <a:close/>
                  <a:moveTo>
                    <a:pt x="90203" y="82077"/>
                  </a:moveTo>
                  <a:cubicBezTo>
                    <a:pt x="99316" y="82696"/>
                    <a:pt x="103873" y="88575"/>
                    <a:pt x="103873" y="99713"/>
                  </a:cubicBezTo>
                  <a:cubicBezTo>
                    <a:pt x="103873" y="146742"/>
                    <a:pt x="72280" y="199960"/>
                    <a:pt x="44333" y="199960"/>
                  </a:cubicBezTo>
                  <a:cubicBezTo>
                    <a:pt x="34004" y="199960"/>
                    <a:pt x="26714" y="191606"/>
                    <a:pt x="26714" y="179539"/>
                  </a:cubicBezTo>
                  <a:cubicBezTo>
                    <a:pt x="26714" y="153859"/>
                    <a:pt x="41903" y="117968"/>
                    <a:pt x="61952" y="96310"/>
                  </a:cubicBezTo>
                  <a:cubicBezTo>
                    <a:pt x="70458" y="87337"/>
                    <a:pt x="81697" y="81458"/>
                    <a:pt x="90203" y="82077"/>
                  </a:cubicBez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298ADFA-2CAB-BFB3-EB18-89E5029CF325}"/>
                </a:ext>
              </a:extLst>
            </p:cNvPr>
            <p:cNvSpPr/>
            <p:nvPr>
              <p:custDataLst>
                <p:tags r:id="rId304"/>
              </p:custDataLst>
            </p:nvPr>
          </p:nvSpPr>
          <p:spPr>
            <a:xfrm>
              <a:off x="11404708" y="5100908"/>
              <a:ext cx="143990" cy="139849"/>
            </a:xfrm>
            <a:custGeom>
              <a:avLst/>
              <a:gdLst>
                <a:gd name="connsiteX0" fmla="*/ 130611 w 143990"/>
                <a:gd name="connsiteY0" fmla="*/ 102189 h 139849"/>
                <a:gd name="connsiteX1" fmla="*/ 123928 w 143990"/>
                <a:gd name="connsiteY1" fmla="*/ 110543 h 139849"/>
                <a:gd name="connsiteX2" fmla="*/ 109954 w 143990"/>
                <a:gd name="connsiteY2" fmla="*/ 122919 h 139849"/>
                <a:gd name="connsiteX3" fmla="*/ 100537 w 143990"/>
                <a:gd name="connsiteY3" fmla="*/ 110233 h 139849"/>
                <a:gd name="connsiteX4" fmla="*/ 99322 w 143990"/>
                <a:gd name="connsiteY4" fmla="*/ 104973 h 139849"/>
                <a:gd name="connsiteX5" fmla="*/ 88386 w 143990"/>
                <a:gd name="connsiteY5" fmla="*/ 54850 h 139849"/>
                <a:gd name="connsiteX6" fmla="*/ 118156 w 143990"/>
                <a:gd name="connsiteY6" fmla="*/ 17413 h 139849"/>
                <a:gd name="connsiteX7" fmla="*/ 125447 w 143990"/>
                <a:gd name="connsiteY7" fmla="*/ 19888 h 139849"/>
                <a:gd name="connsiteX8" fmla="*/ 133648 w 143990"/>
                <a:gd name="connsiteY8" fmla="*/ 22672 h 139849"/>
                <a:gd name="connsiteX9" fmla="*/ 144281 w 143990"/>
                <a:gd name="connsiteY9" fmla="*/ 11534 h 139849"/>
                <a:gd name="connsiteX10" fmla="*/ 131826 w 143990"/>
                <a:gd name="connsiteY10" fmla="*/ 86 h 139849"/>
                <a:gd name="connsiteX11" fmla="*/ 85956 w 143990"/>
                <a:gd name="connsiteY11" fmla="*/ 44331 h 139849"/>
                <a:gd name="connsiteX12" fmla="*/ 82614 w 143990"/>
                <a:gd name="connsiteY12" fmla="*/ 27313 h 139849"/>
                <a:gd name="connsiteX13" fmla="*/ 66818 w 143990"/>
                <a:gd name="connsiteY13" fmla="*/ 86 h 139849"/>
                <a:gd name="connsiteX14" fmla="*/ 31276 w 143990"/>
                <a:gd name="connsiteY14" fmla="*/ 9059 h 139849"/>
                <a:gd name="connsiteX15" fmla="*/ 27934 w 143990"/>
                <a:gd name="connsiteY15" fmla="*/ 10296 h 139849"/>
                <a:gd name="connsiteX16" fmla="*/ 29149 w 143990"/>
                <a:gd name="connsiteY16" fmla="*/ 14937 h 139849"/>
                <a:gd name="connsiteX17" fmla="*/ 46161 w 143990"/>
                <a:gd name="connsiteY17" fmla="*/ 11534 h 139849"/>
                <a:gd name="connsiteX18" fmla="*/ 59831 w 143990"/>
                <a:gd name="connsiteY18" fmla="*/ 32883 h 139849"/>
                <a:gd name="connsiteX19" fmla="*/ 68640 w 143990"/>
                <a:gd name="connsiteY19" fmla="*/ 70939 h 139849"/>
                <a:gd name="connsiteX20" fmla="*/ 43731 w 143990"/>
                <a:gd name="connsiteY20" fmla="*/ 107139 h 139849"/>
                <a:gd name="connsiteX21" fmla="*/ 28238 w 143990"/>
                <a:gd name="connsiteY21" fmla="*/ 121990 h 139849"/>
                <a:gd name="connsiteX22" fmla="*/ 20340 w 143990"/>
                <a:gd name="connsiteY22" fmla="*/ 119206 h 139849"/>
                <a:gd name="connsiteX23" fmla="*/ 10619 w 143990"/>
                <a:gd name="connsiteY23" fmla="*/ 116112 h 139849"/>
                <a:gd name="connsiteX24" fmla="*/ 290 w 143990"/>
                <a:gd name="connsiteY24" fmla="*/ 126941 h 139849"/>
                <a:gd name="connsiteX25" fmla="*/ 15479 w 143990"/>
                <a:gd name="connsiteY25" fmla="*/ 139936 h 139849"/>
                <a:gd name="connsiteX26" fmla="*/ 43731 w 143990"/>
                <a:gd name="connsiteY26" fmla="*/ 118278 h 139849"/>
                <a:gd name="connsiteX27" fmla="*/ 71070 w 143990"/>
                <a:gd name="connsiteY27" fmla="*/ 82078 h 139849"/>
                <a:gd name="connsiteX28" fmla="*/ 80184 w 143990"/>
                <a:gd name="connsiteY28" fmla="*/ 119206 h 139849"/>
                <a:gd name="connsiteX29" fmla="*/ 97803 w 143990"/>
                <a:gd name="connsiteY29" fmla="*/ 139936 h 139849"/>
                <a:gd name="connsiteX30" fmla="*/ 134864 w 143990"/>
                <a:gd name="connsiteY30" fmla="*/ 104664 h 139849"/>
                <a:gd name="connsiteX31" fmla="*/ 130611 w 143990"/>
                <a:gd name="connsiteY31" fmla="*/ 102189 h 139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990" h="139849">
                  <a:moveTo>
                    <a:pt x="130611" y="102189"/>
                  </a:moveTo>
                  <a:cubicBezTo>
                    <a:pt x="128180" y="104973"/>
                    <a:pt x="126662" y="106830"/>
                    <a:pt x="123928" y="110543"/>
                  </a:cubicBezTo>
                  <a:cubicBezTo>
                    <a:pt x="116941" y="119825"/>
                    <a:pt x="113295" y="122919"/>
                    <a:pt x="109954" y="122919"/>
                  </a:cubicBezTo>
                  <a:cubicBezTo>
                    <a:pt x="105397" y="122919"/>
                    <a:pt x="102663" y="118896"/>
                    <a:pt x="100537" y="110233"/>
                  </a:cubicBezTo>
                  <a:cubicBezTo>
                    <a:pt x="99929" y="107758"/>
                    <a:pt x="99625" y="105902"/>
                    <a:pt x="99322" y="104973"/>
                  </a:cubicBezTo>
                  <a:cubicBezTo>
                    <a:pt x="91727" y="73724"/>
                    <a:pt x="88386" y="59491"/>
                    <a:pt x="88386" y="54850"/>
                  </a:cubicBezTo>
                  <a:cubicBezTo>
                    <a:pt x="101752" y="31026"/>
                    <a:pt x="112688" y="17413"/>
                    <a:pt x="118156" y="17413"/>
                  </a:cubicBezTo>
                  <a:cubicBezTo>
                    <a:pt x="119979" y="17413"/>
                    <a:pt x="122409" y="18341"/>
                    <a:pt x="125447" y="19888"/>
                  </a:cubicBezTo>
                  <a:cubicBezTo>
                    <a:pt x="129092" y="22054"/>
                    <a:pt x="131218" y="22672"/>
                    <a:pt x="133648" y="22672"/>
                  </a:cubicBezTo>
                  <a:cubicBezTo>
                    <a:pt x="140028" y="22672"/>
                    <a:pt x="144281" y="18031"/>
                    <a:pt x="144281" y="11534"/>
                  </a:cubicBezTo>
                  <a:cubicBezTo>
                    <a:pt x="144281" y="5036"/>
                    <a:pt x="139116" y="86"/>
                    <a:pt x="131826" y="86"/>
                  </a:cubicBezTo>
                  <a:cubicBezTo>
                    <a:pt x="118460" y="86"/>
                    <a:pt x="106916" y="11224"/>
                    <a:pt x="85956" y="44331"/>
                  </a:cubicBezTo>
                  <a:lnTo>
                    <a:pt x="82614" y="27313"/>
                  </a:lnTo>
                  <a:cubicBezTo>
                    <a:pt x="78361" y="6274"/>
                    <a:pt x="75020" y="86"/>
                    <a:pt x="66818" y="86"/>
                  </a:cubicBezTo>
                  <a:cubicBezTo>
                    <a:pt x="60135" y="86"/>
                    <a:pt x="49806" y="2871"/>
                    <a:pt x="31276" y="9059"/>
                  </a:cubicBezTo>
                  <a:lnTo>
                    <a:pt x="27934" y="10296"/>
                  </a:lnTo>
                  <a:lnTo>
                    <a:pt x="29149" y="14937"/>
                  </a:lnTo>
                  <a:cubicBezTo>
                    <a:pt x="40693" y="12153"/>
                    <a:pt x="43427" y="11534"/>
                    <a:pt x="46161" y="11534"/>
                  </a:cubicBezTo>
                  <a:cubicBezTo>
                    <a:pt x="53755" y="11534"/>
                    <a:pt x="55578" y="14318"/>
                    <a:pt x="59831" y="32883"/>
                  </a:cubicBezTo>
                  <a:lnTo>
                    <a:pt x="68640" y="70939"/>
                  </a:lnTo>
                  <a:lnTo>
                    <a:pt x="43731" y="107139"/>
                  </a:lnTo>
                  <a:cubicBezTo>
                    <a:pt x="37655" y="116421"/>
                    <a:pt x="31579" y="121990"/>
                    <a:pt x="28238" y="121990"/>
                  </a:cubicBezTo>
                  <a:cubicBezTo>
                    <a:pt x="26415" y="121990"/>
                    <a:pt x="23377" y="121062"/>
                    <a:pt x="20340" y="119206"/>
                  </a:cubicBezTo>
                  <a:cubicBezTo>
                    <a:pt x="16391" y="117040"/>
                    <a:pt x="13049" y="116112"/>
                    <a:pt x="10619" y="116112"/>
                  </a:cubicBezTo>
                  <a:cubicBezTo>
                    <a:pt x="4847" y="116112"/>
                    <a:pt x="290" y="120753"/>
                    <a:pt x="290" y="126941"/>
                  </a:cubicBezTo>
                  <a:cubicBezTo>
                    <a:pt x="290" y="134985"/>
                    <a:pt x="6366" y="139936"/>
                    <a:pt x="15479" y="139936"/>
                  </a:cubicBezTo>
                  <a:cubicBezTo>
                    <a:pt x="24896" y="139936"/>
                    <a:pt x="28542" y="137151"/>
                    <a:pt x="43731" y="118278"/>
                  </a:cubicBezTo>
                  <a:cubicBezTo>
                    <a:pt x="51933" y="108377"/>
                    <a:pt x="58312" y="100023"/>
                    <a:pt x="71070" y="82078"/>
                  </a:cubicBezTo>
                  <a:lnTo>
                    <a:pt x="80184" y="119206"/>
                  </a:lnTo>
                  <a:cubicBezTo>
                    <a:pt x="84133" y="134985"/>
                    <a:pt x="88082" y="139936"/>
                    <a:pt x="97803" y="139936"/>
                  </a:cubicBezTo>
                  <a:cubicBezTo>
                    <a:pt x="109346" y="139936"/>
                    <a:pt x="117245" y="132510"/>
                    <a:pt x="134864" y="104664"/>
                  </a:cubicBezTo>
                  <a:lnTo>
                    <a:pt x="130611" y="102189"/>
                  </a:lnTo>
                  <a:close/>
                </a:path>
              </a:pathLst>
            </a:custGeom>
            <a:solidFill>
              <a:srgbClr val="FFFFFF"/>
            </a:solidFill>
            <a:ln w="4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2" name="Group 37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(where, $f_3 (x)$ is Lagrange Interpolation Polynomial)}&#10;\end{align*}&#10;}&#10;\end{document}" title="IguanaTex Shape Display">
            <a:extLst>
              <a:ext uri="{FF2B5EF4-FFF2-40B4-BE49-F238E27FC236}">
                <a16:creationId xmlns:a16="http://schemas.microsoft.com/office/drawing/2014/main" id="{EE5DC42D-B8BF-D380-9700-990073A97E60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168899" y="1750291"/>
            <a:ext cx="6340133" cy="294963"/>
            <a:chOff x="6507722" y="4835369"/>
            <a:chExt cx="6340133" cy="294963"/>
          </a:xfrm>
        </p:grpSpPr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26A36CF3-A1C6-12E9-4305-F96EA02BC03B}"/>
                </a:ext>
              </a:extLst>
            </p:cNvPr>
            <p:cNvSpPr/>
            <p:nvPr>
              <p:custDataLst>
                <p:tags r:id="rId232"/>
              </p:custDataLst>
            </p:nvPr>
          </p:nvSpPr>
          <p:spPr>
            <a:xfrm>
              <a:off x="6507722" y="4857196"/>
              <a:ext cx="77633" cy="251603"/>
            </a:xfrm>
            <a:custGeom>
              <a:avLst/>
              <a:gdLst>
                <a:gd name="connsiteX0" fmla="*/ 75034 w 77633"/>
                <a:gd name="connsiteY0" fmla="*/ 84 h 251603"/>
                <a:gd name="connsiteX1" fmla="*/ 32275 w 77633"/>
                <a:gd name="connsiteY1" fmla="*/ 35480 h 251603"/>
                <a:gd name="connsiteX2" fmla="*/ 130 w 77633"/>
                <a:gd name="connsiteY2" fmla="*/ 125149 h 251603"/>
                <a:gd name="connsiteX3" fmla="*/ 38037 w 77633"/>
                <a:gd name="connsiteY3" fmla="*/ 221602 h 251603"/>
                <a:gd name="connsiteX4" fmla="*/ 74124 w 77633"/>
                <a:gd name="connsiteY4" fmla="*/ 251688 h 251603"/>
                <a:gd name="connsiteX5" fmla="*/ 77763 w 77633"/>
                <a:gd name="connsiteY5" fmla="*/ 246969 h 251603"/>
                <a:gd name="connsiteX6" fmla="*/ 36824 w 77633"/>
                <a:gd name="connsiteY6" fmla="*/ 195940 h 251603"/>
                <a:gd name="connsiteX7" fmla="*/ 26210 w 77633"/>
                <a:gd name="connsiteY7" fmla="*/ 124264 h 251603"/>
                <a:gd name="connsiteX8" fmla="*/ 38340 w 77633"/>
                <a:gd name="connsiteY8" fmla="*/ 50818 h 251603"/>
                <a:gd name="connsiteX9" fmla="*/ 77763 w 77633"/>
                <a:gd name="connsiteY9" fmla="*/ 4803 h 251603"/>
                <a:gd name="connsiteX10" fmla="*/ 75034 w 77633"/>
                <a:gd name="connsiteY10" fmla="*/ 84 h 25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633" h="251603">
                  <a:moveTo>
                    <a:pt x="75034" y="84"/>
                  </a:moveTo>
                  <a:cubicBezTo>
                    <a:pt x="52593" y="14242"/>
                    <a:pt x="43495" y="21911"/>
                    <a:pt x="32275" y="35480"/>
                  </a:cubicBezTo>
                  <a:cubicBezTo>
                    <a:pt x="10744" y="61141"/>
                    <a:pt x="130" y="90638"/>
                    <a:pt x="130" y="125149"/>
                  </a:cubicBezTo>
                  <a:cubicBezTo>
                    <a:pt x="130" y="162609"/>
                    <a:pt x="11350" y="191515"/>
                    <a:pt x="38037" y="221602"/>
                  </a:cubicBezTo>
                  <a:cubicBezTo>
                    <a:pt x="50470" y="235760"/>
                    <a:pt x="58355" y="242249"/>
                    <a:pt x="74124" y="251688"/>
                  </a:cubicBezTo>
                  <a:lnTo>
                    <a:pt x="77763" y="246969"/>
                  </a:lnTo>
                  <a:cubicBezTo>
                    <a:pt x="53503" y="228386"/>
                    <a:pt x="45011" y="218062"/>
                    <a:pt x="36824" y="195940"/>
                  </a:cubicBezTo>
                  <a:cubicBezTo>
                    <a:pt x="29545" y="176177"/>
                    <a:pt x="26210" y="153760"/>
                    <a:pt x="26210" y="124264"/>
                  </a:cubicBezTo>
                  <a:cubicBezTo>
                    <a:pt x="26210" y="93293"/>
                    <a:pt x="30152" y="69105"/>
                    <a:pt x="38340" y="50818"/>
                  </a:cubicBezTo>
                  <a:cubicBezTo>
                    <a:pt x="46831" y="32530"/>
                    <a:pt x="55929" y="21911"/>
                    <a:pt x="77763" y="4803"/>
                  </a:cubicBezTo>
                  <a:lnTo>
                    <a:pt x="75034" y="8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4B448890-DED1-DD4A-640B-24CC1CA03298}"/>
                </a:ext>
              </a:extLst>
            </p:cNvPr>
            <p:cNvSpPr/>
            <p:nvPr>
              <p:custDataLst>
                <p:tags r:id="rId233"/>
              </p:custDataLst>
            </p:nvPr>
          </p:nvSpPr>
          <p:spPr>
            <a:xfrm>
              <a:off x="6600895" y="4923858"/>
              <a:ext cx="204089" cy="136863"/>
            </a:xfrm>
            <a:custGeom>
              <a:avLst/>
              <a:gdLst>
                <a:gd name="connsiteX0" fmla="*/ 166923 w 204089"/>
                <a:gd name="connsiteY0" fmla="*/ 84 h 136863"/>
                <a:gd name="connsiteX1" fmla="*/ 166923 w 204089"/>
                <a:gd name="connsiteY1" fmla="*/ 4509 h 136863"/>
                <a:gd name="connsiteX2" fmla="*/ 180266 w 204089"/>
                <a:gd name="connsiteY2" fmla="*/ 13652 h 136863"/>
                <a:gd name="connsiteX3" fmla="*/ 175111 w 204089"/>
                <a:gd name="connsiteY3" fmla="*/ 33120 h 136863"/>
                <a:gd name="connsiteX4" fmla="*/ 147818 w 204089"/>
                <a:gd name="connsiteY4" fmla="*/ 98602 h 136863"/>
                <a:gd name="connsiteX5" fmla="*/ 122345 w 204089"/>
                <a:gd name="connsiteY5" fmla="*/ 32530 h 136863"/>
                <a:gd name="connsiteX6" fmla="*/ 117190 w 204089"/>
                <a:gd name="connsiteY6" fmla="*/ 15127 h 136863"/>
                <a:gd name="connsiteX7" fmla="*/ 134778 w 204089"/>
                <a:gd name="connsiteY7" fmla="*/ 4509 h 136863"/>
                <a:gd name="connsiteX8" fmla="*/ 134778 w 204089"/>
                <a:gd name="connsiteY8" fmla="*/ 84 h 136863"/>
                <a:gd name="connsiteX9" fmla="*/ 73218 w 204089"/>
                <a:gd name="connsiteY9" fmla="*/ 84 h 136863"/>
                <a:gd name="connsiteX10" fmla="*/ 73218 w 204089"/>
                <a:gd name="connsiteY10" fmla="*/ 4509 h 136863"/>
                <a:gd name="connsiteX11" fmla="*/ 94142 w 204089"/>
                <a:gd name="connsiteY11" fmla="*/ 24861 h 136863"/>
                <a:gd name="connsiteX12" fmla="*/ 100207 w 204089"/>
                <a:gd name="connsiteY12" fmla="*/ 41379 h 136863"/>
                <a:gd name="connsiteX13" fmla="*/ 72611 w 204089"/>
                <a:gd name="connsiteY13" fmla="*/ 100077 h 136863"/>
                <a:gd name="connsiteX14" fmla="*/ 42589 w 204089"/>
                <a:gd name="connsiteY14" fmla="*/ 23091 h 136863"/>
                <a:gd name="connsiteX15" fmla="*/ 40770 w 204089"/>
                <a:gd name="connsiteY15" fmla="*/ 14242 h 136863"/>
                <a:gd name="connsiteX16" fmla="*/ 54719 w 204089"/>
                <a:gd name="connsiteY16" fmla="*/ 4509 h 136863"/>
                <a:gd name="connsiteX17" fmla="*/ 54719 w 204089"/>
                <a:gd name="connsiteY17" fmla="*/ 84 h 136863"/>
                <a:gd name="connsiteX18" fmla="*/ 134 w 204089"/>
                <a:gd name="connsiteY18" fmla="*/ 84 h 136863"/>
                <a:gd name="connsiteX19" fmla="*/ 134 w 204089"/>
                <a:gd name="connsiteY19" fmla="*/ 4509 h 136863"/>
                <a:gd name="connsiteX20" fmla="*/ 16206 w 204089"/>
                <a:gd name="connsiteY20" fmla="*/ 23091 h 136863"/>
                <a:gd name="connsiteX21" fmla="*/ 57145 w 204089"/>
                <a:gd name="connsiteY21" fmla="*/ 123969 h 136863"/>
                <a:gd name="connsiteX22" fmla="*/ 65030 w 204089"/>
                <a:gd name="connsiteY22" fmla="*/ 136947 h 136863"/>
                <a:gd name="connsiteX23" fmla="*/ 72611 w 204089"/>
                <a:gd name="connsiteY23" fmla="*/ 125444 h 136863"/>
                <a:gd name="connsiteX24" fmla="*/ 106576 w 204089"/>
                <a:gd name="connsiteY24" fmla="*/ 54652 h 136863"/>
                <a:gd name="connsiteX25" fmla="*/ 134172 w 204089"/>
                <a:gd name="connsiteY25" fmla="*/ 124264 h 136863"/>
                <a:gd name="connsiteX26" fmla="*/ 141450 w 204089"/>
                <a:gd name="connsiteY26" fmla="*/ 136947 h 136863"/>
                <a:gd name="connsiteX27" fmla="*/ 149941 w 204089"/>
                <a:gd name="connsiteY27" fmla="*/ 122494 h 136863"/>
                <a:gd name="connsiteX28" fmla="*/ 191790 w 204089"/>
                <a:gd name="connsiteY28" fmla="*/ 20437 h 136863"/>
                <a:gd name="connsiteX29" fmla="*/ 204223 w 204089"/>
                <a:gd name="connsiteY29" fmla="*/ 4509 h 136863"/>
                <a:gd name="connsiteX30" fmla="*/ 204223 w 204089"/>
                <a:gd name="connsiteY30" fmla="*/ 84 h 136863"/>
                <a:gd name="connsiteX31" fmla="*/ 166923 w 204089"/>
                <a:gd name="connsiteY31" fmla="*/ 84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4089" h="136863">
                  <a:moveTo>
                    <a:pt x="166923" y="84"/>
                  </a:moveTo>
                  <a:lnTo>
                    <a:pt x="166923" y="4509"/>
                  </a:lnTo>
                  <a:cubicBezTo>
                    <a:pt x="177234" y="6573"/>
                    <a:pt x="180266" y="8638"/>
                    <a:pt x="180266" y="13652"/>
                  </a:cubicBezTo>
                  <a:cubicBezTo>
                    <a:pt x="180266" y="18077"/>
                    <a:pt x="178447" y="25156"/>
                    <a:pt x="175111" y="33120"/>
                  </a:cubicBezTo>
                  <a:lnTo>
                    <a:pt x="147818" y="98602"/>
                  </a:lnTo>
                  <a:lnTo>
                    <a:pt x="122345" y="32530"/>
                  </a:lnTo>
                  <a:cubicBezTo>
                    <a:pt x="117190" y="18962"/>
                    <a:pt x="117190" y="18962"/>
                    <a:pt x="117190" y="15127"/>
                  </a:cubicBezTo>
                  <a:cubicBezTo>
                    <a:pt x="117190" y="8638"/>
                    <a:pt x="120525" y="6573"/>
                    <a:pt x="134778" y="4509"/>
                  </a:cubicBezTo>
                  <a:lnTo>
                    <a:pt x="134778" y="84"/>
                  </a:lnTo>
                  <a:lnTo>
                    <a:pt x="73218" y="84"/>
                  </a:lnTo>
                  <a:lnTo>
                    <a:pt x="73218" y="4509"/>
                  </a:lnTo>
                  <a:cubicBezTo>
                    <a:pt x="84438" y="5688"/>
                    <a:pt x="88077" y="8933"/>
                    <a:pt x="94142" y="24861"/>
                  </a:cubicBezTo>
                  <a:cubicBezTo>
                    <a:pt x="96265" y="30465"/>
                    <a:pt x="98388" y="36070"/>
                    <a:pt x="100207" y="41379"/>
                  </a:cubicBezTo>
                  <a:lnTo>
                    <a:pt x="72611" y="100077"/>
                  </a:lnTo>
                  <a:lnTo>
                    <a:pt x="42589" y="23091"/>
                  </a:lnTo>
                  <a:cubicBezTo>
                    <a:pt x="41376" y="20142"/>
                    <a:pt x="40770" y="17192"/>
                    <a:pt x="40770" y="14242"/>
                  </a:cubicBezTo>
                  <a:cubicBezTo>
                    <a:pt x="40770" y="8048"/>
                    <a:pt x="44409" y="5688"/>
                    <a:pt x="54719" y="4509"/>
                  </a:cubicBezTo>
                  <a:lnTo>
                    <a:pt x="54719" y="84"/>
                  </a:lnTo>
                  <a:lnTo>
                    <a:pt x="134" y="84"/>
                  </a:lnTo>
                  <a:lnTo>
                    <a:pt x="134" y="4509"/>
                  </a:lnTo>
                  <a:cubicBezTo>
                    <a:pt x="7108" y="5099"/>
                    <a:pt x="9535" y="8048"/>
                    <a:pt x="16206" y="23091"/>
                  </a:cubicBezTo>
                  <a:lnTo>
                    <a:pt x="57145" y="123969"/>
                  </a:lnTo>
                  <a:cubicBezTo>
                    <a:pt x="60784" y="132818"/>
                    <a:pt x="63210" y="136947"/>
                    <a:pt x="65030" y="136947"/>
                  </a:cubicBezTo>
                  <a:cubicBezTo>
                    <a:pt x="66546" y="136947"/>
                    <a:pt x="68972" y="133113"/>
                    <a:pt x="72611" y="125444"/>
                  </a:cubicBezTo>
                  <a:lnTo>
                    <a:pt x="106576" y="54652"/>
                  </a:lnTo>
                  <a:lnTo>
                    <a:pt x="134172" y="124264"/>
                  </a:lnTo>
                  <a:cubicBezTo>
                    <a:pt x="138417" y="135177"/>
                    <a:pt x="139630" y="136947"/>
                    <a:pt x="141450" y="136947"/>
                  </a:cubicBezTo>
                  <a:cubicBezTo>
                    <a:pt x="143573" y="136947"/>
                    <a:pt x="145089" y="134293"/>
                    <a:pt x="149941" y="122494"/>
                  </a:cubicBezTo>
                  <a:lnTo>
                    <a:pt x="191790" y="20437"/>
                  </a:lnTo>
                  <a:cubicBezTo>
                    <a:pt x="197249" y="8048"/>
                    <a:pt x="198158" y="6573"/>
                    <a:pt x="204223" y="4509"/>
                  </a:cubicBezTo>
                  <a:lnTo>
                    <a:pt x="204223" y="84"/>
                  </a:lnTo>
                  <a:lnTo>
                    <a:pt x="166923" y="8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1554966B-218E-CC1E-25D7-545E970296AC}"/>
                </a:ext>
              </a:extLst>
            </p:cNvPr>
            <p:cNvSpPr/>
            <p:nvPr>
              <p:custDataLst>
                <p:tags r:id="rId234"/>
              </p:custDataLst>
            </p:nvPr>
          </p:nvSpPr>
          <p:spPr>
            <a:xfrm>
              <a:off x="6817026" y="4855131"/>
              <a:ext cx="144955" cy="201460"/>
            </a:xfrm>
            <a:custGeom>
              <a:avLst/>
              <a:gdLst>
                <a:gd name="connsiteX0" fmla="*/ 45022 w 144955"/>
                <a:gd name="connsiteY0" fmla="*/ 100371 h 201460"/>
                <a:gd name="connsiteX1" fmla="*/ 78683 w 144955"/>
                <a:gd name="connsiteY1" fmla="*/ 81789 h 201460"/>
                <a:gd name="connsiteX2" fmla="*/ 101427 w 144955"/>
                <a:gd name="connsiteY2" fmla="*/ 113055 h 201460"/>
                <a:gd name="connsiteX3" fmla="*/ 101427 w 144955"/>
                <a:gd name="connsiteY3" fmla="*/ 171458 h 201460"/>
                <a:gd name="connsiteX4" fmla="*/ 80806 w 144955"/>
                <a:gd name="connsiteY4" fmla="*/ 197119 h 201460"/>
                <a:gd name="connsiteX5" fmla="*/ 80806 w 144955"/>
                <a:gd name="connsiteY5" fmla="*/ 201544 h 201460"/>
                <a:gd name="connsiteX6" fmla="*/ 145096 w 144955"/>
                <a:gd name="connsiteY6" fmla="*/ 201544 h 201460"/>
                <a:gd name="connsiteX7" fmla="*/ 145096 w 144955"/>
                <a:gd name="connsiteY7" fmla="*/ 197119 h 201460"/>
                <a:gd name="connsiteX8" fmla="*/ 126901 w 144955"/>
                <a:gd name="connsiteY8" fmla="*/ 171458 h 201460"/>
                <a:gd name="connsiteX9" fmla="*/ 126901 w 144955"/>
                <a:gd name="connsiteY9" fmla="*/ 112760 h 201460"/>
                <a:gd name="connsiteX10" fmla="*/ 89600 w 144955"/>
                <a:gd name="connsiteY10" fmla="*/ 65861 h 201460"/>
                <a:gd name="connsiteX11" fmla="*/ 45022 w 144955"/>
                <a:gd name="connsiteY11" fmla="*/ 90638 h 201460"/>
                <a:gd name="connsiteX12" fmla="*/ 45022 w 144955"/>
                <a:gd name="connsiteY12" fmla="*/ 969 h 201460"/>
                <a:gd name="connsiteX13" fmla="*/ 43506 w 144955"/>
                <a:gd name="connsiteY13" fmla="*/ 84 h 201460"/>
                <a:gd name="connsiteX14" fmla="*/ 8632 w 144955"/>
                <a:gd name="connsiteY14" fmla="*/ 10702 h 201460"/>
                <a:gd name="connsiteX15" fmla="*/ 444 w 144955"/>
                <a:gd name="connsiteY15" fmla="*/ 13062 h 201460"/>
                <a:gd name="connsiteX16" fmla="*/ 444 w 144955"/>
                <a:gd name="connsiteY16" fmla="*/ 17782 h 201460"/>
                <a:gd name="connsiteX17" fmla="*/ 4083 w 144955"/>
                <a:gd name="connsiteY17" fmla="*/ 17487 h 201460"/>
                <a:gd name="connsiteX18" fmla="*/ 19549 w 144955"/>
                <a:gd name="connsiteY18" fmla="*/ 32530 h 201460"/>
                <a:gd name="connsiteX19" fmla="*/ 19549 w 144955"/>
                <a:gd name="connsiteY19" fmla="*/ 171458 h 201460"/>
                <a:gd name="connsiteX20" fmla="*/ 141 w 144955"/>
                <a:gd name="connsiteY20" fmla="*/ 197119 h 201460"/>
                <a:gd name="connsiteX21" fmla="*/ 141 w 144955"/>
                <a:gd name="connsiteY21" fmla="*/ 201544 h 201460"/>
                <a:gd name="connsiteX22" fmla="*/ 65643 w 144955"/>
                <a:gd name="connsiteY22" fmla="*/ 201544 h 201460"/>
                <a:gd name="connsiteX23" fmla="*/ 65643 w 144955"/>
                <a:gd name="connsiteY23" fmla="*/ 197119 h 201460"/>
                <a:gd name="connsiteX24" fmla="*/ 45022 w 144955"/>
                <a:gd name="connsiteY24" fmla="*/ 171458 h 201460"/>
                <a:gd name="connsiteX25" fmla="*/ 45022 w 144955"/>
                <a:gd name="connsiteY25" fmla="*/ 10037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955" h="201460">
                  <a:moveTo>
                    <a:pt x="45022" y="100371"/>
                  </a:moveTo>
                  <a:cubicBezTo>
                    <a:pt x="57759" y="86803"/>
                    <a:pt x="66856" y="81789"/>
                    <a:pt x="78683" y="81789"/>
                  </a:cubicBezTo>
                  <a:cubicBezTo>
                    <a:pt x="93846" y="81789"/>
                    <a:pt x="101427" y="92407"/>
                    <a:pt x="101427" y="113055"/>
                  </a:cubicBezTo>
                  <a:lnTo>
                    <a:pt x="101427" y="171458"/>
                  </a:lnTo>
                  <a:cubicBezTo>
                    <a:pt x="101427" y="191515"/>
                    <a:pt x="98395" y="195350"/>
                    <a:pt x="80806" y="197119"/>
                  </a:cubicBezTo>
                  <a:lnTo>
                    <a:pt x="80806" y="201544"/>
                  </a:lnTo>
                  <a:lnTo>
                    <a:pt x="145096" y="201544"/>
                  </a:lnTo>
                  <a:lnTo>
                    <a:pt x="145096" y="197119"/>
                  </a:lnTo>
                  <a:cubicBezTo>
                    <a:pt x="128720" y="194170"/>
                    <a:pt x="126901" y="191810"/>
                    <a:pt x="126901" y="171458"/>
                  </a:cubicBezTo>
                  <a:lnTo>
                    <a:pt x="126901" y="112760"/>
                  </a:lnTo>
                  <a:cubicBezTo>
                    <a:pt x="126901" y="81789"/>
                    <a:pt x="114164" y="65861"/>
                    <a:pt x="89600" y="65861"/>
                  </a:cubicBezTo>
                  <a:cubicBezTo>
                    <a:pt x="71708" y="65861"/>
                    <a:pt x="58972" y="72940"/>
                    <a:pt x="45022" y="90638"/>
                  </a:cubicBezTo>
                  <a:lnTo>
                    <a:pt x="45022" y="969"/>
                  </a:lnTo>
                  <a:lnTo>
                    <a:pt x="43506" y="84"/>
                  </a:lnTo>
                  <a:cubicBezTo>
                    <a:pt x="33195" y="3623"/>
                    <a:pt x="25614" y="5983"/>
                    <a:pt x="8632" y="10702"/>
                  </a:cubicBezTo>
                  <a:lnTo>
                    <a:pt x="444" y="13062"/>
                  </a:lnTo>
                  <a:lnTo>
                    <a:pt x="444" y="17782"/>
                  </a:lnTo>
                  <a:cubicBezTo>
                    <a:pt x="1657" y="17487"/>
                    <a:pt x="2567" y="17487"/>
                    <a:pt x="4083" y="17487"/>
                  </a:cubicBezTo>
                  <a:cubicBezTo>
                    <a:pt x="17123" y="17487"/>
                    <a:pt x="19549" y="19846"/>
                    <a:pt x="19549" y="32530"/>
                  </a:cubicBezTo>
                  <a:lnTo>
                    <a:pt x="19549" y="171458"/>
                  </a:lnTo>
                  <a:cubicBezTo>
                    <a:pt x="19549" y="192105"/>
                    <a:pt x="17729" y="194760"/>
                    <a:pt x="141" y="197119"/>
                  </a:cubicBezTo>
                  <a:lnTo>
                    <a:pt x="141" y="201544"/>
                  </a:lnTo>
                  <a:lnTo>
                    <a:pt x="65643" y="201544"/>
                  </a:lnTo>
                  <a:lnTo>
                    <a:pt x="65643" y="197119"/>
                  </a:lnTo>
                  <a:cubicBezTo>
                    <a:pt x="48055" y="195350"/>
                    <a:pt x="45022" y="191810"/>
                    <a:pt x="45022" y="171458"/>
                  </a:cubicBezTo>
                  <a:lnTo>
                    <a:pt x="45022" y="100371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EF775949-2984-81CD-D12E-37095C53A1B4}"/>
                </a:ext>
              </a:extLst>
            </p:cNvPr>
            <p:cNvSpPr/>
            <p:nvPr>
              <p:custDataLst>
                <p:tags r:id="rId235"/>
              </p:custDataLst>
            </p:nvPr>
          </p:nvSpPr>
          <p:spPr>
            <a:xfrm>
              <a:off x="6974074" y="4920908"/>
              <a:ext cx="120998" cy="138632"/>
            </a:xfrm>
            <a:custGeom>
              <a:avLst/>
              <a:gdLst>
                <a:gd name="connsiteX0" fmla="*/ 116292 w 120998"/>
                <a:gd name="connsiteY0" fmla="*/ 87393 h 138632"/>
                <a:gd name="connsiteX1" fmla="*/ 69287 w 120998"/>
                <a:gd name="connsiteY1" fmla="*/ 118364 h 138632"/>
                <a:gd name="connsiteX2" fmla="*/ 30168 w 120998"/>
                <a:gd name="connsiteY2" fmla="*/ 92998 h 138632"/>
                <a:gd name="connsiteX3" fmla="*/ 21980 w 120998"/>
                <a:gd name="connsiteY3" fmla="*/ 54062 h 138632"/>
                <a:gd name="connsiteX4" fmla="*/ 115382 w 120998"/>
                <a:gd name="connsiteY4" fmla="*/ 54062 h 138632"/>
                <a:gd name="connsiteX5" fmla="*/ 102342 w 120998"/>
                <a:gd name="connsiteY5" fmla="*/ 16897 h 138632"/>
                <a:gd name="connsiteX6" fmla="*/ 63526 w 120998"/>
                <a:gd name="connsiteY6" fmla="*/ 84 h 138632"/>
                <a:gd name="connsiteX7" fmla="*/ 22586 w 120998"/>
                <a:gd name="connsiteY7" fmla="*/ 15422 h 138632"/>
                <a:gd name="connsiteX8" fmla="*/ 145 w 120998"/>
                <a:gd name="connsiteY8" fmla="*/ 72645 h 138632"/>
                <a:gd name="connsiteX9" fmla="*/ 56854 w 120998"/>
                <a:gd name="connsiteY9" fmla="*/ 138717 h 138632"/>
                <a:gd name="connsiteX10" fmla="*/ 121144 w 120998"/>
                <a:gd name="connsiteY10" fmla="*/ 89458 h 138632"/>
                <a:gd name="connsiteX11" fmla="*/ 116292 w 120998"/>
                <a:gd name="connsiteY11" fmla="*/ 87393 h 138632"/>
                <a:gd name="connsiteX12" fmla="*/ 22586 w 120998"/>
                <a:gd name="connsiteY12" fmla="*/ 44624 h 138632"/>
                <a:gd name="connsiteX13" fmla="*/ 54731 w 120998"/>
                <a:gd name="connsiteY13" fmla="*/ 10703 h 138632"/>
                <a:gd name="connsiteX14" fmla="*/ 84450 w 120998"/>
                <a:gd name="connsiteY14" fmla="*/ 44624 h 138632"/>
                <a:gd name="connsiteX15" fmla="*/ 22586 w 12099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98" h="138632">
                  <a:moveTo>
                    <a:pt x="116292" y="87393"/>
                  </a:moveTo>
                  <a:cubicBezTo>
                    <a:pt x="101736" y="109811"/>
                    <a:pt x="88696" y="118364"/>
                    <a:pt x="69287" y="118364"/>
                  </a:cubicBezTo>
                  <a:cubicBezTo>
                    <a:pt x="52002" y="118364"/>
                    <a:pt x="38962" y="109811"/>
                    <a:pt x="30168" y="92998"/>
                  </a:cubicBezTo>
                  <a:cubicBezTo>
                    <a:pt x="24709" y="81789"/>
                    <a:pt x="22586" y="72055"/>
                    <a:pt x="21980" y="54062"/>
                  </a:cubicBezTo>
                  <a:lnTo>
                    <a:pt x="115382" y="54062"/>
                  </a:lnTo>
                  <a:cubicBezTo>
                    <a:pt x="112956" y="34890"/>
                    <a:pt x="109923" y="26336"/>
                    <a:pt x="102342" y="16897"/>
                  </a:cubicBezTo>
                  <a:cubicBezTo>
                    <a:pt x="93244" y="6278"/>
                    <a:pt x="79295" y="84"/>
                    <a:pt x="63526" y="84"/>
                  </a:cubicBezTo>
                  <a:cubicBezTo>
                    <a:pt x="48363" y="84"/>
                    <a:pt x="34110" y="5393"/>
                    <a:pt x="22586" y="15422"/>
                  </a:cubicBezTo>
                  <a:cubicBezTo>
                    <a:pt x="8333" y="27516"/>
                    <a:pt x="145" y="48458"/>
                    <a:pt x="145" y="72645"/>
                  </a:cubicBezTo>
                  <a:cubicBezTo>
                    <a:pt x="145" y="113350"/>
                    <a:pt x="21980" y="138717"/>
                    <a:pt x="56854" y="138717"/>
                  </a:cubicBezTo>
                  <a:cubicBezTo>
                    <a:pt x="85663" y="138717"/>
                    <a:pt x="108407" y="121314"/>
                    <a:pt x="121144" y="89458"/>
                  </a:cubicBezTo>
                  <a:lnTo>
                    <a:pt x="116292" y="87393"/>
                  </a:lnTo>
                  <a:close/>
                  <a:moveTo>
                    <a:pt x="22586" y="44624"/>
                  </a:moveTo>
                  <a:cubicBezTo>
                    <a:pt x="25922" y="21616"/>
                    <a:pt x="36233" y="10703"/>
                    <a:pt x="54731" y="10703"/>
                  </a:cubicBezTo>
                  <a:cubicBezTo>
                    <a:pt x="73230" y="10703"/>
                    <a:pt x="80508" y="18962"/>
                    <a:pt x="84450" y="44624"/>
                  </a:cubicBezTo>
                  <a:lnTo>
                    <a:pt x="22586" y="4462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71111ABE-9AC2-6A23-C1B0-58D394EF7EA6}"/>
                </a:ext>
              </a:extLst>
            </p:cNvPr>
            <p:cNvSpPr/>
            <p:nvPr>
              <p:custDataLst>
                <p:tags r:id="rId236"/>
              </p:custDataLst>
            </p:nvPr>
          </p:nvSpPr>
          <p:spPr>
            <a:xfrm>
              <a:off x="7103157" y="4920908"/>
              <a:ext cx="100073" cy="135683"/>
            </a:xfrm>
            <a:custGeom>
              <a:avLst/>
              <a:gdLst>
                <a:gd name="connsiteX0" fmla="*/ 756 w 100073"/>
                <a:gd name="connsiteY0" fmla="*/ 20732 h 135683"/>
                <a:gd name="connsiteX1" fmla="*/ 11370 w 100073"/>
                <a:gd name="connsiteY1" fmla="*/ 19552 h 135683"/>
                <a:gd name="connsiteX2" fmla="*/ 21681 w 100073"/>
                <a:gd name="connsiteY2" fmla="*/ 37249 h 135683"/>
                <a:gd name="connsiteX3" fmla="*/ 21681 w 100073"/>
                <a:gd name="connsiteY3" fmla="*/ 110990 h 135683"/>
                <a:gd name="connsiteX4" fmla="*/ 150 w 100073"/>
                <a:gd name="connsiteY4" fmla="*/ 131343 h 135683"/>
                <a:gd name="connsiteX5" fmla="*/ 150 w 100073"/>
                <a:gd name="connsiteY5" fmla="*/ 135767 h 135683"/>
                <a:gd name="connsiteX6" fmla="*/ 72931 w 100073"/>
                <a:gd name="connsiteY6" fmla="*/ 135767 h 135683"/>
                <a:gd name="connsiteX7" fmla="*/ 72931 w 100073"/>
                <a:gd name="connsiteY7" fmla="*/ 131343 h 135683"/>
                <a:gd name="connsiteX8" fmla="*/ 47154 w 100073"/>
                <a:gd name="connsiteY8" fmla="*/ 109221 h 135683"/>
                <a:gd name="connsiteX9" fmla="*/ 47154 w 100073"/>
                <a:gd name="connsiteY9" fmla="*/ 42854 h 135683"/>
                <a:gd name="connsiteX10" fmla="*/ 68382 w 100073"/>
                <a:gd name="connsiteY10" fmla="*/ 18667 h 135683"/>
                <a:gd name="connsiteX11" fmla="*/ 76266 w 100073"/>
                <a:gd name="connsiteY11" fmla="*/ 23091 h 135683"/>
                <a:gd name="connsiteX12" fmla="*/ 88397 w 100073"/>
                <a:gd name="connsiteY12" fmla="*/ 28991 h 135683"/>
                <a:gd name="connsiteX13" fmla="*/ 100224 w 100073"/>
                <a:gd name="connsiteY13" fmla="*/ 15717 h 135683"/>
                <a:gd name="connsiteX14" fmla="*/ 83545 w 100073"/>
                <a:gd name="connsiteY14" fmla="*/ 84 h 135683"/>
                <a:gd name="connsiteX15" fmla="*/ 47154 w 100073"/>
                <a:gd name="connsiteY15" fmla="*/ 27811 h 135683"/>
                <a:gd name="connsiteX16" fmla="*/ 47154 w 100073"/>
                <a:gd name="connsiteY16" fmla="*/ 674 h 135683"/>
                <a:gd name="connsiteX17" fmla="*/ 45638 w 100073"/>
                <a:gd name="connsiteY17" fmla="*/ 84 h 135683"/>
                <a:gd name="connsiteX18" fmla="*/ 756 w 100073"/>
                <a:gd name="connsiteY18" fmla="*/ 16012 h 135683"/>
                <a:gd name="connsiteX19" fmla="*/ 756 w 100073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73" h="135683">
                  <a:moveTo>
                    <a:pt x="756" y="20732"/>
                  </a:moveTo>
                  <a:cubicBezTo>
                    <a:pt x="5002" y="19847"/>
                    <a:pt x="7731" y="19552"/>
                    <a:pt x="11370" y="19552"/>
                  </a:cubicBezTo>
                  <a:cubicBezTo>
                    <a:pt x="18951" y="19552"/>
                    <a:pt x="21681" y="24271"/>
                    <a:pt x="21681" y="37249"/>
                  </a:cubicBezTo>
                  <a:lnTo>
                    <a:pt x="21681" y="110990"/>
                  </a:lnTo>
                  <a:cubicBezTo>
                    <a:pt x="21681" y="125739"/>
                    <a:pt x="19558" y="127803"/>
                    <a:pt x="150" y="131343"/>
                  </a:cubicBezTo>
                  <a:lnTo>
                    <a:pt x="150" y="135767"/>
                  </a:lnTo>
                  <a:lnTo>
                    <a:pt x="72931" y="135767"/>
                  </a:lnTo>
                  <a:lnTo>
                    <a:pt x="72931" y="131343"/>
                  </a:lnTo>
                  <a:cubicBezTo>
                    <a:pt x="52309" y="130458"/>
                    <a:pt x="47154" y="126033"/>
                    <a:pt x="47154" y="109221"/>
                  </a:cubicBezTo>
                  <a:lnTo>
                    <a:pt x="47154" y="42854"/>
                  </a:lnTo>
                  <a:cubicBezTo>
                    <a:pt x="47154" y="33415"/>
                    <a:pt x="60194" y="18667"/>
                    <a:pt x="68382" y="18667"/>
                  </a:cubicBezTo>
                  <a:cubicBezTo>
                    <a:pt x="70201" y="18667"/>
                    <a:pt x="72931" y="20142"/>
                    <a:pt x="76266" y="23091"/>
                  </a:cubicBezTo>
                  <a:cubicBezTo>
                    <a:pt x="81119" y="27221"/>
                    <a:pt x="84454" y="28991"/>
                    <a:pt x="88397" y="28991"/>
                  </a:cubicBezTo>
                  <a:cubicBezTo>
                    <a:pt x="95675" y="28991"/>
                    <a:pt x="100224" y="23976"/>
                    <a:pt x="100224" y="15717"/>
                  </a:cubicBezTo>
                  <a:cubicBezTo>
                    <a:pt x="100224" y="5983"/>
                    <a:pt x="93855" y="84"/>
                    <a:pt x="83545" y="84"/>
                  </a:cubicBezTo>
                  <a:cubicBezTo>
                    <a:pt x="70808" y="84"/>
                    <a:pt x="62014" y="6868"/>
                    <a:pt x="47154" y="27811"/>
                  </a:cubicBezTo>
                  <a:lnTo>
                    <a:pt x="47154" y="674"/>
                  </a:lnTo>
                  <a:lnTo>
                    <a:pt x="45638" y="84"/>
                  </a:lnTo>
                  <a:cubicBezTo>
                    <a:pt x="29565" y="6573"/>
                    <a:pt x="18648" y="10408"/>
                    <a:pt x="756" y="16012"/>
                  </a:cubicBezTo>
                  <a:lnTo>
                    <a:pt x="756" y="2073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EF92331-84A1-BD74-E074-2B7288791654}"/>
                </a:ext>
              </a:extLst>
            </p:cNvPr>
            <p:cNvSpPr/>
            <p:nvPr>
              <p:custDataLst>
                <p:tags r:id="rId237"/>
              </p:custDataLst>
            </p:nvPr>
          </p:nvSpPr>
          <p:spPr>
            <a:xfrm>
              <a:off x="7210583" y="4920908"/>
              <a:ext cx="120998" cy="138632"/>
            </a:xfrm>
            <a:custGeom>
              <a:avLst/>
              <a:gdLst>
                <a:gd name="connsiteX0" fmla="*/ 116299 w 120998"/>
                <a:gd name="connsiteY0" fmla="*/ 87393 h 138632"/>
                <a:gd name="connsiteX1" fmla="*/ 69295 w 120998"/>
                <a:gd name="connsiteY1" fmla="*/ 118364 h 138632"/>
                <a:gd name="connsiteX2" fmla="*/ 30175 w 120998"/>
                <a:gd name="connsiteY2" fmla="*/ 92998 h 138632"/>
                <a:gd name="connsiteX3" fmla="*/ 21987 w 120998"/>
                <a:gd name="connsiteY3" fmla="*/ 54062 h 138632"/>
                <a:gd name="connsiteX4" fmla="*/ 115390 w 120998"/>
                <a:gd name="connsiteY4" fmla="*/ 54062 h 138632"/>
                <a:gd name="connsiteX5" fmla="*/ 102350 w 120998"/>
                <a:gd name="connsiteY5" fmla="*/ 16897 h 138632"/>
                <a:gd name="connsiteX6" fmla="*/ 63533 w 120998"/>
                <a:gd name="connsiteY6" fmla="*/ 84 h 138632"/>
                <a:gd name="connsiteX7" fmla="*/ 22594 w 120998"/>
                <a:gd name="connsiteY7" fmla="*/ 15422 h 138632"/>
                <a:gd name="connsiteX8" fmla="*/ 153 w 120998"/>
                <a:gd name="connsiteY8" fmla="*/ 72645 h 138632"/>
                <a:gd name="connsiteX9" fmla="*/ 56862 w 120998"/>
                <a:gd name="connsiteY9" fmla="*/ 138717 h 138632"/>
                <a:gd name="connsiteX10" fmla="*/ 121152 w 120998"/>
                <a:gd name="connsiteY10" fmla="*/ 89458 h 138632"/>
                <a:gd name="connsiteX11" fmla="*/ 116299 w 120998"/>
                <a:gd name="connsiteY11" fmla="*/ 87393 h 138632"/>
                <a:gd name="connsiteX12" fmla="*/ 22594 w 120998"/>
                <a:gd name="connsiteY12" fmla="*/ 44624 h 138632"/>
                <a:gd name="connsiteX13" fmla="*/ 54739 w 120998"/>
                <a:gd name="connsiteY13" fmla="*/ 10703 h 138632"/>
                <a:gd name="connsiteX14" fmla="*/ 84458 w 120998"/>
                <a:gd name="connsiteY14" fmla="*/ 44624 h 138632"/>
                <a:gd name="connsiteX15" fmla="*/ 22594 w 12099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98" h="138632">
                  <a:moveTo>
                    <a:pt x="116299" y="87393"/>
                  </a:moveTo>
                  <a:cubicBezTo>
                    <a:pt x="101743" y="109811"/>
                    <a:pt x="88703" y="118364"/>
                    <a:pt x="69295" y="118364"/>
                  </a:cubicBezTo>
                  <a:cubicBezTo>
                    <a:pt x="52010" y="118364"/>
                    <a:pt x="38970" y="109811"/>
                    <a:pt x="30175" y="92998"/>
                  </a:cubicBezTo>
                  <a:cubicBezTo>
                    <a:pt x="24717" y="81789"/>
                    <a:pt x="22594" y="72055"/>
                    <a:pt x="21987" y="54062"/>
                  </a:cubicBezTo>
                  <a:lnTo>
                    <a:pt x="115390" y="54062"/>
                  </a:lnTo>
                  <a:cubicBezTo>
                    <a:pt x="112964" y="34890"/>
                    <a:pt x="109931" y="26336"/>
                    <a:pt x="102350" y="16897"/>
                  </a:cubicBezTo>
                  <a:cubicBezTo>
                    <a:pt x="93252" y="6278"/>
                    <a:pt x="79302" y="84"/>
                    <a:pt x="63533" y="84"/>
                  </a:cubicBezTo>
                  <a:cubicBezTo>
                    <a:pt x="48371" y="84"/>
                    <a:pt x="34118" y="5393"/>
                    <a:pt x="22594" y="15422"/>
                  </a:cubicBezTo>
                  <a:cubicBezTo>
                    <a:pt x="8341" y="27516"/>
                    <a:pt x="153" y="48458"/>
                    <a:pt x="153" y="72645"/>
                  </a:cubicBezTo>
                  <a:cubicBezTo>
                    <a:pt x="153" y="113350"/>
                    <a:pt x="21987" y="138717"/>
                    <a:pt x="56862" y="138717"/>
                  </a:cubicBezTo>
                  <a:cubicBezTo>
                    <a:pt x="85671" y="138717"/>
                    <a:pt x="108415" y="121314"/>
                    <a:pt x="121152" y="89458"/>
                  </a:cubicBezTo>
                  <a:lnTo>
                    <a:pt x="116299" y="87393"/>
                  </a:lnTo>
                  <a:close/>
                  <a:moveTo>
                    <a:pt x="22594" y="44624"/>
                  </a:moveTo>
                  <a:cubicBezTo>
                    <a:pt x="25930" y="21616"/>
                    <a:pt x="36240" y="10703"/>
                    <a:pt x="54739" y="10703"/>
                  </a:cubicBezTo>
                  <a:cubicBezTo>
                    <a:pt x="73237" y="10703"/>
                    <a:pt x="80515" y="18962"/>
                    <a:pt x="84458" y="44624"/>
                  </a:cubicBezTo>
                  <a:lnTo>
                    <a:pt x="22594" y="4462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0DA87A13-BA66-4BA5-8FE2-A6DFDB13893F}"/>
                </a:ext>
              </a:extLst>
            </p:cNvPr>
            <p:cNvSpPr/>
            <p:nvPr>
              <p:custDataLst>
                <p:tags r:id="rId238"/>
              </p:custDataLst>
            </p:nvPr>
          </p:nvSpPr>
          <p:spPr>
            <a:xfrm>
              <a:off x="7355132" y="5026505"/>
              <a:ext cx="42152" cy="71676"/>
            </a:xfrm>
            <a:custGeom>
              <a:avLst/>
              <a:gdLst>
                <a:gd name="connsiteX0" fmla="*/ 8345 w 42152"/>
                <a:gd name="connsiteY0" fmla="*/ 71761 h 71676"/>
                <a:gd name="connsiteX1" fmla="*/ 42310 w 42152"/>
                <a:gd name="connsiteY1" fmla="*/ 26337 h 71676"/>
                <a:gd name="connsiteX2" fmla="*/ 18049 w 42152"/>
                <a:gd name="connsiteY2" fmla="*/ 85 h 71676"/>
                <a:gd name="connsiteX3" fmla="*/ 157 w 42152"/>
                <a:gd name="connsiteY3" fmla="*/ 16898 h 71676"/>
                <a:gd name="connsiteX4" fmla="*/ 18049 w 42152"/>
                <a:gd name="connsiteY4" fmla="*/ 31941 h 71676"/>
                <a:gd name="connsiteX5" fmla="*/ 23811 w 42152"/>
                <a:gd name="connsiteY5" fmla="*/ 31351 h 71676"/>
                <a:gd name="connsiteX6" fmla="*/ 26237 w 42152"/>
                <a:gd name="connsiteY6" fmla="*/ 30761 h 71676"/>
                <a:gd name="connsiteX7" fmla="*/ 30483 w 42152"/>
                <a:gd name="connsiteY7" fmla="*/ 34890 h 71676"/>
                <a:gd name="connsiteX8" fmla="*/ 5616 w 42152"/>
                <a:gd name="connsiteY8" fmla="*/ 66157 h 71676"/>
                <a:gd name="connsiteX9" fmla="*/ 8345 w 42152"/>
                <a:gd name="connsiteY9" fmla="*/ 71761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152" h="71676">
                  <a:moveTo>
                    <a:pt x="8345" y="71761"/>
                  </a:moveTo>
                  <a:cubicBezTo>
                    <a:pt x="28663" y="62027"/>
                    <a:pt x="42310" y="44034"/>
                    <a:pt x="42310" y="26337"/>
                  </a:cubicBezTo>
                  <a:cubicBezTo>
                    <a:pt x="42310" y="11588"/>
                    <a:pt x="31696" y="85"/>
                    <a:pt x="18049" y="85"/>
                  </a:cubicBezTo>
                  <a:cubicBezTo>
                    <a:pt x="7435" y="85"/>
                    <a:pt x="157" y="6869"/>
                    <a:pt x="157" y="16898"/>
                  </a:cubicBezTo>
                  <a:cubicBezTo>
                    <a:pt x="157" y="26337"/>
                    <a:pt x="7132" y="31941"/>
                    <a:pt x="18049" y="31941"/>
                  </a:cubicBezTo>
                  <a:cubicBezTo>
                    <a:pt x="19869" y="31941"/>
                    <a:pt x="21992" y="31646"/>
                    <a:pt x="23811" y="31351"/>
                  </a:cubicBezTo>
                  <a:cubicBezTo>
                    <a:pt x="25934" y="30761"/>
                    <a:pt x="25934" y="30761"/>
                    <a:pt x="26237" y="30761"/>
                  </a:cubicBezTo>
                  <a:cubicBezTo>
                    <a:pt x="28663" y="30761"/>
                    <a:pt x="30483" y="32531"/>
                    <a:pt x="30483" y="34890"/>
                  </a:cubicBezTo>
                  <a:cubicBezTo>
                    <a:pt x="30483" y="44329"/>
                    <a:pt x="21992" y="55243"/>
                    <a:pt x="5616" y="66157"/>
                  </a:cubicBezTo>
                  <a:lnTo>
                    <a:pt x="8345" y="71761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5BC48912-6E92-5514-7188-D1819DB384EE}"/>
                </a:ext>
              </a:extLst>
            </p:cNvPr>
            <p:cNvSpPr/>
            <p:nvPr>
              <p:custDataLst>
                <p:tags r:id="rId239"/>
              </p:custDataLst>
            </p:nvPr>
          </p:nvSpPr>
          <p:spPr>
            <a:xfrm>
              <a:off x="7491425" y="4856606"/>
              <a:ext cx="173158" cy="261042"/>
            </a:xfrm>
            <a:custGeom>
              <a:avLst/>
              <a:gdLst>
                <a:gd name="connsiteX0" fmla="*/ 55356 w 173158"/>
                <a:gd name="connsiteY0" fmla="*/ 83264 h 261042"/>
                <a:gd name="connsiteX1" fmla="*/ 82649 w 173158"/>
                <a:gd name="connsiteY1" fmla="*/ 83264 h 261042"/>
                <a:gd name="connsiteX2" fmla="*/ 55962 w 173158"/>
                <a:gd name="connsiteY2" fmla="*/ 207149 h 261042"/>
                <a:gd name="connsiteX3" fmla="*/ 26547 w 173158"/>
                <a:gd name="connsiteY3" fmla="*/ 254933 h 261042"/>
                <a:gd name="connsiteX4" fmla="*/ 20482 w 173158"/>
                <a:gd name="connsiteY4" fmla="*/ 250214 h 261042"/>
                <a:gd name="connsiteX5" fmla="*/ 21695 w 173158"/>
                <a:gd name="connsiteY5" fmla="*/ 246969 h 261042"/>
                <a:gd name="connsiteX6" fmla="*/ 23211 w 173158"/>
                <a:gd name="connsiteY6" fmla="*/ 242250 h 261042"/>
                <a:gd name="connsiteX7" fmla="*/ 11384 w 173158"/>
                <a:gd name="connsiteY7" fmla="*/ 231041 h 261042"/>
                <a:gd name="connsiteX8" fmla="*/ 164 w 173158"/>
                <a:gd name="connsiteY8" fmla="*/ 243135 h 261042"/>
                <a:gd name="connsiteX9" fmla="*/ 24121 w 173158"/>
                <a:gd name="connsiteY9" fmla="*/ 261128 h 261042"/>
                <a:gd name="connsiteX10" fmla="*/ 84771 w 173158"/>
                <a:gd name="connsiteY10" fmla="*/ 177653 h 261042"/>
                <a:gd name="connsiteX11" fmla="*/ 106606 w 173158"/>
                <a:gd name="connsiteY11" fmla="*/ 83264 h 261042"/>
                <a:gd name="connsiteX12" fmla="*/ 139660 w 173158"/>
                <a:gd name="connsiteY12" fmla="*/ 83264 h 261042"/>
                <a:gd name="connsiteX13" fmla="*/ 141480 w 173158"/>
                <a:gd name="connsiteY13" fmla="*/ 73826 h 261042"/>
                <a:gd name="connsiteX14" fmla="*/ 108728 w 173158"/>
                <a:gd name="connsiteY14" fmla="*/ 73826 h 261042"/>
                <a:gd name="connsiteX15" fmla="*/ 145725 w 173158"/>
                <a:gd name="connsiteY15" fmla="*/ 6574 h 261042"/>
                <a:gd name="connsiteX16" fmla="*/ 152397 w 173158"/>
                <a:gd name="connsiteY16" fmla="*/ 10113 h 261042"/>
                <a:gd name="connsiteX17" fmla="*/ 151184 w 173158"/>
                <a:gd name="connsiteY17" fmla="*/ 13063 h 261042"/>
                <a:gd name="connsiteX18" fmla="*/ 149365 w 173158"/>
                <a:gd name="connsiteY18" fmla="*/ 19257 h 261042"/>
                <a:gd name="connsiteX19" fmla="*/ 160585 w 173158"/>
                <a:gd name="connsiteY19" fmla="*/ 31056 h 261042"/>
                <a:gd name="connsiteX20" fmla="*/ 173322 w 173158"/>
                <a:gd name="connsiteY20" fmla="*/ 19257 h 261042"/>
                <a:gd name="connsiteX21" fmla="*/ 147242 w 173158"/>
                <a:gd name="connsiteY21" fmla="*/ 85 h 261042"/>
                <a:gd name="connsiteX22" fmla="*/ 109638 w 173158"/>
                <a:gd name="connsiteY22" fmla="*/ 20437 h 261042"/>
                <a:gd name="connsiteX23" fmla="*/ 85378 w 173158"/>
                <a:gd name="connsiteY23" fmla="*/ 73826 h 261042"/>
                <a:gd name="connsiteX24" fmla="*/ 57479 w 173158"/>
                <a:gd name="connsiteY24" fmla="*/ 73826 h 261042"/>
                <a:gd name="connsiteX25" fmla="*/ 55356 w 173158"/>
                <a:gd name="connsiteY25" fmla="*/ 83264 h 261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158" h="261042">
                  <a:moveTo>
                    <a:pt x="55356" y="83264"/>
                  </a:moveTo>
                  <a:lnTo>
                    <a:pt x="82649" y="83264"/>
                  </a:lnTo>
                  <a:lnTo>
                    <a:pt x="55962" y="207149"/>
                  </a:lnTo>
                  <a:cubicBezTo>
                    <a:pt x="49291" y="238710"/>
                    <a:pt x="39283" y="254933"/>
                    <a:pt x="26547" y="254933"/>
                  </a:cubicBezTo>
                  <a:cubicBezTo>
                    <a:pt x="22908" y="254933"/>
                    <a:pt x="20482" y="252869"/>
                    <a:pt x="20482" y="250214"/>
                  </a:cubicBezTo>
                  <a:cubicBezTo>
                    <a:pt x="20482" y="249329"/>
                    <a:pt x="20785" y="248444"/>
                    <a:pt x="21695" y="246969"/>
                  </a:cubicBezTo>
                  <a:cubicBezTo>
                    <a:pt x="22908" y="245199"/>
                    <a:pt x="23211" y="244020"/>
                    <a:pt x="23211" y="242250"/>
                  </a:cubicBezTo>
                  <a:cubicBezTo>
                    <a:pt x="23211" y="236056"/>
                    <a:pt x="17752" y="231041"/>
                    <a:pt x="11384" y="231041"/>
                  </a:cubicBezTo>
                  <a:cubicBezTo>
                    <a:pt x="5016" y="231041"/>
                    <a:pt x="164" y="236351"/>
                    <a:pt x="164" y="243135"/>
                  </a:cubicBezTo>
                  <a:cubicBezTo>
                    <a:pt x="164" y="253164"/>
                    <a:pt x="10777" y="261128"/>
                    <a:pt x="24121" y="261128"/>
                  </a:cubicBezTo>
                  <a:cubicBezTo>
                    <a:pt x="51110" y="261128"/>
                    <a:pt x="72338" y="231926"/>
                    <a:pt x="84771" y="177653"/>
                  </a:cubicBezTo>
                  <a:lnTo>
                    <a:pt x="106606" y="83264"/>
                  </a:lnTo>
                  <a:lnTo>
                    <a:pt x="139660" y="83264"/>
                  </a:lnTo>
                  <a:lnTo>
                    <a:pt x="141480" y="73826"/>
                  </a:lnTo>
                  <a:lnTo>
                    <a:pt x="108728" y="73826"/>
                  </a:lnTo>
                  <a:cubicBezTo>
                    <a:pt x="117523" y="27516"/>
                    <a:pt x="128743" y="6574"/>
                    <a:pt x="145725" y="6574"/>
                  </a:cubicBezTo>
                  <a:cubicBezTo>
                    <a:pt x="149668" y="6574"/>
                    <a:pt x="152397" y="8049"/>
                    <a:pt x="152397" y="10113"/>
                  </a:cubicBezTo>
                  <a:cubicBezTo>
                    <a:pt x="152397" y="10998"/>
                    <a:pt x="152094" y="11588"/>
                    <a:pt x="151184" y="13063"/>
                  </a:cubicBezTo>
                  <a:cubicBezTo>
                    <a:pt x="149971" y="15718"/>
                    <a:pt x="149365" y="17193"/>
                    <a:pt x="149365" y="19257"/>
                  </a:cubicBezTo>
                  <a:cubicBezTo>
                    <a:pt x="149365" y="26336"/>
                    <a:pt x="153913" y="31056"/>
                    <a:pt x="160585" y="31056"/>
                  </a:cubicBezTo>
                  <a:cubicBezTo>
                    <a:pt x="167560" y="31056"/>
                    <a:pt x="173322" y="25747"/>
                    <a:pt x="173322" y="19257"/>
                  </a:cubicBezTo>
                  <a:cubicBezTo>
                    <a:pt x="173322" y="8344"/>
                    <a:pt x="162101" y="85"/>
                    <a:pt x="147242" y="85"/>
                  </a:cubicBezTo>
                  <a:cubicBezTo>
                    <a:pt x="132382" y="85"/>
                    <a:pt x="120555" y="6574"/>
                    <a:pt x="109638" y="20437"/>
                  </a:cubicBezTo>
                  <a:cubicBezTo>
                    <a:pt x="100541" y="31941"/>
                    <a:pt x="94476" y="45509"/>
                    <a:pt x="85378" y="73826"/>
                  </a:cubicBezTo>
                  <a:lnTo>
                    <a:pt x="57479" y="73826"/>
                  </a:lnTo>
                  <a:lnTo>
                    <a:pt x="55356" y="83264"/>
                  </a:lnTo>
                  <a:close/>
                </a:path>
              </a:pathLst>
            </a:custGeom>
            <a:solidFill>
              <a:srgbClr val="FFFFFF"/>
            </a:solidFill>
            <a:ln w="30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16A0AD8-E00D-678D-8F2E-0B2505ACA713}"/>
                </a:ext>
              </a:extLst>
            </p:cNvPr>
            <p:cNvSpPr/>
            <p:nvPr>
              <p:custDataLst>
                <p:tags r:id="rId240"/>
              </p:custDataLst>
            </p:nvPr>
          </p:nvSpPr>
          <p:spPr>
            <a:xfrm>
              <a:off x="7637881" y="4953763"/>
              <a:ext cx="87294" cy="150608"/>
            </a:xfrm>
            <a:custGeom>
              <a:avLst/>
              <a:gdLst>
                <a:gd name="connsiteX0" fmla="*/ 24851 w 87294"/>
                <a:gd name="connsiteY0" fmla="*/ 75609 h 150608"/>
                <a:gd name="connsiteX1" fmla="*/ 48639 w 87294"/>
                <a:gd name="connsiteY1" fmla="*/ 78010 h 150608"/>
                <a:gd name="connsiteX2" fmla="*/ 71304 w 87294"/>
                <a:gd name="connsiteY2" fmla="*/ 110314 h 150608"/>
                <a:gd name="connsiteX3" fmla="*/ 41906 w 87294"/>
                <a:gd name="connsiteY3" fmla="*/ 142837 h 150608"/>
                <a:gd name="connsiteX4" fmla="*/ 23056 w 87294"/>
                <a:gd name="connsiteY4" fmla="*/ 136070 h 150608"/>
                <a:gd name="connsiteX5" fmla="*/ 8694 w 87294"/>
                <a:gd name="connsiteY5" fmla="*/ 130613 h 150608"/>
                <a:gd name="connsiteX6" fmla="*/ 167 w 87294"/>
                <a:gd name="connsiteY6" fmla="*/ 138253 h 150608"/>
                <a:gd name="connsiteX7" fmla="*/ 25525 w 87294"/>
                <a:gd name="connsiteY7" fmla="*/ 150694 h 150608"/>
                <a:gd name="connsiteX8" fmla="*/ 71079 w 87294"/>
                <a:gd name="connsiteY8" fmla="*/ 136070 h 150608"/>
                <a:gd name="connsiteX9" fmla="*/ 87461 w 87294"/>
                <a:gd name="connsiteY9" fmla="*/ 99837 h 150608"/>
                <a:gd name="connsiteX10" fmla="*/ 77363 w 87294"/>
                <a:gd name="connsiteY10" fmla="*/ 71680 h 150608"/>
                <a:gd name="connsiteX11" fmla="*/ 58737 w 87294"/>
                <a:gd name="connsiteY11" fmla="*/ 60111 h 150608"/>
                <a:gd name="connsiteX12" fmla="*/ 79831 w 87294"/>
                <a:gd name="connsiteY12" fmla="*/ 29990 h 150608"/>
                <a:gd name="connsiteX13" fmla="*/ 44824 w 87294"/>
                <a:gd name="connsiteY13" fmla="*/ 86 h 150608"/>
                <a:gd name="connsiteX14" fmla="*/ 15651 w 87294"/>
                <a:gd name="connsiteY14" fmla="*/ 10782 h 150608"/>
                <a:gd name="connsiteX15" fmla="*/ 615 w 87294"/>
                <a:gd name="connsiteY15" fmla="*/ 35446 h 150608"/>
                <a:gd name="connsiteX16" fmla="*/ 3981 w 87294"/>
                <a:gd name="connsiteY16" fmla="*/ 36319 h 150608"/>
                <a:gd name="connsiteX17" fmla="*/ 37418 w 87294"/>
                <a:gd name="connsiteY17" fmla="*/ 13183 h 150608"/>
                <a:gd name="connsiteX18" fmla="*/ 62103 w 87294"/>
                <a:gd name="connsiteY18" fmla="*/ 36538 h 150608"/>
                <a:gd name="connsiteX19" fmla="*/ 53127 w 87294"/>
                <a:gd name="connsiteY19" fmla="*/ 57710 h 150608"/>
                <a:gd name="connsiteX20" fmla="*/ 24851 w 87294"/>
                <a:gd name="connsiteY20" fmla="*/ 72771 h 150608"/>
                <a:gd name="connsiteX21" fmla="*/ 24851 w 87294"/>
                <a:gd name="connsiteY21" fmla="*/ 75609 h 15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294" h="150608">
                  <a:moveTo>
                    <a:pt x="24851" y="75609"/>
                  </a:moveTo>
                  <a:cubicBezTo>
                    <a:pt x="38091" y="75609"/>
                    <a:pt x="43253" y="76045"/>
                    <a:pt x="48639" y="78010"/>
                  </a:cubicBezTo>
                  <a:cubicBezTo>
                    <a:pt x="62552" y="82812"/>
                    <a:pt x="71304" y="95253"/>
                    <a:pt x="71304" y="110314"/>
                  </a:cubicBezTo>
                  <a:cubicBezTo>
                    <a:pt x="71304" y="128649"/>
                    <a:pt x="58513" y="142837"/>
                    <a:pt x="41906" y="142837"/>
                  </a:cubicBezTo>
                  <a:cubicBezTo>
                    <a:pt x="35847" y="142837"/>
                    <a:pt x="31359" y="141309"/>
                    <a:pt x="23056" y="136070"/>
                  </a:cubicBezTo>
                  <a:cubicBezTo>
                    <a:pt x="16324" y="132141"/>
                    <a:pt x="12509" y="130613"/>
                    <a:pt x="8694" y="130613"/>
                  </a:cubicBezTo>
                  <a:cubicBezTo>
                    <a:pt x="3533" y="130613"/>
                    <a:pt x="167" y="133669"/>
                    <a:pt x="167" y="138253"/>
                  </a:cubicBezTo>
                  <a:cubicBezTo>
                    <a:pt x="167" y="145893"/>
                    <a:pt x="9816" y="150694"/>
                    <a:pt x="25525" y="150694"/>
                  </a:cubicBezTo>
                  <a:cubicBezTo>
                    <a:pt x="42804" y="150694"/>
                    <a:pt x="60532" y="145019"/>
                    <a:pt x="71079" y="136070"/>
                  </a:cubicBezTo>
                  <a:cubicBezTo>
                    <a:pt x="81627" y="127121"/>
                    <a:pt x="87461" y="114461"/>
                    <a:pt x="87461" y="99837"/>
                  </a:cubicBezTo>
                  <a:cubicBezTo>
                    <a:pt x="87461" y="88705"/>
                    <a:pt x="83871" y="78446"/>
                    <a:pt x="77363" y="71680"/>
                  </a:cubicBezTo>
                  <a:cubicBezTo>
                    <a:pt x="72875" y="66878"/>
                    <a:pt x="68611" y="64258"/>
                    <a:pt x="58737" y="60111"/>
                  </a:cubicBezTo>
                  <a:cubicBezTo>
                    <a:pt x="74221" y="49852"/>
                    <a:pt x="79831" y="41776"/>
                    <a:pt x="79831" y="29990"/>
                  </a:cubicBezTo>
                  <a:cubicBezTo>
                    <a:pt x="79831" y="12309"/>
                    <a:pt x="65469" y="86"/>
                    <a:pt x="44824" y="86"/>
                  </a:cubicBezTo>
                  <a:cubicBezTo>
                    <a:pt x="33603" y="86"/>
                    <a:pt x="23729" y="3797"/>
                    <a:pt x="15651" y="10782"/>
                  </a:cubicBezTo>
                  <a:cubicBezTo>
                    <a:pt x="8918" y="16675"/>
                    <a:pt x="5552" y="22350"/>
                    <a:pt x="615" y="35446"/>
                  </a:cubicBezTo>
                  <a:lnTo>
                    <a:pt x="3981" y="36319"/>
                  </a:lnTo>
                  <a:cubicBezTo>
                    <a:pt x="13182" y="20386"/>
                    <a:pt x="23281" y="13183"/>
                    <a:pt x="37418" y="13183"/>
                  </a:cubicBezTo>
                  <a:cubicBezTo>
                    <a:pt x="52005" y="13183"/>
                    <a:pt x="62103" y="22787"/>
                    <a:pt x="62103" y="36538"/>
                  </a:cubicBezTo>
                  <a:cubicBezTo>
                    <a:pt x="62103" y="44396"/>
                    <a:pt x="58737" y="52253"/>
                    <a:pt x="53127" y="57710"/>
                  </a:cubicBezTo>
                  <a:cubicBezTo>
                    <a:pt x="46395" y="64258"/>
                    <a:pt x="40111" y="67533"/>
                    <a:pt x="24851" y="72771"/>
                  </a:cubicBezTo>
                  <a:lnTo>
                    <a:pt x="24851" y="75609"/>
                  </a:lnTo>
                  <a:close/>
                </a:path>
              </a:pathLst>
            </a:custGeom>
            <a:solidFill>
              <a:srgbClr val="FFFFFF"/>
            </a:solidFill>
            <a:ln w="30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9ACC67AC-98AF-390D-100D-BF1304C3DEAA}"/>
                </a:ext>
              </a:extLst>
            </p:cNvPr>
            <p:cNvSpPr/>
            <p:nvPr>
              <p:custDataLst>
                <p:tags r:id="rId241"/>
              </p:custDataLst>
            </p:nvPr>
          </p:nvSpPr>
          <p:spPr>
            <a:xfrm>
              <a:off x="7786098" y="4835369"/>
              <a:ext cx="70354" cy="294963"/>
            </a:xfrm>
            <a:custGeom>
              <a:avLst/>
              <a:gdLst>
                <a:gd name="connsiteX0" fmla="*/ 70526 w 70354"/>
                <a:gd name="connsiteY0" fmla="*/ 292098 h 294963"/>
                <a:gd name="connsiteX1" fmla="*/ 65371 w 70354"/>
                <a:gd name="connsiteY1" fmla="*/ 285609 h 294963"/>
                <a:gd name="connsiteX2" fmla="*/ 17760 w 70354"/>
                <a:gd name="connsiteY2" fmla="*/ 147566 h 294963"/>
                <a:gd name="connsiteX3" fmla="*/ 66584 w 70354"/>
                <a:gd name="connsiteY3" fmla="*/ 8048 h 294963"/>
                <a:gd name="connsiteX4" fmla="*/ 70526 w 70354"/>
                <a:gd name="connsiteY4" fmla="*/ 3034 h 294963"/>
                <a:gd name="connsiteX5" fmla="*/ 67494 w 70354"/>
                <a:gd name="connsiteY5" fmla="*/ 84 h 294963"/>
                <a:gd name="connsiteX6" fmla="*/ 19276 w 70354"/>
                <a:gd name="connsiteY6" fmla="*/ 57602 h 294963"/>
                <a:gd name="connsiteX7" fmla="*/ 171 w 70354"/>
                <a:gd name="connsiteY7" fmla="*/ 147566 h 294963"/>
                <a:gd name="connsiteX8" fmla="*/ 20186 w 70354"/>
                <a:gd name="connsiteY8" fmla="*/ 239594 h 294963"/>
                <a:gd name="connsiteX9" fmla="*/ 67494 w 70354"/>
                <a:gd name="connsiteY9" fmla="*/ 295048 h 294963"/>
                <a:gd name="connsiteX10" fmla="*/ 70526 w 70354"/>
                <a:gd name="connsiteY10" fmla="*/ 29209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54" h="294963">
                  <a:moveTo>
                    <a:pt x="70526" y="292098"/>
                  </a:moveTo>
                  <a:cubicBezTo>
                    <a:pt x="70526" y="291213"/>
                    <a:pt x="70526" y="290623"/>
                    <a:pt x="65371" y="285609"/>
                  </a:cubicBezTo>
                  <a:cubicBezTo>
                    <a:pt x="27464" y="248443"/>
                    <a:pt x="17760" y="192695"/>
                    <a:pt x="17760" y="147566"/>
                  </a:cubicBezTo>
                  <a:cubicBezTo>
                    <a:pt x="17760" y="96242"/>
                    <a:pt x="29284" y="44918"/>
                    <a:pt x="66584" y="8048"/>
                  </a:cubicBezTo>
                  <a:cubicBezTo>
                    <a:pt x="70526" y="4508"/>
                    <a:pt x="70526" y="3919"/>
                    <a:pt x="70526" y="3034"/>
                  </a:cubicBezTo>
                  <a:cubicBezTo>
                    <a:pt x="70526" y="969"/>
                    <a:pt x="69313" y="84"/>
                    <a:pt x="67494" y="84"/>
                  </a:cubicBezTo>
                  <a:cubicBezTo>
                    <a:pt x="64461" y="84"/>
                    <a:pt x="37168" y="20142"/>
                    <a:pt x="19276" y="57602"/>
                  </a:cubicBezTo>
                  <a:cubicBezTo>
                    <a:pt x="3810" y="90048"/>
                    <a:pt x="171" y="122789"/>
                    <a:pt x="171" y="147566"/>
                  </a:cubicBezTo>
                  <a:cubicBezTo>
                    <a:pt x="171" y="170573"/>
                    <a:pt x="3507" y="206264"/>
                    <a:pt x="20186" y="239594"/>
                  </a:cubicBezTo>
                  <a:cubicBezTo>
                    <a:pt x="38381" y="275875"/>
                    <a:pt x="64461" y="295048"/>
                    <a:pt x="67494" y="295048"/>
                  </a:cubicBezTo>
                  <a:cubicBezTo>
                    <a:pt x="69313" y="295048"/>
                    <a:pt x="70526" y="294163"/>
                    <a:pt x="70526" y="292098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97DF9450-2467-C40E-999E-9D7E47A718C6}"/>
                </a:ext>
              </a:extLst>
            </p:cNvPr>
            <p:cNvSpPr/>
            <p:nvPr>
              <p:custDataLst>
                <p:tags r:id="rId242"/>
              </p:custDataLst>
            </p:nvPr>
          </p:nvSpPr>
          <p:spPr>
            <a:xfrm>
              <a:off x="7865988" y="4926512"/>
              <a:ext cx="143742" cy="133323"/>
            </a:xfrm>
            <a:custGeom>
              <a:avLst/>
              <a:gdLst>
                <a:gd name="connsiteX0" fmla="*/ 130271 w 143742"/>
                <a:gd name="connsiteY0" fmla="*/ 97423 h 133323"/>
                <a:gd name="connsiteX1" fmla="*/ 123599 w 143742"/>
                <a:gd name="connsiteY1" fmla="*/ 105387 h 133323"/>
                <a:gd name="connsiteX2" fmla="*/ 109649 w 143742"/>
                <a:gd name="connsiteY2" fmla="*/ 117185 h 133323"/>
                <a:gd name="connsiteX3" fmla="*/ 100248 w 143742"/>
                <a:gd name="connsiteY3" fmla="*/ 105092 h 133323"/>
                <a:gd name="connsiteX4" fmla="*/ 99035 w 143742"/>
                <a:gd name="connsiteY4" fmla="*/ 100077 h 133323"/>
                <a:gd name="connsiteX5" fmla="*/ 88118 w 143742"/>
                <a:gd name="connsiteY5" fmla="*/ 52293 h 133323"/>
                <a:gd name="connsiteX6" fmla="*/ 117837 w 143742"/>
                <a:gd name="connsiteY6" fmla="*/ 16603 h 133323"/>
                <a:gd name="connsiteX7" fmla="*/ 125115 w 143742"/>
                <a:gd name="connsiteY7" fmla="*/ 18962 h 133323"/>
                <a:gd name="connsiteX8" fmla="*/ 133303 w 143742"/>
                <a:gd name="connsiteY8" fmla="*/ 21617 h 133323"/>
                <a:gd name="connsiteX9" fmla="*/ 143917 w 143742"/>
                <a:gd name="connsiteY9" fmla="*/ 10998 h 133323"/>
                <a:gd name="connsiteX10" fmla="*/ 131484 w 143742"/>
                <a:gd name="connsiteY10" fmla="*/ 85 h 133323"/>
                <a:gd name="connsiteX11" fmla="*/ 85692 w 143742"/>
                <a:gd name="connsiteY11" fmla="*/ 42264 h 133323"/>
                <a:gd name="connsiteX12" fmla="*/ 82356 w 143742"/>
                <a:gd name="connsiteY12" fmla="*/ 26041 h 133323"/>
                <a:gd name="connsiteX13" fmla="*/ 66587 w 143742"/>
                <a:gd name="connsiteY13" fmla="*/ 85 h 133323"/>
                <a:gd name="connsiteX14" fmla="*/ 31106 w 143742"/>
                <a:gd name="connsiteY14" fmla="*/ 8639 h 133323"/>
                <a:gd name="connsiteX15" fmla="*/ 27771 w 143742"/>
                <a:gd name="connsiteY15" fmla="*/ 9818 h 133323"/>
                <a:gd name="connsiteX16" fmla="*/ 28984 w 143742"/>
                <a:gd name="connsiteY16" fmla="*/ 14243 h 133323"/>
                <a:gd name="connsiteX17" fmla="*/ 45966 w 143742"/>
                <a:gd name="connsiteY17" fmla="*/ 10998 h 133323"/>
                <a:gd name="connsiteX18" fmla="*/ 59612 w 143742"/>
                <a:gd name="connsiteY18" fmla="*/ 31351 h 133323"/>
                <a:gd name="connsiteX19" fmla="*/ 68407 w 143742"/>
                <a:gd name="connsiteY19" fmla="*/ 67631 h 133323"/>
                <a:gd name="connsiteX20" fmla="*/ 43540 w 143742"/>
                <a:gd name="connsiteY20" fmla="*/ 102142 h 133323"/>
                <a:gd name="connsiteX21" fmla="*/ 28074 w 143742"/>
                <a:gd name="connsiteY21" fmla="*/ 116300 h 133323"/>
                <a:gd name="connsiteX22" fmla="*/ 20189 w 143742"/>
                <a:gd name="connsiteY22" fmla="*/ 113646 h 133323"/>
                <a:gd name="connsiteX23" fmla="*/ 10485 w 143742"/>
                <a:gd name="connsiteY23" fmla="*/ 110696 h 133323"/>
                <a:gd name="connsiteX24" fmla="*/ 175 w 143742"/>
                <a:gd name="connsiteY24" fmla="*/ 121020 h 133323"/>
                <a:gd name="connsiteX25" fmla="*/ 15337 w 143742"/>
                <a:gd name="connsiteY25" fmla="*/ 133408 h 133323"/>
                <a:gd name="connsiteX26" fmla="*/ 43540 w 143742"/>
                <a:gd name="connsiteY26" fmla="*/ 112761 h 133323"/>
                <a:gd name="connsiteX27" fmla="*/ 70833 w 143742"/>
                <a:gd name="connsiteY27" fmla="*/ 78250 h 133323"/>
                <a:gd name="connsiteX28" fmla="*/ 79930 w 143742"/>
                <a:gd name="connsiteY28" fmla="*/ 113646 h 133323"/>
                <a:gd name="connsiteX29" fmla="*/ 97519 w 143742"/>
                <a:gd name="connsiteY29" fmla="*/ 133408 h 133323"/>
                <a:gd name="connsiteX30" fmla="*/ 134516 w 143742"/>
                <a:gd name="connsiteY30" fmla="*/ 99782 h 133323"/>
                <a:gd name="connsiteX31" fmla="*/ 130271 w 143742"/>
                <a:gd name="connsiteY31" fmla="*/ 97423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742" h="133323">
                  <a:moveTo>
                    <a:pt x="130271" y="97423"/>
                  </a:moveTo>
                  <a:cubicBezTo>
                    <a:pt x="127845" y="100077"/>
                    <a:pt x="126328" y="101847"/>
                    <a:pt x="123599" y="105387"/>
                  </a:cubicBezTo>
                  <a:cubicBezTo>
                    <a:pt x="116624" y="114236"/>
                    <a:pt x="112985" y="117185"/>
                    <a:pt x="109649" y="117185"/>
                  </a:cubicBezTo>
                  <a:cubicBezTo>
                    <a:pt x="105100" y="117185"/>
                    <a:pt x="102371" y="113351"/>
                    <a:pt x="100248" y="105092"/>
                  </a:cubicBezTo>
                  <a:cubicBezTo>
                    <a:pt x="99642" y="102732"/>
                    <a:pt x="99339" y="100962"/>
                    <a:pt x="99035" y="100077"/>
                  </a:cubicBezTo>
                  <a:cubicBezTo>
                    <a:pt x="91454" y="70286"/>
                    <a:pt x="88118" y="56718"/>
                    <a:pt x="88118" y="52293"/>
                  </a:cubicBezTo>
                  <a:cubicBezTo>
                    <a:pt x="101461" y="29581"/>
                    <a:pt x="112379" y="16603"/>
                    <a:pt x="117837" y="16603"/>
                  </a:cubicBezTo>
                  <a:cubicBezTo>
                    <a:pt x="119657" y="16603"/>
                    <a:pt x="122083" y="17488"/>
                    <a:pt x="125115" y="18962"/>
                  </a:cubicBezTo>
                  <a:cubicBezTo>
                    <a:pt x="128754" y="21027"/>
                    <a:pt x="130877" y="21617"/>
                    <a:pt x="133303" y="21617"/>
                  </a:cubicBezTo>
                  <a:cubicBezTo>
                    <a:pt x="139671" y="21617"/>
                    <a:pt x="143917" y="17193"/>
                    <a:pt x="143917" y="10998"/>
                  </a:cubicBezTo>
                  <a:cubicBezTo>
                    <a:pt x="143917" y="4804"/>
                    <a:pt x="138762" y="85"/>
                    <a:pt x="131484" y="85"/>
                  </a:cubicBezTo>
                  <a:cubicBezTo>
                    <a:pt x="118140" y="85"/>
                    <a:pt x="106617" y="10703"/>
                    <a:pt x="85692" y="42264"/>
                  </a:cubicBezTo>
                  <a:lnTo>
                    <a:pt x="82356" y="26041"/>
                  </a:lnTo>
                  <a:cubicBezTo>
                    <a:pt x="78111" y="5984"/>
                    <a:pt x="74775" y="85"/>
                    <a:pt x="66587" y="85"/>
                  </a:cubicBezTo>
                  <a:cubicBezTo>
                    <a:pt x="59916" y="85"/>
                    <a:pt x="49605" y="2739"/>
                    <a:pt x="31106" y="8639"/>
                  </a:cubicBezTo>
                  <a:lnTo>
                    <a:pt x="27771" y="9818"/>
                  </a:lnTo>
                  <a:lnTo>
                    <a:pt x="28984" y="14243"/>
                  </a:lnTo>
                  <a:cubicBezTo>
                    <a:pt x="40507" y="11588"/>
                    <a:pt x="43237" y="10998"/>
                    <a:pt x="45966" y="10998"/>
                  </a:cubicBezTo>
                  <a:cubicBezTo>
                    <a:pt x="53547" y="10998"/>
                    <a:pt x="55367" y="13653"/>
                    <a:pt x="59612" y="31351"/>
                  </a:cubicBezTo>
                  <a:lnTo>
                    <a:pt x="68407" y="67631"/>
                  </a:lnTo>
                  <a:lnTo>
                    <a:pt x="43540" y="102142"/>
                  </a:lnTo>
                  <a:cubicBezTo>
                    <a:pt x="37475" y="110991"/>
                    <a:pt x="31410" y="116300"/>
                    <a:pt x="28074" y="116300"/>
                  </a:cubicBezTo>
                  <a:cubicBezTo>
                    <a:pt x="26254" y="116300"/>
                    <a:pt x="23222" y="115415"/>
                    <a:pt x="20189" y="113646"/>
                  </a:cubicBezTo>
                  <a:cubicBezTo>
                    <a:pt x="16247" y="111581"/>
                    <a:pt x="12911" y="110696"/>
                    <a:pt x="10485" y="110696"/>
                  </a:cubicBezTo>
                  <a:cubicBezTo>
                    <a:pt x="4723" y="110696"/>
                    <a:pt x="175" y="115121"/>
                    <a:pt x="175" y="121020"/>
                  </a:cubicBezTo>
                  <a:cubicBezTo>
                    <a:pt x="175" y="128689"/>
                    <a:pt x="6240" y="133408"/>
                    <a:pt x="15337" y="133408"/>
                  </a:cubicBezTo>
                  <a:cubicBezTo>
                    <a:pt x="24738" y="133408"/>
                    <a:pt x="28377" y="130754"/>
                    <a:pt x="43540" y="112761"/>
                  </a:cubicBezTo>
                  <a:cubicBezTo>
                    <a:pt x="51728" y="103322"/>
                    <a:pt x="58096" y="95358"/>
                    <a:pt x="70833" y="78250"/>
                  </a:cubicBezTo>
                  <a:lnTo>
                    <a:pt x="79930" y="113646"/>
                  </a:lnTo>
                  <a:cubicBezTo>
                    <a:pt x="83873" y="128689"/>
                    <a:pt x="87815" y="133408"/>
                    <a:pt x="97519" y="133408"/>
                  </a:cubicBezTo>
                  <a:cubicBezTo>
                    <a:pt x="109043" y="133408"/>
                    <a:pt x="116927" y="126329"/>
                    <a:pt x="134516" y="99782"/>
                  </a:cubicBezTo>
                  <a:lnTo>
                    <a:pt x="130271" y="97423"/>
                  </a:lnTo>
                  <a:close/>
                </a:path>
              </a:pathLst>
            </a:custGeom>
            <a:solidFill>
              <a:srgbClr val="FFFFFF"/>
            </a:solidFill>
            <a:ln w="30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AAC6FF3-57CA-D4D3-BD48-7ADC4862351E}"/>
                </a:ext>
              </a:extLst>
            </p:cNvPr>
            <p:cNvSpPr/>
            <p:nvPr>
              <p:custDataLst>
                <p:tags r:id="rId243"/>
              </p:custDataLst>
            </p:nvPr>
          </p:nvSpPr>
          <p:spPr>
            <a:xfrm>
              <a:off x="8027519" y="4835369"/>
              <a:ext cx="70354" cy="294963"/>
            </a:xfrm>
            <a:custGeom>
              <a:avLst/>
              <a:gdLst>
                <a:gd name="connsiteX0" fmla="*/ 70534 w 70354"/>
                <a:gd name="connsiteY0" fmla="*/ 147566 h 294963"/>
                <a:gd name="connsiteX1" fmla="*/ 50520 w 70354"/>
                <a:gd name="connsiteY1" fmla="*/ 55537 h 294963"/>
                <a:gd name="connsiteX2" fmla="*/ 3212 w 70354"/>
                <a:gd name="connsiteY2" fmla="*/ 84 h 294963"/>
                <a:gd name="connsiteX3" fmla="*/ 179 w 70354"/>
                <a:gd name="connsiteY3" fmla="*/ 3034 h 294963"/>
                <a:gd name="connsiteX4" fmla="*/ 5941 w 70354"/>
                <a:gd name="connsiteY4" fmla="*/ 9818 h 294963"/>
                <a:gd name="connsiteX5" fmla="*/ 52946 w 70354"/>
                <a:gd name="connsiteY5" fmla="*/ 147566 h 294963"/>
                <a:gd name="connsiteX6" fmla="*/ 4122 w 70354"/>
                <a:gd name="connsiteY6" fmla="*/ 287084 h 294963"/>
                <a:gd name="connsiteX7" fmla="*/ 179 w 70354"/>
                <a:gd name="connsiteY7" fmla="*/ 292098 h 294963"/>
                <a:gd name="connsiteX8" fmla="*/ 3212 w 70354"/>
                <a:gd name="connsiteY8" fmla="*/ 295048 h 294963"/>
                <a:gd name="connsiteX9" fmla="*/ 51429 w 70354"/>
                <a:gd name="connsiteY9" fmla="*/ 237530 h 294963"/>
                <a:gd name="connsiteX10" fmla="*/ 70534 w 70354"/>
                <a:gd name="connsiteY10" fmla="*/ 147566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54" h="294963">
                  <a:moveTo>
                    <a:pt x="70534" y="147566"/>
                  </a:moveTo>
                  <a:cubicBezTo>
                    <a:pt x="70534" y="124559"/>
                    <a:pt x="67199" y="88868"/>
                    <a:pt x="50520" y="55537"/>
                  </a:cubicBezTo>
                  <a:cubicBezTo>
                    <a:pt x="32324" y="19257"/>
                    <a:pt x="6245" y="84"/>
                    <a:pt x="3212" y="84"/>
                  </a:cubicBezTo>
                  <a:cubicBezTo>
                    <a:pt x="1392" y="84"/>
                    <a:pt x="179" y="1264"/>
                    <a:pt x="179" y="3034"/>
                  </a:cubicBezTo>
                  <a:cubicBezTo>
                    <a:pt x="179" y="3919"/>
                    <a:pt x="179" y="4508"/>
                    <a:pt x="5941" y="9818"/>
                  </a:cubicBezTo>
                  <a:cubicBezTo>
                    <a:pt x="35660" y="39019"/>
                    <a:pt x="52946" y="85918"/>
                    <a:pt x="52946" y="147566"/>
                  </a:cubicBezTo>
                  <a:cubicBezTo>
                    <a:pt x="52946" y="198005"/>
                    <a:pt x="41725" y="249918"/>
                    <a:pt x="4122" y="287084"/>
                  </a:cubicBezTo>
                  <a:cubicBezTo>
                    <a:pt x="179" y="290623"/>
                    <a:pt x="179" y="291213"/>
                    <a:pt x="179" y="292098"/>
                  </a:cubicBezTo>
                  <a:cubicBezTo>
                    <a:pt x="179" y="293868"/>
                    <a:pt x="1392" y="295048"/>
                    <a:pt x="3212" y="295048"/>
                  </a:cubicBezTo>
                  <a:cubicBezTo>
                    <a:pt x="6245" y="295048"/>
                    <a:pt x="33537" y="274990"/>
                    <a:pt x="51429" y="237530"/>
                  </a:cubicBezTo>
                  <a:cubicBezTo>
                    <a:pt x="66895" y="205084"/>
                    <a:pt x="70534" y="172343"/>
                    <a:pt x="70534" y="147566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761F9BCC-9D5D-15B4-41DA-6B2FC0687FA9}"/>
                </a:ext>
              </a:extLst>
            </p:cNvPr>
            <p:cNvSpPr/>
            <p:nvPr>
              <p:custDataLst>
                <p:tags r:id="rId244"/>
              </p:custDataLst>
            </p:nvPr>
          </p:nvSpPr>
          <p:spPr>
            <a:xfrm>
              <a:off x="8209284" y="4855131"/>
              <a:ext cx="71871" cy="201460"/>
            </a:xfrm>
            <a:custGeom>
              <a:avLst/>
              <a:gdLst>
                <a:gd name="connsiteX0" fmla="*/ 48403 w 71871"/>
                <a:gd name="connsiteY0" fmla="*/ 65861 h 201460"/>
                <a:gd name="connsiteX1" fmla="*/ 1399 w 71871"/>
                <a:gd name="connsiteY1" fmla="*/ 82084 h 201460"/>
                <a:gd name="connsiteX2" fmla="*/ 1399 w 71871"/>
                <a:gd name="connsiteY2" fmla="*/ 86508 h 201460"/>
                <a:gd name="connsiteX3" fmla="*/ 3825 w 71871"/>
                <a:gd name="connsiteY3" fmla="*/ 86213 h 201460"/>
                <a:gd name="connsiteX4" fmla="*/ 14135 w 71871"/>
                <a:gd name="connsiteY4" fmla="*/ 85328 h 201460"/>
                <a:gd name="connsiteX5" fmla="*/ 24143 w 71871"/>
                <a:gd name="connsiteY5" fmla="*/ 103026 h 201460"/>
                <a:gd name="connsiteX6" fmla="*/ 24143 w 71871"/>
                <a:gd name="connsiteY6" fmla="*/ 171458 h 201460"/>
                <a:gd name="connsiteX7" fmla="*/ 186 w 71871"/>
                <a:gd name="connsiteY7" fmla="*/ 197119 h 201460"/>
                <a:gd name="connsiteX8" fmla="*/ 186 w 71871"/>
                <a:gd name="connsiteY8" fmla="*/ 201544 h 201460"/>
                <a:gd name="connsiteX9" fmla="*/ 72057 w 71871"/>
                <a:gd name="connsiteY9" fmla="*/ 201544 h 201460"/>
                <a:gd name="connsiteX10" fmla="*/ 72057 w 71871"/>
                <a:gd name="connsiteY10" fmla="*/ 197119 h 201460"/>
                <a:gd name="connsiteX11" fmla="*/ 49616 w 71871"/>
                <a:gd name="connsiteY11" fmla="*/ 171458 h 201460"/>
                <a:gd name="connsiteX12" fmla="*/ 49616 w 71871"/>
                <a:gd name="connsiteY12" fmla="*/ 66746 h 201460"/>
                <a:gd name="connsiteX13" fmla="*/ 48403 w 71871"/>
                <a:gd name="connsiteY13" fmla="*/ 65861 h 201460"/>
                <a:gd name="connsiteX14" fmla="*/ 34150 w 71871"/>
                <a:gd name="connsiteY14" fmla="*/ 84 h 201460"/>
                <a:gd name="connsiteX15" fmla="*/ 18987 w 71871"/>
                <a:gd name="connsiteY15" fmla="*/ 15127 h 201460"/>
                <a:gd name="connsiteX16" fmla="*/ 34150 w 71871"/>
                <a:gd name="connsiteY16" fmla="*/ 30170 h 201460"/>
                <a:gd name="connsiteX17" fmla="*/ 49919 w 71871"/>
                <a:gd name="connsiteY17" fmla="*/ 15127 h 201460"/>
                <a:gd name="connsiteX18" fmla="*/ 34150 w 71871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71" h="201460">
                  <a:moveTo>
                    <a:pt x="48403" y="65861"/>
                  </a:moveTo>
                  <a:lnTo>
                    <a:pt x="1399" y="82084"/>
                  </a:lnTo>
                  <a:lnTo>
                    <a:pt x="1399" y="86508"/>
                  </a:lnTo>
                  <a:lnTo>
                    <a:pt x="3825" y="86213"/>
                  </a:lnTo>
                  <a:cubicBezTo>
                    <a:pt x="7464" y="85623"/>
                    <a:pt x="11406" y="85328"/>
                    <a:pt x="14135" y="85328"/>
                  </a:cubicBezTo>
                  <a:cubicBezTo>
                    <a:pt x="21414" y="85328"/>
                    <a:pt x="24143" y="90048"/>
                    <a:pt x="24143" y="103026"/>
                  </a:cubicBezTo>
                  <a:lnTo>
                    <a:pt x="24143" y="171458"/>
                  </a:lnTo>
                  <a:cubicBezTo>
                    <a:pt x="24143" y="192695"/>
                    <a:pt x="21110" y="195940"/>
                    <a:pt x="186" y="197119"/>
                  </a:cubicBezTo>
                  <a:lnTo>
                    <a:pt x="186" y="201544"/>
                  </a:lnTo>
                  <a:lnTo>
                    <a:pt x="72057" y="201544"/>
                  </a:lnTo>
                  <a:lnTo>
                    <a:pt x="72057" y="197119"/>
                  </a:lnTo>
                  <a:cubicBezTo>
                    <a:pt x="52042" y="195645"/>
                    <a:pt x="49616" y="192695"/>
                    <a:pt x="49616" y="171458"/>
                  </a:cubicBezTo>
                  <a:lnTo>
                    <a:pt x="49616" y="66746"/>
                  </a:lnTo>
                  <a:lnTo>
                    <a:pt x="48403" y="65861"/>
                  </a:lnTo>
                  <a:close/>
                  <a:moveTo>
                    <a:pt x="34150" y="84"/>
                  </a:moveTo>
                  <a:cubicBezTo>
                    <a:pt x="25962" y="84"/>
                    <a:pt x="18987" y="6868"/>
                    <a:pt x="18987" y="15127"/>
                  </a:cubicBezTo>
                  <a:cubicBezTo>
                    <a:pt x="18987" y="23386"/>
                    <a:pt x="25659" y="30170"/>
                    <a:pt x="34150" y="30170"/>
                  </a:cubicBezTo>
                  <a:cubicBezTo>
                    <a:pt x="42945" y="30170"/>
                    <a:pt x="49919" y="23681"/>
                    <a:pt x="49919" y="15127"/>
                  </a:cubicBezTo>
                  <a:cubicBezTo>
                    <a:pt x="49919" y="6868"/>
                    <a:pt x="42945" y="84"/>
                    <a:pt x="34150" y="84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2268500B-3C64-A5D5-1C7C-0D61C81F0F49}"/>
                </a:ext>
              </a:extLst>
            </p:cNvPr>
            <p:cNvSpPr/>
            <p:nvPr>
              <p:custDataLst>
                <p:tags r:id="rId245"/>
              </p:custDataLst>
            </p:nvPr>
          </p:nvSpPr>
          <p:spPr>
            <a:xfrm>
              <a:off x="8304515" y="4921203"/>
              <a:ext cx="90066" cy="138337"/>
            </a:xfrm>
            <a:custGeom>
              <a:avLst/>
              <a:gdLst>
                <a:gd name="connsiteX0" fmla="*/ 80248 w 90066"/>
                <a:gd name="connsiteY0" fmla="*/ 42854 h 138337"/>
                <a:gd name="connsiteX1" fmla="*/ 79035 w 90066"/>
                <a:gd name="connsiteY1" fmla="*/ 2739 h 138337"/>
                <a:gd name="connsiteX2" fmla="*/ 75699 w 90066"/>
                <a:gd name="connsiteY2" fmla="*/ 2739 h 138337"/>
                <a:gd name="connsiteX3" fmla="*/ 75092 w 90066"/>
                <a:gd name="connsiteY3" fmla="*/ 3329 h 138337"/>
                <a:gd name="connsiteX4" fmla="*/ 70847 w 90066"/>
                <a:gd name="connsiteY4" fmla="*/ 5688 h 138337"/>
                <a:gd name="connsiteX5" fmla="*/ 62659 w 90066"/>
                <a:gd name="connsiteY5" fmla="*/ 3624 h 138337"/>
                <a:gd name="connsiteX6" fmla="*/ 41431 w 90066"/>
                <a:gd name="connsiteY6" fmla="*/ 84 h 138337"/>
                <a:gd name="connsiteX7" fmla="*/ 189 w 90066"/>
                <a:gd name="connsiteY7" fmla="*/ 36365 h 138337"/>
                <a:gd name="connsiteX8" fmla="*/ 35669 w 90066"/>
                <a:gd name="connsiteY8" fmla="*/ 78839 h 138337"/>
                <a:gd name="connsiteX9" fmla="*/ 53258 w 90066"/>
                <a:gd name="connsiteY9" fmla="*/ 88573 h 138337"/>
                <a:gd name="connsiteX10" fmla="*/ 69027 w 90066"/>
                <a:gd name="connsiteY10" fmla="*/ 110695 h 138337"/>
                <a:gd name="connsiteX11" fmla="*/ 43857 w 90066"/>
                <a:gd name="connsiteY11" fmla="*/ 131933 h 138337"/>
                <a:gd name="connsiteX12" fmla="*/ 18384 w 90066"/>
                <a:gd name="connsiteY12" fmla="*/ 121609 h 138337"/>
                <a:gd name="connsiteX13" fmla="*/ 5344 w 90066"/>
                <a:gd name="connsiteY13" fmla="*/ 90638 h 138337"/>
                <a:gd name="connsiteX14" fmla="*/ 492 w 90066"/>
                <a:gd name="connsiteY14" fmla="*/ 90638 h 138337"/>
                <a:gd name="connsiteX15" fmla="*/ 492 w 90066"/>
                <a:gd name="connsiteY15" fmla="*/ 136652 h 138337"/>
                <a:gd name="connsiteX16" fmla="*/ 4434 w 90066"/>
                <a:gd name="connsiteY16" fmla="*/ 136652 h 138337"/>
                <a:gd name="connsiteX17" fmla="*/ 11409 w 90066"/>
                <a:gd name="connsiteY17" fmla="*/ 133113 h 138337"/>
                <a:gd name="connsiteX18" fmla="*/ 25359 w 90066"/>
                <a:gd name="connsiteY18" fmla="*/ 135472 h 138337"/>
                <a:gd name="connsiteX19" fmla="*/ 47496 w 90066"/>
                <a:gd name="connsiteY19" fmla="*/ 138422 h 138337"/>
                <a:gd name="connsiteX20" fmla="*/ 90255 w 90066"/>
                <a:gd name="connsiteY20" fmla="*/ 100667 h 138337"/>
                <a:gd name="connsiteX21" fmla="*/ 64782 w 90066"/>
                <a:gd name="connsiteY21" fmla="*/ 65566 h 138337"/>
                <a:gd name="connsiteX22" fmla="*/ 32030 w 90066"/>
                <a:gd name="connsiteY22" fmla="*/ 46688 h 138337"/>
                <a:gd name="connsiteX23" fmla="*/ 18990 w 90066"/>
                <a:gd name="connsiteY23" fmla="*/ 26631 h 138337"/>
                <a:gd name="connsiteX24" fmla="*/ 42341 w 90066"/>
                <a:gd name="connsiteY24" fmla="*/ 6573 h 138337"/>
                <a:gd name="connsiteX25" fmla="*/ 75699 w 90066"/>
                <a:gd name="connsiteY25" fmla="*/ 42854 h 138337"/>
                <a:gd name="connsiteX26" fmla="*/ 80248 w 90066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066" h="138337">
                  <a:moveTo>
                    <a:pt x="80248" y="42854"/>
                  </a:moveTo>
                  <a:lnTo>
                    <a:pt x="79035" y="2739"/>
                  </a:lnTo>
                  <a:lnTo>
                    <a:pt x="75699" y="2739"/>
                  </a:lnTo>
                  <a:lnTo>
                    <a:pt x="75092" y="3329"/>
                  </a:lnTo>
                  <a:cubicBezTo>
                    <a:pt x="72363" y="5393"/>
                    <a:pt x="72060" y="5688"/>
                    <a:pt x="70847" y="5688"/>
                  </a:cubicBezTo>
                  <a:cubicBezTo>
                    <a:pt x="69027" y="5688"/>
                    <a:pt x="65995" y="5098"/>
                    <a:pt x="62659" y="3624"/>
                  </a:cubicBezTo>
                  <a:cubicBezTo>
                    <a:pt x="55987" y="1264"/>
                    <a:pt x="49316" y="84"/>
                    <a:pt x="41431" y="84"/>
                  </a:cubicBezTo>
                  <a:cubicBezTo>
                    <a:pt x="17474" y="84"/>
                    <a:pt x="189" y="15127"/>
                    <a:pt x="189" y="36365"/>
                  </a:cubicBezTo>
                  <a:cubicBezTo>
                    <a:pt x="189" y="52883"/>
                    <a:pt x="9893" y="64681"/>
                    <a:pt x="35669" y="78839"/>
                  </a:cubicBezTo>
                  <a:lnTo>
                    <a:pt x="53258" y="88573"/>
                  </a:lnTo>
                  <a:cubicBezTo>
                    <a:pt x="63872" y="94472"/>
                    <a:pt x="69027" y="101552"/>
                    <a:pt x="69027" y="110695"/>
                  </a:cubicBezTo>
                  <a:cubicBezTo>
                    <a:pt x="69027" y="123674"/>
                    <a:pt x="59323" y="131933"/>
                    <a:pt x="43857" y="131933"/>
                  </a:cubicBezTo>
                  <a:cubicBezTo>
                    <a:pt x="33547" y="131933"/>
                    <a:pt x="24146" y="128098"/>
                    <a:pt x="18384" y="121609"/>
                  </a:cubicBezTo>
                  <a:cubicBezTo>
                    <a:pt x="12016" y="114235"/>
                    <a:pt x="9286" y="107451"/>
                    <a:pt x="5344" y="90638"/>
                  </a:cubicBezTo>
                  <a:lnTo>
                    <a:pt x="492" y="90638"/>
                  </a:lnTo>
                  <a:lnTo>
                    <a:pt x="492" y="136652"/>
                  </a:lnTo>
                  <a:lnTo>
                    <a:pt x="4434" y="136652"/>
                  </a:lnTo>
                  <a:cubicBezTo>
                    <a:pt x="6557" y="133703"/>
                    <a:pt x="7770" y="133113"/>
                    <a:pt x="11409" y="133113"/>
                  </a:cubicBezTo>
                  <a:cubicBezTo>
                    <a:pt x="14138" y="133113"/>
                    <a:pt x="18384" y="133703"/>
                    <a:pt x="25359" y="135472"/>
                  </a:cubicBezTo>
                  <a:cubicBezTo>
                    <a:pt x="33850" y="137242"/>
                    <a:pt x="42038" y="138422"/>
                    <a:pt x="47496" y="138422"/>
                  </a:cubicBezTo>
                  <a:cubicBezTo>
                    <a:pt x="70847" y="138422"/>
                    <a:pt x="90255" y="121314"/>
                    <a:pt x="90255" y="100667"/>
                  </a:cubicBezTo>
                  <a:cubicBezTo>
                    <a:pt x="90255" y="85918"/>
                    <a:pt x="82977" y="76185"/>
                    <a:pt x="64782" y="65566"/>
                  </a:cubicBezTo>
                  <a:lnTo>
                    <a:pt x="32030" y="46688"/>
                  </a:lnTo>
                  <a:cubicBezTo>
                    <a:pt x="23539" y="41969"/>
                    <a:pt x="18990" y="34595"/>
                    <a:pt x="18990" y="26631"/>
                  </a:cubicBezTo>
                  <a:cubicBezTo>
                    <a:pt x="18990" y="14832"/>
                    <a:pt x="28391" y="6573"/>
                    <a:pt x="42341" y="6573"/>
                  </a:cubicBezTo>
                  <a:cubicBezTo>
                    <a:pt x="59626" y="6573"/>
                    <a:pt x="68724" y="16602"/>
                    <a:pt x="75699" y="42854"/>
                  </a:cubicBezTo>
                  <a:lnTo>
                    <a:pt x="80248" y="4285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0CCE2E44-5B37-CAD7-E20D-EF8CAFB03F96}"/>
                </a:ext>
              </a:extLst>
            </p:cNvPr>
            <p:cNvSpPr/>
            <p:nvPr>
              <p:custDataLst>
                <p:tags r:id="rId246"/>
              </p:custDataLst>
            </p:nvPr>
          </p:nvSpPr>
          <p:spPr>
            <a:xfrm>
              <a:off x="8487191" y="4861325"/>
              <a:ext cx="177706" cy="195265"/>
            </a:xfrm>
            <a:custGeom>
              <a:avLst/>
              <a:gdLst>
                <a:gd name="connsiteX0" fmla="*/ 170321 w 177706"/>
                <a:gd name="connsiteY0" fmla="*/ 144026 h 195265"/>
                <a:gd name="connsiteX1" fmla="*/ 156371 w 177706"/>
                <a:gd name="connsiteY1" fmla="*/ 167033 h 195265"/>
                <a:gd name="connsiteX2" fmla="*/ 103908 w 177706"/>
                <a:gd name="connsiteY2" fmla="*/ 183846 h 195265"/>
                <a:gd name="connsiteX3" fmla="*/ 83590 w 177706"/>
                <a:gd name="connsiteY3" fmla="*/ 183846 h 195265"/>
                <a:gd name="connsiteX4" fmla="*/ 57510 w 177706"/>
                <a:gd name="connsiteY4" fmla="*/ 171753 h 195265"/>
                <a:gd name="connsiteX5" fmla="*/ 57510 w 177706"/>
                <a:gd name="connsiteY5" fmla="*/ 32235 h 195265"/>
                <a:gd name="connsiteX6" fmla="*/ 85713 w 177706"/>
                <a:gd name="connsiteY6" fmla="*/ 5688 h 195265"/>
                <a:gd name="connsiteX7" fmla="*/ 85713 w 177706"/>
                <a:gd name="connsiteY7" fmla="*/ 84 h 195265"/>
                <a:gd name="connsiteX8" fmla="*/ 195 w 177706"/>
                <a:gd name="connsiteY8" fmla="*/ 84 h 195265"/>
                <a:gd name="connsiteX9" fmla="*/ 195 w 177706"/>
                <a:gd name="connsiteY9" fmla="*/ 5688 h 195265"/>
                <a:gd name="connsiteX10" fmla="*/ 26578 w 177706"/>
                <a:gd name="connsiteY10" fmla="*/ 32235 h 195265"/>
                <a:gd name="connsiteX11" fmla="*/ 26578 w 177706"/>
                <a:gd name="connsiteY11" fmla="*/ 163199 h 195265"/>
                <a:gd name="connsiteX12" fmla="*/ 195 w 177706"/>
                <a:gd name="connsiteY12" fmla="*/ 189745 h 195265"/>
                <a:gd name="connsiteX13" fmla="*/ 195 w 177706"/>
                <a:gd name="connsiteY13" fmla="*/ 195350 h 195265"/>
                <a:gd name="connsiteX14" fmla="*/ 163346 w 177706"/>
                <a:gd name="connsiteY14" fmla="*/ 195350 h 195265"/>
                <a:gd name="connsiteX15" fmla="*/ 177902 w 177706"/>
                <a:gd name="connsiteY15" fmla="*/ 144026 h 195265"/>
                <a:gd name="connsiteX16" fmla="*/ 170321 w 177706"/>
                <a:gd name="connsiteY16" fmla="*/ 144026 h 19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7706" h="195265">
                  <a:moveTo>
                    <a:pt x="170321" y="144026"/>
                  </a:moveTo>
                  <a:cubicBezTo>
                    <a:pt x="165165" y="155235"/>
                    <a:pt x="160920" y="162019"/>
                    <a:pt x="156371" y="167033"/>
                  </a:cubicBezTo>
                  <a:cubicBezTo>
                    <a:pt x="145757" y="178537"/>
                    <a:pt x="129078" y="183846"/>
                    <a:pt x="103908" y="183846"/>
                  </a:cubicBezTo>
                  <a:lnTo>
                    <a:pt x="83590" y="183846"/>
                  </a:lnTo>
                  <a:cubicBezTo>
                    <a:pt x="61453" y="183846"/>
                    <a:pt x="57510" y="182076"/>
                    <a:pt x="57510" y="171753"/>
                  </a:cubicBezTo>
                  <a:lnTo>
                    <a:pt x="57510" y="32235"/>
                  </a:lnTo>
                  <a:cubicBezTo>
                    <a:pt x="57510" y="11292"/>
                    <a:pt x="61756" y="7163"/>
                    <a:pt x="85713" y="5688"/>
                  </a:cubicBezTo>
                  <a:lnTo>
                    <a:pt x="85713" y="84"/>
                  </a:lnTo>
                  <a:lnTo>
                    <a:pt x="195" y="84"/>
                  </a:lnTo>
                  <a:lnTo>
                    <a:pt x="195" y="5688"/>
                  </a:lnTo>
                  <a:cubicBezTo>
                    <a:pt x="22636" y="7458"/>
                    <a:pt x="26578" y="11587"/>
                    <a:pt x="26578" y="32235"/>
                  </a:cubicBezTo>
                  <a:lnTo>
                    <a:pt x="26578" y="163199"/>
                  </a:lnTo>
                  <a:cubicBezTo>
                    <a:pt x="26578" y="183846"/>
                    <a:pt x="22333" y="188271"/>
                    <a:pt x="195" y="189745"/>
                  </a:cubicBezTo>
                  <a:lnTo>
                    <a:pt x="195" y="195350"/>
                  </a:lnTo>
                  <a:lnTo>
                    <a:pt x="163346" y="195350"/>
                  </a:lnTo>
                  <a:lnTo>
                    <a:pt x="177902" y="144026"/>
                  </a:lnTo>
                  <a:lnTo>
                    <a:pt x="170321" y="144026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69CC252D-D2A9-1AF7-8C39-9AEFFACD2168}"/>
                </a:ext>
              </a:extLst>
            </p:cNvPr>
            <p:cNvSpPr/>
            <p:nvPr>
              <p:custDataLst>
                <p:tags r:id="rId247"/>
              </p:custDataLst>
            </p:nvPr>
          </p:nvSpPr>
          <p:spPr>
            <a:xfrm>
              <a:off x="8680755" y="4920908"/>
              <a:ext cx="122817" cy="138632"/>
            </a:xfrm>
            <a:custGeom>
              <a:avLst/>
              <a:gdLst>
                <a:gd name="connsiteX0" fmla="*/ 123019 w 122817"/>
                <a:gd name="connsiteY0" fmla="*/ 116300 h 138632"/>
                <a:gd name="connsiteX1" fmla="*/ 109676 w 122817"/>
                <a:gd name="connsiteY1" fmla="*/ 121904 h 138632"/>
                <a:gd name="connsiteX2" fmla="*/ 100578 w 122817"/>
                <a:gd name="connsiteY2" fmla="*/ 104796 h 138632"/>
                <a:gd name="connsiteX3" fmla="*/ 100578 w 122817"/>
                <a:gd name="connsiteY3" fmla="*/ 47278 h 138632"/>
                <a:gd name="connsiteX4" fmla="*/ 94513 w 122817"/>
                <a:gd name="connsiteY4" fmla="*/ 16307 h 138632"/>
                <a:gd name="connsiteX5" fmla="*/ 56910 w 122817"/>
                <a:gd name="connsiteY5" fmla="*/ 84 h 138632"/>
                <a:gd name="connsiteX6" fmla="*/ 5963 w 122817"/>
                <a:gd name="connsiteY6" fmla="*/ 33120 h 138632"/>
                <a:gd name="connsiteX7" fmla="*/ 19003 w 122817"/>
                <a:gd name="connsiteY7" fmla="*/ 45803 h 138632"/>
                <a:gd name="connsiteX8" fmla="*/ 32649 w 122817"/>
                <a:gd name="connsiteY8" fmla="*/ 33415 h 138632"/>
                <a:gd name="connsiteX9" fmla="*/ 32043 w 122817"/>
                <a:gd name="connsiteY9" fmla="*/ 28696 h 138632"/>
                <a:gd name="connsiteX10" fmla="*/ 31133 w 122817"/>
                <a:gd name="connsiteY10" fmla="*/ 21616 h 138632"/>
                <a:gd name="connsiteX11" fmla="*/ 52967 w 122817"/>
                <a:gd name="connsiteY11" fmla="*/ 7163 h 138632"/>
                <a:gd name="connsiteX12" fmla="*/ 76015 w 122817"/>
                <a:gd name="connsiteY12" fmla="*/ 31645 h 138632"/>
                <a:gd name="connsiteX13" fmla="*/ 76015 w 122817"/>
                <a:gd name="connsiteY13" fmla="*/ 49638 h 138632"/>
                <a:gd name="connsiteX14" fmla="*/ 11118 w 122817"/>
                <a:gd name="connsiteY14" fmla="*/ 81494 h 138632"/>
                <a:gd name="connsiteX15" fmla="*/ 201 w 122817"/>
                <a:gd name="connsiteY15" fmla="*/ 107156 h 138632"/>
                <a:gd name="connsiteX16" fmla="*/ 32043 w 122817"/>
                <a:gd name="connsiteY16" fmla="*/ 138717 h 138632"/>
                <a:gd name="connsiteX17" fmla="*/ 76318 w 122817"/>
                <a:gd name="connsiteY17" fmla="*/ 117185 h 138632"/>
                <a:gd name="connsiteX18" fmla="*/ 95726 w 122817"/>
                <a:gd name="connsiteY18" fmla="*/ 138717 h 138632"/>
                <a:gd name="connsiteX19" fmla="*/ 123019 w 122817"/>
                <a:gd name="connsiteY19" fmla="*/ 123969 h 138632"/>
                <a:gd name="connsiteX20" fmla="*/ 123019 w 122817"/>
                <a:gd name="connsiteY20" fmla="*/ 116300 h 138632"/>
                <a:gd name="connsiteX21" fmla="*/ 76015 w 122817"/>
                <a:gd name="connsiteY21" fmla="*/ 99487 h 138632"/>
                <a:gd name="connsiteX22" fmla="*/ 68130 w 122817"/>
                <a:gd name="connsiteY22" fmla="*/ 114825 h 138632"/>
                <a:gd name="connsiteX23" fmla="*/ 45993 w 122817"/>
                <a:gd name="connsiteY23" fmla="*/ 121609 h 138632"/>
                <a:gd name="connsiteX24" fmla="*/ 26888 w 122817"/>
                <a:gd name="connsiteY24" fmla="*/ 98897 h 138632"/>
                <a:gd name="connsiteX25" fmla="*/ 26888 w 122817"/>
                <a:gd name="connsiteY25" fmla="*/ 97717 h 138632"/>
                <a:gd name="connsiteX26" fmla="*/ 76015 w 122817"/>
                <a:gd name="connsiteY26" fmla="*/ 56717 h 138632"/>
                <a:gd name="connsiteX27" fmla="*/ 76015 w 122817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17" h="138632">
                  <a:moveTo>
                    <a:pt x="123019" y="116300"/>
                  </a:moveTo>
                  <a:cubicBezTo>
                    <a:pt x="117864" y="120429"/>
                    <a:pt x="114225" y="121904"/>
                    <a:pt x="109676" y="121904"/>
                  </a:cubicBezTo>
                  <a:cubicBezTo>
                    <a:pt x="102701" y="121904"/>
                    <a:pt x="100578" y="117775"/>
                    <a:pt x="100578" y="104796"/>
                  </a:cubicBezTo>
                  <a:lnTo>
                    <a:pt x="100578" y="47278"/>
                  </a:lnTo>
                  <a:cubicBezTo>
                    <a:pt x="100578" y="31940"/>
                    <a:pt x="99062" y="23386"/>
                    <a:pt x="94513" y="16307"/>
                  </a:cubicBezTo>
                  <a:cubicBezTo>
                    <a:pt x="87842" y="5688"/>
                    <a:pt x="74802" y="84"/>
                    <a:pt x="56910" y="84"/>
                  </a:cubicBezTo>
                  <a:cubicBezTo>
                    <a:pt x="28404" y="84"/>
                    <a:pt x="5963" y="14537"/>
                    <a:pt x="5963" y="33120"/>
                  </a:cubicBezTo>
                  <a:cubicBezTo>
                    <a:pt x="5963" y="39904"/>
                    <a:pt x="12028" y="45803"/>
                    <a:pt x="19003" y="45803"/>
                  </a:cubicBezTo>
                  <a:cubicBezTo>
                    <a:pt x="26281" y="45803"/>
                    <a:pt x="32649" y="39904"/>
                    <a:pt x="32649" y="33415"/>
                  </a:cubicBezTo>
                  <a:cubicBezTo>
                    <a:pt x="32649" y="32235"/>
                    <a:pt x="32346" y="30760"/>
                    <a:pt x="32043" y="28696"/>
                  </a:cubicBezTo>
                  <a:cubicBezTo>
                    <a:pt x="31436" y="26041"/>
                    <a:pt x="31133" y="23681"/>
                    <a:pt x="31133" y="21616"/>
                  </a:cubicBezTo>
                  <a:cubicBezTo>
                    <a:pt x="31133" y="13652"/>
                    <a:pt x="40837" y="7163"/>
                    <a:pt x="52967" y="7163"/>
                  </a:cubicBezTo>
                  <a:cubicBezTo>
                    <a:pt x="67827" y="7163"/>
                    <a:pt x="76015" y="15717"/>
                    <a:pt x="76015" y="31645"/>
                  </a:cubicBezTo>
                  <a:lnTo>
                    <a:pt x="76015" y="49638"/>
                  </a:lnTo>
                  <a:cubicBezTo>
                    <a:pt x="29314" y="67926"/>
                    <a:pt x="24158" y="70285"/>
                    <a:pt x="11118" y="81494"/>
                  </a:cubicBezTo>
                  <a:cubicBezTo>
                    <a:pt x="4447" y="87393"/>
                    <a:pt x="201" y="97422"/>
                    <a:pt x="201" y="107156"/>
                  </a:cubicBezTo>
                  <a:cubicBezTo>
                    <a:pt x="201" y="125739"/>
                    <a:pt x="13544" y="138717"/>
                    <a:pt x="32043" y="138717"/>
                  </a:cubicBezTo>
                  <a:cubicBezTo>
                    <a:pt x="45386" y="138717"/>
                    <a:pt x="57819" y="132523"/>
                    <a:pt x="76318" y="117185"/>
                  </a:cubicBezTo>
                  <a:cubicBezTo>
                    <a:pt x="77834" y="132523"/>
                    <a:pt x="83293" y="138717"/>
                    <a:pt x="95726" y="138717"/>
                  </a:cubicBezTo>
                  <a:cubicBezTo>
                    <a:pt x="106037" y="138717"/>
                    <a:pt x="112405" y="135177"/>
                    <a:pt x="123019" y="123969"/>
                  </a:cubicBezTo>
                  <a:lnTo>
                    <a:pt x="123019" y="116300"/>
                  </a:lnTo>
                  <a:close/>
                  <a:moveTo>
                    <a:pt x="76015" y="99487"/>
                  </a:moveTo>
                  <a:cubicBezTo>
                    <a:pt x="76015" y="108631"/>
                    <a:pt x="74498" y="111285"/>
                    <a:pt x="68130" y="114825"/>
                  </a:cubicBezTo>
                  <a:cubicBezTo>
                    <a:pt x="60852" y="118954"/>
                    <a:pt x="52361" y="121609"/>
                    <a:pt x="45993" y="121609"/>
                  </a:cubicBezTo>
                  <a:cubicBezTo>
                    <a:pt x="35379" y="121609"/>
                    <a:pt x="26888" y="111580"/>
                    <a:pt x="26888" y="98897"/>
                  </a:cubicBezTo>
                  <a:lnTo>
                    <a:pt x="26888" y="97717"/>
                  </a:lnTo>
                  <a:cubicBezTo>
                    <a:pt x="26888" y="80314"/>
                    <a:pt x="39321" y="69695"/>
                    <a:pt x="76015" y="56717"/>
                  </a:cubicBezTo>
                  <a:lnTo>
                    <a:pt x="76015" y="99487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C2446D03-7C83-5CBC-511F-4049E1ACF9A5}"/>
                </a:ext>
              </a:extLst>
            </p:cNvPr>
            <p:cNvSpPr/>
            <p:nvPr>
              <p:custDataLst>
                <p:tags r:id="rId248"/>
              </p:custDataLst>
            </p:nvPr>
          </p:nvSpPr>
          <p:spPr>
            <a:xfrm>
              <a:off x="8813174" y="4920908"/>
              <a:ext cx="134038" cy="199985"/>
            </a:xfrm>
            <a:custGeom>
              <a:avLst/>
              <a:gdLst>
                <a:gd name="connsiteX0" fmla="*/ 134244 w 134038"/>
                <a:gd name="connsiteY0" fmla="*/ 21322 h 199985"/>
                <a:gd name="connsiteX1" fmla="*/ 134244 w 134038"/>
                <a:gd name="connsiteY1" fmla="*/ 9818 h 199985"/>
                <a:gd name="connsiteX2" fmla="*/ 110893 w 134038"/>
                <a:gd name="connsiteY2" fmla="*/ 9818 h 199985"/>
                <a:gd name="connsiteX3" fmla="*/ 94214 w 134038"/>
                <a:gd name="connsiteY3" fmla="*/ 6869 h 199985"/>
                <a:gd name="connsiteX4" fmla="*/ 87543 w 134038"/>
                <a:gd name="connsiteY4" fmla="*/ 4509 h 199985"/>
                <a:gd name="connsiteX5" fmla="*/ 63282 w 134038"/>
                <a:gd name="connsiteY5" fmla="*/ 84 h 199985"/>
                <a:gd name="connsiteX6" fmla="*/ 12639 w 134038"/>
                <a:gd name="connsiteY6" fmla="*/ 48163 h 199985"/>
                <a:gd name="connsiteX7" fmla="*/ 40842 w 134038"/>
                <a:gd name="connsiteY7" fmla="*/ 87689 h 199985"/>
                <a:gd name="connsiteX8" fmla="*/ 27802 w 134038"/>
                <a:gd name="connsiteY8" fmla="*/ 99487 h 199985"/>
                <a:gd name="connsiteX9" fmla="*/ 13852 w 134038"/>
                <a:gd name="connsiteY9" fmla="*/ 119840 h 199985"/>
                <a:gd name="connsiteX10" fmla="*/ 29925 w 134038"/>
                <a:gd name="connsiteY10" fmla="*/ 135473 h 199985"/>
                <a:gd name="connsiteX11" fmla="*/ 206 w 134038"/>
                <a:gd name="connsiteY11" fmla="*/ 171458 h 199985"/>
                <a:gd name="connsiteX12" fmla="*/ 52669 w 134038"/>
                <a:gd name="connsiteY12" fmla="*/ 200070 h 199985"/>
                <a:gd name="connsiteX13" fmla="*/ 114836 w 134038"/>
                <a:gd name="connsiteY13" fmla="*/ 180012 h 199985"/>
                <a:gd name="connsiteX14" fmla="*/ 131515 w 134038"/>
                <a:gd name="connsiteY14" fmla="*/ 150221 h 199985"/>
                <a:gd name="connsiteX15" fmla="*/ 94821 w 134038"/>
                <a:gd name="connsiteY15" fmla="*/ 118660 h 199985"/>
                <a:gd name="connsiteX16" fmla="*/ 55701 w 134038"/>
                <a:gd name="connsiteY16" fmla="*/ 116890 h 199985"/>
                <a:gd name="connsiteX17" fmla="*/ 32047 w 134038"/>
                <a:gd name="connsiteY17" fmla="*/ 108926 h 199985"/>
                <a:gd name="connsiteX18" fmla="*/ 50243 w 134038"/>
                <a:gd name="connsiteY18" fmla="*/ 90343 h 199985"/>
                <a:gd name="connsiteX19" fmla="*/ 56004 w 134038"/>
                <a:gd name="connsiteY19" fmla="*/ 90933 h 199985"/>
                <a:gd name="connsiteX20" fmla="*/ 67528 w 134038"/>
                <a:gd name="connsiteY20" fmla="*/ 91818 h 199985"/>
                <a:gd name="connsiteX21" fmla="*/ 100279 w 134038"/>
                <a:gd name="connsiteY21" fmla="*/ 79430 h 199985"/>
                <a:gd name="connsiteX22" fmla="*/ 114836 w 134038"/>
                <a:gd name="connsiteY22" fmla="*/ 46099 h 199985"/>
                <a:gd name="connsiteX23" fmla="*/ 109074 w 134038"/>
                <a:gd name="connsiteY23" fmla="*/ 21322 h 199985"/>
                <a:gd name="connsiteX24" fmla="*/ 134244 w 134038"/>
                <a:gd name="connsiteY24" fmla="*/ 21322 h 199985"/>
                <a:gd name="connsiteX25" fmla="*/ 36293 w 134038"/>
                <a:gd name="connsiteY25" fmla="*/ 136358 h 199985"/>
                <a:gd name="connsiteX26" fmla="*/ 85420 w 134038"/>
                <a:gd name="connsiteY26" fmla="*/ 140192 h 199985"/>
                <a:gd name="connsiteX27" fmla="*/ 123023 w 134038"/>
                <a:gd name="connsiteY27" fmla="*/ 154645 h 199985"/>
                <a:gd name="connsiteX28" fmla="*/ 65709 w 134038"/>
                <a:gd name="connsiteY28" fmla="*/ 183257 h 199985"/>
                <a:gd name="connsiteX29" fmla="*/ 21433 w 134038"/>
                <a:gd name="connsiteY29" fmla="*/ 161724 h 199985"/>
                <a:gd name="connsiteX30" fmla="*/ 36293 w 134038"/>
                <a:gd name="connsiteY30" fmla="*/ 136358 h 199985"/>
                <a:gd name="connsiteX31" fmla="*/ 37809 w 134038"/>
                <a:gd name="connsiteY31" fmla="*/ 36070 h 199985"/>
                <a:gd name="connsiteX32" fmla="*/ 60250 w 134038"/>
                <a:gd name="connsiteY32" fmla="*/ 8343 h 199985"/>
                <a:gd name="connsiteX33" fmla="*/ 82387 w 134038"/>
                <a:gd name="connsiteY33" fmla="*/ 22207 h 199985"/>
                <a:gd name="connsiteX34" fmla="*/ 91485 w 134038"/>
                <a:gd name="connsiteY34" fmla="*/ 57602 h 199985"/>
                <a:gd name="connsiteX35" fmla="*/ 68741 w 134038"/>
                <a:gd name="connsiteY35" fmla="*/ 84444 h 199985"/>
                <a:gd name="connsiteX36" fmla="*/ 37809 w 134038"/>
                <a:gd name="connsiteY36" fmla="*/ 36955 h 199985"/>
                <a:gd name="connsiteX37" fmla="*/ 37809 w 134038"/>
                <a:gd name="connsiteY37" fmla="*/ 36070 h 19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4038" h="199985">
                  <a:moveTo>
                    <a:pt x="134244" y="21322"/>
                  </a:moveTo>
                  <a:lnTo>
                    <a:pt x="134244" y="9818"/>
                  </a:lnTo>
                  <a:lnTo>
                    <a:pt x="110893" y="9818"/>
                  </a:lnTo>
                  <a:cubicBezTo>
                    <a:pt x="104828" y="9818"/>
                    <a:pt x="100279" y="8933"/>
                    <a:pt x="94214" y="6869"/>
                  </a:cubicBezTo>
                  <a:lnTo>
                    <a:pt x="87543" y="4509"/>
                  </a:lnTo>
                  <a:cubicBezTo>
                    <a:pt x="79355" y="1559"/>
                    <a:pt x="71167" y="84"/>
                    <a:pt x="63282" y="84"/>
                  </a:cubicBezTo>
                  <a:cubicBezTo>
                    <a:pt x="35080" y="84"/>
                    <a:pt x="12639" y="21322"/>
                    <a:pt x="12639" y="48163"/>
                  </a:cubicBezTo>
                  <a:cubicBezTo>
                    <a:pt x="12639" y="66746"/>
                    <a:pt x="20827" y="77955"/>
                    <a:pt x="40842" y="87689"/>
                  </a:cubicBezTo>
                  <a:cubicBezTo>
                    <a:pt x="35080" y="92998"/>
                    <a:pt x="29621" y="98012"/>
                    <a:pt x="27802" y="99487"/>
                  </a:cubicBezTo>
                  <a:cubicBezTo>
                    <a:pt x="17794" y="108041"/>
                    <a:pt x="13852" y="113940"/>
                    <a:pt x="13852" y="119840"/>
                  </a:cubicBezTo>
                  <a:cubicBezTo>
                    <a:pt x="13852" y="126034"/>
                    <a:pt x="17491" y="129573"/>
                    <a:pt x="29925" y="135473"/>
                  </a:cubicBezTo>
                  <a:cubicBezTo>
                    <a:pt x="8394" y="150811"/>
                    <a:pt x="206" y="160545"/>
                    <a:pt x="206" y="171458"/>
                  </a:cubicBezTo>
                  <a:cubicBezTo>
                    <a:pt x="206" y="187091"/>
                    <a:pt x="23859" y="200070"/>
                    <a:pt x="52669" y="200070"/>
                  </a:cubicBezTo>
                  <a:cubicBezTo>
                    <a:pt x="75413" y="200070"/>
                    <a:pt x="99066" y="192401"/>
                    <a:pt x="114836" y="180012"/>
                  </a:cubicBezTo>
                  <a:cubicBezTo>
                    <a:pt x="126359" y="170868"/>
                    <a:pt x="131515" y="161429"/>
                    <a:pt x="131515" y="150221"/>
                  </a:cubicBezTo>
                  <a:cubicBezTo>
                    <a:pt x="131515" y="131933"/>
                    <a:pt x="117262" y="119545"/>
                    <a:pt x="94821" y="118660"/>
                  </a:cubicBezTo>
                  <a:lnTo>
                    <a:pt x="55701" y="116890"/>
                  </a:lnTo>
                  <a:cubicBezTo>
                    <a:pt x="39629" y="116300"/>
                    <a:pt x="32047" y="113645"/>
                    <a:pt x="32047" y="108926"/>
                  </a:cubicBezTo>
                  <a:cubicBezTo>
                    <a:pt x="32047" y="103027"/>
                    <a:pt x="42055" y="92703"/>
                    <a:pt x="50243" y="90343"/>
                  </a:cubicBezTo>
                  <a:cubicBezTo>
                    <a:pt x="52972" y="90638"/>
                    <a:pt x="55095" y="90933"/>
                    <a:pt x="56004" y="90933"/>
                  </a:cubicBezTo>
                  <a:cubicBezTo>
                    <a:pt x="61766" y="91523"/>
                    <a:pt x="65709" y="91818"/>
                    <a:pt x="67528" y="91818"/>
                  </a:cubicBezTo>
                  <a:cubicBezTo>
                    <a:pt x="78748" y="91818"/>
                    <a:pt x="90879" y="87394"/>
                    <a:pt x="100279" y="79430"/>
                  </a:cubicBezTo>
                  <a:cubicBezTo>
                    <a:pt x="110287" y="71171"/>
                    <a:pt x="114836" y="60847"/>
                    <a:pt x="114836" y="46099"/>
                  </a:cubicBezTo>
                  <a:cubicBezTo>
                    <a:pt x="114836" y="37545"/>
                    <a:pt x="113319" y="30761"/>
                    <a:pt x="109074" y="21322"/>
                  </a:cubicBezTo>
                  <a:lnTo>
                    <a:pt x="134244" y="21322"/>
                  </a:lnTo>
                  <a:close/>
                  <a:moveTo>
                    <a:pt x="36293" y="136358"/>
                  </a:moveTo>
                  <a:cubicBezTo>
                    <a:pt x="46300" y="138422"/>
                    <a:pt x="70561" y="140192"/>
                    <a:pt x="85420" y="140192"/>
                  </a:cubicBezTo>
                  <a:cubicBezTo>
                    <a:pt x="113016" y="140192"/>
                    <a:pt x="123023" y="144027"/>
                    <a:pt x="123023" y="154645"/>
                  </a:cubicBezTo>
                  <a:cubicBezTo>
                    <a:pt x="123023" y="171753"/>
                    <a:pt x="99976" y="183257"/>
                    <a:pt x="65709" y="183257"/>
                  </a:cubicBezTo>
                  <a:cubicBezTo>
                    <a:pt x="39022" y="183257"/>
                    <a:pt x="21433" y="174703"/>
                    <a:pt x="21433" y="161724"/>
                  </a:cubicBezTo>
                  <a:cubicBezTo>
                    <a:pt x="21433" y="154940"/>
                    <a:pt x="23556" y="151106"/>
                    <a:pt x="36293" y="136358"/>
                  </a:cubicBezTo>
                  <a:close/>
                  <a:moveTo>
                    <a:pt x="37809" y="36070"/>
                  </a:moveTo>
                  <a:cubicBezTo>
                    <a:pt x="37809" y="18667"/>
                    <a:pt x="46300" y="8343"/>
                    <a:pt x="60250" y="8343"/>
                  </a:cubicBezTo>
                  <a:cubicBezTo>
                    <a:pt x="69651" y="8343"/>
                    <a:pt x="77535" y="13358"/>
                    <a:pt x="82387" y="22207"/>
                  </a:cubicBezTo>
                  <a:cubicBezTo>
                    <a:pt x="87846" y="32530"/>
                    <a:pt x="91485" y="46099"/>
                    <a:pt x="91485" y="57602"/>
                  </a:cubicBezTo>
                  <a:cubicBezTo>
                    <a:pt x="91485" y="74120"/>
                    <a:pt x="82691" y="84444"/>
                    <a:pt x="68741" y="84444"/>
                  </a:cubicBezTo>
                  <a:cubicBezTo>
                    <a:pt x="50546" y="84444"/>
                    <a:pt x="37809" y="65271"/>
                    <a:pt x="37809" y="36955"/>
                  </a:cubicBezTo>
                  <a:lnTo>
                    <a:pt x="37809" y="36070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C72BFC14-90D1-A34D-79ED-9E7771148730}"/>
                </a:ext>
              </a:extLst>
            </p:cNvPr>
            <p:cNvSpPr/>
            <p:nvPr>
              <p:custDataLst>
                <p:tags r:id="rId249"/>
              </p:custDataLst>
            </p:nvPr>
          </p:nvSpPr>
          <p:spPr>
            <a:xfrm>
              <a:off x="8958395" y="4920908"/>
              <a:ext cx="100073" cy="135683"/>
            </a:xfrm>
            <a:custGeom>
              <a:avLst/>
              <a:gdLst>
                <a:gd name="connsiteX0" fmla="*/ 817 w 100073"/>
                <a:gd name="connsiteY0" fmla="*/ 20732 h 135683"/>
                <a:gd name="connsiteX1" fmla="*/ 11431 w 100073"/>
                <a:gd name="connsiteY1" fmla="*/ 19552 h 135683"/>
                <a:gd name="connsiteX2" fmla="*/ 21741 w 100073"/>
                <a:gd name="connsiteY2" fmla="*/ 37249 h 135683"/>
                <a:gd name="connsiteX3" fmla="*/ 21741 w 100073"/>
                <a:gd name="connsiteY3" fmla="*/ 110990 h 135683"/>
                <a:gd name="connsiteX4" fmla="*/ 210 w 100073"/>
                <a:gd name="connsiteY4" fmla="*/ 131343 h 135683"/>
                <a:gd name="connsiteX5" fmla="*/ 210 w 100073"/>
                <a:gd name="connsiteY5" fmla="*/ 135767 h 135683"/>
                <a:gd name="connsiteX6" fmla="*/ 72991 w 100073"/>
                <a:gd name="connsiteY6" fmla="*/ 135767 h 135683"/>
                <a:gd name="connsiteX7" fmla="*/ 72991 w 100073"/>
                <a:gd name="connsiteY7" fmla="*/ 131343 h 135683"/>
                <a:gd name="connsiteX8" fmla="*/ 47215 w 100073"/>
                <a:gd name="connsiteY8" fmla="*/ 109221 h 135683"/>
                <a:gd name="connsiteX9" fmla="*/ 47215 w 100073"/>
                <a:gd name="connsiteY9" fmla="*/ 42854 h 135683"/>
                <a:gd name="connsiteX10" fmla="*/ 68443 w 100073"/>
                <a:gd name="connsiteY10" fmla="*/ 18667 h 135683"/>
                <a:gd name="connsiteX11" fmla="*/ 76327 w 100073"/>
                <a:gd name="connsiteY11" fmla="*/ 23091 h 135683"/>
                <a:gd name="connsiteX12" fmla="*/ 88457 w 100073"/>
                <a:gd name="connsiteY12" fmla="*/ 28991 h 135683"/>
                <a:gd name="connsiteX13" fmla="*/ 100284 w 100073"/>
                <a:gd name="connsiteY13" fmla="*/ 15717 h 135683"/>
                <a:gd name="connsiteX14" fmla="*/ 83605 w 100073"/>
                <a:gd name="connsiteY14" fmla="*/ 84 h 135683"/>
                <a:gd name="connsiteX15" fmla="*/ 47215 w 100073"/>
                <a:gd name="connsiteY15" fmla="*/ 27811 h 135683"/>
                <a:gd name="connsiteX16" fmla="*/ 47215 w 100073"/>
                <a:gd name="connsiteY16" fmla="*/ 674 h 135683"/>
                <a:gd name="connsiteX17" fmla="*/ 45699 w 100073"/>
                <a:gd name="connsiteY17" fmla="*/ 84 h 135683"/>
                <a:gd name="connsiteX18" fmla="*/ 817 w 100073"/>
                <a:gd name="connsiteY18" fmla="*/ 16012 h 135683"/>
                <a:gd name="connsiteX19" fmla="*/ 817 w 100073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73" h="135683">
                  <a:moveTo>
                    <a:pt x="817" y="20732"/>
                  </a:moveTo>
                  <a:cubicBezTo>
                    <a:pt x="5063" y="19847"/>
                    <a:pt x="7792" y="19552"/>
                    <a:pt x="11431" y="19552"/>
                  </a:cubicBezTo>
                  <a:cubicBezTo>
                    <a:pt x="19012" y="19552"/>
                    <a:pt x="21741" y="24271"/>
                    <a:pt x="21741" y="37249"/>
                  </a:cubicBezTo>
                  <a:lnTo>
                    <a:pt x="21741" y="110990"/>
                  </a:lnTo>
                  <a:cubicBezTo>
                    <a:pt x="21741" y="125739"/>
                    <a:pt x="19619" y="127803"/>
                    <a:pt x="210" y="131343"/>
                  </a:cubicBezTo>
                  <a:lnTo>
                    <a:pt x="210" y="135767"/>
                  </a:lnTo>
                  <a:lnTo>
                    <a:pt x="72991" y="135767"/>
                  </a:lnTo>
                  <a:lnTo>
                    <a:pt x="72991" y="131343"/>
                  </a:lnTo>
                  <a:cubicBezTo>
                    <a:pt x="52370" y="130458"/>
                    <a:pt x="47215" y="126033"/>
                    <a:pt x="47215" y="109221"/>
                  </a:cubicBezTo>
                  <a:lnTo>
                    <a:pt x="47215" y="42854"/>
                  </a:lnTo>
                  <a:cubicBezTo>
                    <a:pt x="47215" y="33415"/>
                    <a:pt x="60255" y="18667"/>
                    <a:pt x="68443" y="18667"/>
                  </a:cubicBezTo>
                  <a:cubicBezTo>
                    <a:pt x="70262" y="18667"/>
                    <a:pt x="72991" y="20142"/>
                    <a:pt x="76327" y="23091"/>
                  </a:cubicBezTo>
                  <a:cubicBezTo>
                    <a:pt x="81179" y="27221"/>
                    <a:pt x="84515" y="28991"/>
                    <a:pt x="88457" y="28991"/>
                  </a:cubicBezTo>
                  <a:cubicBezTo>
                    <a:pt x="95735" y="28991"/>
                    <a:pt x="100284" y="23976"/>
                    <a:pt x="100284" y="15717"/>
                  </a:cubicBezTo>
                  <a:cubicBezTo>
                    <a:pt x="100284" y="5983"/>
                    <a:pt x="93916" y="84"/>
                    <a:pt x="83605" y="84"/>
                  </a:cubicBezTo>
                  <a:cubicBezTo>
                    <a:pt x="70869" y="84"/>
                    <a:pt x="62074" y="6868"/>
                    <a:pt x="47215" y="27811"/>
                  </a:cubicBezTo>
                  <a:lnTo>
                    <a:pt x="47215" y="674"/>
                  </a:lnTo>
                  <a:lnTo>
                    <a:pt x="45699" y="84"/>
                  </a:lnTo>
                  <a:cubicBezTo>
                    <a:pt x="29626" y="6573"/>
                    <a:pt x="18709" y="10408"/>
                    <a:pt x="817" y="16012"/>
                  </a:cubicBezTo>
                  <a:lnTo>
                    <a:pt x="817" y="2073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5CACB285-8D0C-A487-09FA-544CB05E6BFE}"/>
                </a:ext>
              </a:extLst>
            </p:cNvPr>
            <p:cNvSpPr/>
            <p:nvPr>
              <p:custDataLst>
                <p:tags r:id="rId250"/>
              </p:custDataLst>
            </p:nvPr>
          </p:nvSpPr>
          <p:spPr>
            <a:xfrm>
              <a:off x="9069460" y="4920908"/>
              <a:ext cx="122817" cy="138632"/>
            </a:xfrm>
            <a:custGeom>
              <a:avLst/>
              <a:gdLst>
                <a:gd name="connsiteX0" fmla="*/ 123032 w 122817"/>
                <a:gd name="connsiteY0" fmla="*/ 116300 h 138632"/>
                <a:gd name="connsiteX1" fmla="*/ 109689 w 122817"/>
                <a:gd name="connsiteY1" fmla="*/ 121904 h 138632"/>
                <a:gd name="connsiteX2" fmla="*/ 100591 w 122817"/>
                <a:gd name="connsiteY2" fmla="*/ 104796 h 138632"/>
                <a:gd name="connsiteX3" fmla="*/ 100591 w 122817"/>
                <a:gd name="connsiteY3" fmla="*/ 47278 h 138632"/>
                <a:gd name="connsiteX4" fmla="*/ 94526 w 122817"/>
                <a:gd name="connsiteY4" fmla="*/ 16307 h 138632"/>
                <a:gd name="connsiteX5" fmla="*/ 56922 w 122817"/>
                <a:gd name="connsiteY5" fmla="*/ 84 h 138632"/>
                <a:gd name="connsiteX6" fmla="*/ 5976 w 122817"/>
                <a:gd name="connsiteY6" fmla="*/ 33120 h 138632"/>
                <a:gd name="connsiteX7" fmla="*/ 19016 w 122817"/>
                <a:gd name="connsiteY7" fmla="*/ 45803 h 138632"/>
                <a:gd name="connsiteX8" fmla="*/ 32662 w 122817"/>
                <a:gd name="connsiteY8" fmla="*/ 33415 h 138632"/>
                <a:gd name="connsiteX9" fmla="*/ 32056 w 122817"/>
                <a:gd name="connsiteY9" fmla="*/ 28696 h 138632"/>
                <a:gd name="connsiteX10" fmla="*/ 31146 w 122817"/>
                <a:gd name="connsiteY10" fmla="*/ 21616 h 138632"/>
                <a:gd name="connsiteX11" fmla="*/ 52980 w 122817"/>
                <a:gd name="connsiteY11" fmla="*/ 7163 h 138632"/>
                <a:gd name="connsiteX12" fmla="*/ 76027 w 122817"/>
                <a:gd name="connsiteY12" fmla="*/ 31645 h 138632"/>
                <a:gd name="connsiteX13" fmla="*/ 76027 w 122817"/>
                <a:gd name="connsiteY13" fmla="*/ 49638 h 138632"/>
                <a:gd name="connsiteX14" fmla="*/ 11131 w 122817"/>
                <a:gd name="connsiteY14" fmla="*/ 81494 h 138632"/>
                <a:gd name="connsiteX15" fmla="*/ 214 w 122817"/>
                <a:gd name="connsiteY15" fmla="*/ 107156 h 138632"/>
                <a:gd name="connsiteX16" fmla="*/ 32056 w 122817"/>
                <a:gd name="connsiteY16" fmla="*/ 138717 h 138632"/>
                <a:gd name="connsiteX17" fmla="*/ 76331 w 122817"/>
                <a:gd name="connsiteY17" fmla="*/ 117185 h 138632"/>
                <a:gd name="connsiteX18" fmla="*/ 95739 w 122817"/>
                <a:gd name="connsiteY18" fmla="*/ 138717 h 138632"/>
                <a:gd name="connsiteX19" fmla="*/ 123032 w 122817"/>
                <a:gd name="connsiteY19" fmla="*/ 123969 h 138632"/>
                <a:gd name="connsiteX20" fmla="*/ 123032 w 122817"/>
                <a:gd name="connsiteY20" fmla="*/ 116300 h 138632"/>
                <a:gd name="connsiteX21" fmla="*/ 76027 w 122817"/>
                <a:gd name="connsiteY21" fmla="*/ 99487 h 138632"/>
                <a:gd name="connsiteX22" fmla="*/ 68143 w 122817"/>
                <a:gd name="connsiteY22" fmla="*/ 114825 h 138632"/>
                <a:gd name="connsiteX23" fmla="*/ 46005 w 122817"/>
                <a:gd name="connsiteY23" fmla="*/ 121609 h 138632"/>
                <a:gd name="connsiteX24" fmla="*/ 26900 w 122817"/>
                <a:gd name="connsiteY24" fmla="*/ 98897 h 138632"/>
                <a:gd name="connsiteX25" fmla="*/ 26900 w 122817"/>
                <a:gd name="connsiteY25" fmla="*/ 97717 h 138632"/>
                <a:gd name="connsiteX26" fmla="*/ 76027 w 122817"/>
                <a:gd name="connsiteY26" fmla="*/ 56717 h 138632"/>
                <a:gd name="connsiteX27" fmla="*/ 76027 w 122817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17" h="138632">
                  <a:moveTo>
                    <a:pt x="123032" y="116300"/>
                  </a:moveTo>
                  <a:cubicBezTo>
                    <a:pt x="117876" y="120429"/>
                    <a:pt x="114237" y="121904"/>
                    <a:pt x="109689" y="121904"/>
                  </a:cubicBezTo>
                  <a:cubicBezTo>
                    <a:pt x="102714" y="121904"/>
                    <a:pt x="100591" y="117775"/>
                    <a:pt x="100591" y="104796"/>
                  </a:cubicBezTo>
                  <a:lnTo>
                    <a:pt x="100591" y="47278"/>
                  </a:lnTo>
                  <a:cubicBezTo>
                    <a:pt x="100591" y="31940"/>
                    <a:pt x="99075" y="23386"/>
                    <a:pt x="94526" y="16307"/>
                  </a:cubicBezTo>
                  <a:cubicBezTo>
                    <a:pt x="87854" y="5688"/>
                    <a:pt x="74814" y="84"/>
                    <a:pt x="56922" y="84"/>
                  </a:cubicBezTo>
                  <a:cubicBezTo>
                    <a:pt x="28417" y="84"/>
                    <a:pt x="5976" y="14537"/>
                    <a:pt x="5976" y="33120"/>
                  </a:cubicBezTo>
                  <a:cubicBezTo>
                    <a:pt x="5976" y="39904"/>
                    <a:pt x="12041" y="45803"/>
                    <a:pt x="19016" y="45803"/>
                  </a:cubicBezTo>
                  <a:cubicBezTo>
                    <a:pt x="26294" y="45803"/>
                    <a:pt x="32662" y="39904"/>
                    <a:pt x="32662" y="33415"/>
                  </a:cubicBezTo>
                  <a:cubicBezTo>
                    <a:pt x="32662" y="32235"/>
                    <a:pt x="32359" y="30760"/>
                    <a:pt x="32056" y="28696"/>
                  </a:cubicBezTo>
                  <a:cubicBezTo>
                    <a:pt x="31449" y="26041"/>
                    <a:pt x="31146" y="23681"/>
                    <a:pt x="31146" y="21616"/>
                  </a:cubicBezTo>
                  <a:cubicBezTo>
                    <a:pt x="31146" y="13652"/>
                    <a:pt x="40850" y="7163"/>
                    <a:pt x="52980" y="7163"/>
                  </a:cubicBezTo>
                  <a:cubicBezTo>
                    <a:pt x="67840" y="7163"/>
                    <a:pt x="76027" y="15717"/>
                    <a:pt x="76027" y="31645"/>
                  </a:cubicBezTo>
                  <a:lnTo>
                    <a:pt x="76027" y="49638"/>
                  </a:lnTo>
                  <a:cubicBezTo>
                    <a:pt x="29326" y="67926"/>
                    <a:pt x="24171" y="70285"/>
                    <a:pt x="11131" y="81494"/>
                  </a:cubicBezTo>
                  <a:cubicBezTo>
                    <a:pt x="4460" y="87393"/>
                    <a:pt x="214" y="97422"/>
                    <a:pt x="214" y="107156"/>
                  </a:cubicBezTo>
                  <a:cubicBezTo>
                    <a:pt x="214" y="125739"/>
                    <a:pt x="13557" y="138717"/>
                    <a:pt x="32056" y="138717"/>
                  </a:cubicBezTo>
                  <a:cubicBezTo>
                    <a:pt x="45399" y="138717"/>
                    <a:pt x="57832" y="132523"/>
                    <a:pt x="76331" y="117185"/>
                  </a:cubicBezTo>
                  <a:cubicBezTo>
                    <a:pt x="77847" y="132523"/>
                    <a:pt x="83306" y="138717"/>
                    <a:pt x="95739" y="138717"/>
                  </a:cubicBezTo>
                  <a:cubicBezTo>
                    <a:pt x="106050" y="138717"/>
                    <a:pt x="112418" y="135177"/>
                    <a:pt x="123032" y="123969"/>
                  </a:cubicBezTo>
                  <a:lnTo>
                    <a:pt x="123032" y="116300"/>
                  </a:lnTo>
                  <a:close/>
                  <a:moveTo>
                    <a:pt x="76027" y="99487"/>
                  </a:moveTo>
                  <a:cubicBezTo>
                    <a:pt x="76027" y="108631"/>
                    <a:pt x="74511" y="111285"/>
                    <a:pt x="68143" y="114825"/>
                  </a:cubicBezTo>
                  <a:cubicBezTo>
                    <a:pt x="60865" y="118954"/>
                    <a:pt x="52374" y="121609"/>
                    <a:pt x="46005" y="121609"/>
                  </a:cubicBezTo>
                  <a:cubicBezTo>
                    <a:pt x="35391" y="121609"/>
                    <a:pt x="26900" y="111580"/>
                    <a:pt x="26900" y="98897"/>
                  </a:cubicBezTo>
                  <a:lnTo>
                    <a:pt x="26900" y="97717"/>
                  </a:lnTo>
                  <a:cubicBezTo>
                    <a:pt x="26900" y="80314"/>
                    <a:pt x="39334" y="69695"/>
                    <a:pt x="76027" y="56717"/>
                  </a:cubicBezTo>
                  <a:lnTo>
                    <a:pt x="76027" y="99487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1943342D-43CA-EC7E-02CD-8D9779C32BF4}"/>
                </a:ext>
              </a:extLst>
            </p:cNvPr>
            <p:cNvSpPr/>
            <p:nvPr>
              <p:custDataLst>
                <p:tags r:id="rId251"/>
              </p:custDataLst>
            </p:nvPr>
          </p:nvSpPr>
          <p:spPr>
            <a:xfrm>
              <a:off x="9198240" y="4920908"/>
              <a:ext cx="142226" cy="135683"/>
            </a:xfrm>
            <a:custGeom>
              <a:avLst/>
              <a:gdLst>
                <a:gd name="connsiteX0" fmla="*/ 218 w 142226"/>
                <a:gd name="connsiteY0" fmla="*/ 18372 h 135683"/>
                <a:gd name="connsiteX1" fmla="*/ 8406 w 142226"/>
                <a:gd name="connsiteY1" fmla="*/ 17192 h 135683"/>
                <a:gd name="connsiteX2" fmla="*/ 19627 w 142226"/>
                <a:gd name="connsiteY2" fmla="*/ 36070 h 135683"/>
                <a:gd name="connsiteX3" fmla="*/ 19627 w 142226"/>
                <a:gd name="connsiteY3" fmla="*/ 109221 h 135683"/>
                <a:gd name="connsiteX4" fmla="*/ 825 w 142226"/>
                <a:gd name="connsiteY4" fmla="*/ 131343 h 135683"/>
                <a:gd name="connsiteX5" fmla="*/ 825 w 142226"/>
                <a:gd name="connsiteY5" fmla="*/ 135767 h 135683"/>
                <a:gd name="connsiteX6" fmla="*/ 65115 w 142226"/>
                <a:gd name="connsiteY6" fmla="*/ 135767 h 135683"/>
                <a:gd name="connsiteX7" fmla="*/ 65115 w 142226"/>
                <a:gd name="connsiteY7" fmla="*/ 131343 h 135683"/>
                <a:gd name="connsiteX8" fmla="*/ 45100 w 142226"/>
                <a:gd name="connsiteY8" fmla="*/ 116005 h 135683"/>
                <a:gd name="connsiteX9" fmla="*/ 45100 w 142226"/>
                <a:gd name="connsiteY9" fmla="*/ 33120 h 135683"/>
                <a:gd name="connsiteX10" fmla="*/ 76335 w 142226"/>
                <a:gd name="connsiteY10" fmla="*/ 16307 h 135683"/>
                <a:gd name="connsiteX11" fmla="*/ 98473 w 142226"/>
                <a:gd name="connsiteY11" fmla="*/ 44919 h 135683"/>
                <a:gd name="connsiteX12" fmla="*/ 98473 w 142226"/>
                <a:gd name="connsiteY12" fmla="*/ 106566 h 135683"/>
                <a:gd name="connsiteX13" fmla="*/ 79368 w 142226"/>
                <a:gd name="connsiteY13" fmla="*/ 131343 h 135683"/>
                <a:gd name="connsiteX14" fmla="*/ 79368 w 142226"/>
                <a:gd name="connsiteY14" fmla="*/ 135767 h 135683"/>
                <a:gd name="connsiteX15" fmla="*/ 142444 w 142226"/>
                <a:gd name="connsiteY15" fmla="*/ 135767 h 135683"/>
                <a:gd name="connsiteX16" fmla="*/ 142444 w 142226"/>
                <a:gd name="connsiteY16" fmla="*/ 131343 h 135683"/>
                <a:gd name="connsiteX17" fmla="*/ 123946 w 142226"/>
                <a:gd name="connsiteY17" fmla="*/ 111875 h 135683"/>
                <a:gd name="connsiteX18" fmla="*/ 123946 w 142226"/>
                <a:gd name="connsiteY18" fmla="*/ 44329 h 135683"/>
                <a:gd name="connsiteX19" fmla="*/ 88162 w 142226"/>
                <a:gd name="connsiteY19" fmla="*/ 84 h 135683"/>
                <a:gd name="connsiteX20" fmla="*/ 44190 w 142226"/>
                <a:gd name="connsiteY20" fmla="*/ 23976 h 135683"/>
                <a:gd name="connsiteX21" fmla="*/ 44190 w 142226"/>
                <a:gd name="connsiteY21" fmla="*/ 674 h 135683"/>
                <a:gd name="connsiteX22" fmla="*/ 42067 w 142226"/>
                <a:gd name="connsiteY22" fmla="*/ 84 h 135683"/>
                <a:gd name="connsiteX23" fmla="*/ 218 w 142226"/>
                <a:gd name="connsiteY23" fmla="*/ 13357 h 135683"/>
                <a:gd name="connsiteX24" fmla="*/ 218 w 142226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26" h="135683">
                  <a:moveTo>
                    <a:pt x="218" y="18372"/>
                  </a:moveTo>
                  <a:cubicBezTo>
                    <a:pt x="2038" y="17487"/>
                    <a:pt x="5070" y="17192"/>
                    <a:pt x="8406" y="17192"/>
                  </a:cubicBezTo>
                  <a:cubicBezTo>
                    <a:pt x="16897" y="17192"/>
                    <a:pt x="19627" y="21616"/>
                    <a:pt x="19627" y="36070"/>
                  </a:cubicBezTo>
                  <a:lnTo>
                    <a:pt x="19627" y="109221"/>
                  </a:lnTo>
                  <a:cubicBezTo>
                    <a:pt x="19627" y="126033"/>
                    <a:pt x="16291" y="130163"/>
                    <a:pt x="825" y="131343"/>
                  </a:cubicBezTo>
                  <a:lnTo>
                    <a:pt x="825" y="135767"/>
                  </a:lnTo>
                  <a:lnTo>
                    <a:pt x="65115" y="135767"/>
                  </a:lnTo>
                  <a:lnTo>
                    <a:pt x="65115" y="131343"/>
                  </a:lnTo>
                  <a:cubicBezTo>
                    <a:pt x="49649" y="130163"/>
                    <a:pt x="45100" y="126623"/>
                    <a:pt x="45100" y="116005"/>
                  </a:cubicBezTo>
                  <a:lnTo>
                    <a:pt x="45100" y="33120"/>
                  </a:lnTo>
                  <a:cubicBezTo>
                    <a:pt x="59656" y="19847"/>
                    <a:pt x="66328" y="16307"/>
                    <a:pt x="76335" y="16307"/>
                  </a:cubicBezTo>
                  <a:cubicBezTo>
                    <a:pt x="91195" y="16307"/>
                    <a:pt x="98473" y="25451"/>
                    <a:pt x="98473" y="44919"/>
                  </a:cubicBezTo>
                  <a:lnTo>
                    <a:pt x="98473" y="106566"/>
                  </a:lnTo>
                  <a:cubicBezTo>
                    <a:pt x="98473" y="125149"/>
                    <a:pt x="94530" y="130163"/>
                    <a:pt x="79368" y="131343"/>
                  </a:cubicBezTo>
                  <a:lnTo>
                    <a:pt x="79368" y="135767"/>
                  </a:lnTo>
                  <a:lnTo>
                    <a:pt x="142444" y="135767"/>
                  </a:lnTo>
                  <a:lnTo>
                    <a:pt x="142444" y="131343"/>
                  </a:lnTo>
                  <a:cubicBezTo>
                    <a:pt x="127585" y="129868"/>
                    <a:pt x="123946" y="126328"/>
                    <a:pt x="123946" y="111875"/>
                  </a:cubicBezTo>
                  <a:lnTo>
                    <a:pt x="123946" y="44329"/>
                  </a:lnTo>
                  <a:cubicBezTo>
                    <a:pt x="123946" y="16602"/>
                    <a:pt x="110603" y="84"/>
                    <a:pt x="88162" y="84"/>
                  </a:cubicBezTo>
                  <a:cubicBezTo>
                    <a:pt x="74212" y="84"/>
                    <a:pt x="64811" y="5098"/>
                    <a:pt x="44190" y="23976"/>
                  </a:cubicBezTo>
                  <a:lnTo>
                    <a:pt x="44190" y="674"/>
                  </a:lnTo>
                  <a:lnTo>
                    <a:pt x="42067" y="84"/>
                  </a:lnTo>
                  <a:cubicBezTo>
                    <a:pt x="27208" y="5393"/>
                    <a:pt x="16897" y="8638"/>
                    <a:pt x="218" y="13357"/>
                  </a:cubicBezTo>
                  <a:lnTo>
                    <a:pt x="218" y="1837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B0FCB0B-851B-F2ED-618A-3C66439BDB5A}"/>
                </a:ext>
              </a:extLst>
            </p:cNvPr>
            <p:cNvSpPr/>
            <p:nvPr>
              <p:custDataLst>
                <p:tags r:id="rId252"/>
              </p:custDataLst>
            </p:nvPr>
          </p:nvSpPr>
          <p:spPr>
            <a:xfrm>
              <a:off x="9354075" y="4920908"/>
              <a:ext cx="134038" cy="199985"/>
            </a:xfrm>
            <a:custGeom>
              <a:avLst/>
              <a:gdLst>
                <a:gd name="connsiteX0" fmla="*/ 134262 w 134038"/>
                <a:gd name="connsiteY0" fmla="*/ 21322 h 199985"/>
                <a:gd name="connsiteX1" fmla="*/ 134262 w 134038"/>
                <a:gd name="connsiteY1" fmla="*/ 9818 h 199985"/>
                <a:gd name="connsiteX2" fmla="*/ 110911 w 134038"/>
                <a:gd name="connsiteY2" fmla="*/ 9818 h 199985"/>
                <a:gd name="connsiteX3" fmla="*/ 94232 w 134038"/>
                <a:gd name="connsiteY3" fmla="*/ 6869 h 199985"/>
                <a:gd name="connsiteX4" fmla="*/ 87560 w 134038"/>
                <a:gd name="connsiteY4" fmla="*/ 4509 h 199985"/>
                <a:gd name="connsiteX5" fmla="*/ 63300 w 134038"/>
                <a:gd name="connsiteY5" fmla="*/ 84 h 199985"/>
                <a:gd name="connsiteX6" fmla="*/ 12657 w 134038"/>
                <a:gd name="connsiteY6" fmla="*/ 48163 h 199985"/>
                <a:gd name="connsiteX7" fmla="*/ 40859 w 134038"/>
                <a:gd name="connsiteY7" fmla="*/ 87689 h 199985"/>
                <a:gd name="connsiteX8" fmla="*/ 27819 w 134038"/>
                <a:gd name="connsiteY8" fmla="*/ 99487 h 199985"/>
                <a:gd name="connsiteX9" fmla="*/ 13870 w 134038"/>
                <a:gd name="connsiteY9" fmla="*/ 119840 h 199985"/>
                <a:gd name="connsiteX10" fmla="*/ 29942 w 134038"/>
                <a:gd name="connsiteY10" fmla="*/ 135473 h 199985"/>
                <a:gd name="connsiteX11" fmla="*/ 223 w 134038"/>
                <a:gd name="connsiteY11" fmla="*/ 171458 h 199985"/>
                <a:gd name="connsiteX12" fmla="*/ 52686 w 134038"/>
                <a:gd name="connsiteY12" fmla="*/ 200070 h 199985"/>
                <a:gd name="connsiteX13" fmla="*/ 114853 w 134038"/>
                <a:gd name="connsiteY13" fmla="*/ 180012 h 199985"/>
                <a:gd name="connsiteX14" fmla="*/ 131532 w 134038"/>
                <a:gd name="connsiteY14" fmla="*/ 150221 h 199985"/>
                <a:gd name="connsiteX15" fmla="*/ 94839 w 134038"/>
                <a:gd name="connsiteY15" fmla="*/ 118660 h 199985"/>
                <a:gd name="connsiteX16" fmla="*/ 55719 w 134038"/>
                <a:gd name="connsiteY16" fmla="*/ 116890 h 199985"/>
                <a:gd name="connsiteX17" fmla="*/ 32065 w 134038"/>
                <a:gd name="connsiteY17" fmla="*/ 108926 h 199985"/>
                <a:gd name="connsiteX18" fmla="*/ 50260 w 134038"/>
                <a:gd name="connsiteY18" fmla="*/ 90343 h 199985"/>
                <a:gd name="connsiteX19" fmla="*/ 56022 w 134038"/>
                <a:gd name="connsiteY19" fmla="*/ 90933 h 199985"/>
                <a:gd name="connsiteX20" fmla="*/ 67546 w 134038"/>
                <a:gd name="connsiteY20" fmla="*/ 91818 h 199985"/>
                <a:gd name="connsiteX21" fmla="*/ 100297 w 134038"/>
                <a:gd name="connsiteY21" fmla="*/ 79430 h 199985"/>
                <a:gd name="connsiteX22" fmla="*/ 114853 w 134038"/>
                <a:gd name="connsiteY22" fmla="*/ 46099 h 199985"/>
                <a:gd name="connsiteX23" fmla="*/ 109092 w 134038"/>
                <a:gd name="connsiteY23" fmla="*/ 21322 h 199985"/>
                <a:gd name="connsiteX24" fmla="*/ 134262 w 134038"/>
                <a:gd name="connsiteY24" fmla="*/ 21322 h 199985"/>
                <a:gd name="connsiteX25" fmla="*/ 36311 w 134038"/>
                <a:gd name="connsiteY25" fmla="*/ 136358 h 199985"/>
                <a:gd name="connsiteX26" fmla="*/ 85438 w 134038"/>
                <a:gd name="connsiteY26" fmla="*/ 140192 h 199985"/>
                <a:gd name="connsiteX27" fmla="*/ 123041 w 134038"/>
                <a:gd name="connsiteY27" fmla="*/ 154645 h 199985"/>
                <a:gd name="connsiteX28" fmla="*/ 65726 w 134038"/>
                <a:gd name="connsiteY28" fmla="*/ 183257 h 199985"/>
                <a:gd name="connsiteX29" fmla="*/ 21451 w 134038"/>
                <a:gd name="connsiteY29" fmla="*/ 161724 h 199985"/>
                <a:gd name="connsiteX30" fmla="*/ 36311 w 134038"/>
                <a:gd name="connsiteY30" fmla="*/ 136358 h 199985"/>
                <a:gd name="connsiteX31" fmla="*/ 37827 w 134038"/>
                <a:gd name="connsiteY31" fmla="*/ 36070 h 199985"/>
                <a:gd name="connsiteX32" fmla="*/ 60268 w 134038"/>
                <a:gd name="connsiteY32" fmla="*/ 8343 h 199985"/>
                <a:gd name="connsiteX33" fmla="*/ 82405 w 134038"/>
                <a:gd name="connsiteY33" fmla="*/ 22207 h 199985"/>
                <a:gd name="connsiteX34" fmla="*/ 91503 w 134038"/>
                <a:gd name="connsiteY34" fmla="*/ 57602 h 199985"/>
                <a:gd name="connsiteX35" fmla="*/ 68759 w 134038"/>
                <a:gd name="connsiteY35" fmla="*/ 84444 h 199985"/>
                <a:gd name="connsiteX36" fmla="*/ 37827 w 134038"/>
                <a:gd name="connsiteY36" fmla="*/ 36955 h 199985"/>
                <a:gd name="connsiteX37" fmla="*/ 37827 w 134038"/>
                <a:gd name="connsiteY37" fmla="*/ 36070 h 199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4038" h="199985">
                  <a:moveTo>
                    <a:pt x="134262" y="21322"/>
                  </a:moveTo>
                  <a:lnTo>
                    <a:pt x="134262" y="9818"/>
                  </a:lnTo>
                  <a:lnTo>
                    <a:pt x="110911" y="9818"/>
                  </a:lnTo>
                  <a:cubicBezTo>
                    <a:pt x="104846" y="9818"/>
                    <a:pt x="100297" y="8933"/>
                    <a:pt x="94232" y="6869"/>
                  </a:cubicBezTo>
                  <a:lnTo>
                    <a:pt x="87560" y="4509"/>
                  </a:lnTo>
                  <a:cubicBezTo>
                    <a:pt x="79373" y="1559"/>
                    <a:pt x="71185" y="84"/>
                    <a:pt x="63300" y="84"/>
                  </a:cubicBezTo>
                  <a:cubicBezTo>
                    <a:pt x="35098" y="84"/>
                    <a:pt x="12657" y="21322"/>
                    <a:pt x="12657" y="48163"/>
                  </a:cubicBezTo>
                  <a:cubicBezTo>
                    <a:pt x="12657" y="66746"/>
                    <a:pt x="20845" y="77955"/>
                    <a:pt x="40859" y="87689"/>
                  </a:cubicBezTo>
                  <a:cubicBezTo>
                    <a:pt x="35098" y="92998"/>
                    <a:pt x="29639" y="98012"/>
                    <a:pt x="27819" y="99487"/>
                  </a:cubicBezTo>
                  <a:cubicBezTo>
                    <a:pt x="17812" y="108041"/>
                    <a:pt x="13870" y="113940"/>
                    <a:pt x="13870" y="119840"/>
                  </a:cubicBezTo>
                  <a:cubicBezTo>
                    <a:pt x="13870" y="126034"/>
                    <a:pt x="17509" y="129573"/>
                    <a:pt x="29942" y="135473"/>
                  </a:cubicBezTo>
                  <a:cubicBezTo>
                    <a:pt x="8411" y="150811"/>
                    <a:pt x="223" y="160545"/>
                    <a:pt x="223" y="171458"/>
                  </a:cubicBezTo>
                  <a:cubicBezTo>
                    <a:pt x="223" y="187091"/>
                    <a:pt x="23877" y="200070"/>
                    <a:pt x="52686" y="200070"/>
                  </a:cubicBezTo>
                  <a:cubicBezTo>
                    <a:pt x="75430" y="200070"/>
                    <a:pt x="99084" y="192401"/>
                    <a:pt x="114853" y="180012"/>
                  </a:cubicBezTo>
                  <a:cubicBezTo>
                    <a:pt x="126377" y="170868"/>
                    <a:pt x="131532" y="161429"/>
                    <a:pt x="131532" y="150221"/>
                  </a:cubicBezTo>
                  <a:cubicBezTo>
                    <a:pt x="131532" y="131933"/>
                    <a:pt x="117279" y="119545"/>
                    <a:pt x="94839" y="118660"/>
                  </a:cubicBezTo>
                  <a:lnTo>
                    <a:pt x="55719" y="116890"/>
                  </a:lnTo>
                  <a:cubicBezTo>
                    <a:pt x="39646" y="116300"/>
                    <a:pt x="32065" y="113645"/>
                    <a:pt x="32065" y="108926"/>
                  </a:cubicBezTo>
                  <a:cubicBezTo>
                    <a:pt x="32065" y="103027"/>
                    <a:pt x="42072" y="92703"/>
                    <a:pt x="50260" y="90343"/>
                  </a:cubicBezTo>
                  <a:cubicBezTo>
                    <a:pt x="52990" y="90638"/>
                    <a:pt x="55112" y="90933"/>
                    <a:pt x="56022" y="90933"/>
                  </a:cubicBezTo>
                  <a:cubicBezTo>
                    <a:pt x="61784" y="91523"/>
                    <a:pt x="65726" y="91818"/>
                    <a:pt x="67546" y="91818"/>
                  </a:cubicBezTo>
                  <a:cubicBezTo>
                    <a:pt x="78766" y="91818"/>
                    <a:pt x="90896" y="87394"/>
                    <a:pt x="100297" y="79430"/>
                  </a:cubicBezTo>
                  <a:cubicBezTo>
                    <a:pt x="110305" y="71171"/>
                    <a:pt x="114853" y="60847"/>
                    <a:pt x="114853" y="46099"/>
                  </a:cubicBezTo>
                  <a:cubicBezTo>
                    <a:pt x="114853" y="37545"/>
                    <a:pt x="113337" y="30761"/>
                    <a:pt x="109092" y="21322"/>
                  </a:cubicBezTo>
                  <a:lnTo>
                    <a:pt x="134262" y="21322"/>
                  </a:lnTo>
                  <a:close/>
                  <a:moveTo>
                    <a:pt x="36311" y="136358"/>
                  </a:moveTo>
                  <a:cubicBezTo>
                    <a:pt x="46318" y="138422"/>
                    <a:pt x="70578" y="140192"/>
                    <a:pt x="85438" y="140192"/>
                  </a:cubicBezTo>
                  <a:cubicBezTo>
                    <a:pt x="113034" y="140192"/>
                    <a:pt x="123041" y="144027"/>
                    <a:pt x="123041" y="154645"/>
                  </a:cubicBezTo>
                  <a:cubicBezTo>
                    <a:pt x="123041" y="171753"/>
                    <a:pt x="99994" y="183257"/>
                    <a:pt x="65726" y="183257"/>
                  </a:cubicBezTo>
                  <a:cubicBezTo>
                    <a:pt x="39040" y="183257"/>
                    <a:pt x="21451" y="174703"/>
                    <a:pt x="21451" y="161724"/>
                  </a:cubicBezTo>
                  <a:cubicBezTo>
                    <a:pt x="21451" y="154940"/>
                    <a:pt x="23574" y="151106"/>
                    <a:pt x="36311" y="136358"/>
                  </a:cubicBezTo>
                  <a:close/>
                  <a:moveTo>
                    <a:pt x="37827" y="36070"/>
                  </a:moveTo>
                  <a:cubicBezTo>
                    <a:pt x="37827" y="18667"/>
                    <a:pt x="46318" y="8343"/>
                    <a:pt x="60268" y="8343"/>
                  </a:cubicBezTo>
                  <a:cubicBezTo>
                    <a:pt x="69669" y="8343"/>
                    <a:pt x="77553" y="13358"/>
                    <a:pt x="82405" y="22207"/>
                  </a:cubicBezTo>
                  <a:cubicBezTo>
                    <a:pt x="87864" y="32530"/>
                    <a:pt x="91503" y="46099"/>
                    <a:pt x="91503" y="57602"/>
                  </a:cubicBezTo>
                  <a:cubicBezTo>
                    <a:pt x="91503" y="74120"/>
                    <a:pt x="82708" y="84444"/>
                    <a:pt x="68759" y="84444"/>
                  </a:cubicBezTo>
                  <a:cubicBezTo>
                    <a:pt x="50564" y="84444"/>
                    <a:pt x="37827" y="65271"/>
                    <a:pt x="37827" y="36955"/>
                  </a:cubicBezTo>
                  <a:lnTo>
                    <a:pt x="37827" y="36070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C862EAA9-3ED7-DFF1-1DBE-9D11DBC59B65}"/>
                </a:ext>
              </a:extLst>
            </p:cNvPr>
            <p:cNvSpPr/>
            <p:nvPr>
              <p:custDataLst>
                <p:tags r:id="rId253"/>
              </p:custDataLst>
            </p:nvPr>
          </p:nvSpPr>
          <p:spPr>
            <a:xfrm>
              <a:off x="9505361" y="4920908"/>
              <a:ext cx="120998" cy="138632"/>
            </a:xfrm>
            <a:custGeom>
              <a:avLst/>
              <a:gdLst>
                <a:gd name="connsiteX0" fmla="*/ 116375 w 120998"/>
                <a:gd name="connsiteY0" fmla="*/ 87393 h 138632"/>
                <a:gd name="connsiteX1" fmla="*/ 69370 w 120998"/>
                <a:gd name="connsiteY1" fmla="*/ 118364 h 138632"/>
                <a:gd name="connsiteX2" fmla="*/ 30250 w 120998"/>
                <a:gd name="connsiteY2" fmla="*/ 92998 h 138632"/>
                <a:gd name="connsiteX3" fmla="*/ 22063 w 120998"/>
                <a:gd name="connsiteY3" fmla="*/ 54062 h 138632"/>
                <a:gd name="connsiteX4" fmla="*/ 115465 w 120998"/>
                <a:gd name="connsiteY4" fmla="*/ 54062 h 138632"/>
                <a:gd name="connsiteX5" fmla="*/ 102425 w 120998"/>
                <a:gd name="connsiteY5" fmla="*/ 16897 h 138632"/>
                <a:gd name="connsiteX6" fmla="*/ 63608 w 120998"/>
                <a:gd name="connsiteY6" fmla="*/ 84 h 138632"/>
                <a:gd name="connsiteX7" fmla="*/ 22669 w 120998"/>
                <a:gd name="connsiteY7" fmla="*/ 15422 h 138632"/>
                <a:gd name="connsiteX8" fmla="*/ 228 w 120998"/>
                <a:gd name="connsiteY8" fmla="*/ 72645 h 138632"/>
                <a:gd name="connsiteX9" fmla="*/ 56937 w 120998"/>
                <a:gd name="connsiteY9" fmla="*/ 138717 h 138632"/>
                <a:gd name="connsiteX10" fmla="*/ 121227 w 120998"/>
                <a:gd name="connsiteY10" fmla="*/ 89458 h 138632"/>
                <a:gd name="connsiteX11" fmla="*/ 116375 w 120998"/>
                <a:gd name="connsiteY11" fmla="*/ 87393 h 138632"/>
                <a:gd name="connsiteX12" fmla="*/ 22669 w 120998"/>
                <a:gd name="connsiteY12" fmla="*/ 44624 h 138632"/>
                <a:gd name="connsiteX13" fmla="*/ 54814 w 120998"/>
                <a:gd name="connsiteY13" fmla="*/ 10703 h 138632"/>
                <a:gd name="connsiteX14" fmla="*/ 84533 w 120998"/>
                <a:gd name="connsiteY14" fmla="*/ 44624 h 138632"/>
                <a:gd name="connsiteX15" fmla="*/ 22669 w 12099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98" h="138632">
                  <a:moveTo>
                    <a:pt x="116375" y="87393"/>
                  </a:moveTo>
                  <a:cubicBezTo>
                    <a:pt x="101818" y="109811"/>
                    <a:pt x="88778" y="118364"/>
                    <a:pt x="69370" y="118364"/>
                  </a:cubicBezTo>
                  <a:cubicBezTo>
                    <a:pt x="52085" y="118364"/>
                    <a:pt x="39045" y="109811"/>
                    <a:pt x="30250" y="92998"/>
                  </a:cubicBezTo>
                  <a:cubicBezTo>
                    <a:pt x="24792" y="81789"/>
                    <a:pt x="22669" y="72055"/>
                    <a:pt x="22063" y="54062"/>
                  </a:cubicBezTo>
                  <a:lnTo>
                    <a:pt x="115465" y="54062"/>
                  </a:lnTo>
                  <a:cubicBezTo>
                    <a:pt x="113039" y="34890"/>
                    <a:pt x="110006" y="26336"/>
                    <a:pt x="102425" y="16897"/>
                  </a:cubicBezTo>
                  <a:cubicBezTo>
                    <a:pt x="93327" y="6278"/>
                    <a:pt x="79378" y="84"/>
                    <a:pt x="63608" y="84"/>
                  </a:cubicBezTo>
                  <a:cubicBezTo>
                    <a:pt x="48446" y="84"/>
                    <a:pt x="34193" y="5393"/>
                    <a:pt x="22669" y="15422"/>
                  </a:cubicBezTo>
                  <a:cubicBezTo>
                    <a:pt x="8416" y="27516"/>
                    <a:pt x="228" y="48458"/>
                    <a:pt x="228" y="72645"/>
                  </a:cubicBezTo>
                  <a:cubicBezTo>
                    <a:pt x="228" y="113350"/>
                    <a:pt x="22063" y="138717"/>
                    <a:pt x="56937" y="138717"/>
                  </a:cubicBezTo>
                  <a:cubicBezTo>
                    <a:pt x="85746" y="138717"/>
                    <a:pt x="108490" y="121314"/>
                    <a:pt x="121227" y="89458"/>
                  </a:cubicBezTo>
                  <a:lnTo>
                    <a:pt x="116375" y="87393"/>
                  </a:lnTo>
                  <a:close/>
                  <a:moveTo>
                    <a:pt x="22669" y="44624"/>
                  </a:moveTo>
                  <a:cubicBezTo>
                    <a:pt x="26005" y="21616"/>
                    <a:pt x="36316" y="10703"/>
                    <a:pt x="54814" y="10703"/>
                  </a:cubicBezTo>
                  <a:cubicBezTo>
                    <a:pt x="73313" y="10703"/>
                    <a:pt x="80591" y="18962"/>
                    <a:pt x="84533" y="44624"/>
                  </a:cubicBezTo>
                  <a:lnTo>
                    <a:pt x="22669" y="4462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68657D12-C05C-5B4D-DF68-21A971D55DB8}"/>
                </a:ext>
              </a:extLst>
            </p:cNvPr>
            <p:cNvSpPr/>
            <p:nvPr>
              <p:custDataLst>
                <p:tags r:id="rId254"/>
              </p:custDataLst>
            </p:nvPr>
          </p:nvSpPr>
          <p:spPr>
            <a:xfrm>
              <a:off x="9714484" y="4861325"/>
              <a:ext cx="90066" cy="195265"/>
            </a:xfrm>
            <a:custGeom>
              <a:avLst/>
              <a:gdLst>
                <a:gd name="connsiteX0" fmla="*/ 29651 w 90066"/>
                <a:gd name="connsiteY0" fmla="*/ 163199 h 195265"/>
                <a:gd name="connsiteX1" fmla="*/ 235 w 90066"/>
                <a:gd name="connsiteY1" fmla="*/ 189745 h 195265"/>
                <a:gd name="connsiteX2" fmla="*/ 235 w 90066"/>
                <a:gd name="connsiteY2" fmla="*/ 195350 h 195265"/>
                <a:gd name="connsiteX3" fmla="*/ 90301 w 90066"/>
                <a:gd name="connsiteY3" fmla="*/ 195350 h 195265"/>
                <a:gd name="connsiteX4" fmla="*/ 90301 w 90066"/>
                <a:gd name="connsiteY4" fmla="*/ 189745 h 195265"/>
                <a:gd name="connsiteX5" fmla="*/ 60583 w 90066"/>
                <a:gd name="connsiteY5" fmla="*/ 163199 h 195265"/>
                <a:gd name="connsiteX6" fmla="*/ 60583 w 90066"/>
                <a:gd name="connsiteY6" fmla="*/ 32235 h 195265"/>
                <a:gd name="connsiteX7" fmla="*/ 90301 w 90066"/>
                <a:gd name="connsiteY7" fmla="*/ 5688 h 195265"/>
                <a:gd name="connsiteX8" fmla="*/ 90301 w 90066"/>
                <a:gd name="connsiteY8" fmla="*/ 84 h 195265"/>
                <a:gd name="connsiteX9" fmla="*/ 235 w 90066"/>
                <a:gd name="connsiteY9" fmla="*/ 84 h 195265"/>
                <a:gd name="connsiteX10" fmla="*/ 235 w 90066"/>
                <a:gd name="connsiteY10" fmla="*/ 5688 h 195265"/>
                <a:gd name="connsiteX11" fmla="*/ 29651 w 90066"/>
                <a:gd name="connsiteY11" fmla="*/ 32235 h 195265"/>
                <a:gd name="connsiteX12" fmla="*/ 29651 w 90066"/>
                <a:gd name="connsiteY12" fmla="*/ 163199 h 19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066" h="195265">
                  <a:moveTo>
                    <a:pt x="29651" y="163199"/>
                  </a:moveTo>
                  <a:cubicBezTo>
                    <a:pt x="29651" y="185321"/>
                    <a:pt x="25708" y="188860"/>
                    <a:pt x="235" y="189745"/>
                  </a:cubicBezTo>
                  <a:lnTo>
                    <a:pt x="235" y="195350"/>
                  </a:lnTo>
                  <a:lnTo>
                    <a:pt x="90301" y="195350"/>
                  </a:lnTo>
                  <a:lnTo>
                    <a:pt x="90301" y="189745"/>
                  </a:lnTo>
                  <a:cubicBezTo>
                    <a:pt x="65435" y="188860"/>
                    <a:pt x="60583" y="184731"/>
                    <a:pt x="60583" y="163199"/>
                  </a:cubicBezTo>
                  <a:lnTo>
                    <a:pt x="60583" y="32235"/>
                  </a:lnTo>
                  <a:cubicBezTo>
                    <a:pt x="60583" y="10703"/>
                    <a:pt x="64828" y="6868"/>
                    <a:pt x="90301" y="5688"/>
                  </a:cubicBezTo>
                  <a:lnTo>
                    <a:pt x="90301" y="84"/>
                  </a:lnTo>
                  <a:lnTo>
                    <a:pt x="235" y="84"/>
                  </a:lnTo>
                  <a:lnTo>
                    <a:pt x="235" y="5688"/>
                  </a:lnTo>
                  <a:cubicBezTo>
                    <a:pt x="26012" y="7163"/>
                    <a:pt x="29651" y="10408"/>
                    <a:pt x="29651" y="32235"/>
                  </a:cubicBezTo>
                  <a:lnTo>
                    <a:pt x="29651" y="163199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1124575-2643-8801-F995-635BCB8F2515}"/>
                </a:ext>
              </a:extLst>
            </p:cNvPr>
            <p:cNvSpPr/>
            <p:nvPr>
              <p:custDataLst>
                <p:tags r:id="rId255"/>
              </p:custDataLst>
            </p:nvPr>
          </p:nvSpPr>
          <p:spPr>
            <a:xfrm>
              <a:off x="9815238" y="4920908"/>
              <a:ext cx="142226" cy="135683"/>
            </a:xfrm>
            <a:custGeom>
              <a:avLst/>
              <a:gdLst>
                <a:gd name="connsiteX0" fmla="*/ 239 w 142226"/>
                <a:gd name="connsiteY0" fmla="*/ 18372 h 135683"/>
                <a:gd name="connsiteX1" fmla="*/ 8426 w 142226"/>
                <a:gd name="connsiteY1" fmla="*/ 17192 h 135683"/>
                <a:gd name="connsiteX2" fmla="*/ 19647 w 142226"/>
                <a:gd name="connsiteY2" fmla="*/ 36070 h 135683"/>
                <a:gd name="connsiteX3" fmla="*/ 19647 w 142226"/>
                <a:gd name="connsiteY3" fmla="*/ 109221 h 135683"/>
                <a:gd name="connsiteX4" fmla="*/ 845 w 142226"/>
                <a:gd name="connsiteY4" fmla="*/ 131343 h 135683"/>
                <a:gd name="connsiteX5" fmla="*/ 845 w 142226"/>
                <a:gd name="connsiteY5" fmla="*/ 135767 h 135683"/>
                <a:gd name="connsiteX6" fmla="*/ 65135 w 142226"/>
                <a:gd name="connsiteY6" fmla="*/ 135767 h 135683"/>
                <a:gd name="connsiteX7" fmla="*/ 65135 w 142226"/>
                <a:gd name="connsiteY7" fmla="*/ 131343 h 135683"/>
                <a:gd name="connsiteX8" fmla="*/ 45120 w 142226"/>
                <a:gd name="connsiteY8" fmla="*/ 116005 h 135683"/>
                <a:gd name="connsiteX9" fmla="*/ 45120 w 142226"/>
                <a:gd name="connsiteY9" fmla="*/ 33120 h 135683"/>
                <a:gd name="connsiteX10" fmla="*/ 76355 w 142226"/>
                <a:gd name="connsiteY10" fmla="*/ 16307 h 135683"/>
                <a:gd name="connsiteX11" fmla="*/ 98493 w 142226"/>
                <a:gd name="connsiteY11" fmla="*/ 44919 h 135683"/>
                <a:gd name="connsiteX12" fmla="*/ 98493 w 142226"/>
                <a:gd name="connsiteY12" fmla="*/ 106566 h 135683"/>
                <a:gd name="connsiteX13" fmla="*/ 79388 w 142226"/>
                <a:gd name="connsiteY13" fmla="*/ 131343 h 135683"/>
                <a:gd name="connsiteX14" fmla="*/ 79388 w 142226"/>
                <a:gd name="connsiteY14" fmla="*/ 135767 h 135683"/>
                <a:gd name="connsiteX15" fmla="*/ 142465 w 142226"/>
                <a:gd name="connsiteY15" fmla="*/ 135767 h 135683"/>
                <a:gd name="connsiteX16" fmla="*/ 142465 w 142226"/>
                <a:gd name="connsiteY16" fmla="*/ 131343 h 135683"/>
                <a:gd name="connsiteX17" fmla="*/ 123966 w 142226"/>
                <a:gd name="connsiteY17" fmla="*/ 111875 h 135683"/>
                <a:gd name="connsiteX18" fmla="*/ 123966 w 142226"/>
                <a:gd name="connsiteY18" fmla="*/ 44329 h 135683"/>
                <a:gd name="connsiteX19" fmla="*/ 88182 w 142226"/>
                <a:gd name="connsiteY19" fmla="*/ 84 h 135683"/>
                <a:gd name="connsiteX20" fmla="*/ 44210 w 142226"/>
                <a:gd name="connsiteY20" fmla="*/ 23976 h 135683"/>
                <a:gd name="connsiteX21" fmla="*/ 44210 w 142226"/>
                <a:gd name="connsiteY21" fmla="*/ 674 h 135683"/>
                <a:gd name="connsiteX22" fmla="*/ 42088 w 142226"/>
                <a:gd name="connsiteY22" fmla="*/ 84 h 135683"/>
                <a:gd name="connsiteX23" fmla="*/ 239 w 142226"/>
                <a:gd name="connsiteY23" fmla="*/ 13357 h 135683"/>
                <a:gd name="connsiteX24" fmla="*/ 239 w 142226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26" h="135683">
                  <a:moveTo>
                    <a:pt x="239" y="18372"/>
                  </a:moveTo>
                  <a:cubicBezTo>
                    <a:pt x="2058" y="17487"/>
                    <a:pt x="5091" y="17192"/>
                    <a:pt x="8426" y="17192"/>
                  </a:cubicBezTo>
                  <a:cubicBezTo>
                    <a:pt x="16918" y="17192"/>
                    <a:pt x="19647" y="21616"/>
                    <a:pt x="19647" y="36070"/>
                  </a:cubicBezTo>
                  <a:lnTo>
                    <a:pt x="19647" y="109221"/>
                  </a:lnTo>
                  <a:cubicBezTo>
                    <a:pt x="19647" y="126033"/>
                    <a:pt x="16311" y="130163"/>
                    <a:pt x="845" y="131343"/>
                  </a:cubicBezTo>
                  <a:lnTo>
                    <a:pt x="845" y="135767"/>
                  </a:lnTo>
                  <a:lnTo>
                    <a:pt x="65135" y="135767"/>
                  </a:lnTo>
                  <a:lnTo>
                    <a:pt x="65135" y="131343"/>
                  </a:lnTo>
                  <a:cubicBezTo>
                    <a:pt x="49669" y="130163"/>
                    <a:pt x="45120" y="126623"/>
                    <a:pt x="45120" y="116005"/>
                  </a:cubicBezTo>
                  <a:lnTo>
                    <a:pt x="45120" y="33120"/>
                  </a:lnTo>
                  <a:cubicBezTo>
                    <a:pt x="59676" y="19847"/>
                    <a:pt x="66348" y="16307"/>
                    <a:pt x="76355" y="16307"/>
                  </a:cubicBezTo>
                  <a:cubicBezTo>
                    <a:pt x="91215" y="16307"/>
                    <a:pt x="98493" y="25451"/>
                    <a:pt x="98493" y="44919"/>
                  </a:cubicBezTo>
                  <a:lnTo>
                    <a:pt x="98493" y="106566"/>
                  </a:lnTo>
                  <a:cubicBezTo>
                    <a:pt x="98493" y="125149"/>
                    <a:pt x="94551" y="130163"/>
                    <a:pt x="79388" y="131343"/>
                  </a:cubicBezTo>
                  <a:lnTo>
                    <a:pt x="79388" y="135767"/>
                  </a:lnTo>
                  <a:lnTo>
                    <a:pt x="142465" y="135767"/>
                  </a:lnTo>
                  <a:lnTo>
                    <a:pt x="142465" y="131343"/>
                  </a:lnTo>
                  <a:cubicBezTo>
                    <a:pt x="127605" y="129868"/>
                    <a:pt x="123966" y="126328"/>
                    <a:pt x="123966" y="111875"/>
                  </a:cubicBezTo>
                  <a:lnTo>
                    <a:pt x="123966" y="44329"/>
                  </a:lnTo>
                  <a:cubicBezTo>
                    <a:pt x="123966" y="16602"/>
                    <a:pt x="110623" y="84"/>
                    <a:pt x="88182" y="84"/>
                  </a:cubicBezTo>
                  <a:cubicBezTo>
                    <a:pt x="74233" y="84"/>
                    <a:pt x="64832" y="5098"/>
                    <a:pt x="44210" y="23976"/>
                  </a:cubicBezTo>
                  <a:lnTo>
                    <a:pt x="44210" y="674"/>
                  </a:lnTo>
                  <a:lnTo>
                    <a:pt x="42088" y="84"/>
                  </a:lnTo>
                  <a:cubicBezTo>
                    <a:pt x="27228" y="5393"/>
                    <a:pt x="16918" y="8638"/>
                    <a:pt x="239" y="13357"/>
                  </a:cubicBezTo>
                  <a:lnTo>
                    <a:pt x="239" y="1837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6DE25688-FC1A-59E0-046B-14CC3AFE95E5}"/>
                </a:ext>
              </a:extLst>
            </p:cNvPr>
            <p:cNvSpPr/>
            <p:nvPr>
              <p:custDataLst>
                <p:tags r:id="rId256"/>
              </p:custDataLst>
            </p:nvPr>
          </p:nvSpPr>
          <p:spPr>
            <a:xfrm>
              <a:off x="9966524" y="4885807"/>
              <a:ext cx="80665" cy="173733"/>
            </a:xfrm>
            <a:custGeom>
              <a:avLst/>
              <a:gdLst>
                <a:gd name="connsiteX0" fmla="*/ 73631 w 80665"/>
                <a:gd name="connsiteY0" fmla="*/ 38134 h 173733"/>
                <a:gd name="connsiteX1" fmla="*/ 43002 w 80665"/>
                <a:gd name="connsiteY1" fmla="*/ 38134 h 173733"/>
                <a:gd name="connsiteX2" fmla="*/ 43002 w 80665"/>
                <a:gd name="connsiteY2" fmla="*/ 3919 h 173733"/>
                <a:gd name="connsiteX3" fmla="*/ 40879 w 80665"/>
                <a:gd name="connsiteY3" fmla="*/ 84 h 173733"/>
                <a:gd name="connsiteX4" fmla="*/ 34814 w 80665"/>
                <a:gd name="connsiteY4" fmla="*/ 8343 h 173733"/>
                <a:gd name="connsiteX5" fmla="*/ 5399 w 80665"/>
                <a:gd name="connsiteY5" fmla="*/ 39904 h 173733"/>
                <a:gd name="connsiteX6" fmla="*/ 243 w 80665"/>
                <a:gd name="connsiteY6" fmla="*/ 45508 h 173733"/>
                <a:gd name="connsiteX7" fmla="*/ 1456 w 80665"/>
                <a:gd name="connsiteY7" fmla="*/ 47573 h 173733"/>
                <a:gd name="connsiteX8" fmla="*/ 17529 w 80665"/>
                <a:gd name="connsiteY8" fmla="*/ 47573 h 173733"/>
                <a:gd name="connsiteX9" fmla="*/ 17529 w 80665"/>
                <a:gd name="connsiteY9" fmla="*/ 136357 h 173733"/>
                <a:gd name="connsiteX10" fmla="*/ 44518 w 80665"/>
                <a:gd name="connsiteY10" fmla="*/ 173817 h 173733"/>
                <a:gd name="connsiteX11" fmla="*/ 80909 w 80665"/>
                <a:gd name="connsiteY11" fmla="*/ 151400 h 173733"/>
                <a:gd name="connsiteX12" fmla="*/ 76967 w 80665"/>
                <a:gd name="connsiteY12" fmla="*/ 148156 h 173733"/>
                <a:gd name="connsiteX13" fmla="*/ 58771 w 80665"/>
                <a:gd name="connsiteY13" fmla="*/ 158479 h 173733"/>
                <a:gd name="connsiteX14" fmla="*/ 43002 w 80665"/>
                <a:gd name="connsiteY14" fmla="*/ 131933 h 173733"/>
                <a:gd name="connsiteX15" fmla="*/ 43002 w 80665"/>
                <a:gd name="connsiteY15" fmla="*/ 47573 h 173733"/>
                <a:gd name="connsiteX16" fmla="*/ 73631 w 80665"/>
                <a:gd name="connsiteY16" fmla="*/ 47573 h 173733"/>
                <a:gd name="connsiteX17" fmla="*/ 73631 w 80665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65" h="173733">
                  <a:moveTo>
                    <a:pt x="73631" y="38134"/>
                  </a:moveTo>
                  <a:lnTo>
                    <a:pt x="43002" y="38134"/>
                  </a:lnTo>
                  <a:lnTo>
                    <a:pt x="43002" y="3919"/>
                  </a:lnTo>
                  <a:cubicBezTo>
                    <a:pt x="43002" y="969"/>
                    <a:pt x="42699" y="84"/>
                    <a:pt x="40879" y="84"/>
                  </a:cubicBezTo>
                  <a:cubicBezTo>
                    <a:pt x="38757" y="2739"/>
                    <a:pt x="36937" y="5393"/>
                    <a:pt x="34814" y="8343"/>
                  </a:cubicBezTo>
                  <a:cubicBezTo>
                    <a:pt x="23291" y="24566"/>
                    <a:pt x="10251" y="38724"/>
                    <a:pt x="5399" y="39904"/>
                  </a:cubicBezTo>
                  <a:cubicBezTo>
                    <a:pt x="2063" y="41969"/>
                    <a:pt x="243" y="44034"/>
                    <a:pt x="243" y="45508"/>
                  </a:cubicBezTo>
                  <a:cubicBezTo>
                    <a:pt x="243" y="46393"/>
                    <a:pt x="547" y="46983"/>
                    <a:pt x="1456" y="47573"/>
                  </a:cubicBezTo>
                  <a:lnTo>
                    <a:pt x="17529" y="47573"/>
                  </a:lnTo>
                  <a:lnTo>
                    <a:pt x="17529" y="136357"/>
                  </a:lnTo>
                  <a:cubicBezTo>
                    <a:pt x="17529" y="161134"/>
                    <a:pt x="26626" y="173817"/>
                    <a:pt x="44518" y="173817"/>
                  </a:cubicBezTo>
                  <a:cubicBezTo>
                    <a:pt x="59378" y="173817"/>
                    <a:pt x="70902" y="166738"/>
                    <a:pt x="80909" y="151400"/>
                  </a:cubicBezTo>
                  <a:lnTo>
                    <a:pt x="76967" y="148156"/>
                  </a:lnTo>
                  <a:cubicBezTo>
                    <a:pt x="70598" y="155530"/>
                    <a:pt x="65443" y="158479"/>
                    <a:pt x="58771" y="158479"/>
                  </a:cubicBezTo>
                  <a:cubicBezTo>
                    <a:pt x="47551" y="158479"/>
                    <a:pt x="43002" y="150515"/>
                    <a:pt x="43002" y="131933"/>
                  </a:cubicBezTo>
                  <a:lnTo>
                    <a:pt x="43002" y="47573"/>
                  </a:lnTo>
                  <a:lnTo>
                    <a:pt x="73631" y="47573"/>
                  </a:lnTo>
                  <a:lnTo>
                    <a:pt x="73631" y="3813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0CDE4597-F605-E2A6-77BE-1368C7FB9FC0}"/>
                </a:ext>
              </a:extLst>
            </p:cNvPr>
            <p:cNvSpPr/>
            <p:nvPr>
              <p:custDataLst>
                <p:tags r:id="rId257"/>
              </p:custDataLst>
            </p:nvPr>
          </p:nvSpPr>
          <p:spPr>
            <a:xfrm>
              <a:off x="10054781" y="4920908"/>
              <a:ext cx="120998" cy="138632"/>
            </a:xfrm>
            <a:custGeom>
              <a:avLst/>
              <a:gdLst>
                <a:gd name="connsiteX0" fmla="*/ 116393 w 120998"/>
                <a:gd name="connsiteY0" fmla="*/ 87393 h 138632"/>
                <a:gd name="connsiteX1" fmla="*/ 69388 w 120998"/>
                <a:gd name="connsiteY1" fmla="*/ 118364 h 138632"/>
                <a:gd name="connsiteX2" fmla="*/ 30268 w 120998"/>
                <a:gd name="connsiteY2" fmla="*/ 92998 h 138632"/>
                <a:gd name="connsiteX3" fmla="*/ 22081 w 120998"/>
                <a:gd name="connsiteY3" fmla="*/ 54062 h 138632"/>
                <a:gd name="connsiteX4" fmla="*/ 115483 w 120998"/>
                <a:gd name="connsiteY4" fmla="*/ 54062 h 138632"/>
                <a:gd name="connsiteX5" fmla="*/ 102443 w 120998"/>
                <a:gd name="connsiteY5" fmla="*/ 16897 h 138632"/>
                <a:gd name="connsiteX6" fmla="*/ 63626 w 120998"/>
                <a:gd name="connsiteY6" fmla="*/ 84 h 138632"/>
                <a:gd name="connsiteX7" fmla="*/ 22687 w 120998"/>
                <a:gd name="connsiteY7" fmla="*/ 15422 h 138632"/>
                <a:gd name="connsiteX8" fmla="*/ 246 w 120998"/>
                <a:gd name="connsiteY8" fmla="*/ 72645 h 138632"/>
                <a:gd name="connsiteX9" fmla="*/ 56955 w 120998"/>
                <a:gd name="connsiteY9" fmla="*/ 138717 h 138632"/>
                <a:gd name="connsiteX10" fmla="*/ 121245 w 120998"/>
                <a:gd name="connsiteY10" fmla="*/ 89458 h 138632"/>
                <a:gd name="connsiteX11" fmla="*/ 116393 w 120998"/>
                <a:gd name="connsiteY11" fmla="*/ 87393 h 138632"/>
                <a:gd name="connsiteX12" fmla="*/ 22687 w 120998"/>
                <a:gd name="connsiteY12" fmla="*/ 44624 h 138632"/>
                <a:gd name="connsiteX13" fmla="*/ 54832 w 120998"/>
                <a:gd name="connsiteY13" fmla="*/ 10703 h 138632"/>
                <a:gd name="connsiteX14" fmla="*/ 84551 w 120998"/>
                <a:gd name="connsiteY14" fmla="*/ 44624 h 138632"/>
                <a:gd name="connsiteX15" fmla="*/ 22687 w 120998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998" h="138632">
                  <a:moveTo>
                    <a:pt x="116393" y="87393"/>
                  </a:moveTo>
                  <a:cubicBezTo>
                    <a:pt x="101836" y="109811"/>
                    <a:pt x="88796" y="118364"/>
                    <a:pt x="69388" y="118364"/>
                  </a:cubicBezTo>
                  <a:cubicBezTo>
                    <a:pt x="52103" y="118364"/>
                    <a:pt x="39063" y="109811"/>
                    <a:pt x="30268" y="92998"/>
                  </a:cubicBezTo>
                  <a:cubicBezTo>
                    <a:pt x="24810" y="81789"/>
                    <a:pt x="22687" y="72055"/>
                    <a:pt x="22081" y="54062"/>
                  </a:cubicBezTo>
                  <a:lnTo>
                    <a:pt x="115483" y="54062"/>
                  </a:lnTo>
                  <a:cubicBezTo>
                    <a:pt x="113057" y="34890"/>
                    <a:pt x="110024" y="26336"/>
                    <a:pt x="102443" y="16897"/>
                  </a:cubicBezTo>
                  <a:cubicBezTo>
                    <a:pt x="93345" y="6278"/>
                    <a:pt x="79396" y="84"/>
                    <a:pt x="63626" y="84"/>
                  </a:cubicBezTo>
                  <a:cubicBezTo>
                    <a:pt x="48464" y="84"/>
                    <a:pt x="34211" y="5393"/>
                    <a:pt x="22687" y="15422"/>
                  </a:cubicBezTo>
                  <a:cubicBezTo>
                    <a:pt x="8434" y="27516"/>
                    <a:pt x="246" y="48458"/>
                    <a:pt x="246" y="72645"/>
                  </a:cubicBezTo>
                  <a:cubicBezTo>
                    <a:pt x="246" y="113350"/>
                    <a:pt x="22081" y="138717"/>
                    <a:pt x="56955" y="138717"/>
                  </a:cubicBezTo>
                  <a:cubicBezTo>
                    <a:pt x="85764" y="138717"/>
                    <a:pt x="108508" y="121314"/>
                    <a:pt x="121245" y="89458"/>
                  </a:cubicBezTo>
                  <a:lnTo>
                    <a:pt x="116393" y="87393"/>
                  </a:lnTo>
                  <a:close/>
                  <a:moveTo>
                    <a:pt x="22687" y="44624"/>
                  </a:moveTo>
                  <a:cubicBezTo>
                    <a:pt x="26023" y="21616"/>
                    <a:pt x="36334" y="10703"/>
                    <a:pt x="54832" y="10703"/>
                  </a:cubicBezTo>
                  <a:cubicBezTo>
                    <a:pt x="73330" y="10703"/>
                    <a:pt x="80609" y="18962"/>
                    <a:pt x="84551" y="44624"/>
                  </a:cubicBezTo>
                  <a:lnTo>
                    <a:pt x="22687" y="4462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267D5F3-BFD2-FB7E-1797-D5C254CCD9DC}"/>
                </a:ext>
              </a:extLst>
            </p:cNvPr>
            <p:cNvSpPr/>
            <p:nvPr>
              <p:custDataLst>
                <p:tags r:id="rId258"/>
              </p:custDataLst>
            </p:nvPr>
          </p:nvSpPr>
          <p:spPr>
            <a:xfrm>
              <a:off x="10183864" y="4920908"/>
              <a:ext cx="100073" cy="135683"/>
            </a:xfrm>
            <a:custGeom>
              <a:avLst/>
              <a:gdLst>
                <a:gd name="connsiteX0" fmla="*/ 857 w 100073"/>
                <a:gd name="connsiteY0" fmla="*/ 20732 h 135683"/>
                <a:gd name="connsiteX1" fmla="*/ 11471 w 100073"/>
                <a:gd name="connsiteY1" fmla="*/ 19552 h 135683"/>
                <a:gd name="connsiteX2" fmla="*/ 21782 w 100073"/>
                <a:gd name="connsiteY2" fmla="*/ 37249 h 135683"/>
                <a:gd name="connsiteX3" fmla="*/ 21782 w 100073"/>
                <a:gd name="connsiteY3" fmla="*/ 110990 h 135683"/>
                <a:gd name="connsiteX4" fmla="*/ 251 w 100073"/>
                <a:gd name="connsiteY4" fmla="*/ 131343 h 135683"/>
                <a:gd name="connsiteX5" fmla="*/ 251 w 100073"/>
                <a:gd name="connsiteY5" fmla="*/ 135767 h 135683"/>
                <a:gd name="connsiteX6" fmla="*/ 73032 w 100073"/>
                <a:gd name="connsiteY6" fmla="*/ 135767 h 135683"/>
                <a:gd name="connsiteX7" fmla="*/ 73032 w 100073"/>
                <a:gd name="connsiteY7" fmla="*/ 131343 h 135683"/>
                <a:gd name="connsiteX8" fmla="*/ 47255 w 100073"/>
                <a:gd name="connsiteY8" fmla="*/ 109221 h 135683"/>
                <a:gd name="connsiteX9" fmla="*/ 47255 w 100073"/>
                <a:gd name="connsiteY9" fmla="*/ 42854 h 135683"/>
                <a:gd name="connsiteX10" fmla="*/ 68483 w 100073"/>
                <a:gd name="connsiteY10" fmla="*/ 18667 h 135683"/>
                <a:gd name="connsiteX11" fmla="*/ 76367 w 100073"/>
                <a:gd name="connsiteY11" fmla="*/ 23091 h 135683"/>
                <a:gd name="connsiteX12" fmla="*/ 88497 w 100073"/>
                <a:gd name="connsiteY12" fmla="*/ 28991 h 135683"/>
                <a:gd name="connsiteX13" fmla="*/ 100324 w 100073"/>
                <a:gd name="connsiteY13" fmla="*/ 15717 h 135683"/>
                <a:gd name="connsiteX14" fmla="*/ 83645 w 100073"/>
                <a:gd name="connsiteY14" fmla="*/ 84 h 135683"/>
                <a:gd name="connsiteX15" fmla="*/ 47255 w 100073"/>
                <a:gd name="connsiteY15" fmla="*/ 27811 h 135683"/>
                <a:gd name="connsiteX16" fmla="*/ 47255 w 100073"/>
                <a:gd name="connsiteY16" fmla="*/ 674 h 135683"/>
                <a:gd name="connsiteX17" fmla="*/ 45739 w 100073"/>
                <a:gd name="connsiteY17" fmla="*/ 84 h 135683"/>
                <a:gd name="connsiteX18" fmla="*/ 857 w 100073"/>
                <a:gd name="connsiteY18" fmla="*/ 16012 h 135683"/>
                <a:gd name="connsiteX19" fmla="*/ 857 w 100073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073" h="135683">
                  <a:moveTo>
                    <a:pt x="857" y="20732"/>
                  </a:moveTo>
                  <a:cubicBezTo>
                    <a:pt x="5103" y="19847"/>
                    <a:pt x="7832" y="19552"/>
                    <a:pt x="11471" y="19552"/>
                  </a:cubicBezTo>
                  <a:cubicBezTo>
                    <a:pt x="19052" y="19552"/>
                    <a:pt x="21782" y="24271"/>
                    <a:pt x="21782" y="37249"/>
                  </a:cubicBezTo>
                  <a:lnTo>
                    <a:pt x="21782" y="110990"/>
                  </a:lnTo>
                  <a:cubicBezTo>
                    <a:pt x="21782" y="125739"/>
                    <a:pt x="19659" y="127803"/>
                    <a:pt x="251" y="131343"/>
                  </a:cubicBezTo>
                  <a:lnTo>
                    <a:pt x="251" y="135767"/>
                  </a:lnTo>
                  <a:lnTo>
                    <a:pt x="73032" y="135767"/>
                  </a:lnTo>
                  <a:lnTo>
                    <a:pt x="73032" y="131343"/>
                  </a:lnTo>
                  <a:cubicBezTo>
                    <a:pt x="52410" y="130458"/>
                    <a:pt x="47255" y="126033"/>
                    <a:pt x="47255" y="109221"/>
                  </a:cubicBezTo>
                  <a:lnTo>
                    <a:pt x="47255" y="42854"/>
                  </a:lnTo>
                  <a:cubicBezTo>
                    <a:pt x="47255" y="33415"/>
                    <a:pt x="60295" y="18667"/>
                    <a:pt x="68483" y="18667"/>
                  </a:cubicBezTo>
                  <a:cubicBezTo>
                    <a:pt x="70302" y="18667"/>
                    <a:pt x="73032" y="20142"/>
                    <a:pt x="76367" y="23091"/>
                  </a:cubicBezTo>
                  <a:cubicBezTo>
                    <a:pt x="81219" y="27221"/>
                    <a:pt x="84555" y="28991"/>
                    <a:pt x="88497" y="28991"/>
                  </a:cubicBezTo>
                  <a:cubicBezTo>
                    <a:pt x="95776" y="28991"/>
                    <a:pt x="100324" y="23976"/>
                    <a:pt x="100324" y="15717"/>
                  </a:cubicBezTo>
                  <a:cubicBezTo>
                    <a:pt x="100324" y="5983"/>
                    <a:pt x="93956" y="84"/>
                    <a:pt x="83645" y="84"/>
                  </a:cubicBezTo>
                  <a:cubicBezTo>
                    <a:pt x="70909" y="84"/>
                    <a:pt x="62114" y="6868"/>
                    <a:pt x="47255" y="27811"/>
                  </a:cubicBezTo>
                  <a:lnTo>
                    <a:pt x="47255" y="674"/>
                  </a:lnTo>
                  <a:lnTo>
                    <a:pt x="45739" y="84"/>
                  </a:lnTo>
                  <a:cubicBezTo>
                    <a:pt x="29666" y="6573"/>
                    <a:pt x="18749" y="10408"/>
                    <a:pt x="857" y="16012"/>
                  </a:cubicBezTo>
                  <a:lnTo>
                    <a:pt x="857" y="2073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429B12B6-6231-E028-1039-12758583F79A}"/>
                </a:ext>
              </a:extLst>
            </p:cNvPr>
            <p:cNvSpPr/>
            <p:nvPr>
              <p:custDataLst>
                <p:tags r:id="rId259"/>
              </p:custDataLst>
            </p:nvPr>
          </p:nvSpPr>
          <p:spPr>
            <a:xfrm>
              <a:off x="10285225" y="4920908"/>
              <a:ext cx="141013" cy="199690"/>
            </a:xfrm>
            <a:custGeom>
              <a:avLst/>
              <a:gdLst>
                <a:gd name="connsiteX0" fmla="*/ 1467 w 141013"/>
                <a:gd name="connsiteY0" fmla="*/ 19847 h 199690"/>
                <a:gd name="connsiteX1" fmla="*/ 9048 w 141013"/>
                <a:gd name="connsiteY1" fmla="*/ 19552 h 199690"/>
                <a:gd name="connsiteX2" fmla="*/ 21482 w 141013"/>
                <a:gd name="connsiteY2" fmla="*/ 36365 h 199690"/>
                <a:gd name="connsiteX3" fmla="*/ 21482 w 141013"/>
                <a:gd name="connsiteY3" fmla="*/ 174408 h 199690"/>
                <a:gd name="connsiteX4" fmla="*/ 254 w 141013"/>
                <a:gd name="connsiteY4" fmla="*/ 194760 h 199690"/>
                <a:gd name="connsiteX5" fmla="*/ 254 w 141013"/>
                <a:gd name="connsiteY5" fmla="*/ 199775 h 199690"/>
                <a:gd name="connsiteX6" fmla="*/ 73642 w 141013"/>
                <a:gd name="connsiteY6" fmla="*/ 199775 h 199690"/>
                <a:gd name="connsiteX7" fmla="*/ 73642 w 141013"/>
                <a:gd name="connsiteY7" fmla="*/ 194465 h 199690"/>
                <a:gd name="connsiteX8" fmla="*/ 46955 w 141013"/>
                <a:gd name="connsiteY8" fmla="*/ 172343 h 199690"/>
                <a:gd name="connsiteX9" fmla="*/ 46955 w 141013"/>
                <a:gd name="connsiteY9" fmla="*/ 126034 h 199690"/>
                <a:gd name="connsiteX10" fmla="*/ 77584 w 141013"/>
                <a:gd name="connsiteY10" fmla="*/ 138717 h 199690"/>
                <a:gd name="connsiteX11" fmla="*/ 141267 w 141013"/>
                <a:gd name="connsiteY11" fmla="*/ 62912 h 199690"/>
                <a:gd name="connsiteX12" fmla="*/ 90624 w 141013"/>
                <a:gd name="connsiteY12" fmla="*/ 84 h 199690"/>
                <a:gd name="connsiteX13" fmla="*/ 46955 w 141013"/>
                <a:gd name="connsiteY13" fmla="*/ 23386 h 199690"/>
                <a:gd name="connsiteX14" fmla="*/ 46955 w 141013"/>
                <a:gd name="connsiteY14" fmla="*/ 674 h 199690"/>
                <a:gd name="connsiteX15" fmla="*/ 45136 w 141013"/>
                <a:gd name="connsiteY15" fmla="*/ 84 h 199690"/>
                <a:gd name="connsiteX16" fmla="*/ 1467 w 141013"/>
                <a:gd name="connsiteY16" fmla="*/ 15128 h 199690"/>
                <a:gd name="connsiteX17" fmla="*/ 1467 w 141013"/>
                <a:gd name="connsiteY17" fmla="*/ 19847 h 199690"/>
                <a:gd name="connsiteX18" fmla="*/ 46955 w 141013"/>
                <a:gd name="connsiteY18" fmla="*/ 37250 h 199690"/>
                <a:gd name="connsiteX19" fmla="*/ 77887 w 141013"/>
                <a:gd name="connsiteY19" fmla="*/ 17782 h 199690"/>
                <a:gd name="connsiteX20" fmla="*/ 115187 w 141013"/>
                <a:gd name="connsiteY20" fmla="*/ 74415 h 199690"/>
                <a:gd name="connsiteX21" fmla="*/ 78494 w 141013"/>
                <a:gd name="connsiteY21" fmla="*/ 129278 h 199690"/>
                <a:gd name="connsiteX22" fmla="*/ 46955 w 141013"/>
                <a:gd name="connsiteY22" fmla="*/ 109811 h 199690"/>
                <a:gd name="connsiteX23" fmla="*/ 46955 w 141013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1013" h="199690">
                  <a:moveTo>
                    <a:pt x="1467" y="19847"/>
                  </a:moveTo>
                  <a:cubicBezTo>
                    <a:pt x="4196" y="19552"/>
                    <a:pt x="6319" y="19552"/>
                    <a:pt x="9048" y="19552"/>
                  </a:cubicBezTo>
                  <a:cubicBezTo>
                    <a:pt x="19359" y="19552"/>
                    <a:pt x="21482" y="22502"/>
                    <a:pt x="21482" y="36365"/>
                  </a:cubicBezTo>
                  <a:lnTo>
                    <a:pt x="21482" y="174408"/>
                  </a:lnTo>
                  <a:cubicBezTo>
                    <a:pt x="21482" y="189746"/>
                    <a:pt x="18146" y="192991"/>
                    <a:pt x="254" y="194760"/>
                  </a:cubicBezTo>
                  <a:lnTo>
                    <a:pt x="254" y="199775"/>
                  </a:lnTo>
                  <a:lnTo>
                    <a:pt x="73642" y="199775"/>
                  </a:lnTo>
                  <a:lnTo>
                    <a:pt x="73642" y="194465"/>
                  </a:lnTo>
                  <a:cubicBezTo>
                    <a:pt x="50897" y="194170"/>
                    <a:pt x="46955" y="190926"/>
                    <a:pt x="46955" y="172343"/>
                  </a:cubicBezTo>
                  <a:lnTo>
                    <a:pt x="46955" y="126034"/>
                  </a:lnTo>
                  <a:cubicBezTo>
                    <a:pt x="57569" y="135768"/>
                    <a:pt x="64847" y="138717"/>
                    <a:pt x="77584" y="138717"/>
                  </a:cubicBezTo>
                  <a:cubicBezTo>
                    <a:pt x="113368" y="138717"/>
                    <a:pt x="141267" y="105681"/>
                    <a:pt x="141267" y="62912"/>
                  </a:cubicBezTo>
                  <a:cubicBezTo>
                    <a:pt x="141267" y="26336"/>
                    <a:pt x="120039" y="84"/>
                    <a:pt x="90624" y="84"/>
                  </a:cubicBezTo>
                  <a:cubicBezTo>
                    <a:pt x="73642" y="84"/>
                    <a:pt x="60298" y="7458"/>
                    <a:pt x="46955" y="23386"/>
                  </a:cubicBezTo>
                  <a:lnTo>
                    <a:pt x="46955" y="674"/>
                  </a:lnTo>
                  <a:lnTo>
                    <a:pt x="45136" y="84"/>
                  </a:lnTo>
                  <a:cubicBezTo>
                    <a:pt x="28760" y="6279"/>
                    <a:pt x="18146" y="10113"/>
                    <a:pt x="1467" y="15128"/>
                  </a:cubicBezTo>
                  <a:lnTo>
                    <a:pt x="1467" y="19847"/>
                  </a:lnTo>
                  <a:close/>
                  <a:moveTo>
                    <a:pt x="46955" y="37250"/>
                  </a:moveTo>
                  <a:cubicBezTo>
                    <a:pt x="46955" y="28401"/>
                    <a:pt x="63937" y="17782"/>
                    <a:pt x="77887" y="17782"/>
                  </a:cubicBezTo>
                  <a:cubicBezTo>
                    <a:pt x="100328" y="17782"/>
                    <a:pt x="115187" y="40199"/>
                    <a:pt x="115187" y="74415"/>
                  </a:cubicBezTo>
                  <a:cubicBezTo>
                    <a:pt x="115187" y="107156"/>
                    <a:pt x="100328" y="129278"/>
                    <a:pt x="78494" y="129278"/>
                  </a:cubicBezTo>
                  <a:cubicBezTo>
                    <a:pt x="64241" y="129278"/>
                    <a:pt x="46955" y="118660"/>
                    <a:pt x="46955" y="109811"/>
                  </a:cubicBezTo>
                  <a:lnTo>
                    <a:pt x="46955" y="37250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B817A1D-4C0C-BF89-7DB6-19B9B941080A}"/>
                </a:ext>
              </a:extLst>
            </p:cNvPr>
            <p:cNvSpPr/>
            <p:nvPr>
              <p:custDataLst>
                <p:tags r:id="rId260"/>
              </p:custDataLst>
            </p:nvPr>
          </p:nvSpPr>
          <p:spPr>
            <a:xfrm>
              <a:off x="10444699" y="4920908"/>
              <a:ext cx="133734" cy="138632"/>
            </a:xfrm>
            <a:custGeom>
              <a:avLst/>
              <a:gdLst>
                <a:gd name="connsiteX0" fmla="*/ 67278 w 133734"/>
                <a:gd name="connsiteY0" fmla="*/ 84 h 138632"/>
                <a:gd name="connsiteX1" fmla="*/ 259 w 133734"/>
                <a:gd name="connsiteY1" fmla="*/ 69106 h 138632"/>
                <a:gd name="connsiteX2" fmla="*/ 66672 w 133734"/>
                <a:gd name="connsiteY2" fmla="*/ 138717 h 138632"/>
                <a:gd name="connsiteX3" fmla="*/ 133994 w 133734"/>
                <a:gd name="connsiteY3" fmla="*/ 66746 h 138632"/>
                <a:gd name="connsiteX4" fmla="*/ 67278 w 133734"/>
                <a:gd name="connsiteY4" fmla="*/ 84 h 138632"/>
                <a:gd name="connsiteX5" fmla="*/ 63336 w 133734"/>
                <a:gd name="connsiteY5" fmla="*/ 8343 h 138632"/>
                <a:gd name="connsiteX6" fmla="*/ 106701 w 133734"/>
                <a:gd name="connsiteY6" fmla="*/ 77070 h 138632"/>
                <a:gd name="connsiteX7" fmla="*/ 70311 w 133734"/>
                <a:gd name="connsiteY7" fmla="*/ 130458 h 138632"/>
                <a:gd name="connsiteX8" fmla="*/ 40895 w 133734"/>
                <a:gd name="connsiteY8" fmla="*/ 111580 h 138632"/>
                <a:gd name="connsiteX9" fmla="*/ 27552 w 133734"/>
                <a:gd name="connsiteY9" fmla="*/ 54652 h 138632"/>
                <a:gd name="connsiteX10" fmla="*/ 63336 w 133734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34" h="138632">
                  <a:moveTo>
                    <a:pt x="67278" y="84"/>
                  </a:moveTo>
                  <a:cubicBezTo>
                    <a:pt x="27855" y="84"/>
                    <a:pt x="259" y="28401"/>
                    <a:pt x="259" y="69106"/>
                  </a:cubicBezTo>
                  <a:cubicBezTo>
                    <a:pt x="259" y="108926"/>
                    <a:pt x="28462" y="138717"/>
                    <a:pt x="66672" y="138717"/>
                  </a:cubicBezTo>
                  <a:cubicBezTo>
                    <a:pt x="104882" y="138717"/>
                    <a:pt x="133994" y="107451"/>
                    <a:pt x="133994" y="66746"/>
                  </a:cubicBezTo>
                  <a:cubicBezTo>
                    <a:pt x="133994" y="28106"/>
                    <a:pt x="106095" y="84"/>
                    <a:pt x="67278" y="84"/>
                  </a:cubicBezTo>
                  <a:close/>
                  <a:moveTo>
                    <a:pt x="63336" y="8343"/>
                  </a:moveTo>
                  <a:cubicBezTo>
                    <a:pt x="88809" y="8343"/>
                    <a:pt x="106701" y="36660"/>
                    <a:pt x="106701" y="77070"/>
                  </a:cubicBezTo>
                  <a:cubicBezTo>
                    <a:pt x="106701" y="110400"/>
                    <a:pt x="93055" y="130458"/>
                    <a:pt x="70311" y="130458"/>
                  </a:cubicBezTo>
                  <a:cubicBezTo>
                    <a:pt x="58484" y="130458"/>
                    <a:pt x="47263" y="123379"/>
                    <a:pt x="40895" y="111580"/>
                  </a:cubicBezTo>
                  <a:cubicBezTo>
                    <a:pt x="32404" y="96242"/>
                    <a:pt x="27552" y="75595"/>
                    <a:pt x="27552" y="54652"/>
                  </a:cubicBezTo>
                  <a:cubicBezTo>
                    <a:pt x="27552" y="26631"/>
                    <a:pt x="41805" y="8343"/>
                    <a:pt x="63336" y="8343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A16F33F7-8121-3BF6-E428-55681A04E1BB}"/>
                </a:ext>
              </a:extLst>
            </p:cNvPr>
            <p:cNvSpPr/>
            <p:nvPr>
              <p:custDataLst>
                <p:tags r:id="rId261"/>
              </p:custDataLst>
            </p:nvPr>
          </p:nvSpPr>
          <p:spPr>
            <a:xfrm>
              <a:off x="10593862" y="4855131"/>
              <a:ext cx="72174" cy="201460"/>
            </a:xfrm>
            <a:custGeom>
              <a:avLst/>
              <a:gdLst>
                <a:gd name="connsiteX0" fmla="*/ 264 w 72174"/>
                <a:gd name="connsiteY0" fmla="*/ 17782 h 201460"/>
                <a:gd name="connsiteX1" fmla="*/ 2083 w 72174"/>
                <a:gd name="connsiteY1" fmla="*/ 17782 h 201460"/>
                <a:gd name="connsiteX2" fmla="*/ 11484 w 72174"/>
                <a:gd name="connsiteY2" fmla="*/ 17192 h 201460"/>
                <a:gd name="connsiteX3" fmla="*/ 24221 w 72174"/>
                <a:gd name="connsiteY3" fmla="*/ 35184 h 201460"/>
                <a:gd name="connsiteX4" fmla="*/ 24221 w 72174"/>
                <a:gd name="connsiteY4" fmla="*/ 175882 h 201460"/>
                <a:gd name="connsiteX5" fmla="*/ 870 w 72174"/>
                <a:gd name="connsiteY5" fmla="*/ 197119 h 201460"/>
                <a:gd name="connsiteX6" fmla="*/ 870 w 72174"/>
                <a:gd name="connsiteY6" fmla="*/ 201544 h 201460"/>
                <a:gd name="connsiteX7" fmla="*/ 72438 w 72174"/>
                <a:gd name="connsiteY7" fmla="*/ 201544 h 201460"/>
                <a:gd name="connsiteX8" fmla="*/ 72438 w 72174"/>
                <a:gd name="connsiteY8" fmla="*/ 197119 h 201460"/>
                <a:gd name="connsiteX9" fmla="*/ 49694 w 72174"/>
                <a:gd name="connsiteY9" fmla="*/ 176767 h 201460"/>
                <a:gd name="connsiteX10" fmla="*/ 49694 w 72174"/>
                <a:gd name="connsiteY10" fmla="*/ 674 h 201460"/>
                <a:gd name="connsiteX11" fmla="*/ 48481 w 72174"/>
                <a:gd name="connsiteY11" fmla="*/ 84 h 201460"/>
                <a:gd name="connsiteX12" fmla="*/ 264 w 72174"/>
                <a:gd name="connsiteY12" fmla="*/ 13062 h 201460"/>
                <a:gd name="connsiteX13" fmla="*/ 264 w 72174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74" h="201460">
                  <a:moveTo>
                    <a:pt x="264" y="17782"/>
                  </a:moveTo>
                  <a:lnTo>
                    <a:pt x="2083" y="17782"/>
                  </a:lnTo>
                  <a:cubicBezTo>
                    <a:pt x="5419" y="17487"/>
                    <a:pt x="9058" y="17192"/>
                    <a:pt x="11484" y="17192"/>
                  </a:cubicBezTo>
                  <a:cubicBezTo>
                    <a:pt x="21188" y="17192"/>
                    <a:pt x="24221" y="21321"/>
                    <a:pt x="24221" y="35184"/>
                  </a:cubicBezTo>
                  <a:lnTo>
                    <a:pt x="24221" y="175882"/>
                  </a:lnTo>
                  <a:cubicBezTo>
                    <a:pt x="24221" y="191810"/>
                    <a:pt x="19975" y="195645"/>
                    <a:pt x="870" y="197119"/>
                  </a:cubicBezTo>
                  <a:lnTo>
                    <a:pt x="870" y="201544"/>
                  </a:lnTo>
                  <a:lnTo>
                    <a:pt x="72438" y="201544"/>
                  </a:lnTo>
                  <a:lnTo>
                    <a:pt x="72438" y="197119"/>
                  </a:lnTo>
                  <a:cubicBezTo>
                    <a:pt x="53333" y="195940"/>
                    <a:pt x="49694" y="192990"/>
                    <a:pt x="49694" y="176767"/>
                  </a:cubicBezTo>
                  <a:lnTo>
                    <a:pt x="49694" y="674"/>
                  </a:lnTo>
                  <a:lnTo>
                    <a:pt x="48481" y="84"/>
                  </a:lnTo>
                  <a:cubicBezTo>
                    <a:pt x="32712" y="5098"/>
                    <a:pt x="21188" y="8048"/>
                    <a:pt x="264" y="13062"/>
                  </a:cubicBezTo>
                  <a:lnTo>
                    <a:pt x="264" y="1778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DF348788-09D5-F361-397C-7147018DEAFD}"/>
                </a:ext>
              </a:extLst>
            </p:cNvPr>
            <p:cNvSpPr/>
            <p:nvPr>
              <p:custDataLst>
                <p:tags r:id="rId262"/>
              </p:custDataLst>
            </p:nvPr>
          </p:nvSpPr>
          <p:spPr>
            <a:xfrm>
              <a:off x="10683938" y="4920908"/>
              <a:ext cx="122817" cy="138632"/>
            </a:xfrm>
            <a:custGeom>
              <a:avLst/>
              <a:gdLst>
                <a:gd name="connsiteX0" fmla="*/ 123085 w 122817"/>
                <a:gd name="connsiteY0" fmla="*/ 116300 h 138632"/>
                <a:gd name="connsiteX1" fmla="*/ 109741 w 122817"/>
                <a:gd name="connsiteY1" fmla="*/ 121904 h 138632"/>
                <a:gd name="connsiteX2" fmla="*/ 100644 w 122817"/>
                <a:gd name="connsiteY2" fmla="*/ 104796 h 138632"/>
                <a:gd name="connsiteX3" fmla="*/ 100644 w 122817"/>
                <a:gd name="connsiteY3" fmla="*/ 47278 h 138632"/>
                <a:gd name="connsiteX4" fmla="*/ 94579 w 122817"/>
                <a:gd name="connsiteY4" fmla="*/ 16307 h 138632"/>
                <a:gd name="connsiteX5" fmla="*/ 56975 w 122817"/>
                <a:gd name="connsiteY5" fmla="*/ 84 h 138632"/>
                <a:gd name="connsiteX6" fmla="*/ 6029 w 122817"/>
                <a:gd name="connsiteY6" fmla="*/ 33120 h 138632"/>
                <a:gd name="connsiteX7" fmla="*/ 19069 w 122817"/>
                <a:gd name="connsiteY7" fmla="*/ 45803 h 138632"/>
                <a:gd name="connsiteX8" fmla="*/ 32715 w 122817"/>
                <a:gd name="connsiteY8" fmla="*/ 33415 h 138632"/>
                <a:gd name="connsiteX9" fmla="*/ 32108 w 122817"/>
                <a:gd name="connsiteY9" fmla="*/ 28696 h 138632"/>
                <a:gd name="connsiteX10" fmla="*/ 31199 w 122817"/>
                <a:gd name="connsiteY10" fmla="*/ 21616 h 138632"/>
                <a:gd name="connsiteX11" fmla="*/ 53033 w 122817"/>
                <a:gd name="connsiteY11" fmla="*/ 7163 h 138632"/>
                <a:gd name="connsiteX12" fmla="*/ 76080 w 122817"/>
                <a:gd name="connsiteY12" fmla="*/ 31645 h 138632"/>
                <a:gd name="connsiteX13" fmla="*/ 76080 w 122817"/>
                <a:gd name="connsiteY13" fmla="*/ 49638 h 138632"/>
                <a:gd name="connsiteX14" fmla="*/ 11184 w 122817"/>
                <a:gd name="connsiteY14" fmla="*/ 81494 h 138632"/>
                <a:gd name="connsiteX15" fmla="*/ 267 w 122817"/>
                <a:gd name="connsiteY15" fmla="*/ 107156 h 138632"/>
                <a:gd name="connsiteX16" fmla="*/ 32108 w 122817"/>
                <a:gd name="connsiteY16" fmla="*/ 138717 h 138632"/>
                <a:gd name="connsiteX17" fmla="*/ 76384 w 122817"/>
                <a:gd name="connsiteY17" fmla="*/ 117185 h 138632"/>
                <a:gd name="connsiteX18" fmla="*/ 95792 w 122817"/>
                <a:gd name="connsiteY18" fmla="*/ 138717 h 138632"/>
                <a:gd name="connsiteX19" fmla="*/ 123085 w 122817"/>
                <a:gd name="connsiteY19" fmla="*/ 123969 h 138632"/>
                <a:gd name="connsiteX20" fmla="*/ 123085 w 122817"/>
                <a:gd name="connsiteY20" fmla="*/ 116300 h 138632"/>
                <a:gd name="connsiteX21" fmla="*/ 76080 w 122817"/>
                <a:gd name="connsiteY21" fmla="*/ 99487 h 138632"/>
                <a:gd name="connsiteX22" fmla="*/ 68196 w 122817"/>
                <a:gd name="connsiteY22" fmla="*/ 114825 h 138632"/>
                <a:gd name="connsiteX23" fmla="*/ 46058 w 122817"/>
                <a:gd name="connsiteY23" fmla="*/ 121609 h 138632"/>
                <a:gd name="connsiteX24" fmla="*/ 26953 w 122817"/>
                <a:gd name="connsiteY24" fmla="*/ 98897 h 138632"/>
                <a:gd name="connsiteX25" fmla="*/ 26953 w 122817"/>
                <a:gd name="connsiteY25" fmla="*/ 97717 h 138632"/>
                <a:gd name="connsiteX26" fmla="*/ 76080 w 122817"/>
                <a:gd name="connsiteY26" fmla="*/ 56717 h 138632"/>
                <a:gd name="connsiteX27" fmla="*/ 76080 w 122817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17" h="138632">
                  <a:moveTo>
                    <a:pt x="123085" y="116300"/>
                  </a:moveTo>
                  <a:cubicBezTo>
                    <a:pt x="117929" y="120429"/>
                    <a:pt x="114290" y="121904"/>
                    <a:pt x="109741" y="121904"/>
                  </a:cubicBezTo>
                  <a:cubicBezTo>
                    <a:pt x="102767" y="121904"/>
                    <a:pt x="100644" y="117775"/>
                    <a:pt x="100644" y="104796"/>
                  </a:cubicBezTo>
                  <a:lnTo>
                    <a:pt x="100644" y="47278"/>
                  </a:lnTo>
                  <a:cubicBezTo>
                    <a:pt x="100644" y="31940"/>
                    <a:pt x="99128" y="23386"/>
                    <a:pt x="94579" y="16307"/>
                  </a:cubicBezTo>
                  <a:cubicBezTo>
                    <a:pt x="87907" y="5688"/>
                    <a:pt x="74867" y="84"/>
                    <a:pt x="56975" y="84"/>
                  </a:cubicBezTo>
                  <a:cubicBezTo>
                    <a:pt x="28469" y="84"/>
                    <a:pt x="6029" y="14537"/>
                    <a:pt x="6029" y="33120"/>
                  </a:cubicBezTo>
                  <a:cubicBezTo>
                    <a:pt x="6029" y="39904"/>
                    <a:pt x="12094" y="45803"/>
                    <a:pt x="19069" y="45803"/>
                  </a:cubicBezTo>
                  <a:cubicBezTo>
                    <a:pt x="26347" y="45803"/>
                    <a:pt x="32715" y="39904"/>
                    <a:pt x="32715" y="33415"/>
                  </a:cubicBezTo>
                  <a:cubicBezTo>
                    <a:pt x="32715" y="32235"/>
                    <a:pt x="32412" y="30760"/>
                    <a:pt x="32108" y="28696"/>
                  </a:cubicBezTo>
                  <a:cubicBezTo>
                    <a:pt x="31502" y="26041"/>
                    <a:pt x="31199" y="23681"/>
                    <a:pt x="31199" y="21616"/>
                  </a:cubicBezTo>
                  <a:cubicBezTo>
                    <a:pt x="31199" y="13652"/>
                    <a:pt x="40903" y="7163"/>
                    <a:pt x="53033" y="7163"/>
                  </a:cubicBezTo>
                  <a:cubicBezTo>
                    <a:pt x="67892" y="7163"/>
                    <a:pt x="76080" y="15717"/>
                    <a:pt x="76080" y="31645"/>
                  </a:cubicBezTo>
                  <a:lnTo>
                    <a:pt x="76080" y="49638"/>
                  </a:lnTo>
                  <a:cubicBezTo>
                    <a:pt x="29379" y="67926"/>
                    <a:pt x="24224" y="70285"/>
                    <a:pt x="11184" y="81494"/>
                  </a:cubicBezTo>
                  <a:cubicBezTo>
                    <a:pt x="4512" y="87393"/>
                    <a:pt x="267" y="97422"/>
                    <a:pt x="267" y="107156"/>
                  </a:cubicBezTo>
                  <a:cubicBezTo>
                    <a:pt x="267" y="125739"/>
                    <a:pt x="13610" y="138717"/>
                    <a:pt x="32108" y="138717"/>
                  </a:cubicBezTo>
                  <a:cubicBezTo>
                    <a:pt x="45452" y="138717"/>
                    <a:pt x="57885" y="132523"/>
                    <a:pt x="76384" y="117185"/>
                  </a:cubicBezTo>
                  <a:cubicBezTo>
                    <a:pt x="77900" y="132523"/>
                    <a:pt x="83358" y="138717"/>
                    <a:pt x="95792" y="138717"/>
                  </a:cubicBezTo>
                  <a:cubicBezTo>
                    <a:pt x="106102" y="138717"/>
                    <a:pt x="112471" y="135177"/>
                    <a:pt x="123085" y="123969"/>
                  </a:cubicBezTo>
                  <a:lnTo>
                    <a:pt x="123085" y="116300"/>
                  </a:lnTo>
                  <a:close/>
                  <a:moveTo>
                    <a:pt x="76080" y="99487"/>
                  </a:moveTo>
                  <a:cubicBezTo>
                    <a:pt x="76080" y="108631"/>
                    <a:pt x="74564" y="111285"/>
                    <a:pt x="68196" y="114825"/>
                  </a:cubicBezTo>
                  <a:cubicBezTo>
                    <a:pt x="60918" y="118954"/>
                    <a:pt x="52426" y="121609"/>
                    <a:pt x="46058" y="121609"/>
                  </a:cubicBezTo>
                  <a:cubicBezTo>
                    <a:pt x="35444" y="121609"/>
                    <a:pt x="26953" y="111580"/>
                    <a:pt x="26953" y="98897"/>
                  </a:cubicBezTo>
                  <a:lnTo>
                    <a:pt x="26953" y="97717"/>
                  </a:lnTo>
                  <a:cubicBezTo>
                    <a:pt x="26953" y="80314"/>
                    <a:pt x="39387" y="69695"/>
                    <a:pt x="76080" y="56717"/>
                  </a:cubicBezTo>
                  <a:lnTo>
                    <a:pt x="76080" y="99487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37849906-D89E-F990-1D8A-89A07090B9ED}"/>
                </a:ext>
              </a:extLst>
            </p:cNvPr>
            <p:cNvSpPr/>
            <p:nvPr>
              <p:custDataLst>
                <p:tags r:id="rId263"/>
              </p:custDataLst>
            </p:nvPr>
          </p:nvSpPr>
          <p:spPr>
            <a:xfrm>
              <a:off x="10811808" y="4885807"/>
              <a:ext cx="80665" cy="173733"/>
            </a:xfrm>
            <a:custGeom>
              <a:avLst/>
              <a:gdLst>
                <a:gd name="connsiteX0" fmla="*/ 73658 w 80665"/>
                <a:gd name="connsiteY0" fmla="*/ 38134 h 173733"/>
                <a:gd name="connsiteX1" fmla="*/ 43030 w 80665"/>
                <a:gd name="connsiteY1" fmla="*/ 38134 h 173733"/>
                <a:gd name="connsiteX2" fmla="*/ 43030 w 80665"/>
                <a:gd name="connsiteY2" fmla="*/ 3919 h 173733"/>
                <a:gd name="connsiteX3" fmla="*/ 40907 w 80665"/>
                <a:gd name="connsiteY3" fmla="*/ 84 h 173733"/>
                <a:gd name="connsiteX4" fmla="*/ 34842 w 80665"/>
                <a:gd name="connsiteY4" fmla="*/ 8343 h 173733"/>
                <a:gd name="connsiteX5" fmla="*/ 5426 w 80665"/>
                <a:gd name="connsiteY5" fmla="*/ 39904 h 173733"/>
                <a:gd name="connsiteX6" fmla="*/ 271 w 80665"/>
                <a:gd name="connsiteY6" fmla="*/ 45508 h 173733"/>
                <a:gd name="connsiteX7" fmla="*/ 1484 w 80665"/>
                <a:gd name="connsiteY7" fmla="*/ 47573 h 173733"/>
                <a:gd name="connsiteX8" fmla="*/ 17556 w 80665"/>
                <a:gd name="connsiteY8" fmla="*/ 47573 h 173733"/>
                <a:gd name="connsiteX9" fmla="*/ 17556 w 80665"/>
                <a:gd name="connsiteY9" fmla="*/ 136357 h 173733"/>
                <a:gd name="connsiteX10" fmla="*/ 44546 w 80665"/>
                <a:gd name="connsiteY10" fmla="*/ 173817 h 173733"/>
                <a:gd name="connsiteX11" fmla="*/ 80937 w 80665"/>
                <a:gd name="connsiteY11" fmla="*/ 151400 h 173733"/>
                <a:gd name="connsiteX12" fmla="*/ 76994 w 80665"/>
                <a:gd name="connsiteY12" fmla="*/ 148156 h 173733"/>
                <a:gd name="connsiteX13" fmla="*/ 58799 w 80665"/>
                <a:gd name="connsiteY13" fmla="*/ 158479 h 173733"/>
                <a:gd name="connsiteX14" fmla="*/ 43030 w 80665"/>
                <a:gd name="connsiteY14" fmla="*/ 131933 h 173733"/>
                <a:gd name="connsiteX15" fmla="*/ 43030 w 80665"/>
                <a:gd name="connsiteY15" fmla="*/ 47573 h 173733"/>
                <a:gd name="connsiteX16" fmla="*/ 73658 w 80665"/>
                <a:gd name="connsiteY16" fmla="*/ 47573 h 173733"/>
                <a:gd name="connsiteX17" fmla="*/ 73658 w 80665"/>
                <a:gd name="connsiteY17" fmla="*/ 38134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665" h="173733">
                  <a:moveTo>
                    <a:pt x="73658" y="38134"/>
                  </a:moveTo>
                  <a:lnTo>
                    <a:pt x="43030" y="38134"/>
                  </a:lnTo>
                  <a:lnTo>
                    <a:pt x="43030" y="3919"/>
                  </a:lnTo>
                  <a:cubicBezTo>
                    <a:pt x="43030" y="969"/>
                    <a:pt x="42727" y="84"/>
                    <a:pt x="40907" y="84"/>
                  </a:cubicBezTo>
                  <a:cubicBezTo>
                    <a:pt x="38784" y="2739"/>
                    <a:pt x="36965" y="5393"/>
                    <a:pt x="34842" y="8343"/>
                  </a:cubicBezTo>
                  <a:cubicBezTo>
                    <a:pt x="23318" y="24566"/>
                    <a:pt x="10278" y="38724"/>
                    <a:pt x="5426" y="39904"/>
                  </a:cubicBezTo>
                  <a:cubicBezTo>
                    <a:pt x="2091" y="41969"/>
                    <a:pt x="271" y="44034"/>
                    <a:pt x="271" y="45508"/>
                  </a:cubicBezTo>
                  <a:cubicBezTo>
                    <a:pt x="271" y="46393"/>
                    <a:pt x="574" y="46983"/>
                    <a:pt x="1484" y="47573"/>
                  </a:cubicBezTo>
                  <a:lnTo>
                    <a:pt x="17556" y="47573"/>
                  </a:lnTo>
                  <a:lnTo>
                    <a:pt x="17556" y="136357"/>
                  </a:lnTo>
                  <a:cubicBezTo>
                    <a:pt x="17556" y="161134"/>
                    <a:pt x="26654" y="173817"/>
                    <a:pt x="44546" y="173817"/>
                  </a:cubicBezTo>
                  <a:cubicBezTo>
                    <a:pt x="59406" y="173817"/>
                    <a:pt x="70929" y="166738"/>
                    <a:pt x="80937" y="151400"/>
                  </a:cubicBezTo>
                  <a:lnTo>
                    <a:pt x="76994" y="148156"/>
                  </a:lnTo>
                  <a:cubicBezTo>
                    <a:pt x="70626" y="155530"/>
                    <a:pt x="65471" y="158479"/>
                    <a:pt x="58799" y="158479"/>
                  </a:cubicBezTo>
                  <a:cubicBezTo>
                    <a:pt x="47579" y="158479"/>
                    <a:pt x="43030" y="150515"/>
                    <a:pt x="43030" y="131933"/>
                  </a:cubicBezTo>
                  <a:lnTo>
                    <a:pt x="43030" y="47573"/>
                  </a:lnTo>
                  <a:lnTo>
                    <a:pt x="73658" y="47573"/>
                  </a:lnTo>
                  <a:lnTo>
                    <a:pt x="73658" y="3813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0C38841F-A8F2-D6F6-EDDB-FAD052FA97FA}"/>
                </a:ext>
              </a:extLst>
            </p:cNvPr>
            <p:cNvSpPr/>
            <p:nvPr>
              <p:custDataLst>
                <p:tags r:id="rId264"/>
              </p:custDataLst>
            </p:nvPr>
          </p:nvSpPr>
          <p:spPr>
            <a:xfrm>
              <a:off x="10897336" y="4855131"/>
              <a:ext cx="71871" cy="201460"/>
            </a:xfrm>
            <a:custGeom>
              <a:avLst/>
              <a:gdLst>
                <a:gd name="connsiteX0" fmla="*/ 48491 w 71871"/>
                <a:gd name="connsiteY0" fmla="*/ 65861 h 201460"/>
                <a:gd name="connsiteX1" fmla="*/ 1487 w 71871"/>
                <a:gd name="connsiteY1" fmla="*/ 82084 h 201460"/>
                <a:gd name="connsiteX2" fmla="*/ 1487 w 71871"/>
                <a:gd name="connsiteY2" fmla="*/ 86508 h 201460"/>
                <a:gd name="connsiteX3" fmla="*/ 3913 w 71871"/>
                <a:gd name="connsiteY3" fmla="*/ 86213 h 201460"/>
                <a:gd name="connsiteX4" fmla="*/ 14223 w 71871"/>
                <a:gd name="connsiteY4" fmla="*/ 85328 h 201460"/>
                <a:gd name="connsiteX5" fmla="*/ 24231 w 71871"/>
                <a:gd name="connsiteY5" fmla="*/ 103026 h 201460"/>
                <a:gd name="connsiteX6" fmla="*/ 24231 w 71871"/>
                <a:gd name="connsiteY6" fmla="*/ 171458 h 201460"/>
                <a:gd name="connsiteX7" fmla="*/ 274 w 71871"/>
                <a:gd name="connsiteY7" fmla="*/ 197119 h 201460"/>
                <a:gd name="connsiteX8" fmla="*/ 274 w 71871"/>
                <a:gd name="connsiteY8" fmla="*/ 201544 h 201460"/>
                <a:gd name="connsiteX9" fmla="*/ 72145 w 71871"/>
                <a:gd name="connsiteY9" fmla="*/ 201544 h 201460"/>
                <a:gd name="connsiteX10" fmla="*/ 72145 w 71871"/>
                <a:gd name="connsiteY10" fmla="*/ 197119 h 201460"/>
                <a:gd name="connsiteX11" fmla="*/ 49704 w 71871"/>
                <a:gd name="connsiteY11" fmla="*/ 171458 h 201460"/>
                <a:gd name="connsiteX12" fmla="*/ 49704 w 71871"/>
                <a:gd name="connsiteY12" fmla="*/ 66746 h 201460"/>
                <a:gd name="connsiteX13" fmla="*/ 48491 w 71871"/>
                <a:gd name="connsiteY13" fmla="*/ 65861 h 201460"/>
                <a:gd name="connsiteX14" fmla="*/ 34238 w 71871"/>
                <a:gd name="connsiteY14" fmla="*/ 84 h 201460"/>
                <a:gd name="connsiteX15" fmla="*/ 19075 w 71871"/>
                <a:gd name="connsiteY15" fmla="*/ 15127 h 201460"/>
                <a:gd name="connsiteX16" fmla="*/ 34238 w 71871"/>
                <a:gd name="connsiteY16" fmla="*/ 30170 h 201460"/>
                <a:gd name="connsiteX17" fmla="*/ 50007 w 71871"/>
                <a:gd name="connsiteY17" fmla="*/ 15127 h 201460"/>
                <a:gd name="connsiteX18" fmla="*/ 34238 w 71871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71" h="201460">
                  <a:moveTo>
                    <a:pt x="48491" y="65861"/>
                  </a:moveTo>
                  <a:lnTo>
                    <a:pt x="1487" y="82084"/>
                  </a:lnTo>
                  <a:lnTo>
                    <a:pt x="1487" y="86508"/>
                  </a:lnTo>
                  <a:lnTo>
                    <a:pt x="3913" y="86213"/>
                  </a:lnTo>
                  <a:cubicBezTo>
                    <a:pt x="7552" y="85623"/>
                    <a:pt x="11494" y="85328"/>
                    <a:pt x="14223" y="85328"/>
                  </a:cubicBezTo>
                  <a:cubicBezTo>
                    <a:pt x="21501" y="85328"/>
                    <a:pt x="24231" y="90048"/>
                    <a:pt x="24231" y="103026"/>
                  </a:cubicBezTo>
                  <a:lnTo>
                    <a:pt x="24231" y="171458"/>
                  </a:lnTo>
                  <a:cubicBezTo>
                    <a:pt x="24231" y="192695"/>
                    <a:pt x="21198" y="195940"/>
                    <a:pt x="274" y="197119"/>
                  </a:cubicBezTo>
                  <a:lnTo>
                    <a:pt x="274" y="201544"/>
                  </a:lnTo>
                  <a:lnTo>
                    <a:pt x="72145" y="201544"/>
                  </a:lnTo>
                  <a:lnTo>
                    <a:pt x="72145" y="197119"/>
                  </a:lnTo>
                  <a:cubicBezTo>
                    <a:pt x="52130" y="195645"/>
                    <a:pt x="49704" y="192695"/>
                    <a:pt x="49704" y="171458"/>
                  </a:cubicBezTo>
                  <a:lnTo>
                    <a:pt x="49704" y="66746"/>
                  </a:lnTo>
                  <a:lnTo>
                    <a:pt x="48491" y="65861"/>
                  </a:lnTo>
                  <a:close/>
                  <a:moveTo>
                    <a:pt x="34238" y="84"/>
                  </a:moveTo>
                  <a:cubicBezTo>
                    <a:pt x="26050" y="84"/>
                    <a:pt x="19075" y="6868"/>
                    <a:pt x="19075" y="15127"/>
                  </a:cubicBezTo>
                  <a:cubicBezTo>
                    <a:pt x="19075" y="23386"/>
                    <a:pt x="25747" y="30170"/>
                    <a:pt x="34238" y="30170"/>
                  </a:cubicBezTo>
                  <a:cubicBezTo>
                    <a:pt x="43033" y="30170"/>
                    <a:pt x="50007" y="23681"/>
                    <a:pt x="50007" y="15127"/>
                  </a:cubicBezTo>
                  <a:cubicBezTo>
                    <a:pt x="50007" y="6868"/>
                    <a:pt x="43033" y="84"/>
                    <a:pt x="34238" y="84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6F07153E-B41E-CFB6-D1BC-2A4B9501C6FA}"/>
                </a:ext>
              </a:extLst>
            </p:cNvPr>
            <p:cNvSpPr/>
            <p:nvPr>
              <p:custDataLst>
                <p:tags r:id="rId265"/>
              </p:custDataLst>
            </p:nvPr>
          </p:nvSpPr>
          <p:spPr>
            <a:xfrm>
              <a:off x="10985896" y="4920908"/>
              <a:ext cx="133734" cy="138632"/>
            </a:xfrm>
            <a:custGeom>
              <a:avLst/>
              <a:gdLst>
                <a:gd name="connsiteX0" fmla="*/ 67296 w 133734"/>
                <a:gd name="connsiteY0" fmla="*/ 84 h 138632"/>
                <a:gd name="connsiteX1" fmla="*/ 277 w 133734"/>
                <a:gd name="connsiteY1" fmla="*/ 69106 h 138632"/>
                <a:gd name="connsiteX2" fmla="*/ 66689 w 133734"/>
                <a:gd name="connsiteY2" fmla="*/ 138717 h 138632"/>
                <a:gd name="connsiteX3" fmla="*/ 134012 w 133734"/>
                <a:gd name="connsiteY3" fmla="*/ 66746 h 138632"/>
                <a:gd name="connsiteX4" fmla="*/ 67296 w 133734"/>
                <a:gd name="connsiteY4" fmla="*/ 84 h 138632"/>
                <a:gd name="connsiteX5" fmla="*/ 63354 w 133734"/>
                <a:gd name="connsiteY5" fmla="*/ 8343 h 138632"/>
                <a:gd name="connsiteX6" fmla="*/ 106719 w 133734"/>
                <a:gd name="connsiteY6" fmla="*/ 77070 h 138632"/>
                <a:gd name="connsiteX7" fmla="*/ 70328 w 133734"/>
                <a:gd name="connsiteY7" fmla="*/ 130458 h 138632"/>
                <a:gd name="connsiteX8" fmla="*/ 40913 w 133734"/>
                <a:gd name="connsiteY8" fmla="*/ 111580 h 138632"/>
                <a:gd name="connsiteX9" fmla="*/ 27570 w 133734"/>
                <a:gd name="connsiteY9" fmla="*/ 54652 h 138632"/>
                <a:gd name="connsiteX10" fmla="*/ 63354 w 133734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34" h="138632">
                  <a:moveTo>
                    <a:pt x="67296" y="84"/>
                  </a:moveTo>
                  <a:cubicBezTo>
                    <a:pt x="27873" y="84"/>
                    <a:pt x="277" y="28401"/>
                    <a:pt x="277" y="69106"/>
                  </a:cubicBezTo>
                  <a:cubicBezTo>
                    <a:pt x="277" y="108926"/>
                    <a:pt x="28479" y="138717"/>
                    <a:pt x="66689" y="138717"/>
                  </a:cubicBezTo>
                  <a:cubicBezTo>
                    <a:pt x="104899" y="138717"/>
                    <a:pt x="134012" y="107451"/>
                    <a:pt x="134012" y="66746"/>
                  </a:cubicBezTo>
                  <a:cubicBezTo>
                    <a:pt x="134012" y="28106"/>
                    <a:pt x="106112" y="84"/>
                    <a:pt x="67296" y="84"/>
                  </a:cubicBezTo>
                  <a:close/>
                  <a:moveTo>
                    <a:pt x="63354" y="8343"/>
                  </a:moveTo>
                  <a:cubicBezTo>
                    <a:pt x="88827" y="8343"/>
                    <a:pt x="106719" y="36660"/>
                    <a:pt x="106719" y="77070"/>
                  </a:cubicBezTo>
                  <a:cubicBezTo>
                    <a:pt x="106719" y="110400"/>
                    <a:pt x="93073" y="130458"/>
                    <a:pt x="70328" y="130458"/>
                  </a:cubicBezTo>
                  <a:cubicBezTo>
                    <a:pt x="58502" y="130458"/>
                    <a:pt x="47281" y="123379"/>
                    <a:pt x="40913" y="111580"/>
                  </a:cubicBezTo>
                  <a:cubicBezTo>
                    <a:pt x="32422" y="96242"/>
                    <a:pt x="27570" y="75595"/>
                    <a:pt x="27570" y="54652"/>
                  </a:cubicBezTo>
                  <a:cubicBezTo>
                    <a:pt x="27570" y="26631"/>
                    <a:pt x="41823" y="8343"/>
                    <a:pt x="63354" y="8343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A68080C4-1013-064E-E755-4E9DA0A34AC7}"/>
                </a:ext>
              </a:extLst>
            </p:cNvPr>
            <p:cNvSpPr/>
            <p:nvPr>
              <p:custDataLst>
                <p:tags r:id="rId266"/>
              </p:custDataLst>
            </p:nvPr>
          </p:nvSpPr>
          <p:spPr>
            <a:xfrm>
              <a:off x="11134149" y="4920908"/>
              <a:ext cx="142226" cy="135683"/>
            </a:xfrm>
            <a:custGeom>
              <a:avLst/>
              <a:gdLst>
                <a:gd name="connsiteX0" fmla="*/ 282 w 142226"/>
                <a:gd name="connsiteY0" fmla="*/ 18372 h 135683"/>
                <a:gd name="connsiteX1" fmla="*/ 8470 w 142226"/>
                <a:gd name="connsiteY1" fmla="*/ 17192 h 135683"/>
                <a:gd name="connsiteX2" fmla="*/ 19690 w 142226"/>
                <a:gd name="connsiteY2" fmla="*/ 36070 h 135683"/>
                <a:gd name="connsiteX3" fmla="*/ 19690 w 142226"/>
                <a:gd name="connsiteY3" fmla="*/ 109221 h 135683"/>
                <a:gd name="connsiteX4" fmla="*/ 888 w 142226"/>
                <a:gd name="connsiteY4" fmla="*/ 131343 h 135683"/>
                <a:gd name="connsiteX5" fmla="*/ 888 w 142226"/>
                <a:gd name="connsiteY5" fmla="*/ 135767 h 135683"/>
                <a:gd name="connsiteX6" fmla="*/ 65178 w 142226"/>
                <a:gd name="connsiteY6" fmla="*/ 135767 h 135683"/>
                <a:gd name="connsiteX7" fmla="*/ 65178 w 142226"/>
                <a:gd name="connsiteY7" fmla="*/ 131343 h 135683"/>
                <a:gd name="connsiteX8" fmla="*/ 45163 w 142226"/>
                <a:gd name="connsiteY8" fmla="*/ 116005 h 135683"/>
                <a:gd name="connsiteX9" fmla="*/ 45163 w 142226"/>
                <a:gd name="connsiteY9" fmla="*/ 33120 h 135683"/>
                <a:gd name="connsiteX10" fmla="*/ 76399 w 142226"/>
                <a:gd name="connsiteY10" fmla="*/ 16307 h 135683"/>
                <a:gd name="connsiteX11" fmla="*/ 98536 w 142226"/>
                <a:gd name="connsiteY11" fmla="*/ 44919 h 135683"/>
                <a:gd name="connsiteX12" fmla="*/ 98536 w 142226"/>
                <a:gd name="connsiteY12" fmla="*/ 106566 h 135683"/>
                <a:gd name="connsiteX13" fmla="*/ 79431 w 142226"/>
                <a:gd name="connsiteY13" fmla="*/ 131343 h 135683"/>
                <a:gd name="connsiteX14" fmla="*/ 79431 w 142226"/>
                <a:gd name="connsiteY14" fmla="*/ 135767 h 135683"/>
                <a:gd name="connsiteX15" fmla="*/ 142508 w 142226"/>
                <a:gd name="connsiteY15" fmla="*/ 135767 h 135683"/>
                <a:gd name="connsiteX16" fmla="*/ 142508 w 142226"/>
                <a:gd name="connsiteY16" fmla="*/ 131343 h 135683"/>
                <a:gd name="connsiteX17" fmla="*/ 124009 w 142226"/>
                <a:gd name="connsiteY17" fmla="*/ 111875 h 135683"/>
                <a:gd name="connsiteX18" fmla="*/ 124009 w 142226"/>
                <a:gd name="connsiteY18" fmla="*/ 44329 h 135683"/>
                <a:gd name="connsiteX19" fmla="*/ 88225 w 142226"/>
                <a:gd name="connsiteY19" fmla="*/ 84 h 135683"/>
                <a:gd name="connsiteX20" fmla="*/ 44254 w 142226"/>
                <a:gd name="connsiteY20" fmla="*/ 23976 h 135683"/>
                <a:gd name="connsiteX21" fmla="*/ 44254 w 142226"/>
                <a:gd name="connsiteY21" fmla="*/ 674 h 135683"/>
                <a:gd name="connsiteX22" fmla="*/ 42131 w 142226"/>
                <a:gd name="connsiteY22" fmla="*/ 84 h 135683"/>
                <a:gd name="connsiteX23" fmla="*/ 282 w 142226"/>
                <a:gd name="connsiteY23" fmla="*/ 13357 h 135683"/>
                <a:gd name="connsiteX24" fmla="*/ 282 w 142226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26" h="135683">
                  <a:moveTo>
                    <a:pt x="282" y="18372"/>
                  </a:moveTo>
                  <a:cubicBezTo>
                    <a:pt x="2101" y="17487"/>
                    <a:pt x="5134" y="17192"/>
                    <a:pt x="8470" y="17192"/>
                  </a:cubicBezTo>
                  <a:cubicBezTo>
                    <a:pt x="16961" y="17192"/>
                    <a:pt x="19690" y="21616"/>
                    <a:pt x="19690" y="36070"/>
                  </a:cubicBezTo>
                  <a:lnTo>
                    <a:pt x="19690" y="109221"/>
                  </a:lnTo>
                  <a:cubicBezTo>
                    <a:pt x="19690" y="126033"/>
                    <a:pt x="16354" y="130163"/>
                    <a:pt x="888" y="131343"/>
                  </a:cubicBezTo>
                  <a:lnTo>
                    <a:pt x="888" y="135767"/>
                  </a:lnTo>
                  <a:lnTo>
                    <a:pt x="65178" y="135767"/>
                  </a:lnTo>
                  <a:lnTo>
                    <a:pt x="65178" y="131343"/>
                  </a:lnTo>
                  <a:cubicBezTo>
                    <a:pt x="49712" y="130163"/>
                    <a:pt x="45163" y="126623"/>
                    <a:pt x="45163" y="116005"/>
                  </a:cubicBezTo>
                  <a:lnTo>
                    <a:pt x="45163" y="33120"/>
                  </a:lnTo>
                  <a:cubicBezTo>
                    <a:pt x="59720" y="19847"/>
                    <a:pt x="66391" y="16307"/>
                    <a:pt x="76399" y="16307"/>
                  </a:cubicBezTo>
                  <a:cubicBezTo>
                    <a:pt x="91258" y="16307"/>
                    <a:pt x="98536" y="25451"/>
                    <a:pt x="98536" y="44919"/>
                  </a:cubicBezTo>
                  <a:lnTo>
                    <a:pt x="98536" y="106566"/>
                  </a:lnTo>
                  <a:cubicBezTo>
                    <a:pt x="98536" y="125149"/>
                    <a:pt x="94594" y="130163"/>
                    <a:pt x="79431" y="131343"/>
                  </a:cubicBezTo>
                  <a:lnTo>
                    <a:pt x="79431" y="135767"/>
                  </a:lnTo>
                  <a:lnTo>
                    <a:pt x="142508" y="135767"/>
                  </a:lnTo>
                  <a:lnTo>
                    <a:pt x="142508" y="131343"/>
                  </a:lnTo>
                  <a:cubicBezTo>
                    <a:pt x="127648" y="129868"/>
                    <a:pt x="124009" y="126328"/>
                    <a:pt x="124009" y="111875"/>
                  </a:cubicBezTo>
                  <a:lnTo>
                    <a:pt x="124009" y="44329"/>
                  </a:lnTo>
                  <a:cubicBezTo>
                    <a:pt x="124009" y="16602"/>
                    <a:pt x="110666" y="84"/>
                    <a:pt x="88225" y="84"/>
                  </a:cubicBezTo>
                  <a:cubicBezTo>
                    <a:pt x="74276" y="84"/>
                    <a:pt x="64875" y="5098"/>
                    <a:pt x="44254" y="23976"/>
                  </a:cubicBezTo>
                  <a:lnTo>
                    <a:pt x="44254" y="674"/>
                  </a:lnTo>
                  <a:lnTo>
                    <a:pt x="42131" y="84"/>
                  </a:lnTo>
                  <a:cubicBezTo>
                    <a:pt x="27271" y="5393"/>
                    <a:pt x="16961" y="8638"/>
                    <a:pt x="282" y="13357"/>
                  </a:cubicBezTo>
                  <a:lnTo>
                    <a:pt x="282" y="1837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9EFE0A57-D098-7261-8121-C4485D9E72E6}"/>
                </a:ext>
              </a:extLst>
            </p:cNvPr>
            <p:cNvSpPr/>
            <p:nvPr>
              <p:custDataLst>
                <p:tags r:id="rId267"/>
              </p:custDataLst>
            </p:nvPr>
          </p:nvSpPr>
          <p:spPr>
            <a:xfrm>
              <a:off x="11362443" y="4861325"/>
              <a:ext cx="159511" cy="195265"/>
            </a:xfrm>
            <a:custGeom>
              <a:avLst/>
              <a:gdLst>
                <a:gd name="connsiteX0" fmla="*/ 56695 w 159511"/>
                <a:gd name="connsiteY0" fmla="*/ 109515 h 195265"/>
                <a:gd name="connsiteX1" fmla="*/ 77619 w 159511"/>
                <a:gd name="connsiteY1" fmla="*/ 110400 h 195265"/>
                <a:gd name="connsiteX2" fmla="*/ 130689 w 159511"/>
                <a:gd name="connsiteY2" fmla="*/ 100371 h 195265"/>
                <a:gd name="connsiteX3" fmla="*/ 159801 w 159511"/>
                <a:gd name="connsiteY3" fmla="*/ 53472 h 195265"/>
                <a:gd name="connsiteX4" fmla="*/ 147367 w 159511"/>
                <a:gd name="connsiteY4" fmla="*/ 21321 h 195265"/>
                <a:gd name="connsiteX5" fmla="*/ 80348 w 159511"/>
                <a:gd name="connsiteY5" fmla="*/ 84 h 195265"/>
                <a:gd name="connsiteX6" fmla="*/ 289 w 159511"/>
                <a:gd name="connsiteY6" fmla="*/ 84 h 195265"/>
                <a:gd name="connsiteX7" fmla="*/ 289 w 159511"/>
                <a:gd name="connsiteY7" fmla="*/ 5688 h 195265"/>
                <a:gd name="connsiteX8" fmla="*/ 25763 w 159511"/>
                <a:gd name="connsiteY8" fmla="*/ 32235 h 195265"/>
                <a:gd name="connsiteX9" fmla="*/ 25763 w 159511"/>
                <a:gd name="connsiteY9" fmla="*/ 159954 h 195265"/>
                <a:gd name="connsiteX10" fmla="*/ 289 w 159511"/>
                <a:gd name="connsiteY10" fmla="*/ 189745 h 195265"/>
                <a:gd name="connsiteX11" fmla="*/ 289 w 159511"/>
                <a:gd name="connsiteY11" fmla="*/ 195350 h 195265"/>
                <a:gd name="connsiteX12" fmla="*/ 85200 w 159511"/>
                <a:gd name="connsiteY12" fmla="*/ 195350 h 195265"/>
                <a:gd name="connsiteX13" fmla="*/ 85200 w 159511"/>
                <a:gd name="connsiteY13" fmla="*/ 189745 h 195265"/>
                <a:gd name="connsiteX14" fmla="*/ 56695 w 159511"/>
                <a:gd name="connsiteY14" fmla="*/ 163199 h 195265"/>
                <a:gd name="connsiteX15" fmla="*/ 56695 w 159511"/>
                <a:gd name="connsiteY15" fmla="*/ 109515 h 195265"/>
                <a:gd name="connsiteX16" fmla="*/ 56695 w 159511"/>
                <a:gd name="connsiteY16" fmla="*/ 21026 h 195265"/>
                <a:gd name="connsiteX17" fmla="*/ 67005 w 159511"/>
                <a:gd name="connsiteY17" fmla="*/ 10997 h 195265"/>
                <a:gd name="connsiteX18" fmla="*/ 126746 w 159511"/>
                <a:gd name="connsiteY18" fmla="*/ 55242 h 195265"/>
                <a:gd name="connsiteX19" fmla="*/ 73980 w 159511"/>
                <a:gd name="connsiteY19" fmla="*/ 98602 h 195265"/>
                <a:gd name="connsiteX20" fmla="*/ 56695 w 159511"/>
                <a:gd name="connsiteY20" fmla="*/ 97717 h 195265"/>
                <a:gd name="connsiteX21" fmla="*/ 56695 w 159511"/>
                <a:gd name="connsiteY21" fmla="*/ 21026 h 19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9511" h="195265">
                  <a:moveTo>
                    <a:pt x="56695" y="109515"/>
                  </a:moveTo>
                  <a:cubicBezTo>
                    <a:pt x="64579" y="110105"/>
                    <a:pt x="69734" y="110400"/>
                    <a:pt x="77619" y="110400"/>
                  </a:cubicBezTo>
                  <a:cubicBezTo>
                    <a:pt x="101273" y="110400"/>
                    <a:pt x="117649" y="107451"/>
                    <a:pt x="130689" y="100371"/>
                  </a:cubicBezTo>
                  <a:cubicBezTo>
                    <a:pt x="148884" y="90933"/>
                    <a:pt x="159801" y="72940"/>
                    <a:pt x="159801" y="53472"/>
                  </a:cubicBezTo>
                  <a:cubicBezTo>
                    <a:pt x="159801" y="41084"/>
                    <a:pt x="155555" y="29875"/>
                    <a:pt x="147367" y="21321"/>
                  </a:cubicBezTo>
                  <a:cubicBezTo>
                    <a:pt x="135237" y="8343"/>
                    <a:pt x="108854" y="84"/>
                    <a:pt x="80348" y="84"/>
                  </a:cubicBezTo>
                  <a:lnTo>
                    <a:pt x="289" y="84"/>
                  </a:lnTo>
                  <a:lnTo>
                    <a:pt x="289" y="5688"/>
                  </a:lnTo>
                  <a:cubicBezTo>
                    <a:pt x="22730" y="8048"/>
                    <a:pt x="25763" y="10997"/>
                    <a:pt x="25763" y="32235"/>
                  </a:cubicBezTo>
                  <a:lnTo>
                    <a:pt x="25763" y="159954"/>
                  </a:lnTo>
                  <a:cubicBezTo>
                    <a:pt x="25763" y="184731"/>
                    <a:pt x="23337" y="187681"/>
                    <a:pt x="289" y="189745"/>
                  </a:cubicBezTo>
                  <a:lnTo>
                    <a:pt x="289" y="195350"/>
                  </a:lnTo>
                  <a:lnTo>
                    <a:pt x="85200" y="195350"/>
                  </a:lnTo>
                  <a:lnTo>
                    <a:pt x="85200" y="189745"/>
                  </a:lnTo>
                  <a:cubicBezTo>
                    <a:pt x="61243" y="188860"/>
                    <a:pt x="56695" y="184731"/>
                    <a:pt x="56695" y="163199"/>
                  </a:cubicBezTo>
                  <a:lnTo>
                    <a:pt x="56695" y="109515"/>
                  </a:lnTo>
                  <a:close/>
                  <a:moveTo>
                    <a:pt x="56695" y="21026"/>
                  </a:moveTo>
                  <a:cubicBezTo>
                    <a:pt x="56695" y="13062"/>
                    <a:pt x="58817" y="10997"/>
                    <a:pt x="67005" y="10997"/>
                  </a:cubicBezTo>
                  <a:cubicBezTo>
                    <a:pt x="107944" y="10997"/>
                    <a:pt x="126746" y="24861"/>
                    <a:pt x="126746" y="55242"/>
                  </a:cubicBezTo>
                  <a:cubicBezTo>
                    <a:pt x="126746" y="83853"/>
                    <a:pt x="108854" y="98602"/>
                    <a:pt x="73980" y="98602"/>
                  </a:cubicBezTo>
                  <a:cubicBezTo>
                    <a:pt x="67915" y="98602"/>
                    <a:pt x="63669" y="98307"/>
                    <a:pt x="56695" y="97717"/>
                  </a:cubicBezTo>
                  <a:lnTo>
                    <a:pt x="56695" y="21026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8E3B246D-9111-59FE-D82F-F15496FCF631}"/>
                </a:ext>
              </a:extLst>
            </p:cNvPr>
            <p:cNvSpPr/>
            <p:nvPr>
              <p:custDataLst>
                <p:tags r:id="rId268"/>
              </p:custDataLst>
            </p:nvPr>
          </p:nvSpPr>
          <p:spPr>
            <a:xfrm>
              <a:off x="11535625" y="4920908"/>
              <a:ext cx="133734" cy="138632"/>
            </a:xfrm>
            <a:custGeom>
              <a:avLst/>
              <a:gdLst>
                <a:gd name="connsiteX0" fmla="*/ 67314 w 133734"/>
                <a:gd name="connsiteY0" fmla="*/ 84 h 138632"/>
                <a:gd name="connsiteX1" fmla="*/ 295 w 133734"/>
                <a:gd name="connsiteY1" fmla="*/ 69106 h 138632"/>
                <a:gd name="connsiteX2" fmla="*/ 66707 w 133734"/>
                <a:gd name="connsiteY2" fmla="*/ 138717 h 138632"/>
                <a:gd name="connsiteX3" fmla="*/ 134030 w 133734"/>
                <a:gd name="connsiteY3" fmla="*/ 66746 h 138632"/>
                <a:gd name="connsiteX4" fmla="*/ 67314 w 133734"/>
                <a:gd name="connsiteY4" fmla="*/ 84 h 138632"/>
                <a:gd name="connsiteX5" fmla="*/ 63372 w 133734"/>
                <a:gd name="connsiteY5" fmla="*/ 8343 h 138632"/>
                <a:gd name="connsiteX6" fmla="*/ 106737 w 133734"/>
                <a:gd name="connsiteY6" fmla="*/ 77070 h 138632"/>
                <a:gd name="connsiteX7" fmla="*/ 70346 w 133734"/>
                <a:gd name="connsiteY7" fmla="*/ 130458 h 138632"/>
                <a:gd name="connsiteX8" fmla="*/ 40931 w 133734"/>
                <a:gd name="connsiteY8" fmla="*/ 111580 h 138632"/>
                <a:gd name="connsiteX9" fmla="*/ 27588 w 133734"/>
                <a:gd name="connsiteY9" fmla="*/ 54652 h 138632"/>
                <a:gd name="connsiteX10" fmla="*/ 63372 w 133734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34" h="138632">
                  <a:moveTo>
                    <a:pt x="67314" y="84"/>
                  </a:moveTo>
                  <a:cubicBezTo>
                    <a:pt x="27891" y="84"/>
                    <a:pt x="295" y="28401"/>
                    <a:pt x="295" y="69106"/>
                  </a:cubicBezTo>
                  <a:cubicBezTo>
                    <a:pt x="295" y="108926"/>
                    <a:pt x="28497" y="138717"/>
                    <a:pt x="66707" y="138717"/>
                  </a:cubicBezTo>
                  <a:cubicBezTo>
                    <a:pt x="104917" y="138717"/>
                    <a:pt x="134030" y="107451"/>
                    <a:pt x="134030" y="66746"/>
                  </a:cubicBezTo>
                  <a:cubicBezTo>
                    <a:pt x="134030" y="28106"/>
                    <a:pt x="106130" y="84"/>
                    <a:pt x="67314" y="84"/>
                  </a:cubicBezTo>
                  <a:close/>
                  <a:moveTo>
                    <a:pt x="63372" y="8343"/>
                  </a:moveTo>
                  <a:cubicBezTo>
                    <a:pt x="88845" y="8343"/>
                    <a:pt x="106737" y="36660"/>
                    <a:pt x="106737" y="77070"/>
                  </a:cubicBezTo>
                  <a:cubicBezTo>
                    <a:pt x="106737" y="110400"/>
                    <a:pt x="93091" y="130458"/>
                    <a:pt x="70346" y="130458"/>
                  </a:cubicBezTo>
                  <a:cubicBezTo>
                    <a:pt x="58520" y="130458"/>
                    <a:pt x="47299" y="123379"/>
                    <a:pt x="40931" y="111580"/>
                  </a:cubicBezTo>
                  <a:cubicBezTo>
                    <a:pt x="32440" y="96242"/>
                    <a:pt x="27588" y="75595"/>
                    <a:pt x="27588" y="54652"/>
                  </a:cubicBezTo>
                  <a:cubicBezTo>
                    <a:pt x="27588" y="26631"/>
                    <a:pt x="41841" y="8343"/>
                    <a:pt x="63372" y="8343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3981B9E-BBDB-AE50-BA53-CFFDB1AC865C}"/>
                </a:ext>
              </a:extLst>
            </p:cNvPr>
            <p:cNvSpPr/>
            <p:nvPr>
              <p:custDataLst>
                <p:tags r:id="rId269"/>
              </p:custDataLst>
            </p:nvPr>
          </p:nvSpPr>
          <p:spPr>
            <a:xfrm>
              <a:off x="11684788" y="4855131"/>
              <a:ext cx="72174" cy="201460"/>
            </a:xfrm>
            <a:custGeom>
              <a:avLst/>
              <a:gdLst>
                <a:gd name="connsiteX0" fmla="*/ 299 w 72174"/>
                <a:gd name="connsiteY0" fmla="*/ 17782 h 201460"/>
                <a:gd name="connsiteX1" fmla="*/ 2119 w 72174"/>
                <a:gd name="connsiteY1" fmla="*/ 17782 h 201460"/>
                <a:gd name="connsiteX2" fmla="*/ 11520 w 72174"/>
                <a:gd name="connsiteY2" fmla="*/ 17192 h 201460"/>
                <a:gd name="connsiteX3" fmla="*/ 24257 w 72174"/>
                <a:gd name="connsiteY3" fmla="*/ 35184 h 201460"/>
                <a:gd name="connsiteX4" fmla="*/ 24257 w 72174"/>
                <a:gd name="connsiteY4" fmla="*/ 175882 h 201460"/>
                <a:gd name="connsiteX5" fmla="*/ 906 w 72174"/>
                <a:gd name="connsiteY5" fmla="*/ 197119 h 201460"/>
                <a:gd name="connsiteX6" fmla="*/ 906 w 72174"/>
                <a:gd name="connsiteY6" fmla="*/ 201544 h 201460"/>
                <a:gd name="connsiteX7" fmla="*/ 72474 w 72174"/>
                <a:gd name="connsiteY7" fmla="*/ 201544 h 201460"/>
                <a:gd name="connsiteX8" fmla="*/ 72474 w 72174"/>
                <a:gd name="connsiteY8" fmla="*/ 197119 h 201460"/>
                <a:gd name="connsiteX9" fmla="*/ 49730 w 72174"/>
                <a:gd name="connsiteY9" fmla="*/ 176767 h 201460"/>
                <a:gd name="connsiteX10" fmla="*/ 49730 w 72174"/>
                <a:gd name="connsiteY10" fmla="*/ 674 h 201460"/>
                <a:gd name="connsiteX11" fmla="*/ 48517 w 72174"/>
                <a:gd name="connsiteY11" fmla="*/ 84 h 201460"/>
                <a:gd name="connsiteX12" fmla="*/ 299 w 72174"/>
                <a:gd name="connsiteY12" fmla="*/ 13062 h 201460"/>
                <a:gd name="connsiteX13" fmla="*/ 299 w 72174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74" h="201460">
                  <a:moveTo>
                    <a:pt x="299" y="17782"/>
                  </a:moveTo>
                  <a:lnTo>
                    <a:pt x="2119" y="17782"/>
                  </a:lnTo>
                  <a:cubicBezTo>
                    <a:pt x="5455" y="17487"/>
                    <a:pt x="9094" y="17192"/>
                    <a:pt x="11520" y="17192"/>
                  </a:cubicBezTo>
                  <a:cubicBezTo>
                    <a:pt x="21224" y="17192"/>
                    <a:pt x="24257" y="21321"/>
                    <a:pt x="24257" y="35184"/>
                  </a:cubicBezTo>
                  <a:lnTo>
                    <a:pt x="24257" y="175882"/>
                  </a:lnTo>
                  <a:cubicBezTo>
                    <a:pt x="24257" y="191810"/>
                    <a:pt x="20011" y="195645"/>
                    <a:pt x="906" y="197119"/>
                  </a:cubicBezTo>
                  <a:lnTo>
                    <a:pt x="906" y="201544"/>
                  </a:lnTo>
                  <a:lnTo>
                    <a:pt x="72474" y="201544"/>
                  </a:lnTo>
                  <a:lnTo>
                    <a:pt x="72474" y="197119"/>
                  </a:lnTo>
                  <a:cubicBezTo>
                    <a:pt x="53369" y="195940"/>
                    <a:pt x="49730" y="192990"/>
                    <a:pt x="49730" y="176767"/>
                  </a:cubicBezTo>
                  <a:lnTo>
                    <a:pt x="49730" y="674"/>
                  </a:lnTo>
                  <a:lnTo>
                    <a:pt x="48517" y="84"/>
                  </a:lnTo>
                  <a:cubicBezTo>
                    <a:pt x="32748" y="5098"/>
                    <a:pt x="21224" y="8048"/>
                    <a:pt x="299" y="13062"/>
                  </a:cubicBezTo>
                  <a:lnTo>
                    <a:pt x="299" y="1778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1AF129E4-4710-F484-1906-389439D40ED2}"/>
                </a:ext>
              </a:extLst>
            </p:cNvPr>
            <p:cNvSpPr/>
            <p:nvPr>
              <p:custDataLst>
                <p:tags r:id="rId270"/>
              </p:custDataLst>
            </p:nvPr>
          </p:nvSpPr>
          <p:spPr>
            <a:xfrm>
              <a:off x="11767889" y="4923858"/>
              <a:ext cx="139800" cy="197035"/>
            </a:xfrm>
            <a:custGeom>
              <a:avLst/>
              <a:gdLst>
                <a:gd name="connsiteX0" fmla="*/ 140103 w 139800"/>
                <a:gd name="connsiteY0" fmla="*/ 84 h 197035"/>
                <a:gd name="connsiteX1" fmla="*/ 99163 w 139800"/>
                <a:gd name="connsiteY1" fmla="*/ 84 h 197035"/>
                <a:gd name="connsiteX2" fmla="*/ 99163 w 139800"/>
                <a:gd name="connsiteY2" fmla="*/ 4509 h 197035"/>
                <a:gd name="connsiteX3" fmla="*/ 113719 w 139800"/>
                <a:gd name="connsiteY3" fmla="*/ 11883 h 197035"/>
                <a:gd name="connsiteX4" fmla="*/ 112506 w 139800"/>
                <a:gd name="connsiteY4" fmla="*/ 16897 h 197035"/>
                <a:gd name="connsiteX5" fmla="*/ 83091 w 139800"/>
                <a:gd name="connsiteY5" fmla="*/ 98307 h 197035"/>
                <a:gd name="connsiteX6" fmla="*/ 48217 w 139800"/>
                <a:gd name="connsiteY6" fmla="*/ 23681 h 197035"/>
                <a:gd name="connsiteX7" fmla="*/ 45184 w 139800"/>
                <a:gd name="connsiteY7" fmla="*/ 12473 h 197035"/>
                <a:gd name="connsiteX8" fmla="*/ 62773 w 139800"/>
                <a:gd name="connsiteY8" fmla="*/ 4509 h 197035"/>
                <a:gd name="connsiteX9" fmla="*/ 62773 w 139800"/>
                <a:gd name="connsiteY9" fmla="*/ 84 h 197035"/>
                <a:gd name="connsiteX10" fmla="*/ 303 w 139800"/>
                <a:gd name="connsiteY10" fmla="*/ 84 h 197035"/>
                <a:gd name="connsiteX11" fmla="*/ 303 w 139800"/>
                <a:gd name="connsiteY11" fmla="*/ 4214 h 197035"/>
                <a:gd name="connsiteX12" fmla="*/ 15768 w 139800"/>
                <a:gd name="connsiteY12" fmla="*/ 13653 h 197035"/>
                <a:gd name="connsiteX13" fmla="*/ 50339 w 139800"/>
                <a:gd name="connsiteY13" fmla="*/ 86214 h 197035"/>
                <a:gd name="connsiteX14" fmla="*/ 51249 w 139800"/>
                <a:gd name="connsiteY14" fmla="*/ 88573 h 197035"/>
                <a:gd name="connsiteX15" fmla="*/ 55798 w 139800"/>
                <a:gd name="connsiteY15" fmla="*/ 97422 h 197035"/>
                <a:gd name="connsiteX16" fmla="*/ 69141 w 139800"/>
                <a:gd name="connsiteY16" fmla="*/ 127214 h 197035"/>
                <a:gd name="connsiteX17" fmla="*/ 57011 w 139800"/>
                <a:gd name="connsiteY17" fmla="*/ 159070 h 197035"/>
                <a:gd name="connsiteX18" fmla="*/ 41848 w 139800"/>
                <a:gd name="connsiteY18" fmla="*/ 172343 h 197035"/>
                <a:gd name="connsiteX19" fmla="*/ 34267 w 139800"/>
                <a:gd name="connsiteY19" fmla="*/ 170278 h 197035"/>
                <a:gd name="connsiteX20" fmla="*/ 18195 w 139800"/>
                <a:gd name="connsiteY20" fmla="*/ 167034 h 197035"/>
                <a:gd name="connsiteX21" fmla="*/ 5155 w 139800"/>
                <a:gd name="connsiteY21" fmla="*/ 180012 h 197035"/>
                <a:gd name="connsiteX22" fmla="*/ 27595 w 139800"/>
                <a:gd name="connsiteY22" fmla="*/ 197120 h 197035"/>
                <a:gd name="connsiteX23" fmla="*/ 78845 w 139800"/>
                <a:gd name="connsiteY23" fmla="*/ 138127 h 197035"/>
                <a:gd name="connsiteX24" fmla="*/ 125546 w 139800"/>
                <a:gd name="connsiteY24" fmla="*/ 17782 h 197035"/>
                <a:gd name="connsiteX25" fmla="*/ 140103 w 139800"/>
                <a:gd name="connsiteY25" fmla="*/ 4509 h 197035"/>
                <a:gd name="connsiteX26" fmla="*/ 140103 w 139800"/>
                <a:gd name="connsiteY26" fmla="*/ 84 h 1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800" h="197035">
                  <a:moveTo>
                    <a:pt x="140103" y="84"/>
                  </a:moveTo>
                  <a:lnTo>
                    <a:pt x="99163" y="84"/>
                  </a:lnTo>
                  <a:lnTo>
                    <a:pt x="99163" y="4509"/>
                  </a:lnTo>
                  <a:cubicBezTo>
                    <a:pt x="108867" y="4509"/>
                    <a:pt x="113719" y="7163"/>
                    <a:pt x="113719" y="11883"/>
                  </a:cubicBezTo>
                  <a:cubicBezTo>
                    <a:pt x="113719" y="13063"/>
                    <a:pt x="113416" y="14833"/>
                    <a:pt x="112506" y="16897"/>
                  </a:cubicBezTo>
                  <a:lnTo>
                    <a:pt x="83091" y="98307"/>
                  </a:lnTo>
                  <a:lnTo>
                    <a:pt x="48217" y="23681"/>
                  </a:lnTo>
                  <a:cubicBezTo>
                    <a:pt x="46397" y="19552"/>
                    <a:pt x="45184" y="15717"/>
                    <a:pt x="45184" y="12473"/>
                  </a:cubicBezTo>
                  <a:cubicBezTo>
                    <a:pt x="45184" y="7163"/>
                    <a:pt x="49733" y="5099"/>
                    <a:pt x="62773" y="4509"/>
                  </a:cubicBezTo>
                  <a:lnTo>
                    <a:pt x="62773" y="84"/>
                  </a:lnTo>
                  <a:lnTo>
                    <a:pt x="303" y="84"/>
                  </a:lnTo>
                  <a:lnTo>
                    <a:pt x="303" y="4214"/>
                  </a:lnTo>
                  <a:cubicBezTo>
                    <a:pt x="8187" y="5394"/>
                    <a:pt x="13342" y="8638"/>
                    <a:pt x="15768" y="13653"/>
                  </a:cubicBezTo>
                  <a:lnTo>
                    <a:pt x="50339" y="86214"/>
                  </a:lnTo>
                  <a:lnTo>
                    <a:pt x="51249" y="88573"/>
                  </a:lnTo>
                  <a:lnTo>
                    <a:pt x="55798" y="97422"/>
                  </a:lnTo>
                  <a:cubicBezTo>
                    <a:pt x="64289" y="112171"/>
                    <a:pt x="69141" y="122789"/>
                    <a:pt x="69141" y="127214"/>
                  </a:cubicBezTo>
                  <a:cubicBezTo>
                    <a:pt x="69141" y="131638"/>
                    <a:pt x="62166" y="150221"/>
                    <a:pt x="57011" y="159070"/>
                  </a:cubicBezTo>
                  <a:cubicBezTo>
                    <a:pt x="52765" y="166739"/>
                    <a:pt x="46094" y="172343"/>
                    <a:pt x="41848" y="172343"/>
                  </a:cubicBezTo>
                  <a:cubicBezTo>
                    <a:pt x="40029" y="172343"/>
                    <a:pt x="37299" y="171753"/>
                    <a:pt x="34267" y="170278"/>
                  </a:cubicBezTo>
                  <a:cubicBezTo>
                    <a:pt x="28505" y="168214"/>
                    <a:pt x="23350" y="167034"/>
                    <a:pt x="18195" y="167034"/>
                  </a:cubicBezTo>
                  <a:cubicBezTo>
                    <a:pt x="11220" y="167034"/>
                    <a:pt x="5155" y="172933"/>
                    <a:pt x="5155" y="180012"/>
                  </a:cubicBezTo>
                  <a:cubicBezTo>
                    <a:pt x="5155" y="189746"/>
                    <a:pt x="14859" y="197120"/>
                    <a:pt x="27595" y="197120"/>
                  </a:cubicBezTo>
                  <a:cubicBezTo>
                    <a:pt x="47913" y="197120"/>
                    <a:pt x="62470" y="180602"/>
                    <a:pt x="78845" y="138127"/>
                  </a:cubicBezTo>
                  <a:lnTo>
                    <a:pt x="125546" y="17782"/>
                  </a:lnTo>
                  <a:cubicBezTo>
                    <a:pt x="129489" y="8343"/>
                    <a:pt x="132825" y="5394"/>
                    <a:pt x="140103" y="4509"/>
                  </a:cubicBezTo>
                  <a:lnTo>
                    <a:pt x="140103" y="84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D7166D60-6766-F7B4-4F87-185C99B1E648}"/>
                </a:ext>
              </a:extLst>
            </p:cNvPr>
            <p:cNvSpPr/>
            <p:nvPr>
              <p:custDataLst>
                <p:tags r:id="rId271"/>
              </p:custDataLst>
            </p:nvPr>
          </p:nvSpPr>
          <p:spPr>
            <a:xfrm>
              <a:off x="11920691" y="4920908"/>
              <a:ext cx="142226" cy="135683"/>
            </a:xfrm>
            <a:custGeom>
              <a:avLst/>
              <a:gdLst>
                <a:gd name="connsiteX0" fmla="*/ 308 w 142226"/>
                <a:gd name="connsiteY0" fmla="*/ 18372 h 135683"/>
                <a:gd name="connsiteX1" fmla="*/ 8495 w 142226"/>
                <a:gd name="connsiteY1" fmla="*/ 17192 h 135683"/>
                <a:gd name="connsiteX2" fmla="*/ 19716 w 142226"/>
                <a:gd name="connsiteY2" fmla="*/ 36070 h 135683"/>
                <a:gd name="connsiteX3" fmla="*/ 19716 w 142226"/>
                <a:gd name="connsiteY3" fmla="*/ 109221 h 135683"/>
                <a:gd name="connsiteX4" fmla="*/ 914 w 142226"/>
                <a:gd name="connsiteY4" fmla="*/ 131343 h 135683"/>
                <a:gd name="connsiteX5" fmla="*/ 914 w 142226"/>
                <a:gd name="connsiteY5" fmla="*/ 135767 h 135683"/>
                <a:gd name="connsiteX6" fmla="*/ 65204 w 142226"/>
                <a:gd name="connsiteY6" fmla="*/ 135767 h 135683"/>
                <a:gd name="connsiteX7" fmla="*/ 65204 w 142226"/>
                <a:gd name="connsiteY7" fmla="*/ 131343 h 135683"/>
                <a:gd name="connsiteX8" fmla="*/ 45189 w 142226"/>
                <a:gd name="connsiteY8" fmla="*/ 116005 h 135683"/>
                <a:gd name="connsiteX9" fmla="*/ 45189 w 142226"/>
                <a:gd name="connsiteY9" fmla="*/ 33120 h 135683"/>
                <a:gd name="connsiteX10" fmla="*/ 76424 w 142226"/>
                <a:gd name="connsiteY10" fmla="*/ 16307 h 135683"/>
                <a:gd name="connsiteX11" fmla="*/ 98562 w 142226"/>
                <a:gd name="connsiteY11" fmla="*/ 44919 h 135683"/>
                <a:gd name="connsiteX12" fmla="*/ 98562 w 142226"/>
                <a:gd name="connsiteY12" fmla="*/ 106566 h 135683"/>
                <a:gd name="connsiteX13" fmla="*/ 79457 w 142226"/>
                <a:gd name="connsiteY13" fmla="*/ 131343 h 135683"/>
                <a:gd name="connsiteX14" fmla="*/ 79457 w 142226"/>
                <a:gd name="connsiteY14" fmla="*/ 135767 h 135683"/>
                <a:gd name="connsiteX15" fmla="*/ 142534 w 142226"/>
                <a:gd name="connsiteY15" fmla="*/ 135767 h 135683"/>
                <a:gd name="connsiteX16" fmla="*/ 142534 w 142226"/>
                <a:gd name="connsiteY16" fmla="*/ 131343 h 135683"/>
                <a:gd name="connsiteX17" fmla="*/ 124035 w 142226"/>
                <a:gd name="connsiteY17" fmla="*/ 111875 h 135683"/>
                <a:gd name="connsiteX18" fmla="*/ 124035 w 142226"/>
                <a:gd name="connsiteY18" fmla="*/ 44329 h 135683"/>
                <a:gd name="connsiteX19" fmla="*/ 88251 w 142226"/>
                <a:gd name="connsiteY19" fmla="*/ 84 h 135683"/>
                <a:gd name="connsiteX20" fmla="*/ 44279 w 142226"/>
                <a:gd name="connsiteY20" fmla="*/ 23976 h 135683"/>
                <a:gd name="connsiteX21" fmla="*/ 44279 w 142226"/>
                <a:gd name="connsiteY21" fmla="*/ 674 h 135683"/>
                <a:gd name="connsiteX22" fmla="*/ 42157 w 142226"/>
                <a:gd name="connsiteY22" fmla="*/ 84 h 135683"/>
                <a:gd name="connsiteX23" fmla="*/ 308 w 142226"/>
                <a:gd name="connsiteY23" fmla="*/ 13357 h 135683"/>
                <a:gd name="connsiteX24" fmla="*/ 308 w 142226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226" h="135683">
                  <a:moveTo>
                    <a:pt x="308" y="18372"/>
                  </a:moveTo>
                  <a:cubicBezTo>
                    <a:pt x="2127" y="17487"/>
                    <a:pt x="5160" y="17192"/>
                    <a:pt x="8495" y="17192"/>
                  </a:cubicBezTo>
                  <a:cubicBezTo>
                    <a:pt x="16986" y="17192"/>
                    <a:pt x="19716" y="21616"/>
                    <a:pt x="19716" y="36070"/>
                  </a:cubicBezTo>
                  <a:lnTo>
                    <a:pt x="19716" y="109221"/>
                  </a:lnTo>
                  <a:cubicBezTo>
                    <a:pt x="19716" y="126033"/>
                    <a:pt x="16380" y="130163"/>
                    <a:pt x="914" y="131343"/>
                  </a:cubicBezTo>
                  <a:lnTo>
                    <a:pt x="914" y="135767"/>
                  </a:lnTo>
                  <a:lnTo>
                    <a:pt x="65204" y="135767"/>
                  </a:lnTo>
                  <a:lnTo>
                    <a:pt x="65204" y="131343"/>
                  </a:lnTo>
                  <a:cubicBezTo>
                    <a:pt x="49738" y="130163"/>
                    <a:pt x="45189" y="126623"/>
                    <a:pt x="45189" y="116005"/>
                  </a:cubicBezTo>
                  <a:lnTo>
                    <a:pt x="45189" y="33120"/>
                  </a:lnTo>
                  <a:cubicBezTo>
                    <a:pt x="59745" y="19847"/>
                    <a:pt x="66417" y="16307"/>
                    <a:pt x="76424" y="16307"/>
                  </a:cubicBezTo>
                  <a:cubicBezTo>
                    <a:pt x="91284" y="16307"/>
                    <a:pt x="98562" y="25451"/>
                    <a:pt x="98562" y="44919"/>
                  </a:cubicBezTo>
                  <a:lnTo>
                    <a:pt x="98562" y="106566"/>
                  </a:lnTo>
                  <a:cubicBezTo>
                    <a:pt x="98562" y="125149"/>
                    <a:pt x="94619" y="130163"/>
                    <a:pt x="79457" y="131343"/>
                  </a:cubicBezTo>
                  <a:lnTo>
                    <a:pt x="79457" y="135767"/>
                  </a:lnTo>
                  <a:lnTo>
                    <a:pt x="142534" y="135767"/>
                  </a:lnTo>
                  <a:lnTo>
                    <a:pt x="142534" y="131343"/>
                  </a:lnTo>
                  <a:cubicBezTo>
                    <a:pt x="127674" y="129868"/>
                    <a:pt x="124035" y="126328"/>
                    <a:pt x="124035" y="111875"/>
                  </a:cubicBezTo>
                  <a:lnTo>
                    <a:pt x="124035" y="44329"/>
                  </a:lnTo>
                  <a:cubicBezTo>
                    <a:pt x="124035" y="16602"/>
                    <a:pt x="110692" y="84"/>
                    <a:pt x="88251" y="84"/>
                  </a:cubicBezTo>
                  <a:cubicBezTo>
                    <a:pt x="74301" y="84"/>
                    <a:pt x="64901" y="5098"/>
                    <a:pt x="44279" y="23976"/>
                  </a:cubicBezTo>
                  <a:lnTo>
                    <a:pt x="44279" y="674"/>
                  </a:lnTo>
                  <a:lnTo>
                    <a:pt x="42157" y="84"/>
                  </a:lnTo>
                  <a:cubicBezTo>
                    <a:pt x="27297" y="5393"/>
                    <a:pt x="16986" y="8638"/>
                    <a:pt x="308" y="13357"/>
                  </a:cubicBezTo>
                  <a:lnTo>
                    <a:pt x="308" y="1837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AE40C93B-896A-108E-FA24-CF75E2B1BBFF}"/>
                </a:ext>
              </a:extLst>
            </p:cNvPr>
            <p:cNvSpPr/>
            <p:nvPr>
              <p:custDataLst>
                <p:tags r:id="rId272"/>
              </p:custDataLst>
            </p:nvPr>
          </p:nvSpPr>
          <p:spPr>
            <a:xfrm>
              <a:off x="12076829" y="4920908"/>
              <a:ext cx="133734" cy="138632"/>
            </a:xfrm>
            <a:custGeom>
              <a:avLst/>
              <a:gdLst>
                <a:gd name="connsiteX0" fmla="*/ 67332 w 133734"/>
                <a:gd name="connsiteY0" fmla="*/ 84 h 138632"/>
                <a:gd name="connsiteX1" fmla="*/ 312 w 133734"/>
                <a:gd name="connsiteY1" fmla="*/ 69106 h 138632"/>
                <a:gd name="connsiteX2" fmla="*/ 66725 w 133734"/>
                <a:gd name="connsiteY2" fmla="*/ 138717 h 138632"/>
                <a:gd name="connsiteX3" fmla="*/ 134047 w 133734"/>
                <a:gd name="connsiteY3" fmla="*/ 66746 h 138632"/>
                <a:gd name="connsiteX4" fmla="*/ 67332 w 133734"/>
                <a:gd name="connsiteY4" fmla="*/ 84 h 138632"/>
                <a:gd name="connsiteX5" fmla="*/ 63389 w 133734"/>
                <a:gd name="connsiteY5" fmla="*/ 8343 h 138632"/>
                <a:gd name="connsiteX6" fmla="*/ 106755 w 133734"/>
                <a:gd name="connsiteY6" fmla="*/ 77070 h 138632"/>
                <a:gd name="connsiteX7" fmla="*/ 70364 w 133734"/>
                <a:gd name="connsiteY7" fmla="*/ 130458 h 138632"/>
                <a:gd name="connsiteX8" fmla="*/ 40949 w 133734"/>
                <a:gd name="connsiteY8" fmla="*/ 111580 h 138632"/>
                <a:gd name="connsiteX9" fmla="*/ 27605 w 133734"/>
                <a:gd name="connsiteY9" fmla="*/ 54652 h 138632"/>
                <a:gd name="connsiteX10" fmla="*/ 63389 w 133734"/>
                <a:gd name="connsiteY10" fmla="*/ 8343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734" h="138632">
                  <a:moveTo>
                    <a:pt x="67332" y="84"/>
                  </a:moveTo>
                  <a:cubicBezTo>
                    <a:pt x="27909" y="84"/>
                    <a:pt x="312" y="28401"/>
                    <a:pt x="312" y="69106"/>
                  </a:cubicBezTo>
                  <a:cubicBezTo>
                    <a:pt x="312" y="108926"/>
                    <a:pt x="28515" y="138717"/>
                    <a:pt x="66725" y="138717"/>
                  </a:cubicBezTo>
                  <a:cubicBezTo>
                    <a:pt x="104935" y="138717"/>
                    <a:pt x="134047" y="107451"/>
                    <a:pt x="134047" y="66746"/>
                  </a:cubicBezTo>
                  <a:cubicBezTo>
                    <a:pt x="134047" y="28106"/>
                    <a:pt x="106148" y="84"/>
                    <a:pt x="67332" y="84"/>
                  </a:cubicBezTo>
                  <a:close/>
                  <a:moveTo>
                    <a:pt x="63389" y="8343"/>
                  </a:moveTo>
                  <a:cubicBezTo>
                    <a:pt x="88863" y="8343"/>
                    <a:pt x="106755" y="36660"/>
                    <a:pt x="106755" y="77070"/>
                  </a:cubicBezTo>
                  <a:cubicBezTo>
                    <a:pt x="106755" y="110400"/>
                    <a:pt x="93108" y="130458"/>
                    <a:pt x="70364" y="130458"/>
                  </a:cubicBezTo>
                  <a:cubicBezTo>
                    <a:pt x="58537" y="130458"/>
                    <a:pt x="47317" y="123379"/>
                    <a:pt x="40949" y="111580"/>
                  </a:cubicBezTo>
                  <a:cubicBezTo>
                    <a:pt x="32457" y="96242"/>
                    <a:pt x="27605" y="75595"/>
                    <a:pt x="27605" y="54652"/>
                  </a:cubicBezTo>
                  <a:cubicBezTo>
                    <a:pt x="27605" y="26631"/>
                    <a:pt x="41858" y="8343"/>
                    <a:pt x="63389" y="8343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5FA1AE75-D901-05FF-4D31-120B86E79E80}"/>
                </a:ext>
              </a:extLst>
            </p:cNvPr>
            <p:cNvSpPr/>
            <p:nvPr>
              <p:custDataLst>
                <p:tags r:id="rId273"/>
              </p:custDataLst>
            </p:nvPr>
          </p:nvSpPr>
          <p:spPr>
            <a:xfrm>
              <a:off x="12225083" y="4920908"/>
              <a:ext cx="230169" cy="135683"/>
            </a:xfrm>
            <a:custGeom>
              <a:avLst/>
              <a:gdLst>
                <a:gd name="connsiteX0" fmla="*/ 1228 w 230169"/>
                <a:gd name="connsiteY0" fmla="*/ 18372 h 135683"/>
                <a:gd name="connsiteX1" fmla="*/ 10932 w 230169"/>
                <a:gd name="connsiteY1" fmla="*/ 17192 h 135683"/>
                <a:gd name="connsiteX2" fmla="*/ 21546 w 230169"/>
                <a:gd name="connsiteY2" fmla="*/ 36070 h 135683"/>
                <a:gd name="connsiteX3" fmla="*/ 21546 w 230169"/>
                <a:gd name="connsiteY3" fmla="*/ 110695 h 135683"/>
                <a:gd name="connsiteX4" fmla="*/ 318 w 230169"/>
                <a:gd name="connsiteY4" fmla="*/ 131343 h 135683"/>
                <a:gd name="connsiteX5" fmla="*/ 318 w 230169"/>
                <a:gd name="connsiteY5" fmla="*/ 135767 h 135683"/>
                <a:gd name="connsiteX6" fmla="*/ 67640 w 230169"/>
                <a:gd name="connsiteY6" fmla="*/ 135767 h 135683"/>
                <a:gd name="connsiteX7" fmla="*/ 67640 w 230169"/>
                <a:gd name="connsiteY7" fmla="*/ 131343 h 135683"/>
                <a:gd name="connsiteX8" fmla="*/ 47019 w 230169"/>
                <a:gd name="connsiteY8" fmla="*/ 116005 h 135683"/>
                <a:gd name="connsiteX9" fmla="*/ 47019 w 230169"/>
                <a:gd name="connsiteY9" fmla="*/ 32825 h 135683"/>
                <a:gd name="connsiteX10" fmla="*/ 51568 w 230169"/>
                <a:gd name="connsiteY10" fmla="*/ 27221 h 135683"/>
                <a:gd name="connsiteX11" fmla="*/ 82803 w 230169"/>
                <a:gd name="connsiteY11" fmla="*/ 15422 h 135683"/>
                <a:gd name="connsiteX12" fmla="*/ 102818 w 230169"/>
                <a:gd name="connsiteY12" fmla="*/ 46393 h 135683"/>
                <a:gd name="connsiteX13" fmla="*/ 102818 w 230169"/>
                <a:gd name="connsiteY13" fmla="*/ 110400 h 135683"/>
                <a:gd name="connsiteX14" fmla="*/ 82196 w 230169"/>
                <a:gd name="connsiteY14" fmla="*/ 131343 h 135683"/>
                <a:gd name="connsiteX15" fmla="*/ 82196 w 230169"/>
                <a:gd name="connsiteY15" fmla="*/ 135767 h 135683"/>
                <a:gd name="connsiteX16" fmla="*/ 150125 w 230169"/>
                <a:gd name="connsiteY16" fmla="*/ 135767 h 135683"/>
                <a:gd name="connsiteX17" fmla="*/ 150125 w 230169"/>
                <a:gd name="connsiteY17" fmla="*/ 131343 h 135683"/>
                <a:gd name="connsiteX18" fmla="*/ 128291 w 230169"/>
                <a:gd name="connsiteY18" fmla="*/ 107746 h 135683"/>
                <a:gd name="connsiteX19" fmla="*/ 128291 w 230169"/>
                <a:gd name="connsiteY19" fmla="*/ 33415 h 135683"/>
                <a:gd name="connsiteX20" fmla="*/ 161346 w 230169"/>
                <a:gd name="connsiteY20" fmla="*/ 15422 h 135683"/>
                <a:gd name="connsiteX21" fmla="*/ 184090 w 230169"/>
                <a:gd name="connsiteY21" fmla="*/ 47868 h 135683"/>
                <a:gd name="connsiteX22" fmla="*/ 184090 w 230169"/>
                <a:gd name="connsiteY22" fmla="*/ 110105 h 135683"/>
                <a:gd name="connsiteX23" fmla="*/ 164075 w 230169"/>
                <a:gd name="connsiteY23" fmla="*/ 131343 h 135683"/>
                <a:gd name="connsiteX24" fmla="*/ 164075 w 230169"/>
                <a:gd name="connsiteY24" fmla="*/ 135767 h 135683"/>
                <a:gd name="connsiteX25" fmla="*/ 230488 w 230169"/>
                <a:gd name="connsiteY25" fmla="*/ 135767 h 135683"/>
                <a:gd name="connsiteX26" fmla="*/ 230488 w 230169"/>
                <a:gd name="connsiteY26" fmla="*/ 131343 h 135683"/>
                <a:gd name="connsiteX27" fmla="*/ 222603 w 230169"/>
                <a:gd name="connsiteY27" fmla="*/ 130753 h 135683"/>
                <a:gd name="connsiteX28" fmla="*/ 209563 w 230169"/>
                <a:gd name="connsiteY28" fmla="*/ 113350 h 135683"/>
                <a:gd name="connsiteX29" fmla="*/ 209563 w 230169"/>
                <a:gd name="connsiteY29" fmla="*/ 52588 h 135683"/>
                <a:gd name="connsiteX30" fmla="*/ 174386 w 230169"/>
                <a:gd name="connsiteY30" fmla="*/ 84 h 135683"/>
                <a:gd name="connsiteX31" fmla="*/ 124955 w 230169"/>
                <a:gd name="connsiteY31" fmla="*/ 24861 h 135683"/>
                <a:gd name="connsiteX32" fmla="*/ 92810 w 230169"/>
                <a:gd name="connsiteY32" fmla="*/ 84 h 135683"/>
                <a:gd name="connsiteX33" fmla="*/ 45806 w 230169"/>
                <a:gd name="connsiteY33" fmla="*/ 22796 h 135683"/>
                <a:gd name="connsiteX34" fmla="*/ 45806 w 230169"/>
                <a:gd name="connsiteY34" fmla="*/ 674 h 135683"/>
                <a:gd name="connsiteX35" fmla="*/ 43683 w 230169"/>
                <a:gd name="connsiteY35" fmla="*/ 84 h 135683"/>
                <a:gd name="connsiteX36" fmla="*/ 1228 w 230169"/>
                <a:gd name="connsiteY36" fmla="*/ 13357 h 135683"/>
                <a:gd name="connsiteX37" fmla="*/ 1228 w 230169"/>
                <a:gd name="connsiteY37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30169" h="135683">
                  <a:moveTo>
                    <a:pt x="1228" y="18372"/>
                  </a:moveTo>
                  <a:cubicBezTo>
                    <a:pt x="5170" y="17487"/>
                    <a:pt x="7596" y="17192"/>
                    <a:pt x="10932" y="17192"/>
                  </a:cubicBezTo>
                  <a:cubicBezTo>
                    <a:pt x="18816" y="17192"/>
                    <a:pt x="21546" y="21911"/>
                    <a:pt x="21546" y="36070"/>
                  </a:cubicBezTo>
                  <a:lnTo>
                    <a:pt x="21546" y="110695"/>
                  </a:lnTo>
                  <a:cubicBezTo>
                    <a:pt x="21546" y="126623"/>
                    <a:pt x="17300" y="131048"/>
                    <a:pt x="318" y="131343"/>
                  </a:cubicBezTo>
                  <a:lnTo>
                    <a:pt x="318" y="135767"/>
                  </a:lnTo>
                  <a:lnTo>
                    <a:pt x="67640" y="135767"/>
                  </a:lnTo>
                  <a:lnTo>
                    <a:pt x="67640" y="131343"/>
                  </a:lnTo>
                  <a:cubicBezTo>
                    <a:pt x="51568" y="130753"/>
                    <a:pt x="47019" y="127508"/>
                    <a:pt x="47019" y="116005"/>
                  </a:cubicBezTo>
                  <a:lnTo>
                    <a:pt x="47019" y="32825"/>
                  </a:lnTo>
                  <a:cubicBezTo>
                    <a:pt x="47019" y="32235"/>
                    <a:pt x="49445" y="29285"/>
                    <a:pt x="51568" y="27221"/>
                  </a:cubicBezTo>
                  <a:cubicBezTo>
                    <a:pt x="59149" y="20437"/>
                    <a:pt x="72189" y="15422"/>
                    <a:pt x="82803" y="15422"/>
                  </a:cubicBezTo>
                  <a:cubicBezTo>
                    <a:pt x="96146" y="15422"/>
                    <a:pt x="102818" y="25746"/>
                    <a:pt x="102818" y="46393"/>
                  </a:cubicBezTo>
                  <a:lnTo>
                    <a:pt x="102818" y="110400"/>
                  </a:lnTo>
                  <a:cubicBezTo>
                    <a:pt x="102818" y="126918"/>
                    <a:pt x="99482" y="130163"/>
                    <a:pt x="82196" y="131343"/>
                  </a:cubicBezTo>
                  <a:lnTo>
                    <a:pt x="82196" y="135767"/>
                  </a:lnTo>
                  <a:lnTo>
                    <a:pt x="150125" y="135767"/>
                  </a:lnTo>
                  <a:lnTo>
                    <a:pt x="150125" y="131343"/>
                  </a:lnTo>
                  <a:cubicBezTo>
                    <a:pt x="132840" y="131048"/>
                    <a:pt x="128291" y="126033"/>
                    <a:pt x="128291" y="107746"/>
                  </a:cubicBezTo>
                  <a:lnTo>
                    <a:pt x="128291" y="33415"/>
                  </a:lnTo>
                  <a:cubicBezTo>
                    <a:pt x="137389" y="20732"/>
                    <a:pt x="147396" y="15422"/>
                    <a:pt x="161346" y="15422"/>
                  </a:cubicBezTo>
                  <a:cubicBezTo>
                    <a:pt x="178631" y="15422"/>
                    <a:pt x="184090" y="23386"/>
                    <a:pt x="184090" y="47868"/>
                  </a:cubicBezTo>
                  <a:lnTo>
                    <a:pt x="184090" y="110105"/>
                  </a:lnTo>
                  <a:cubicBezTo>
                    <a:pt x="184090" y="126918"/>
                    <a:pt x="181664" y="129278"/>
                    <a:pt x="164075" y="131343"/>
                  </a:cubicBezTo>
                  <a:lnTo>
                    <a:pt x="164075" y="135767"/>
                  </a:lnTo>
                  <a:lnTo>
                    <a:pt x="230488" y="135767"/>
                  </a:lnTo>
                  <a:lnTo>
                    <a:pt x="230488" y="131343"/>
                  </a:lnTo>
                  <a:lnTo>
                    <a:pt x="222603" y="130753"/>
                  </a:lnTo>
                  <a:cubicBezTo>
                    <a:pt x="213505" y="130163"/>
                    <a:pt x="209563" y="124854"/>
                    <a:pt x="209563" y="113350"/>
                  </a:cubicBezTo>
                  <a:lnTo>
                    <a:pt x="209563" y="52588"/>
                  </a:lnTo>
                  <a:cubicBezTo>
                    <a:pt x="209563" y="17782"/>
                    <a:pt x="197736" y="84"/>
                    <a:pt x="174386" y="84"/>
                  </a:cubicBezTo>
                  <a:cubicBezTo>
                    <a:pt x="156797" y="84"/>
                    <a:pt x="141331" y="7753"/>
                    <a:pt x="124955" y="24861"/>
                  </a:cubicBezTo>
                  <a:cubicBezTo>
                    <a:pt x="119497" y="8048"/>
                    <a:pt x="109186" y="84"/>
                    <a:pt x="92810" y="84"/>
                  </a:cubicBezTo>
                  <a:cubicBezTo>
                    <a:pt x="79467" y="84"/>
                    <a:pt x="70976" y="4214"/>
                    <a:pt x="45806" y="22796"/>
                  </a:cubicBezTo>
                  <a:lnTo>
                    <a:pt x="45806" y="674"/>
                  </a:lnTo>
                  <a:lnTo>
                    <a:pt x="43683" y="84"/>
                  </a:lnTo>
                  <a:cubicBezTo>
                    <a:pt x="28217" y="5688"/>
                    <a:pt x="17907" y="8933"/>
                    <a:pt x="1228" y="13357"/>
                  </a:cubicBezTo>
                  <a:lnTo>
                    <a:pt x="1228" y="1837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3B0DC5AD-F216-EE46-0A72-5BA049641520}"/>
                </a:ext>
              </a:extLst>
            </p:cNvPr>
            <p:cNvSpPr/>
            <p:nvPr>
              <p:custDataLst>
                <p:tags r:id="rId274"/>
              </p:custDataLst>
            </p:nvPr>
          </p:nvSpPr>
          <p:spPr>
            <a:xfrm>
              <a:off x="12461896" y="4855131"/>
              <a:ext cx="71871" cy="201460"/>
            </a:xfrm>
            <a:custGeom>
              <a:avLst/>
              <a:gdLst>
                <a:gd name="connsiteX0" fmla="*/ 48542 w 71871"/>
                <a:gd name="connsiteY0" fmla="*/ 65861 h 201460"/>
                <a:gd name="connsiteX1" fmla="*/ 1538 w 71871"/>
                <a:gd name="connsiteY1" fmla="*/ 82084 h 201460"/>
                <a:gd name="connsiteX2" fmla="*/ 1538 w 71871"/>
                <a:gd name="connsiteY2" fmla="*/ 86508 h 201460"/>
                <a:gd name="connsiteX3" fmla="*/ 3964 w 71871"/>
                <a:gd name="connsiteY3" fmla="*/ 86213 h 201460"/>
                <a:gd name="connsiteX4" fmla="*/ 14275 w 71871"/>
                <a:gd name="connsiteY4" fmla="*/ 85328 h 201460"/>
                <a:gd name="connsiteX5" fmla="*/ 24282 w 71871"/>
                <a:gd name="connsiteY5" fmla="*/ 103026 h 201460"/>
                <a:gd name="connsiteX6" fmla="*/ 24282 w 71871"/>
                <a:gd name="connsiteY6" fmla="*/ 171458 h 201460"/>
                <a:gd name="connsiteX7" fmla="*/ 325 w 71871"/>
                <a:gd name="connsiteY7" fmla="*/ 197119 h 201460"/>
                <a:gd name="connsiteX8" fmla="*/ 325 w 71871"/>
                <a:gd name="connsiteY8" fmla="*/ 201544 h 201460"/>
                <a:gd name="connsiteX9" fmla="*/ 72196 w 71871"/>
                <a:gd name="connsiteY9" fmla="*/ 201544 h 201460"/>
                <a:gd name="connsiteX10" fmla="*/ 72196 w 71871"/>
                <a:gd name="connsiteY10" fmla="*/ 197119 h 201460"/>
                <a:gd name="connsiteX11" fmla="*/ 49755 w 71871"/>
                <a:gd name="connsiteY11" fmla="*/ 171458 h 201460"/>
                <a:gd name="connsiteX12" fmla="*/ 49755 w 71871"/>
                <a:gd name="connsiteY12" fmla="*/ 66746 h 201460"/>
                <a:gd name="connsiteX13" fmla="*/ 48542 w 71871"/>
                <a:gd name="connsiteY13" fmla="*/ 65861 h 201460"/>
                <a:gd name="connsiteX14" fmla="*/ 34289 w 71871"/>
                <a:gd name="connsiteY14" fmla="*/ 84 h 201460"/>
                <a:gd name="connsiteX15" fmla="*/ 19127 w 71871"/>
                <a:gd name="connsiteY15" fmla="*/ 15127 h 201460"/>
                <a:gd name="connsiteX16" fmla="*/ 34289 w 71871"/>
                <a:gd name="connsiteY16" fmla="*/ 30170 h 201460"/>
                <a:gd name="connsiteX17" fmla="*/ 50059 w 71871"/>
                <a:gd name="connsiteY17" fmla="*/ 15127 h 201460"/>
                <a:gd name="connsiteX18" fmla="*/ 34289 w 71871"/>
                <a:gd name="connsiteY18" fmla="*/ 84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71" h="201460">
                  <a:moveTo>
                    <a:pt x="48542" y="65861"/>
                  </a:moveTo>
                  <a:lnTo>
                    <a:pt x="1538" y="82084"/>
                  </a:lnTo>
                  <a:lnTo>
                    <a:pt x="1538" y="86508"/>
                  </a:lnTo>
                  <a:lnTo>
                    <a:pt x="3964" y="86213"/>
                  </a:lnTo>
                  <a:cubicBezTo>
                    <a:pt x="7603" y="85623"/>
                    <a:pt x="11545" y="85328"/>
                    <a:pt x="14275" y="85328"/>
                  </a:cubicBezTo>
                  <a:cubicBezTo>
                    <a:pt x="21553" y="85328"/>
                    <a:pt x="24282" y="90048"/>
                    <a:pt x="24282" y="103026"/>
                  </a:cubicBezTo>
                  <a:lnTo>
                    <a:pt x="24282" y="171458"/>
                  </a:lnTo>
                  <a:cubicBezTo>
                    <a:pt x="24282" y="192695"/>
                    <a:pt x="21249" y="195940"/>
                    <a:pt x="325" y="197119"/>
                  </a:cubicBezTo>
                  <a:lnTo>
                    <a:pt x="325" y="201544"/>
                  </a:lnTo>
                  <a:lnTo>
                    <a:pt x="72196" y="201544"/>
                  </a:lnTo>
                  <a:lnTo>
                    <a:pt x="72196" y="197119"/>
                  </a:lnTo>
                  <a:cubicBezTo>
                    <a:pt x="52181" y="195645"/>
                    <a:pt x="49755" y="192695"/>
                    <a:pt x="49755" y="171458"/>
                  </a:cubicBezTo>
                  <a:lnTo>
                    <a:pt x="49755" y="66746"/>
                  </a:lnTo>
                  <a:lnTo>
                    <a:pt x="48542" y="65861"/>
                  </a:lnTo>
                  <a:close/>
                  <a:moveTo>
                    <a:pt x="34289" y="84"/>
                  </a:moveTo>
                  <a:cubicBezTo>
                    <a:pt x="26101" y="84"/>
                    <a:pt x="19127" y="6868"/>
                    <a:pt x="19127" y="15127"/>
                  </a:cubicBezTo>
                  <a:cubicBezTo>
                    <a:pt x="19127" y="23386"/>
                    <a:pt x="25798" y="30170"/>
                    <a:pt x="34289" y="30170"/>
                  </a:cubicBezTo>
                  <a:cubicBezTo>
                    <a:pt x="43084" y="30170"/>
                    <a:pt x="50059" y="23681"/>
                    <a:pt x="50059" y="15127"/>
                  </a:cubicBezTo>
                  <a:cubicBezTo>
                    <a:pt x="50059" y="6868"/>
                    <a:pt x="43084" y="84"/>
                    <a:pt x="34289" y="84"/>
                  </a:cubicBez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FD986A27-FDDC-18D5-C1AE-4399279EB8CB}"/>
                </a:ext>
              </a:extLst>
            </p:cNvPr>
            <p:cNvSpPr/>
            <p:nvPr>
              <p:custDataLst>
                <p:tags r:id="rId275"/>
              </p:custDataLst>
            </p:nvPr>
          </p:nvSpPr>
          <p:spPr>
            <a:xfrm>
              <a:off x="12552882" y="4920908"/>
              <a:ext cx="122817" cy="138632"/>
            </a:xfrm>
            <a:custGeom>
              <a:avLst/>
              <a:gdLst>
                <a:gd name="connsiteX0" fmla="*/ 123146 w 122817"/>
                <a:gd name="connsiteY0" fmla="*/ 116300 h 138632"/>
                <a:gd name="connsiteX1" fmla="*/ 109803 w 122817"/>
                <a:gd name="connsiteY1" fmla="*/ 121904 h 138632"/>
                <a:gd name="connsiteX2" fmla="*/ 100705 w 122817"/>
                <a:gd name="connsiteY2" fmla="*/ 104796 h 138632"/>
                <a:gd name="connsiteX3" fmla="*/ 100705 w 122817"/>
                <a:gd name="connsiteY3" fmla="*/ 47278 h 138632"/>
                <a:gd name="connsiteX4" fmla="*/ 94640 w 122817"/>
                <a:gd name="connsiteY4" fmla="*/ 16307 h 138632"/>
                <a:gd name="connsiteX5" fmla="*/ 57036 w 122817"/>
                <a:gd name="connsiteY5" fmla="*/ 84 h 138632"/>
                <a:gd name="connsiteX6" fmla="*/ 6090 w 122817"/>
                <a:gd name="connsiteY6" fmla="*/ 33120 h 138632"/>
                <a:gd name="connsiteX7" fmla="*/ 19130 w 122817"/>
                <a:gd name="connsiteY7" fmla="*/ 45803 h 138632"/>
                <a:gd name="connsiteX8" fmla="*/ 32776 w 122817"/>
                <a:gd name="connsiteY8" fmla="*/ 33415 h 138632"/>
                <a:gd name="connsiteX9" fmla="*/ 32170 w 122817"/>
                <a:gd name="connsiteY9" fmla="*/ 28696 h 138632"/>
                <a:gd name="connsiteX10" fmla="*/ 31260 w 122817"/>
                <a:gd name="connsiteY10" fmla="*/ 21616 h 138632"/>
                <a:gd name="connsiteX11" fmla="*/ 53094 w 122817"/>
                <a:gd name="connsiteY11" fmla="*/ 7163 h 138632"/>
                <a:gd name="connsiteX12" fmla="*/ 76141 w 122817"/>
                <a:gd name="connsiteY12" fmla="*/ 31645 h 138632"/>
                <a:gd name="connsiteX13" fmla="*/ 76141 w 122817"/>
                <a:gd name="connsiteY13" fmla="*/ 49638 h 138632"/>
                <a:gd name="connsiteX14" fmla="*/ 11245 w 122817"/>
                <a:gd name="connsiteY14" fmla="*/ 81494 h 138632"/>
                <a:gd name="connsiteX15" fmla="*/ 328 w 122817"/>
                <a:gd name="connsiteY15" fmla="*/ 107156 h 138632"/>
                <a:gd name="connsiteX16" fmla="*/ 32170 w 122817"/>
                <a:gd name="connsiteY16" fmla="*/ 138717 h 138632"/>
                <a:gd name="connsiteX17" fmla="*/ 76445 w 122817"/>
                <a:gd name="connsiteY17" fmla="*/ 117185 h 138632"/>
                <a:gd name="connsiteX18" fmla="*/ 95853 w 122817"/>
                <a:gd name="connsiteY18" fmla="*/ 138717 h 138632"/>
                <a:gd name="connsiteX19" fmla="*/ 123146 w 122817"/>
                <a:gd name="connsiteY19" fmla="*/ 123969 h 138632"/>
                <a:gd name="connsiteX20" fmla="*/ 123146 w 122817"/>
                <a:gd name="connsiteY20" fmla="*/ 116300 h 138632"/>
                <a:gd name="connsiteX21" fmla="*/ 76141 w 122817"/>
                <a:gd name="connsiteY21" fmla="*/ 99487 h 138632"/>
                <a:gd name="connsiteX22" fmla="*/ 68257 w 122817"/>
                <a:gd name="connsiteY22" fmla="*/ 114825 h 138632"/>
                <a:gd name="connsiteX23" fmla="*/ 46119 w 122817"/>
                <a:gd name="connsiteY23" fmla="*/ 121609 h 138632"/>
                <a:gd name="connsiteX24" fmla="*/ 27014 w 122817"/>
                <a:gd name="connsiteY24" fmla="*/ 98897 h 138632"/>
                <a:gd name="connsiteX25" fmla="*/ 27014 w 122817"/>
                <a:gd name="connsiteY25" fmla="*/ 97717 h 138632"/>
                <a:gd name="connsiteX26" fmla="*/ 76141 w 122817"/>
                <a:gd name="connsiteY26" fmla="*/ 56717 h 138632"/>
                <a:gd name="connsiteX27" fmla="*/ 76141 w 122817"/>
                <a:gd name="connsiteY27" fmla="*/ 9948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817" h="138632">
                  <a:moveTo>
                    <a:pt x="123146" y="116300"/>
                  </a:moveTo>
                  <a:cubicBezTo>
                    <a:pt x="117990" y="120429"/>
                    <a:pt x="114351" y="121904"/>
                    <a:pt x="109803" y="121904"/>
                  </a:cubicBezTo>
                  <a:cubicBezTo>
                    <a:pt x="102828" y="121904"/>
                    <a:pt x="100705" y="117775"/>
                    <a:pt x="100705" y="104796"/>
                  </a:cubicBezTo>
                  <a:lnTo>
                    <a:pt x="100705" y="47278"/>
                  </a:lnTo>
                  <a:cubicBezTo>
                    <a:pt x="100705" y="31940"/>
                    <a:pt x="99189" y="23386"/>
                    <a:pt x="94640" y="16307"/>
                  </a:cubicBezTo>
                  <a:cubicBezTo>
                    <a:pt x="87968" y="5688"/>
                    <a:pt x="74928" y="84"/>
                    <a:pt x="57036" y="84"/>
                  </a:cubicBezTo>
                  <a:cubicBezTo>
                    <a:pt x="28531" y="84"/>
                    <a:pt x="6090" y="14537"/>
                    <a:pt x="6090" y="33120"/>
                  </a:cubicBezTo>
                  <a:cubicBezTo>
                    <a:pt x="6090" y="39904"/>
                    <a:pt x="12155" y="45803"/>
                    <a:pt x="19130" y="45803"/>
                  </a:cubicBezTo>
                  <a:cubicBezTo>
                    <a:pt x="26408" y="45803"/>
                    <a:pt x="32776" y="39904"/>
                    <a:pt x="32776" y="33415"/>
                  </a:cubicBezTo>
                  <a:cubicBezTo>
                    <a:pt x="32776" y="32235"/>
                    <a:pt x="32473" y="30760"/>
                    <a:pt x="32170" y="28696"/>
                  </a:cubicBezTo>
                  <a:cubicBezTo>
                    <a:pt x="31563" y="26041"/>
                    <a:pt x="31260" y="23681"/>
                    <a:pt x="31260" y="21616"/>
                  </a:cubicBezTo>
                  <a:cubicBezTo>
                    <a:pt x="31260" y="13652"/>
                    <a:pt x="40964" y="7163"/>
                    <a:pt x="53094" y="7163"/>
                  </a:cubicBezTo>
                  <a:cubicBezTo>
                    <a:pt x="67954" y="7163"/>
                    <a:pt x="76141" y="15717"/>
                    <a:pt x="76141" y="31645"/>
                  </a:cubicBezTo>
                  <a:lnTo>
                    <a:pt x="76141" y="49638"/>
                  </a:lnTo>
                  <a:cubicBezTo>
                    <a:pt x="29440" y="67926"/>
                    <a:pt x="24285" y="70285"/>
                    <a:pt x="11245" y="81494"/>
                  </a:cubicBezTo>
                  <a:cubicBezTo>
                    <a:pt x="4574" y="87393"/>
                    <a:pt x="328" y="97422"/>
                    <a:pt x="328" y="107156"/>
                  </a:cubicBezTo>
                  <a:cubicBezTo>
                    <a:pt x="328" y="125739"/>
                    <a:pt x="13671" y="138717"/>
                    <a:pt x="32170" y="138717"/>
                  </a:cubicBezTo>
                  <a:cubicBezTo>
                    <a:pt x="45513" y="138717"/>
                    <a:pt x="57946" y="132523"/>
                    <a:pt x="76445" y="117185"/>
                  </a:cubicBezTo>
                  <a:cubicBezTo>
                    <a:pt x="77961" y="132523"/>
                    <a:pt x="83420" y="138717"/>
                    <a:pt x="95853" y="138717"/>
                  </a:cubicBezTo>
                  <a:cubicBezTo>
                    <a:pt x="106164" y="138717"/>
                    <a:pt x="112532" y="135177"/>
                    <a:pt x="123146" y="123969"/>
                  </a:cubicBezTo>
                  <a:lnTo>
                    <a:pt x="123146" y="116300"/>
                  </a:lnTo>
                  <a:close/>
                  <a:moveTo>
                    <a:pt x="76141" y="99487"/>
                  </a:moveTo>
                  <a:cubicBezTo>
                    <a:pt x="76141" y="108631"/>
                    <a:pt x="74625" y="111285"/>
                    <a:pt x="68257" y="114825"/>
                  </a:cubicBezTo>
                  <a:cubicBezTo>
                    <a:pt x="60979" y="118954"/>
                    <a:pt x="52488" y="121609"/>
                    <a:pt x="46119" y="121609"/>
                  </a:cubicBezTo>
                  <a:cubicBezTo>
                    <a:pt x="35505" y="121609"/>
                    <a:pt x="27014" y="111580"/>
                    <a:pt x="27014" y="98897"/>
                  </a:cubicBezTo>
                  <a:lnTo>
                    <a:pt x="27014" y="97717"/>
                  </a:lnTo>
                  <a:cubicBezTo>
                    <a:pt x="27014" y="80314"/>
                    <a:pt x="39448" y="69695"/>
                    <a:pt x="76141" y="56717"/>
                  </a:cubicBezTo>
                  <a:lnTo>
                    <a:pt x="76141" y="99487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24DB8CE6-EB9B-D42F-6425-D859F79CBCD4}"/>
                </a:ext>
              </a:extLst>
            </p:cNvPr>
            <p:cNvSpPr/>
            <p:nvPr>
              <p:custDataLst>
                <p:tags r:id="rId276"/>
              </p:custDataLst>
            </p:nvPr>
          </p:nvSpPr>
          <p:spPr>
            <a:xfrm>
              <a:off x="12682572" y="4855131"/>
              <a:ext cx="72174" cy="201460"/>
            </a:xfrm>
            <a:custGeom>
              <a:avLst/>
              <a:gdLst>
                <a:gd name="connsiteX0" fmla="*/ 332 w 72174"/>
                <a:gd name="connsiteY0" fmla="*/ 17782 h 201460"/>
                <a:gd name="connsiteX1" fmla="*/ 2152 w 72174"/>
                <a:gd name="connsiteY1" fmla="*/ 17782 h 201460"/>
                <a:gd name="connsiteX2" fmla="*/ 11553 w 72174"/>
                <a:gd name="connsiteY2" fmla="*/ 17192 h 201460"/>
                <a:gd name="connsiteX3" fmla="*/ 24289 w 72174"/>
                <a:gd name="connsiteY3" fmla="*/ 35184 h 201460"/>
                <a:gd name="connsiteX4" fmla="*/ 24289 w 72174"/>
                <a:gd name="connsiteY4" fmla="*/ 175882 h 201460"/>
                <a:gd name="connsiteX5" fmla="*/ 939 w 72174"/>
                <a:gd name="connsiteY5" fmla="*/ 197119 h 201460"/>
                <a:gd name="connsiteX6" fmla="*/ 939 w 72174"/>
                <a:gd name="connsiteY6" fmla="*/ 201544 h 201460"/>
                <a:gd name="connsiteX7" fmla="*/ 72507 w 72174"/>
                <a:gd name="connsiteY7" fmla="*/ 201544 h 201460"/>
                <a:gd name="connsiteX8" fmla="*/ 72507 w 72174"/>
                <a:gd name="connsiteY8" fmla="*/ 197119 h 201460"/>
                <a:gd name="connsiteX9" fmla="*/ 49763 w 72174"/>
                <a:gd name="connsiteY9" fmla="*/ 176767 h 201460"/>
                <a:gd name="connsiteX10" fmla="*/ 49763 w 72174"/>
                <a:gd name="connsiteY10" fmla="*/ 674 h 201460"/>
                <a:gd name="connsiteX11" fmla="*/ 48550 w 72174"/>
                <a:gd name="connsiteY11" fmla="*/ 84 h 201460"/>
                <a:gd name="connsiteX12" fmla="*/ 332 w 72174"/>
                <a:gd name="connsiteY12" fmla="*/ 13062 h 201460"/>
                <a:gd name="connsiteX13" fmla="*/ 332 w 72174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174" h="201460">
                  <a:moveTo>
                    <a:pt x="332" y="17782"/>
                  </a:moveTo>
                  <a:lnTo>
                    <a:pt x="2152" y="17782"/>
                  </a:lnTo>
                  <a:cubicBezTo>
                    <a:pt x="5487" y="17487"/>
                    <a:pt x="9127" y="17192"/>
                    <a:pt x="11553" y="17192"/>
                  </a:cubicBezTo>
                  <a:cubicBezTo>
                    <a:pt x="21257" y="17192"/>
                    <a:pt x="24289" y="21321"/>
                    <a:pt x="24289" y="35184"/>
                  </a:cubicBezTo>
                  <a:lnTo>
                    <a:pt x="24289" y="175882"/>
                  </a:lnTo>
                  <a:cubicBezTo>
                    <a:pt x="24289" y="191810"/>
                    <a:pt x="20044" y="195645"/>
                    <a:pt x="939" y="197119"/>
                  </a:cubicBezTo>
                  <a:lnTo>
                    <a:pt x="939" y="201544"/>
                  </a:lnTo>
                  <a:lnTo>
                    <a:pt x="72507" y="201544"/>
                  </a:lnTo>
                  <a:lnTo>
                    <a:pt x="72507" y="197119"/>
                  </a:lnTo>
                  <a:cubicBezTo>
                    <a:pt x="53402" y="195940"/>
                    <a:pt x="49763" y="192990"/>
                    <a:pt x="49763" y="176767"/>
                  </a:cubicBezTo>
                  <a:lnTo>
                    <a:pt x="49763" y="674"/>
                  </a:lnTo>
                  <a:lnTo>
                    <a:pt x="48550" y="84"/>
                  </a:lnTo>
                  <a:cubicBezTo>
                    <a:pt x="32780" y="5098"/>
                    <a:pt x="21257" y="8048"/>
                    <a:pt x="332" y="13062"/>
                  </a:cubicBezTo>
                  <a:lnTo>
                    <a:pt x="332" y="17782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6ACE16A2-9065-D229-D777-F9071AB60A2C}"/>
                </a:ext>
              </a:extLst>
            </p:cNvPr>
            <p:cNvSpPr/>
            <p:nvPr>
              <p:custDataLst>
                <p:tags r:id="rId277"/>
              </p:custDataLst>
            </p:nvPr>
          </p:nvSpPr>
          <p:spPr>
            <a:xfrm>
              <a:off x="12770222" y="4857196"/>
              <a:ext cx="77633" cy="251603"/>
            </a:xfrm>
            <a:custGeom>
              <a:avLst/>
              <a:gdLst>
                <a:gd name="connsiteX0" fmla="*/ 3064 w 77633"/>
                <a:gd name="connsiteY0" fmla="*/ 251688 h 251603"/>
                <a:gd name="connsiteX1" fmla="*/ 45823 w 77633"/>
                <a:gd name="connsiteY1" fmla="*/ 216292 h 251603"/>
                <a:gd name="connsiteX2" fmla="*/ 77968 w 77633"/>
                <a:gd name="connsiteY2" fmla="*/ 126623 h 251603"/>
                <a:gd name="connsiteX3" fmla="*/ 40061 w 77633"/>
                <a:gd name="connsiteY3" fmla="*/ 30170 h 251603"/>
                <a:gd name="connsiteX4" fmla="*/ 3974 w 77633"/>
                <a:gd name="connsiteY4" fmla="*/ 84 h 251603"/>
                <a:gd name="connsiteX5" fmla="*/ 335 w 77633"/>
                <a:gd name="connsiteY5" fmla="*/ 4803 h 251603"/>
                <a:gd name="connsiteX6" fmla="*/ 41274 w 77633"/>
                <a:gd name="connsiteY6" fmla="*/ 55832 h 251603"/>
                <a:gd name="connsiteX7" fmla="*/ 51888 w 77633"/>
                <a:gd name="connsiteY7" fmla="*/ 127508 h 251603"/>
                <a:gd name="connsiteX8" fmla="*/ 39758 w 77633"/>
                <a:gd name="connsiteY8" fmla="*/ 200659 h 251603"/>
                <a:gd name="connsiteX9" fmla="*/ 335 w 77633"/>
                <a:gd name="connsiteY9" fmla="*/ 246969 h 251603"/>
                <a:gd name="connsiteX10" fmla="*/ 3064 w 77633"/>
                <a:gd name="connsiteY10" fmla="*/ 251688 h 25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633" h="251603">
                  <a:moveTo>
                    <a:pt x="3064" y="251688"/>
                  </a:moveTo>
                  <a:cubicBezTo>
                    <a:pt x="25505" y="237530"/>
                    <a:pt x="34603" y="229861"/>
                    <a:pt x="45823" y="216292"/>
                  </a:cubicBezTo>
                  <a:cubicBezTo>
                    <a:pt x="67354" y="190630"/>
                    <a:pt x="77968" y="161134"/>
                    <a:pt x="77968" y="126623"/>
                  </a:cubicBezTo>
                  <a:cubicBezTo>
                    <a:pt x="77968" y="88868"/>
                    <a:pt x="66748" y="60257"/>
                    <a:pt x="40061" y="30170"/>
                  </a:cubicBezTo>
                  <a:cubicBezTo>
                    <a:pt x="27628" y="16012"/>
                    <a:pt x="19743" y="9523"/>
                    <a:pt x="3974" y="84"/>
                  </a:cubicBezTo>
                  <a:lnTo>
                    <a:pt x="335" y="4803"/>
                  </a:lnTo>
                  <a:cubicBezTo>
                    <a:pt x="24595" y="23386"/>
                    <a:pt x="32783" y="33710"/>
                    <a:pt x="41274" y="55832"/>
                  </a:cubicBezTo>
                  <a:cubicBezTo>
                    <a:pt x="48552" y="75595"/>
                    <a:pt x="51888" y="98012"/>
                    <a:pt x="51888" y="127508"/>
                  </a:cubicBezTo>
                  <a:cubicBezTo>
                    <a:pt x="51888" y="158184"/>
                    <a:pt x="47946" y="182666"/>
                    <a:pt x="39758" y="200659"/>
                  </a:cubicBezTo>
                  <a:cubicBezTo>
                    <a:pt x="31267" y="219242"/>
                    <a:pt x="22169" y="229861"/>
                    <a:pt x="335" y="246969"/>
                  </a:cubicBezTo>
                  <a:lnTo>
                    <a:pt x="3064" y="251688"/>
                  </a:lnTo>
                  <a:close/>
                </a:path>
              </a:pathLst>
            </a:custGeom>
            <a:solidFill>
              <a:srgbClr val="FFFFFF"/>
            </a:solidFill>
            <a:ln w="412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53" name="Group 45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\quad&#10;I\cong\frac{3h}{8}[ f(x_0)+3 f(x_1)+3 f(x_2)+ f(x_3)]&#10;\end{align*}&#10;}&#10;\end{document}" title="IguanaTex Shape Display">
            <a:extLst>
              <a:ext uri="{FF2B5EF4-FFF2-40B4-BE49-F238E27FC236}">
                <a16:creationId xmlns:a16="http://schemas.microsoft.com/office/drawing/2014/main" id="{DF5EC7F5-A072-D777-688C-BE09112C48F8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150918" y="2270991"/>
            <a:ext cx="5904238" cy="632557"/>
            <a:chOff x="7116012" y="5222899"/>
            <a:chExt cx="5904238" cy="632557"/>
          </a:xfrm>
        </p:grpSpPr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27489927-DB18-E727-80A6-D35CCA75EA36}"/>
                </a:ext>
              </a:extLst>
            </p:cNvPr>
            <p:cNvSpPr/>
            <p:nvPr>
              <p:custDataLst>
                <p:tags r:id="rId197"/>
              </p:custDataLst>
            </p:nvPr>
          </p:nvSpPr>
          <p:spPr>
            <a:xfrm>
              <a:off x="7116012" y="5479441"/>
              <a:ext cx="268301" cy="168469"/>
            </a:xfrm>
            <a:custGeom>
              <a:avLst/>
              <a:gdLst>
                <a:gd name="connsiteX0" fmla="*/ 202872 w 268301"/>
                <a:gd name="connsiteY0" fmla="*/ 60736 h 168469"/>
                <a:gd name="connsiteX1" fmla="*/ 240942 w 268301"/>
                <a:gd name="connsiteY1" fmla="*/ 84322 h 168469"/>
                <a:gd name="connsiteX2" fmla="*/ 202872 w 268301"/>
                <a:gd name="connsiteY2" fmla="*/ 107908 h 168469"/>
                <a:gd name="connsiteX3" fmla="*/ 11013 w 268301"/>
                <a:gd name="connsiteY3" fmla="*/ 107908 h 168469"/>
                <a:gd name="connsiteX4" fmla="*/ 136 w 268301"/>
                <a:gd name="connsiteY4" fmla="*/ 114034 h 168469"/>
                <a:gd name="connsiteX5" fmla="*/ 10711 w 268301"/>
                <a:gd name="connsiteY5" fmla="*/ 120160 h 168469"/>
                <a:gd name="connsiteX6" fmla="*/ 189276 w 268301"/>
                <a:gd name="connsiteY6" fmla="*/ 120160 h 168469"/>
                <a:gd name="connsiteX7" fmla="*/ 159062 w 268301"/>
                <a:gd name="connsiteY7" fmla="*/ 165188 h 168469"/>
                <a:gd name="connsiteX8" fmla="*/ 164803 w 268301"/>
                <a:gd name="connsiteY8" fmla="*/ 168557 h 168469"/>
                <a:gd name="connsiteX9" fmla="*/ 170543 w 268301"/>
                <a:gd name="connsiteY9" fmla="*/ 166106 h 168469"/>
                <a:gd name="connsiteX10" fmla="*/ 204987 w 268301"/>
                <a:gd name="connsiteY10" fmla="*/ 120467 h 168469"/>
                <a:gd name="connsiteX11" fmla="*/ 261790 w 268301"/>
                <a:gd name="connsiteY11" fmla="*/ 88917 h 168469"/>
                <a:gd name="connsiteX12" fmla="*/ 267833 w 268301"/>
                <a:gd name="connsiteY12" fmla="*/ 86160 h 168469"/>
                <a:gd name="connsiteX13" fmla="*/ 268437 w 268301"/>
                <a:gd name="connsiteY13" fmla="*/ 84322 h 168469"/>
                <a:gd name="connsiteX14" fmla="*/ 268135 w 268301"/>
                <a:gd name="connsiteY14" fmla="*/ 82484 h 168469"/>
                <a:gd name="connsiteX15" fmla="*/ 267228 w 268301"/>
                <a:gd name="connsiteY15" fmla="*/ 81872 h 168469"/>
                <a:gd name="connsiteX16" fmla="*/ 260581 w 268301"/>
                <a:gd name="connsiteY16" fmla="*/ 79421 h 168469"/>
                <a:gd name="connsiteX17" fmla="*/ 172658 w 268301"/>
                <a:gd name="connsiteY17" fmla="*/ 6520 h 168469"/>
                <a:gd name="connsiteX18" fmla="*/ 164803 w 268301"/>
                <a:gd name="connsiteY18" fmla="*/ 87 h 168469"/>
                <a:gd name="connsiteX19" fmla="*/ 159062 w 268301"/>
                <a:gd name="connsiteY19" fmla="*/ 3457 h 168469"/>
                <a:gd name="connsiteX20" fmla="*/ 189276 w 268301"/>
                <a:gd name="connsiteY20" fmla="*/ 48484 h 168469"/>
                <a:gd name="connsiteX21" fmla="*/ 10711 w 268301"/>
                <a:gd name="connsiteY21" fmla="*/ 48484 h 168469"/>
                <a:gd name="connsiteX22" fmla="*/ 136 w 268301"/>
                <a:gd name="connsiteY22" fmla="*/ 54610 h 168469"/>
                <a:gd name="connsiteX23" fmla="*/ 11013 w 268301"/>
                <a:gd name="connsiteY23" fmla="*/ 60736 h 168469"/>
                <a:gd name="connsiteX24" fmla="*/ 202872 w 268301"/>
                <a:gd name="connsiteY24" fmla="*/ 60736 h 16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68301" h="168469">
                  <a:moveTo>
                    <a:pt x="202872" y="60736"/>
                  </a:moveTo>
                  <a:cubicBezTo>
                    <a:pt x="215562" y="71763"/>
                    <a:pt x="230971" y="79728"/>
                    <a:pt x="240942" y="84322"/>
                  </a:cubicBezTo>
                  <a:cubicBezTo>
                    <a:pt x="230065" y="89223"/>
                    <a:pt x="215260" y="97187"/>
                    <a:pt x="202872" y="107908"/>
                  </a:cubicBezTo>
                  <a:lnTo>
                    <a:pt x="11013" y="107908"/>
                  </a:lnTo>
                  <a:cubicBezTo>
                    <a:pt x="5876" y="107908"/>
                    <a:pt x="136" y="107908"/>
                    <a:pt x="136" y="114034"/>
                  </a:cubicBezTo>
                  <a:cubicBezTo>
                    <a:pt x="136" y="120160"/>
                    <a:pt x="5574" y="120160"/>
                    <a:pt x="10711" y="120160"/>
                  </a:cubicBezTo>
                  <a:lnTo>
                    <a:pt x="189276" y="120160"/>
                  </a:lnTo>
                  <a:cubicBezTo>
                    <a:pt x="174773" y="134250"/>
                    <a:pt x="159062" y="161206"/>
                    <a:pt x="159062" y="165188"/>
                  </a:cubicBezTo>
                  <a:cubicBezTo>
                    <a:pt x="159062" y="168557"/>
                    <a:pt x="162990" y="168557"/>
                    <a:pt x="164803" y="168557"/>
                  </a:cubicBezTo>
                  <a:cubicBezTo>
                    <a:pt x="167220" y="168557"/>
                    <a:pt x="169335" y="168557"/>
                    <a:pt x="170543" y="166106"/>
                  </a:cubicBezTo>
                  <a:cubicBezTo>
                    <a:pt x="176888" y="154467"/>
                    <a:pt x="185348" y="138232"/>
                    <a:pt x="204987" y="120467"/>
                  </a:cubicBezTo>
                  <a:cubicBezTo>
                    <a:pt x="225835" y="101782"/>
                    <a:pt x="246079" y="93511"/>
                    <a:pt x="261790" y="88917"/>
                  </a:cubicBezTo>
                  <a:cubicBezTo>
                    <a:pt x="266926" y="87079"/>
                    <a:pt x="267228" y="86773"/>
                    <a:pt x="267833" y="86160"/>
                  </a:cubicBezTo>
                  <a:cubicBezTo>
                    <a:pt x="268437" y="85854"/>
                    <a:pt x="268437" y="84935"/>
                    <a:pt x="268437" y="84322"/>
                  </a:cubicBezTo>
                  <a:cubicBezTo>
                    <a:pt x="268437" y="83710"/>
                    <a:pt x="268437" y="83097"/>
                    <a:pt x="268135" y="82484"/>
                  </a:cubicBezTo>
                  <a:lnTo>
                    <a:pt x="267228" y="81872"/>
                  </a:lnTo>
                  <a:cubicBezTo>
                    <a:pt x="266624" y="81565"/>
                    <a:pt x="266322" y="81259"/>
                    <a:pt x="260581" y="79421"/>
                  </a:cubicBezTo>
                  <a:cubicBezTo>
                    <a:pt x="219792" y="67169"/>
                    <a:pt x="189578" y="39295"/>
                    <a:pt x="172658" y="6520"/>
                  </a:cubicBezTo>
                  <a:cubicBezTo>
                    <a:pt x="169335" y="394"/>
                    <a:pt x="169033" y="87"/>
                    <a:pt x="164803" y="87"/>
                  </a:cubicBezTo>
                  <a:cubicBezTo>
                    <a:pt x="162990" y="87"/>
                    <a:pt x="159062" y="87"/>
                    <a:pt x="159062" y="3457"/>
                  </a:cubicBezTo>
                  <a:cubicBezTo>
                    <a:pt x="159062" y="7439"/>
                    <a:pt x="174471" y="34088"/>
                    <a:pt x="189276" y="48484"/>
                  </a:cubicBezTo>
                  <a:lnTo>
                    <a:pt x="10711" y="48484"/>
                  </a:lnTo>
                  <a:cubicBezTo>
                    <a:pt x="5574" y="48484"/>
                    <a:pt x="136" y="48484"/>
                    <a:pt x="136" y="54610"/>
                  </a:cubicBezTo>
                  <a:cubicBezTo>
                    <a:pt x="136" y="60736"/>
                    <a:pt x="5876" y="60736"/>
                    <a:pt x="11013" y="60736"/>
                  </a:cubicBezTo>
                  <a:lnTo>
                    <a:pt x="202872" y="6073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C5F2161B-13E8-D3B8-0E18-702AA32DDFA5}"/>
                </a:ext>
              </a:extLst>
            </p:cNvPr>
            <p:cNvSpPr/>
            <p:nvPr>
              <p:custDataLst>
                <p:tags r:id="rId198"/>
              </p:custDataLst>
            </p:nvPr>
          </p:nvSpPr>
          <p:spPr>
            <a:xfrm>
              <a:off x="8074191" y="5440234"/>
              <a:ext cx="118439" cy="200019"/>
            </a:xfrm>
            <a:custGeom>
              <a:avLst/>
              <a:gdLst>
                <a:gd name="connsiteX0" fmla="*/ 168 w 118439"/>
                <a:gd name="connsiteY0" fmla="*/ 200107 h 200019"/>
                <a:gd name="connsiteX1" fmla="*/ 73890 w 118439"/>
                <a:gd name="connsiteY1" fmla="*/ 200107 h 200019"/>
                <a:gd name="connsiteX2" fmla="*/ 73890 w 118439"/>
                <a:gd name="connsiteY2" fmla="*/ 195206 h 200019"/>
                <a:gd name="connsiteX3" fmla="*/ 53345 w 118439"/>
                <a:gd name="connsiteY3" fmla="*/ 182647 h 200019"/>
                <a:gd name="connsiteX4" fmla="*/ 56668 w 118439"/>
                <a:gd name="connsiteY4" fmla="*/ 163350 h 200019"/>
                <a:gd name="connsiteX5" fmla="*/ 93832 w 118439"/>
                <a:gd name="connsiteY5" fmla="*/ 27655 h 200019"/>
                <a:gd name="connsiteX6" fmla="*/ 118607 w 118439"/>
                <a:gd name="connsiteY6" fmla="*/ 4988 h 200019"/>
                <a:gd name="connsiteX7" fmla="*/ 118607 w 118439"/>
                <a:gd name="connsiteY7" fmla="*/ 87 h 200019"/>
                <a:gd name="connsiteX8" fmla="*/ 43978 w 118439"/>
                <a:gd name="connsiteY8" fmla="*/ 87 h 200019"/>
                <a:gd name="connsiteX9" fmla="*/ 43978 w 118439"/>
                <a:gd name="connsiteY9" fmla="*/ 4988 h 200019"/>
                <a:gd name="connsiteX10" fmla="*/ 65128 w 118439"/>
                <a:gd name="connsiteY10" fmla="*/ 18160 h 200019"/>
                <a:gd name="connsiteX11" fmla="*/ 61805 w 118439"/>
                <a:gd name="connsiteY11" fmla="*/ 37151 h 200019"/>
                <a:gd name="connsiteX12" fmla="*/ 24641 w 118439"/>
                <a:gd name="connsiteY12" fmla="*/ 172539 h 200019"/>
                <a:gd name="connsiteX13" fmla="*/ 168 w 118439"/>
                <a:gd name="connsiteY13" fmla="*/ 195206 h 200019"/>
                <a:gd name="connsiteX14" fmla="*/ 168 w 118439"/>
                <a:gd name="connsiteY14" fmla="*/ 200107 h 20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439" h="200019">
                  <a:moveTo>
                    <a:pt x="168" y="200107"/>
                  </a:moveTo>
                  <a:lnTo>
                    <a:pt x="73890" y="200107"/>
                  </a:lnTo>
                  <a:lnTo>
                    <a:pt x="73890" y="195206"/>
                  </a:lnTo>
                  <a:cubicBezTo>
                    <a:pt x="56668" y="193062"/>
                    <a:pt x="53345" y="191224"/>
                    <a:pt x="53345" y="182647"/>
                  </a:cubicBezTo>
                  <a:cubicBezTo>
                    <a:pt x="53345" y="176827"/>
                    <a:pt x="53949" y="173152"/>
                    <a:pt x="56668" y="163350"/>
                  </a:cubicBezTo>
                  <a:lnTo>
                    <a:pt x="93832" y="27655"/>
                  </a:lnTo>
                  <a:cubicBezTo>
                    <a:pt x="99270" y="9889"/>
                    <a:pt x="101385" y="8051"/>
                    <a:pt x="118607" y="4988"/>
                  </a:cubicBezTo>
                  <a:lnTo>
                    <a:pt x="118607" y="87"/>
                  </a:lnTo>
                  <a:lnTo>
                    <a:pt x="43978" y="87"/>
                  </a:lnTo>
                  <a:lnTo>
                    <a:pt x="43978" y="4988"/>
                  </a:lnTo>
                  <a:cubicBezTo>
                    <a:pt x="61502" y="7132"/>
                    <a:pt x="65128" y="9583"/>
                    <a:pt x="65128" y="18160"/>
                  </a:cubicBezTo>
                  <a:cubicBezTo>
                    <a:pt x="65128" y="22448"/>
                    <a:pt x="63920" y="29493"/>
                    <a:pt x="61805" y="37151"/>
                  </a:cubicBezTo>
                  <a:lnTo>
                    <a:pt x="24641" y="172539"/>
                  </a:lnTo>
                  <a:cubicBezTo>
                    <a:pt x="19203" y="190305"/>
                    <a:pt x="17088" y="192143"/>
                    <a:pt x="168" y="195206"/>
                  </a:cubicBezTo>
                  <a:lnTo>
                    <a:pt x="168" y="200107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655C8556-4212-F7B6-F2BE-D3A83DBC8E20}"/>
                </a:ext>
              </a:extLst>
            </p:cNvPr>
            <p:cNvSpPr/>
            <p:nvPr>
              <p:custDataLst>
                <p:tags r:id="rId199"/>
              </p:custDataLst>
            </p:nvPr>
          </p:nvSpPr>
          <p:spPr>
            <a:xfrm>
              <a:off x="8277071" y="5446057"/>
              <a:ext cx="201528" cy="71676"/>
            </a:xfrm>
            <a:custGeom>
              <a:avLst/>
              <a:gdLst>
                <a:gd name="connsiteX0" fmla="*/ 201702 w 201528"/>
                <a:gd name="connsiteY0" fmla="*/ 10193 h 71676"/>
                <a:gd name="connsiteX1" fmla="*/ 197472 w 201528"/>
                <a:gd name="connsiteY1" fmla="*/ 391 h 71676"/>
                <a:gd name="connsiteX2" fmla="*/ 193242 w 201528"/>
                <a:gd name="connsiteY2" fmla="*/ 8355 h 71676"/>
                <a:gd name="connsiteX3" fmla="*/ 150942 w 201528"/>
                <a:gd name="connsiteY3" fmla="*/ 54608 h 71676"/>
                <a:gd name="connsiteX4" fmla="*/ 102600 w 201528"/>
                <a:gd name="connsiteY4" fmla="*/ 28265 h 71676"/>
                <a:gd name="connsiteX5" fmla="*/ 50934 w 201528"/>
                <a:gd name="connsiteY5" fmla="*/ 85 h 71676"/>
                <a:gd name="connsiteX6" fmla="*/ 174 w 201528"/>
                <a:gd name="connsiteY6" fmla="*/ 61653 h 71676"/>
                <a:gd name="connsiteX7" fmla="*/ 4404 w 201528"/>
                <a:gd name="connsiteY7" fmla="*/ 71455 h 71676"/>
                <a:gd name="connsiteX8" fmla="*/ 8634 w 201528"/>
                <a:gd name="connsiteY8" fmla="*/ 64409 h 71676"/>
                <a:gd name="connsiteX9" fmla="*/ 50934 w 201528"/>
                <a:gd name="connsiteY9" fmla="*/ 17238 h 71676"/>
                <a:gd name="connsiteX10" fmla="*/ 99276 w 201528"/>
                <a:gd name="connsiteY10" fmla="*/ 43580 h 71676"/>
                <a:gd name="connsiteX11" fmla="*/ 150942 w 201528"/>
                <a:gd name="connsiteY11" fmla="*/ 71761 h 71676"/>
                <a:gd name="connsiteX12" fmla="*/ 201702 w 201528"/>
                <a:gd name="connsiteY12" fmla="*/ 10193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528" h="71676">
                  <a:moveTo>
                    <a:pt x="201702" y="10193"/>
                  </a:moveTo>
                  <a:cubicBezTo>
                    <a:pt x="201702" y="3454"/>
                    <a:pt x="199889" y="391"/>
                    <a:pt x="197472" y="391"/>
                  </a:cubicBezTo>
                  <a:cubicBezTo>
                    <a:pt x="195961" y="391"/>
                    <a:pt x="193544" y="2535"/>
                    <a:pt x="193242" y="8355"/>
                  </a:cubicBezTo>
                  <a:cubicBezTo>
                    <a:pt x="192033" y="37761"/>
                    <a:pt x="172092" y="54608"/>
                    <a:pt x="150942" y="54608"/>
                  </a:cubicBezTo>
                  <a:cubicBezTo>
                    <a:pt x="131907" y="54608"/>
                    <a:pt x="117405" y="41436"/>
                    <a:pt x="102600" y="28265"/>
                  </a:cubicBezTo>
                  <a:cubicBezTo>
                    <a:pt x="87191" y="14175"/>
                    <a:pt x="71479" y="85"/>
                    <a:pt x="50934" y="85"/>
                  </a:cubicBezTo>
                  <a:cubicBezTo>
                    <a:pt x="18000" y="85"/>
                    <a:pt x="174" y="33779"/>
                    <a:pt x="174" y="61653"/>
                  </a:cubicBezTo>
                  <a:cubicBezTo>
                    <a:pt x="174" y="71455"/>
                    <a:pt x="4102" y="71455"/>
                    <a:pt x="4404" y="71455"/>
                  </a:cubicBezTo>
                  <a:cubicBezTo>
                    <a:pt x="7727" y="71455"/>
                    <a:pt x="8634" y="65328"/>
                    <a:pt x="8634" y="64409"/>
                  </a:cubicBezTo>
                  <a:cubicBezTo>
                    <a:pt x="9842" y="30716"/>
                    <a:pt x="32503" y="17238"/>
                    <a:pt x="50934" y="17238"/>
                  </a:cubicBezTo>
                  <a:cubicBezTo>
                    <a:pt x="69968" y="17238"/>
                    <a:pt x="84471" y="30409"/>
                    <a:pt x="99276" y="43580"/>
                  </a:cubicBezTo>
                  <a:cubicBezTo>
                    <a:pt x="114685" y="57671"/>
                    <a:pt x="130397" y="71761"/>
                    <a:pt x="150942" y="71761"/>
                  </a:cubicBezTo>
                  <a:cubicBezTo>
                    <a:pt x="183876" y="71761"/>
                    <a:pt x="201702" y="38067"/>
                    <a:pt x="201702" y="10193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4D8EA43E-596D-893F-FA46-1BAB7DB6FB37}"/>
                </a:ext>
              </a:extLst>
            </p:cNvPr>
            <p:cNvSpPr/>
            <p:nvPr>
              <p:custDataLst>
                <p:tags r:id="rId200"/>
              </p:custDataLst>
            </p:nvPr>
          </p:nvSpPr>
          <p:spPr>
            <a:xfrm>
              <a:off x="8277373" y="5543211"/>
              <a:ext cx="200923" cy="71676"/>
            </a:xfrm>
            <a:custGeom>
              <a:avLst/>
              <a:gdLst>
                <a:gd name="connsiteX0" fmla="*/ 190826 w 200923"/>
                <a:gd name="connsiteY0" fmla="*/ 12340 h 71676"/>
                <a:gd name="connsiteX1" fmla="*/ 201099 w 200923"/>
                <a:gd name="connsiteY1" fmla="*/ 6213 h 71676"/>
                <a:gd name="connsiteX2" fmla="*/ 191128 w 200923"/>
                <a:gd name="connsiteY2" fmla="*/ 87 h 71676"/>
                <a:gd name="connsiteX3" fmla="*/ 10146 w 200923"/>
                <a:gd name="connsiteY3" fmla="*/ 87 h 71676"/>
                <a:gd name="connsiteX4" fmla="*/ 175 w 200923"/>
                <a:gd name="connsiteY4" fmla="*/ 6213 h 71676"/>
                <a:gd name="connsiteX5" fmla="*/ 10448 w 200923"/>
                <a:gd name="connsiteY5" fmla="*/ 12340 h 71676"/>
                <a:gd name="connsiteX6" fmla="*/ 190826 w 200923"/>
                <a:gd name="connsiteY6" fmla="*/ 12340 h 71676"/>
                <a:gd name="connsiteX7" fmla="*/ 191128 w 200923"/>
                <a:gd name="connsiteY7" fmla="*/ 71763 h 71676"/>
                <a:gd name="connsiteX8" fmla="*/ 201099 w 200923"/>
                <a:gd name="connsiteY8" fmla="*/ 65637 h 71676"/>
                <a:gd name="connsiteX9" fmla="*/ 190826 w 200923"/>
                <a:gd name="connsiteY9" fmla="*/ 59511 h 71676"/>
                <a:gd name="connsiteX10" fmla="*/ 10448 w 200923"/>
                <a:gd name="connsiteY10" fmla="*/ 59511 h 71676"/>
                <a:gd name="connsiteX11" fmla="*/ 175 w 200923"/>
                <a:gd name="connsiteY11" fmla="*/ 65637 h 71676"/>
                <a:gd name="connsiteX12" fmla="*/ 10146 w 200923"/>
                <a:gd name="connsiteY12" fmla="*/ 71763 h 71676"/>
                <a:gd name="connsiteX13" fmla="*/ 191128 w 200923"/>
                <a:gd name="connsiteY13" fmla="*/ 71763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923" h="71676">
                  <a:moveTo>
                    <a:pt x="190826" y="12340"/>
                  </a:moveTo>
                  <a:cubicBezTo>
                    <a:pt x="195358" y="12340"/>
                    <a:pt x="201099" y="12340"/>
                    <a:pt x="201099" y="6213"/>
                  </a:cubicBezTo>
                  <a:cubicBezTo>
                    <a:pt x="201099" y="87"/>
                    <a:pt x="195358" y="87"/>
                    <a:pt x="191128" y="87"/>
                  </a:cubicBezTo>
                  <a:lnTo>
                    <a:pt x="10146" y="87"/>
                  </a:lnTo>
                  <a:cubicBezTo>
                    <a:pt x="5916" y="87"/>
                    <a:pt x="175" y="87"/>
                    <a:pt x="175" y="6213"/>
                  </a:cubicBezTo>
                  <a:cubicBezTo>
                    <a:pt x="175" y="12340"/>
                    <a:pt x="5916" y="12340"/>
                    <a:pt x="10448" y="12340"/>
                  </a:cubicBezTo>
                  <a:lnTo>
                    <a:pt x="190826" y="12340"/>
                  </a:lnTo>
                  <a:close/>
                  <a:moveTo>
                    <a:pt x="191128" y="71763"/>
                  </a:moveTo>
                  <a:cubicBezTo>
                    <a:pt x="195358" y="71763"/>
                    <a:pt x="201099" y="71763"/>
                    <a:pt x="201099" y="65637"/>
                  </a:cubicBezTo>
                  <a:cubicBezTo>
                    <a:pt x="201099" y="59511"/>
                    <a:pt x="195358" y="59511"/>
                    <a:pt x="190826" y="59511"/>
                  </a:cubicBezTo>
                  <a:lnTo>
                    <a:pt x="10448" y="59511"/>
                  </a:lnTo>
                  <a:cubicBezTo>
                    <a:pt x="5916" y="59511"/>
                    <a:pt x="175" y="59511"/>
                    <a:pt x="175" y="65637"/>
                  </a:cubicBezTo>
                  <a:cubicBezTo>
                    <a:pt x="175" y="71763"/>
                    <a:pt x="5916" y="71763"/>
                    <a:pt x="10146" y="71763"/>
                  </a:cubicBezTo>
                  <a:lnTo>
                    <a:pt x="191128" y="7176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14A8A044-240F-A056-3DAD-D0D2AE8FB552}"/>
                </a:ext>
              </a:extLst>
            </p:cNvPr>
            <p:cNvSpPr/>
            <p:nvPr>
              <p:custDataLst>
                <p:tags r:id="rId201"/>
              </p:custDataLst>
            </p:nvPr>
          </p:nvSpPr>
          <p:spPr>
            <a:xfrm>
              <a:off x="8612872" y="5225043"/>
              <a:ext cx="117532" cy="211352"/>
            </a:xfrm>
            <a:custGeom>
              <a:avLst/>
              <a:gdLst>
                <a:gd name="connsiteX0" fmla="*/ 33421 w 117532"/>
                <a:gd name="connsiteY0" fmla="*/ 106063 h 211352"/>
                <a:gd name="connsiteX1" fmla="*/ 65448 w 117532"/>
                <a:gd name="connsiteY1" fmla="*/ 109433 h 211352"/>
                <a:gd name="connsiteX2" fmla="*/ 95964 w 117532"/>
                <a:gd name="connsiteY2" fmla="*/ 154766 h 211352"/>
                <a:gd name="connsiteX3" fmla="*/ 56383 w 117532"/>
                <a:gd name="connsiteY3" fmla="*/ 200406 h 211352"/>
                <a:gd name="connsiteX4" fmla="*/ 31003 w 117532"/>
                <a:gd name="connsiteY4" fmla="*/ 190911 h 211352"/>
                <a:gd name="connsiteX5" fmla="*/ 11666 w 117532"/>
                <a:gd name="connsiteY5" fmla="*/ 183253 h 211352"/>
                <a:gd name="connsiteX6" fmla="*/ 185 w 117532"/>
                <a:gd name="connsiteY6" fmla="*/ 193974 h 211352"/>
                <a:gd name="connsiteX7" fmla="*/ 34327 w 117532"/>
                <a:gd name="connsiteY7" fmla="*/ 211433 h 211352"/>
                <a:gd name="connsiteX8" fmla="*/ 95662 w 117532"/>
                <a:gd name="connsiteY8" fmla="*/ 190911 h 211352"/>
                <a:gd name="connsiteX9" fmla="*/ 117718 w 117532"/>
                <a:gd name="connsiteY9" fmla="*/ 140064 h 211352"/>
                <a:gd name="connsiteX10" fmla="*/ 104122 w 117532"/>
                <a:gd name="connsiteY10" fmla="*/ 100550 h 211352"/>
                <a:gd name="connsiteX11" fmla="*/ 79044 w 117532"/>
                <a:gd name="connsiteY11" fmla="*/ 84315 h 211352"/>
                <a:gd name="connsiteX12" fmla="*/ 107445 w 117532"/>
                <a:gd name="connsiteY12" fmla="*/ 42045 h 211352"/>
                <a:gd name="connsiteX13" fmla="*/ 60311 w 117532"/>
                <a:gd name="connsiteY13" fmla="*/ 81 h 211352"/>
                <a:gd name="connsiteX14" fmla="*/ 21033 w 117532"/>
                <a:gd name="connsiteY14" fmla="*/ 15090 h 211352"/>
                <a:gd name="connsiteX15" fmla="*/ 789 w 117532"/>
                <a:gd name="connsiteY15" fmla="*/ 49703 h 211352"/>
                <a:gd name="connsiteX16" fmla="*/ 5321 w 117532"/>
                <a:gd name="connsiteY16" fmla="*/ 50928 h 211352"/>
                <a:gd name="connsiteX17" fmla="*/ 50340 w 117532"/>
                <a:gd name="connsiteY17" fmla="*/ 18459 h 211352"/>
                <a:gd name="connsiteX18" fmla="*/ 83576 w 117532"/>
                <a:gd name="connsiteY18" fmla="*/ 51234 h 211352"/>
                <a:gd name="connsiteX19" fmla="*/ 71490 w 117532"/>
                <a:gd name="connsiteY19" fmla="*/ 80946 h 211352"/>
                <a:gd name="connsiteX20" fmla="*/ 33421 w 117532"/>
                <a:gd name="connsiteY20" fmla="*/ 102081 h 211352"/>
                <a:gd name="connsiteX21" fmla="*/ 33421 w 117532"/>
                <a:gd name="connsiteY21" fmla="*/ 106063 h 21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32" h="211352">
                  <a:moveTo>
                    <a:pt x="33421" y="106063"/>
                  </a:moveTo>
                  <a:cubicBezTo>
                    <a:pt x="51247" y="106063"/>
                    <a:pt x="58196" y="106676"/>
                    <a:pt x="65448" y="109433"/>
                  </a:cubicBezTo>
                  <a:cubicBezTo>
                    <a:pt x="84180" y="116171"/>
                    <a:pt x="95964" y="133631"/>
                    <a:pt x="95964" y="154766"/>
                  </a:cubicBezTo>
                  <a:cubicBezTo>
                    <a:pt x="95964" y="180496"/>
                    <a:pt x="78742" y="200406"/>
                    <a:pt x="56383" y="200406"/>
                  </a:cubicBezTo>
                  <a:cubicBezTo>
                    <a:pt x="48225" y="200406"/>
                    <a:pt x="42183" y="198262"/>
                    <a:pt x="31003" y="190911"/>
                  </a:cubicBezTo>
                  <a:cubicBezTo>
                    <a:pt x="21939" y="185397"/>
                    <a:pt x="16803" y="183253"/>
                    <a:pt x="11666" y="183253"/>
                  </a:cubicBezTo>
                  <a:cubicBezTo>
                    <a:pt x="4717" y="183253"/>
                    <a:pt x="185" y="187541"/>
                    <a:pt x="185" y="193974"/>
                  </a:cubicBezTo>
                  <a:cubicBezTo>
                    <a:pt x="185" y="204695"/>
                    <a:pt x="13177" y="211433"/>
                    <a:pt x="34327" y="211433"/>
                  </a:cubicBezTo>
                  <a:cubicBezTo>
                    <a:pt x="57592" y="211433"/>
                    <a:pt x="81461" y="203469"/>
                    <a:pt x="95662" y="190911"/>
                  </a:cubicBezTo>
                  <a:cubicBezTo>
                    <a:pt x="109862" y="178352"/>
                    <a:pt x="117718" y="160586"/>
                    <a:pt x="117718" y="140064"/>
                  </a:cubicBezTo>
                  <a:cubicBezTo>
                    <a:pt x="117718" y="124442"/>
                    <a:pt x="112884" y="110045"/>
                    <a:pt x="104122" y="100550"/>
                  </a:cubicBezTo>
                  <a:cubicBezTo>
                    <a:pt x="98079" y="93811"/>
                    <a:pt x="92338" y="90135"/>
                    <a:pt x="79044" y="84315"/>
                  </a:cubicBezTo>
                  <a:cubicBezTo>
                    <a:pt x="99892" y="69919"/>
                    <a:pt x="107445" y="58585"/>
                    <a:pt x="107445" y="42045"/>
                  </a:cubicBezTo>
                  <a:cubicBezTo>
                    <a:pt x="107445" y="17234"/>
                    <a:pt x="88108" y="81"/>
                    <a:pt x="60311" y="81"/>
                  </a:cubicBezTo>
                  <a:cubicBezTo>
                    <a:pt x="45204" y="81"/>
                    <a:pt x="31910" y="5288"/>
                    <a:pt x="21033" y="15090"/>
                  </a:cubicBezTo>
                  <a:cubicBezTo>
                    <a:pt x="11969" y="23360"/>
                    <a:pt x="7436" y="31324"/>
                    <a:pt x="789" y="49703"/>
                  </a:cubicBezTo>
                  <a:lnTo>
                    <a:pt x="5321" y="50928"/>
                  </a:lnTo>
                  <a:cubicBezTo>
                    <a:pt x="17709" y="28567"/>
                    <a:pt x="31306" y="18459"/>
                    <a:pt x="50340" y="18459"/>
                  </a:cubicBezTo>
                  <a:cubicBezTo>
                    <a:pt x="69980" y="18459"/>
                    <a:pt x="83576" y="31937"/>
                    <a:pt x="83576" y="51234"/>
                  </a:cubicBezTo>
                  <a:cubicBezTo>
                    <a:pt x="83576" y="62261"/>
                    <a:pt x="79044" y="73288"/>
                    <a:pt x="71490" y="80946"/>
                  </a:cubicBezTo>
                  <a:cubicBezTo>
                    <a:pt x="62426" y="90135"/>
                    <a:pt x="53966" y="94730"/>
                    <a:pt x="33421" y="102081"/>
                  </a:cubicBezTo>
                  <a:lnTo>
                    <a:pt x="33421" y="10606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C896998B-61E7-7E71-8A0E-D6B9D522C8B7}"/>
                </a:ext>
              </a:extLst>
            </p:cNvPr>
            <p:cNvSpPr/>
            <p:nvPr>
              <p:custDataLst>
                <p:tags r:id="rId202"/>
              </p:custDataLst>
            </p:nvPr>
          </p:nvSpPr>
          <p:spPr>
            <a:xfrm>
              <a:off x="8757257" y="5222899"/>
              <a:ext cx="138682" cy="211965"/>
            </a:xfrm>
            <a:custGeom>
              <a:avLst/>
              <a:gdLst>
                <a:gd name="connsiteX0" fmla="*/ 134945 w 138682"/>
                <a:gd name="connsiteY0" fmla="*/ 173451 h 211965"/>
                <a:gd name="connsiteX1" fmla="*/ 110169 w 138682"/>
                <a:gd name="connsiteY1" fmla="*/ 197649 h 211965"/>
                <a:gd name="connsiteX2" fmla="*/ 105335 w 138682"/>
                <a:gd name="connsiteY2" fmla="*/ 192136 h 211965"/>
                <a:gd name="connsiteX3" fmla="*/ 115306 w 138682"/>
                <a:gd name="connsiteY3" fmla="*/ 153847 h 211965"/>
                <a:gd name="connsiteX4" fmla="*/ 129809 w 138682"/>
                <a:gd name="connsiteY4" fmla="*/ 94730 h 211965"/>
                <a:gd name="connsiteX5" fmla="*/ 109867 w 138682"/>
                <a:gd name="connsiteY5" fmla="*/ 74207 h 211965"/>
                <a:gd name="connsiteX6" fmla="*/ 40677 w 138682"/>
                <a:gd name="connsiteY6" fmla="*/ 138838 h 211965"/>
                <a:gd name="connsiteX7" fmla="*/ 76934 w 138682"/>
                <a:gd name="connsiteY7" fmla="*/ 1612 h 211965"/>
                <a:gd name="connsiteX8" fmla="*/ 75423 w 138682"/>
                <a:gd name="connsiteY8" fmla="*/ 81 h 211965"/>
                <a:gd name="connsiteX9" fmla="*/ 27987 w 138682"/>
                <a:gd name="connsiteY9" fmla="*/ 8351 h 211965"/>
                <a:gd name="connsiteX10" fmla="*/ 27987 w 138682"/>
                <a:gd name="connsiteY10" fmla="*/ 12946 h 211965"/>
                <a:gd name="connsiteX11" fmla="*/ 35843 w 138682"/>
                <a:gd name="connsiteY11" fmla="*/ 12946 h 211965"/>
                <a:gd name="connsiteX12" fmla="*/ 36749 w 138682"/>
                <a:gd name="connsiteY12" fmla="*/ 12639 h 211965"/>
                <a:gd name="connsiteX13" fmla="*/ 48230 w 138682"/>
                <a:gd name="connsiteY13" fmla="*/ 20297 h 211965"/>
                <a:gd name="connsiteX14" fmla="*/ 44001 w 138682"/>
                <a:gd name="connsiteY14" fmla="*/ 41126 h 211965"/>
                <a:gd name="connsiteX15" fmla="*/ 40979 w 138682"/>
                <a:gd name="connsiteY15" fmla="*/ 52459 h 211965"/>
                <a:gd name="connsiteX16" fmla="*/ 190 w 138682"/>
                <a:gd name="connsiteY16" fmla="*/ 209289 h 211965"/>
                <a:gd name="connsiteX17" fmla="*/ 22851 w 138682"/>
                <a:gd name="connsiteY17" fmla="*/ 209289 h 211965"/>
                <a:gd name="connsiteX18" fmla="*/ 50950 w 138682"/>
                <a:gd name="connsiteY18" fmla="*/ 133018 h 211965"/>
                <a:gd name="connsiteX19" fmla="*/ 97782 w 138682"/>
                <a:gd name="connsiteY19" fmla="*/ 89829 h 211965"/>
                <a:gd name="connsiteX20" fmla="*/ 106242 w 138682"/>
                <a:gd name="connsiteY20" fmla="*/ 97487 h 211965"/>
                <a:gd name="connsiteX21" fmla="*/ 104127 w 138682"/>
                <a:gd name="connsiteY21" fmla="*/ 107595 h 211965"/>
                <a:gd name="connsiteX22" fmla="*/ 87509 w 138682"/>
                <a:gd name="connsiteY22" fmla="*/ 171001 h 211965"/>
                <a:gd name="connsiteX23" fmla="*/ 81466 w 138682"/>
                <a:gd name="connsiteY23" fmla="*/ 199181 h 211965"/>
                <a:gd name="connsiteX24" fmla="*/ 94760 w 138682"/>
                <a:gd name="connsiteY24" fmla="*/ 212046 h 211965"/>
                <a:gd name="connsiteX25" fmla="*/ 138873 w 138682"/>
                <a:gd name="connsiteY25" fmla="*/ 177127 h 211965"/>
                <a:gd name="connsiteX26" fmla="*/ 134945 w 138682"/>
                <a:gd name="connsiteY26" fmla="*/ 173451 h 21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682" h="211965">
                  <a:moveTo>
                    <a:pt x="134945" y="173451"/>
                  </a:moveTo>
                  <a:cubicBezTo>
                    <a:pt x="118629" y="194280"/>
                    <a:pt x="115004" y="197649"/>
                    <a:pt x="110169" y="197649"/>
                  </a:cubicBezTo>
                  <a:cubicBezTo>
                    <a:pt x="107450" y="197649"/>
                    <a:pt x="105335" y="194893"/>
                    <a:pt x="105335" y="192136"/>
                  </a:cubicBezTo>
                  <a:cubicBezTo>
                    <a:pt x="105335" y="189073"/>
                    <a:pt x="110169" y="169775"/>
                    <a:pt x="115306" y="153847"/>
                  </a:cubicBezTo>
                  <a:cubicBezTo>
                    <a:pt x="124068" y="124748"/>
                    <a:pt x="129809" y="102081"/>
                    <a:pt x="129809" y="94730"/>
                  </a:cubicBezTo>
                  <a:cubicBezTo>
                    <a:pt x="129809" y="82478"/>
                    <a:pt x="121651" y="74207"/>
                    <a:pt x="109867" y="74207"/>
                  </a:cubicBezTo>
                  <a:cubicBezTo>
                    <a:pt x="90228" y="74207"/>
                    <a:pt x="68776" y="94424"/>
                    <a:pt x="40677" y="138838"/>
                  </a:cubicBezTo>
                  <a:lnTo>
                    <a:pt x="76934" y="1612"/>
                  </a:lnTo>
                  <a:lnTo>
                    <a:pt x="75423" y="81"/>
                  </a:lnTo>
                  <a:cubicBezTo>
                    <a:pt x="57899" y="4063"/>
                    <a:pt x="46115" y="6207"/>
                    <a:pt x="27987" y="8351"/>
                  </a:cubicBezTo>
                  <a:lnTo>
                    <a:pt x="27987" y="12946"/>
                  </a:lnTo>
                  <a:lnTo>
                    <a:pt x="35843" y="12946"/>
                  </a:lnTo>
                  <a:cubicBezTo>
                    <a:pt x="36145" y="12946"/>
                    <a:pt x="36447" y="12946"/>
                    <a:pt x="36749" y="12639"/>
                  </a:cubicBezTo>
                  <a:cubicBezTo>
                    <a:pt x="40979" y="10801"/>
                    <a:pt x="48230" y="16009"/>
                    <a:pt x="48230" y="20297"/>
                  </a:cubicBezTo>
                  <a:cubicBezTo>
                    <a:pt x="48230" y="24585"/>
                    <a:pt x="46720" y="32243"/>
                    <a:pt x="44001" y="41126"/>
                  </a:cubicBezTo>
                  <a:cubicBezTo>
                    <a:pt x="43698" y="41432"/>
                    <a:pt x="42792" y="45721"/>
                    <a:pt x="40979" y="52459"/>
                  </a:cubicBezTo>
                  <a:lnTo>
                    <a:pt x="190" y="209289"/>
                  </a:lnTo>
                  <a:lnTo>
                    <a:pt x="22851" y="209289"/>
                  </a:lnTo>
                  <a:cubicBezTo>
                    <a:pt x="34936" y="162118"/>
                    <a:pt x="38864" y="151703"/>
                    <a:pt x="50950" y="133018"/>
                  </a:cubicBezTo>
                  <a:cubicBezTo>
                    <a:pt x="66661" y="108820"/>
                    <a:pt x="87207" y="89829"/>
                    <a:pt x="97782" y="89829"/>
                  </a:cubicBezTo>
                  <a:cubicBezTo>
                    <a:pt x="102314" y="89829"/>
                    <a:pt x="106242" y="93505"/>
                    <a:pt x="106242" y="97487"/>
                  </a:cubicBezTo>
                  <a:cubicBezTo>
                    <a:pt x="106242" y="98712"/>
                    <a:pt x="105335" y="102694"/>
                    <a:pt x="104127" y="107595"/>
                  </a:cubicBezTo>
                  <a:lnTo>
                    <a:pt x="87509" y="171001"/>
                  </a:lnTo>
                  <a:cubicBezTo>
                    <a:pt x="83581" y="186010"/>
                    <a:pt x="81466" y="195505"/>
                    <a:pt x="81466" y="199181"/>
                  </a:cubicBezTo>
                  <a:cubicBezTo>
                    <a:pt x="81466" y="207145"/>
                    <a:pt x="86602" y="212046"/>
                    <a:pt x="94760" y="212046"/>
                  </a:cubicBezTo>
                  <a:cubicBezTo>
                    <a:pt x="110169" y="212046"/>
                    <a:pt x="120744" y="203776"/>
                    <a:pt x="138873" y="177127"/>
                  </a:cubicBezTo>
                  <a:lnTo>
                    <a:pt x="134945" y="17345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9360C931-6AF0-AA43-8653-30246E160CC9}"/>
                </a:ext>
              </a:extLst>
            </p:cNvPr>
            <p:cNvSpPr/>
            <p:nvPr>
              <p:custDataLst>
                <p:tags r:id="rId203"/>
              </p:custDataLst>
            </p:nvPr>
          </p:nvSpPr>
          <p:spPr>
            <a:xfrm>
              <a:off x="8599880" y="5557241"/>
              <a:ext cx="303273" cy="12295"/>
            </a:xfrm>
            <a:custGeom>
              <a:avLst/>
              <a:gdLst>
                <a:gd name="connsiteX0" fmla="*/ 0 w 303273"/>
                <a:gd name="connsiteY0" fmla="*/ 0 h 12295"/>
                <a:gd name="connsiteX1" fmla="*/ 303274 w 303273"/>
                <a:gd name="connsiteY1" fmla="*/ 0 h 12295"/>
                <a:gd name="connsiteX2" fmla="*/ 303274 w 303273"/>
                <a:gd name="connsiteY2" fmla="*/ 12295 h 12295"/>
                <a:gd name="connsiteX3" fmla="*/ 0 w 303273"/>
                <a:gd name="connsiteY3" fmla="*/ 12295 h 1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273" h="12295">
                  <a:moveTo>
                    <a:pt x="0" y="0"/>
                  </a:moveTo>
                  <a:lnTo>
                    <a:pt x="303274" y="0"/>
                  </a:lnTo>
                  <a:lnTo>
                    <a:pt x="303274" y="12295"/>
                  </a:lnTo>
                  <a:lnTo>
                    <a:pt x="0" y="12295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C75C0FE4-4D53-1597-462A-A4D3088E2C63}"/>
                </a:ext>
              </a:extLst>
            </p:cNvPr>
            <p:cNvSpPr/>
            <p:nvPr>
              <p:custDataLst>
                <p:tags r:id="rId204"/>
              </p:custDataLst>
            </p:nvPr>
          </p:nvSpPr>
          <p:spPr>
            <a:xfrm>
              <a:off x="8692618" y="5644104"/>
              <a:ext cx="117532" cy="211352"/>
            </a:xfrm>
            <a:custGeom>
              <a:avLst/>
              <a:gdLst>
                <a:gd name="connsiteX0" fmla="*/ 70889 w 117532"/>
                <a:gd name="connsiteY0" fmla="*/ 93518 h 211352"/>
                <a:gd name="connsiteX1" fmla="*/ 111375 w 117532"/>
                <a:gd name="connsiteY1" fmla="*/ 43590 h 211352"/>
                <a:gd name="connsiteX2" fmla="*/ 59407 w 117532"/>
                <a:gd name="connsiteY2" fmla="*/ 94 h 211352"/>
                <a:gd name="connsiteX3" fmla="*/ 2000 w 117532"/>
                <a:gd name="connsiteY3" fmla="*/ 48491 h 211352"/>
                <a:gd name="connsiteX4" fmla="*/ 39466 w 117532"/>
                <a:gd name="connsiteY4" fmla="*/ 105464 h 211352"/>
                <a:gd name="connsiteX5" fmla="*/ 188 w 117532"/>
                <a:gd name="connsiteY5" fmla="*/ 160906 h 211352"/>
                <a:gd name="connsiteX6" fmla="*/ 58199 w 117532"/>
                <a:gd name="connsiteY6" fmla="*/ 211447 h 211352"/>
                <a:gd name="connsiteX7" fmla="*/ 117720 w 117532"/>
                <a:gd name="connsiteY7" fmla="*/ 159681 h 211352"/>
                <a:gd name="connsiteX8" fmla="*/ 70889 w 117532"/>
                <a:gd name="connsiteY8" fmla="*/ 93518 h 211352"/>
                <a:gd name="connsiteX9" fmla="*/ 65450 w 117532"/>
                <a:gd name="connsiteY9" fmla="*/ 125068 h 211352"/>
                <a:gd name="connsiteX10" fmla="*/ 94758 w 117532"/>
                <a:gd name="connsiteY10" fmla="*/ 169176 h 211352"/>
                <a:gd name="connsiteX11" fmla="*/ 61522 w 117532"/>
                <a:gd name="connsiteY11" fmla="*/ 202870 h 211352"/>
                <a:gd name="connsiteX12" fmla="*/ 23150 w 117532"/>
                <a:gd name="connsiteY12" fmla="*/ 158456 h 211352"/>
                <a:gd name="connsiteX13" fmla="*/ 47322 w 117532"/>
                <a:gd name="connsiteY13" fmla="*/ 111590 h 211352"/>
                <a:gd name="connsiteX14" fmla="*/ 65450 w 117532"/>
                <a:gd name="connsiteY14" fmla="*/ 125068 h 211352"/>
                <a:gd name="connsiteX15" fmla="*/ 62126 w 117532"/>
                <a:gd name="connsiteY15" fmla="*/ 88005 h 211352"/>
                <a:gd name="connsiteX16" fmla="*/ 24359 w 117532"/>
                <a:gd name="connsiteY16" fmla="*/ 38995 h 211352"/>
                <a:gd name="connsiteX17" fmla="*/ 56990 w 117532"/>
                <a:gd name="connsiteY17" fmla="*/ 8671 h 211352"/>
                <a:gd name="connsiteX18" fmla="*/ 90528 w 117532"/>
                <a:gd name="connsiteY18" fmla="*/ 43284 h 211352"/>
                <a:gd name="connsiteX19" fmla="*/ 64846 w 117532"/>
                <a:gd name="connsiteY19" fmla="*/ 86167 h 211352"/>
                <a:gd name="connsiteX20" fmla="*/ 62126 w 117532"/>
                <a:gd name="connsiteY20" fmla="*/ 88005 h 21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532" h="211352">
                  <a:moveTo>
                    <a:pt x="70889" y="93518"/>
                  </a:moveTo>
                  <a:cubicBezTo>
                    <a:pt x="100800" y="77284"/>
                    <a:pt x="111375" y="64419"/>
                    <a:pt x="111375" y="43590"/>
                  </a:cubicBezTo>
                  <a:cubicBezTo>
                    <a:pt x="111375" y="18473"/>
                    <a:pt x="89621" y="94"/>
                    <a:pt x="59407" y="94"/>
                  </a:cubicBezTo>
                  <a:cubicBezTo>
                    <a:pt x="26474" y="94"/>
                    <a:pt x="2000" y="20617"/>
                    <a:pt x="2000" y="48491"/>
                  </a:cubicBezTo>
                  <a:cubicBezTo>
                    <a:pt x="2000" y="68401"/>
                    <a:pt x="7741" y="77284"/>
                    <a:pt x="39466" y="105464"/>
                  </a:cubicBezTo>
                  <a:cubicBezTo>
                    <a:pt x="6835" y="130582"/>
                    <a:pt x="188" y="140077"/>
                    <a:pt x="188" y="160906"/>
                  </a:cubicBezTo>
                  <a:cubicBezTo>
                    <a:pt x="188" y="190618"/>
                    <a:pt x="24057" y="211447"/>
                    <a:pt x="58199" y="211447"/>
                  </a:cubicBezTo>
                  <a:cubicBezTo>
                    <a:pt x="94456" y="211447"/>
                    <a:pt x="117720" y="191231"/>
                    <a:pt x="117720" y="159681"/>
                  </a:cubicBezTo>
                  <a:cubicBezTo>
                    <a:pt x="117720" y="136095"/>
                    <a:pt x="107448" y="121086"/>
                    <a:pt x="70889" y="93518"/>
                  </a:cubicBezTo>
                  <a:close/>
                  <a:moveTo>
                    <a:pt x="65450" y="125068"/>
                  </a:moveTo>
                  <a:cubicBezTo>
                    <a:pt x="87506" y="140996"/>
                    <a:pt x="94758" y="152023"/>
                    <a:pt x="94758" y="169176"/>
                  </a:cubicBezTo>
                  <a:cubicBezTo>
                    <a:pt x="94758" y="189086"/>
                    <a:pt x="81161" y="202870"/>
                    <a:pt x="61522" y="202870"/>
                  </a:cubicBezTo>
                  <a:cubicBezTo>
                    <a:pt x="38559" y="202870"/>
                    <a:pt x="23150" y="185104"/>
                    <a:pt x="23150" y="158456"/>
                  </a:cubicBezTo>
                  <a:cubicBezTo>
                    <a:pt x="23150" y="138852"/>
                    <a:pt x="29797" y="125987"/>
                    <a:pt x="47322" y="111590"/>
                  </a:cubicBezTo>
                  <a:lnTo>
                    <a:pt x="65450" y="125068"/>
                  </a:lnTo>
                  <a:close/>
                  <a:moveTo>
                    <a:pt x="62126" y="88005"/>
                  </a:moveTo>
                  <a:cubicBezTo>
                    <a:pt x="35236" y="70239"/>
                    <a:pt x="24359" y="56149"/>
                    <a:pt x="24359" y="38995"/>
                  </a:cubicBezTo>
                  <a:cubicBezTo>
                    <a:pt x="24359" y="21229"/>
                    <a:pt x="37955" y="8671"/>
                    <a:pt x="56990" y="8671"/>
                  </a:cubicBezTo>
                  <a:cubicBezTo>
                    <a:pt x="77536" y="8671"/>
                    <a:pt x="90528" y="22148"/>
                    <a:pt x="90528" y="43284"/>
                  </a:cubicBezTo>
                  <a:cubicBezTo>
                    <a:pt x="90528" y="60743"/>
                    <a:pt x="82068" y="74527"/>
                    <a:pt x="64846" y="86167"/>
                  </a:cubicBezTo>
                  <a:cubicBezTo>
                    <a:pt x="63335" y="87086"/>
                    <a:pt x="63335" y="87086"/>
                    <a:pt x="62126" y="88005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EC471356-7B8F-418E-718C-E543D36044A3}"/>
                </a:ext>
              </a:extLst>
            </p:cNvPr>
            <p:cNvSpPr/>
            <p:nvPr>
              <p:custDataLst>
                <p:tags r:id="rId205"/>
              </p:custDataLst>
            </p:nvPr>
          </p:nvSpPr>
          <p:spPr>
            <a:xfrm>
              <a:off x="8975199" y="5410522"/>
              <a:ext cx="41393" cy="306308"/>
            </a:xfrm>
            <a:custGeom>
              <a:avLst/>
              <a:gdLst>
                <a:gd name="connsiteX0" fmla="*/ 41590 w 41393"/>
                <a:gd name="connsiteY0" fmla="*/ 306395 h 306308"/>
                <a:gd name="connsiteX1" fmla="*/ 41590 w 41393"/>
                <a:gd name="connsiteY1" fmla="*/ 294143 h 306308"/>
                <a:gd name="connsiteX2" fmla="*/ 12282 w 41393"/>
                <a:gd name="connsiteY2" fmla="*/ 294143 h 306308"/>
                <a:gd name="connsiteX3" fmla="*/ 12282 w 41393"/>
                <a:gd name="connsiteY3" fmla="*/ 12339 h 306308"/>
                <a:gd name="connsiteX4" fmla="*/ 41590 w 41393"/>
                <a:gd name="connsiteY4" fmla="*/ 12339 h 306308"/>
                <a:gd name="connsiteX5" fmla="*/ 41590 w 41393"/>
                <a:gd name="connsiteY5" fmla="*/ 87 h 306308"/>
                <a:gd name="connsiteX6" fmla="*/ 197 w 41393"/>
                <a:gd name="connsiteY6" fmla="*/ 87 h 306308"/>
                <a:gd name="connsiteX7" fmla="*/ 197 w 41393"/>
                <a:gd name="connsiteY7" fmla="*/ 306395 h 306308"/>
                <a:gd name="connsiteX8" fmla="*/ 41590 w 41393"/>
                <a:gd name="connsiteY8" fmla="*/ 306395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93" h="306308">
                  <a:moveTo>
                    <a:pt x="41590" y="306395"/>
                  </a:moveTo>
                  <a:lnTo>
                    <a:pt x="41590" y="294143"/>
                  </a:lnTo>
                  <a:lnTo>
                    <a:pt x="12282" y="294143"/>
                  </a:lnTo>
                  <a:lnTo>
                    <a:pt x="12282" y="12339"/>
                  </a:lnTo>
                  <a:lnTo>
                    <a:pt x="41590" y="12339"/>
                  </a:lnTo>
                  <a:lnTo>
                    <a:pt x="41590" y="87"/>
                  </a:lnTo>
                  <a:lnTo>
                    <a:pt x="197" y="87"/>
                  </a:lnTo>
                  <a:lnTo>
                    <a:pt x="197" y="306395"/>
                  </a:lnTo>
                  <a:lnTo>
                    <a:pt x="41590" y="306395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9F9E6FF7-2529-09F3-667C-949CF3A460BF}"/>
                </a:ext>
              </a:extLst>
            </p:cNvPr>
            <p:cNvSpPr/>
            <p:nvPr>
              <p:custDataLst>
                <p:tags r:id="rId206"/>
              </p:custDataLst>
            </p:nvPr>
          </p:nvSpPr>
          <p:spPr>
            <a:xfrm>
              <a:off x="9024627" y="5432576"/>
              <a:ext cx="172522" cy="271082"/>
            </a:xfrm>
            <a:custGeom>
              <a:avLst/>
              <a:gdLst>
                <a:gd name="connsiteX0" fmla="*/ 55190 w 172522"/>
                <a:gd name="connsiteY0" fmla="*/ 86466 h 271082"/>
                <a:gd name="connsiteX1" fmla="*/ 82383 w 172522"/>
                <a:gd name="connsiteY1" fmla="*/ 86466 h 271082"/>
                <a:gd name="connsiteX2" fmla="*/ 55794 w 172522"/>
                <a:gd name="connsiteY2" fmla="*/ 215116 h 271082"/>
                <a:gd name="connsiteX3" fmla="*/ 26487 w 172522"/>
                <a:gd name="connsiteY3" fmla="*/ 264738 h 271082"/>
                <a:gd name="connsiteX4" fmla="*/ 20444 w 172522"/>
                <a:gd name="connsiteY4" fmla="*/ 259837 h 271082"/>
                <a:gd name="connsiteX5" fmla="*/ 21652 w 172522"/>
                <a:gd name="connsiteY5" fmla="*/ 256467 h 271082"/>
                <a:gd name="connsiteX6" fmla="*/ 23163 w 172522"/>
                <a:gd name="connsiteY6" fmla="*/ 251567 h 271082"/>
                <a:gd name="connsiteX7" fmla="*/ 11380 w 172522"/>
                <a:gd name="connsiteY7" fmla="*/ 239927 h 271082"/>
                <a:gd name="connsiteX8" fmla="*/ 200 w 172522"/>
                <a:gd name="connsiteY8" fmla="*/ 252485 h 271082"/>
                <a:gd name="connsiteX9" fmla="*/ 24070 w 172522"/>
                <a:gd name="connsiteY9" fmla="*/ 271170 h 271082"/>
                <a:gd name="connsiteX10" fmla="*/ 84498 w 172522"/>
                <a:gd name="connsiteY10" fmla="*/ 184485 h 271082"/>
                <a:gd name="connsiteX11" fmla="*/ 106252 w 172522"/>
                <a:gd name="connsiteY11" fmla="*/ 86466 h 271082"/>
                <a:gd name="connsiteX12" fmla="*/ 139185 w 172522"/>
                <a:gd name="connsiteY12" fmla="*/ 86466 h 271082"/>
                <a:gd name="connsiteX13" fmla="*/ 140998 w 172522"/>
                <a:gd name="connsiteY13" fmla="*/ 76664 h 271082"/>
                <a:gd name="connsiteX14" fmla="*/ 108367 w 172522"/>
                <a:gd name="connsiteY14" fmla="*/ 76664 h 271082"/>
                <a:gd name="connsiteX15" fmla="*/ 145228 w 172522"/>
                <a:gd name="connsiteY15" fmla="*/ 6826 h 271082"/>
                <a:gd name="connsiteX16" fmla="*/ 151875 w 172522"/>
                <a:gd name="connsiteY16" fmla="*/ 10502 h 271082"/>
                <a:gd name="connsiteX17" fmla="*/ 150667 w 172522"/>
                <a:gd name="connsiteY17" fmla="*/ 13565 h 271082"/>
                <a:gd name="connsiteX18" fmla="*/ 148854 w 172522"/>
                <a:gd name="connsiteY18" fmla="*/ 19997 h 271082"/>
                <a:gd name="connsiteX19" fmla="*/ 160033 w 172522"/>
                <a:gd name="connsiteY19" fmla="*/ 32250 h 271082"/>
                <a:gd name="connsiteX20" fmla="*/ 172723 w 172522"/>
                <a:gd name="connsiteY20" fmla="*/ 19997 h 271082"/>
                <a:gd name="connsiteX21" fmla="*/ 146739 w 172522"/>
                <a:gd name="connsiteY21" fmla="*/ 87 h 271082"/>
                <a:gd name="connsiteX22" fmla="*/ 109273 w 172522"/>
                <a:gd name="connsiteY22" fmla="*/ 21223 h 271082"/>
                <a:gd name="connsiteX23" fmla="*/ 85102 w 172522"/>
                <a:gd name="connsiteY23" fmla="*/ 76664 h 271082"/>
                <a:gd name="connsiteX24" fmla="*/ 57305 w 172522"/>
                <a:gd name="connsiteY24" fmla="*/ 76664 h 271082"/>
                <a:gd name="connsiteX25" fmla="*/ 55190 w 172522"/>
                <a:gd name="connsiteY25" fmla="*/ 86466 h 2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22" h="271082">
                  <a:moveTo>
                    <a:pt x="55190" y="86466"/>
                  </a:moveTo>
                  <a:lnTo>
                    <a:pt x="82383" y="86466"/>
                  </a:lnTo>
                  <a:lnTo>
                    <a:pt x="55794" y="215116"/>
                  </a:lnTo>
                  <a:cubicBezTo>
                    <a:pt x="49147" y="247891"/>
                    <a:pt x="39177" y="264738"/>
                    <a:pt x="26487" y="264738"/>
                  </a:cubicBezTo>
                  <a:cubicBezTo>
                    <a:pt x="22861" y="264738"/>
                    <a:pt x="20444" y="262594"/>
                    <a:pt x="20444" y="259837"/>
                  </a:cubicBezTo>
                  <a:cubicBezTo>
                    <a:pt x="20444" y="258918"/>
                    <a:pt x="20746" y="257999"/>
                    <a:pt x="21652" y="256467"/>
                  </a:cubicBezTo>
                  <a:cubicBezTo>
                    <a:pt x="22861" y="254630"/>
                    <a:pt x="23163" y="253404"/>
                    <a:pt x="23163" y="251567"/>
                  </a:cubicBezTo>
                  <a:cubicBezTo>
                    <a:pt x="23163" y="245134"/>
                    <a:pt x="17725" y="239927"/>
                    <a:pt x="11380" y="239927"/>
                  </a:cubicBezTo>
                  <a:cubicBezTo>
                    <a:pt x="5035" y="239927"/>
                    <a:pt x="200" y="245440"/>
                    <a:pt x="200" y="252485"/>
                  </a:cubicBezTo>
                  <a:cubicBezTo>
                    <a:pt x="200" y="262900"/>
                    <a:pt x="10775" y="271170"/>
                    <a:pt x="24070" y="271170"/>
                  </a:cubicBezTo>
                  <a:cubicBezTo>
                    <a:pt x="50960" y="271170"/>
                    <a:pt x="72110" y="240846"/>
                    <a:pt x="84498" y="184485"/>
                  </a:cubicBezTo>
                  <a:lnTo>
                    <a:pt x="106252" y="86466"/>
                  </a:lnTo>
                  <a:lnTo>
                    <a:pt x="139185" y="86466"/>
                  </a:lnTo>
                  <a:lnTo>
                    <a:pt x="140998" y="76664"/>
                  </a:lnTo>
                  <a:lnTo>
                    <a:pt x="108367" y="76664"/>
                  </a:lnTo>
                  <a:cubicBezTo>
                    <a:pt x="117129" y="28574"/>
                    <a:pt x="128308" y="6826"/>
                    <a:pt x="145228" y="6826"/>
                  </a:cubicBezTo>
                  <a:cubicBezTo>
                    <a:pt x="149156" y="6826"/>
                    <a:pt x="151875" y="8358"/>
                    <a:pt x="151875" y="10502"/>
                  </a:cubicBezTo>
                  <a:cubicBezTo>
                    <a:pt x="151875" y="11421"/>
                    <a:pt x="151573" y="12033"/>
                    <a:pt x="150667" y="13565"/>
                  </a:cubicBezTo>
                  <a:cubicBezTo>
                    <a:pt x="149458" y="16322"/>
                    <a:pt x="148854" y="17853"/>
                    <a:pt x="148854" y="19997"/>
                  </a:cubicBezTo>
                  <a:cubicBezTo>
                    <a:pt x="148854" y="27349"/>
                    <a:pt x="153386" y="32250"/>
                    <a:pt x="160033" y="32250"/>
                  </a:cubicBezTo>
                  <a:cubicBezTo>
                    <a:pt x="166982" y="32250"/>
                    <a:pt x="172723" y="26736"/>
                    <a:pt x="172723" y="19997"/>
                  </a:cubicBezTo>
                  <a:cubicBezTo>
                    <a:pt x="172723" y="8664"/>
                    <a:pt x="161544" y="87"/>
                    <a:pt x="146739" y="87"/>
                  </a:cubicBezTo>
                  <a:cubicBezTo>
                    <a:pt x="131934" y="87"/>
                    <a:pt x="120150" y="6826"/>
                    <a:pt x="109273" y="21223"/>
                  </a:cubicBezTo>
                  <a:cubicBezTo>
                    <a:pt x="100209" y="33169"/>
                    <a:pt x="94166" y="47259"/>
                    <a:pt x="85102" y="76664"/>
                  </a:cubicBezTo>
                  <a:lnTo>
                    <a:pt x="57305" y="76664"/>
                  </a:lnTo>
                  <a:lnTo>
                    <a:pt x="55190" y="8646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C634E9E-131C-D649-0963-21FB396B2A5D}"/>
                </a:ext>
              </a:extLst>
            </p:cNvPr>
            <p:cNvSpPr/>
            <p:nvPr>
              <p:custDataLst>
                <p:tags r:id="rId207"/>
              </p:custDataLst>
            </p:nvPr>
          </p:nvSpPr>
          <p:spPr>
            <a:xfrm>
              <a:off x="9227537" y="5410522"/>
              <a:ext cx="70096" cy="306308"/>
            </a:xfrm>
            <a:custGeom>
              <a:avLst/>
              <a:gdLst>
                <a:gd name="connsiteX0" fmla="*/ 70302 w 70096"/>
                <a:gd name="connsiteY0" fmla="*/ 303332 h 306308"/>
                <a:gd name="connsiteX1" fmla="*/ 65166 w 70096"/>
                <a:gd name="connsiteY1" fmla="*/ 296593 h 306308"/>
                <a:gd name="connsiteX2" fmla="*/ 17729 w 70096"/>
                <a:gd name="connsiteY2" fmla="*/ 153241 h 306308"/>
                <a:gd name="connsiteX3" fmla="*/ 66374 w 70096"/>
                <a:gd name="connsiteY3" fmla="*/ 8357 h 306308"/>
                <a:gd name="connsiteX4" fmla="*/ 70302 w 70096"/>
                <a:gd name="connsiteY4" fmla="*/ 3150 h 306308"/>
                <a:gd name="connsiteX5" fmla="*/ 67281 w 70096"/>
                <a:gd name="connsiteY5" fmla="*/ 87 h 306308"/>
                <a:gd name="connsiteX6" fmla="*/ 19240 w 70096"/>
                <a:gd name="connsiteY6" fmla="*/ 59817 h 306308"/>
                <a:gd name="connsiteX7" fmla="*/ 205 w 70096"/>
                <a:gd name="connsiteY7" fmla="*/ 153241 h 306308"/>
                <a:gd name="connsiteX8" fmla="*/ 20147 w 70096"/>
                <a:gd name="connsiteY8" fmla="*/ 248809 h 306308"/>
                <a:gd name="connsiteX9" fmla="*/ 67281 w 70096"/>
                <a:gd name="connsiteY9" fmla="*/ 306395 h 306308"/>
                <a:gd name="connsiteX10" fmla="*/ 70302 w 70096"/>
                <a:gd name="connsiteY10" fmla="*/ 303332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302" y="303332"/>
                  </a:moveTo>
                  <a:cubicBezTo>
                    <a:pt x="70302" y="302413"/>
                    <a:pt x="70302" y="301800"/>
                    <a:pt x="65166" y="296593"/>
                  </a:cubicBezTo>
                  <a:cubicBezTo>
                    <a:pt x="27398" y="257998"/>
                    <a:pt x="17729" y="200106"/>
                    <a:pt x="17729" y="153241"/>
                  </a:cubicBezTo>
                  <a:cubicBezTo>
                    <a:pt x="17729" y="99943"/>
                    <a:pt x="29211" y="46646"/>
                    <a:pt x="66374" y="8357"/>
                  </a:cubicBezTo>
                  <a:cubicBezTo>
                    <a:pt x="70302" y="4681"/>
                    <a:pt x="70302" y="4069"/>
                    <a:pt x="70302" y="3150"/>
                  </a:cubicBezTo>
                  <a:cubicBezTo>
                    <a:pt x="70302" y="1006"/>
                    <a:pt x="69093" y="87"/>
                    <a:pt x="67281" y="87"/>
                  </a:cubicBezTo>
                  <a:cubicBezTo>
                    <a:pt x="64259" y="87"/>
                    <a:pt x="37066" y="20916"/>
                    <a:pt x="19240" y="59817"/>
                  </a:cubicBezTo>
                  <a:cubicBezTo>
                    <a:pt x="3831" y="93511"/>
                    <a:pt x="205" y="127511"/>
                    <a:pt x="205" y="153241"/>
                  </a:cubicBezTo>
                  <a:cubicBezTo>
                    <a:pt x="205" y="177133"/>
                    <a:pt x="3529" y="214196"/>
                    <a:pt x="20147" y="248809"/>
                  </a:cubicBezTo>
                  <a:cubicBezTo>
                    <a:pt x="38275" y="286485"/>
                    <a:pt x="64259" y="306395"/>
                    <a:pt x="67281" y="306395"/>
                  </a:cubicBezTo>
                  <a:cubicBezTo>
                    <a:pt x="69093" y="306395"/>
                    <a:pt x="70302" y="305476"/>
                    <a:pt x="70302" y="303332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1D99ED05-0FE6-965D-1771-A173F2EC23A0}"/>
                </a:ext>
              </a:extLst>
            </p:cNvPr>
            <p:cNvSpPr/>
            <p:nvPr>
              <p:custDataLst>
                <p:tags r:id="rId208"/>
              </p:custDataLst>
            </p:nvPr>
          </p:nvSpPr>
          <p:spPr>
            <a:xfrm>
              <a:off x="9307134" y="5505171"/>
              <a:ext cx="143214" cy="138451"/>
            </a:xfrm>
            <a:custGeom>
              <a:avLst/>
              <a:gdLst>
                <a:gd name="connsiteX0" fmla="*/ 129827 w 143214"/>
                <a:gd name="connsiteY0" fmla="*/ 101169 h 138451"/>
                <a:gd name="connsiteX1" fmla="*/ 123180 w 143214"/>
                <a:gd name="connsiteY1" fmla="*/ 109439 h 138451"/>
                <a:gd name="connsiteX2" fmla="*/ 109281 w 143214"/>
                <a:gd name="connsiteY2" fmla="*/ 121692 h 138451"/>
                <a:gd name="connsiteX3" fmla="*/ 99915 w 143214"/>
                <a:gd name="connsiteY3" fmla="*/ 109133 h 138451"/>
                <a:gd name="connsiteX4" fmla="*/ 98707 w 143214"/>
                <a:gd name="connsiteY4" fmla="*/ 103926 h 138451"/>
                <a:gd name="connsiteX5" fmla="*/ 87829 w 143214"/>
                <a:gd name="connsiteY5" fmla="*/ 54304 h 138451"/>
                <a:gd name="connsiteX6" fmla="*/ 117439 w 143214"/>
                <a:gd name="connsiteY6" fmla="*/ 17241 h 138451"/>
                <a:gd name="connsiteX7" fmla="*/ 124691 w 143214"/>
                <a:gd name="connsiteY7" fmla="*/ 19691 h 138451"/>
                <a:gd name="connsiteX8" fmla="*/ 132848 w 143214"/>
                <a:gd name="connsiteY8" fmla="*/ 22448 h 138451"/>
                <a:gd name="connsiteX9" fmla="*/ 143423 w 143214"/>
                <a:gd name="connsiteY9" fmla="*/ 11421 h 138451"/>
                <a:gd name="connsiteX10" fmla="*/ 131036 w 143214"/>
                <a:gd name="connsiteY10" fmla="*/ 87 h 138451"/>
                <a:gd name="connsiteX11" fmla="*/ 85412 w 143214"/>
                <a:gd name="connsiteY11" fmla="*/ 43889 h 138451"/>
                <a:gd name="connsiteX12" fmla="*/ 82089 w 143214"/>
                <a:gd name="connsiteY12" fmla="*/ 27042 h 138451"/>
                <a:gd name="connsiteX13" fmla="*/ 66377 w 143214"/>
                <a:gd name="connsiteY13" fmla="*/ 87 h 138451"/>
                <a:gd name="connsiteX14" fmla="*/ 31027 w 143214"/>
                <a:gd name="connsiteY14" fmla="*/ 8970 h 138451"/>
                <a:gd name="connsiteX15" fmla="*/ 27703 w 143214"/>
                <a:gd name="connsiteY15" fmla="*/ 10196 h 138451"/>
                <a:gd name="connsiteX16" fmla="*/ 28912 w 143214"/>
                <a:gd name="connsiteY16" fmla="*/ 14790 h 138451"/>
                <a:gd name="connsiteX17" fmla="*/ 45832 w 143214"/>
                <a:gd name="connsiteY17" fmla="*/ 11421 h 138451"/>
                <a:gd name="connsiteX18" fmla="*/ 59428 w 143214"/>
                <a:gd name="connsiteY18" fmla="*/ 32556 h 138451"/>
                <a:gd name="connsiteX19" fmla="*/ 68190 w 143214"/>
                <a:gd name="connsiteY19" fmla="*/ 70232 h 138451"/>
                <a:gd name="connsiteX20" fmla="*/ 43415 w 143214"/>
                <a:gd name="connsiteY20" fmla="*/ 106070 h 138451"/>
                <a:gd name="connsiteX21" fmla="*/ 28006 w 143214"/>
                <a:gd name="connsiteY21" fmla="*/ 120773 h 138451"/>
                <a:gd name="connsiteX22" fmla="*/ 20150 w 143214"/>
                <a:gd name="connsiteY22" fmla="*/ 118016 h 138451"/>
                <a:gd name="connsiteX23" fmla="*/ 10481 w 143214"/>
                <a:gd name="connsiteY23" fmla="*/ 114953 h 138451"/>
                <a:gd name="connsiteX24" fmla="*/ 209 w 143214"/>
                <a:gd name="connsiteY24" fmla="*/ 125674 h 138451"/>
                <a:gd name="connsiteX25" fmla="*/ 15316 w 143214"/>
                <a:gd name="connsiteY25" fmla="*/ 138539 h 138451"/>
                <a:gd name="connsiteX26" fmla="*/ 43415 w 143214"/>
                <a:gd name="connsiteY26" fmla="*/ 117097 h 138451"/>
                <a:gd name="connsiteX27" fmla="*/ 70607 w 143214"/>
                <a:gd name="connsiteY27" fmla="*/ 81259 h 138451"/>
                <a:gd name="connsiteX28" fmla="*/ 79672 w 143214"/>
                <a:gd name="connsiteY28" fmla="*/ 118016 h 138451"/>
                <a:gd name="connsiteX29" fmla="*/ 97196 w 143214"/>
                <a:gd name="connsiteY29" fmla="*/ 138539 h 138451"/>
                <a:gd name="connsiteX30" fmla="*/ 134057 w 143214"/>
                <a:gd name="connsiteY30" fmla="*/ 103620 h 138451"/>
                <a:gd name="connsiteX31" fmla="*/ 129827 w 143214"/>
                <a:gd name="connsiteY31" fmla="*/ 101169 h 13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14" h="138451">
                  <a:moveTo>
                    <a:pt x="129827" y="101169"/>
                  </a:moveTo>
                  <a:cubicBezTo>
                    <a:pt x="127410" y="103926"/>
                    <a:pt x="125899" y="105764"/>
                    <a:pt x="123180" y="109439"/>
                  </a:cubicBezTo>
                  <a:cubicBezTo>
                    <a:pt x="116231" y="118629"/>
                    <a:pt x="112605" y="121692"/>
                    <a:pt x="109281" y="121692"/>
                  </a:cubicBezTo>
                  <a:cubicBezTo>
                    <a:pt x="104749" y="121692"/>
                    <a:pt x="102030" y="117710"/>
                    <a:pt x="99915" y="109133"/>
                  </a:cubicBezTo>
                  <a:cubicBezTo>
                    <a:pt x="99311" y="106683"/>
                    <a:pt x="99009" y="104845"/>
                    <a:pt x="98707" y="103926"/>
                  </a:cubicBezTo>
                  <a:cubicBezTo>
                    <a:pt x="91153" y="72989"/>
                    <a:pt x="87829" y="58899"/>
                    <a:pt x="87829" y="54304"/>
                  </a:cubicBezTo>
                  <a:cubicBezTo>
                    <a:pt x="101124" y="30718"/>
                    <a:pt x="112001" y="17241"/>
                    <a:pt x="117439" y="17241"/>
                  </a:cubicBezTo>
                  <a:cubicBezTo>
                    <a:pt x="119252" y="17241"/>
                    <a:pt x="121669" y="18160"/>
                    <a:pt x="124691" y="19691"/>
                  </a:cubicBezTo>
                  <a:cubicBezTo>
                    <a:pt x="128316" y="21835"/>
                    <a:pt x="130431" y="22448"/>
                    <a:pt x="132848" y="22448"/>
                  </a:cubicBezTo>
                  <a:cubicBezTo>
                    <a:pt x="139193" y="22448"/>
                    <a:pt x="143423" y="17853"/>
                    <a:pt x="143423" y="11421"/>
                  </a:cubicBezTo>
                  <a:cubicBezTo>
                    <a:pt x="143423" y="4988"/>
                    <a:pt x="138287" y="87"/>
                    <a:pt x="131036" y="87"/>
                  </a:cubicBezTo>
                  <a:cubicBezTo>
                    <a:pt x="117741" y="87"/>
                    <a:pt x="106260" y="11114"/>
                    <a:pt x="85412" y="43889"/>
                  </a:cubicBezTo>
                  <a:lnTo>
                    <a:pt x="82089" y="27042"/>
                  </a:lnTo>
                  <a:cubicBezTo>
                    <a:pt x="77859" y="6213"/>
                    <a:pt x="74535" y="87"/>
                    <a:pt x="66377" y="87"/>
                  </a:cubicBezTo>
                  <a:cubicBezTo>
                    <a:pt x="59730" y="87"/>
                    <a:pt x="49458" y="2844"/>
                    <a:pt x="31027" y="8970"/>
                  </a:cubicBezTo>
                  <a:lnTo>
                    <a:pt x="27703" y="10196"/>
                  </a:lnTo>
                  <a:lnTo>
                    <a:pt x="28912" y="14790"/>
                  </a:lnTo>
                  <a:cubicBezTo>
                    <a:pt x="40393" y="12033"/>
                    <a:pt x="43113" y="11421"/>
                    <a:pt x="45832" y="11421"/>
                  </a:cubicBezTo>
                  <a:cubicBezTo>
                    <a:pt x="53385" y="11421"/>
                    <a:pt x="55198" y="14178"/>
                    <a:pt x="59428" y="32556"/>
                  </a:cubicBezTo>
                  <a:lnTo>
                    <a:pt x="68190" y="70232"/>
                  </a:lnTo>
                  <a:lnTo>
                    <a:pt x="43415" y="106070"/>
                  </a:lnTo>
                  <a:cubicBezTo>
                    <a:pt x="37372" y="115259"/>
                    <a:pt x="31329" y="120773"/>
                    <a:pt x="28006" y="120773"/>
                  </a:cubicBezTo>
                  <a:cubicBezTo>
                    <a:pt x="26193" y="120773"/>
                    <a:pt x="23171" y="119854"/>
                    <a:pt x="20150" y="118016"/>
                  </a:cubicBezTo>
                  <a:cubicBezTo>
                    <a:pt x="16222" y="115872"/>
                    <a:pt x="12898" y="114953"/>
                    <a:pt x="10481" y="114953"/>
                  </a:cubicBezTo>
                  <a:cubicBezTo>
                    <a:pt x="4741" y="114953"/>
                    <a:pt x="209" y="119548"/>
                    <a:pt x="209" y="125674"/>
                  </a:cubicBezTo>
                  <a:cubicBezTo>
                    <a:pt x="209" y="133638"/>
                    <a:pt x="6251" y="138539"/>
                    <a:pt x="15316" y="138539"/>
                  </a:cubicBezTo>
                  <a:cubicBezTo>
                    <a:pt x="24682" y="138539"/>
                    <a:pt x="28308" y="135782"/>
                    <a:pt x="43415" y="117097"/>
                  </a:cubicBezTo>
                  <a:cubicBezTo>
                    <a:pt x="51573" y="107295"/>
                    <a:pt x="57917" y="99025"/>
                    <a:pt x="70607" y="81259"/>
                  </a:cubicBezTo>
                  <a:lnTo>
                    <a:pt x="79672" y="118016"/>
                  </a:lnTo>
                  <a:cubicBezTo>
                    <a:pt x="83599" y="133638"/>
                    <a:pt x="87527" y="138539"/>
                    <a:pt x="97196" y="138539"/>
                  </a:cubicBezTo>
                  <a:cubicBezTo>
                    <a:pt x="108677" y="138539"/>
                    <a:pt x="116533" y="131187"/>
                    <a:pt x="134057" y="103620"/>
                  </a:cubicBezTo>
                  <a:lnTo>
                    <a:pt x="129827" y="10116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9E44BB5-DE1A-0E9D-D590-12E99B35CE04}"/>
                </a:ext>
              </a:extLst>
            </p:cNvPr>
            <p:cNvSpPr/>
            <p:nvPr>
              <p:custDataLst>
                <p:tags r:id="rId209"/>
              </p:custDataLst>
            </p:nvPr>
          </p:nvSpPr>
          <p:spPr>
            <a:xfrm>
              <a:off x="9455310" y="5533470"/>
              <a:ext cx="101059" cy="156400"/>
            </a:xfrm>
            <a:custGeom>
              <a:avLst/>
              <a:gdLst>
                <a:gd name="connsiteX0" fmla="*/ 51637 w 101059"/>
                <a:gd name="connsiteY0" fmla="*/ 90 h 156400"/>
                <a:gd name="connsiteX1" fmla="*/ 21676 w 101059"/>
                <a:gd name="connsiteY1" fmla="*/ 11876 h 156400"/>
                <a:gd name="connsiteX2" fmla="*/ 212 w 101059"/>
                <a:gd name="connsiteY2" fmla="*/ 77157 h 156400"/>
                <a:gd name="connsiteX3" fmla="*/ 18099 w 101059"/>
                <a:gd name="connsiteY3" fmla="*/ 141077 h 156400"/>
                <a:gd name="connsiteX4" fmla="*/ 50742 w 101059"/>
                <a:gd name="connsiteY4" fmla="*/ 156491 h 156400"/>
                <a:gd name="connsiteX5" fmla="*/ 79808 w 101059"/>
                <a:gd name="connsiteY5" fmla="*/ 144704 h 156400"/>
                <a:gd name="connsiteX6" fmla="*/ 101272 w 101059"/>
                <a:gd name="connsiteY6" fmla="*/ 78517 h 156400"/>
                <a:gd name="connsiteX7" fmla="*/ 51637 w 101059"/>
                <a:gd name="connsiteY7" fmla="*/ 90 h 156400"/>
                <a:gd name="connsiteX8" fmla="*/ 50966 w 101059"/>
                <a:gd name="connsiteY8" fmla="*/ 5983 h 156400"/>
                <a:gd name="connsiteX9" fmla="*/ 79808 w 101059"/>
                <a:gd name="connsiteY9" fmla="*/ 78970 h 156400"/>
                <a:gd name="connsiteX10" fmla="*/ 50742 w 101059"/>
                <a:gd name="connsiteY10" fmla="*/ 150597 h 156400"/>
                <a:gd name="connsiteX11" fmla="*/ 21676 w 101059"/>
                <a:gd name="connsiteY11" fmla="*/ 79197 h 156400"/>
                <a:gd name="connsiteX12" fmla="*/ 50966 w 101059"/>
                <a:gd name="connsiteY12" fmla="*/ 5983 h 15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059" h="156400">
                  <a:moveTo>
                    <a:pt x="51637" y="90"/>
                  </a:moveTo>
                  <a:cubicBezTo>
                    <a:pt x="39340" y="90"/>
                    <a:pt x="29949" y="3943"/>
                    <a:pt x="21676" y="11876"/>
                  </a:cubicBezTo>
                  <a:cubicBezTo>
                    <a:pt x="8709" y="24570"/>
                    <a:pt x="212" y="50637"/>
                    <a:pt x="212" y="77157"/>
                  </a:cubicBezTo>
                  <a:cubicBezTo>
                    <a:pt x="212" y="101864"/>
                    <a:pt x="7591" y="128384"/>
                    <a:pt x="18099" y="141077"/>
                  </a:cubicBezTo>
                  <a:cubicBezTo>
                    <a:pt x="26372" y="151051"/>
                    <a:pt x="37774" y="156491"/>
                    <a:pt x="50742" y="156491"/>
                  </a:cubicBezTo>
                  <a:cubicBezTo>
                    <a:pt x="62145" y="156491"/>
                    <a:pt x="71759" y="152637"/>
                    <a:pt x="79808" y="144704"/>
                  </a:cubicBezTo>
                  <a:cubicBezTo>
                    <a:pt x="92776" y="132237"/>
                    <a:pt x="101272" y="105944"/>
                    <a:pt x="101272" y="78517"/>
                  </a:cubicBezTo>
                  <a:cubicBezTo>
                    <a:pt x="101272" y="32050"/>
                    <a:pt x="80926" y="90"/>
                    <a:pt x="51637" y="90"/>
                  </a:cubicBezTo>
                  <a:close/>
                  <a:moveTo>
                    <a:pt x="50966" y="5983"/>
                  </a:moveTo>
                  <a:cubicBezTo>
                    <a:pt x="69747" y="5983"/>
                    <a:pt x="79808" y="31597"/>
                    <a:pt x="79808" y="78970"/>
                  </a:cubicBezTo>
                  <a:cubicBezTo>
                    <a:pt x="79808" y="126344"/>
                    <a:pt x="69971" y="150597"/>
                    <a:pt x="50742" y="150597"/>
                  </a:cubicBezTo>
                  <a:cubicBezTo>
                    <a:pt x="31514" y="150597"/>
                    <a:pt x="21676" y="126344"/>
                    <a:pt x="21676" y="79197"/>
                  </a:cubicBezTo>
                  <a:cubicBezTo>
                    <a:pt x="21676" y="31143"/>
                    <a:pt x="31738" y="5983"/>
                    <a:pt x="50966" y="5983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C42FCF6-3F63-0D0C-5700-D9975E0E035B}"/>
                </a:ext>
              </a:extLst>
            </p:cNvPr>
            <p:cNvSpPr/>
            <p:nvPr>
              <p:custDataLst>
                <p:tags r:id="rId210"/>
              </p:custDataLst>
            </p:nvPr>
          </p:nvSpPr>
          <p:spPr>
            <a:xfrm>
              <a:off x="9594541" y="5410522"/>
              <a:ext cx="70096" cy="306308"/>
            </a:xfrm>
            <a:custGeom>
              <a:avLst/>
              <a:gdLst>
                <a:gd name="connsiteX0" fmla="*/ 70314 w 70096"/>
                <a:gd name="connsiteY0" fmla="*/ 153241 h 306308"/>
                <a:gd name="connsiteX1" fmla="*/ 50373 w 70096"/>
                <a:gd name="connsiteY1" fmla="*/ 57673 h 306308"/>
                <a:gd name="connsiteX2" fmla="*/ 3239 w 70096"/>
                <a:gd name="connsiteY2" fmla="*/ 87 h 306308"/>
                <a:gd name="connsiteX3" fmla="*/ 218 w 70096"/>
                <a:gd name="connsiteY3" fmla="*/ 3150 h 306308"/>
                <a:gd name="connsiteX4" fmla="*/ 5958 w 70096"/>
                <a:gd name="connsiteY4" fmla="*/ 10195 h 306308"/>
                <a:gd name="connsiteX5" fmla="*/ 52790 w 70096"/>
                <a:gd name="connsiteY5" fmla="*/ 153241 h 306308"/>
                <a:gd name="connsiteX6" fmla="*/ 4145 w 70096"/>
                <a:gd name="connsiteY6" fmla="*/ 298125 h 306308"/>
                <a:gd name="connsiteX7" fmla="*/ 218 w 70096"/>
                <a:gd name="connsiteY7" fmla="*/ 303332 h 306308"/>
                <a:gd name="connsiteX8" fmla="*/ 3239 w 70096"/>
                <a:gd name="connsiteY8" fmla="*/ 306395 h 306308"/>
                <a:gd name="connsiteX9" fmla="*/ 51279 w 70096"/>
                <a:gd name="connsiteY9" fmla="*/ 246665 h 306308"/>
                <a:gd name="connsiteX10" fmla="*/ 70314 w 70096"/>
                <a:gd name="connsiteY10" fmla="*/ 153241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314" y="153241"/>
                  </a:moveTo>
                  <a:cubicBezTo>
                    <a:pt x="70314" y="129349"/>
                    <a:pt x="66991" y="92285"/>
                    <a:pt x="50373" y="57673"/>
                  </a:cubicBezTo>
                  <a:cubicBezTo>
                    <a:pt x="32245" y="19997"/>
                    <a:pt x="6260" y="87"/>
                    <a:pt x="3239" y="87"/>
                  </a:cubicBezTo>
                  <a:cubicBezTo>
                    <a:pt x="1426" y="87"/>
                    <a:pt x="218" y="1312"/>
                    <a:pt x="218" y="3150"/>
                  </a:cubicBezTo>
                  <a:cubicBezTo>
                    <a:pt x="218" y="4069"/>
                    <a:pt x="218" y="4681"/>
                    <a:pt x="5958" y="10195"/>
                  </a:cubicBezTo>
                  <a:cubicBezTo>
                    <a:pt x="35568" y="40519"/>
                    <a:pt x="52790" y="89222"/>
                    <a:pt x="52790" y="153241"/>
                  </a:cubicBezTo>
                  <a:cubicBezTo>
                    <a:pt x="52790" y="205620"/>
                    <a:pt x="41611" y="259530"/>
                    <a:pt x="4145" y="298125"/>
                  </a:cubicBezTo>
                  <a:cubicBezTo>
                    <a:pt x="218" y="301800"/>
                    <a:pt x="218" y="302413"/>
                    <a:pt x="218" y="303332"/>
                  </a:cubicBezTo>
                  <a:cubicBezTo>
                    <a:pt x="218" y="305170"/>
                    <a:pt x="1426" y="306395"/>
                    <a:pt x="3239" y="306395"/>
                  </a:cubicBezTo>
                  <a:cubicBezTo>
                    <a:pt x="6260" y="306395"/>
                    <a:pt x="33453" y="285566"/>
                    <a:pt x="51279" y="246665"/>
                  </a:cubicBezTo>
                  <a:cubicBezTo>
                    <a:pt x="66689" y="212971"/>
                    <a:pt x="70314" y="178971"/>
                    <a:pt x="70314" y="153241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3B4059F8-BF3E-650A-F4A3-130E0584195A}"/>
                </a:ext>
              </a:extLst>
            </p:cNvPr>
            <p:cNvSpPr/>
            <p:nvPr>
              <p:custDataLst>
                <p:tags r:id="rId211"/>
              </p:custDataLst>
            </p:nvPr>
          </p:nvSpPr>
          <p:spPr>
            <a:xfrm>
              <a:off x="9754026" y="5461675"/>
              <a:ext cx="200923" cy="204001"/>
            </a:xfrm>
            <a:custGeom>
              <a:avLst/>
              <a:gdLst>
                <a:gd name="connsiteX0" fmla="*/ 106879 w 200923"/>
                <a:gd name="connsiteY0" fmla="*/ 108214 h 204001"/>
                <a:gd name="connsiteX1" fmla="*/ 191176 w 200923"/>
                <a:gd name="connsiteY1" fmla="*/ 108214 h 204001"/>
                <a:gd name="connsiteX2" fmla="*/ 201147 w 200923"/>
                <a:gd name="connsiteY2" fmla="*/ 102087 h 204001"/>
                <a:gd name="connsiteX3" fmla="*/ 191176 w 200923"/>
                <a:gd name="connsiteY3" fmla="*/ 95961 h 204001"/>
                <a:gd name="connsiteX4" fmla="*/ 106879 w 200923"/>
                <a:gd name="connsiteY4" fmla="*/ 95961 h 204001"/>
                <a:gd name="connsiteX5" fmla="*/ 106879 w 200923"/>
                <a:gd name="connsiteY5" fmla="*/ 10195 h 204001"/>
                <a:gd name="connsiteX6" fmla="*/ 100836 w 200923"/>
                <a:gd name="connsiteY6" fmla="*/ 87 h 204001"/>
                <a:gd name="connsiteX7" fmla="*/ 94794 w 200923"/>
                <a:gd name="connsiteY7" fmla="*/ 10195 h 204001"/>
                <a:gd name="connsiteX8" fmla="*/ 94794 w 200923"/>
                <a:gd name="connsiteY8" fmla="*/ 95961 h 204001"/>
                <a:gd name="connsiteX9" fmla="*/ 10194 w 200923"/>
                <a:gd name="connsiteY9" fmla="*/ 95961 h 204001"/>
                <a:gd name="connsiteX10" fmla="*/ 223 w 200923"/>
                <a:gd name="connsiteY10" fmla="*/ 102087 h 204001"/>
                <a:gd name="connsiteX11" fmla="*/ 10194 w 200923"/>
                <a:gd name="connsiteY11" fmla="*/ 108214 h 204001"/>
                <a:gd name="connsiteX12" fmla="*/ 94794 w 200923"/>
                <a:gd name="connsiteY12" fmla="*/ 108214 h 204001"/>
                <a:gd name="connsiteX13" fmla="*/ 94794 w 200923"/>
                <a:gd name="connsiteY13" fmla="*/ 193980 h 204001"/>
                <a:gd name="connsiteX14" fmla="*/ 100836 w 200923"/>
                <a:gd name="connsiteY14" fmla="*/ 204088 h 204001"/>
                <a:gd name="connsiteX15" fmla="*/ 106879 w 200923"/>
                <a:gd name="connsiteY15" fmla="*/ 193980 h 204001"/>
                <a:gd name="connsiteX16" fmla="*/ 106879 w 200923"/>
                <a:gd name="connsiteY16" fmla="*/ 108214 h 20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23" h="204001">
                  <a:moveTo>
                    <a:pt x="106879" y="108214"/>
                  </a:moveTo>
                  <a:lnTo>
                    <a:pt x="191176" y="108214"/>
                  </a:lnTo>
                  <a:cubicBezTo>
                    <a:pt x="195406" y="108214"/>
                    <a:pt x="201147" y="108214"/>
                    <a:pt x="201147" y="102087"/>
                  </a:cubicBezTo>
                  <a:cubicBezTo>
                    <a:pt x="201147" y="95961"/>
                    <a:pt x="195406" y="95961"/>
                    <a:pt x="191176" y="95961"/>
                  </a:cubicBezTo>
                  <a:lnTo>
                    <a:pt x="106879" y="95961"/>
                  </a:lnTo>
                  <a:lnTo>
                    <a:pt x="106879" y="10195"/>
                  </a:lnTo>
                  <a:cubicBezTo>
                    <a:pt x="106879" y="5907"/>
                    <a:pt x="106879" y="87"/>
                    <a:pt x="100836" y="87"/>
                  </a:cubicBezTo>
                  <a:cubicBezTo>
                    <a:pt x="94794" y="87"/>
                    <a:pt x="94794" y="5907"/>
                    <a:pt x="94794" y="10195"/>
                  </a:cubicBezTo>
                  <a:lnTo>
                    <a:pt x="94794" y="95961"/>
                  </a:lnTo>
                  <a:lnTo>
                    <a:pt x="10194" y="95961"/>
                  </a:lnTo>
                  <a:cubicBezTo>
                    <a:pt x="5964" y="95961"/>
                    <a:pt x="223" y="95961"/>
                    <a:pt x="223" y="102087"/>
                  </a:cubicBezTo>
                  <a:cubicBezTo>
                    <a:pt x="223" y="108214"/>
                    <a:pt x="5964" y="108214"/>
                    <a:pt x="10194" y="108214"/>
                  </a:cubicBezTo>
                  <a:lnTo>
                    <a:pt x="94794" y="108214"/>
                  </a:lnTo>
                  <a:lnTo>
                    <a:pt x="94794" y="193980"/>
                  </a:lnTo>
                  <a:cubicBezTo>
                    <a:pt x="94794" y="198268"/>
                    <a:pt x="94794" y="204088"/>
                    <a:pt x="100836" y="204088"/>
                  </a:cubicBezTo>
                  <a:cubicBezTo>
                    <a:pt x="106879" y="204088"/>
                    <a:pt x="106879" y="198268"/>
                    <a:pt x="106879" y="193980"/>
                  </a:cubicBezTo>
                  <a:lnTo>
                    <a:pt x="106879" y="10821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8F25AA02-35F9-EE38-02D2-0012C26B2815}"/>
                </a:ext>
              </a:extLst>
            </p:cNvPr>
            <p:cNvSpPr/>
            <p:nvPr>
              <p:custDataLst>
                <p:tags r:id="rId212"/>
              </p:custDataLst>
            </p:nvPr>
          </p:nvSpPr>
          <p:spPr>
            <a:xfrm>
              <a:off x="10027859" y="5433188"/>
              <a:ext cx="117532" cy="211352"/>
            </a:xfrm>
            <a:custGeom>
              <a:avLst/>
              <a:gdLst>
                <a:gd name="connsiteX0" fmla="*/ 33467 w 117532"/>
                <a:gd name="connsiteY0" fmla="*/ 106070 h 211352"/>
                <a:gd name="connsiteX1" fmla="*/ 65494 w 117532"/>
                <a:gd name="connsiteY1" fmla="*/ 109439 h 211352"/>
                <a:gd name="connsiteX2" fmla="*/ 96010 w 117532"/>
                <a:gd name="connsiteY2" fmla="*/ 154773 h 211352"/>
                <a:gd name="connsiteX3" fmla="*/ 56430 w 117532"/>
                <a:gd name="connsiteY3" fmla="*/ 200413 h 211352"/>
                <a:gd name="connsiteX4" fmla="*/ 31050 w 117532"/>
                <a:gd name="connsiteY4" fmla="*/ 190917 h 211352"/>
                <a:gd name="connsiteX5" fmla="*/ 11713 w 117532"/>
                <a:gd name="connsiteY5" fmla="*/ 183260 h 211352"/>
                <a:gd name="connsiteX6" fmla="*/ 232 w 117532"/>
                <a:gd name="connsiteY6" fmla="*/ 193981 h 211352"/>
                <a:gd name="connsiteX7" fmla="*/ 34373 w 117532"/>
                <a:gd name="connsiteY7" fmla="*/ 211440 h 211352"/>
                <a:gd name="connsiteX8" fmla="*/ 95708 w 117532"/>
                <a:gd name="connsiteY8" fmla="*/ 190917 h 211352"/>
                <a:gd name="connsiteX9" fmla="*/ 117764 w 117532"/>
                <a:gd name="connsiteY9" fmla="*/ 140070 h 211352"/>
                <a:gd name="connsiteX10" fmla="*/ 104168 w 117532"/>
                <a:gd name="connsiteY10" fmla="*/ 100556 h 211352"/>
                <a:gd name="connsiteX11" fmla="*/ 79090 w 117532"/>
                <a:gd name="connsiteY11" fmla="*/ 84322 h 211352"/>
                <a:gd name="connsiteX12" fmla="*/ 107492 w 117532"/>
                <a:gd name="connsiteY12" fmla="*/ 42052 h 211352"/>
                <a:gd name="connsiteX13" fmla="*/ 60358 w 117532"/>
                <a:gd name="connsiteY13" fmla="*/ 87 h 211352"/>
                <a:gd name="connsiteX14" fmla="*/ 21079 w 117532"/>
                <a:gd name="connsiteY14" fmla="*/ 15096 h 211352"/>
                <a:gd name="connsiteX15" fmla="*/ 836 w 117532"/>
                <a:gd name="connsiteY15" fmla="*/ 49709 h 211352"/>
                <a:gd name="connsiteX16" fmla="*/ 5368 w 117532"/>
                <a:gd name="connsiteY16" fmla="*/ 50935 h 211352"/>
                <a:gd name="connsiteX17" fmla="*/ 50387 w 117532"/>
                <a:gd name="connsiteY17" fmla="*/ 18466 h 211352"/>
                <a:gd name="connsiteX18" fmla="*/ 83622 w 117532"/>
                <a:gd name="connsiteY18" fmla="*/ 51241 h 211352"/>
                <a:gd name="connsiteX19" fmla="*/ 71537 w 117532"/>
                <a:gd name="connsiteY19" fmla="*/ 80953 h 211352"/>
                <a:gd name="connsiteX20" fmla="*/ 33467 w 117532"/>
                <a:gd name="connsiteY20" fmla="*/ 102088 h 211352"/>
                <a:gd name="connsiteX21" fmla="*/ 33467 w 117532"/>
                <a:gd name="connsiteY21" fmla="*/ 106070 h 21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32" h="211352">
                  <a:moveTo>
                    <a:pt x="33467" y="106070"/>
                  </a:moveTo>
                  <a:cubicBezTo>
                    <a:pt x="51293" y="106070"/>
                    <a:pt x="58243" y="106683"/>
                    <a:pt x="65494" y="109439"/>
                  </a:cubicBezTo>
                  <a:cubicBezTo>
                    <a:pt x="84227" y="116178"/>
                    <a:pt x="96010" y="133638"/>
                    <a:pt x="96010" y="154773"/>
                  </a:cubicBezTo>
                  <a:cubicBezTo>
                    <a:pt x="96010" y="180503"/>
                    <a:pt x="78788" y="200413"/>
                    <a:pt x="56430" y="200413"/>
                  </a:cubicBezTo>
                  <a:cubicBezTo>
                    <a:pt x="48272" y="200413"/>
                    <a:pt x="42229" y="198269"/>
                    <a:pt x="31050" y="190917"/>
                  </a:cubicBezTo>
                  <a:cubicBezTo>
                    <a:pt x="21986" y="185404"/>
                    <a:pt x="16849" y="183260"/>
                    <a:pt x="11713" y="183260"/>
                  </a:cubicBezTo>
                  <a:cubicBezTo>
                    <a:pt x="4764" y="183260"/>
                    <a:pt x="232" y="187548"/>
                    <a:pt x="232" y="193981"/>
                  </a:cubicBezTo>
                  <a:cubicBezTo>
                    <a:pt x="232" y="204701"/>
                    <a:pt x="13224" y="211440"/>
                    <a:pt x="34373" y="211440"/>
                  </a:cubicBezTo>
                  <a:cubicBezTo>
                    <a:pt x="57638" y="211440"/>
                    <a:pt x="81507" y="203476"/>
                    <a:pt x="95708" y="190917"/>
                  </a:cubicBezTo>
                  <a:cubicBezTo>
                    <a:pt x="109909" y="178359"/>
                    <a:pt x="117764" y="160593"/>
                    <a:pt x="117764" y="140070"/>
                  </a:cubicBezTo>
                  <a:cubicBezTo>
                    <a:pt x="117764" y="124449"/>
                    <a:pt x="112930" y="110052"/>
                    <a:pt x="104168" y="100556"/>
                  </a:cubicBezTo>
                  <a:cubicBezTo>
                    <a:pt x="98125" y="93818"/>
                    <a:pt x="92385" y="90142"/>
                    <a:pt x="79090" y="84322"/>
                  </a:cubicBezTo>
                  <a:cubicBezTo>
                    <a:pt x="99938" y="69926"/>
                    <a:pt x="107492" y="58592"/>
                    <a:pt x="107492" y="42052"/>
                  </a:cubicBezTo>
                  <a:cubicBezTo>
                    <a:pt x="107492" y="17241"/>
                    <a:pt x="88155" y="87"/>
                    <a:pt x="60358" y="87"/>
                  </a:cubicBezTo>
                  <a:cubicBezTo>
                    <a:pt x="45251" y="87"/>
                    <a:pt x="31956" y="5295"/>
                    <a:pt x="21079" y="15096"/>
                  </a:cubicBezTo>
                  <a:cubicBezTo>
                    <a:pt x="12015" y="23367"/>
                    <a:pt x="7483" y="31331"/>
                    <a:pt x="836" y="49709"/>
                  </a:cubicBezTo>
                  <a:lnTo>
                    <a:pt x="5368" y="50935"/>
                  </a:lnTo>
                  <a:cubicBezTo>
                    <a:pt x="17756" y="28574"/>
                    <a:pt x="31352" y="18466"/>
                    <a:pt x="50387" y="18466"/>
                  </a:cubicBezTo>
                  <a:cubicBezTo>
                    <a:pt x="70026" y="18466"/>
                    <a:pt x="83622" y="31943"/>
                    <a:pt x="83622" y="51241"/>
                  </a:cubicBezTo>
                  <a:cubicBezTo>
                    <a:pt x="83622" y="62268"/>
                    <a:pt x="79090" y="73295"/>
                    <a:pt x="71537" y="80953"/>
                  </a:cubicBezTo>
                  <a:cubicBezTo>
                    <a:pt x="62473" y="90142"/>
                    <a:pt x="54013" y="94737"/>
                    <a:pt x="33467" y="102088"/>
                  </a:cubicBezTo>
                  <a:lnTo>
                    <a:pt x="33467" y="10607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CCBBD068-509E-CCAC-4CF1-0ADB0F3B2539}"/>
                </a:ext>
              </a:extLst>
            </p:cNvPr>
            <p:cNvSpPr/>
            <p:nvPr>
              <p:custDataLst>
                <p:tags r:id="rId213"/>
              </p:custDataLst>
            </p:nvPr>
          </p:nvSpPr>
          <p:spPr>
            <a:xfrm>
              <a:off x="10167580" y="5432576"/>
              <a:ext cx="172522" cy="271082"/>
            </a:xfrm>
            <a:custGeom>
              <a:avLst/>
              <a:gdLst>
                <a:gd name="connsiteX0" fmla="*/ 55228 w 172522"/>
                <a:gd name="connsiteY0" fmla="*/ 86466 h 271082"/>
                <a:gd name="connsiteX1" fmla="*/ 82420 w 172522"/>
                <a:gd name="connsiteY1" fmla="*/ 86466 h 271082"/>
                <a:gd name="connsiteX2" fmla="*/ 55832 w 172522"/>
                <a:gd name="connsiteY2" fmla="*/ 215116 h 271082"/>
                <a:gd name="connsiteX3" fmla="*/ 26524 w 172522"/>
                <a:gd name="connsiteY3" fmla="*/ 264738 h 271082"/>
                <a:gd name="connsiteX4" fmla="*/ 20481 w 172522"/>
                <a:gd name="connsiteY4" fmla="*/ 259837 h 271082"/>
                <a:gd name="connsiteX5" fmla="*/ 21690 w 172522"/>
                <a:gd name="connsiteY5" fmla="*/ 256467 h 271082"/>
                <a:gd name="connsiteX6" fmla="*/ 23201 w 172522"/>
                <a:gd name="connsiteY6" fmla="*/ 251567 h 271082"/>
                <a:gd name="connsiteX7" fmla="*/ 11417 w 172522"/>
                <a:gd name="connsiteY7" fmla="*/ 239927 h 271082"/>
                <a:gd name="connsiteX8" fmla="*/ 238 w 172522"/>
                <a:gd name="connsiteY8" fmla="*/ 252485 h 271082"/>
                <a:gd name="connsiteX9" fmla="*/ 24107 w 172522"/>
                <a:gd name="connsiteY9" fmla="*/ 271170 h 271082"/>
                <a:gd name="connsiteX10" fmla="*/ 84535 w 172522"/>
                <a:gd name="connsiteY10" fmla="*/ 184485 h 271082"/>
                <a:gd name="connsiteX11" fmla="*/ 106290 w 172522"/>
                <a:gd name="connsiteY11" fmla="*/ 86466 h 271082"/>
                <a:gd name="connsiteX12" fmla="*/ 139223 w 172522"/>
                <a:gd name="connsiteY12" fmla="*/ 86466 h 271082"/>
                <a:gd name="connsiteX13" fmla="*/ 141036 w 172522"/>
                <a:gd name="connsiteY13" fmla="*/ 76664 h 271082"/>
                <a:gd name="connsiteX14" fmla="*/ 108405 w 172522"/>
                <a:gd name="connsiteY14" fmla="*/ 76664 h 271082"/>
                <a:gd name="connsiteX15" fmla="*/ 145266 w 172522"/>
                <a:gd name="connsiteY15" fmla="*/ 6826 h 271082"/>
                <a:gd name="connsiteX16" fmla="*/ 151913 w 172522"/>
                <a:gd name="connsiteY16" fmla="*/ 10502 h 271082"/>
                <a:gd name="connsiteX17" fmla="*/ 150704 w 172522"/>
                <a:gd name="connsiteY17" fmla="*/ 13565 h 271082"/>
                <a:gd name="connsiteX18" fmla="*/ 148891 w 172522"/>
                <a:gd name="connsiteY18" fmla="*/ 19997 h 271082"/>
                <a:gd name="connsiteX19" fmla="*/ 160071 w 172522"/>
                <a:gd name="connsiteY19" fmla="*/ 32250 h 271082"/>
                <a:gd name="connsiteX20" fmla="*/ 172761 w 172522"/>
                <a:gd name="connsiteY20" fmla="*/ 19997 h 271082"/>
                <a:gd name="connsiteX21" fmla="*/ 146776 w 172522"/>
                <a:gd name="connsiteY21" fmla="*/ 87 h 271082"/>
                <a:gd name="connsiteX22" fmla="*/ 109311 w 172522"/>
                <a:gd name="connsiteY22" fmla="*/ 21223 h 271082"/>
                <a:gd name="connsiteX23" fmla="*/ 85140 w 172522"/>
                <a:gd name="connsiteY23" fmla="*/ 76664 h 271082"/>
                <a:gd name="connsiteX24" fmla="*/ 57343 w 172522"/>
                <a:gd name="connsiteY24" fmla="*/ 76664 h 271082"/>
                <a:gd name="connsiteX25" fmla="*/ 55228 w 172522"/>
                <a:gd name="connsiteY25" fmla="*/ 86466 h 2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22" h="271082">
                  <a:moveTo>
                    <a:pt x="55228" y="86466"/>
                  </a:moveTo>
                  <a:lnTo>
                    <a:pt x="82420" y="86466"/>
                  </a:lnTo>
                  <a:lnTo>
                    <a:pt x="55832" y="215116"/>
                  </a:lnTo>
                  <a:cubicBezTo>
                    <a:pt x="49185" y="247891"/>
                    <a:pt x="39214" y="264738"/>
                    <a:pt x="26524" y="264738"/>
                  </a:cubicBezTo>
                  <a:cubicBezTo>
                    <a:pt x="22899" y="264738"/>
                    <a:pt x="20481" y="262594"/>
                    <a:pt x="20481" y="259837"/>
                  </a:cubicBezTo>
                  <a:cubicBezTo>
                    <a:pt x="20481" y="258918"/>
                    <a:pt x="20784" y="257999"/>
                    <a:pt x="21690" y="256467"/>
                  </a:cubicBezTo>
                  <a:cubicBezTo>
                    <a:pt x="22899" y="254630"/>
                    <a:pt x="23201" y="253404"/>
                    <a:pt x="23201" y="251567"/>
                  </a:cubicBezTo>
                  <a:cubicBezTo>
                    <a:pt x="23201" y="245134"/>
                    <a:pt x="17762" y="239927"/>
                    <a:pt x="11417" y="239927"/>
                  </a:cubicBezTo>
                  <a:cubicBezTo>
                    <a:pt x="5072" y="239927"/>
                    <a:pt x="238" y="245440"/>
                    <a:pt x="238" y="252485"/>
                  </a:cubicBezTo>
                  <a:cubicBezTo>
                    <a:pt x="238" y="262900"/>
                    <a:pt x="10813" y="271170"/>
                    <a:pt x="24107" y="271170"/>
                  </a:cubicBezTo>
                  <a:cubicBezTo>
                    <a:pt x="50998" y="271170"/>
                    <a:pt x="72148" y="240846"/>
                    <a:pt x="84535" y="184485"/>
                  </a:cubicBezTo>
                  <a:lnTo>
                    <a:pt x="106290" y="86466"/>
                  </a:lnTo>
                  <a:lnTo>
                    <a:pt x="139223" y="86466"/>
                  </a:lnTo>
                  <a:lnTo>
                    <a:pt x="141036" y="76664"/>
                  </a:lnTo>
                  <a:lnTo>
                    <a:pt x="108405" y="76664"/>
                  </a:lnTo>
                  <a:cubicBezTo>
                    <a:pt x="117167" y="28574"/>
                    <a:pt x="128346" y="6826"/>
                    <a:pt x="145266" y="6826"/>
                  </a:cubicBezTo>
                  <a:cubicBezTo>
                    <a:pt x="149194" y="6826"/>
                    <a:pt x="151913" y="8358"/>
                    <a:pt x="151913" y="10502"/>
                  </a:cubicBezTo>
                  <a:cubicBezTo>
                    <a:pt x="151913" y="11421"/>
                    <a:pt x="151611" y="12033"/>
                    <a:pt x="150704" y="13565"/>
                  </a:cubicBezTo>
                  <a:cubicBezTo>
                    <a:pt x="149496" y="16322"/>
                    <a:pt x="148891" y="17853"/>
                    <a:pt x="148891" y="19997"/>
                  </a:cubicBezTo>
                  <a:cubicBezTo>
                    <a:pt x="148891" y="27349"/>
                    <a:pt x="153424" y="32250"/>
                    <a:pt x="160071" y="32250"/>
                  </a:cubicBezTo>
                  <a:cubicBezTo>
                    <a:pt x="167020" y="32250"/>
                    <a:pt x="172761" y="26736"/>
                    <a:pt x="172761" y="19997"/>
                  </a:cubicBezTo>
                  <a:cubicBezTo>
                    <a:pt x="172761" y="8664"/>
                    <a:pt x="161581" y="87"/>
                    <a:pt x="146776" y="87"/>
                  </a:cubicBezTo>
                  <a:cubicBezTo>
                    <a:pt x="131972" y="87"/>
                    <a:pt x="120188" y="6826"/>
                    <a:pt x="109311" y="21223"/>
                  </a:cubicBezTo>
                  <a:cubicBezTo>
                    <a:pt x="100247" y="33169"/>
                    <a:pt x="94204" y="47259"/>
                    <a:pt x="85140" y="76664"/>
                  </a:cubicBezTo>
                  <a:lnTo>
                    <a:pt x="57343" y="76664"/>
                  </a:lnTo>
                  <a:lnTo>
                    <a:pt x="55228" y="8646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DFD18D3A-65B8-2EF8-8CE4-4601D77858F1}"/>
                </a:ext>
              </a:extLst>
            </p:cNvPr>
            <p:cNvSpPr/>
            <p:nvPr>
              <p:custDataLst>
                <p:tags r:id="rId214"/>
              </p:custDataLst>
            </p:nvPr>
          </p:nvSpPr>
          <p:spPr>
            <a:xfrm>
              <a:off x="10370491" y="5410522"/>
              <a:ext cx="70096" cy="306308"/>
            </a:xfrm>
            <a:custGeom>
              <a:avLst/>
              <a:gdLst>
                <a:gd name="connsiteX0" fmla="*/ 70339 w 70096"/>
                <a:gd name="connsiteY0" fmla="*/ 303332 h 306308"/>
                <a:gd name="connsiteX1" fmla="*/ 65203 w 70096"/>
                <a:gd name="connsiteY1" fmla="*/ 296593 h 306308"/>
                <a:gd name="connsiteX2" fmla="*/ 17767 w 70096"/>
                <a:gd name="connsiteY2" fmla="*/ 153241 h 306308"/>
                <a:gd name="connsiteX3" fmla="*/ 66412 w 70096"/>
                <a:gd name="connsiteY3" fmla="*/ 8357 h 306308"/>
                <a:gd name="connsiteX4" fmla="*/ 70339 w 70096"/>
                <a:gd name="connsiteY4" fmla="*/ 3150 h 306308"/>
                <a:gd name="connsiteX5" fmla="*/ 67318 w 70096"/>
                <a:gd name="connsiteY5" fmla="*/ 87 h 306308"/>
                <a:gd name="connsiteX6" fmla="*/ 19278 w 70096"/>
                <a:gd name="connsiteY6" fmla="*/ 59817 h 306308"/>
                <a:gd name="connsiteX7" fmla="*/ 243 w 70096"/>
                <a:gd name="connsiteY7" fmla="*/ 153241 h 306308"/>
                <a:gd name="connsiteX8" fmla="*/ 20184 w 70096"/>
                <a:gd name="connsiteY8" fmla="*/ 248809 h 306308"/>
                <a:gd name="connsiteX9" fmla="*/ 67318 w 70096"/>
                <a:gd name="connsiteY9" fmla="*/ 306395 h 306308"/>
                <a:gd name="connsiteX10" fmla="*/ 70339 w 70096"/>
                <a:gd name="connsiteY10" fmla="*/ 303332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339" y="303332"/>
                  </a:moveTo>
                  <a:cubicBezTo>
                    <a:pt x="70339" y="302413"/>
                    <a:pt x="70339" y="301800"/>
                    <a:pt x="65203" y="296593"/>
                  </a:cubicBezTo>
                  <a:cubicBezTo>
                    <a:pt x="27435" y="257998"/>
                    <a:pt x="17767" y="200106"/>
                    <a:pt x="17767" y="153241"/>
                  </a:cubicBezTo>
                  <a:cubicBezTo>
                    <a:pt x="17767" y="99943"/>
                    <a:pt x="29248" y="46646"/>
                    <a:pt x="66412" y="8357"/>
                  </a:cubicBezTo>
                  <a:cubicBezTo>
                    <a:pt x="70339" y="4681"/>
                    <a:pt x="70339" y="4069"/>
                    <a:pt x="70339" y="3150"/>
                  </a:cubicBezTo>
                  <a:cubicBezTo>
                    <a:pt x="70339" y="1006"/>
                    <a:pt x="69131" y="87"/>
                    <a:pt x="67318" y="87"/>
                  </a:cubicBezTo>
                  <a:cubicBezTo>
                    <a:pt x="64297" y="87"/>
                    <a:pt x="37104" y="20916"/>
                    <a:pt x="19278" y="59817"/>
                  </a:cubicBezTo>
                  <a:cubicBezTo>
                    <a:pt x="3868" y="93511"/>
                    <a:pt x="243" y="127511"/>
                    <a:pt x="243" y="153241"/>
                  </a:cubicBezTo>
                  <a:cubicBezTo>
                    <a:pt x="243" y="177133"/>
                    <a:pt x="3566" y="214196"/>
                    <a:pt x="20184" y="248809"/>
                  </a:cubicBezTo>
                  <a:cubicBezTo>
                    <a:pt x="38313" y="286485"/>
                    <a:pt x="64297" y="306395"/>
                    <a:pt x="67318" y="306395"/>
                  </a:cubicBezTo>
                  <a:cubicBezTo>
                    <a:pt x="69131" y="306395"/>
                    <a:pt x="70339" y="305476"/>
                    <a:pt x="70339" y="303332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3109C947-DC06-26B4-EF04-8A718130C3B2}"/>
                </a:ext>
              </a:extLst>
            </p:cNvPr>
            <p:cNvSpPr/>
            <p:nvPr>
              <p:custDataLst>
                <p:tags r:id="rId215"/>
              </p:custDataLst>
            </p:nvPr>
          </p:nvSpPr>
          <p:spPr>
            <a:xfrm>
              <a:off x="10450088" y="5505171"/>
              <a:ext cx="143214" cy="138451"/>
            </a:xfrm>
            <a:custGeom>
              <a:avLst/>
              <a:gdLst>
                <a:gd name="connsiteX0" fmla="*/ 129865 w 143214"/>
                <a:gd name="connsiteY0" fmla="*/ 101169 h 138451"/>
                <a:gd name="connsiteX1" fmla="*/ 123218 w 143214"/>
                <a:gd name="connsiteY1" fmla="*/ 109439 h 138451"/>
                <a:gd name="connsiteX2" fmla="*/ 109319 w 143214"/>
                <a:gd name="connsiteY2" fmla="*/ 121692 h 138451"/>
                <a:gd name="connsiteX3" fmla="*/ 99953 w 143214"/>
                <a:gd name="connsiteY3" fmla="*/ 109133 h 138451"/>
                <a:gd name="connsiteX4" fmla="*/ 98744 w 143214"/>
                <a:gd name="connsiteY4" fmla="*/ 103926 h 138451"/>
                <a:gd name="connsiteX5" fmla="*/ 87867 w 143214"/>
                <a:gd name="connsiteY5" fmla="*/ 54304 h 138451"/>
                <a:gd name="connsiteX6" fmla="*/ 117477 w 143214"/>
                <a:gd name="connsiteY6" fmla="*/ 17241 h 138451"/>
                <a:gd name="connsiteX7" fmla="*/ 124728 w 143214"/>
                <a:gd name="connsiteY7" fmla="*/ 19691 h 138451"/>
                <a:gd name="connsiteX8" fmla="*/ 132886 w 143214"/>
                <a:gd name="connsiteY8" fmla="*/ 22448 h 138451"/>
                <a:gd name="connsiteX9" fmla="*/ 143461 w 143214"/>
                <a:gd name="connsiteY9" fmla="*/ 11421 h 138451"/>
                <a:gd name="connsiteX10" fmla="*/ 131073 w 143214"/>
                <a:gd name="connsiteY10" fmla="*/ 87 h 138451"/>
                <a:gd name="connsiteX11" fmla="*/ 85450 w 143214"/>
                <a:gd name="connsiteY11" fmla="*/ 43889 h 138451"/>
                <a:gd name="connsiteX12" fmla="*/ 82126 w 143214"/>
                <a:gd name="connsiteY12" fmla="*/ 27042 h 138451"/>
                <a:gd name="connsiteX13" fmla="*/ 66415 w 143214"/>
                <a:gd name="connsiteY13" fmla="*/ 87 h 138451"/>
                <a:gd name="connsiteX14" fmla="*/ 31064 w 143214"/>
                <a:gd name="connsiteY14" fmla="*/ 8970 h 138451"/>
                <a:gd name="connsiteX15" fmla="*/ 27741 w 143214"/>
                <a:gd name="connsiteY15" fmla="*/ 10196 h 138451"/>
                <a:gd name="connsiteX16" fmla="*/ 28950 w 143214"/>
                <a:gd name="connsiteY16" fmla="*/ 14790 h 138451"/>
                <a:gd name="connsiteX17" fmla="*/ 45869 w 143214"/>
                <a:gd name="connsiteY17" fmla="*/ 11421 h 138451"/>
                <a:gd name="connsiteX18" fmla="*/ 59466 w 143214"/>
                <a:gd name="connsiteY18" fmla="*/ 32556 h 138451"/>
                <a:gd name="connsiteX19" fmla="*/ 68228 w 143214"/>
                <a:gd name="connsiteY19" fmla="*/ 70232 h 138451"/>
                <a:gd name="connsiteX20" fmla="*/ 43452 w 143214"/>
                <a:gd name="connsiteY20" fmla="*/ 106070 h 138451"/>
                <a:gd name="connsiteX21" fmla="*/ 28043 w 143214"/>
                <a:gd name="connsiteY21" fmla="*/ 120773 h 138451"/>
                <a:gd name="connsiteX22" fmla="*/ 20187 w 143214"/>
                <a:gd name="connsiteY22" fmla="*/ 118016 h 138451"/>
                <a:gd name="connsiteX23" fmla="*/ 10519 w 143214"/>
                <a:gd name="connsiteY23" fmla="*/ 114953 h 138451"/>
                <a:gd name="connsiteX24" fmla="*/ 246 w 143214"/>
                <a:gd name="connsiteY24" fmla="*/ 125674 h 138451"/>
                <a:gd name="connsiteX25" fmla="*/ 15353 w 143214"/>
                <a:gd name="connsiteY25" fmla="*/ 138539 h 138451"/>
                <a:gd name="connsiteX26" fmla="*/ 43452 w 143214"/>
                <a:gd name="connsiteY26" fmla="*/ 117097 h 138451"/>
                <a:gd name="connsiteX27" fmla="*/ 70645 w 143214"/>
                <a:gd name="connsiteY27" fmla="*/ 81259 h 138451"/>
                <a:gd name="connsiteX28" fmla="*/ 79709 w 143214"/>
                <a:gd name="connsiteY28" fmla="*/ 118016 h 138451"/>
                <a:gd name="connsiteX29" fmla="*/ 97233 w 143214"/>
                <a:gd name="connsiteY29" fmla="*/ 138539 h 138451"/>
                <a:gd name="connsiteX30" fmla="*/ 134095 w 143214"/>
                <a:gd name="connsiteY30" fmla="*/ 103620 h 138451"/>
                <a:gd name="connsiteX31" fmla="*/ 129865 w 143214"/>
                <a:gd name="connsiteY31" fmla="*/ 101169 h 13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14" h="138451">
                  <a:moveTo>
                    <a:pt x="129865" y="101169"/>
                  </a:moveTo>
                  <a:cubicBezTo>
                    <a:pt x="127447" y="103926"/>
                    <a:pt x="125937" y="105764"/>
                    <a:pt x="123218" y="109439"/>
                  </a:cubicBezTo>
                  <a:cubicBezTo>
                    <a:pt x="116268" y="118629"/>
                    <a:pt x="112643" y="121692"/>
                    <a:pt x="109319" y="121692"/>
                  </a:cubicBezTo>
                  <a:cubicBezTo>
                    <a:pt x="104787" y="121692"/>
                    <a:pt x="102068" y="117710"/>
                    <a:pt x="99953" y="109133"/>
                  </a:cubicBezTo>
                  <a:cubicBezTo>
                    <a:pt x="99348" y="106683"/>
                    <a:pt x="99046" y="104845"/>
                    <a:pt x="98744" y="103926"/>
                  </a:cubicBezTo>
                  <a:cubicBezTo>
                    <a:pt x="91191" y="72989"/>
                    <a:pt x="87867" y="58899"/>
                    <a:pt x="87867" y="54304"/>
                  </a:cubicBezTo>
                  <a:cubicBezTo>
                    <a:pt x="101161" y="30718"/>
                    <a:pt x="112038" y="17241"/>
                    <a:pt x="117477" y="17241"/>
                  </a:cubicBezTo>
                  <a:cubicBezTo>
                    <a:pt x="119290" y="17241"/>
                    <a:pt x="121707" y="18160"/>
                    <a:pt x="124728" y="19691"/>
                  </a:cubicBezTo>
                  <a:cubicBezTo>
                    <a:pt x="128354" y="21835"/>
                    <a:pt x="130469" y="22448"/>
                    <a:pt x="132886" y="22448"/>
                  </a:cubicBezTo>
                  <a:cubicBezTo>
                    <a:pt x="139231" y="22448"/>
                    <a:pt x="143461" y="17853"/>
                    <a:pt x="143461" y="11421"/>
                  </a:cubicBezTo>
                  <a:cubicBezTo>
                    <a:pt x="143461" y="4988"/>
                    <a:pt x="138325" y="87"/>
                    <a:pt x="131073" y="87"/>
                  </a:cubicBezTo>
                  <a:cubicBezTo>
                    <a:pt x="117779" y="87"/>
                    <a:pt x="106298" y="11114"/>
                    <a:pt x="85450" y="43889"/>
                  </a:cubicBezTo>
                  <a:lnTo>
                    <a:pt x="82126" y="27042"/>
                  </a:lnTo>
                  <a:cubicBezTo>
                    <a:pt x="77896" y="6213"/>
                    <a:pt x="74573" y="87"/>
                    <a:pt x="66415" y="87"/>
                  </a:cubicBezTo>
                  <a:cubicBezTo>
                    <a:pt x="59768" y="87"/>
                    <a:pt x="49495" y="2844"/>
                    <a:pt x="31064" y="8970"/>
                  </a:cubicBezTo>
                  <a:lnTo>
                    <a:pt x="27741" y="10196"/>
                  </a:lnTo>
                  <a:lnTo>
                    <a:pt x="28950" y="14790"/>
                  </a:lnTo>
                  <a:cubicBezTo>
                    <a:pt x="40431" y="12033"/>
                    <a:pt x="43150" y="11421"/>
                    <a:pt x="45869" y="11421"/>
                  </a:cubicBezTo>
                  <a:cubicBezTo>
                    <a:pt x="53423" y="11421"/>
                    <a:pt x="55236" y="14178"/>
                    <a:pt x="59466" y="32556"/>
                  </a:cubicBezTo>
                  <a:lnTo>
                    <a:pt x="68228" y="70232"/>
                  </a:lnTo>
                  <a:lnTo>
                    <a:pt x="43452" y="106070"/>
                  </a:lnTo>
                  <a:cubicBezTo>
                    <a:pt x="37409" y="115259"/>
                    <a:pt x="31367" y="120773"/>
                    <a:pt x="28043" y="120773"/>
                  </a:cubicBezTo>
                  <a:cubicBezTo>
                    <a:pt x="26230" y="120773"/>
                    <a:pt x="23209" y="119854"/>
                    <a:pt x="20187" y="118016"/>
                  </a:cubicBezTo>
                  <a:cubicBezTo>
                    <a:pt x="16260" y="115872"/>
                    <a:pt x="12936" y="114953"/>
                    <a:pt x="10519" y="114953"/>
                  </a:cubicBezTo>
                  <a:cubicBezTo>
                    <a:pt x="4778" y="114953"/>
                    <a:pt x="246" y="119548"/>
                    <a:pt x="246" y="125674"/>
                  </a:cubicBezTo>
                  <a:cubicBezTo>
                    <a:pt x="246" y="133638"/>
                    <a:pt x="6289" y="138539"/>
                    <a:pt x="15353" y="138539"/>
                  </a:cubicBezTo>
                  <a:cubicBezTo>
                    <a:pt x="24720" y="138539"/>
                    <a:pt x="28345" y="135782"/>
                    <a:pt x="43452" y="117097"/>
                  </a:cubicBezTo>
                  <a:cubicBezTo>
                    <a:pt x="51610" y="107295"/>
                    <a:pt x="57955" y="99025"/>
                    <a:pt x="70645" y="81259"/>
                  </a:cubicBezTo>
                  <a:lnTo>
                    <a:pt x="79709" y="118016"/>
                  </a:lnTo>
                  <a:cubicBezTo>
                    <a:pt x="83637" y="133638"/>
                    <a:pt x="87565" y="138539"/>
                    <a:pt x="97233" y="138539"/>
                  </a:cubicBezTo>
                  <a:cubicBezTo>
                    <a:pt x="108715" y="138539"/>
                    <a:pt x="116570" y="131187"/>
                    <a:pt x="134095" y="103620"/>
                  </a:cubicBezTo>
                  <a:lnTo>
                    <a:pt x="129865" y="10116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7257DBFA-F097-57FA-BF81-503FE93EC4CD}"/>
                </a:ext>
              </a:extLst>
            </p:cNvPr>
            <p:cNvSpPr/>
            <p:nvPr>
              <p:custDataLst>
                <p:tags r:id="rId216"/>
              </p:custDataLst>
            </p:nvPr>
          </p:nvSpPr>
          <p:spPr>
            <a:xfrm>
              <a:off x="10617716" y="5533470"/>
              <a:ext cx="63274" cy="153227"/>
            </a:xfrm>
            <a:custGeom>
              <a:avLst/>
              <a:gdLst>
                <a:gd name="connsiteX0" fmla="*/ 40495 w 63274"/>
                <a:gd name="connsiteY0" fmla="*/ 90 h 153227"/>
                <a:gd name="connsiteX1" fmla="*/ 250 w 63274"/>
                <a:gd name="connsiteY1" fmla="*/ 20716 h 153227"/>
                <a:gd name="connsiteX2" fmla="*/ 250 w 63274"/>
                <a:gd name="connsiteY2" fmla="*/ 23890 h 153227"/>
                <a:gd name="connsiteX3" fmla="*/ 6287 w 63274"/>
                <a:gd name="connsiteY3" fmla="*/ 21397 h 153227"/>
                <a:gd name="connsiteX4" fmla="*/ 16348 w 63274"/>
                <a:gd name="connsiteY4" fmla="*/ 18903 h 153227"/>
                <a:gd name="connsiteX5" fmla="*/ 23055 w 63274"/>
                <a:gd name="connsiteY5" fmla="*/ 29557 h 153227"/>
                <a:gd name="connsiteX6" fmla="*/ 23055 w 63274"/>
                <a:gd name="connsiteY6" fmla="*/ 132237 h 153227"/>
                <a:gd name="connsiteX7" fmla="*/ 17689 w 63274"/>
                <a:gd name="connsiteY7" fmla="*/ 146971 h 153227"/>
                <a:gd name="connsiteX8" fmla="*/ 1815 w 63274"/>
                <a:gd name="connsiteY8" fmla="*/ 149917 h 153227"/>
                <a:gd name="connsiteX9" fmla="*/ 1815 w 63274"/>
                <a:gd name="connsiteY9" fmla="*/ 153317 h 153227"/>
                <a:gd name="connsiteX10" fmla="*/ 63524 w 63274"/>
                <a:gd name="connsiteY10" fmla="*/ 153317 h 153227"/>
                <a:gd name="connsiteX11" fmla="*/ 63524 w 63274"/>
                <a:gd name="connsiteY11" fmla="*/ 149917 h 153227"/>
                <a:gd name="connsiteX12" fmla="*/ 42284 w 63274"/>
                <a:gd name="connsiteY12" fmla="*/ 136544 h 153227"/>
                <a:gd name="connsiteX13" fmla="*/ 42284 w 63274"/>
                <a:gd name="connsiteY13" fmla="*/ 543 h 153227"/>
                <a:gd name="connsiteX14" fmla="*/ 40495 w 63274"/>
                <a:gd name="connsiteY14" fmla="*/ 90 h 15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274" h="153227">
                  <a:moveTo>
                    <a:pt x="40495" y="90"/>
                  </a:moveTo>
                  <a:lnTo>
                    <a:pt x="250" y="20716"/>
                  </a:lnTo>
                  <a:lnTo>
                    <a:pt x="250" y="23890"/>
                  </a:lnTo>
                  <a:cubicBezTo>
                    <a:pt x="2933" y="22757"/>
                    <a:pt x="5392" y="21850"/>
                    <a:pt x="6287" y="21397"/>
                  </a:cubicBezTo>
                  <a:cubicBezTo>
                    <a:pt x="10311" y="19810"/>
                    <a:pt x="14112" y="18903"/>
                    <a:pt x="16348" y="18903"/>
                  </a:cubicBezTo>
                  <a:cubicBezTo>
                    <a:pt x="21043" y="18903"/>
                    <a:pt x="23055" y="22303"/>
                    <a:pt x="23055" y="29557"/>
                  </a:cubicBezTo>
                  <a:lnTo>
                    <a:pt x="23055" y="132237"/>
                  </a:lnTo>
                  <a:cubicBezTo>
                    <a:pt x="23055" y="139717"/>
                    <a:pt x="21267" y="144930"/>
                    <a:pt x="17689" y="146971"/>
                  </a:cubicBezTo>
                  <a:cubicBezTo>
                    <a:pt x="14336" y="149011"/>
                    <a:pt x="11205" y="149691"/>
                    <a:pt x="1815" y="149917"/>
                  </a:cubicBezTo>
                  <a:lnTo>
                    <a:pt x="1815" y="153317"/>
                  </a:lnTo>
                  <a:lnTo>
                    <a:pt x="63524" y="153317"/>
                  </a:lnTo>
                  <a:lnTo>
                    <a:pt x="63524" y="149917"/>
                  </a:lnTo>
                  <a:cubicBezTo>
                    <a:pt x="45861" y="149691"/>
                    <a:pt x="42284" y="147424"/>
                    <a:pt x="42284" y="136544"/>
                  </a:cubicBezTo>
                  <a:lnTo>
                    <a:pt x="42284" y="543"/>
                  </a:lnTo>
                  <a:lnTo>
                    <a:pt x="40495" y="9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DF0740BF-64E6-F582-D0E7-562D359192D3}"/>
                </a:ext>
              </a:extLst>
            </p:cNvPr>
            <p:cNvSpPr/>
            <p:nvPr>
              <p:custDataLst>
                <p:tags r:id="rId217"/>
              </p:custDataLst>
            </p:nvPr>
          </p:nvSpPr>
          <p:spPr>
            <a:xfrm>
              <a:off x="10737495" y="5410522"/>
              <a:ext cx="70096" cy="306308"/>
            </a:xfrm>
            <a:custGeom>
              <a:avLst/>
              <a:gdLst>
                <a:gd name="connsiteX0" fmla="*/ 70352 w 70096"/>
                <a:gd name="connsiteY0" fmla="*/ 153241 h 306308"/>
                <a:gd name="connsiteX1" fmla="*/ 50411 w 70096"/>
                <a:gd name="connsiteY1" fmla="*/ 57673 h 306308"/>
                <a:gd name="connsiteX2" fmla="*/ 3277 w 70096"/>
                <a:gd name="connsiteY2" fmla="*/ 87 h 306308"/>
                <a:gd name="connsiteX3" fmla="*/ 255 w 70096"/>
                <a:gd name="connsiteY3" fmla="*/ 3150 h 306308"/>
                <a:gd name="connsiteX4" fmla="*/ 5996 w 70096"/>
                <a:gd name="connsiteY4" fmla="*/ 10195 h 306308"/>
                <a:gd name="connsiteX5" fmla="*/ 52828 w 70096"/>
                <a:gd name="connsiteY5" fmla="*/ 153241 h 306308"/>
                <a:gd name="connsiteX6" fmla="*/ 4183 w 70096"/>
                <a:gd name="connsiteY6" fmla="*/ 298125 h 306308"/>
                <a:gd name="connsiteX7" fmla="*/ 255 w 70096"/>
                <a:gd name="connsiteY7" fmla="*/ 303332 h 306308"/>
                <a:gd name="connsiteX8" fmla="*/ 3277 w 70096"/>
                <a:gd name="connsiteY8" fmla="*/ 306395 h 306308"/>
                <a:gd name="connsiteX9" fmla="*/ 51317 w 70096"/>
                <a:gd name="connsiteY9" fmla="*/ 246665 h 306308"/>
                <a:gd name="connsiteX10" fmla="*/ 70352 w 70096"/>
                <a:gd name="connsiteY10" fmla="*/ 153241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352" y="153241"/>
                  </a:moveTo>
                  <a:cubicBezTo>
                    <a:pt x="70352" y="129349"/>
                    <a:pt x="67028" y="92285"/>
                    <a:pt x="50411" y="57673"/>
                  </a:cubicBezTo>
                  <a:cubicBezTo>
                    <a:pt x="32282" y="19997"/>
                    <a:pt x="6298" y="87"/>
                    <a:pt x="3277" y="87"/>
                  </a:cubicBezTo>
                  <a:cubicBezTo>
                    <a:pt x="1464" y="87"/>
                    <a:pt x="255" y="1312"/>
                    <a:pt x="255" y="3150"/>
                  </a:cubicBezTo>
                  <a:cubicBezTo>
                    <a:pt x="255" y="4069"/>
                    <a:pt x="255" y="4681"/>
                    <a:pt x="5996" y="10195"/>
                  </a:cubicBezTo>
                  <a:cubicBezTo>
                    <a:pt x="35606" y="40519"/>
                    <a:pt x="52828" y="89222"/>
                    <a:pt x="52828" y="153241"/>
                  </a:cubicBezTo>
                  <a:cubicBezTo>
                    <a:pt x="52828" y="205620"/>
                    <a:pt x="41648" y="259530"/>
                    <a:pt x="4183" y="298125"/>
                  </a:cubicBezTo>
                  <a:cubicBezTo>
                    <a:pt x="255" y="301800"/>
                    <a:pt x="255" y="302413"/>
                    <a:pt x="255" y="303332"/>
                  </a:cubicBezTo>
                  <a:cubicBezTo>
                    <a:pt x="255" y="305170"/>
                    <a:pt x="1464" y="306395"/>
                    <a:pt x="3277" y="306395"/>
                  </a:cubicBezTo>
                  <a:cubicBezTo>
                    <a:pt x="6298" y="306395"/>
                    <a:pt x="33491" y="285566"/>
                    <a:pt x="51317" y="246665"/>
                  </a:cubicBezTo>
                  <a:cubicBezTo>
                    <a:pt x="66726" y="212971"/>
                    <a:pt x="70352" y="178971"/>
                    <a:pt x="70352" y="153241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C98C32B3-FB2F-2164-2714-227214C3F247}"/>
                </a:ext>
              </a:extLst>
            </p:cNvPr>
            <p:cNvSpPr/>
            <p:nvPr>
              <p:custDataLst>
                <p:tags r:id="rId218"/>
              </p:custDataLst>
            </p:nvPr>
          </p:nvSpPr>
          <p:spPr>
            <a:xfrm>
              <a:off x="10896980" y="5461675"/>
              <a:ext cx="200923" cy="204001"/>
            </a:xfrm>
            <a:custGeom>
              <a:avLst/>
              <a:gdLst>
                <a:gd name="connsiteX0" fmla="*/ 106917 w 200923"/>
                <a:gd name="connsiteY0" fmla="*/ 108214 h 204001"/>
                <a:gd name="connsiteX1" fmla="*/ 191214 w 200923"/>
                <a:gd name="connsiteY1" fmla="*/ 108214 h 204001"/>
                <a:gd name="connsiteX2" fmla="*/ 201185 w 200923"/>
                <a:gd name="connsiteY2" fmla="*/ 102087 h 204001"/>
                <a:gd name="connsiteX3" fmla="*/ 191214 w 200923"/>
                <a:gd name="connsiteY3" fmla="*/ 95961 h 204001"/>
                <a:gd name="connsiteX4" fmla="*/ 106917 w 200923"/>
                <a:gd name="connsiteY4" fmla="*/ 95961 h 204001"/>
                <a:gd name="connsiteX5" fmla="*/ 106917 w 200923"/>
                <a:gd name="connsiteY5" fmla="*/ 10195 h 204001"/>
                <a:gd name="connsiteX6" fmla="*/ 100874 w 200923"/>
                <a:gd name="connsiteY6" fmla="*/ 87 h 204001"/>
                <a:gd name="connsiteX7" fmla="*/ 94831 w 200923"/>
                <a:gd name="connsiteY7" fmla="*/ 10195 h 204001"/>
                <a:gd name="connsiteX8" fmla="*/ 94831 w 200923"/>
                <a:gd name="connsiteY8" fmla="*/ 95961 h 204001"/>
                <a:gd name="connsiteX9" fmla="*/ 10232 w 200923"/>
                <a:gd name="connsiteY9" fmla="*/ 95961 h 204001"/>
                <a:gd name="connsiteX10" fmla="*/ 261 w 200923"/>
                <a:gd name="connsiteY10" fmla="*/ 102087 h 204001"/>
                <a:gd name="connsiteX11" fmla="*/ 10232 w 200923"/>
                <a:gd name="connsiteY11" fmla="*/ 108214 h 204001"/>
                <a:gd name="connsiteX12" fmla="*/ 94831 w 200923"/>
                <a:gd name="connsiteY12" fmla="*/ 108214 h 204001"/>
                <a:gd name="connsiteX13" fmla="*/ 94831 w 200923"/>
                <a:gd name="connsiteY13" fmla="*/ 193980 h 204001"/>
                <a:gd name="connsiteX14" fmla="*/ 100874 w 200923"/>
                <a:gd name="connsiteY14" fmla="*/ 204088 h 204001"/>
                <a:gd name="connsiteX15" fmla="*/ 106917 w 200923"/>
                <a:gd name="connsiteY15" fmla="*/ 193980 h 204001"/>
                <a:gd name="connsiteX16" fmla="*/ 106917 w 200923"/>
                <a:gd name="connsiteY16" fmla="*/ 108214 h 20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23" h="204001">
                  <a:moveTo>
                    <a:pt x="106917" y="108214"/>
                  </a:moveTo>
                  <a:lnTo>
                    <a:pt x="191214" y="108214"/>
                  </a:lnTo>
                  <a:cubicBezTo>
                    <a:pt x="195444" y="108214"/>
                    <a:pt x="201185" y="108214"/>
                    <a:pt x="201185" y="102087"/>
                  </a:cubicBezTo>
                  <a:cubicBezTo>
                    <a:pt x="201185" y="95961"/>
                    <a:pt x="195444" y="95961"/>
                    <a:pt x="191214" y="95961"/>
                  </a:cubicBezTo>
                  <a:lnTo>
                    <a:pt x="106917" y="95961"/>
                  </a:lnTo>
                  <a:lnTo>
                    <a:pt x="106917" y="10195"/>
                  </a:lnTo>
                  <a:cubicBezTo>
                    <a:pt x="106917" y="5907"/>
                    <a:pt x="106917" y="87"/>
                    <a:pt x="100874" y="87"/>
                  </a:cubicBezTo>
                  <a:cubicBezTo>
                    <a:pt x="94831" y="87"/>
                    <a:pt x="94831" y="5907"/>
                    <a:pt x="94831" y="10195"/>
                  </a:cubicBezTo>
                  <a:lnTo>
                    <a:pt x="94831" y="95961"/>
                  </a:lnTo>
                  <a:lnTo>
                    <a:pt x="10232" y="95961"/>
                  </a:lnTo>
                  <a:cubicBezTo>
                    <a:pt x="6002" y="95961"/>
                    <a:pt x="261" y="95961"/>
                    <a:pt x="261" y="102087"/>
                  </a:cubicBezTo>
                  <a:cubicBezTo>
                    <a:pt x="261" y="108214"/>
                    <a:pt x="6002" y="108214"/>
                    <a:pt x="10232" y="108214"/>
                  </a:cubicBezTo>
                  <a:lnTo>
                    <a:pt x="94831" y="108214"/>
                  </a:lnTo>
                  <a:lnTo>
                    <a:pt x="94831" y="193980"/>
                  </a:lnTo>
                  <a:cubicBezTo>
                    <a:pt x="94831" y="198268"/>
                    <a:pt x="94831" y="204088"/>
                    <a:pt x="100874" y="204088"/>
                  </a:cubicBezTo>
                  <a:cubicBezTo>
                    <a:pt x="106917" y="204088"/>
                    <a:pt x="106917" y="198268"/>
                    <a:pt x="106917" y="193980"/>
                  </a:cubicBezTo>
                  <a:lnTo>
                    <a:pt x="106917" y="10821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F3DED013-B75C-2373-5403-E4A3409A49F0}"/>
                </a:ext>
              </a:extLst>
            </p:cNvPr>
            <p:cNvSpPr/>
            <p:nvPr>
              <p:custDataLst>
                <p:tags r:id="rId219"/>
              </p:custDataLst>
            </p:nvPr>
          </p:nvSpPr>
          <p:spPr>
            <a:xfrm>
              <a:off x="11170813" y="5433188"/>
              <a:ext cx="117532" cy="211352"/>
            </a:xfrm>
            <a:custGeom>
              <a:avLst/>
              <a:gdLst>
                <a:gd name="connsiteX0" fmla="*/ 33505 w 117532"/>
                <a:gd name="connsiteY0" fmla="*/ 106070 h 211352"/>
                <a:gd name="connsiteX1" fmla="*/ 65532 w 117532"/>
                <a:gd name="connsiteY1" fmla="*/ 109439 h 211352"/>
                <a:gd name="connsiteX2" fmla="*/ 96048 w 117532"/>
                <a:gd name="connsiteY2" fmla="*/ 154773 h 211352"/>
                <a:gd name="connsiteX3" fmla="*/ 56467 w 117532"/>
                <a:gd name="connsiteY3" fmla="*/ 200413 h 211352"/>
                <a:gd name="connsiteX4" fmla="*/ 31087 w 117532"/>
                <a:gd name="connsiteY4" fmla="*/ 190917 h 211352"/>
                <a:gd name="connsiteX5" fmla="*/ 11750 w 117532"/>
                <a:gd name="connsiteY5" fmla="*/ 183260 h 211352"/>
                <a:gd name="connsiteX6" fmla="*/ 269 w 117532"/>
                <a:gd name="connsiteY6" fmla="*/ 193981 h 211352"/>
                <a:gd name="connsiteX7" fmla="*/ 34411 w 117532"/>
                <a:gd name="connsiteY7" fmla="*/ 211440 h 211352"/>
                <a:gd name="connsiteX8" fmla="*/ 95746 w 117532"/>
                <a:gd name="connsiteY8" fmla="*/ 190917 h 211352"/>
                <a:gd name="connsiteX9" fmla="*/ 117802 w 117532"/>
                <a:gd name="connsiteY9" fmla="*/ 140070 h 211352"/>
                <a:gd name="connsiteX10" fmla="*/ 104206 w 117532"/>
                <a:gd name="connsiteY10" fmla="*/ 100556 h 211352"/>
                <a:gd name="connsiteX11" fmla="*/ 79128 w 117532"/>
                <a:gd name="connsiteY11" fmla="*/ 84322 h 211352"/>
                <a:gd name="connsiteX12" fmla="*/ 107529 w 117532"/>
                <a:gd name="connsiteY12" fmla="*/ 42052 h 211352"/>
                <a:gd name="connsiteX13" fmla="*/ 60395 w 117532"/>
                <a:gd name="connsiteY13" fmla="*/ 87 h 211352"/>
                <a:gd name="connsiteX14" fmla="*/ 21117 w 117532"/>
                <a:gd name="connsiteY14" fmla="*/ 15096 h 211352"/>
                <a:gd name="connsiteX15" fmla="*/ 873 w 117532"/>
                <a:gd name="connsiteY15" fmla="*/ 49709 h 211352"/>
                <a:gd name="connsiteX16" fmla="*/ 5405 w 117532"/>
                <a:gd name="connsiteY16" fmla="*/ 50935 h 211352"/>
                <a:gd name="connsiteX17" fmla="*/ 50425 w 117532"/>
                <a:gd name="connsiteY17" fmla="*/ 18466 h 211352"/>
                <a:gd name="connsiteX18" fmla="*/ 83660 w 117532"/>
                <a:gd name="connsiteY18" fmla="*/ 51241 h 211352"/>
                <a:gd name="connsiteX19" fmla="*/ 71574 w 117532"/>
                <a:gd name="connsiteY19" fmla="*/ 80953 h 211352"/>
                <a:gd name="connsiteX20" fmla="*/ 33505 w 117532"/>
                <a:gd name="connsiteY20" fmla="*/ 102088 h 211352"/>
                <a:gd name="connsiteX21" fmla="*/ 33505 w 117532"/>
                <a:gd name="connsiteY21" fmla="*/ 106070 h 21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532" h="211352">
                  <a:moveTo>
                    <a:pt x="33505" y="106070"/>
                  </a:moveTo>
                  <a:cubicBezTo>
                    <a:pt x="51331" y="106070"/>
                    <a:pt x="58280" y="106683"/>
                    <a:pt x="65532" y="109439"/>
                  </a:cubicBezTo>
                  <a:cubicBezTo>
                    <a:pt x="84264" y="116178"/>
                    <a:pt x="96048" y="133638"/>
                    <a:pt x="96048" y="154773"/>
                  </a:cubicBezTo>
                  <a:cubicBezTo>
                    <a:pt x="96048" y="180503"/>
                    <a:pt x="78826" y="200413"/>
                    <a:pt x="56467" y="200413"/>
                  </a:cubicBezTo>
                  <a:cubicBezTo>
                    <a:pt x="48310" y="200413"/>
                    <a:pt x="42267" y="198269"/>
                    <a:pt x="31087" y="190917"/>
                  </a:cubicBezTo>
                  <a:cubicBezTo>
                    <a:pt x="22023" y="185404"/>
                    <a:pt x="16887" y="183260"/>
                    <a:pt x="11750" y="183260"/>
                  </a:cubicBezTo>
                  <a:cubicBezTo>
                    <a:pt x="4801" y="183260"/>
                    <a:pt x="269" y="187548"/>
                    <a:pt x="269" y="193981"/>
                  </a:cubicBezTo>
                  <a:cubicBezTo>
                    <a:pt x="269" y="204701"/>
                    <a:pt x="13261" y="211440"/>
                    <a:pt x="34411" y="211440"/>
                  </a:cubicBezTo>
                  <a:cubicBezTo>
                    <a:pt x="57676" y="211440"/>
                    <a:pt x="81545" y="203476"/>
                    <a:pt x="95746" y="190917"/>
                  </a:cubicBezTo>
                  <a:cubicBezTo>
                    <a:pt x="109946" y="178359"/>
                    <a:pt x="117802" y="160593"/>
                    <a:pt x="117802" y="140070"/>
                  </a:cubicBezTo>
                  <a:cubicBezTo>
                    <a:pt x="117802" y="124449"/>
                    <a:pt x="112968" y="110052"/>
                    <a:pt x="104206" y="100556"/>
                  </a:cubicBezTo>
                  <a:cubicBezTo>
                    <a:pt x="98163" y="93818"/>
                    <a:pt x="92422" y="90142"/>
                    <a:pt x="79128" y="84322"/>
                  </a:cubicBezTo>
                  <a:cubicBezTo>
                    <a:pt x="99976" y="69926"/>
                    <a:pt x="107529" y="58592"/>
                    <a:pt x="107529" y="42052"/>
                  </a:cubicBezTo>
                  <a:cubicBezTo>
                    <a:pt x="107529" y="17241"/>
                    <a:pt x="88192" y="87"/>
                    <a:pt x="60395" y="87"/>
                  </a:cubicBezTo>
                  <a:cubicBezTo>
                    <a:pt x="45288" y="87"/>
                    <a:pt x="31994" y="5295"/>
                    <a:pt x="21117" y="15096"/>
                  </a:cubicBezTo>
                  <a:cubicBezTo>
                    <a:pt x="12053" y="23367"/>
                    <a:pt x="7520" y="31331"/>
                    <a:pt x="873" y="49709"/>
                  </a:cubicBezTo>
                  <a:lnTo>
                    <a:pt x="5405" y="50935"/>
                  </a:lnTo>
                  <a:cubicBezTo>
                    <a:pt x="17793" y="28574"/>
                    <a:pt x="31390" y="18466"/>
                    <a:pt x="50425" y="18466"/>
                  </a:cubicBezTo>
                  <a:cubicBezTo>
                    <a:pt x="70064" y="18466"/>
                    <a:pt x="83660" y="31943"/>
                    <a:pt x="83660" y="51241"/>
                  </a:cubicBezTo>
                  <a:cubicBezTo>
                    <a:pt x="83660" y="62268"/>
                    <a:pt x="79128" y="73295"/>
                    <a:pt x="71574" y="80953"/>
                  </a:cubicBezTo>
                  <a:cubicBezTo>
                    <a:pt x="62510" y="90142"/>
                    <a:pt x="54050" y="94737"/>
                    <a:pt x="33505" y="102088"/>
                  </a:cubicBezTo>
                  <a:lnTo>
                    <a:pt x="33505" y="10607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02968E56-77B6-19D7-5727-A4278BF2B26C}"/>
                </a:ext>
              </a:extLst>
            </p:cNvPr>
            <p:cNvSpPr/>
            <p:nvPr>
              <p:custDataLst>
                <p:tags r:id="rId220"/>
              </p:custDataLst>
            </p:nvPr>
          </p:nvSpPr>
          <p:spPr>
            <a:xfrm>
              <a:off x="11310534" y="5432576"/>
              <a:ext cx="172522" cy="271082"/>
            </a:xfrm>
            <a:custGeom>
              <a:avLst/>
              <a:gdLst>
                <a:gd name="connsiteX0" fmla="*/ 55265 w 172522"/>
                <a:gd name="connsiteY0" fmla="*/ 86466 h 271082"/>
                <a:gd name="connsiteX1" fmla="*/ 82458 w 172522"/>
                <a:gd name="connsiteY1" fmla="*/ 86466 h 271082"/>
                <a:gd name="connsiteX2" fmla="*/ 55870 w 172522"/>
                <a:gd name="connsiteY2" fmla="*/ 215116 h 271082"/>
                <a:gd name="connsiteX3" fmla="*/ 26562 w 172522"/>
                <a:gd name="connsiteY3" fmla="*/ 264738 h 271082"/>
                <a:gd name="connsiteX4" fmla="*/ 20519 w 172522"/>
                <a:gd name="connsiteY4" fmla="*/ 259837 h 271082"/>
                <a:gd name="connsiteX5" fmla="*/ 21728 w 172522"/>
                <a:gd name="connsiteY5" fmla="*/ 256467 h 271082"/>
                <a:gd name="connsiteX6" fmla="*/ 23238 w 172522"/>
                <a:gd name="connsiteY6" fmla="*/ 251567 h 271082"/>
                <a:gd name="connsiteX7" fmla="*/ 11455 w 172522"/>
                <a:gd name="connsiteY7" fmla="*/ 239927 h 271082"/>
                <a:gd name="connsiteX8" fmla="*/ 276 w 172522"/>
                <a:gd name="connsiteY8" fmla="*/ 252485 h 271082"/>
                <a:gd name="connsiteX9" fmla="*/ 24145 w 172522"/>
                <a:gd name="connsiteY9" fmla="*/ 271170 h 271082"/>
                <a:gd name="connsiteX10" fmla="*/ 84573 w 172522"/>
                <a:gd name="connsiteY10" fmla="*/ 184485 h 271082"/>
                <a:gd name="connsiteX11" fmla="*/ 106327 w 172522"/>
                <a:gd name="connsiteY11" fmla="*/ 86466 h 271082"/>
                <a:gd name="connsiteX12" fmla="*/ 139260 w 172522"/>
                <a:gd name="connsiteY12" fmla="*/ 86466 h 271082"/>
                <a:gd name="connsiteX13" fmla="*/ 141073 w 172522"/>
                <a:gd name="connsiteY13" fmla="*/ 76664 h 271082"/>
                <a:gd name="connsiteX14" fmla="*/ 108442 w 172522"/>
                <a:gd name="connsiteY14" fmla="*/ 76664 h 271082"/>
                <a:gd name="connsiteX15" fmla="*/ 145303 w 172522"/>
                <a:gd name="connsiteY15" fmla="*/ 6826 h 271082"/>
                <a:gd name="connsiteX16" fmla="*/ 151950 w 172522"/>
                <a:gd name="connsiteY16" fmla="*/ 10502 h 271082"/>
                <a:gd name="connsiteX17" fmla="*/ 150742 w 172522"/>
                <a:gd name="connsiteY17" fmla="*/ 13565 h 271082"/>
                <a:gd name="connsiteX18" fmla="*/ 148929 w 172522"/>
                <a:gd name="connsiteY18" fmla="*/ 19997 h 271082"/>
                <a:gd name="connsiteX19" fmla="*/ 160108 w 172522"/>
                <a:gd name="connsiteY19" fmla="*/ 32250 h 271082"/>
                <a:gd name="connsiteX20" fmla="*/ 172798 w 172522"/>
                <a:gd name="connsiteY20" fmla="*/ 19997 h 271082"/>
                <a:gd name="connsiteX21" fmla="*/ 146814 w 172522"/>
                <a:gd name="connsiteY21" fmla="*/ 87 h 271082"/>
                <a:gd name="connsiteX22" fmla="*/ 109348 w 172522"/>
                <a:gd name="connsiteY22" fmla="*/ 21223 h 271082"/>
                <a:gd name="connsiteX23" fmla="*/ 85177 w 172522"/>
                <a:gd name="connsiteY23" fmla="*/ 76664 h 271082"/>
                <a:gd name="connsiteX24" fmla="*/ 57380 w 172522"/>
                <a:gd name="connsiteY24" fmla="*/ 76664 h 271082"/>
                <a:gd name="connsiteX25" fmla="*/ 55265 w 172522"/>
                <a:gd name="connsiteY25" fmla="*/ 86466 h 2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22" h="271082">
                  <a:moveTo>
                    <a:pt x="55265" y="86466"/>
                  </a:moveTo>
                  <a:lnTo>
                    <a:pt x="82458" y="86466"/>
                  </a:lnTo>
                  <a:lnTo>
                    <a:pt x="55870" y="215116"/>
                  </a:lnTo>
                  <a:cubicBezTo>
                    <a:pt x="49222" y="247891"/>
                    <a:pt x="39252" y="264738"/>
                    <a:pt x="26562" y="264738"/>
                  </a:cubicBezTo>
                  <a:cubicBezTo>
                    <a:pt x="22936" y="264738"/>
                    <a:pt x="20519" y="262594"/>
                    <a:pt x="20519" y="259837"/>
                  </a:cubicBezTo>
                  <a:cubicBezTo>
                    <a:pt x="20519" y="258918"/>
                    <a:pt x="20821" y="257999"/>
                    <a:pt x="21728" y="256467"/>
                  </a:cubicBezTo>
                  <a:cubicBezTo>
                    <a:pt x="22936" y="254630"/>
                    <a:pt x="23238" y="253404"/>
                    <a:pt x="23238" y="251567"/>
                  </a:cubicBezTo>
                  <a:cubicBezTo>
                    <a:pt x="23238" y="245134"/>
                    <a:pt x="17800" y="239927"/>
                    <a:pt x="11455" y="239927"/>
                  </a:cubicBezTo>
                  <a:cubicBezTo>
                    <a:pt x="5110" y="239927"/>
                    <a:pt x="276" y="245440"/>
                    <a:pt x="276" y="252485"/>
                  </a:cubicBezTo>
                  <a:cubicBezTo>
                    <a:pt x="276" y="262900"/>
                    <a:pt x="10851" y="271170"/>
                    <a:pt x="24145" y="271170"/>
                  </a:cubicBezTo>
                  <a:cubicBezTo>
                    <a:pt x="51035" y="271170"/>
                    <a:pt x="72185" y="240846"/>
                    <a:pt x="84573" y="184485"/>
                  </a:cubicBezTo>
                  <a:lnTo>
                    <a:pt x="106327" y="86466"/>
                  </a:lnTo>
                  <a:lnTo>
                    <a:pt x="139260" y="86466"/>
                  </a:lnTo>
                  <a:lnTo>
                    <a:pt x="141073" y="76664"/>
                  </a:lnTo>
                  <a:lnTo>
                    <a:pt x="108442" y="76664"/>
                  </a:lnTo>
                  <a:cubicBezTo>
                    <a:pt x="117204" y="28574"/>
                    <a:pt x="128383" y="6826"/>
                    <a:pt x="145303" y="6826"/>
                  </a:cubicBezTo>
                  <a:cubicBezTo>
                    <a:pt x="149231" y="6826"/>
                    <a:pt x="151950" y="8358"/>
                    <a:pt x="151950" y="10502"/>
                  </a:cubicBezTo>
                  <a:cubicBezTo>
                    <a:pt x="151950" y="11421"/>
                    <a:pt x="151648" y="12033"/>
                    <a:pt x="150742" y="13565"/>
                  </a:cubicBezTo>
                  <a:cubicBezTo>
                    <a:pt x="149533" y="16322"/>
                    <a:pt x="148929" y="17853"/>
                    <a:pt x="148929" y="19997"/>
                  </a:cubicBezTo>
                  <a:cubicBezTo>
                    <a:pt x="148929" y="27349"/>
                    <a:pt x="153461" y="32250"/>
                    <a:pt x="160108" y="32250"/>
                  </a:cubicBezTo>
                  <a:cubicBezTo>
                    <a:pt x="167057" y="32250"/>
                    <a:pt x="172798" y="26736"/>
                    <a:pt x="172798" y="19997"/>
                  </a:cubicBezTo>
                  <a:cubicBezTo>
                    <a:pt x="172798" y="8664"/>
                    <a:pt x="161619" y="87"/>
                    <a:pt x="146814" y="87"/>
                  </a:cubicBezTo>
                  <a:cubicBezTo>
                    <a:pt x="132009" y="87"/>
                    <a:pt x="120226" y="6826"/>
                    <a:pt x="109348" y="21223"/>
                  </a:cubicBezTo>
                  <a:cubicBezTo>
                    <a:pt x="100284" y="33169"/>
                    <a:pt x="94241" y="47259"/>
                    <a:pt x="85177" y="76664"/>
                  </a:cubicBezTo>
                  <a:lnTo>
                    <a:pt x="57380" y="76664"/>
                  </a:lnTo>
                  <a:lnTo>
                    <a:pt x="55265" y="8646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EA0040CE-D76C-0E2C-A4B9-4DB6FFED185C}"/>
                </a:ext>
              </a:extLst>
            </p:cNvPr>
            <p:cNvSpPr/>
            <p:nvPr>
              <p:custDataLst>
                <p:tags r:id="rId221"/>
              </p:custDataLst>
            </p:nvPr>
          </p:nvSpPr>
          <p:spPr>
            <a:xfrm>
              <a:off x="11513445" y="5410522"/>
              <a:ext cx="70096" cy="306308"/>
            </a:xfrm>
            <a:custGeom>
              <a:avLst/>
              <a:gdLst>
                <a:gd name="connsiteX0" fmla="*/ 70377 w 70096"/>
                <a:gd name="connsiteY0" fmla="*/ 303332 h 306308"/>
                <a:gd name="connsiteX1" fmla="*/ 65241 w 70096"/>
                <a:gd name="connsiteY1" fmla="*/ 296593 h 306308"/>
                <a:gd name="connsiteX2" fmla="*/ 17805 w 70096"/>
                <a:gd name="connsiteY2" fmla="*/ 153241 h 306308"/>
                <a:gd name="connsiteX3" fmla="*/ 66449 w 70096"/>
                <a:gd name="connsiteY3" fmla="*/ 8357 h 306308"/>
                <a:gd name="connsiteX4" fmla="*/ 70377 w 70096"/>
                <a:gd name="connsiteY4" fmla="*/ 3150 h 306308"/>
                <a:gd name="connsiteX5" fmla="*/ 67356 w 70096"/>
                <a:gd name="connsiteY5" fmla="*/ 87 h 306308"/>
                <a:gd name="connsiteX6" fmla="*/ 19315 w 70096"/>
                <a:gd name="connsiteY6" fmla="*/ 59817 h 306308"/>
                <a:gd name="connsiteX7" fmla="*/ 280 w 70096"/>
                <a:gd name="connsiteY7" fmla="*/ 153241 h 306308"/>
                <a:gd name="connsiteX8" fmla="*/ 20222 w 70096"/>
                <a:gd name="connsiteY8" fmla="*/ 248809 h 306308"/>
                <a:gd name="connsiteX9" fmla="*/ 67356 w 70096"/>
                <a:gd name="connsiteY9" fmla="*/ 306395 h 306308"/>
                <a:gd name="connsiteX10" fmla="*/ 70377 w 70096"/>
                <a:gd name="connsiteY10" fmla="*/ 303332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377" y="303332"/>
                  </a:moveTo>
                  <a:cubicBezTo>
                    <a:pt x="70377" y="302413"/>
                    <a:pt x="70377" y="301800"/>
                    <a:pt x="65241" y="296593"/>
                  </a:cubicBezTo>
                  <a:cubicBezTo>
                    <a:pt x="27473" y="257998"/>
                    <a:pt x="17805" y="200106"/>
                    <a:pt x="17805" y="153241"/>
                  </a:cubicBezTo>
                  <a:cubicBezTo>
                    <a:pt x="17805" y="99943"/>
                    <a:pt x="29286" y="46646"/>
                    <a:pt x="66449" y="8357"/>
                  </a:cubicBezTo>
                  <a:cubicBezTo>
                    <a:pt x="70377" y="4681"/>
                    <a:pt x="70377" y="4069"/>
                    <a:pt x="70377" y="3150"/>
                  </a:cubicBezTo>
                  <a:cubicBezTo>
                    <a:pt x="70377" y="1006"/>
                    <a:pt x="69168" y="87"/>
                    <a:pt x="67356" y="87"/>
                  </a:cubicBezTo>
                  <a:cubicBezTo>
                    <a:pt x="64334" y="87"/>
                    <a:pt x="37142" y="20916"/>
                    <a:pt x="19315" y="59817"/>
                  </a:cubicBezTo>
                  <a:cubicBezTo>
                    <a:pt x="3906" y="93511"/>
                    <a:pt x="280" y="127511"/>
                    <a:pt x="280" y="153241"/>
                  </a:cubicBezTo>
                  <a:cubicBezTo>
                    <a:pt x="280" y="177133"/>
                    <a:pt x="3604" y="214196"/>
                    <a:pt x="20222" y="248809"/>
                  </a:cubicBezTo>
                  <a:cubicBezTo>
                    <a:pt x="38350" y="286485"/>
                    <a:pt x="64334" y="306395"/>
                    <a:pt x="67356" y="306395"/>
                  </a:cubicBezTo>
                  <a:cubicBezTo>
                    <a:pt x="69168" y="306395"/>
                    <a:pt x="70377" y="305476"/>
                    <a:pt x="70377" y="303332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62B2B715-2A1B-7B44-164C-3322EE5B4F3E}"/>
                </a:ext>
              </a:extLst>
            </p:cNvPr>
            <p:cNvSpPr/>
            <p:nvPr>
              <p:custDataLst>
                <p:tags r:id="rId222"/>
              </p:custDataLst>
            </p:nvPr>
          </p:nvSpPr>
          <p:spPr>
            <a:xfrm>
              <a:off x="11593042" y="5505171"/>
              <a:ext cx="143214" cy="138451"/>
            </a:xfrm>
            <a:custGeom>
              <a:avLst/>
              <a:gdLst>
                <a:gd name="connsiteX0" fmla="*/ 129902 w 143214"/>
                <a:gd name="connsiteY0" fmla="*/ 101169 h 138451"/>
                <a:gd name="connsiteX1" fmla="*/ 123255 w 143214"/>
                <a:gd name="connsiteY1" fmla="*/ 109439 h 138451"/>
                <a:gd name="connsiteX2" fmla="*/ 109357 w 143214"/>
                <a:gd name="connsiteY2" fmla="*/ 121692 h 138451"/>
                <a:gd name="connsiteX3" fmla="*/ 99990 w 143214"/>
                <a:gd name="connsiteY3" fmla="*/ 109133 h 138451"/>
                <a:gd name="connsiteX4" fmla="*/ 98782 w 143214"/>
                <a:gd name="connsiteY4" fmla="*/ 103926 h 138451"/>
                <a:gd name="connsiteX5" fmla="*/ 87905 w 143214"/>
                <a:gd name="connsiteY5" fmla="*/ 54304 h 138451"/>
                <a:gd name="connsiteX6" fmla="*/ 117514 w 143214"/>
                <a:gd name="connsiteY6" fmla="*/ 17241 h 138451"/>
                <a:gd name="connsiteX7" fmla="*/ 124766 w 143214"/>
                <a:gd name="connsiteY7" fmla="*/ 19691 h 138451"/>
                <a:gd name="connsiteX8" fmla="*/ 132924 w 143214"/>
                <a:gd name="connsiteY8" fmla="*/ 22448 h 138451"/>
                <a:gd name="connsiteX9" fmla="*/ 143499 w 143214"/>
                <a:gd name="connsiteY9" fmla="*/ 11421 h 138451"/>
                <a:gd name="connsiteX10" fmla="*/ 131111 w 143214"/>
                <a:gd name="connsiteY10" fmla="*/ 87 h 138451"/>
                <a:gd name="connsiteX11" fmla="*/ 85487 w 143214"/>
                <a:gd name="connsiteY11" fmla="*/ 43889 h 138451"/>
                <a:gd name="connsiteX12" fmla="*/ 82164 w 143214"/>
                <a:gd name="connsiteY12" fmla="*/ 27042 h 138451"/>
                <a:gd name="connsiteX13" fmla="*/ 66453 w 143214"/>
                <a:gd name="connsiteY13" fmla="*/ 87 h 138451"/>
                <a:gd name="connsiteX14" fmla="*/ 31102 w 143214"/>
                <a:gd name="connsiteY14" fmla="*/ 8970 h 138451"/>
                <a:gd name="connsiteX15" fmla="*/ 27778 w 143214"/>
                <a:gd name="connsiteY15" fmla="*/ 10196 h 138451"/>
                <a:gd name="connsiteX16" fmla="*/ 28987 w 143214"/>
                <a:gd name="connsiteY16" fmla="*/ 14790 h 138451"/>
                <a:gd name="connsiteX17" fmla="*/ 45907 w 143214"/>
                <a:gd name="connsiteY17" fmla="*/ 11421 h 138451"/>
                <a:gd name="connsiteX18" fmla="*/ 59503 w 143214"/>
                <a:gd name="connsiteY18" fmla="*/ 32556 h 138451"/>
                <a:gd name="connsiteX19" fmla="*/ 68265 w 143214"/>
                <a:gd name="connsiteY19" fmla="*/ 70232 h 138451"/>
                <a:gd name="connsiteX20" fmla="*/ 43490 w 143214"/>
                <a:gd name="connsiteY20" fmla="*/ 106070 h 138451"/>
                <a:gd name="connsiteX21" fmla="*/ 28081 w 143214"/>
                <a:gd name="connsiteY21" fmla="*/ 120773 h 138451"/>
                <a:gd name="connsiteX22" fmla="*/ 20225 w 143214"/>
                <a:gd name="connsiteY22" fmla="*/ 118016 h 138451"/>
                <a:gd name="connsiteX23" fmla="*/ 10556 w 143214"/>
                <a:gd name="connsiteY23" fmla="*/ 114953 h 138451"/>
                <a:gd name="connsiteX24" fmla="*/ 284 w 143214"/>
                <a:gd name="connsiteY24" fmla="*/ 125674 h 138451"/>
                <a:gd name="connsiteX25" fmla="*/ 15391 w 143214"/>
                <a:gd name="connsiteY25" fmla="*/ 138539 h 138451"/>
                <a:gd name="connsiteX26" fmla="*/ 43490 w 143214"/>
                <a:gd name="connsiteY26" fmla="*/ 117097 h 138451"/>
                <a:gd name="connsiteX27" fmla="*/ 70682 w 143214"/>
                <a:gd name="connsiteY27" fmla="*/ 81259 h 138451"/>
                <a:gd name="connsiteX28" fmla="*/ 79747 w 143214"/>
                <a:gd name="connsiteY28" fmla="*/ 118016 h 138451"/>
                <a:gd name="connsiteX29" fmla="*/ 97271 w 143214"/>
                <a:gd name="connsiteY29" fmla="*/ 138539 h 138451"/>
                <a:gd name="connsiteX30" fmla="*/ 134132 w 143214"/>
                <a:gd name="connsiteY30" fmla="*/ 103620 h 138451"/>
                <a:gd name="connsiteX31" fmla="*/ 129902 w 143214"/>
                <a:gd name="connsiteY31" fmla="*/ 101169 h 13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14" h="138451">
                  <a:moveTo>
                    <a:pt x="129902" y="101169"/>
                  </a:moveTo>
                  <a:cubicBezTo>
                    <a:pt x="127485" y="103926"/>
                    <a:pt x="125974" y="105764"/>
                    <a:pt x="123255" y="109439"/>
                  </a:cubicBezTo>
                  <a:cubicBezTo>
                    <a:pt x="116306" y="118629"/>
                    <a:pt x="112680" y="121692"/>
                    <a:pt x="109357" y="121692"/>
                  </a:cubicBezTo>
                  <a:cubicBezTo>
                    <a:pt x="104824" y="121692"/>
                    <a:pt x="102105" y="117710"/>
                    <a:pt x="99990" y="109133"/>
                  </a:cubicBezTo>
                  <a:cubicBezTo>
                    <a:pt x="99386" y="106683"/>
                    <a:pt x="99084" y="104845"/>
                    <a:pt x="98782" y="103926"/>
                  </a:cubicBezTo>
                  <a:cubicBezTo>
                    <a:pt x="91228" y="72989"/>
                    <a:pt x="87905" y="58899"/>
                    <a:pt x="87905" y="54304"/>
                  </a:cubicBezTo>
                  <a:cubicBezTo>
                    <a:pt x="101199" y="30718"/>
                    <a:pt x="112076" y="17241"/>
                    <a:pt x="117514" y="17241"/>
                  </a:cubicBezTo>
                  <a:cubicBezTo>
                    <a:pt x="119327" y="17241"/>
                    <a:pt x="121744" y="18160"/>
                    <a:pt x="124766" y="19691"/>
                  </a:cubicBezTo>
                  <a:cubicBezTo>
                    <a:pt x="128391" y="21835"/>
                    <a:pt x="130506" y="22448"/>
                    <a:pt x="132924" y="22448"/>
                  </a:cubicBezTo>
                  <a:cubicBezTo>
                    <a:pt x="139269" y="22448"/>
                    <a:pt x="143499" y="17853"/>
                    <a:pt x="143499" y="11421"/>
                  </a:cubicBezTo>
                  <a:cubicBezTo>
                    <a:pt x="143499" y="4988"/>
                    <a:pt x="138362" y="87"/>
                    <a:pt x="131111" y="87"/>
                  </a:cubicBezTo>
                  <a:cubicBezTo>
                    <a:pt x="117817" y="87"/>
                    <a:pt x="106335" y="11114"/>
                    <a:pt x="85487" y="43889"/>
                  </a:cubicBezTo>
                  <a:lnTo>
                    <a:pt x="82164" y="27042"/>
                  </a:lnTo>
                  <a:cubicBezTo>
                    <a:pt x="77934" y="6213"/>
                    <a:pt x="74610" y="87"/>
                    <a:pt x="66453" y="87"/>
                  </a:cubicBezTo>
                  <a:cubicBezTo>
                    <a:pt x="59805" y="87"/>
                    <a:pt x="49533" y="2844"/>
                    <a:pt x="31102" y="8970"/>
                  </a:cubicBezTo>
                  <a:lnTo>
                    <a:pt x="27778" y="10196"/>
                  </a:lnTo>
                  <a:lnTo>
                    <a:pt x="28987" y="14790"/>
                  </a:lnTo>
                  <a:cubicBezTo>
                    <a:pt x="40468" y="12033"/>
                    <a:pt x="43188" y="11421"/>
                    <a:pt x="45907" y="11421"/>
                  </a:cubicBezTo>
                  <a:cubicBezTo>
                    <a:pt x="53460" y="11421"/>
                    <a:pt x="55273" y="14178"/>
                    <a:pt x="59503" y="32556"/>
                  </a:cubicBezTo>
                  <a:lnTo>
                    <a:pt x="68265" y="70232"/>
                  </a:lnTo>
                  <a:lnTo>
                    <a:pt x="43490" y="106070"/>
                  </a:lnTo>
                  <a:cubicBezTo>
                    <a:pt x="37447" y="115259"/>
                    <a:pt x="31404" y="120773"/>
                    <a:pt x="28081" y="120773"/>
                  </a:cubicBezTo>
                  <a:cubicBezTo>
                    <a:pt x="26268" y="120773"/>
                    <a:pt x="23246" y="119854"/>
                    <a:pt x="20225" y="118016"/>
                  </a:cubicBezTo>
                  <a:cubicBezTo>
                    <a:pt x="16297" y="115872"/>
                    <a:pt x="12974" y="114953"/>
                    <a:pt x="10556" y="114953"/>
                  </a:cubicBezTo>
                  <a:cubicBezTo>
                    <a:pt x="4816" y="114953"/>
                    <a:pt x="284" y="119548"/>
                    <a:pt x="284" y="125674"/>
                  </a:cubicBezTo>
                  <a:cubicBezTo>
                    <a:pt x="284" y="133638"/>
                    <a:pt x="6326" y="138539"/>
                    <a:pt x="15391" y="138539"/>
                  </a:cubicBezTo>
                  <a:cubicBezTo>
                    <a:pt x="24757" y="138539"/>
                    <a:pt x="28383" y="135782"/>
                    <a:pt x="43490" y="117097"/>
                  </a:cubicBezTo>
                  <a:cubicBezTo>
                    <a:pt x="51648" y="107295"/>
                    <a:pt x="57993" y="99025"/>
                    <a:pt x="70682" y="81259"/>
                  </a:cubicBezTo>
                  <a:lnTo>
                    <a:pt x="79747" y="118016"/>
                  </a:lnTo>
                  <a:cubicBezTo>
                    <a:pt x="83675" y="133638"/>
                    <a:pt x="87602" y="138539"/>
                    <a:pt x="97271" y="138539"/>
                  </a:cubicBezTo>
                  <a:cubicBezTo>
                    <a:pt x="108752" y="138539"/>
                    <a:pt x="116608" y="131187"/>
                    <a:pt x="134132" y="103620"/>
                  </a:cubicBezTo>
                  <a:lnTo>
                    <a:pt x="129902" y="10116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A04CF3F5-FF39-49B9-5F84-8F8492C320A2}"/>
                </a:ext>
              </a:extLst>
            </p:cNvPr>
            <p:cNvSpPr/>
            <p:nvPr>
              <p:custDataLst>
                <p:tags r:id="rId223"/>
              </p:custDataLst>
            </p:nvPr>
          </p:nvSpPr>
          <p:spPr>
            <a:xfrm>
              <a:off x="11742559" y="5533470"/>
              <a:ext cx="99494" cy="153227"/>
            </a:xfrm>
            <a:custGeom>
              <a:avLst/>
              <a:gdLst>
                <a:gd name="connsiteX0" fmla="*/ 99782 w 99494"/>
                <a:gd name="connsiteY0" fmla="*/ 122264 h 153227"/>
                <a:gd name="connsiteX1" fmla="*/ 96876 w 99494"/>
                <a:gd name="connsiteY1" fmla="*/ 121130 h 153227"/>
                <a:gd name="connsiteX2" fmla="*/ 75635 w 99494"/>
                <a:gd name="connsiteY2" fmla="*/ 136090 h 153227"/>
                <a:gd name="connsiteX3" fmla="*/ 22199 w 99494"/>
                <a:gd name="connsiteY3" fmla="*/ 136090 h 153227"/>
                <a:gd name="connsiteX4" fmla="*/ 59761 w 99494"/>
                <a:gd name="connsiteY4" fmla="*/ 96197 h 153227"/>
                <a:gd name="connsiteX5" fmla="*/ 88380 w 99494"/>
                <a:gd name="connsiteY5" fmla="*/ 40210 h 153227"/>
                <a:gd name="connsiteX6" fmla="*/ 47016 w 99494"/>
                <a:gd name="connsiteY6" fmla="*/ 90 h 153227"/>
                <a:gd name="connsiteX7" fmla="*/ 14820 w 99494"/>
                <a:gd name="connsiteY7" fmla="*/ 14143 h 153227"/>
                <a:gd name="connsiteX8" fmla="*/ 511 w 99494"/>
                <a:gd name="connsiteY8" fmla="*/ 45197 h 153227"/>
                <a:gd name="connsiteX9" fmla="*/ 5206 w 99494"/>
                <a:gd name="connsiteY9" fmla="*/ 46330 h 153227"/>
                <a:gd name="connsiteX10" fmla="*/ 37626 w 99494"/>
                <a:gd name="connsiteY10" fmla="*/ 16863 h 153227"/>
                <a:gd name="connsiteX11" fmla="*/ 69151 w 99494"/>
                <a:gd name="connsiteY11" fmla="*/ 48823 h 153227"/>
                <a:gd name="connsiteX12" fmla="*/ 40085 w 99494"/>
                <a:gd name="connsiteY12" fmla="*/ 107757 h 153227"/>
                <a:gd name="connsiteX13" fmla="*/ 287 w 99494"/>
                <a:gd name="connsiteY13" fmla="*/ 150597 h 153227"/>
                <a:gd name="connsiteX14" fmla="*/ 287 w 99494"/>
                <a:gd name="connsiteY14" fmla="*/ 153317 h 153227"/>
                <a:gd name="connsiteX15" fmla="*/ 87485 w 99494"/>
                <a:gd name="connsiteY15" fmla="*/ 153317 h 153227"/>
                <a:gd name="connsiteX16" fmla="*/ 99782 w 99494"/>
                <a:gd name="connsiteY16" fmla="*/ 122264 h 15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494" h="153227">
                  <a:moveTo>
                    <a:pt x="99782" y="122264"/>
                  </a:moveTo>
                  <a:lnTo>
                    <a:pt x="96876" y="121130"/>
                  </a:lnTo>
                  <a:cubicBezTo>
                    <a:pt x="88603" y="134050"/>
                    <a:pt x="85697" y="136090"/>
                    <a:pt x="75635" y="136090"/>
                  </a:cubicBezTo>
                  <a:lnTo>
                    <a:pt x="22199" y="136090"/>
                  </a:lnTo>
                  <a:lnTo>
                    <a:pt x="59761" y="96197"/>
                  </a:lnTo>
                  <a:cubicBezTo>
                    <a:pt x="79660" y="75117"/>
                    <a:pt x="88380" y="57890"/>
                    <a:pt x="88380" y="40210"/>
                  </a:cubicBezTo>
                  <a:cubicBezTo>
                    <a:pt x="88380" y="17543"/>
                    <a:pt x="70269" y="90"/>
                    <a:pt x="47016" y="90"/>
                  </a:cubicBezTo>
                  <a:cubicBezTo>
                    <a:pt x="34719" y="90"/>
                    <a:pt x="23093" y="5076"/>
                    <a:pt x="14820" y="14143"/>
                  </a:cubicBezTo>
                  <a:cubicBezTo>
                    <a:pt x="7666" y="21850"/>
                    <a:pt x="4312" y="29103"/>
                    <a:pt x="511" y="45197"/>
                  </a:cubicBezTo>
                  <a:lnTo>
                    <a:pt x="5206" y="46330"/>
                  </a:lnTo>
                  <a:cubicBezTo>
                    <a:pt x="14150" y="24117"/>
                    <a:pt x="22199" y="16863"/>
                    <a:pt x="37626" y="16863"/>
                  </a:cubicBezTo>
                  <a:cubicBezTo>
                    <a:pt x="56407" y="16863"/>
                    <a:pt x="69151" y="29783"/>
                    <a:pt x="69151" y="48823"/>
                  </a:cubicBezTo>
                  <a:cubicBezTo>
                    <a:pt x="69151" y="66503"/>
                    <a:pt x="58866" y="87584"/>
                    <a:pt x="40085" y="107757"/>
                  </a:cubicBezTo>
                  <a:lnTo>
                    <a:pt x="287" y="150597"/>
                  </a:lnTo>
                  <a:lnTo>
                    <a:pt x="287" y="153317"/>
                  </a:lnTo>
                  <a:lnTo>
                    <a:pt x="87485" y="153317"/>
                  </a:lnTo>
                  <a:lnTo>
                    <a:pt x="99782" y="12226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C327F0DB-C3EB-F0EB-ABFD-F42C01BDFFE2}"/>
                </a:ext>
              </a:extLst>
            </p:cNvPr>
            <p:cNvSpPr/>
            <p:nvPr>
              <p:custDataLst>
                <p:tags r:id="rId224"/>
              </p:custDataLst>
            </p:nvPr>
          </p:nvSpPr>
          <p:spPr>
            <a:xfrm>
              <a:off x="11880449" y="5410522"/>
              <a:ext cx="70096" cy="306308"/>
            </a:xfrm>
            <a:custGeom>
              <a:avLst/>
              <a:gdLst>
                <a:gd name="connsiteX0" fmla="*/ 70389 w 70096"/>
                <a:gd name="connsiteY0" fmla="*/ 153241 h 306308"/>
                <a:gd name="connsiteX1" fmla="*/ 50448 w 70096"/>
                <a:gd name="connsiteY1" fmla="*/ 57673 h 306308"/>
                <a:gd name="connsiteX2" fmla="*/ 3314 w 70096"/>
                <a:gd name="connsiteY2" fmla="*/ 87 h 306308"/>
                <a:gd name="connsiteX3" fmla="*/ 293 w 70096"/>
                <a:gd name="connsiteY3" fmla="*/ 3150 h 306308"/>
                <a:gd name="connsiteX4" fmla="*/ 6033 w 70096"/>
                <a:gd name="connsiteY4" fmla="*/ 10195 h 306308"/>
                <a:gd name="connsiteX5" fmla="*/ 52865 w 70096"/>
                <a:gd name="connsiteY5" fmla="*/ 153241 h 306308"/>
                <a:gd name="connsiteX6" fmla="*/ 4221 w 70096"/>
                <a:gd name="connsiteY6" fmla="*/ 298125 h 306308"/>
                <a:gd name="connsiteX7" fmla="*/ 293 w 70096"/>
                <a:gd name="connsiteY7" fmla="*/ 303332 h 306308"/>
                <a:gd name="connsiteX8" fmla="*/ 3314 w 70096"/>
                <a:gd name="connsiteY8" fmla="*/ 306395 h 306308"/>
                <a:gd name="connsiteX9" fmla="*/ 51355 w 70096"/>
                <a:gd name="connsiteY9" fmla="*/ 246665 h 306308"/>
                <a:gd name="connsiteX10" fmla="*/ 70389 w 70096"/>
                <a:gd name="connsiteY10" fmla="*/ 153241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389" y="153241"/>
                  </a:moveTo>
                  <a:cubicBezTo>
                    <a:pt x="70389" y="129349"/>
                    <a:pt x="67066" y="92285"/>
                    <a:pt x="50448" y="57673"/>
                  </a:cubicBezTo>
                  <a:cubicBezTo>
                    <a:pt x="32320" y="19997"/>
                    <a:pt x="6336" y="87"/>
                    <a:pt x="3314" y="87"/>
                  </a:cubicBezTo>
                  <a:cubicBezTo>
                    <a:pt x="1501" y="87"/>
                    <a:pt x="293" y="1312"/>
                    <a:pt x="293" y="3150"/>
                  </a:cubicBezTo>
                  <a:cubicBezTo>
                    <a:pt x="293" y="4069"/>
                    <a:pt x="293" y="4681"/>
                    <a:pt x="6033" y="10195"/>
                  </a:cubicBezTo>
                  <a:cubicBezTo>
                    <a:pt x="35643" y="40519"/>
                    <a:pt x="52865" y="89222"/>
                    <a:pt x="52865" y="153241"/>
                  </a:cubicBezTo>
                  <a:cubicBezTo>
                    <a:pt x="52865" y="205620"/>
                    <a:pt x="41686" y="259530"/>
                    <a:pt x="4221" y="298125"/>
                  </a:cubicBezTo>
                  <a:cubicBezTo>
                    <a:pt x="293" y="301800"/>
                    <a:pt x="293" y="302413"/>
                    <a:pt x="293" y="303332"/>
                  </a:cubicBezTo>
                  <a:cubicBezTo>
                    <a:pt x="293" y="305170"/>
                    <a:pt x="1501" y="306395"/>
                    <a:pt x="3314" y="306395"/>
                  </a:cubicBezTo>
                  <a:cubicBezTo>
                    <a:pt x="6336" y="306395"/>
                    <a:pt x="33528" y="285566"/>
                    <a:pt x="51355" y="246665"/>
                  </a:cubicBezTo>
                  <a:cubicBezTo>
                    <a:pt x="66764" y="212971"/>
                    <a:pt x="70389" y="178971"/>
                    <a:pt x="70389" y="153241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604DA9CF-7B58-C40D-120E-6A0C9FABBCCC}"/>
                </a:ext>
              </a:extLst>
            </p:cNvPr>
            <p:cNvSpPr/>
            <p:nvPr>
              <p:custDataLst>
                <p:tags r:id="rId225"/>
              </p:custDataLst>
            </p:nvPr>
          </p:nvSpPr>
          <p:spPr>
            <a:xfrm>
              <a:off x="12039934" y="5461675"/>
              <a:ext cx="200923" cy="204001"/>
            </a:xfrm>
            <a:custGeom>
              <a:avLst/>
              <a:gdLst>
                <a:gd name="connsiteX0" fmla="*/ 106954 w 200923"/>
                <a:gd name="connsiteY0" fmla="*/ 108214 h 204001"/>
                <a:gd name="connsiteX1" fmla="*/ 191252 w 200923"/>
                <a:gd name="connsiteY1" fmla="*/ 108214 h 204001"/>
                <a:gd name="connsiteX2" fmla="*/ 201222 w 200923"/>
                <a:gd name="connsiteY2" fmla="*/ 102087 h 204001"/>
                <a:gd name="connsiteX3" fmla="*/ 191252 w 200923"/>
                <a:gd name="connsiteY3" fmla="*/ 95961 h 204001"/>
                <a:gd name="connsiteX4" fmla="*/ 106954 w 200923"/>
                <a:gd name="connsiteY4" fmla="*/ 95961 h 204001"/>
                <a:gd name="connsiteX5" fmla="*/ 106954 w 200923"/>
                <a:gd name="connsiteY5" fmla="*/ 10195 h 204001"/>
                <a:gd name="connsiteX6" fmla="*/ 100911 w 200923"/>
                <a:gd name="connsiteY6" fmla="*/ 87 h 204001"/>
                <a:gd name="connsiteX7" fmla="*/ 94869 w 200923"/>
                <a:gd name="connsiteY7" fmla="*/ 10195 h 204001"/>
                <a:gd name="connsiteX8" fmla="*/ 94869 w 200923"/>
                <a:gd name="connsiteY8" fmla="*/ 95961 h 204001"/>
                <a:gd name="connsiteX9" fmla="*/ 10269 w 200923"/>
                <a:gd name="connsiteY9" fmla="*/ 95961 h 204001"/>
                <a:gd name="connsiteX10" fmla="*/ 299 w 200923"/>
                <a:gd name="connsiteY10" fmla="*/ 102087 h 204001"/>
                <a:gd name="connsiteX11" fmla="*/ 10269 w 200923"/>
                <a:gd name="connsiteY11" fmla="*/ 108214 h 204001"/>
                <a:gd name="connsiteX12" fmla="*/ 94869 w 200923"/>
                <a:gd name="connsiteY12" fmla="*/ 108214 h 204001"/>
                <a:gd name="connsiteX13" fmla="*/ 94869 w 200923"/>
                <a:gd name="connsiteY13" fmla="*/ 193980 h 204001"/>
                <a:gd name="connsiteX14" fmla="*/ 100911 w 200923"/>
                <a:gd name="connsiteY14" fmla="*/ 204088 h 204001"/>
                <a:gd name="connsiteX15" fmla="*/ 106954 w 200923"/>
                <a:gd name="connsiteY15" fmla="*/ 193980 h 204001"/>
                <a:gd name="connsiteX16" fmla="*/ 106954 w 200923"/>
                <a:gd name="connsiteY16" fmla="*/ 108214 h 20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0923" h="204001">
                  <a:moveTo>
                    <a:pt x="106954" y="108214"/>
                  </a:moveTo>
                  <a:lnTo>
                    <a:pt x="191252" y="108214"/>
                  </a:lnTo>
                  <a:cubicBezTo>
                    <a:pt x="195482" y="108214"/>
                    <a:pt x="201222" y="108214"/>
                    <a:pt x="201222" y="102087"/>
                  </a:cubicBezTo>
                  <a:cubicBezTo>
                    <a:pt x="201222" y="95961"/>
                    <a:pt x="195482" y="95961"/>
                    <a:pt x="191252" y="95961"/>
                  </a:cubicBezTo>
                  <a:lnTo>
                    <a:pt x="106954" y="95961"/>
                  </a:lnTo>
                  <a:lnTo>
                    <a:pt x="106954" y="10195"/>
                  </a:lnTo>
                  <a:cubicBezTo>
                    <a:pt x="106954" y="5907"/>
                    <a:pt x="106954" y="87"/>
                    <a:pt x="100911" y="87"/>
                  </a:cubicBezTo>
                  <a:cubicBezTo>
                    <a:pt x="94869" y="87"/>
                    <a:pt x="94869" y="5907"/>
                    <a:pt x="94869" y="10195"/>
                  </a:cubicBezTo>
                  <a:lnTo>
                    <a:pt x="94869" y="95961"/>
                  </a:lnTo>
                  <a:lnTo>
                    <a:pt x="10269" y="95961"/>
                  </a:lnTo>
                  <a:cubicBezTo>
                    <a:pt x="6039" y="95961"/>
                    <a:pt x="299" y="95961"/>
                    <a:pt x="299" y="102087"/>
                  </a:cubicBezTo>
                  <a:cubicBezTo>
                    <a:pt x="299" y="108214"/>
                    <a:pt x="6039" y="108214"/>
                    <a:pt x="10269" y="108214"/>
                  </a:cubicBezTo>
                  <a:lnTo>
                    <a:pt x="94869" y="108214"/>
                  </a:lnTo>
                  <a:lnTo>
                    <a:pt x="94869" y="193980"/>
                  </a:lnTo>
                  <a:cubicBezTo>
                    <a:pt x="94869" y="198268"/>
                    <a:pt x="94869" y="204088"/>
                    <a:pt x="100911" y="204088"/>
                  </a:cubicBezTo>
                  <a:cubicBezTo>
                    <a:pt x="106954" y="204088"/>
                    <a:pt x="106954" y="198268"/>
                    <a:pt x="106954" y="193980"/>
                  </a:cubicBezTo>
                  <a:lnTo>
                    <a:pt x="106954" y="10821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93D5813B-8ECA-EE48-8014-97429E83E23A}"/>
                </a:ext>
              </a:extLst>
            </p:cNvPr>
            <p:cNvSpPr/>
            <p:nvPr>
              <p:custDataLst>
                <p:tags r:id="rId226"/>
              </p:custDataLst>
            </p:nvPr>
          </p:nvSpPr>
          <p:spPr>
            <a:xfrm>
              <a:off x="12301851" y="5432576"/>
              <a:ext cx="172522" cy="271082"/>
            </a:xfrm>
            <a:custGeom>
              <a:avLst/>
              <a:gdLst>
                <a:gd name="connsiteX0" fmla="*/ 55298 w 172522"/>
                <a:gd name="connsiteY0" fmla="*/ 86466 h 271082"/>
                <a:gd name="connsiteX1" fmla="*/ 82490 w 172522"/>
                <a:gd name="connsiteY1" fmla="*/ 86466 h 271082"/>
                <a:gd name="connsiteX2" fmla="*/ 55902 w 172522"/>
                <a:gd name="connsiteY2" fmla="*/ 215116 h 271082"/>
                <a:gd name="connsiteX3" fmla="*/ 26594 w 172522"/>
                <a:gd name="connsiteY3" fmla="*/ 264738 h 271082"/>
                <a:gd name="connsiteX4" fmla="*/ 20552 w 172522"/>
                <a:gd name="connsiteY4" fmla="*/ 259837 h 271082"/>
                <a:gd name="connsiteX5" fmla="*/ 21760 w 172522"/>
                <a:gd name="connsiteY5" fmla="*/ 256467 h 271082"/>
                <a:gd name="connsiteX6" fmla="*/ 23271 w 172522"/>
                <a:gd name="connsiteY6" fmla="*/ 251567 h 271082"/>
                <a:gd name="connsiteX7" fmla="*/ 11487 w 172522"/>
                <a:gd name="connsiteY7" fmla="*/ 239927 h 271082"/>
                <a:gd name="connsiteX8" fmla="*/ 308 w 172522"/>
                <a:gd name="connsiteY8" fmla="*/ 252485 h 271082"/>
                <a:gd name="connsiteX9" fmla="*/ 24177 w 172522"/>
                <a:gd name="connsiteY9" fmla="*/ 271170 h 271082"/>
                <a:gd name="connsiteX10" fmla="*/ 84605 w 172522"/>
                <a:gd name="connsiteY10" fmla="*/ 184485 h 271082"/>
                <a:gd name="connsiteX11" fmla="*/ 106360 w 172522"/>
                <a:gd name="connsiteY11" fmla="*/ 86466 h 271082"/>
                <a:gd name="connsiteX12" fmla="*/ 139293 w 172522"/>
                <a:gd name="connsiteY12" fmla="*/ 86466 h 271082"/>
                <a:gd name="connsiteX13" fmla="*/ 141106 w 172522"/>
                <a:gd name="connsiteY13" fmla="*/ 76664 h 271082"/>
                <a:gd name="connsiteX14" fmla="*/ 108475 w 172522"/>
                <a:gd name="connsiteY14" fmla="*/ 76664 h 271082"/>
                <a:gd name="connsiteX15" fmla="*/ 145336 w 172522"/>
                <a:gd name="connsiteY15" fmla="*/ 6826 h 271082"/>
                <a:gd name="connsiteX16" fmla="*/ 151983 w 172522"/>
                <a:gd name="connsiteY16" fmla="*/ 10502 h 271082"/>
                <a:gd name="connsiteX17" fmla="*/ 150774 w 172522"/>
                <a:gd name="connsiteY17" fmla="*/ 13565 h 271082"/>
                <a:gd name="connsiteX18" fmla="*/ 148962 w 172522"/>
                <a:gd name="connsiteY18" fmla="*/ 19997 h 271082"/>
                <a:gd name="connsiteX19" fmla="*/ 160141 w 172522"/>
                <a:gd name="connsiteY19" fmla="*/ 32250 h 271082"/>
                <a:gd name="connsiteX20" fmla="*/ 172831 w 172522"/>
                <a:gd name="connsiteY20" fmla="*/ 19997 h 271082"/>
                <a:gd name="connsiteX21" fmla="*/ 146847 w 172522"/>
                <a:gd name="connsiteY21" fmla="*/ 87 h 271082"/>
                <a:gd name="connsiteX22" fmla="*/ 109381 w 172522"/>
                <a:gd name="connsiteY22" fmla="*/ 21223 h 271082"/>
                <a:gd name="connsiteX23" fmla="*/ 85210 w 172522"/>
                <a:gd name="connsiteY23" fmla="*/ 76664 h 271082"/>
                <a:gd name="connsiteX24" fmla="*/ 57413 w 172522"/>
                <a:gd name="connsiteY24" fmla="*/ 76664 h 271082"/>
                <a:gd name="connsiteX25" fmla="*/ 55298 w 172522"/>
                <a:gd name="connsiteY25" fmla="*/ 86466 h 27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522" h="271082">
                  <a:moveTo>
                    <a:pt x="55298" y="86466"/>
                  </a:moveTo>
                  <a:lnTo>
                    <a:pt x="82490" y="86466"/>
                  </a:lnTo>
                  <a:lnTo>
                    <a:pt x="55902" y="215116"/>
                  </a:lnTo>
                  <a:cubicBezTo>
                    <a:pt x="49255" y="247891"/>
                    <a:pt x="39284" y="264738"/>
                    <a:pt x="26594" y="264738"/>
                  </a:cubicBezTo>
                  <a:cubicBezTo>
                    <a:pt x="22969" y="264738"/>
                    <a:pt x="20552" y="262594"/>
                    <a:pt x="20552" y="259837"/>
                  </a:cubicBezTo>
                  <a:cubicBezTo>
                    <a:pt x="20552" y="258918"/>
                    <a:pt x="20854" y="257999"/>
                    <a:pt x="21760" y="256467"/>
                  </a:cubicBezTo>
                  <a:cubicBezTo>
                    <a:pt x="22969" y="254630"/>
                    <a:pt x="23271" y="253404"/>
                    <a:pt x="23271" y="251567"/>
                  </a:cubicBezTo>
                  <a:cubicBezTo>
                    <a:pt x="23271" y="245134"/>
                    <a:pt x="17832" y="239927"/>
                    <a:pt x="11487" y="239927"/>
                  </a:cubicBezTo>
                  <a:cubicBezTo>
                    <a:pt x="5142" y="239927"/>
                    <a:pt x="308" y="245440"/>
                    <a:pt x="308" y="252485"/>
                  </a:cubicBezTo>
                  <a:cubicBezTo>
                    <a:pt x="308" y="262900"/>
                    <a:pt x="10883" y="271170"/>
                    <a:pt x="24177" y="271170"/>
                  </a:cubicBezTo>
                  <a:cubicBezTo>
                    <a:pt x="51068" y="271170"/>
                    <a:pt x="72218" y="240846"/>
                    <a:pt x="84605" y="184485"/>
                  </a:cubicBezTo>
                  <a:lnTo>
                    <a:pt x="106360" y="86466"/>
                  </a:lnTo>
                  <a:lnTo>
                    <a:pt x="139293" y="86466"/>
                  </a:lnTo>
                  <a:lnTo>
                    <a:pt x="141106" y="76664"/>
                  </a:lnTo>
                  <a:lnTo>
                    <a:pt x="108475" y="76664"/>
                  </a:lnTo>
                  <a:cubicBezTo>
                    <a:pt x="117237" y="28574"/>
                    <a:pt x="128416" y="6826"/>
                    <a:pt x="145336" y="6826"/>
                  </a:cubicBezTo>
                  <a:cubicBezTo>
                    <a:pt x="149264" y="6826"/>
                    <a:pt x="151983" y="8358"/>
                    <a:pt x="151983" y="10502"/>
                  </a:cubicBezTo>
                  <a:cubicBezTo>
                    <a:pt x="151983" y="11421"/>
                    <a:pt x="151681" y="12033"/>
                    <a:pt x="150774" y="13565"/>
                  </a:cubicBezTo>
                  <a:cubicBezTo>
                    <a:pt x="149566" y="16322"/>
                    <a:pt x="148962" y="17853"/>
                    <a:pt x="148962" y="19997"/>
                  </a:cubicBezTo>
                  <a:cubicBezTo>
                    <a:pt x="148962" y="27349"/>
                    <a:pt x="153494" y="32250"/>
                    <a:pt x="160141" y="32250"/>
                  </a:cubicBezTo>
                  <a:cubicBezTo>
                    <a:pt x="167090" y="32250"/>
                    <a:pt x="172831" y="26736"/>
                    <a:pt x="172831" y="19997"/>
                  </a:cubicBezTo>
                  <a:cubicBezTo>
                    <a:pt x="172831" y="8664"/>
                    <a:pt x="161651" y="87"/>
                    <a:pt x="146847" y="87"/>
                  </a:cubicBezTo>
                  <a:cubicBezTo>
                    <a:pt x="132042" y="87"/>
                    <a:pt x="120258" y="6826"/>
                    <a:pt x="109381" y="21223"/>
                  </a:cubicBezTo>
                  <a:cubicBezTo>
                    <a:pt x="100317" y="33169"/>
                    <a:pt x="94274" y="47259"/>
                    <a:pt x="85210" y="76664"/>
                  </a:cubicBezTo>
                  <a:lnTo>
                    <a:pt x="57413" y="76664"/>
                  </a:lnTo>
                  <a:lnTo>
                    <a:pt x="55298" y="8646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EE2B6E4B-90FD-B123-6AEA-9A99F5424C40}"/>
                </a:ext>
              </a:extLst>
            </p:cNvPr>
            <p:cNvSpPr/>
            <p:nvPr>
              <p:custDataLst>
                <p:tags r:id="rId227"/>
              </p:custDataLst>
            </p:nvPr>
          </p:nvSpPr>
          <p:spPr>
            <a:xfrm>
              <a:off x="12504762" y="5410522"/>
              <a:ext cx="70096" cy="306308"/>
            </a:xfrm>
            <a:custGeom>
              <a:avLst/>
              <a:gdLst>
                <a:gd name="connsiteX0" fmla="*/ 70410 w 70096"/>
                <a:gd name="connsiteY0" fmla="*/ 303332 h 306308"/>
                <a:gd name="connsiteX1" fmla="*/ 65273 w 70096"/>
                <a:gd name="connsiteY1" fmla="*/ 296593 h 306308"/>
                <a:gd name="connsiteX2" fmla="*/ 17837 w 70096"/>
                <a:gd name="connsiteY2" fmla="*/ 153241 h 306308"/>
                <a:gd name="connsiteX3" fmla="*/ 66482 w 70096"/>
                <a:gd name="connsiteY3" fmla="*/ 8357 h 306308"/>
                <a:gd name="connsiteX4" fmla="*/ 70410 w 70096"/>
                <a:gd name="connsiteY4" fmla="*/ 3150 h 306308"/>
                <a:gd name="connsiteX5" fmla="*/ 67388 w 70096"/>
                <a:gd name="connsiteY5" fmla="*/ 87 h 306308"/>
                <a:gd name="connsiteX6" fmla="*/ 19348 w 70096"/>
                <a:gd name="connsiteY6" fmla="*/ 59817 h 306308"/>
                <a:gd name="connsiteX7" fmla="*/ 313 w 70096"/>
                <a:gd name="connsiteY7" fmla="*/ 153241 h 306308"/>
                <a:gd name="connsiteX8" fmla="*/ 20254 w 70096"/>
                <a:gd name="connsiteY8" fmla="*/ 248809 h 306308"/>
                <a:gd name="connsiteX9" fmla="*/ 67388 w 70096"/>
                <a:gd name="connsiteY9" fmla="*/ 306395 h 306308"/>
                <a:gd name="connsiteX10" fmla="*/ 70410 w 70096"/>
                <a:gd name="connsiteY10" fmla="*/ 303332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410" y="303332"/>
                  </a:moveTo>
                  <a:cubicBezTo>
                    <a:pt x="70410" y="302413"/>
                    <a:pt x="70410" y="301800"/>
                    <a:pt x="65273" y="296593"/>
                  </a:cubicBezTo>
                  <a:cubicBezTo>
                    <a:pt x="27506" y="257998"/>
                    <a:pt x="17837" y="200106"/>
                    <a:pt x="17837" y="153241"/>
                  </a:cubicBezTo>
                  <a:cubicBezTo>
                    <a:pt x="17837" y="99943"/>
                    <a:pt x="29318" y="46646"/>
                    <a:pt x="66482" y="8357"/>
                  </a:cubicBezTo>
                  <a:cubicBezTo>
                    <a:pt x="70410" y="4681"/>
                    <a:pt x="70410" y="4069"/>
                    <a:pt x="70410" y="3150"/>
                  </a:cubicBezTo>
                  <a:cubicBezTo>
                    <a:pt x="70410" y="1006"/>
                    <a:pt x="69201" y="87"/>
                    <a:pt x="67388" y="87"/>
                  </a:cubicBezTo>
                  <a:cubicBezTo>
                    <a:pt x="64367" y="87"/>
                    <a:pt x="37174" y="20916"/>
                    <a:pt x="19348" y="59817"/>
                  </a:cubicBezTo>
                  <a:cubicBezTo>
                    <a:pt x="3939" y="93511"/>
                    <a:pt x="313" y="127511"/>
                    <a:pt x="313" y="153241"/>
                  </a:cubicBezTo>
                  <a:cubicBezTo>
                    <a:pt x="313" y="177133"/>
                    <a:pt x="3636" y="214196"/>
                    <a:pt x="20254" y="248809"/>
                  </a:cubicBezTo>
                  <a:cubicBezTo>
                    <a:pt x="38383" y="286485"/>
                    <a:pt x="64367" y="306395"/>
                    <a:pt x="67388" y="306395"/>
                  </a:cubicBezTo>
                  <a:cubicBezTo>
                    <a:pt x="69201" y="306395"/>
                    <a:pt x="70410" y="305476"/>
                    <a:pt x="70410" y="303332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4FC6F9EB-5148-86AF-42AB-29187B065CDE}"/>
                </a:ext>
              </a:extLst>
            </p:cNvPr>
            <p:cNvSpPr/>
            <p:nvPr>
              <p:custDataLst>
                <p:tags r:id="rId228"/>
              </p:custDataLst>
            </p:nvPr>
          </p:nvSpPr>
          <p:spPr>
            <a:xfrm>
              <a:off x="12584359" y="5505171"/>
              <a:ext cx="143214" cy="138451"/>
            </a:xfrm>
            <a:custGeom>
              <a:avLst/>
              <a:gdLst>
                <a:gd name="connsiteX0" fmla="*/ 129935 w 143214"/>
                <a:gd name="connsiteY0" fmla="*/ 101169 h 138451"/>
                <a:gd name="connsiteX1" fmla="*/ 123288 w 143214"/>
                <a:gd name="connsiteY1" fmla="*/ 109439 h 138451"/>
                <a:gd name="connsiteX2" fmla="*/ 109389 w 143214"/>
                <a:gd name="connsiteY2" fmla="*/ 121692 h 138451"/>
                <a:gd name="connsiteX3" fmla="*/ 100023 w 143214"/>
                <a:gd name="connsiteY3" fmla="*/ 109133 h 138451"/>
                <a:gd name="connsiteX4" fmla="*/ 98814 w 143214"/>
                <a:gd name="connsiteY4" fmla="*/ 103926 h 138451"/>
                <a:gd name="connsiteX5" fmla="*/ 87937 w 143214"/>
                <a:gd name="connsiteY5" fmla="*/ 54304 h 138451"/>
                <a:gd name="connsiteX6" fmla="*/ 117547 w 143214"/>
                <a:gd name="connsiteY6" fmla="*/ 17241 h 138451"/>
                <a:gd name="connsiteX7" fmla="*/ 124798 w 143214"/>
                <a:gd name="connsiteY7" fmla="*/ 19691 h 138451"/>
                <a:gd name="connsiteX8" fmla="*/ 132956 w 143214"/>
                <a:gd name="connsiteY8" fmla="*/ 22448 h 138451"/>
                <a:gd name="connsiteX9" fmla="*/ 143531 w 143214"/>
                <a:gd name="connsiteY9" fmla="*/ 11421 h 138451"/>
                <a:gd name="connsiteX10" fmla="*/ 131143 w 143214"/>
                <a:gd name="connsiteY10" fmla="*/ 87 h 138451"/>
                <a:gd name="connsiteX11" fmla="*/ 85520 w 143214"/>
                <a:gd name="connsiteY11" fmla="*/ 43889 h 138451"/>
                <a:gd name="connsiteX12" fmla="*/ 82196 w 143214"/>
                <a:gd name="connsiteY12" fmla="*/ 27042 h 138451"/>
                <a:gd name="connsiteX13" fmla="*/ 66485 w 143214"/>
                <a:gd name="connsiteY13" fmla="*/ 87 h 138451"/>
                <a:gd name="connsiteX14" fmla="*/ 31135 w 143214"/>
                <a:gd name="connsiteY14" fmla="*/ 8970 h 138451"/>
                <a:gd name="connsiteX15" fmla="*/ 27811 w 143214"/>
                <a:gd name="connsiteY15" fmla="*/ 10196 h 138451"/>
                <a:gd name="connsiteX16" fmla="*/ 29020 w 143214"/>
                <a:gd name="connsiteY16" fmla="*/ 14790 h 138451"/>
                <a:gd name="connsiteX17" fmla="*/ 45940 w 143214"/>
                <a:gd name="connsiteY17" fmla="*/ 11421 h 138451"/>
                <a:gd name="connsiteX18" fmla="*/ 59536 w 143214"/>
                <a:gd name="connsiteY18" fmla="*/ 32556 h 138451"/>
                <a:gd name="connsiteX19" fmla="*/ 68298 w 143214"/>
                <a:gd name="connsiteY19" fmla="*/ 70232 h 138451"/>
                <a:gd name="connsiteX20" fmla="*/ 43522 w 143214"/>
                <a:gd name="connsiteY20" fmla="*/ 106070 h 138451"/>
                <a:gd name="connsiteX21" fmla="*/ 28113 w 143214"/>
                <a:gd name="connsiteY21" fmla="*/ 120773 h 138451"/>
                <a:gd name="connsiteX22" fmla="*/ 20258 w 143214"/>
                <a:gd name="connsiteY22" fmla="*/ 118016 h 138451"/>
                <a:gd name="connsiteX23" fmla="*/ 10589 w 143214"/>
                <a:gd name="connsiteY23" fmla="*/ 114953 h 138451"/>
                <a:gd name="connsiteX24" fmla="*/ 316 w 143214"/>
                <a:gd name="connsiteY24" fmla="*/ 125674 h 138451"/>
                <a:gd name="connsiteX25" fmla="*/ 15423 w 143214"/>
                <a:gd name="connsiteY25" fmla="*/ 138539 h 138451"/>
                <a:gd name="connsiteX26" fmla="*/ 43522 w 143214"/>
                <a:gd name="connsiteY26" fmla="*/ 117097 h 138451"/>
                <a:gd name="connsiteX27" fmla="*/ 70715 w 143214"/>
                <a:gd name="connsiteY27" fmla="*/ 81259 h 138451"/>
                <a:gd name="connsiteX28" fmla="*/ 79779 w 143214"/>
                <a:gd name="connsiteY28" fmla="*/ 118016 h 138451"/>
                <a:gd name="connsiteX29" fmla="*/ 97303 w 143214"/>
                <a:gd name="connsiteY29" fmla="*/ 138539 h 138451"/>
                <a:gd name="connsiteX30" fmla="*/ 134165 w 143214"/>
                <a:gd name="connsiteY30" fmla="*/ 103620 h 138451"/>
                <a:gd name="connsiteX31" fmla="*/ 129935 w 143214"/>
                <a:gd name="connsiteY31" fmla="*/ 101169 h 13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214" h="138451">
                  <a:moveTo>
                    <a:pt x="129935" y="101169"/>
                  </a:moveTo>
                  <a:cubicBezTo>
                    <a:pt x="127518" y="103926"/>
                    <a:pt x="126007" y="105764"/>
                    <a:pt x="123288" y="109439"/>
                  </a:cubicBezTo>
                  <a:cubicBezTo>
                    <a:pt x="116338" y="118629"/>
                    <a:pt x="112713" y="121692"/>
                    <a:pt x="109389" y="121692"/>
                  </a:cubicBezTo>
                  <a:cubicBezTo>
                    <a:pt x="104857" y="121692"/>
                    <a:pt x="102138" y="117710"/>
                    <a:pt x="100023" y="109133"/>
                  </a:cubicBezTo>
                  <a:cubicBezTo>
                    <a:pt x="99418" y="106683"/>
                    <a:pt x="99116" y="104845"/>
                    <a:pt x="98814" y="103926"/>
                  </a:cubicBezTo>
                  <a:cubicBezTo>
                    <a:pt x="91261" y="72989"/>
                    <a:pt x="87937" y="58899"/>
                    <a:pt x="87937" y="54304"/>
                  </a:cubicBezTo>
                  <a:cubicBezTo>
                    <a:pt x="101231" y="30718"/>
                    <a:pt x="112108" y="17241"/>
                    <a:pt x="117547" y="17241"/>
                  </a:cubicBezTo>
                  <a:cubicBezTo>
                    <a:pt x="119360" y="17241"/>
                    <a:pt x="121777" y="18160"/>
                    <a:pt x="124798" y="19691"/>
                  </a:cubicBezTo>
                  <a:cubicBezTo>
                    <a:pt x="128424" y="21835"/>
                    <a:pt x="130539" y="22448"/>
                    <a:pt x="132956" y="22448"/>
                  </a:cubicBezTo>
                  <a:cubicBezTo>
                    <a:pt x="139301" y="22448"/>
                    <a:pt x="143531" y="17853"/>
                    <a:pt x="143531" y="11421"/>
                  </a:cubicBezTo>
                  <a:cubicBezTo>
                    <a:pt x="143531" y="4988"/>
                    <a:pt x="138395" y="87"/>
                    <a:pt x="131143" y="87"/>
                  </a:cubicBezTo>
                  <a:cubicBezTo>
                    <a:pt x="117849" y="87"/>
                    <a:pt x="106368" y="11114"/>
                    <a:pt x="85520" y="43889"/>
                  </a:cubicBezTo>
                  <a:lnTo>
                    <a:pt x="82196" y="27042"/>
                  </a:lnTo>
                  <a:cubicBezTo>
                    <a:pt x="77966" y="6213"/>
                    <a:pt x="74643" y="87"/>
                    <a:pt x="66485" y="87"/>
                  </a:cubicBezTo>
                  <a:cubicBezTo>
                    <a:pt x="59838" y="87"/>
                    <a:pt x="49565" y="2844"/>
                    <a:pt x="31135" y="8970"/>
                  </a:cubicBezTo>
                  <a:lnTo>
                    <a:pt x="27811" y="10196"/>
                  </a:lnTo>
                  <a:lnTo>
                    <a:pt x="29020" y="14790"/>
                  </a:lnTo>
                  <a:cubicBezTo>
                    <a:pt x="40501" y="12033"/>
                    <a:pt x="43220" y="11421"/>
                    <a:pt x="45940" y="11421"/>
                  </a:cubicBezTo>
                  <a:cubicBezTo>
                    <a:pt x="53493" y="11421"/>
                    <a:pt x="55306" y="14178"/>
                    <a:pt x="59536" y="32556"/>
                  </a:cubicBezTo>
                  <a:lnTo>
                    <a:pt x="68298" y="70232"/>
                  </a:lnTo>
                  <a:lnTo>
                    <a:pt x="43522" y="106070"/>
                  </a:lnTo>
                  <a:cubicBezTo>
                    <a:pt x="37480" y="115259"/>
                    <a:pt x="31437" y="120773"/>
                    <a:pt x="28113" y="120773"/>
                  </a:cubicBezTo>
                  <a:cubicBezTo>
                    <a:pt x="26300" y="120773"/>
                    <a:pt x="23279" y="119854"/>
                    <a:pt x="20258" y="118016"/>
                  </a:cubicBezTo>
                  <a:cubicBezTo>
                    <a:pt x="16330" y="115872"/>
                    <a:pt x="13006" y="114953"/>
                    <a:pt x="10589" y="114953"/>
                  </a:cubicBezTo>
                  <a:cubicBezTo>
                    <a:pt x="4848" y="114953"/>
                    <a:pt x="316" y="119548"/>
                    <a:pt x="316" y="125674"/>
                  </a:cubicBezTo>
                  <a:cubicBezTo>
                    <a:pt x="316" y="133638"/>
                    <a:pt x="6359" y="138539"/>
                    <a:pt x="15423" y="138539"/>
                  </a:cubicBezTo>
                  <a:cubicBezTo>
                    <a:pt x="24790" y="138539"/>
                    <a:pt x="28415" y="135782"/>
                    <a:pt x="43522" y="117097"/>
                  </a:cubicBezTo>
                  <a:cubicBezTo>
                    <a:pt x="51680" y="107295"/>
                    <a:pt x="58025" y="99025"/>
                    <a:pt x="70715" y="81259"/>
                  </a:cubicBezTo>
                  <a:lnTo>
                    <a:pt x="79779" y="118016"/>
                  </a:lnTo>
                  <a:cubicBezTo>
                    <a:pt x="83707" y="133638"/>
                    <a:pt x="87635" y="138539"/>
                    <a:pt x="97303" y="138539"/>
                  </a:cubicBezTo>
                  <a:cubicBezTo>
                    <a:pt x="108785" y="138539"/>
                    <a:pt x="116640" y="131187"/>
                    <a:pt x="134165" y="103620"/>
                  </a:cubicBezTo>
                  <a:lnTo>
                    <a:pt x="129935" y="10116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F6773929-1CE3-715D-26E0-1E90538CA744}"/>
                </a:ext>
              </a:extLst>
            </p:cNvPr>
            <p:cNvSpPr/>
            <p:nvPr>
              <p:custDataLst>
                <p:tags r:id="rId229"/>
              </p:custDataLst>
            </p:nvPr>
          </p:nvSpPr>
          <p:spPr>
            <a:xfrm>
              <a:off x="12736783" y="5533470"/>
              <a:ext cx="86974" cy="156400"/>
            </a:xfrm>
            <a:custGeom>
              <a:avLst/>
              <a:gdLst>
                <a:gd name="connsiteX0" fmla="*/ 24914 w 86974"/>
                <a:gd name="connsiteY0" fmla="*/ 78517 h 156400"/>
                <a:gd name="connsiteX1" fmla="*/ 48614 w 86974"/>
                <a:gd name="connsiteY1" fmla="*/ 81010 h 156400"/>
                <a:gd name="connsiteX2" fmla="*/ 71196 w 86974"/>
                <a:gd name="connsiteY2" fmla="*/ 114557 h 156400"/>
                <a:gd name="connsiteX3" fmla="*/ 41907 w 86974"/>
                <a:gd name="connsiteY3" fmla="*/ 148331 h 156400"/>
                <a:gd name="connsiteX4" fmla="*/ 23126 w 86974"/>
                <a:gd name="connsiteY4" fmla="*/ 141304 h 156400"/>
                <a:gd name="connsiteX5" fmla="*/ 8816 w 86974"/>
                <a:gd name="connsiteY5" fmla="*/ 135637 h 156400"/>
                <a:gd name="connsiteX6" fmla="*/ 320 w 86974"/>
                <a:gd name="connsiteY6" fmla="*/ 143570 h 156400"/>
                <a:gd name="connsiteX7" fmla="*/ 25585 w 86974"/>
                <a:gd name="connsiteY7" fmla="*/ 156491 h 156400"/>
                <a:gd name="connsiteX8" fmla="*/ 70973 w 86974"/>
                <a:gd name="connsiteY8" fmla="*/ 141304 h 156400"/>
                <a:gd name="connsiteX9" fmla="*/ 87294 w 86974"/>
                <a:gd name="connsiteY9" fmla="*/ 103677 h 156400"/>
                <a:gd name="connsiteX10" fmla="*/ 77233 w 86974"/>
                <a:gd name="connsiteY10" fmla="*/ 74437 h 156400"/>
                <a:gd name="connsiteX11" fmla="*/ 58675 w 86974"/>
                <a:gd name="connsiteY11" fmla="*/ 62423 h 156400"/>
                <a:gd name="connsiteX12" fmla="*/ 79692 w 86974"/>
                <a:gd name="connsiteY12" fmla="*/ 31143 h 156400"/>
                <a:gd name="connsiteX13" fmla="*/ 44813 w 86974"/>
                <a:gd name="connsiteY13" fmla="*/ 90 h 156400"/>
                <a:gd name="connsiteX14" fmla="*/ 15747 w 86974"/>
                <a:gd name="connsiteY14" fmla="*/ 11196 h 156400"/>
                <a:gd name="connsiteX15" fmla="*/ 767 w 86974"/>
                <a:gd name="connsiteY15" fmla="*/ 36810 h 156400"/>
                <a:gd name="connsiteX16" fmla="*/ 4121 w 86974"/>
                <a:gd name="connsiteY16" fmla="*/ 37717 h 156400"/>
                <a:gd name="connsiteX17" fmla="*/ 37435 w 86974"/>
                <a:gd name="connsiteY17" fmla="*/ 13690 h 156400"/>
                <a:gd name="connsiteX18" fmla="*/ 62029 w 86974"/>
                <a:gd name="connsiteY18" fmla="*/ 37943 h 156400"/>
                <a:gd name="connsiteX19" fmla="*/ 53086 w 86974"/>
                <a:gd name="connsiteY19" fmla="*/ 59930 h 156400"/>
                <a:gd name="connsiteX20" fmla="*/ 24914 w 86974"/>
                <a:gd name="connsiteY20" fmla="*/ 75570 h 156400"/>
                <a:gd name="connsiteX21" fmla="*/ 24914 w 86974"/>
                <a:gd name="connsiteY21" fmla="*/ 78517 h 15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6974" h="156400">
                  <a:moveTo>
                    <a:pt x="24914" y="78517"/>
                  </a:moveTo>
                  <a:cubicBezTo>
                    <a:pt x="38106" y="78517"/>
                    <a:pt x="43248" y="78970"/>
                    <a:pt x="48614" y="81010"/>
                  </a:cubicBezTo>
                  <a:cubicBezTo>
                    <a:pt x="62476" y="85997"/>
                    <a:pt x="71196" y="98917"/>
                    <a:pt x="71196" y="114557"/>
                  </a:cubicBezTo>
                  <a:cubicBezTo>
                    <a:pt x="71196" y="133597"/>
                    <a:pt x="58452" y="148331"/>
                    <a:pt x="41907" y="148331"/>
                  </a:cubicBezTo>
                  <a:cubicBezTo>
                    <a:pt x="35870" y="148331"/>
                    <a:pt x="31398" y="146744"/>
                    <a:pt x="23126" y="141304"/>
                  </a:cubicBezTo>
                  <a:cubicBezTo>
                    <a:pt x="16418" y="137224"/>
                    <a:pt x="12617" y="135637"/>
                    <a:pt x="8816" y="135637"/>
                  </a:cubicBezTo>
                  <a:cubicBezTo>
                    <a:pt x="3674" y="135637"/>
                    <a:pt x="320" y="138810"/>
                    <a:pt x="320" y="143570"/>
                  </a:cubicBezTo>
                  <a:cubicBezTo>
                    <a:pt x="320" y="151504"/>
                    <a:pt x="9934" y="156491"/>
                    <a:pt x="25585" y="156491"/>
                  </a:cubicBezTo>
                  <a:cubicBezTo>
                    <a:pt x="42801" y="156491"/>
                    <a:pt x="60464" y="150597"/>
                    <a:pt x="70973" y="141304"/>
                  </a:cubicBezTo>
                  <a:cubicBezTo>
                    <a:pt x="81481" y="132010"/>
                    <a:pt x="87294" y="118864"/>
                    <a:pt x="87294" y="103677"/>
                  </a:cubicBezTo>
                  <a:cubicBezTo>
                    <a:pt x="87294" y="92117"/>
                    <a:pt x="83717" y="81463"/>
                    <a:pt x="77233" y="74437"/>
                  </a:cubicBezTo>
                  <a:cubicBezTo>
                    <a:pt x="72761" y="69450"/>
                    <a:pt x="68513" y="66730"/>
                    <a:pt x="58675" y="62423"/>
                  </a:cubicBezTo>
                  <a:cubicBezTo>
                    <a:pt x="74103" y="51770"/>
                    <a:pt x="79692" y="43383"/>
                    <a:pt x="79692" y="31143"/>
                  </a:cubicBezTo>
                  <a:cubicBezTo>
                    <a:pt x="79692" y="12783"/>
                    <a:pt x="65383" y="90"/>
                    <a:pt x="44813" y="90"/>
                  </a:cubicBezTo>
                  <a:cubicBezTo>
                    <a:pt x="33634" y="90"/>
                    <a:pt x="23796" y="3943"/>
                    <a:pt x="15747" y="11196"/>
                  </a:cubicBezTo>
                  <a:cubicBezTo>
                    <a:pt x="9040" y="17316"/>
                    <a:pt x="5686" y="23210"/>
                    <a:pt x="767" y="36810"/>
                  </a:cubicBezTo>
                  <a:lnTo>
                    <a:pt x="4121" y="37717"/>
                  </a:lnTo>
                  <a:cubicBezTo>
                    <a:pt x="13288" y="21170"/>
                    <a:pt x="23349" y="13690"/>
                    <a:pt x="37435" y="13690"/>
                  </a:cubicBezTo>
                  <a:cubicBezTo>
                    <a:pt x="51968" y="13690"/>
                    <a:pt x="62029" y="23663"/>
                    <a:pt x="62029" y="37943"/>
                  </a:cubicBezTo>
                  <a:cubicBezTo>
                    <a:pt x="62029" y="46103"/>
                    <a:pt x="58675" y="54263"/>
                    <a:pt x="53086" y="59930"/>
                  </a:cubicBezTo>
                  <a:cubicBezTo>
                    <a:pt x="46378" y="66730"/>
                    <a:pt x="40118" y="70130"/>
                    <a:pt x="24914" y="75570"/>
                  </a:cubicBezTo>
                  <a:lnTo>
                    <a:pt x="24914" y="78517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8591A784-C1F3-E253-7E4E-52F865123997}"/>
                </a:ext>
              </a:extLst>
            </p:cNvPr>
            <p:cNvSpPr/>
            <p:nvPr>
              <p:custDataLst>
                <p:tags r:id="rId230"/>
              </p:custDataLst>
            </p:nvPr>
          </p:nvSpPr>
          <p:spPr>
            <a:xfrm>
              <a:off x="12871766" y="5410522"/>
              <a:ext cx="70096" cy="306308"/>
            </a:xfrm>
            <a:custGeom>
              <a:avLst/>
              <a:gdLst>
                <a:gd name="connsiteX0" fmla="*/ 70422 w 70096"/>
                <a:gd name="connsiteY0" fmla="*/ 153241 h 306308"/>
                <a:gd name="connsiteX1" fmla="*/ 50481 w 70096"/>
                <a:gd name="connsiteY1" fmla="*/ 57673 h 306308"/>
                <a:gd name="connsiteX2" fmla="*/ 3347 w 70096"/>
                <a:gd name="connsiteY2" fmla="*/ 87 h 306308"/>
                <a:gd name="connsiteX3" fmla="*/ 325 w 70096"/>
                <a:gd name="connsiteY3" fmla="*/ 3150 h 306308"/>
                <a:gd name="connsiteX4" fmla="*/ 6066 w 70096"/>
                <a:gd name="connsiteY4" fmla="*/ 10195 h 306308"/>
                <a:gd name="connsiteX5" fmla="*/ 52898 w 70096"/>
                <a:gd name="connsiteY5" fmla="*/ 153241 h 306308"/>
                <a:gd name="connsiteX6" fmla="*/ 4253 w 70096"/>
                <a:gd name="connsiteY6" fmla="*/ 298125 h 306308"/>
                <a:gd name="connsiteX7" fmla="*/ 325 w 70096"/>
                <a:gd name="connsiteY7" fmla="*/ 303332 h 306308"/>
                <a:gd name="connsiteX8" fmla="*/ 3347 w 70096"/>
                <a:gd name="connsiteY8" fmla="*/ 306395 h 306308"/>
                <a:gd name="connsiteX9" fmla="*/ 51387 w 70096"/>
                <a:gd name="connsiteY9" fmla="*/ 246665 h 306308"/>
                <a:gd name="connsiteX10" fmla="*/ 70422 w 70096"/>
                <a:gd name="connsiteY10" fmla="*/ 153241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096" h="306308">
                  <a:moveTo>
                    <a:pt x="70422" y="153241"/>
                  </a:moveTo>
                  <a:cubicBezTo>
                    <a:pt x="70422" y="129349"/>
                    <a:pt x="67098" y="92285"/>
                    <a:pt x="50481" y="57673"/>
                  </a:cubicBezTo>
                  <a:cubicBezTo>
                    <a:pt x="32352" y="19997"/>
                    <a:pt x="6368" y="87"/>
                    <a:pt x="3347" y="87"/>
                  </a:cubicBezTo>
                  <a:cubicBezTo>
                    <a:pt x="1534" y="87"/>
                    <a:pt x="325" y="1312"/>
                    <a:pt x="325" y="3150"/>
                  </a:cubicBezTo>
                  <a:cubicBezTo>
                    <a:pt x="325" y="4069"/>
                    <a:pt x="325" y="4681"/>
                    <a:pt x="6066" y="10195"/>
                  </a:cubicBezTo>
                  <a:cubicBezTo>
                    <a:pt x="35676" y="40519"/>
                    <a:pt x="52898" y="89222"/>
                    <a:pt x="52898" y="153241"/>
                  </a:cubicBezTo>
                  <a:cubicBezTo>
                    <a:pt x="52898" y="205620"/>
                    <a:pt x="41719" y="259530"/>
                    <a:pt x="4253" y="298125"/>
                  </a:cubicBezTo>
                  <a:cubicBezTo>
                    <a:pt x="325" y="301800"/>
                    <a:pt x="325" y="302413"/>
                    <a:pt x="325" y="303332"/>
                  </a:cubicBezTo>
                  <a:cubicBezTo>
                    <a:pt x="325" y="305170"/>
                    <a:pt x="1534" y="306395"/>
                    <a:pt x="3347" y="306395"/>
                  </a:cubicBezTo>
                  <a:cubicBezTo>
                    <a:pt x="6368" y="306395"/>
                    <a:pt x="33561" y="285566"/>
                    <a:pt x="51387" y="246665"/>
                  </a:cubicBezTo>
                  <a:cubicBezTo>
                    <a:pt x="66796" y="212971"/>
                    <a:pt x="70422" y="178971"/>
                    <a:pt x="70422" y="153241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DF8EDC1-7897-9732-9B33-526C7E38B62B}"/>
                </a:ext>
              </a:extLst>
            </p:cNvPr>
            <p:cNvSpPr/>
            <p:nvPr>
              <p:custDataLst>
                <p:tags r:id="rId231"/>
              </p:custDataLst>
            </p:nvPr>
          </p:nvSpPr>
          <p:spPr>
            <a:xfrm>
              <a:off x="12978857" y="5410522"/>
              <a:ext cx="41393" cy="306308"/>
            </a:xfrm>
            <a:custGeom>
              <a:avLst/>
              <a:gdLst>
                <a:gd name="connsiteX0" fmla="*/ 41722 w 41393"/>
                <a:gd name="connsiteY0" fmla="*/ 87 h 306308"/>
                <a:gd name="connsiteX1" fmla="*/ 329 w 41393"/>
                <a:gd name="connsiteY1" fmla="*/ 87 h 306308"/>
                <a:gd name="connsiteX2" fmla="*/ 329 w 41393"/>
                <a:gd name="connsiteY2" fmla="*/ 12339 h 306308"/>
                <a:gd name="connsiteX3" fmla="*/ 29637 w 41393"/>
                <a:gd name="connsiteY3" fmla="*/ 12339 h 306308"/>
                <a:gd name="connsiteX4" fmla="*/ 29637 w 41393"/>
                <a:gd name="connsiteY4" fmla="*/ 294143 h 306308"/>
                <a:gd name="connsiteX5" fmla="*/ 329 w 41393"/>
                <a:gd name="connsiteY5" fmla="*/ 294143 h 306308"/>
                <a:gd name="connsiteX6" fmla="*/ 329 w 41393"/>
                <a:gd name="connsiteY6" fmla="*/ 306395 h 306308"/>
                <a:gd name="connsiteX7" fmla="*/ 41722 w 41393"/>
                <a:gd name="connsiteY7" fmla="*/ 306395 h 306308"/>
                <a:gd name="connsiteX8" fmla="*/ 41722 w 41393"/>
                <a:gd name="connsiteY8" fmla="*/ 87 h 30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93" h="306308">
                  <a:moveTo>
                    <a:pt x="41722" y="87"/>
                  </a:moveTo>
                  <a:lnTo>
                    <a:pt x="329" y="87"/>
                  </a:lnTo>
                  <a:lnTo>
                    <a:pt x="329" y="12339"/>
                  </a:lnTo>
                  <a:lnTo>
                    <a:pt x="29637" y="12339"/>
                  </a:lnTo>
                  <a:lnTo>
                    <a:pt x="29637" y="294143"/>
                  </a:lnTo>
                  <a:lnTo>
                    <a:pt x="329" y="294143"/>
                  </a:lnTo>
                  <a:lnTo>
                    <a:pt x="329" y="306395"/>
                  </a:lnTo>
                  <a:lnTo>
                    <a:pt x="41722" y="306395"/>
                  </a:lnTo>
                  <a:lnTo>
                    <a:pt x="41722" y="87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241" name="Rectangle: Rounded Corners 1240">
            <a:extLst>
              <a:ext uri="{FF2B5EF4-FFF2-40B4-BE49-F238E27FC236}">
                <a16:creationId xmlns:a16="http://schemas.microsoft.com/office/drawing/2014/main" id="{05B606E0-4935-421F-3A44-095435E6EEB5}"/>
              </a:ext>
            </a:extLst>
          </p:cNvPr>
          <p:cNvSpPr/>
          <p:nvPr/>
        </p:nvSpPr>
        <p:spPr>
          <a:xfrm>
            <a:off x="3210791" y="2982191"/>
            <a:ext cx="6244936" cy="1465118"/>
          </a:xfrm>
          <a:prstGeom prst="roundRect">
            <a:avLst>
              <a:gd name="adj" fmla="val 8156"/>
            </a:avLst>
          </a:prstGeom>
          <a:solidFill>
            <a:srgbClr val="4C1F08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3" name="Group 56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\underbrace{(b-a)}_{\mathrm{Width}}\underbrace{\frac{f(x_0)+3f(x_1)+3f(x_2)+f(x_3)}8}_{\text{Average height}}&#10;\end{align*}&#10;}&#10;\end{document}" title="IguanaTex Shape Display">
            <a:extLst>
              <a:ext uri="{FF2B5EF4-FFF2-40B4-BE49-F238E27FC236}">
                <a16:creationId xmlns:a16="http://schemas.microsoft.com/office/drawing/2014/main" id="{9199B8BA-C932-B728-E444-41F8080027E3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3516745" y="3184237"/>
            <a:ext cx="5439524" cy="1109033"/>
            <a:chOff x="6973441" y="4772754"/>
            <a:chExt cx="5439524" cy="1109033"/>
          </a:xfrm>
        </p:grpSpPr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5D323092-926C-DB99-3B1D-ABBD20402493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6973441" y="5006087"/>
              <a:ext cx="119092" cy="196215"/>
            </a:xfrm>
            <a:custGeom>
              <a:avLst/>
              <a:gdLst>
                <a:gd name="connsiteX0" fmla="*/ 145 w 119092"/>
                <a:gd name="connsiteY0" fmla="*/ 196303 h 196215"/>
                <a:gd name="connsiteX1" fmla="*/ 74274 w 119092"/>
                <a:gd name="connsiteY1" fmla="*/ 196303 h 196215"/>
                <a:gd name="connsiteX2" fmla="*/ 74274 w 119092"/>
                <a:gd name="connsiteY2" fmla="*/ 191495 h 196215"/>
                <a:gd name="connsiteX3" fmla="*/ 53615 w 119092"/>
                <a:gd name="connsiteY3" fmla="*/ 179176 h 196215"/>
                <a:gd name="connsiteX4" fmla="*/ 56957 w 119092"/>
                <a:gd name="connsiteY4" fmla="*/ 160245 h 196215"/>
                <a:gd name="connsiteX5" fmla="*/ 94326 w 119092"/>
                <a:gd name="connsiteY5" fmla="*/ 27131 h 196215"/>
                <a:gd name="connsiteX6" fmla="*/ 119238 w 119092"/>
                <a:gd name="connsiteY6" fmla="*/ 4896 h 196215"/>
                <a:gd name="connsiteX7" fmla="*/ 119238 w 119092"/>
                <a:gd name="connsiteY7" fmla="*/ 88 h 196215"/>
                <a:gd name="connsiteX8" fmla="*/ 44197 w 119092"/>
                <a:gd name="connsiteY8" fmla="*/ 88 h 196215"/>
                <a:gd name="connsiteX9" fmla="*/ 44197 w 119092"/>
                <a:gd name="connsiteY9" fmla="*/ 4896 h 196215"/>
                <a:gd name="connsiteX10" fmla="*/ 65464 w 119092"/>
                <a:gd name="connsiteY10" fmla="*/ 17816 h 196215"/>
                <a:gd name="connsiteX11" fmla="*/ 62122 w 119092"/>
                <a:gd name="connsiteY11" fmla="*/ 36446 h 196215"/>
                <a:gd name="connsiteX12" fmla="*/ 24753 w 119092"/>
                <a:gd name="connsiteY12" fmla="*/ 169260 h 196215"/>
                <a:gd name="connsiteX13" fmla="*/ 145 w 119092"/>
                <a:gd name="connsiteY13" fmla="*/ 191495 h 196215"/>
                <a:gd name="connsiteX14" fmla="*/ 145 w 119092"/>
                <a:gd name="connsiteY14" fmla="*/ 196303 h 19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9092" h="196215">
                  <a:moveTo>
                    <a:pt x="145" y="196303"/>
                  </a:moveTo>
                  <a:lnTo>
                    <a:pt x="74274" y="196303"/>
                  </a:lnTo>
                  <a:lnTo>
                    <a:pt x="74274" y="191495"/>
                  </a:lnTo>
                  <a:cubicBezTo>
                    <a:pt x="56957" y="189392"/>
                    <a:pt x="53615" y="187589"/>
                    <a:pt x="53615" y="179176"/>
                  </a:cubicBezTo>
                  <a:cubicBezTo>
                    <a:pt x="53615" y="173466"/>
                    <a:pt x="54223" y="169861"/>
                    <a:pt x="56957" y="160245"/>
                  </a:cubicBezTo>
                  <a:lnTo>
                    <a:pt x="94326" y="27131"/>
                  </a:lnTo>
                  <a:cubicBezTo>
                    <a:pt x="99794" y="9703"/>
                    <a:pt x="101921" y="7900"/>
                    <a:pt x="119238" y="4896"/>
                  </a:cubicBezTo>
                  <a:lnTo>
                    <a:pt x="119238" y="88"/>
                  </a:lnTo>
                  <a:lnTo>
                    <a:pt x="44197" y="88"/>
                  </a:lnTo>
                  <a:lnTo>
                    <a:pt x="44197" y="4896"/>
                  </a:lnTo>
                  <a:cubicBezTo>
                    <a:pt x="61818" y="6999"/>
                    <a:pt x="65464" y="9403"/>
                    <a:pt x="65464" y="17816"/>
                  </a:cubicBezTo>
                  <a:cubicBezTo>
                    <a:pt x="65464" y="22023"/>
                    <a:pt x="64249" y="28934"/>
                    <a:pt x="62122" y="36446"/>
                  </a:cubicBezTo>
                  <a:lnTo>
                    <a:pt x="24753" y="169260"/>
                  </a:lnTo>
                  <a:cubicBezTo>
                    <a:pt x="19285" y="186688"/>
                    <a:pt x="17158" y="188491"/>
                    <a:pt x="145" y="191495"/>
                  </a:cubicBezTo>
                  <a:lnTo>
                    <a:pt x="145" y="196303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A6214D1-FEDF-288B-791B-999757BA2F59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7177441" y="5011800"/>
              <a:ext cx="202640" cy="70312"/>
            </a:xfrm>
            <a:custGeom>
              <a:avLst/>
              <a:gdLst>
                <a:gd name="connsiteX0" fmla="*/ 202791 w 202640"/>
                <a:gd name="connsiteY0" fmla="*/ 10001 h 70312"/>
                <a:gd name="connsiteX1" fmla="*/ 198538 w 202640"/>
                <a:gd name="connsiteY1" fmla="*/ 386 h 70312"/>
                <a:gd name="connsiteX2" fmla="*/ 194285 w 202640"/>
                <a:gd name="connsiteY2" fmla="*/ 8198 h 70312"/>
                <a:gd name="connsiteX3" fmla="*/ 151752 w 202640"/>
                <a:gd name="connsiteY3" fmla="*/ 53571 h 70312"/>
                <a:gd name="connsiteX4" fmla="*/ 103142 w 202640"/>
                <a:gd name="connsiteY4" fmla="*/ 27730 h 70312"/>
                <a:gd name="connsiteX5" fmla="*/ 51191 w 202640"/>
                <a:gd name="connsiteY5" fmla="*/ 85 h 70312"/>
                <a:gd name="connsiteX6" fmla="*/ 151 w 202640"/>
                <a:gd name="connsiteY6" fmla="*/ 60482 h 70312"/>
                <a:gd name="connsiteX7" fmla="*/ 4404 w 202640"/>
                <a:gd name="connsiteY7" fmla="*/ 70098 h 70312"/>
                <a:gd name="connsiteX8" fmla="*/ 8658 w 202640"/>
                <a:gd name="connsiteY8" fmla="*/ 63187 h 70312"/>
                <a:gd name="connsiteX9" fmla="*/ 51191 w 202640"/>
                <a:gd name="connsiteY9" fmla="*/ 16912 h 70312"/>
                <a:gd name="connsiteX10" fmla="*/ 99800 w 202640"/>
                <a:gd name="connsiteY10" fmla="*/ 42754 h 70312"/>
                <a:gd name="connsiteX11" fmla="*/ 151752 w 202640"/>
                <a:gd name="connsiteY11" fmla="*/ 70398 h 70312"/>
                <a:gd name="connsiteX12" fmla="*/ 202791 w 202640"/>
                <a:gd name="connsiteY12" fmla="*/ 10001 h 7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2640" h="70312">
                  <a:moveTo>
                    <a:pt x="202791" y="10001"/>
                  </a:moveTo>
                  <a:cubicBezTo>
                    <a:pt x="202791" y="3391"/>
                    <a:pt x="200969" y="386"/>
                    <a:pt x="198538" y="386"/>
                  </a:cubicBezTo>
                  <a:cubicBezTo>
                    <a:pt x="197019" y="386"/>
                    <a:pt x="194589" y="2489"/>
                    <a:pt x="194285" y="8198"/>
                  </a:cubicBezTo>
                  <a:cubicBezTo>
                    <a:pt x="193069" y="37045"/>
                    <a:pt x="173018" y="53571"/>
                    <a:pt x="151752" y="53571"/>
                  </a:cubicBezTo>
                  <a:cubicBezTo>
                    <a:pt x="132612" y="53571"/>
                    <a:pt x="118029" y="40650"/>
                    <a:pt x="103142" y="27730"/>
                  </a:cubicBezTo>
                  <a:cubicBezTo>
                    <a:pt x="87648" y="13907"/>
                    <a:pt x="71850" y="85"/>
                    <a:pt x="51191" y="85"/>
                  </a:cubicBezTo>
                  <a:cubicBezTo>
                    <a:pt x="18076" y="85"/>
                    <a:pt x="151" y="33138"/>
                    <a:pt x="151" y="60482"/>
                  </a:cubicBezTo>
                  <a:cubicBezTo>
                    <a:pt x="151" y="70098"/>
                    <a:pt x="4100" y="70098"/>
                    <a:pt x="4404" y="70098"/>
                  </a:cubicBezTo>
                  <a:cubicBezTo>
                    <a:pt x="7746" y="70098"/>
                    <a:pt x="8658" y="64088"/>
                    <a:pt x="8658" y="63187"/>
                  </a:cubicBezTo>
                  <a:cubicBezTo>
                    <a:pt x="9873" y="30134"/>
                    <a:pt x="32658" y="16912"/>
                    <a:pt x="51191" y="16912"/>
                  </a:cubicBezTo>
                  <a:cubicBezTo>
                    <a:pt x="70331" y="16912"/>
                    <a:pt x="84914" y="29833"/>
                    <a:pt x="99800" y="42754"/>
                  </a:cubicBezTo>
                  <a:cubicBezTo>
                    <a:pt x="115294" y="56576"/>
                    <a:pt x="131093" y="70398"/>
                    <a:pt x="151752" y="70398"/>
                  </a:cubicBezTo>
                  <a:cubicBezTo>
                    <a:pt x="184867" y="70398"/>
                    <a:pt x="202791" y="37345"/>
                    <a:pt x="202791" y="10001"/>
                  </a:cubicBez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8801556-1B43-6EE8-0860-63E3B29510D4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7177745" y="5107106"/>
              <a:ext cx="202032" cy="70312"/>
            </a:xfrm>
            <a:custGeom>
              <a:avLst/>
              <a:gdLst>
                <a:gd name="connsiteX0" fmla="*/ 191855 w 202032"/>
                <a:gd name="connsiteY0" fmla="*/ 12107 h 70312"/>
                <a:gd name="connsiteX1" fmla="*/ 202185 w 202032"/>
                <a:gd name="connsiteY1" fmla="*/ 6097 h 70312"/>
                <a:gd name="connsiteX2" fmla="*/ 192159 w 202032"/>
                <a:gd name="connsiteY2" fmla="*/ 88 h 70312"/>
                <a:gd name="connsiteX3" fmla="*/ 10178 w 202032"/>
                <a:gd name="connsiteY3" fmla="*/ 88 h 70312"/>
                <a:gd name="connsiteX4" fmla="*/ 152 w 202032"/>
                <a:gd name="connsiteY4" fmla="*/ 6097 h 70312"/>
                <a:gd name="connsiteX5" fmla="*/ 10481 w 202032"/>
                <a:gd name="connsiteY5" fmla="*/ 12107 h 70312"/>
                <a:gd name="connsiteX6" fmla="*/ 191855 w 202032"/>
                <a:gd name="connsiteY6" fmla="*/ 12107 h 70312"/>
                <a:gd name="connsiteX7" fmla="*/ 192159 w 202032"/>
                <a:gd name="connsiteY7" fmla="*/ 70401 h 70312"/>
                <a:gd name="connsiteX8" fmla="*/ 202185 w 202032"/>
                <a:gd name="connsiteY8" fmla="*/ 64391 h 70312"/>
                <a:gd name="connsiteX9" fmla="*/ 191855 w 202032"/>
                <a:gd name="connsiteY9" fmla="*/ 58381 h 70312"/>
                <a:gd name="connsiteX10" fmla="*/ 10481 w 202032"/>
                <a:gd name="connsiteY10" fmla="*/ 58381 h 70312"/>
                <a:gd name="connsiteX11" fmla="*/ 152 w 202032"/>
                <a:gd name="connsiteY11" fmla="*/ 64391 h 70312"/>
                <a:gd name="connsiteX12" fmla="*/ 10178 w 202032"/>
                <a:gd name="connsiteY12" fmla="*/ 70401 h 70312"/>
                <a:gd name="connsiteX13" fmla="*/ 192159 w 202032"/>
                <a:gd name="connsiteY13" fmla="*/ 70401 h 7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2032" h="70312">
                  <a:moveTo>
                    <a:pt x="191855" y="12107"/>
                  </a:moveTo>
                  <a:cubicBezTo>
                    <a:pt x="196412" y="12107"/>
                    <a:pt x="202185" y="12107"/>
                    <a:pt x="202185" y="6097"/>
                  </a:cubicBezTo>
                  <a:cubicBezTo>
                    <a:pt x="202185" y="88"/>
                    <a:pt x="196412" y="88"/>
                    <a:pt x="192159" y="88"/>
                  </a:cubicBezTo>
                  <a:lnTo>
                    <a:pt x="10178" y="88"/>
                  </a:lnTo>
                  <a:cubicBezTo>
                    <a:pt x="5924" y="88"/>
                    <a:pt x="152" y="88"/>
                    <a:pt x="152" y="6097"/>
                  </a:cubicBezTo>
                  <a:cubicBezTo>
                    <a:pt x="152" y="12107"/>
                    <a:pt x="5924" y="12107"/>
                    <a:pt x="10481" y="12107"/>
                  </a:cubicBezTo>
                  <a:lnTo>
                    <a:pt x="191855" y="12107"/>
                  </a:lnTo>
                  <a:close/>
                  <a:moveTo>
                    <a:pt x="192159" y="70401"/>
                  </a:moveTo>
                  <a:cubicBezTo>
                    <a:pt x="196412" y="70401"/>
                    <a:pt x="202185" y="70401"/>
                    <a:pt x="202185" y="64391"/>
                  </a:cubicBezTo>
                  <a:cubicBezTo>
                    <a:pt x="202185" y="58381"/>
                    <a:pt x="196412" y="58381"/>
                    <a:pt x="191855" y="58381"/>
                  </a:cubicBezTo>
                  <a:lnTo>
                    <a:pt x="10481" y="58381"/>
                  </a:lnTo>
                  <a:cubicBezTo>
                    <a:pt x="5924" y="58381"/>
                    <a:pt x="152" y="58381"/>
                    <a:pt x="152" y="64391"/>
                  </a:cubicBezTo>
                  <a:cubicBezTo>
                    <a:pt x="152" y="70401"/>
                    <a:pt x="5924" y="70401"/>
                    <a:pt x="10178" y="70401"/>
                  </a:cubicBezTo>
                  <a:lnTo>
                    <a:pt x="192159" y="70401"/>
                  </a:ln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90383FDE-E3D8-D369-BD24-E432BA544802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7495515" y="4976941"/>
              <a:ext cx="70483" cy="300482"/>
            </a:xfrm>
            <a:custGeom>
              <a:avLst/>
              <a:gdLst>
                <a:gd name="connsiteX0" fmla="*/ 70645 w 70483"/>
                <a:gd name="connsiteY0" fmla="*/ 297565 h 300482"/>
                <a:gd name="connsiteX1" fmla="*/ 65480 w 70483"/>
                <a:gd name="connsiteY1" fmla="*/ 290954 h 300482"/>
                <a:gd name="connsiteX2" fmla="*/ 17782 w 70483"/>
                <a:gd name="connsiteY2" fmla="*/ 150329 h 300482"/>
                <a:gd name="connsiteX3" fmla="*/ 66696 w 70483"/>
                <a:gd name="connsiteY3" fmla="*/ 8200 h 300482"/>
                <a:gd name="connsiteX4" fmla="*/ 70645 w 70483"/>
                <a:gd name="connsiteY4" fmla="*/ 3092 h 300482"/>
                <a:gd name="connsiteX5" fmla="*/ 67607 w 70483"/>
                <a:gd name="connsiteY5" fmla="*/ 87 h 300482"/>
                <a:gd name="connsiteX6" fmla="*/ 19301 w 70483"/>
                <a:gd name="connsiteY6" fmla="*/ 58681 h 300482"/>
                <a:gd name="connsiteX7" fmla="*/ 161 w 70483"/>
                <a:gd name="connsiteY7" fmla="*/ 150329 h 300482"/>
                <a:gd name="connsiteX8" fmla="*/ 20213 w 70483"/>
                <a:gd name="connsiteY8" fmla="*/ 244079 h 300482"/>
                <a:gd name="connsiteX9" fmla="*/ 67607 w 70483"/>
                <a:gd name="connsiteY9" fmla="*/ 300570 h 300482"/>
                <a:gd name="connsiteX10" fmla="*/ 70645 w 70483"/>
                <a:gd name="connsiteY10" fmla="*/ 297565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645" y="297565"/>
                  </a:moveTo>
                  <a:cubicBezTo>
                    <a:pt x="70645" y="296664"/>
                    <a:pt x="70645" y="296063"/>
                    <a:pt x="65480" y="290954"/>
                  </a:cubicBezTo>
                  <a:cubicBezTo>
                    <a:pt x="27504" y="253094"/>
                    <a:pt x="17782" y="196302"/>
                    <a:pt x="17782" y="150329"/>
                  </a:cubicBezTo>
                  <a:cubicBezTo>
                    <a:pt x="17782" y="98045"/>
                    <a:pt x="29327" y="45761"/>
                    <a:pt x="66696" y="8200"/>
                  </a:cubicBezTo>
                  <a:cubicBezTo>
                    <a:pt x="70645" y="4595"/>
                    <a:pt x="70645" y="3994"/>
                    <a:pt x="70645" y="3092"/>
                  </a:cubicBezTo>
                  <a:cubicBezTo>
                    <a:pt x="70645" y="989"/>
                    <a:pt x="69430" y="87"/>
                    <a:pt x="67607" y="87"/>
                  </a:cubicBezTo>
                  <a:cubicBezTo>
                    <a:pt x="64569" y="87"/>
                    <a:pt x="37226" y="20520"/>
                    <a:pt x="19301" y="58681"/>
                  </a:cubicBezTo>
                  <a:cubicBezTo>
                    <a:pt x="3807" y="91734"/>
                    <a:pt x="161" y="125088"/>
                    <a:pt x="161" y="150329"/>
                  </a:cubicBezTo>
                  <a:cubicBezTo>
                    <a:pt x="161" y="173766"/>
                    <a:pt x="3503" y="210125"/>
                    <a:pt x="20213" y="244079"/>
                  </a:cubicBezTo>
                  <a:cubicBezTo>
                    <a:pt x="38441" y="281039"/>
                    <a:pt x="64569" y="300570"/>
                    <a:pt x="67607" y="300570"/>
                  </a:cubicBezTo>
                  <a:cubicBezTo>
                    <a:pt x="69430" y="300570"/>
                    <a:pt x="70645" y="299668"/>
                    <a:pt x="70645" y="297565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FD50811D-B271-6BD2-45CA-4515461DADEB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7590742" y="4997073"/>
              <a:ext cx="136713" cy="208535"/>
            </a:xfrm>
            <a:custGeom>
              <a:avLst/>
              <a:gdLst>
                <a:gd name="connsiteX0" fmla="*/ 26596 w 136713"/>
                <a:gd name="connsiteY0" fmla="*/ 12107 h 208535"/>
                <a:gd name="connsiteX1" fmla="*/ 46344 w 136713"/>
                <a:gd name="connsiteY1" fmla="*/ 20220 h 208535"/>
                <a:gd name="connsiteX2" fmla="*/ 43609 w 136713"/>
                <a:gd name="connsiteY2" fmla="*/ 33141 h 208535"/>
                <a:gd name="connsiteX3" fmla="*/ 42090 w 136713"/>
                <a:gd name="connsiteY3" fmla="*/ 38850 h 208535"/>
                <a:gd name="connsiteX4" fmla="*/ 41483 w 136713"/>
                <a:gd name="connsiteY4" fmla="*/ 40954 h 208535"/>
                <a:gd name="connsiteX5" fmla="*/ 165 w 136713"/>
                <a:gd name="connsiteY5" fmla="*/ 191495 h 208535"/>
                <a:gd name="connsiteX6" fmla="*/ 165 w 136713"/>
                <a:gd name="connsiteY6" fmla="*/ 192697 h 208535"/>
                <a:gd name="connsiteX7" fmla="*/ 40571 w 136713"/>
                <a:gd name="connsiteY7" fmla="*/ 208623 h 208535"/>
                <a:gd name="connsiteX8" fmla="*/ 136879 w 136713"/>
                <a:gd name="connsiteY8" fmla="*/ 108863 h 208535"/>
                <a:gd name="connsiteX9" fmla="*/ 101637 w 136713"/>
                <a:gd name="connsiteY9" fmla="*/ 72805 h 208535"/>
                <a:gd name="connsiteX10" fmla="*/ 43002 w 136713"/>
                <a:gd name="connsiteY10" fmla="*/ 118178 h 208535"/>
                <a:gd name="connsiteX11" fmla="*/ 74598 w 136713"/>
                <a:gd name="connsiteY11" fmla="*/ 1590 h 208535"/>
                <a:gd name="connsiteX12" fmla="*/ 73079 w 136713"/>
                <a:gd name="connsiteY12" fmla="*/ 88 h 208535"/>
                <a:gd name="connsiteX13" fmla="*/ 26596 w 136713"/>
                <a:gd name="connsiteY13" fmla="*/ 6999 h 208535"/>
                <a:gd name="connsiteX14" fmla="*/ 26596 w 136713"/>
                <a:gd name="connsiteY14" fmla="*/ 12107 h 208535"/>
                <a:gd name="connsiteX15" fmla="*/ 89788 w 136713"/>
                <a:gd name="connsiteY15" fmla="*/ 87528 h 208535"/>
                <a:gd name="connsiteX16" fmla="*/ 111055 w 136713"/>
                <a:gd name="connsiteY16" fmla="*/ 113370 h 208535"/>
                <a:gd name="connsiteX17" fmla="*/ 77636 w 136713"/>
                <a:gd name="connsiteY17" fmla="*/ 183983 h 208535"/>
                <a:gd name="connsiteX18" fmla="*/ 40268 w 136713"/>
                <a:gd name="connsiteY18" fmla="*/ 201712 h 208535"/>
                <a:gd name="connsiteX19" fmla="*/ 26292 w 136713"/>
                <a:gd name="connsiteY19" fmla="*/ 191495 h 208535"/>
                <a:gd name="connsiteX20" fmla="*/ 48167 w 136713"/>
                <a:gd name="connsiteY20" fmla="*/ 122084 h 208535"/>
                <a:gd name="connsiteX21" fmla="*/ 89788 w 136713"/>
                <a:gd name="connsiteY21" fmla="*/ 87528 h 20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6713" h="208535">
                  <a:moveTo>
                    <a:pt x="26596" y="12107"/>
                  </a:moveTo>
                  <a:cubicBezTo>
                    <a:pt x="44521" y="12708"/>
                    <a:pt x="46344" y="13610"/>
                    <a:pt x="46344" y="20220"/>
                  </a:cubicBezTo>
                  <a:cubicBezTo>
                    <a:pt x="46344" y="22925"/>
                    <a:pt x="45432" y="26530"/>
                    <a:pt x="43609" y="33141"/>
                  </a:cubicBezTo>
                  <a:cubicBezTo>
                    <a:pt x="43002" y="35244"/>
                    <a:pt x="42394" y="37348"/>
                    <a:pt x="42090" y="38850"/>
                  </a:cubicBezTo>
                  <a:lnTo>
                    <a:pt x="41483" y="40954"/>
                  </a:lnTo>
                  <a:lnTo>
                    <a:pt x="165" y="191495"/>
                  </a:lnTo>
                  <a:lnTo>
                    <a:pt x="165" y="192697"/>
                  </a:lnTo>
                  <a:cubicBezTo>
                    <a:pt x="165" y="199608"/>
                    <a:pt x="23558" y="208623"/>
                    <a:pt x="40571" y="208623"/>
                  </a:cubicBezTo>
                  <a:cubicBezTo>
                    <a:pt x="86446" y="208623"/>
                    <a:pt x="136879" y="156038"/>
                    <a:pt x="136879" y="108863"/>
                  </a:cubicBezTo>
                  <a:cubicBezTo>
                    <a:pt x="136879" y="87829"/>
                    <a:pt x="121992" y="72805"/>
                    <a:pt x="101637" y="72805"/>
                  </a:cubicBezTo>
                  <a:cubicBezTo>
                    <a:pt x="80370" y="72805"/>
                    <a:pt x="64572" y="85125"/>
                    <a:pt x="43002" y="118178"/>
                  </a:cubicBezTo>
                  <a:cubicBezTo>
                    <a:pt x="58800" y="61086"/>
                    <a:pt x="60927" y="52973"/>
                    <a:pt x="74598" y="1590"/>
                  </a:cubicBezTo>
                  <a:lnTo>
                    <a:pt x="73079" y="88"/>
                  </a:lnTo>
                  <a:cubicBezTo>
                    <a:pt x="57888" y="2792"/>
                    <a:pt x="46951" y="4595"/>
                    <a:pt x="26596" y="6999"/>
                  </a:cubicBezTo>
                  <a:lnTo>
                    <a:pt x="26596" y="12107"/>
                  </a:lnTo>
                  <a:close/>
                  <a:moveTo>
                    <a:pt x="89788" y="87528"/>
                  </a:moveTo>
                  <a:cubicBezTo>
                    <a:pt x="102852" y="87528"/>
                    <a:pt x="111055" y="97444"/>
                    <a:pt x="111055" y="113370"/>
                  </a:cubicBezTo>
                  <a:cubicBezTo>
                    <a:pt x="111055" y="133202"/>
                    <a:pt x="95561" y="165353"/>
                    <a:pt x="77636" y="183983"/>
                  </a:cubicBezTo>
                  <a:cubicBezTo>
                    <a:pt x="66395" y="195402"/>
                    <a:pt x="53331" y="201712"/>
                    <a:pt x="40268" y="201712"/>
                  </a:cubicBezTo>
                  <a:cubicBezTo>
                    <a:pt x="30849" y="201712"/>
                    <a:pt x="26292" y="198407"/>
                    <a:pt x="26292" y="191495"/>
                  </a:cubicBezTo>
                  <a:cubicBezTo>
                    <a:pt x="26292" y="173466"/>
                    <a:pt x="35407" y="144320"/>
                    <a:pt x="48167" y="122084"/>
                  </a:cubicBezTo>
                  <a:cubicBezTo>
                    <a:pt x="61534" y="98947"/>
                    <a:pt x="75206" y="87528"/>
                    <a:pt x="89788" y="87528"/>
                  </a:cubicBez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6AA81C2-DE17-CC8D-98F2-763C85706B99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7803797" y="5121172"/>
              <a:ext cx="185627" cy="12019"/>
            </a:xfrm>
            <a:custGeom>
              <a:avLst/>
              <a:gdLst>
                <a:gd name="connsiteX0" fmla="*/ 175165 w 185627"/>
                <a:gd name="connsiteY0" fmla="*/ 12107 h 12019"/>
                <a:gd name="connsiteX1" fmla="*/ 185798 w 185627"/>
                <a:gd name="connsiteY1" fmla="*/ 6098 h 12019"/>
                <a:gd name="connsiteX2" fmla="*/ 175165 w 185627"/>
                <a:gd name="connsiteY2" fmla="*/ 88 h 12019"/>
                <a:gd name="connsiteX3" fmla="*/ 10804 w 185627"/>
                <a:gd name="connsiteY3" fmla="*/ 88 h 12019"/>
                <a:gd name="connsiteX4" fmla="*/ 171 w 185627"/>
                <a:gd name="connsiteY4" fmla="*/ 6098 h 12019"/>
                <a:gd name="connsiteX5" fmla="*/ 10804 w 185627"/>
                <a:gd name="connsiteY5" fmla="*/ 12107 h 12019"/>
                <a:gd name="connsiteX6" fmla="*/ 175165 w 185627"/>
                <a:gd name="connsiteY6" fmla="*/ 12107 h 1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627" h="12019">
                  <a:moveTo>
                    <a:pt x="175165" y="12107"/>
                  </a:moveTo>
                  <a:cubicBezTo>
                    <a:pt x="180330" y="12107"/>
                    <a:pt x="185798" y="12107"/>
                    <a:pt x="185798" y="6098"/>
                  </a:cubicBezTo>
                  <a:cubicBezTo>
                    <a:pt x="185798" y="88"/>
                    <a:pt x="180330" y="88"/>
                    <a:pt x="175165" y="88"/>
                  </a:cubicBezTo>
                  <a:lnTo>
                    <a:pt x="10804" y="88"/>
                  </a:lnTo>
                  <a:cubicBezTo>
                    <a:pt x="5640" y="88"/>
                    <a:pt x="171" y="88"/>
                    <a:pt x="171" y="6098"/>
                  </a:cubicBezTo>
                  <a:cubicBezTo>
                    <a:pt x="171" y="12107"/>
                    <a:pt x="5640" y="12107"/>
                    <a:pt x="10804" y="12107"/>
                  </a:cubicBezTo>
                  <a:lnTo>
                    <a:pt x="175165" y="12107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E44C593B-98EB-2F8E-F442-E8B3D8DD6F37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8063040" y="5069790"/>
              <a:ext cx="139448" cy="135818"/>
            </a:xfrm>
            <a:custGeom>
              <a:avLst/>
              <a:gdLst>
                <a:gd name="connsiteX0" fmla="*/ 135983 w 139448"/>
                <a:gd name="connsiteY0" fmla="*/ 99548 h 135818"/>
                <a:gd name="connsiteX1" fmla="*/ 127476 w 139448"/>
                <a:gd name="connsiteY1" fmla="*/ 107961 h 135818"/>
                <a:gd name="connsiteX2" fmla="*/ 111678 w 139448"/>
                <a:gd name="connsiteY2" fmla="*/ 120281 h 135818"/>
                <a:gd name="connsiteX3" fmla="*/ 107425 w 139448"/>
                <a:gd name="connsiteY3" fmla="*/ 116375 h 135818"/>
                <a:gd name="connsiteX4" fmla="*/ 134464 w 139448"/>
                <a:gd name="connsiteY4" fmla="*/ 7300 h 135818"/>
                <a:gd name="connsiteX5" fmla="*/ 136287 w 139448"/>
                <a:gd name="connsiteY5" fmla="*/ 989 h 135818"/>
                <a:gd name="connsiteX6" fmla="*/ 134160 w 139448"/>
                <a:gd name="connsiteY6" fmla="*/ 88 h 135818"/>
                <a:gd name="connsiteX7" fmla="*/ 115628 w 139448"/>
                <a:gd name="connsiteY7" fmla="*/ 2191 h 135818"/>
                <a:gd name="connsiteX8" fmla="*/ 114716 w 139448"/>
                <a:gd name="connsiteY8" fmla="*/ 3093 h 135818"/>
                <a:gd name="connsiteX9" fmla="*/ 111374 w 139448"/>
                <a:gd name="connsiteY9" fmla="*/ 17516 h 135818"/>
                <a:gd name="connsiteX10" fmla="*/ 87070 w 139448"/>
                <a:gd name="connsiteY10" fmla="*/ 88 h 135818"/>
                <a:gd name="connsiteX11" fmla="*/ 180 w 139448"/>
                <a:gd name="connsiteY11" fmla="*/ 102553 h 135818"/>
                <a:gd name="connsiteX12" fmla="*/ 31169 w 139448"/>
                <a:gd name="connsiteY12" fmla="*/ 135906 h 135818"/>
                <a:gd name="connsiteX13" fmla="*/ 92234 w 139448"/>
                <a:gd name="connsiteY13" fmla="*/ 88730 h 135818"/>
                <a:gd name="connsiteX14" fmla="*/ 85247 w 139448"/>
                <a:gd name="connsiteY14" fmla="*/ 123286 h 135818"/>
                <a:gd name="connsiteX15" fmla="*/ 97399 w 139448"/>
                <a:gd name="connsiteY15" fmla="*/ 135606 h 135818"/>
                <a:gd name="connsiteX16" fmla="*/ 139628 w 139448"/>
                <a:gd name="connsiteY16" fmla="*/ 102553 h 135818"/>
                <a:gd name="connsiteX17" fmla="*/ 135983 w 139448"/>
                <a:gd name="connsiteY17" fmla="*/ 99548 h 135818"/>
                <a:gd name="connsiteX18" fmla="*/ 88892 w 139448"/>
                <a:gd name="connsiteY18" fmla="*/ 6699 h 135818"/>
                <a:gd name="connsiteX19" fmla="*/ 105906 w 139448"/>
                <a:gd name="connsiteY19" fmla="*/ 25028 h 135818"/>
                <a:gd name="connsiteX20" fmla="*/ 69752 w 139448"/>
                <a:gd name="connsiteY20" fmla="*/ 107961 h 135818"/>
                <a:gd name="connsiteX21" fmla="*/ 43321 w 139448"/>
                <a:gd name="connsiteY21" fmla="*/ 121182 h 135818"/>
                <a:gd name="connsiteX22" fmla="*/ 25700 w 139448"/>
                <a:gd name="connsiteY22" fmla="*/ 98646 h 135818"/>
                <a:gd name="connsiteX23" fmla="*/ 50309 w 139448"/>
                <a:gd name="connsiteY23" fmla="*/ 32841 h 135818"/>
                <a:gd name="connsiteX24" fmla="*/ 88892 w 139448"/>
                <a:gd name="connsiteY24" fmla="*/ 6699 h 13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9448" h="135818">
                  <a:moveTo>
                    <a:pt x="135983" y="99548"/>
                  </a:moveTo>
                  <a:cubicBezTo>
                    <a:pt x="131426" y="104055"/>
                    <a:pt x="129603" y="105557"/>
                    <a:pt x="127476" y="107961"/>
                  </a:cubicBezTo>
                  <a:cubicBezTo>
                    <a:pt x="118362" y="117276"/>
                    <a:pt x="114412" y="120281"/>
                    <a:pt x="111678" y="120281"/>
                  </a:cubicBezTo>
                  <a:cubicBezTo>
                    <a:pt x="109248" y="120281"/>
                    <a:pt x="107425" y="118478"/>
                    <a:pt x="107425" y="116375"/>
                  </a:cubicBezTo>
                  <a:cubicBezTo>
                    <a:pt x="107425" y="110365"/>
                    <a:pt x="120185" y="58983"/>
                    <a:pt x="134464" y="7300"/>
                  </a:cubicBezTo>
                  <a:cubicBezTo>
                    <a:pt x="135375" y="4295"/>
                    <a:pt x="135679" y="3694"/>
                    <a:pt x="136287" y="989"/>
                  </a:cubicBezTo>
                  <a:lnTo>
                    <a:pt x="134160" y="88"/>
                  </a:lnTo>
                  <a:lnTo>
                    <a:pt x="115628" y="2191"/>
                  </a:lnTo>
                  <a:lnTo>
                    <a:pt x="114716" y="3093"/>
                  </a:lnTo>
                  <a:lnTo>
                    <a:pt x="111374" y="17516"/>
                  </a:lnTo>
                  <a:cubicBezTo>
                    <a:pt x="108944" y="6398"/>
                    <a:pt x="100133" y="88"/>
                    <a:pt x="87070" y="88"/>
                  </a:cubicBezTo>
                  <a:cubicBezTo>
                    <a:pt x="46967" y="88"/>
                    <a:pt x="180" y="55076"/>
                    <a:pt x="180" y="102553"/>
                  </a:cubicBezTo>
                  <a:cubicBezTo>
                    <a:pt x="180" y="123586"/>
                    <a:pt x="11725" y="135906"/>
                    <a:pt x="31169" y="135906"/>
                  </a:cubicBezTo>
                  <a:cubicBezTo>
                    <a:pt x="52435" y="135906"/>
                    <a:pt x="65499" y="125990"/>
                    <a:pt x="92234" y="88730"/>
                  </a:cubicBezTo>
                  <a:cubicBezTo>
                    <a:pt x="86158" y="112168"/>
                    <a:pt x="85247" y="116074"/>
                    <a:pt x="85247" y="123286"/>
                  </a:cubicBezTo>
                  <a:cubicBezTo>
                    <a:pt x="85247" y="132000"/>
                    <a:pt x="88892" y="135606"/>
                    <a:pt x="97399" y="135606"/>
                  </a:cubicBezTo>
                  <a:cubicBezTo>
                    <a:pt x="109551" y="135606"/>
                    <a:pt x="117147" y="129896"/>
                    <a:pt x="139628" y="102553"/>
                  </a:cubicBezTo>
                  <a:lnTo>
                    <a:pt x="135983" y="99548"/>
                  </a:lnTo>
                  <a:close/>
                  <a:moveTo>
                    <a:pt x="88892" y="6699"/>
                  </a:moveTo>
                  <a:cubicBezTo>
                    <a:pt x="99222" y="7300"/>
                    <a:pt x="105906" y="14511"/>
                    <a:pt x="105906" y="25028"/>
                  </a:cubicBezTo>
                  <a:cubicBezTo>
                    <a:pt x="105906" y="50269"/>
                    <a:pt x="90715" y="85726"/>
                    <a:pt x="69752" y="107961"/>
                  </a:cubicBezTo>
                  <a:cubicBezTo>
                    <a:pt x="62461" y="116074"/>
                    <a:pt x="52132" y="121182"/>
                    <a:pt x="43321" y="121182"/>
                  </a:cubicBezTo>
                  <a:cubicBezTo>
                    <a:pt x="32688" y="121182"/>
                    <a:pt x="25700" y="112468"/>
                    <a:pt x="25700" y="98646"/>
                  </a:cubicBezTo>
                  <a:cubicBezTo>
                    <a:pt x="25700" y="82420"/>
                    <a:pt x="37245" y="51470"/>
                    <a:pt x="50309" y="32841"/>
                  </a:cubicBezTo>
                  <a:cubicBezTo>
                    <a:pt x="62461" y="15413"/>
                    <a:pt x="76740" y="5797"/>
                    <a:pt x="88892" y="6699"/>
                  </a:cubicBez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B2350E90-261A-2F29-B1E3-931B0C5A14BD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8227666" y="4976941"/>
              <a:ext cx="70483" cy="300482"/>
            </a:xfrm>
            <a:custGeom>
              <a:avLst/>
              <a:gdLst>
                <a:gd name="connsiteX0" fmla="*/ 70669 w 70483"/>
                <a:gd name="connsiteY0" fmla="*/ 150329 h 300482"/>
                <a:gd name="connsiteX1" fmla="*/ 50618 w 70483"/>
                <a:gd name="connsiteY1" fmla="*/ 56578 h 300482"/>
                <a:gd name="connsiteX2" fmla="*/ 3224 w 70483"/>
                <a:gd name="connsiteY2" fmla="*/ 87 h 300482"/>
                <a:gd name="connsiteX3" fmla="*/ 186 w 70483"/>
                <a:gd name="connsiteY3" fmla="*/ 3092 h 300482"/>
                <a:gd name="connsiteX4" fmla="*/ 5958 w 70483"/>
                <a:gd name="connsiteY4" fmla="*/ 10003 h 300482"/>
                <a:gd name="connsiteX5" fmla="*/ 53048 w 70483"/>
                <a:gd name="connsiteY5" fmla="*/ 150329 h 300482"/>
                <a:gd name="connsiteX6" fmla="*/ 4135 w 70483"/>
                <a:gd name="connsiteY6" fmla="*/ 292457 h 300482"/>
                <a:gd name="connsiteX7" fmla="*/ 186 w 70483"/>
                <a:gd name="connsiteY7" fmla="*/ 297565 h 300482"/>
                <a:gd name="connsiteX8" fmla="*/ 3224 w 70483"/>
                <a:gd name="connsiteY8" fmla="*/ 300570 h 300482"/>
                <a:gd name="connsiteX9" fmla="*/ 51529 w 70483"/>
                <a:gd name="connsiteY9" fmla="*/ 241976 h 300482"/>
                <a:gd name="connsiteX10" fmla="*/ 70669 w 70483"/>
                <a:gd name="connsiteY10" fmla="*/ 150329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669" y="150329"/>
                  </a:moveTo>
                  <a:cubicBezTo>
                    <a:pt x="70669" y="126891"/>
                    <a:pt x="67327" y="90533"/>
                    <a:pt x="50618" y="56578"/>
                  </a:cubicBezTo>
                  <a:cubicBezTo>
                    <a:pt x="32389" y="19619"/>
                    <a:pt x="6262" y="87"/>
                    <a:pt x="3224" y="87"/>
                  </a:cubicBezTo>
                  <a:cubicBezTo>
                    <a:pt x="1401" y="87"/>
                    <a:pt x="186" y="1289"/>
                    <a:pt x="186" y="3092"/>
                  </a:cubicBezTo>
                  <a:cubicBezTo>
                    <a:pt x="186" y="3994"/>
                    <a:pt x="186" y="4595"/>
                    <a:pt x="5958" y="10003"/>
                  </a:cubicBezTo>
                  <a:cubicBezTo>
                    <a:pt x="35731" y="39751"/>
                    <a:pt x="53048" y="87528"/>
                    <a:pt x="53048" y="150329"/>
                  </a:cubicBezTo>
                  <a:cubicBezTo>
                    <a:pt x="53048" y="201711"/>
                    <a:pt x="41807" y="254596"/>
                    <a:pt x="4135" y="292457"/>
                  </a:cubicBezTo>
                  <a:cubicBezTo>
                    <a:pt x="186" y="296063"/>
                    <a:pt x="186" y="296664"/>
                    <a:pt x="186" y="297565"/>
                  </a:cubicBezTo>
                  <a:cubicBezTo>
                    <a:pt x="186" y="299368"/>
                    <a:pt x="1401" y="300570"/>
                    <a:pt x="3224" y="300570"/>
                  </a:cubicBezTo>
                  <a:cubicBezTo>
                    <a:pt x="6262" y="300570"/>
                    <a:pt x="33605" y="280137"/>
                    <a:pt x="51529" y="241976"/>
                  </a:cubicBezTo>
                  <a:cubicBezTo>
                    <a:pt x="67024" y="208923"/>
                    <a:pt x="70669" y="175569"/>
                    <a:pt x="70669" y="150329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09D84D0D-E6CB-36F3-6EC0-DEFE15E58C85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7458146" y="5303716"/>
              <a:ext cx="147043" cy="100361"/>
            </a:xfrm>
            <a:custGeom>
              <a:avLst/>
              <a:gdLst>
                <a:gd name="connsiteX0" fmla="*/ 147204 w 147043"/>
                <a:gd name="connsiteY0" fmla="*/ 72811 h 100361"/>
                <a:gd name="connsiteX1" fmla="*/ 142951 w 147043"/>
                <a:gd name="connsiteY1" fmla="*/ 64398 h 100361"/>
                <a:gd name="connsiteX2" fmla="*/ 66999 w 147043"/>
                <a:gd name="connsiteY2" fmla="*/ 48472 h 100361"/>
                <a:gd name="connsiteX3" fmla="*/ 14136 w 147043"/>
                <a:gd name="connsiteY3" fmla="*/ 1597 h 100361"/>
                <a:gd name="connsiteX4" fmla="*/ 7452 w 147043"/>
                <a:gd name="connsiteY4" fmla="*/ 95 h 100361"/>
                <a:gd name="connsiteX5" fmla="*/ 161 w 147043"/>
                <a:gd name="connsiteY5" fmla="*/ 7907 h 100361"/>
                <a:gd name="connsiteX6" fmla="*/ 161 w 147043"/>
                <a:gd name="connsiteY6" fmla="*/ 12715 h 100361"/>
                <a:gd name="connsiteX7" fmla="*/ 140824 w 147043"/>
                <a:gd name="connsiteY7" fmla="*/ 100456 h 100361"/>
                <a:gd name="connsiteX8" fmla="*/ 147204 w 147043"/>
                <a:gd name="connsiteY8" fmla="*/ 92042 h 100361"/>
                <a:gd name="connsiteX9" fmla="*/ 147204 w 147043"/>
                <a:gd name="connsiteY9" fmla="*/ 72811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043" h="100361">
                  <a:moveTo>
                    <a:pt x="147204" y="72811"/>
                  </a:moveTo>
                  <a:cubicBezTo>
                    <a:pt x="147204" y="65900"/>
                    <a:pt x="147204" y="64398"/>
                    <a:pt x="142951" y="64398"/>
                  </a:cubicBezTo>
                  <a:cubicBezTo>
                    <a:pt x="124419" y="64097"/>
                    <a:pt x="94342" y="61694"/>
                    <a:pt x="66999" y="48472"/>
                  </a:cubicBezTo>
                  <a:cubicBezTo>
                    <a:pt x="34187" y="32246"/>
                    <a:pt x="21731" y="13316"/>
                    <a:pt x="14136" y="1597"/>
                  </a:cubicBezTo>
                  <a:cubicBezTo>
                    <a:pt x="13225" y="95"/>
                    <a:pt x="11402" y="95"/>
                    <a:pt x="7452" y="95"/>
                  </a:cubicBezTo>
                  <a:cubicBezTo>
                    <a:pt x="465" y="95"/>
                    <a:pt x="161" y="395"/>
                    <a:pt x="161" y="7907"/>
                  </a:cubicBezTo>
                  <a:lnTo>
                    <a:pt x="161" y="12715"/>
                  </a:lnTo>
                  <a:cubicBezTo>
                    <a:pt x="41479" y="86333"/>
                    <a:pt x="109836" y="100456"/>
                    <a:pt x="140824" y="100456"/>
                  </a:cubicBezTo>
                  <a:cubicBezTo>
                    <a:pt x="147204" y="100456"/>
                    <a:pt x="147204" y="100155"/>
                    <a:pt x="147204" y="92042"/>
                  </a:cubicBezTo>
                  <a:lnTo>
                    <a:pt x="147204" y="72811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A21D6121-CBE2-A67B-C05B-CB8C34C847E4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7602664" y="5368188"/>
              <a:ext cx="157161" cy="35889"/>
            </a:xfrm>
            <a:custGeom>
              <a:avLst/>
              <a:gdLst>
                <a:gd name="connsiteX0" fmla="*/ 0 w 157161"/>
                <a:gd name="connsiteY0" fmla="*/ 0 h 35889"/>
                <a:gd name="connsiteX1" fmla="*/ 157161 w 157161"/>
                <a:gd name="connsiteY1" fmla="*/ 0 h 35889"/>
                <a:gd name="connsiteX2" fmla="*/ 157161 w 157161"/>
                <a:gd name="connsiteY2" fmla="*/ 35889 h 35889"/>
                <a:gd name="connsiteX3" fmla="*/ 0 w 157161"/>
                <a:gd name="connsiteY3" fmla="*/ 35889 h 3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161" h="35889">
                  <a:moveTo>
                    <a:pt x="0" y="0"/>
                  </a:moveTo>
                  <a:lnTo>
                    <a:pt x="157161" y="0"/>
                  </a:lnTo>
                  <a:lnTo>
                    <a:pt x="157161" y="35889"/>
                  </a:lnTo>
                  <a:lnTo>
                    <a:pt x="0" y="35889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82D033ED-5A8B-AF52-F5E1-5CCC7F894740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7756787" y="5368019"/>
              <a:ext cx="147043" cy="100361"/>
            </a:xfrm>
            <a:custGeom>
              <a:avLst/>
              <a:gdLst>
                <a:gd name="connsiteX0" fmla="*/ 147214 w 147043"/>
                <a:gd name="connsiteY0" fmla="*/ 87836 h 100361"/>
                <a:gd name="connsiteX1" fmla="*/ 6551 w 147043"/>
                <a:gd name="connsiteY1" fmla="*/ 95 h 100361"/>
                <a:gd name="connsiteX2" fmla="*/ 171 w 147043"/>
                <a:gd name="connsiteY2" fmla="*/ 8508 h 100361"/>
                <a:gd name="connsiteX3" fmla="*/ 171 w 147043"/>
                <a:gd name="connsiteY3" fmla="*/ 27739 h 100361"/>
                <a:gd name="connsiteX4" fmla="*/ 4424 w 147043"/>
                <a:gd name="connsiteY4" fmla="*/ 36153 h 100361"/>
                <a:gd name="connsiteX5" fmla="*/ 80376 w 147043"/>
                <a:gd name="connsiteY5" fmla="*/ 52078 h 100361"/>
                <a:gd name="connsiteX6" fmla="*/ 133239 w 147043"/>
                <a:gd name="connsiteY6" fmla="*/ 98953 h 100361"/>
                <a:gd name="connsiteX7" fmla="*/ 139923 w 147043"/>
                <a:gd name="connsiteY7" fmla="*/ 100456 h 100361"/>
                <a:gd name="connsiteX8" fmla="*/ 147214 w 147043"/>
                <a:gd name="connsiteY8" fmla="*/ 92643 h 100361"/>
                <a:gd name="connsiteX9" fmla="*/ 147214 w 147043"/>
                <a:gd name="connsiteY9" fmla="*/ 87836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043" h="100361">
                  <a:moveTo>
                    <a:pt x="147214" y="87836"/>
                  </a:moveTo>
                  <a:cubicBezTo>
                    <a:pt x="105896" y="14217"/>
                    <a:pt x="37539" y="95"/>
                    <a:pt x="6551" y="95"/>
                  </a:cubicBezTo>
                  <a:cubicBezTo>
                    <a:pt x="171" y="95"/>
                    <a:pt x="171" y="395"/>
                    <a:pt x="171" y="8508"/>
                  </a:cubicBezTo>
                  <a:lnTo>
                    <a:pt x="171" y="27739"/>
                  </a:lnTo>
                  <a:cubicBezTo>
                    <a:pt x="171" y="34650"/>
                    <a:pt x="171" y="36153"/>
                    <a:pt x="4424" y="36153"/>
                  </a:cubicBezTo>
                  <a:cubicBezTo>
                    <a:pt x="22956" y="36453"/>
                    <a:pt x="53033" y="38857"/>
                    <a:pt x="80376" y="52078"/>
                  </a:cubicBezTo>
                  <a:cubicBezTo>
                    <a:pt x="113187" y="68304"/>
                    <a:pt x="125644" y="87235"/>
                    <a:pt x="133239" y="98953"/>
                  </a:cubicBezTo>
                  <a:cubicBezTo>
                    <a:pt x="134150" y="100456"/>
                    <a:pt x="135973" y="100456"/>
                    <a:pt x="139923" y="100456"/>
                  </a:cubicBezTo>
                  <a:cubicBezTo>
                    <a:pt x="146910" y="100456"/>
                    <a:pt x="147214" y="100155"/>
                    <a:pt x="147214" y="92643"/>
                  </a:cubicBezTo>
                  <a:lnTo>
                    <a:pt x="147214" y="87836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2A74462-537A-0711-C14B-2B907052BA63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7889761" y="5368019"/>
              <a:ext cx="147043" cy="100361"/>
            </a:xfrm>
            <a:custGeom>
              <a:avLst/>
              <a:gdLst>
                <a:gd name="connsiteX0" fmla="*/ 147218 w 147043"/>
                <a:gd name="connsiteY0" fmla="*/ 8508 h 100361"/>
                <a:gd name="connsiteX1" fmla="*/ 140838 w 147043"/>
                <a:gd name="connsiteY1" fmla="*/ 95 h 100361"/>
                <a:gd name="connsiteX2" fmla="*/ 175 w 147043"/>
                <a:gd name="connsiteY2" fmla="*/ 87836 h 100361"/>
                <a:gd name="connsiteX3" fmla="*/ 175 w 147043"/>
                <a:gd name="connsiteY3" fmla="*/ 92643 h 100361"/>
                <a:gd name="connsiteX4" fmla="*/ 7466 w 147043"/>
                <a:gd name="connsiteY4" fmla="*/ 100456 h 100361"/>
                <a:gd name="connsiteX5" fmla="*/ 15062 w 147043"/>
                <a:gd name="connsiteY5" fmla="*/ 98052 h 100361"/>
                <a:gd name="connsiteX6" fmla="*/ 143573 w 147043"/>
                <a:gd name="connsiteY6" fmla="*/ 36153 h 100361"/>
                <a:gd name="connsiteX7" fmla="*/ 147218 w 147043"/>
                <a:gd name="connsiteY7" fmla="*/ 27739 h 100361"/>
                <a:gd name="connsiteX8" fmla="*/ 147218 w 147043"/>
                <a:gd name="connsiteY8" fmla="*/ 8508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43" h="100361">
                  <a:moveTo>
                    <a:pt x="147218" y="8508"/>
                  </a:moveTo>
                  <a:cubicBezTo>
                    <a:pt x="147218" y="395"/>
                    <a:pt x="147218" y="95"/>
                    <a:pt x="140838" y="95"/>
                  </a:cubicBezTo>
                  <a:cubicBezTo>
                    <a:pt x="109850" y="95"/>
                    <a:pt x="41493" y="14518"/>
                    <a:pt x="175" y="87836"/>
                  </a:cubicBezTo>
                  <a:lnTo>
                    <a:pt x="175" y="92643"/>
                  </a:lnTo>
                  <a:cubicBezTo>
                    <a:pt x="175" y="100155"/>
                    <a:pt x="479" y="100456"/>
                    <a:pt x="7466" y="100456"/>
                  </a:cubicBezTo>
                  <a:cubicBezTo>
                    <a:pt x="13239" y="100456"/>
                    <a:pt x="13543" y="100155"/>
                    <a:pt x="15062" y="98052"/>
                  </a:cubicBezTo>
                  <a:cubicBezTo>
                    <a:pt x="39974" y="58689"/>
                    <a:pt x="81900" y="37354"/>
                    <a:pt x="143573" y="36153"/>
                  </a:cubicBezTo>
                  <a:cubicBezTo>
                    <a:pt x="147218" y="36153"/>
                    <a:pt x="147218" y="34049"/>
                    <a:pt x="147218" y="27739"/>
                  </a:cubicBezTo>
                  <a:lnTo>
                    <a:pt x="147218" y="8508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180E929F-1DE7-9365-A942-E77E38B160B9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8034278" y="5368188"/>
              <a:ext cx="157161" cy="35889"/>
            </a:xfrm>
            <a:custGeom>
              <a:avLst/>
              <a:gdLst>
                <a:gd name="connsiteX0" fmla="*/ 0 w 157161"/>
                <a:gd name="connsiteY0" fmla="*/ 0 h 35889"/>
                <a:gd name="connsiteX1" fmla="*/ 157161 w 157161"/>
                <a:gd name="connsiteY1" fmla="*/ 0 h 35889"/>
                <a:gd name="connsiteX2" fmla="*/ 157161 w 157161"/>
                <a:gd name="connsiteY2" fmla="*/ 35889 h 35889"/>
                <a:gd name="connsiteX3" fmla="*/ 0 w 157161"/>
                <a:gd name="connsiteY3" fmla="*/ 35889 h 3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161" h="35889">
                  <a:moveTo>
                    <a:pt x="0" y="0"/>
                  </a:moveTo>
                  <a:lnTo>
                    <a:pt x="157161" y="0"/>
                  </a:lnTo>
                  <a:lnTo>
                    <a:pt x="157161" y="35889"/>
                  </a:lnTo>
                  <a:lnTo>
                    <a:pt x="0" y="35889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10BF6BF-16BC-AA01-FC2D-5EAEF329CE46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8188402" y="5303716"/>
              <a:ext cx="147043" cy="100361"/>
            </a:xfrm>
            <a:custGeom>
              <a:avLst/>
              <a:gdLst>
                <a:gd name="connsiteX0" fmla="*/ 147228 w 147043"/>
                <a:gd name="connsiteY0" fmla="*/ 7907 h 100361"/>
                <a:gd name="connsiteX1" fmla="*/ 139937 w 147043"/>
                <a:gd name="connsiteY1" fmla="*/ 95 h 100361"/>
                <a:gd name="connsiteX2" fmla="*/ 132341 w 147043"/>
                <a:gd name="connsiteY2" fmla="*/ 2498 h 100361"/>
                <a:gd name="connsiteX3" fmla="*/ 3830 w 147043"/>
                <a:gd name="connsiteY3" fmla="*/ 64398 h 100361"/>
                <a:gd name="connsiteX4" fmla="*/ 185 w 147043"/>
                <a:gd name="connsiteY4" fmla="*/ 72811 h 100361"/>
                <a:gd name="connsiteX5" fmla="*/ 185 w 147043"/>
                <a:gd name="connsiteY5" fmla="*/ 92042 h 100361"/>
                <a:gd name="connsiteX6" fmla="*/ 6565 w 147043"/>
                <a:gd name="connsiteY6" fmla="*/ 100456 h 100361"/>
                <a:gd name="connsiteX7" fmla="*/ 147228 w 147043"/>
                <a:gd name="connsiteY7" fmla="*/ 12715 h 100361"/>
                <a:gd name="connsiteX8" fmla="*/ 147228 w 147043"/>
                <a:gd name="connsiteY8" fmla="*/ 7907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43" h="100361">
                  <a:moveTo>
                    <a:pt x="147228" y="7907"/>
                  </a:moveTo>
                  <a:cubicBezTo>
                    <a:pt x="147228" y="395"/>
                    <a:pt x="146924" y="95"/>
                    <a:pt x="139937" y="95"/>
                  </a:cubicBezTo>
                  <a:cubicBezTo>
                    <a:pt x="134164" y="95"/>
                    <a:pt x="133860" y="395"/>
                    <a:pt x="132341" y="2498"/>
                  </a:cubicBezTo>
                  <a:cubicBezTo>
                    <a:pt x="107429" y="41862"/>
                    <a:pt x="65503" y="63196"/>
                    <a:pt x="3830" y="64398"/>
                  </a:cubicBezTo>
                  <a:cubicBezTo>
                    <a:pt x="185" y="64398"/>
                    <a:pt x="185" y="66501"/>
                    <a:pt x="185" y="72811"/>
                  </a:cubicBezTo>
                  <a:lnTo>
                    <a:pt x="185" y="92042"/>
                  </a:lnTo>
                  <a:cubicBezTo>
                    <a:pt x="185" y="100155"/>
                    <a:pt x="185" y="100456"/>
                    <a:pt x="6565" y="100456"/>
                  </a:cubicBezTo>
                  <a:cubicBezTo>
                    <a:pt x="37553" y="100456"/>
                    <a:pt x="105910" y="86033"/>
                    <a:pt x="147228" y="12715"/>
                  </a:cubicBezTo>
                  <a:lnTo>
                    <a:pt x="147228" y="7907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71D0DAA2-B09E-55B6-58F0-F56D76C752B3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7620614" y="5550163"/>
              <a:ext cx="208406" cy="149646"/>
            </a:xfrm>
            <a:custGeom>
              <a:avLst/>
              <a:gdLst>
                <a:gd name="connsiteX0" fmla="*/ 208572 w 208406"/>
                <a:gd name="connsiteY0" fmla="*/ 104 h 149646"/>
                <a:gd name="connsiteX1" fmla="*/ 164058 w 208406"/>
                <a:gd name="connsiteY1" fmla="*/ 104 h 149646"/>
                <a:gd name="connsiteX2" fmla="*/ 164058 w 208406"/>
                <a:gd name="connsiteY2" fmla="*/ 4329 h 149646"/>
                <a:gd name="connsiteX3" fmla="*/ 179571 w 208406"/>
                <a:gd name="connsiteY3" fmla="*/ 13890 h 149646"/>
                <a:gd name="connsiteX4" fmla="*/ 175974 w 208406"/>
                <a:gd name="connsiteY4" fmla="*/ 30567 h 149646"/>
                <a:gd name="connsiteX5" fmla="*/ 147872 w 208406"/>
                <a:gd name="connsiteY5" fmla="*/ 105946 h 149646"/>
                <a:gd name="connsiteX6" fmla="*/ 118196 w 208406"/>
                <a:gd name="connsiteY6" fmla="*/ 30122 h 149646"/>
                <a:gd name="connsiteX7" fmla="*/ 115498 w 208406"/>
                <a:gd name="connsiteY7" fmla="*/ 23452 h 149646"/>
                <a:gd name="connsiteX8" fmla="*/ 112125 w 208406"/>
                <a:gd name="connsiteY8" fmla="*/ 12112 h 149646"/>
                <a:gd name="connsiteX9" fmla="*/ 129436 w 208406"/>
                <a:gd name="connsiteY9" fmla="*/ 4329 h 149646"/>
                <a:gd name="connsiteX10" fmla="*/ 129436 w 208406"/>
                <a:gd name="connsiteY10" fmla="*/ 104 h 149646"/>
                <a:gd name="connsiteX11" fmla="*/ 69410 w 208406"/>
                <a:gd name="connsiteY11" fmla="*/ 104 h 149646"/>
                <a:gd name="connsiteX12" fmla="*/ 69410 w 208406"/>
                <a:gd name="connsiteY12" fmla="*/ 4329 h 149646"/>
                <a:gd name="connsiteX13" fmla="*/ 92117 w 208406"/>
                <a:gd name="connsiteY13" fmla="*/ 24341 h 149646"/>
                <a:gd name="connsiteX14" fmla="*/ 99536 w 208406"/>
                <a:gd name="connsiteY14" fmla="*/ 42574 h 149646"/>
                <a:gd name="connsiteX15" fmla="*/ 75480 w 208406"/>
                <a:gd name="connsiteY15" fmla="*/ 105279 h 149646"/>
                <a:gd name="connsiteX16" fmla="*/ 43106 w 208406"/>
                <a:gd name="connsiteY16" fmla="*/ 21673 h 149646"/>
                <a:gd name="connsiteX17" fmla="*/ 40633 w 208406"/>
                <a:gd name="connsiteY17" fmla="*/ 11444 h 149646"/>
                <a:gd name="connsiteX18" fmla="*/ 55246 w 208406"/>
                <a:gd name="connsiteY18" fmla="*/ 4329 h 149646"/>
                <a:gd name="connsiteX19" fmla="*/ 55246 w 208406"/>
                <a:gd name="connsiteY19" fmla="*/ 104 h 149646"/>
                <a:gd name="connsiteX20" fmla="*/ 166 w 208406"/>
                <a:gd name="connsiteY20" fmla="*/ 104 h 149646"/>
                <a:gd name="connsiteX21" fmla="*/ 166 w 208406"/>
                <a:gd name="connsiteY21" fmla="*/ 4329 h 149646"/>
                <a:gd name="connsiteX22" fmla="*/ 23322 w 208406"/>
                <a:gd name="connsiteY22" fmla="*/ 30345 h 149646"/>
                <a:gd name="connsiteX23" fmla="*/ 66712 w 208406"/>
                <a:gd name="connsiteY23" fmla="*/ 149751 h 149646"/>
                <a:gd name="connsiteX24" fmla="*/ 70084 w 208406"/>
                <a:gd name="connsiteY24" fmla="*/ 149751 h 149646"/>
                <a:gd name="connsiteX25" fmla="*/ 104706 w 208406"/>
                <a:gd name="connsiteY25" fmla="*/ 55694 h 149646"/>
                <a:gd name="connsiteX26" fmla="*/ 140677 w 208406"/>
                <a:gd name="connsiteY26" fmla="*/ 149751 h 149646"/>
                <a:gd name="connsiteX27" fmla="*/ 144050 w 208406"/>
                <a:gd name="connsiteY27" fmla="*/ 149751 h 149646"/>
                <a:gd name="connsiteX28" fmla="*/ 189913 w 208406"/>
                <a:gd name="connsiteY28" fmla="*/ 20116 h 149646"/>
                <a:gd name="connsiteX29" fmla="*/ 208572 w 208406"/>
                <a:gd name="connsiteY29" fmla="*/ 4329 h 149646"/>
                <a:gd name="connsiteX30" fmla="*/ 208572 w 208406"/>
                <a:gd name="connsiteY30" fmla="*/ 104 h 149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08406" h="149646">
                  <a:moveTo>
                    <a:pt x="208572" y="104"/>
                  </a:moveTo>
                  <a:lnTo>
                    <a:pt x="164058" y="104"/>
                  </a:lnTo>
                  <a:lnTo>
                    <a:pt x="164058" y="4329"/>
                  </a:lnTo>
                  <a:cubicBezTo>
                    <a:pt x="175524" y="5441"/>
                    <a:pt x="179571" y="7887"/>
                    <a:pt x="179571" y="13890"/>
                  </a:cubicBezTo>
                  <a:cubicBezTo>
                    <a:pt x="179571" y="18560"/>
                    <a:pt x="178222" y="24341"/>
                    <a:pt x="175974" y="30567"/>
                  </a:cubicBezTo>
                  <a:lnTo>
                    <a:pt x="147872" y="105946"/>
                  </a:lnTo>
                  <a:lnTo>
                    <a:pt x="118196" y="30122"/>
                  </a:lnTo>
                  <a:cubicBezTo>
                    <a:pt x="117746" y="29011"/>
                    <a:pt x="115723" y="24119"/>
                    <a:pt x="115498" y="23452"/>
                  </a:cubicBezTo>
                  <a:cubicBezTo>
                    <a:pt x="113474" y="18782"/>
                    <a:pt x="112125" y="14558"/>
                    <a:pt x="112125" y="12112"/>
                  </a:cubicBezTo>
                  <a:cubicBezTo>
                    <a:pt x="112125" y="6775"/>
                    <a:pt x="117296" y="4551"/>
                    <a:pt x="129436" y="4329"/>
                  </a:cubicBezTo>
                  <a:lnTo>
                    <a:pt x="129436" y="104"/>
                  </a:lnTo>
                  <a:lnTo>
                    <a:pt x="69410" y="104"/>
                  </a:lnTo>
                  <a:lnTo>
                    <a:pt x="69410" y="4329"/>
                  </a:lnTo>
                  <a:cubicBezTo>
                    <a:pt x="82225" y="4551"/>
                    <a:pt x="84473" y="6553"/>
                    <a:pt x="92117" y="24341"/>
                  </a:cubicBezTo>
                  <a:lnTo>
                    <a:pt x="99536" y="42574"/>
                  </a:lnTo>
                  <a:lnTo>
                    <a:pt x="75480" y="105279"/>
                  </a:lnTo>
                  <a:lnTo>
                    <a:pt x="43106" y="21673"/>
                  </a:lnTo>
                  <a:cubicBezTo>
                    <a:pt x="41533" y="17671"/>
                    <a:pt x="40633" y="13890"/>
                    <a:pt x="40633" y="11444"/>
                  </a:cubicBezTo>
                  <a:cubicBezTo>
                    <a:pt x="40633" y="6553"/>
                    <a:pt x="43781" y="4996"/>
                    <a:pt x="55246" y="4329"/>
                  </a:cubicBezTo>
                  <a:lnTo>
                    <a:pt x="55246" y="104"/>
                  </a:lnTo>
                  <a:lnTo>
                    <a:pt x="166" y="104"/>
                  </a:lnTo>
                  <a:lnTo>
                    <a:pt x="166" y="4329"/>
                  </a:lnTo>
                  <a:cubicBezTo>
                    <a:pt x="11632" y="5441"/>
                    <a:pt x="15004" y="9443"/>
                    <a:pt x="23322" y="30345"/>
                  </a:cubicBezTo>
                  <a:lnTo>
                    <a:pt x="66712" y="149751"/>
                  </a:lnTo>
                  <a:lnTo>
                    <a:pt x="70084" y="149751"/>
                  </a:lnTo>
                  <a:lnTo>
                    <a:pt x="104706" y="55694"/>
                  </a:lnTo>
                  <a:lnTo>
                    <a:pt x="140677" y="149751"/>
                  </a:lnTo>
                  <a:lnTo>
                    <a:pt x="144050" y="149751"/>
                  </a:lnTo>
                  <a:cubicBezTo>
                    <a:pt x="163159" y="91715"/>
                    <a:pt x="165407" y="85489"/>
                    <a:pt x="189913" y="20116"/>
                  </a:cubicBezTo>
                  <a:cubicBezTo>
                    <a:pt x="194184" y="8554"/>
                    <a:pt x="196657" y="6553"/>
                    <a:pt x="208572" y="4329"/>
                  </a:cubicBezTo>
                  <a:lnTo>
                    <a:pt x="208572" y="104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2A9562F4-FE84-0CB1-6794-4ED92ED2E5A2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7827086" y="5545493"/>
              <a:ext cx="53281" cy="151869"/>
            </a:xfrm>
            <a:custGeom>
              <a:avLst/>
              <a:gdLst>
                <a:gd name="connsiteX0" fmla="*/ 35919 w 53281"/>
                <a:gd name="connsiteY0" fmla="*/ 49690 h 151869"/>
                <a:gd name="connsiteX1" fmla="*/ 1072 w 53281"/>
                <a:gd name="connsiteY1" fmla="*/ 61920 h 151869"/>
                <a:gd name="connsiteX2" fmla="*/ 1072 w 53281"/>
                <a:gd name="connsiteY2" fmla="*/ 65255 h 151869"/>
                <a:gd name="connsiteX3" fmla="*/ 2870 w 53281"/>
                <a:gd name="connsiteY3" fmla="*/ 65033 h 151869"/>
                <a:gd name="connsiteX4" fmla="*/ 10514 w 53281"/>
                <a:gd name="connsiteY4" fmla="*/ 64365 h 151869"/>
                <a:gd name="connsiteX5" fmla="*/ 17933 w 53281"/>
                <a:gd name="connsiteY5" fmla="*/ 77707 h 151869"/>
                <a:gd name="connsiteX6" fmla="*/ 17933 w 53281"/>
                <a:gd name="connsiteY6" fmla="*/ 129294 h 151869"/>
                <a:gd name="connsiteX7" fmla="*/ 173 w 53281"/>
                <a:gd name="connsiteY7" fmla="*/ 148639 h 151869"/>
                <a:gd name="connsiteX8" fmla="*/ 173 w 53281"/>
                <a:gd name="connsiteY8" fmla="*/ 151974 h 151869"/>
                <a:gd name="connsiteX9" fmla="*/ 53455 w 53281"/>
                <a:gd name="connsiteY9" fmla="*/ 151974 h 151869"/>
                <a:gd name="connsiteX10" fmla="*/ 53455 w 53281"/>
                <a:gd name="connsiteY10" fmla="*/ 148639 h 151869"/>
                <a:gd name="connsiteX11" fmla="*/ 36818 w 53281"/>
                <a:gd name="connsiteY11" fmla="*/ 129294 h 151869"/>
                <a:gd name="connsiteX12" fmla="*/ 36818 w 53281"/>
                <a:gd name="connsiteY12" fmla="*/ 50357 h 151869"/>
                <a:gd name="connsiteX13" fmla="*/ 35919 w 53281"/>
                <a:gd name="connsiteY13" fmla="*/ 49690 h 151869"/>
                <a:gd name="connsiteX14" fmla="*/ 25352 w 53281"/>
                <a:gd name="connsiteY14" fmla="*/ 104 h 151869"/>
                <a:gd name="connsiteX15" fmla="*/ 14111 w 53281"/>
                <a:gd name="connsiteY15" fmla="*/ 11445 h 151869"/>
                <a:gd name="connsiteX16" fmla="*/ 25352 w 53281"/>
                <a:gd name="connsiteY16" fmla="*/ 22785 h 151869"/>
                <a:gd name="connsiteX17" fmla="*/ 37043 w 53281"/>
                <a:gd name="connsiteY17" fmla="*/ 11445 h 151869"/>
                <a:gd name="connsiteX18" fmla="*/ 25352 w 53281"/>
                <a:gd name="connsiteY18" fmla="*/ 104 h 15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3281" h="151869">
                  <a:moveTo>
                    <a:pt x="35919" y="49690"/>
                  </a:moveTo>
                  <a:lnTo>
                    <a:pt x="1072" y="61920"/>
                  </a:lnTo>
                  <a:lnTo>
                    <a:pt x="1072" y="65255"/>
                  </a:lnTo>
                  <a:lnTo>
                    <a:pt x="2870" y="65033"/>
                  </a:lnTo>
                  <a:cubicBezTo>
                    <a:pt x="5568" y="64588"/>
                    <a:pt x="8491" y="64365"/>
                    <a:pt x="10514" y="64365"/>
                  </a:cubicBezTo>
                  <a:cubicBezTo>
                    <a:pt x="15910" y="64365"/>
                    <a:pt x="17933" y="67923"/>
                    <a:pt x="17933" y="77707"/>
                  </a:cubicBezTo>
                  <a:lnTo>
                    <a:pt x="17933" y="129294"/>
                  </a:lnTo>
                  <a:cubicBezTo>
                    <a:pt x="17933" y="145303"/>
                    <a:pt x="15685" y="147749"/>
                    <a:pt x="173" y="148639"/>
                  </a:cubicBezTo>
                  <a:lnTo>
                    <a:pt x="173" y="151974"/>
                  </a:lnTo>
                  <a:lnTo>
                    <a:pt x="53455" y="151974"/>
                  </a:lnTo>
                  <a:lnTo>
                    <a:pt x="53455" y="148639"/>
                  </a:lnTo>
                  <a:cubicBezTo>
                    <a:pt x="38617" y="147527"/>
                    <a:pt x="36818" y="145303"/>
                    <a:pt x="36818" y="129294"/>
                  </a:cubicBezTo>
                  <a:lnTo>
                    <a:pt x="36818" y="50357"/>
                  </a:lnTo>
                  <a:lnTo>
                    <a:pt x="35919" y="49690"/>
                  </a:lnTo>
                  <a:close/>
                  <a:moveTo>
                    <a:pt x="25352" y="104"/>
                  </a:moveTo>
                  <a:cubicBezTo>
                    <a:pt x="19282" y="104"/>
                    <a:pt x="14111" y="5219"/>
                    <a:pt x="14111" y="11445"/>
                  </a:cubicBezTo>
                  <a:cubicBezTo>
                    <a:pt x="14111" y="17671"/>
                    <a:pt x="19057" y="22785"/>
                    <a:pt x="25352" y="22785"/>
                  </a:cubicBezTo>
                  <a:cubicBezTo>
                    <a:pt x="31872" y="22785"/>
                    <a:pt x="37043" y="17893"/>
                    <a:pt x="37043" y="11445"/>
                  </a:cubicBezTo>
                  <a:cubicBezTo>
                    <a:pt x="37043" y="5219"/>
                    <a:pt x="31872" y="104"/>
                    <a:pt x="25352" y="104"/>
                  </a:cubicBez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90C0C020-F8C7-1012-95F9-1E4944A3C92D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7892291" y="5545493"/>
              <a:ext cx="104315" cy="154093"/>
            </a:xfrm>
            <a:custGeom>
              <a:avLst/>
              <a:gdLst>
                <a:gd name="connsiteX0" fmla="*/ 71442 w 104315"/>
                <a:gd name="connsiteY0" fmla="*/ 154198 h 154093"/>
                <a:gd name="connsiteX1" fmla="*/ 104490 w 104315"/>
                <a:gd name="connsiteY1" fmla="*/ 142635 h 154093"/>
                <a:gd name="connsiteX2" fmla="*/ 104490 w 104315"/>
                <a:gd name="connsiteY2" fmla="*/ 139077 h 154093"/>
                <a:gd name="connsiteX3" fmla="*/ 99320 w 104315"/>
                <a:gd name="connsiteY3" fmla="*/ 139300 h 154093"/>
                <a:gd name="connsiteX4" fmla="*/ 89427 w 104315"/>
                <a:gd name="connsiteY4" fmla="*/ 126625 h 154093"/>
                <a:gd name="connsiteX5" fmla="*/ 89427 w 104315"/>
                <a:gd name="connsiteY5" fmla="*/ 549 h 154093"/>
                <a:gd name="connsiteX6" fmla="*/ 88303 w 104315"/>
                <a:gd name="connsiteY6" fmla="*/ 104 h 154093"/>
                <a:gd name="connsiteX7" fmla="*/ 55255 w 104315"/>
                <a:gd name="connsiteY7" fmla="*/ 9888 h 154093"/>
                <a:gd name="connsiteX8" fmla="*/ 55255 w 104315"/>
                <a:gd name="connsiteY8" fmla="*/ 13446 h 154093"/>
                <a:gd name="connsiteX9" fmla="*/ 60201 w 104315"/>
                <a:gd name="connsiteY9" fmla="*/ 13223 h 154093"/>
                <a:gd name="connsiteX10" fmla="*/ 70543 w 104315"/>
                <a:gd name="connsiteY10" fmla="*/ 24564 h 154093"/>
                <a:gd name="connsiteX11" fmla="*/ 70543 w 104315"/>
                <a:gd name="connsiteY11" fmla="*/ 59251 h 154093"/>
                <a:gd name="connsiteX12" fmla="*/ 46937 w 104315"/>
                <a:gd name="connsiteY12" fmla="*/ 49690 h 154093"/>
                <a:gd name="connsiteX13" fmla="*/ 175 w 104315"/>
                <a:gd name="connsiteY13" fmla="*/ 106391 h 154093"/>
                <a:gd name="connsiteX14" fmla="*/ 41766 w 104315"/>
                <a:gd name="connsiteY14" fmla="*/ 154198 h 154093"/>
                <a:gd name="connsiteX15" fmla="*/ 70543 w 104315"/>
                <a:gd name="connsiteY15" fmla="*/ 139300 h 154093"/>
                <a:gd name="connsiteX16" fmla="*/ 70543 w 104315"/>
                <a:gd name="connsiteY16" fmla="*/ 153531 h 154093"/>
                <a:gd name="connsiteX17" fmla="*/ 71442 w 104315"/>
                <a:gd name="connsiteY17" fmla="*/ 154198 h 154093"/>
                <a:gd name="connsiteX18" fmla="*/ 70543 w 104315"/>
                <a:gd name="connsiteY18" fmla="*/ 129294 h 154093"/>
                <a:gd name="connsiteX19" fmla="*/ 66721 w 104315"/>
                <a:gd name="connsiteY19" fmla="*/ 135964 h 154093"/>
                <a:gd name="connsiteX20" fmla="*/ 50534 w 104315"/>
                <a:gd name="connsiteY20" fmla="*/ 142635 h 154093"/>
                <a:gd name="connsiteX21" fmla="*/ 19509 w 104315"/>
                <a:gd name="connsiteY21" fmla="*/ 97497 h 154093"/>
                <a:gd name="connsiteX22" fmla="*/ 47611 w 104315"/>
                <a:gd name="connsiteY22" fmla="*/ 55916 h 154093"/>
                <a:gd name="connsiteX23" fmla="*/ 70543 w 104315"/>
                <a:gd name="connsiteY23" fmla="*/ 78152 h 154093"/>
                <a:gd name="connsiteX24" fmla="*/ 70543 w 104315"/>
                <a:gd name="connsiteY24" fmla="*/ 129294 h 154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4315" h="154093">
                  <a:moveTo>
                    <a:pt x="71442" y="154198"/>
                  </a:moveTo>
                  <a:lnTo>
                    <a:pt x="104490" y="142635"/>
                  </a:lnTo>
                  <a:lnTo>
                    <a:pt x="104490" y="139077"/>
                  </a:lnTo>
                  <a:cubicBezTo>
                    <a:pt x="100444" y="139300"/>
                    <a:pt x="99994" y="139300"/>
                    <a:pt x="99320" y="139300"/>
                  </a:cubicBezTo>
                  <a:cubicBezTo>
                    <a:pt x="91226" y="139300"/>
                    <a:pt x="89427" y="136854"/>
                    <a:pt x="89427" y="126625"/>
                  </a:cubicBezTo>
                  <a:lnTo>
                    <a:pt x="89427" y="549"/>
                  </a:lnTo>
                  <a:lnTo>
                    <a:pt x="88303" y="104"/>
                  </a:lnTo>
                  <a:cubicBezTo>
                    <a:pt x="77512" y="3884"/>
                    <a:pt x="69643" y="6108"/>
                    <a:pt x="55255" y="9888"/>
                  </a:cubicBezTo>
                  <a:lnTo>
                    <a:pt x="55255" y="13446"/>
                  </a:lnTo>
                  <a:cubicBezTo>
                    <a:pt x="57054" y="13223"/>
                    <a:pt x="58403" y="13223"/>
                    <a:pt x="60201" y="13223"/>
                  </a:cubicBezTo>
                  <a:cubicBezTo>
                    <a:pt x="68519" y="13223"/>
                    <a:pt x="70543" y="15447"/>
                    <a:pt x="70543" y="24564"/>
                  </a:cubicBezTo>
                  <a:lnTo>
                    <a:pt x="70543" y="59251"/>
                  </a:lnTo>
                  <a:cubicBezTo>
                    <a:pt x="62000" y="52136"/>
                    <a:pt x="55930" y="49690"/>
                    <a:pt x="46937" y="49690"/>
                  </a:cubicBezTo>
                  <a:cubicBezTo>
                    <a:pt x="21083" y="49690"/>
                    <a:pt x="175" y="74816"/>
                    <a:pt x="175" y="106391"/>
                  </a:cubicBezTo>
                  <a:cubicBezTo>
                    <a:pt x="175" y="134853"/>
                    <a:pt x="17036" y="154198"/>
                    <a:pt x="41766" y="154198"/>
                  </a:cubicBezTo>
                  <a:cubicBezTo>
                    <a:pt x="54356" y="154198"/>
                    <a:pt x="62899" y="149751"/>
                    <a:pt x="70543" y="139300"/>
                  </a:cubicBezTo>
                  <a:lnTo>
                    <a:pt x="70543" y="153531"/>
                  </a:lnTo>
                  <a:lnTo>
                    <a:pt x="71442" y="154198"/>
                  </a:lnTo>
                  <a:close/>
                  <a:moveTo>
                    <a:pt x="70543" y="129294"/>
                  </a:moveTo>
                  <a:cubicBezTo>
                    <a:pt x="70543" y="130850"/>
                    <a:pt x="68969" y="133519"/>
                    <a:pt x="66721" y="135964"/>
                  </a:cubicBezTo>
                  <a:cubicBezTo>
                    <a:pt x="62674" y="140412"/>
                    <a:pt x="57054" y="142635"/>
                    <a:pt x="50534" y="142635"/>
                  </a:cubicBezTo>
                  <a:cubicBezTo>
                    <a:pt x="31874" y="142635"/>
                    <a:pt x="19509" y="124847"/>
                    <a:pt x="19509" y="97497"/>
                  </a:cubicBezTo>
                  <a:cubicBezTo>
                    <a:pt x="19509" y="72370"/>
                    <a:pt x="30525" y="55916"/>
                    <a:pt x="47611" y="55916"/>
                  </a:cubicBezTo>
                  <a:cubicBezTo>
                    <a:pt x="59527" y="55916"/>
                    <a:pt x="70543" y="66367"/>
                    <a:pt x="70543" y="78152"/>
                  </a:cubicBezTo>
                  <a:lnTo>
                    <a:pt x="70543" y="129294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28F5846B-BF9E-606C-ACF7-338653358277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8001974" y="5568618"/>
              <a:ext cx="59801" cy="130968"/>
            </a:xfrm>
            <a:custGeom>
              <a:avLst/>
              <a:gdLst>
                <a:gd name="connsiteX0" fmla="*/ 54584 w 59801"/>
                <a:gd name="connsiteY0" fmla="*/ 28788 h 130968"/>
                <a:gd name="connsiteX1" fmla="*/ 31878 w 59801"/>
                <a:gd name="connsiteY1" fmla="*/ 28788 h 130968"/>
                <a:gd name="connsiteX2" fmla="*/ 31878 w 59801"/>
                <a:gd name="connsiteY2" fmla="*/ 2995 h 130968"/>
                <a:gd name="connsiteX3" fmla="*/ 30304 w 59801"/>
                <a:gd name="connsiteY3" fmla="*/ 104 h 130968"/>
                <a:gd name="connsiteX4" fmla="*/ 25808 w 59801"/>
                <a:gd name="connsiteY4" fmla="*/ 6330 h 130968"/>
                <a:gd name="connsiteX5" fmla="*/ 4000 w 59801"/>
                <a:gd name="connsiteY5" fmla="*/ 30123 h 130968"/>
                <a:gd name="connsiteX6" fmla="*/ 178 w 59801"/>
                <a:gd name="connsiteY6" fmla="*/ 34347 h 130968"/>
                <a:gd name="connsiteX7" fmla="*/ 1078 w 59801"/>
                <a:gd name="connsiteY7" fmla="*/ 35904 h 130968"/>
                <a:gd name="connsiteX8" fmla="*/ 12993 w 59801"/>
                <a:gd name="connsiteY8" fmla="*/ 35904 h 130968"/>
                <a:gd name="connsiteX9" fmla="*/ 12993 w 59801"/>
                <a:gd name="connsiteY9" fmla="*/ 102833 h 130968"/>
                <a:gd name="connsiteX10" fmla="*/ 33002 w 59801"/>
                <a:gd name="connsiteY10" fmla="*/ 131073 h 130968"/>
                <a:gd name="connsiteX11" fmla="*/ 59980 w 59801"/>
                <a:gd name="connsiteY11" fmla="*/ 114173 h 130968"/>
                <a:gd name="connsiteX12" fmla="*/ 57057 w 59801"/>
                <a:gd name="connsiteY12" fmla="*/ 111728 h 130968"/>
                <a:gd name="connsiteX13" fmla="*/ 43568 w 59801"/>
                <a:gd name="connsiteY13" fmla="*/ 119510 h 130968"/>
                <a:gd name="connsiteX14" fmla="*/ 31878 w 59801"/>
                <a:gd name="connsiteY14" fmla="*/ 99498 h 130968"/>
                <a:gd name="connsiteX15" fmla="*/ 31878 w 59801"/>
                <a:gd name="connsiteY15" fmla="*/ 35904 h 130968"/>
                <a:gd name="connsiteX16" fmla="*/ 54584 w 59801"/>
                <a:gd name="connsiteY16" fmla="*/ 35904 h 130968"/>
                <a:gd name="connsiteX17" fmla="*/ 54584 w 59801"/>
                <a:gd name="connsiteY17" fmla="*/ 28788 h 1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801" h="130968">
                  <a:moveTo>
                    <a:pt x="54584" y="28788"/>
                  </a:moveTo>
                  <a:lnTo>
                    <a:pt x="31878" y="28788"/>
                  </a:lnTo>
                  <a:lnTo>
                    <a:pt x="31878" y="2995"/>
                  </a:lnTo>
                  <a:cubicBezTo>
                    <a:pt x="31878" y="771"/>
                    <a:pt x="31653" y="104"/>
                    <a:pt x="30304" y="104"/>
                  </a:cubicBezTo>
                  <a:cubicBezTo>
                    <a:pt x="28730" y="2105"/>
                    <a:pt x="27381" y="4107"/>
                    <a:pt x="25808" y="6330"/>
                  </a:cubicBezTo>
                  <a:cubicBezTo>
                    <a:pt x="17265" y="18560"/>
                    <a:pt x="7597" y="29233"/>
                    <a:pt x="4000" y="30123"/>
                  </a:cubicBezTo>
                  <a:cubicBezTo>
                    <a:pt x="1527" y="31679"/>
                    <a:pt x="178" y="33235"/>
                    <a:pt x="178" y="34347"/>
                  </a:cubicBezTo>
                  <a:cubicBezTo>
                    <a:pt x="178" y="35014"/>
                    <a:pt x="403" y="35459"/>
                    <a:pt x="1078" y="35904"/>
                  </a:cubicBezTo>
                  <a:lnTo>
                    <a:pt x="12993" y="35904"/>
                  </a:lnTo>
                  <a:lnTo>
                    <a:pt x="12993" y="102833"/>
                  </a:lnTo>
                  <a:cubicBezTo>
                    <a:pt x="12993" y="121511"/>
                    <a:pt x="19738" y="131073"/>
                    <a:pt x="33002" y="131073"/>
                  </a:cubicBezTo>
                  <a:cubicBezTo>
                    <a:pt x="44018" y="131073"/>
                    <a:pt x="52561" y="125736"/>
                    <a:pt x="59980" y="114173"/>
                  </a:cubicBezTo>
                  <a:lnTo>
                    <a:pt x="57057" y="111728"/>
                  </a:lnTo>
                  <a:cubicBezTo>
                    <a:pt x="52336" y="117286"/>
                    <a:pt x="48514" y="119510"/>
                    <a:pt x="43568" y="119510"/>
                  </a:cubicBezTo>
                  <a:cubicBezTo>
                    <a:pt x="35250" y="119510"/>
                    <a:pt x="31878" y="113506"/>
                    <a:pt x="31878" y="99498"/>
                  </a:cubicBezTo>
                  <a:lnTo>
                    <a:pt x="31878" y="35904"/>
                  </a:lnTo>
                  <a:lnTo>
                    <a:pt x="54584" y="35904"/>
                  </a:lnTo>
                  <a:lnTo>
                    <a:pt x="54584" y="28788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F4CD9122-4E78-5113-48EE-AD35F6CF7E6B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8063806" y="5545493"/>
              <a:ext cx="107463" cy="151869"/>
            </a:xfrm>
            <a:custGeom>
              <a:avLst/>
              <a:gdLst>
                <a:gd name="connsiteX0" fmla="*/ 33453 w 107463"/>
                <a:gd name="connsiteY0" fmla="*/ 75706 h 151869"/>
                <a:gd name="connsiteX1" fmla="*/ 58408 w 107463"/>
                <a:gd name="connsiteY1" fmla="*/ 61697 h 151869"/>
                <a:gd name="connsiteX2" fmla="*/ 75270 w 107463"/>
                <a:gd name="connsiteY2" fmla="*/ 85267 h 151869"/>
                <a:gd name="connsiteX3" fmla="*/ 75270 w 107463"/>
                <a:gd name="connsiteY3" fmla="*/ 129294 h 151869"/>
                <a:gd name="connsiteX4" fmla="*/ 59982 w 107463"/>
                <a:gd name="connsiteY4" fmla="*/ 148639 h 151869"/>
                <a:gd name="connsiteX5" fmla="*/ 59982 w 107463"/>
                <a:gd name="connsiteY5" fmla="*/ 151974 h 151869"/>
                <a:gd name="connsiteX6" fmla="*/ 107644 w 107463"/>
                <a:gd name="connsiteY6" fmla="*/ 151974 h 151869"/>
                <a:gd name="connsiteX7" fmla="*/ 107644 w 107463"/>
                <a:gd name="connsiteY7" fmla="*/ 148639 h 151869"/>
                <a:gd name="connsiteX8" fmla="*/ 94154 w 107463"/>
                <a:gd name="connsiteY8" fmla="*/ 129294 h 151869"/>
                <a:gd name="connsiteX9" fmla="*/ 94154 w 107463"/>
                <a:gd name="connsiteY9" fmla="*/ 85045 h 151869"/>
                <a:gd name="connsiteX10" fmla="*/ 66502 w 107463"/>
                <a:gd name="connsiteY10" fmla="*/ 49690 h 151869"/>
                <a:gd name="connsiteX11" fmla="*/ 33453 w 107463"/>
                <a:gd name="connsiteY11" fmla="*/ 68368 h 151869"/>
                <a:gd name="connsiteX12" fmla="*/ 33453 w 107463"/>
                <a:gd name="connsiteY12" fmla="*/ 771 h 151869"/>
                <a:gd name="connsiteX13" fmla="*/ 32329 w 107463"/>
                <a:gd name="connsiteY13" fmla="*/ 104 h 151869"/>
                <a:gd name="connsiteX14" fmla="*/ 6475 w 107463"/>
                <a:gd name="connsiteY14" fmla="*/ 8109 h 151869"/>
                <a:gd name="connsiteX15" fmla="*/ 405 w 107463"/>
                <a:gd name="connsiteY15" fmla="*/ 9888 h 151869"/>
                <a:gd name="connsiteX16" fmla="*/ 405 w 107463"/>
                <a:gd name="connsiteY16" fmla="*/ 13446 h 151869"/>
                <a:gd name="connsiteX17" fmla="*/ 3103 w 107463"/>
                <a:gd name="connsiteY17" fmla="*/ 13223 h 151869"/>
                <a:gd name="connsiteX18" fmla="*/ 14569 w 107463"/>
                <a:gd name="connsiteY18" fmla="*/ 24564 h 151869"/>
                <a:gd name="connsiteX19" fmla="*/ 14569 w 107463"/>
                <a:gd name="connsiteY19" fmla="*/ 129294 h 151869"/>
                <a:gd name="connsiteX20" fmla="*/ 180 w 107463"/>
                <a:gd name="connsiteY20" fmla="*/ 148639 h 151869"/>
                <a:gd name="connsiteX21" fmla="*/ 180 w 107463"/>
                <a:gd name="connsiteY21" fmla="*/ 151974 h 151869"/>
                <a:gd name="connsiteX22" fmla="*/ 48741 w 107463"/>
                <a:gd name="connsiteY22" fmla="*/ 151974 h 151869"/>
                <a:gd name="connsiteX23" fmla="*/ 48741 w 107463"/>
                <a:gd name="connsiteY23" fmla="*/ 148639 h 151869"/>
                <a:gd name="connsiteX24" fmla="*/ 33453 w 107463"/>
                <a:gd name="connsiteY24" fmla="*/ 129294 h 151869"/>
                <a:gd name="connsiteX25" fmla="*/ 33453 w 107463"/>
                <a:gd name="connsiteY25" fmla="*/ 75706 h 15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7463" h="151869">
                  <a:moveTo>
                    <a:pt x="33453" y="75706"/>
                  </a:moveTo>
                  <a:cubicBezTo>
                    <a:pt x="42896" y="65477"/>
                    <a:pt x="49640" y="61697"/>
                    <a:pt x="58408" y="61697"/>
                  </a:cubicBezTo>
                  <a:cubicBezTo>
                    <a:pt x="69649" y="61697"/>
                    <a:pt x="75270" y="69702"/>
                    <a:pt x="75270" y="85267"/>
                  </a:cubicBezTo>
                  <a:lnTo>
                    <a:pt x="75270" y="129294"/>
                  </a:lnTo>
                  <a:cubicBezTo>
                    <a:pt x="75270" y="144414"/>
                    <a:pt x="73022" y="147305"/>
                    <a:pt x="59982" y="148639"/>
                  </a:cubicBezTo>
                  <a:lnTo>
                    <a:pt x="59982" y="151974"/>
                  </a:lnTo>
                  <a:lnTo>
                    <a:pt x="107644" y="151974"/>
                  </a:lnTo>
                  <a:lnTo>
                    <a:pt x="107644" y="148639"/>
                  </a:lnTo>
                  <a:cubicBezTo>
                    <a:pt x="95503" y="146415"/>
                    <a:pt x="94154" y="144636"/>
                    <a:pt x="94154" y="129294"/>
                  </a:cubicBezTo>
                  <a:lnTo>
                    <a:pt x="94154" y="85045"/>
                  </a:lnTo>
                  <a:cubicBezTo>
                    <a:pt x="94154" y="61697"/>
                    <a:pt x="84712" y="49690"/>
                    <a:pt x="66502" y="49690"/>
                  </a:cubicBezTo>
                  <a:cubicBezTo>
                    <a:pt x="53238" y="49690"/>
                    <a:pt x="43795" y="55026"/>
                    <a:pt x="33453" y="68368"/>
                  </a:cubicBezTo>
                  <a:lnTo>
                    <a:pt x="33453" y="771"/>
                  </a:lnTo>
                  <a:lnTo>
                    <a:pt x="32329" y="104"/>
                  </a:lnTo>
                  <a:cubicBezTo>
                    <a:pt x="24686" y="2773"/>
                    <a:pt x="19065" y="4551"/>
                    <a:pt x="6475" y="8109"/>
                  </a:cubicBezTo>
                  <a:lnTo>
                    <a:pt x="405" y="9888"/>
                  </a:lnTo>
                  <a:lnTo>
                    <a:pt x="405" y="13446"/>
                  </a:lnTo>
                  <a:cubicBezTo>
                    <a:pt x="1304" y="13223"/>
                    <a:pt x="1979" y="13223"/>
                    <a:pt x="3103" y="13223"/>
                  </a:cubicBezTo>
                  <a:cubicBezTo>
                    <a:pt x="12770" y="13223"/>
                    <a:pt x="14569" y="15002"/>
                    <a:pt x="14569" y="24564"/>
                  </a:cubicBezTo>
                  <a:lnTo>
                    <a:pt x="14569" y="129294"/>
                  </a:lnTo>
                  <a:cubicBezTo>
                    <a:pt x="14569" y="144859"/>
                    <a:pt x="13220" y="146860"/>
                    <a:pt x="180" y="148639"/>
                  </a:cubicBezTo>
                  <a:lnTo>
                    <a:pt x="180" y="151974"/>
                  </a:lnTo>
                  <a:lnTo>
                    <a:pt x="48741" y="151974"/>
                  </a:lnTo>
                  <a:lnTo>
                    <a:pt x="48741" y="148639"/>
                  </a:lnTo>
                  <a:cubicBezTo>
                    <a:pt x="35702" y="147305"/>
                    <a:pt x="33453" y="144636"/>
                    <a:pt x="33453" y="129294"/>
                  </a:cubicBezTo>
                  <a:lnTo>
                    <a:pt x="33453" y="75706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549A8629-D6D4-6CDA-4959-85AEC19EC2A3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8400223" y="4794389"/>
              <a:ext cx="173474" cy="265927"/>
            </a:xfrm>
            <a:custGeom>
              <a:avLst/>
              <a:gdLst>
                <a:gd name="connsiteX0" fmla="*/ 55486 w 173474"/>
                <a:gd name="connsiteY0" fmla="*/ 84817 h 265927"/>
                <a:gd name="connsiteX1" fmla="*/ 82829 w 173474"/>
                <a:gd name="connsiteY1" fmla="*/ 84817 h 265927"/>
                <a:gd name="connsiteX2" fmla="*/ 56094 w 173474"/>
                <a:gd name="connsiteY2" fmla="*/ 211020 h 265927"/>
                <a:gd name="connsiteX3" fmla="*/ 26624 w 173474"/>
                <a:gd name="connsiteY3" fmla="*/ 259698 h 265927"/>
                <a:gd name="connsiteX4" fmla="*/ 20548 w 173474"/>
                <a:gd name="connsiteY4" fmla="*/ 254891 h 265927"/>
                <a:gd name="connsiteX5" fmla="*/ 21763 w 173474"/>
                <a:gd name="connsiteY5" fmla="*/ 251585 h 265927"/>
                <a:gd name="connsiteX6" fmla="*/ 23282 w 173474"/>
                <a:gd name="connsiteY6" fmla="*/ 246778 h 265927"/>
                <a:gd name="connsiteX7" fmla="*/ 11434 w 173474"/>
                <a:gd name="connsiteY7" fmla="*/ 235359 h 265927"/>
                <a:gd name="connsiteX8" fmla="*/ 193 w 173474"/>
                <a:gd name="connsiteY8" fmla="*/ 247679 h 265927"/>
                <a:gd name="connsiteX9" fmla="*/ 24194 w 173474"/>
                <a:gd name="connsiteY9" fmla="*/ 266008 h 265927"/>
                <a:gd name="connsiteX10" fmla="*/ 84956 w 173474"/>
                <a:gd name="connsiteY10" fmla="*/ 180972 h 265927"/>
                <a:gd name="connsiteX11" fmla="*/ 106830 w 173474"/>
                <a:gd name="connsiteY11" fmla="*/ 84817 h 265927"/>
                <a:gd name="connsiteX12" fmla="*/ 139945 w 173474"/>
                <a:gd name="connsiteY12" fmla="*/ 84817 h 265927"/>
                <a:gd name="connsiteX13" fmla="*/ 141768 w 173474"/>
                <a:gd name="connsiteY13" fmla="*/ 75202 h 265927"/>
                <a:gd name="connsiteX14" fmla="*/ 108956 w 173474"/>
                <a:gd name="connsiteY14" fmla="*/ 75202 h 265927"/>
                <a:gd name="connsiteX15" fmla="*/ 146021 w 173474"/>
                <a:gd name="connsiteY15" fmla="*/ 6692 h 265927"/>
                <a:gd name="connsiteX16" fmla="*/ 152705 w 173474"/>
                <a:gd name="connsiteY16" fmla="*/ 10298 h 265927"/>
                <a:gd name="connsiteX17" fmla="*/ 151490 w 173474"/>
                <a:gd name="connsiteY17" fmla="*/ 13302 h 265927"/>
                <a:gd name="connsiteX18" fmla="*/ 149667 w 173474"/>
                <a:gd name="connsiteY18" fmla="*/ 19613 h 265927"/>
                <a:gd name="connsiteX19" fmla="*/ 160908 w 173474"/>
                <a:gd name="connsiteY19" fmla="*/ 31632 h 265927"/>
                <a:gd name="connsiteX20" fmla="*/ 173668 w 173474"/>
                <a:gd name="connsiteY20" fmla="*/ 19613 h 265927"/>
                <a:gd name="connsiteX21" fmla="*/ 147540 w 173474"/>
                <a:gd name="connsiteY21" fmla="*/ 81 h 265927"/>
                <a:gd name="connsiteX22" fmla="*/ 109868 w 173474"/>
                <a:gd name="connsiteY22" fmla="*/ 20815 h 265927"/>
                <a:gd name="connsiteX23" fmla="*/ 85563 w 173474"/>
                <a:gd name="connsiteY23" fmla="*/ 75202 h 265927"/>
                <a:gd name="connsiteX24" fmla="*/ 57613 w 173474"/>
                <a:gd name="connsiteY24" fmla="*/ 75202 h 265927"/>
                <a:gd name="connsiteX25" fmla="*/ 55486 w 173474"/>
                <a:gd name="connsiteY25" fmla="*/ 84817 h 26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74" h="265927">
                  <a:moveTo>
                    <a:pt x="55486" y="84817"/>
                  </a:moveTo>
                  <a:lnTo>
                    <a:pt x="82829" y="84817"/>
                  </a:lnTo>
                  <a:lnTo>
                    <a:pt x="56094" y="211020"/>
                  </a:lnTo>
                  <a:cubicBezTo>
                    <a:pt x="49410" y="243172"/>
                    <a:pt x="39384" y="259698"/>
                    <a:pt x="26624" y="259698"/>
                  </a:cubicBezTo>
                  <a:cubicBezTo>
                    <a:pt x="22979" y="259698"/>
                    <a:pt x="20548" y="257595"/>
                    <a:pt x="20548" y="254891"/>
                  </a:cubicBezTo>
                  <a:cubicBezTo>
                    <a:pt x="20548" y="253989"/>
                    <a:pt x="20852" y="253088"/>
                    <a:pt x="21763" y="251585"/>
                  </a:cubicBezTo>
                  <a:cubicBezTo>
                    <a:pt x="22979" y="249782"/>
                    <a:pt x="23282" y="248580"/>
                    <a:pt x="23282" y="246778"/>
                  </a:cubicBezTo>
                  <a:cubicBezTo>
                    <a:pt x="23282" y="240467"/>
                    <a:pt x="17814" y="235359"/>
                    <a:pt x="11434" y="235359"/>
                  </a:cubicBezTo>
                  <a:cubicBezTo>
                    <a:pt x="5054" y="235359"/>
                    <a:pt x="193" y="240768"/>
                    <a:pt x="193" y="247679"/>
                  </a:cubicBezTo>
                  <a:cubicBezTo>
                    <a:pt x="193" y="257895"/>
                    <a:pt x="10826" y="266008"/>
                    <a:pt x="24194" y="266008"/>
                  </a:cubicBezTo>
                  <a:cubicBezTo>
                    <a:pt x="51233" y="266008"/>
                    <a:pt x="72499" y="236261"/>
                    <a:pt x="84956" y="180972"/>
                  </a:cubicBezTo>
                  <a:lnTo>
                    <a:pt x="106830" y="84817"/>
                  </a:lnTo>
                  <a:lnTo>
                    <a:pt x="139945" y="84817"/>
                  </a:lnTo>
                  <a:lnTo>
                    <a:pt x="141768" y="75202"/>
                  </a:lnTo>
                  <a:lnTo>
                    <a:pt x="108956" y="75202"/>
                  </a:lnTo>
                  <a:cubicBezTo>
                    <a:pt x="117767" y="28026"/>
                    <a:pt x="129008" y="6692"/>
                    <a:pt x="146021" y="6692"/>
                  </a:cubicBezTo>
                  <a:cubicBezTo>
                    <a:pt x="149971" y="6692"/>
                    <a:pt x="152705" y="8194"/>
                    <a:pt x="152705" y="10298"/>
                  </a:cubicBezTo>
                  <a:cubicBezTo>
                    <a:pt x="152705" y="11199"/>
                    <a:pt x="152401" y="11800"/>
                    <a:pt x="151490" y="13302"/>
                  </a:cubicBezTo>
                  <a:cubicBezTo>
                    <a:pt x="150274" y="16007"/>
                    <a:pt x="149667" y="17509"/>
                    <a:pt x="149667" y="19613"/>
                  </a:cubicBezTo>
                  <a:cubicBezTo>
                    <a:pt x="149667" y="26824"/>
                    <a:pt x="154224" y="31632"/>
                    <a:pt x="160908" y="31632"/>
                  </a:cubicBezTo>
                  <a:cubicBezTo>
                    <a:pt x="167895" y="31632"/>
                    <a:pt x="173668" y="26223"/>
                    <a:pt x="173668" y="19613"/>
                  </a:cubicBezTo>
                  <a:cubicBezTo>
                    <a:pt x="173668" y="8495"/>
                    <a:pt x="162427" y="81"/>
                    <a:pt x="147540" y="81"/>
                  </a:cubicBezTo>
                  <a:cubicBezTo>
                    <a:pt x="132654" y="81"/>
                    <a:pt x="120805" y="6692"/>
                    <a:pt x="109868" y="20815"/>
                  </a:cubicBezTo>
                  <a:cubicBezTo>
                    <a:pt x="100754" y="32533"/>
                    <a:pt x="94677" y="46356"/>
                    <a:pt x="85563" y="75202"/>
                  </a:cubicBezTo>
                  <a:lnTo>
                    <a:pt x="57613" y="75202"/>
                  </a:lnTo>
                  <a:lnTo>
                    <a:pt x="55486" y="84817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FA08A0A-C1E3-B0B4-A172-A288F9B28259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8604253" y="4772754"/>
              <a:ext cx="70483" cy="300482"/>
            </a:xfrm>
            <a:custGeom>
              <a:avLst/>
              <a:gdLst>
                <a:gd name="connsiteX0" fmla="*/ 70681 w 70483"/>
                <a:gd name="connsiteY0" fmla="*/ 297558 h 300482"/>
                <a:gd name="connsiteX1" fmla="*/ 65517 w 70483"/>
                <a:gd name="connsiteY1" fmla="*/ 290948 h 300482"/>
                <a:gd name="connsiteX2" fmla="*/ 17819 w 70483"/>
                <a:gd name="connsiteY2" fmla="*/ 150322 h 300482"/>
                <a:gd name="connsiteX3" fmla="*/ 66732 w 70483"/>
                <a:gd name="connsiteY3" fmla="*/ 8194 h 300482"/>
                <a:gd name="connsiteX4" fmla="*/ 70681 w 70483"/>
                <a:gd name="connsiteY4" fmla="*/ 3085 h 300482"/>
                <a:gd name="connsiteX5" fmla="*/ 67643 w 70483"/>
                <a:gd name="connsiteY5" fmla="*/ 81 h 300482"/>
                <a:gd name="connsiteX6" fmla="*/ 19338 w 70483"/>
                <a:gd name="connsiteY6" fmla="*/ 58675 h 300482"/>
                <a:gd name="connsiteX7" fmla="*/ 198 w 70483"/>
                <a:gd name="connsiteY7" fmla="*/ 150322 h 300482"/>
                <a:gd name="connsiteX8" fmla="*/ 20249 w 70483"/>
                <a:gd name="connsiteY8" fmla="*/ 244072 h 300482"/>
                <a:gd name="connsiteX9" fmla="*/ 67643 w 70483"/>
                <a:gd name="connsiteY9" fmla="*/ 300563 h 300482"/>
                <a:gd name="connsiteX10" fmla="*/ 70681 w 70483"/>
                <a:gd name="connsiteY10" fmla="*/ 297558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681" y="297558"/>
                  </a:moveTo>
                  <a:cubicBezTo>
                    <a:pt x="70681" y="296657"/>
                    <a:pt x="70681" y="296056"/>
                    <a:pt x="65517" y="290948"/>
                  </a:cubicBezTo>
                  <a:cubicBezTo>
                    <a:pt x="27540" y="253087"/>
                    <a:pt x="17819" y="196296"/>
                    <a:pt x="17819" y="150322"/>
                  </a:cubicBezTo>
                  <a:cubicBezTo>
                    <a:pt x="17819" y="98038"/>
                    <a:pt x="29363" y="45754"/>
                    <a:pt x="66732" y="8194"/>
                  </a:cubicBezTo>
                  <a:cubicBezTo>
                    <a:pt x="70681" y="4588"/>
                    <a:pt x="70681" y="3987"/>
                    <a:pt x="70681" y="3085"/>
                  </a:cubicBezTo>
                  <a:cubicBezTo>
                    <a:pt x="70681" y="982"/>
                    <a:pt x="69466" y="81"/>
                    <a:pt x="67643" y="81"/>
                  </a:cubicBezTo>
                  <a:cubicBezTo>
                    <a:pt x="64605" y="81"/>
                    <a:pt x="37262" y="20513"/>
                    <a:pt x="19338" y="58675"/>
                  </a:cubicBezTo>
                  <a:cubicBezTo>
                    <a:pt x="3843" y="91728"/>
                    <a:pt x="198" y="125081"/>
                    <a:pt x="198" y="150322"/>
                  </a:cubicBezTo>
                  <a:cubicBezTo>
                    <a:pt x="198" y="173759"/>
                    <a:pt x="3540" y="210118"/>
                    <a:pt x="20249" y="244072"/>
                  </a:cubicBezTo>
                  <a:cubicBezTo>
                    <a:pt x="38478" y="281032"/>
                    <a:pt x="64605" y="300563"/>
                    <a:pt x="67643" y="300563"/>
                  </a:cubicBezTo>
                  <a:cubicBezTo>
                    <a:pt x="69466" y="300563"/>
                    <a:pt x="70681" y="299662"/>
                    <a:pt x="70681" y="297558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0D2D2533-3538-71AB-871D-011F75FF9E35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8684290" y="4865603"/>
              <a:ext cx="144005" cy="135818"/>
            </a:xfrm>
            <a:custGeom>
              <a:avLst/>
              <a:gdLst>
                <a:gd name="connsiteX0" fmla="*/ 130535 w 144005"/>
                <a:gd name="connsiteY0" fmla="*/ 99240 h 135818"/>
                <a:gd name="connsiteX1" fmla="*/ 123851 w 144005"/>
                <a:gd name="connsiteY1" fmla="*/ 107354 h 135818"/>
                <a:gd name="connsiteX2" fmla="*/ 109876 w 144005"/>
                <a:gd name="connsiteY2" fmla="*/ 119373 h 135818"/>
                <a:gd name="connsiteX3" fmla="*/ 100458 w 144005"/>
                <a:gd name="connsiteY3" fmla="*/ 107053 h 135818"/>
                <a:gd name="connsiteX4" fmla="*/ 99243 w 144005"/>
                <a:gd name="connsiteY4" fmla="*/ 101945 h 135818"/>
                <a:gd name="connsiteX5" fmla="*/ 88306 w 144005"/>
                <a:gd name="connsiteY5" fmla="*/ 53267 h 135818"/>
                <a:gd name="connsiteX6" fmla="*/ 118079 w 144005"/>
                <a:gd name="connsiteY6" fmla="*/ 16908 h 135818"/>
                <a:gd name="connsiteX7" fmla="*/ 125370 w 144005"/>
                <a:gd name="connsiteY7" fmla="*/ 19312 h 135818"/>
                <a:gd name="connsiteX8" fmla="*/ 133573 w 144005"/>
                <a:gd name="connsiteY8" fmla="*/ 22016 h 135818"/>
                <a:gd name="connsiteX9" fmla="*/ 144206 w 144005"/>
                <a:gd name="connsiteY9" fmla="*/ 11199 h 135818"/>
                <a:gd name="connsiteX10" fmla="*/ 131750 w 144005"/>
                <a:gd name="connsiteY10" fmla="*/ 81 h 135818"/>
                <a:gd name="connsiteX11" fmla="*/ 85875 w 144005"/>
                <a:gd name="connsiteY11" fmla="*/ 43050 h 135818"/>
                <a:gd name="connsiteX12" fmla="*/ 82533 w 144005"/>
                <a:gd name="connsiteY12" fmla="*/ 26524 h 135818"/>
                <a:gd name="connsiteX13" fmla="*/ 66735 w 144005"/>
                <a:gd name="connsiteY13" fmla="*/ 81 h 135818"/>
                <a:gd name="connsiteX14" fmla="*/ 31189 w 144005"/>
                <a:gd name="connsiteY14" fmla="*/ 8795 h 135818"/>
                <a:gd name="connsiteX15" fmla="*/ 27848 w 144005"/>
                <a:gd name="connsiteY15" fmla="*/ 9997 h 135818"/>
                <a:gd name="connsiteX16" fmla="*/ 29063 w 144005"/>
                <a:gd name="connsiteY16" fmla="*/ 14504 h 135818"/>
                <a:gd name="connsiteX17" fmla="*/ 46076 w 144005"/>
                <a:gd name="connsiteY17" fmla="*/ 11199 h 135818"/>
                <a:gd name="connsiteX18" fmla="*/ 59747 w 144005"/>
                <a:gd name="connsiteY18" fmla="*/ 31932 h 135818"/>
                <a:gd name="connsiteX19" fmla="*/ 68558 w 144005"/>
                <a:gd name="connsiteY19" fmla="*/ 68892 h 135818"/>
                <a:gd name="connsiteX20" fmla="*/ 43646 w 144005"/>
                <a:gd name="connsiteY20" fmla="*/ 104048 h 135818"/>
                <a:gd name="connsiteX21" fmla="*/ 28151 w 144005"/>
                <a:gd name="connsiteY21" fmla="*/ 118471 h 135818"/>
                <a:gd name="connsiteX22" fmla="*/ 20252 w 144005"/>
                <a:gd name="connsiteY22" fmla="*/ 115767 h 135818"/>
                <a:gd name="connsiteX23" fmla="*/ 10530 w 144005"/>
                <a:gd name="connsiteY23" fmla="*/ 112762 h 135818"/>
                <a:gd name="connsiteX24" fmla="*/ 201 w 144005"/>
                <a:gd name="connsiteY24" fmla="*/ 123279 h 135818"/>
                <a:gd name="connsiteX25" fmla="*/ 15391 w 144005"/>
                <a:gd name="connsiteY25" fmla="*/ 135899 h 135818"/>
                <a:gd name="connsiteX26" fmla="*/ 43646 w 144005"/>
                <a:gd name="connsiteY26" fmla="*/ 114866 h 135818"/>
                <a:gd name="connsiteX27" fmla="*/ 70988 w 144005"/>
                <a:gd name="connsiteY27" fmla="*/ 79709 h 135818"/>
                <a:gd name="connsiteX28" fmla="*/ 80103 w 144005"/>
                <a:gd name="connsiteY28" fmla="*/ 115767 h 135818"/>
                <a:gd name="connsiteX29" fmla="*/ 97724 w 144005"/>
                <a:gd name="connsiteY29" fmla="*/ 135899 h 135818"/>
                <a:gd name="connsiteX30" fmla="*/ 134788 w 144005"/>
                <a:gd name="connsiteY30" fmla="*/ 101644 h 135818"/>
                <a:gd name="connsiteX31" fmla="*/ 130535 w 144005"/>
                <a:gd name="connsiteY31" fmla="*/ 99240 h 13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005" h="135818">
                  <a:moveTo>
                    <a:pt x="130535" y="99240"/>
                  </a:moveTo>
                  <a:cubicBezTo>
                    <a:pt x="128104" y="101945"/>
                    <a:pt x="126585" y="103748"/>
                    <a:pt x="123851" y="107354"/>
                  </a:cubicBezTo>
                  <a:cubicBezTo>
                    <a:pt x="116864" y="116368"/>
                    <a:pt x="113218" y="119373"/>
                    <a:pt x="109876" y="119373"/>
                  </a:cubicBezTo>
                  <a:cubicBezTo>
                    <a:pt x="105319" y="119373"/>
                    <a:pt x="102585" y="115467"/>
                    <a:pt x="100458" y="107053"/>
                  </a:cubicBezTo>
                  <a:cubicBezTo>
                    <a:pt x="99850" y="104649"/>
                    <a:pt x="99546" y="102846"/>
                    <a:pt x="99243" y="101945"/>
                  </a:cubicBezTo>
                  <a:cubicBezTo>
                    <a:pt x="91647" y="71596"/>
                    <a:pt x="88306" y="57774"/>
                    <a:pt x="88306" y="53267"/>
                  </a:cubicBezTo>
                  <a:cubicBezTo>
                    <a:pt x="101673" y="30129"/>
                    <a:pt x="112610" y="16908"/>
                    <a:pt x="118079" y="16908"/>
                  </a:cubicBezTo>
                  <a:cubicBezTo>
                    <a:pt x="119902" y="16908"/>
                    <a:pt x="122332" y="17810"/>
                    <a:pt x="125370" y="19312"/>
                  </a:cubicBezTo>
                  <a:cubicBezTo>
                    <a:pt x="129016" y="21415"/>
                    <a:pt x="131143" y="22016"/>
                    <a:pt x="133573" y="22016"/>
                  </a:cubicBezTo>
                  <a:cubicBezTo>
                    <a:pt x="139953" y="22016"/>
                    <a:pt x="144206" y="17509"/>
                    <a:pt x="144206" y="11199"/>
                  </a:cubicBezTo>
                  <a:cubicBezTo>
                    <a:pt x="144206" y="4889"/>
                    <a:pt x="139042" y="81"/>
                    <a:pt x="131750" y="81"/>
                  </a:cubicBezTo>
                  <a:cubicBezTo>
                    <a:pt x="118383" y="81"/>
                    <a:pt x="106838" y="10899"/>
                    <a:pt x="85875" y="43050"/>
                  </a:cubicBezTo>
                  <a:lnTo>
                    <a:pt x="82533" y="26524"/>
                  </a:lnTo>
                  <a:cubicBezTo>
                    <a:pt x="78280" y="6091"/>
                    <a:pt x="74938" y="81"/>
                    <a:pt x="66735" y="81"/>
                  </a:cubicBezTo>
                  <a:cubicBezTo>
                    <a:pt x="60051" y="81"/>
                    <a:pt x="49722" y="2786"/>
                    <a:pt x="31189" y="8795"/>
                  </a:cubicBezTo>
                  <a:lnTo>
                    <a:pt x="27848" y="9997"/>
                  </a:lnTo>
                  <a:lnTo>
                    <a:pt x="29063" y="14504"/>
                  </a:lnTo>
                  <a:cubicBezTo>
                    <a:pt x="40608" y="11800"/>
                    <a:pt x="43342" y="11199"/>
                    <a:pt x="46076" y="11199"/>
                  </a:cubicBezTo>
                  <a:cubicBezTo>
                    <a:pt x="53671" y="11199"/>
                    <a:pt x="55494" y="13903"/>
                    <a:pt x="59747" y="31932"/>
                  </a:cubicBezTo>
                  <a:lnTo>
                    <a:pt x="68558" y="68892"/>
                  </a:lnTo>
                  <a:lnTo>
                    <a:pt x="43646" y="104048"/>
                  </a:lnTo>
                  <a:cubicBezTo>
                    <a:pt x="37569" y="113063"/>
                    <a:pt x="31493" y="118471"/>
                    <a:pt x="28151" y="118471"/>
                  </a:cubicBezTo>
                  <a:cubicBezTo>
                    <a:pt x="26329" y="118471"/>
                    <a:pt x="23290" y="117570"/>
                    <a:pt x="20252" y="115767"/>
                  </a:cubicBezTo>
                  <a:cubicBezTo>
                    <a:pt x="16303" y="113664"/>
                    <a:pt x="12961" y="112762"/>
                    <a:pt x="10530" y="112762"/>
                  </a:cubicBezTo>
                  <a:cubicBezTo>
                    <a:pt x="4758" y="112762"/>
                    <a:pt x="201" y="117269"/>
                    <a:pt x="201" y="123279"/>
                  </a:cubicBezTo>
                  <a:cubicBezTo>
                    <a:pt x="201" y="131092"/>
                    <a:pt x="6277" y="135899"/>
                    <a:pt x="15391" y="135899"/>
                  </a:cubicBezTo>
                  <a:cubicBezTo>
                    <a:pt x="24810" y="135899"/>
                    <a:pt x="28455" y="133195"/>
                    <a:pt x="43646" y="114866"/>
                  </a:cubicBezTo>
                  <a:cubicBezTo>
                    <a:pt x="51848" y="105250"/>
                    <a:pt x="58228" y="97137"/>
                    <a:pt x="70988" y="79709"/>
                  </a:cubicBezTo>
                  <a:lnTo>
                    <a:pt x="80103" y="115767"/>
                  </a:lnTo>
                  <a:cubicBezTo>
                    <a:pt x="84052" y="131092"/>
                    <a:pt x="88002" y="135899"/>
                    <a:pt x="97724" y="135899"/>
                  </a:cubicBezTo>
                  <a:cubicBezTo>
                    <a:pt x="109268" y="135899"/>
                    <a:pt x="117167" y="128688"/>
                    <a:pt x="134788" y="101644"/>
                  </a:cubicBezTo>
                  <a:lnTo>
                    <a:pt x="130535" y="9924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12F7597E-CBC4-41BB-4DE3-281EC58AA7CE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8833283" y="4893364"/>
              <a:ext cx="101617" cy="153426"/>
            </a:xfrm>
            <a:custGeom>
              <a:avLst/>
              <a:gdLst>
                <a:gd name="connsiteX0" fmla="*/ 51914 w 101617"/>
                <a:gd name="connsiteY0" fmla="*/ 83 h 153426"/>
                <a:gd name="connsiteX1" fmla="*/ 21788 w 101617"/>
                <a:gd name="connsiteY1" fmla="*/ 11645 h 153426"/>
                <a:gd name="connsiteX2" fmla="*/ 205 w 101617"/>
                <a:gd name="connsiteY2" fmla="*/ 75684 h 153426"/>
                <a:gd name="connsiteX3" fmla="*/ 18191 w 101617"/>
                <a:gd name="connsiteY3" fmla="*/ 138389 h 153426"/>
                <a:gd name="connsiteX4" fmla="*/ 51014 w 101617"/>
                <a:gd name="connsiteY4" fmla="*/ 153509 h 153426"/>
                <a:gd name="connsiteX5" fmla="*/ 80241 w 101617"/>
                <a:gd name="connsiteY5" fmla="*/ 141946 h 153426"/>
                <a:gd name="connsiteX6" fmla="*/ 101823 w 101617"/>
                <a:gd name="connsiteY6" fmla="*/ 77018 h 153426"/>
                <a:gd name="connsiteX7" fmla="*/ 51914 w 101617"/>
                <a:gd name="connsiteY7" fmla="*/ 83 h 153426"/>
                <a:gd name="connsiteX8" fmla="*/ 51239 w 101617"/>
                <a:gd name="connsiteY8" fmla="*/ 5864 h 153426"/>
                <a:gd name="connsiteX9" fmla="*/ 80241 w 101617"/>
                <a:gd name="connsiteY9" fmla="*/ 77463 h 153426"/>
                <a:gd name="connsiteX10" fmla="*/ 51014 w 101617"/>
                <a:gd name="connsiteY10" fmla="*/ 147728 h 153426"/>
                <a:gd name="connsiteX11" fmla="*/ 21788 w 101617"/>
                <a:gd name="connsiteY11" fmla="*/ 77685 h 153426"/>
                <a:gd name="connsiteX12" fmla="*/ 51239 w 101617"/>
                <a:gd name="connsiteY12" fmla="*/ 5864 h 15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617" h="153426">
                  <a:moveTo>
                    <a:pt x="51914" y="83"/>
                  </a:moveTo>
                  <a:cubicBezTo>
                    <a:pt x="39549" y="83"/>
                    <a:pt x="30106" y="3863"/>
                    <a:pt x="21788" y="11645"/>
                  </a:cubicBezTo>
                  <a:cubicBezTo>
                    <a:pt x="8749" y="24097"/>
                    <a:pt x="205" y="49668"/>
                    <a:pt x="205" y="75684"/>
                  </a:cubicBezTo>
                  <a:cubicBezTo>
                    <a:pt x="205" y="99921"/>
                    <a:pt x="7624" y="125937"/>
                    <a:pt x="18191" y="138389"/>
                  </a:cubicBezTo>
                  <a:cubicBezTo>
                    <a:pt x="26509" y="148172"/>
                    <a:pt x="37975" y="153509"/>
                    <a:pt x="51014" y="153509"/>
                  </a:cubicBezTo>
                  <a:cubicBezTo>
                    <a:pt x="62480" y="153509"/>
                    <a:pt x="72147" y="149729"/>
                    <a:pt x="80241" y="141946"/>
                  </a:cubicBezTo>
                  <a:cubicBezTo>
                    <a:pt x="93280" y="129717"/>
                    <a:pt x="101823" y="103923"/>
                    <a:pt x="101823" y="77018"/>
                  </a:cubicBezTo>
                  <a:cubicBezTo>
                    <a:pt x="101823" y="31435"/>
                    <a:pt x="81365" y="83"/>
                    <a:pt x="51914" y="83"/>
                  </a:cubicBezTo>
                  <a:close/>
                  <a:moveTo>
                    <a:pt x="51239" y="5864"/>
                  </a:moveTo>
                  <a:cubicBezTo>
                    <a:pt x="70124" y="5864"/>
                    <a:pt x="80241" y="30990"/>
                    <a:pt x="80241" y="77463"/>
                  </a:cubicBezTo>
                  <a:cubicBezTo>
                    <a:pt x="80241" y="123936"/>
                    <a:pt x="70349" y="147728"/>
                    <a:pt x="51014" y="147728"/>
                  </a:cubicBezTo>
                  <a:cubicBezTo>
                    <a:pt x="31680" y="147728"/>
                    <a:pt x="21788" y="123936"/>
                    <a:pt x="21788" y="77685"/>
                  </a:cubicBezTo>
                  <a:cubicBezTo>
                    <a:pt x="21788" y="30546"/>
                    <a:pt x="31905" y="5864"/>
                    <a:pt x="51239" y="5864"/>
                  </a:cubicBez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7D97DE68-3B5D-FBDB-A9F8-D23D8C98920F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8973283" y="4772754"/>
              <a:ext cx="70483" cy="300482"/>
            </a:xfrm>
            <a:custGeom>
              <a:avLst/>
              <a:gdLst>
                <a:gd name="connsiteX0" fmla="*/ 70694 w 70483"/>
                <a:gd name="connsiteY0" fmla="*/ 150322 h 300482"/>
                <a:gd name="connsiteX1" fmla="*/ 50642 w 70483"/>
                <a:gd name="connsiteY1" fmla="*/ 56571 h 300482"/>
                <a:gd name="connsiteX2" fmla="*/ 3248 w 70483"/>
                <a:gd name="connsiteY2" fmla="*/ 81 h 300482"/>
                <a:gd name="connsiteX3" fmla="*/ 210 w 70483"/>
                <a:gd name="connsiteY3" fmla="*/ 3085 h 300482"/>
                <a:gd name="connsiteX4" fmla="*/ 5982 w 70483"/>
                <a:gd name="connsiteY4" fmla="*/ 9996 h 300482"/>
                <a:gd name="connsiteX5" fmla="*/ 53073 w 70483"/>
                <a:gd name="connsiteY5" fmla="*/ 150322 h 300482"/>
                <a:gd name="connsiteX6" fmla="*/ 4160 w 70483"/>
                <a:gd name="connsiteY6" fmla="*/ 292450 h 300482"/>
                <a:gd name="connsiteX7" fmla="*/ 210 w 70483"/>
                <a:gd name="connsiteY7" fmla="*/ 297558 h 300482"/>
                <a:gd name="connsiteX8" fmla="*/ 3248 w 70483"/>
                <a:gd name="connsiteY8" fmla="*/ 300563 h 300482"/>
                <a:gd name="connsiteX9" fmla="*/ 51554 w 70483"/>
                <a:gd name="connsiteY9" fmla="*/ 241969 h 300482"/>
                <a:gd name="connsiteX10" fmla="*/ 70694 w 70483"/>
                <a:gd name="connsiteY10" fmla="*/ 150322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694" y="150322"/>
                  </a:moveTo>
                  <a:cubicBezTo>
                    <a:pt x="70694" y="126884"/>
                    <a:pt x="67352" y="90526"/>
                    <a:pt x="50642" y="56571"/>
                  </a:cubicBezTo>
                  <a:cubicBezTo>
                    <a:pt x="32414" y="19612"/>
                    <a:pt x="6286" y="81"/>
                    <a:pt x="3248" y="81"/>
                  </a:cubicBezTo>
                  <a:cubicBezTo>
                    <a:pt x="1425" y="81"/>
                    <a:pt x="210" y="1282"/>
                    <a:pt x="210" y="3085"/>
                  </a:cubicBezTo>
                  <a:cubicBezTo>
                    <a:pt x="210" y="3987"/>
                    <a:pt x="210" y="4588"/>
                    <a:pt x="5982" y="9996"/>
                  </a:cubicBezTo>
                  <a:cubicBezTo>
                    <a:pt x="35756" y="39744"/>
                    <a:pt x="53073" y="87521"/>
                    <a:pt x="53073" y="150322"/>
                  </a:cubicBezTo>
                  <a:cubicBezTo>
                    <a:pt x="53073" y="201704"/>
                    <a:pt x="41832" y="254589"/>
                    <a:pt x="4160" y="292450"/>
                  </a:cubicBezTo>
                  <a:cubicBezTo>
                    <a:pt x="210" y="296056"/>
                    <a:pt x="210" y="296657"/>
                    <a:pt x="210" y="297558"/>
                  </a:cubicBezTo>
                  <a:cubicBezTo>
                    <a:pt x="210" y="299361"/>
                    <a:pt x="1425" y="300563"/>
                    <a:pt x="3248" y="300563"/>
                  </a:cubicBezTo>
                  <a:cubicBezTo>
                    <a:pt x="6286" y="300563"/>
                    <a:pt x="33629" y="280130"/>
                    <a:pt x="51554" y="241969"/>
                  </a:cubicBezTo>
                  <a:cubicBezTo>
                    <a:pt x="67048" y="208916"/>
                    <a:pt x="70694" y="175562"/>
                    <a:pt x="70694" y="150322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31A6F61C-9F9E-F2AD-EA86-962C2E66BCBE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9133648" y="4822935"/>
              <a:ext cx="202032" cy="200121"/>
            </a:xfrm>
            <a:custGeom>
              <a:avLst/>
              <a:gdLst>
                <a:gd name="connsiteX0" fmla="*/ 107460 w 202032"/>
                <a:gd name="connsiteY0" fmla="*/ 106151 h 200121"/>
                <a:gd name="connsiteX1" fmla="*/ 192223 w 202032"/>
                <a:gd name="connsiteY1" fmla="*/ 106151 h 200121"/>
                <a:gd name="connsiteX2" fmla="*/ 202249 w 202032"/>
                <a:gd name="connsiteY2" fmla="*/ 100141 h 200121"/>
                <a:gd name="connsiteX3" fmla="*/ 192223 w 202032"/>
                <a:gd name="connsiteY3" fmla="*/ 94132 h 200121"/>
                <a:gd name="connsiteX4" fmla="*/ 107460 w 202032"/>
                <a:gd name="connsiteY4" fmla="*/ 94132 h 200121"/>
                <a:gd name="connsiteX5" fmla="*/ 107460 w 202032"/>
                <a:gd name="connsiteY5" fmla="*/ 9996 h 200121"/>
                <a:gd name="connsiteX6" fmla="*/ 101384 w 202032"/>
                <a:gd name="connsiteY6" fmla="*/ 81 h 200121"/>
                <a:gd name="connsiteX7" fmla="*/ 95308 w 202032"/>
                <a:gd name="connsiteY7" fmla="*/ 9996 h 200121"/>
                <a:gd name="connsiteX8" fmla="*/ 95308 w 202032"/>
                <a:gd name="connsiteY8" fmla="*/ 94132 h 200121"/>
                <a:gd name="connsiteX9" fmla="*/ 10242 w 202032"/>
                <a:gd name="connsiteY9" fmla="*/ 94132 h 200121"/>
                <a:gd name="connsiteX10" fmla="*/ 216 w 202032"/>
                <a:gd name="connsiteY10" fmla="*/ 100141 h 200121"/>
                <a:gd name="connsiteX11" fmla="*/ 10242 w 202032"/>
                <a:gd name="connsiteY11" fmla="*/ 106151 h 200121"/>
                <a:gd name="connsiteX12" fmla="*/ 95308 w 202032"/>
                <a:gd name="connsiteY12" fmla="*/ 106151 h 200121"/>
                <a:gd name="connsiteX13" fmla="*/ 95308 w 202032"/>
                <a:gd name="connsiteY13" fmla="*/ 190286 h 200121"/>
                <a:gd name="connsiteX14" fmla="*/ 101384 w 202032"/>
                <a:gd name="connsiteY14" fmla="*/ 200202 h 200121"/>
                <a:gd name="connsiteX15" fmla="*/ 107460 w 202032"/>
                <a:gd name="connsiteY15" fmla="*/ 190286 h 200121"/>
                <a:gd name="connsiteX16" fmla="*/ 107460 w 202032"/>
                <a:gd name="connsiteY16" fmla="*/ 106151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032" h="200121">
                  <a:moveTo>
                    <a:pt x="107460" y="106151"/>
                  </a:moveTo>
                  <a:lnTo>
                    <a:pt x="192223" y="106151"/>
                  </a:lnTo>
                  <a:cubicBezTo>
                    <a:pt x="196476" y="106151"/>
                    <a:pt x="202249" y="106151"/>
                    <a:pt x="202249" y="100141"/>
                  </a:cubicBezTo>
                  <a:cubicBezTo>
                    <a:pt x="202249" y="94132"/>
                    <a:pt x="196476" y="94132"/>
                    <a:pt x="192223" y="94132"/>
                  </a:cubicBezTo>
                  <a:lnTo>
                    <a:pt x="107460" y="94132"/>
                  </a:lnTo>
                  <a:lnTo>
                    <a:pt x="107460" y="9996"/>
                  </a:lnTo>
                  <a:cubicBezTo>
                    <a:pt x="107460" y="5790"/>
                    <a:pt x="107460" y="81"/>
                    <a:pt x="101384" y="81"/>
                  </a:cubicBezTo>
                  <a:cubicBezTo>
                    <a:pt x="95308" y="81"/>
                    <a:pt x="95308" y="5790"/>
                    <a:pt x="95308" y="9996"/>
                  </a:cubicBezTo>
                  <a:lnTo>
                    <a:pt x="95308" y="94132"/>
                  </a:lnTo>
                  <a:lnTo>
                    <a:pt x="10242" y="94132"/>
                  </a:lnTo>
                  <a:cubicBezTo>
                    <a:pt x="5988" y="94132"/>
                    <a:pt x="216" y="94132"/>
                    <a:pt x="216" y="100141"/>
                  </a:cubicBezTo>
                  <a:cubicBezTo>
                    <a:pt x="216" y="106151"/>
                    <a:pt x="5988" y="106151"/>
                    <a:pt x="10242" y="106151"/>
                  </a:cubicBezTo>
                  <a:lnTo>
                    <a:pt x="95308" y="106151"/>
                  </a:lnTo>
                  <a:lnTo>
                    <a:pt x="95308" y="190286"/>
                  </a:lnTo>
                  <a:cubicBezTo>
                    <a:pt x="95308" y="194493"/>
                    <a:pt x="95308" y="200202"/>
                    <a:pt x="101384" y="200202"/>
                  </a:cubicBezTo>
                  <a:cubicBezTo>
                    <a:pt x="107460" y="200202"/>
                    <a:pt x="107460" y="194493"/>
                    <a:pt x="107460" y="190286"/>
                  </a:cubicBezTo>
                  <a:lnTo>
                    <a:pt x="107460" y="106151"/>
                  </a:ln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9FB7CF8F-F579-FBBD-934B-5154FDEFE95B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9408993" y="4794990"/>
              <a:ext cx="118181" cy="207332"/>
            </a:xfrm>
            <a:custGeom>
              <a:avLst/>
              <a:gdLst>
                <a:gd name="connsiteX0" fmla="*/ 33644 w 118181"/>
                <a:gd name="connsiteY0" fmla="*/ 104047 h 207332"/>
                <a:gd name="connsiteX1" fmla="*/ 65847 w 118181"/>
                <a:gd name="connsiteY1" fmla="*/ 107353 h 207332"/>
                <a:gd name="connsiteX2" fmla="*/ 96532 w 118181"/>
                <a:gd name="connsiteY2" fmla="*/ 151824 h 207332"/>
                <a:gd name="connsiteX3" fmla="*/ 56733 w 118181"/>
                <a:gd name="connsiteY3" fmla="*/ 196596 h 207332"/>
                <a:gd name="connsiteX4" fmla="*/ 31213 w 118181"/>
                <a:gd name="connsiteY4" fmla="*/ 187281 h 207332"/>
                <a:gd name="connsiteX5" fmla="*/ 11769 w 118181"/>
                <a:gd name="connsiteY5" fmla="*/ 179769 h 207332"/>
                <a:gd name="connsiteX6" fmla="*/ 225 w 118181"/>
                <a:gd name="connsiteY6" fmla="*/ 190286 h 207332"/>
                <a:gd name="connsiteX7" fmla="*/ 34555 w 118181"/>
                <a:gd name="connsiteY7" fmla="*/ 207413 h 207332"/>
                <a:gd name="connsiteX8" fmla="*/ 96228 w 118181"/>
                <a:gd name="connsiteY8" fmla="*/ 187281 h 207332"/>
                <a:gd name="connsiteX9" fmla="*/ 118406 w 118181"/>
                <a:gd name="connsiteY9" fmla="*/ 137401 h 207332"/>
                <a:gd name="connsiteX10" fmla="*/ 104735 w 118181"/>
                <a:gd name="connsiteY10" fmla="*/ 98639 h 207332"/>
                <a:gd name="connsiteX11" fmla="*/ 79519 w 118181"/>
                <a:gd name="connsiteY11" fmla="*/ 82713 h 207332"/>
                <a:gd name="connsiteX12" fmla="*/ 108077 w 118181"/>
                <a:gd name="connsiteY12" fmla="*/ 41246 h 207332"/>
                <a:gd name="connsiteX13" fmla="*/ 60683 w 118181"/>
                <a:gd name="connsiteY13" fmla="*/ 80 h 207332"/>
                <a:gd name="connsiteX14" fmla="*/ 21187 w 118181"/>
                <a:gd name="connsiteY14" fmla="*/ 14804 h 207332"/>
                <a:gd name="connsiteX15" fmla="*/ 832 w 118181"/>
                <a:gd name="connsiteY15" fmla="*/ 48759 h 207332"/>
                <a:gd name="connsiteX16" fmla="*/ 5389 w 118181"/>
                <a:gd name="connsiteY16" fmla="*/ 49960 h 207332"/>
                <a:gd name="connsiteX17" fmla="*/ 50657 w 118181"/>
                <a:gd name="connsiteY17" fmla="*/ 18109 h 207332"/>
                <a:gd name="connsiteX18" fmla="*/ 84076 w 118181"/>
                <a:gd name="connsiteY18" fmla="*/ 50261 h 207332"/>
                <a:gd name="connsiteX19" fmla="*/ 71923 w 118181"/>
                <a:gd name="connsiteY19" fmla="*/ 79408 h 207332"/>
                <a:gd name="connsiteX20" fmla="*/ 33644 w 118181"/>
                <a:gd name="connsiteY20" fmla="*/ 100141 h 207332"/>
                <a:gd name="connsiteX21" fmla="*/ 33644 w 118181"/>
                <a:gd name="connsiteY21" fmla="*/ 104047 h 20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8181" h="207332">
                  <a:moveTo>
                    <a:pt x="33644" y="104047"/>
                  </a:moveTo>
                  <a:cubicBezTo>
                    <a:pt x="51568" y="104047"/>
                    <a:pt x="58556" y="104648"/>
                    <a:pt x="65847" y="107353"/>
                  </a:cubicBezTo>
                  <a:cubicBezTo>
                    <a:pt x="84683" y="113963"/>
                    <a:pt x="96532" y="131091"/>
                    <a:pt x="96532" y="151824"/>
                  </a:cubicBezTo>
                  <a:cubicBezTo>
                    <a:pt x="96532" y="177065"/>
                    <a:pt x="79215" y="196596"/>
                    <a:pt x="56733" y="196596"/>
                  </a:cubicBezTo>
                  <a:cubicBezTo>
                    <a:pt x="48530" y="196596"/>
                    <a:pt x="42454" y="194493"/>
                    <a:pt x="31213" y="187281"/>
                  </a:cubicBezTo>
                  <a:cubicBezTo>
                    <a:pt x="22099" y="181872"/>
                    <a:pt x="16934" y="179769"/>
                    <a:pt x="11769" y="179769"/>
                  </a:cubicBezTo>
                  <a:cubicBezTo>
                    <a:pt x="4782" y="179769"/>
                    <a:pt x="225" y="183976"/>
                    <a:pt x="225" y="190286"/>
                  </a:cubicBezTo>
                  <a:cubicBezTo>
                    <a:pt x="225" y="200803"/>
                    <a:pt x="13288" y="207413"/>
                    <a:pt x="34555" y="207413"/>
                  </a:cubicBezTo>
                  <a:cubicBezTo>
                    <a:pt x="57948" y="207413"/>
                    <a:pt x="81949" y="199601"/>
                    <a:pt x="96228" y="187281"/>
                  </a:cubicBezTo>
                  <a:cubicBezTo>
                    <a:pt x="110507" y="174961"/>
                    <a:pt x="118406" y="157533"/>
                    <a:pt x="118406" y="137401"/>
                  </a:cubicBezTo>
                  <a:cubicBezTo>
                    <a:pt x="118406" y="122076"/>
                    <a:pt x="113545" y="107954"/>
                    <a:pt x="104735" y="98639"/>
                  </a:cubicBezTo>
                  <a:cubicBezTo>
                    <a:pt x="98659" y="92028"/>
                    <a:pt x="92886" y="88422"/>
                    <a:pt x="79519" y="82713"/>
                  </a:cubicBezTo>
                  <a:cubicBezTo>
                    <a:pt x="100481" y="68590"/>
                    <a:pt x="108077" y="57473"/>
                    <a:pt x="108077" y="41246"/>
                  </a:cubicBezTo>
                  <a:cubicBezTo>
                    <a:pt x="108077" y="16907"/>
                    <a:pt x="88633" y="80"/>
                    <a:pt x="60683" y="80"/>
                  </a:cubicBezTo>
                  <a:cubicBezTo>
                    <a:pt x="45492" y="80"/>
                    <a:pt x="32124" y="5189"/>
                    <a:pt x="21187" y="14804"/>
                  </a:cubicBezTo>
                  <a:cubicBezTo>
                    <a:pt x="12073" y="22917"/>
                    <a:pt x="7516" y="30730"/>
                    <a:pt x="832" y="48759"/>
                  </a:cubicBezTo>
                  <a:lnTo>
                    <a:pt x="5389" y="49960"/>
                  </a:lnTo>
                  <a:cubicBezTo>
                    <a:pt x="17845" y="28025"/>
                    <a:pt x="31517" y="18109"/>
                    <a:pt x="50657" y="18109"/>
                  </a:cubicBezTo>
                  <a:cubicBezTo>
                    <a:pt x="70404" y="18109"/>
                    <a:pt x="84076" y="31331"/>
                    <a:pt x="84076" y="50261"/>
                  </a:cubicBezTo>
                  <a:cubicBezTo>
                    <a:pt x="84076" y="61078"/>
                    <a:pt x="79519" y="71896"/>
                    <a:pt x="71923" y="79408"/>
                  </a:cubicBezTo>
                  <a:cubicBezTo>
                    <a:pt x="62809" y="88422"/>
                    <a:pt x="54303" y="92929"/>
                    <a:pt x="33644" y="100141"/>
                  </a:cubicBezTo>
                  <a:lnTo>
                    <a:pt x="33644" y="104047"/>
                  </a:ln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3D334600-43CB-D6DE-198C-F3B0E3D61E6B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549485" y="4794389"/>
              <a:ext cx="173474" cy="265927"/>
            </a:xfrm>
            <a:custGeom>
              <a:avLst/>
              <a:gdLst>
                <a:gd name="connsiteX0" fmla="*/ 55524 w 173474"/>
                <a:gd name="connsiteY0" fmla="*/ 84817 h 265927"/>
                <a:gd name="connsiteX1" fmla="*/ 82866 w 173474"/>
                <a:gd name="connsiteY1" fmla="*/ 84817 h 265927"/>
                <a:gd name="connsiteX2" fmla="*/ 56131 w 173474"/>
                <a:gd name="connsiteY2" fmla="*/ 211020 h 265927"/>
                <a:gd name="connsiteX3" fmla="*/ 26662 w 173474"/>
                <a:gd name="connsiteY3" fmla="*/ 259698 h 265927"/>
                <a:gd name="connsiteX4" fmla="*/ 20586 w 173474"/>
                <a:gd name="connsiteY4" fmla="*/ 254891 h 265927"/>
                <a:gd name="connsiteX5" fmla="*/ 21801 w 173474"/>
                <a:gd name="connsiteY5" fmla="*/ 251585 h 265927"/>
                <a:gd name="connsiteX6" fmla="*/ 23320 w 173474"/>
                <a:gd name="connsiteY6" fmla="*/ 246778 h 265927"/>
                <a:gd name="connsiteX7" fmla="*/ 11471 w 173474"/>
                <a:gd name="connsiteY7" fmla="*/ 235359 h 265927"/>
                <a:gd name="connsiteX8" fmla="*/ 230 w 173474"/>
                <a:gd name="connsiteY8" fmla="*/ 247679 h 265927"/>
                <a:gd name="connsiteX9" fmla="*/ 24231 w 173474"/>
                <a:gd name="connsiteY9" fmla="*/ 266008 h 265927"/>
                <a:gd name="connsiteX10" fmla="*/ 84993 w 173474"/>
                <a:gd name="connsiteY10" fmla="*/ 180972 h 265927"/>
                <a:gd name="connsiteX11" fmla="*/ 106867 w 173474"/>
                <a:gd name="connsiteY11" fmla="*/ 84817 h 265927"/>
                <a:gd name="connsiteX12" fmla="*/ 139982 w 173474"/>
                <a:gd name="connsiteY12" fmla="*/ 84817 h 265927"/>
                <a:gd name="connsiteX13" fmla="*/ 141805 w 173474"/>
                <a:gd name="connsiteY13" fmla="*/ 75202 h 265927"/>
                <a:gd name="connsiteX14" fmla="*/ 108994 w 173474"/>
                <a:gd name="connsiteY14" fmla="*/ 75202 h 265927"/>
                <a:gd name="connsiteX15" fmla="*/ 146059 w 173474"/>
                <a:gd name="connsiteY15" fmla="*/ 6692 h 265927"/>
                <a:gd name="connsiteX16" fmla="*/ 152742 w 173474"/>
                <a:gd name="connsiteY16" fmla="*/ 10298 h 265927"/>
                <a:gd name="connsiteX17" fmla="*/ 151527 w 173474"/>
                <a:gd name="connsiteY17" fmla="*/ 13302 h 265927"/>
                <a:gd name="connsiteX18" fmla="*/ 149704 w 173474"/>
                <a:gd name="connsiteY18" fmla="*/ 19613 h 265927"/>
                <a:gd name="connsiteX19" fmla="*/ 160945 w 173474"/>
                <a:gd name="connsiteY19" fmla="*/ 31632 h 265927"/>
                <a:gd name="connsiteX20" fmla="*/ 173705 w 173474"/>
                <a:gd name="connsiteY20" fmla="*/ 19613 h 265927"/>
                <a:gd name="connsiteX21" fmla="*/ 147578 w 173474"/>
                <a:gd name="connsiteY21" fmla="*/ 81 h 265927"/>
                <a:gd name="connsiteX22" fmla="*/ 109905 w 173474"/>
                <a:gd name="connsiteY22" fmla="*/ 20815 h 265927"/>
                <a:gd name="connsiteX23" fmla="*/ 85601 w 173474"/>
                <a:gd name="connsiteY23" fmla="*/ 75202 h 265927"/>
                <a:gd name="connsiteX24" fmla="*/ 57650 w 173474"/>
                <a:gd name="connsiteY24" fmla="*/ 75202 h 265927"/>
                <a:gd name="connsiteX25" fmla="*/ 55524 w 173474"/>
                <a:gd name="connsiteY25" fmla="*/ 84817 h 26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74" h="265927">
                  <a:moveTo>
                    <a:pt x="55524" y="84817"/>
                  </a:moveTo>
                  <a:lnTo>
                    <a:pt x="82866" y="84817"/>
                  </a:lnTo>
                  <a:lnTo>
                    <a:pt x="56131" y="211020"/>
                  </a:lnTo>
                  <a:cubicBezTo>
                    <a:pt x="49447" y="243172"/>
                    <a:pt x="39422" y="259698"/>
                    <a:pt x="26662" y="259698"/>
                  </a:cubicBezTo>
                  <a:cubicBezTo>
                    <a:pt x="23016" y="259698"/>
                    <a:pt x="20586" y="257595"/>
                    <a:pt x="20586" y="254891"/>
                  </a:cubicBezTo>
                  <a:cubicBezTo>
                    <a:pt x="20586" y="253989"/>
                    <a:pt x="20889" y="253088"/>
                    <a:pt x="21801" y="251585"/>
                  </a:cubicBezTo>
                  <a:cubicBezTo>
                    <a:pt x="23016" y="249782"/>
                    <a:pt x="23320" y="248580"/>
                    <a:pt x="23320" y="246778"/>
                  </a:cubicBezTo>
                  <a:cubicBezTo>
                    <a:pt x="23320" y="240467"/>
                    <a:pt x="17851" y="235359"/>
                    <a:pt x="11471" y="235359"/>
                  </a:cubicBezTo>
                  <a:cubicBezTo>
                    <a:pt x="5091" y="235359"/>
                    <a:pt x="230" y="240768"/>
                    <a:pt x="230" y="247679"/>
                  </a:cubicBezTo>
                  <a:cubicBezTo>
                    <a:pt x="230" y="257895"/>
                    <a:pt x="10864" y="266008"/>
                    <a:pt x="24231" y="266008"/>
                  </a:cubicBezTo>
                  <a:cubicBezTo>
                    <a:pt x="51270" y="266008"/>
                    <a:pt x="72537" y="236261"/>
                    <a:pt x="84993" y="180972"/>
                  </a:cubicBezTo>
                  <a:lnTo>
                    <a:pt x="106867" y="84817"/>
                  </a:lnTo>
                  <a:lnTo>
                    <a:pt x="139982" y="84817"/>
                  </a:lnTo>
                  <a:lnTo>
                    <a:pt x="141805" y="75202"/>
                  </a:lnTo>
                  <a:lnTo>
                    <a:pt x="108994" y="75202"/>
                  </a:lnTo>
                  <a:cubicBezTo>
                    <a:pt x="117804" y="28026"/>
                    <a:pt x="129045" y="6692"/>
                    <a:pt x="146059" y="6692"/>
                  </a:cubicBezTo>
                  <a:cubicBezTo>
                    <a:pt x="150008" y="6692"/>
                    <a:pt x="152742" y="8194"/>
                    <a:pt x="152742" y="10298"/>
                  </a:cubicBezTo>
                  <a:cubicBezTo>
                    <a:pt x="152742" y="11199"/>
                    <a:pt x="152439" y="11800"/>
                    <a:pt x="151527" y="13302"/>
                  </a:cubicBezTo>
                  <a:cubicBezTo>
                    <a:pt x="150312" y="16007"/>
                    <a:pt x="149704" y="17509"/>
                    <a:pt x="149704" y="19613"/>
                  </a:cubicBezTo>
                  <a:cubicBezTo>
                    <a:pt x="149704" y="26824"/>
                    <a:pt x="154261" y="31632"/>
                    <a:pt x="160945" y="31632"/>
                  </a:cubicBezTo>
                  <a:cubicBezTo>
                    <a:pt x="167933" y="31632"/>
                    <a:pt x="173705" y="26223"/>
                    <a:pt x="173705" y="19613"/>
                  </a:cubicBezTo>
                  <a:cubicBezTo>
                    <a:pt x="173705" y="8495"/>
                    <a:pt x="162464" y="81"/>
                    <a:pt x="147578" y="81"/>
                  </a:cubicBezTo>
                  <a:cubicBezTo>
                    <a:pt x="132691" y="81"/>
                    <a:pt x="120843" y="6692"/>
                    <a:pt x="109905" y="20815"/>
                  </a:cubicBezTo>
                  <a:cubicBezTo>
                    <a:pt x="100791" y="32533"/>
                    <a:pt x="94715" y="46356"/>
                    <a:pt x="85601" y="75202"/>
                  </a:cubicBezTo>
                  <a:lnTo>
                    <a:pt x="57650" y="75202"/>
                  </a:lnTo>
                  <a:lnTo>
                    <a:pt x="55524" y="84817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25714555-F663-1DFC-AED1-755C753DEA2D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9753516" y="4772754"/>
              <a:ext cx="70483" cy="300482"/>
            </a:xfrm>
            <a:custGeom>
              <a:avLst/>
              <a:gdLst>
                <a:gd name="connsiteX0" fmla="*/ 70719 w 70483"/>
                <a:gd name="connsiteY0" fmla="*/ 297558 h 300482"/>
                <a:gd name="connsiteX1" fmla="*/ 65554 w 70483"/>
                <a:gd name="connsiteY1" fmla="*/ 290948 h 300482"/>
                <a:gd name="connsiteX2" fmla="*/ 17856 w 70483"/>
                <a:gd name="connsiteY2" fmla="*/ 150322 h 300482"/>
                <a:gd name="connsiteX3" fmla="*/ 66769 w 70483"/>
                <a:gd name="connsiteY3" fmla="*/ 8194 h 300482"/>
                <a:gd name="connsiteX4" fmla="*/ 70719 w 70483"/>
                <a:gd name="connsiteY4" fmla="*/ 3085 h 300482"/>
                <a:gd name="connsiteX5" fmla="*/ 67681 w 70483"/>
                <a:gd name="connsiteY5" fmla="*/ 81 h 300482"/>
                <a:gd name="connsiteX6" fmla="*/ 19375 w 70483"/>
                <a:gd name="connsiteY6" fmla="*/ 58675 h 300482"/>
                <a:gd name="connsiteX7" fmla="*/ 235 w 70483"/>
                <a:gd name="connsiteY7" fmla="*/ 150322 h 300482"/>
                <a:gd name="connsiteX8" fmla="*/ 20287 w 70483"/>
                <a:gd name="connsiteY8" fmla="*/ 244072 h 300482"/>
                <a:gd name="connsiteX9" fmla="*/ 67681 w 70483"/>
                <a:gd name="connsiteY9" fmla="*/ 300563 h 300482"/>
                <a:gd name="connsiteX10" fmla="*/ 70719 w 70483"/>
                <a:gd name="connsiteY10" fmla="*/ 297558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719" y="297558"/>
                  </a:moveTo>
                  <a:cubicBezTo>
                    <a:pt x="70719" y="296657"/>
                    <a:pt x="70719" y="296056"/>
                    <a:pt x="65554" y="290948"/>
                  </a:cubicBezTo>
                  <a:cubicBezTo>
                    <a:pt x="27578" y="253087"/>
                    <a:pt x="17856" y="196296"/>
                    <a:pt x="17856" y="150322"/>
                  </a:cubicBezTo>
                  <a:cubicBezTo>
                    <a:pt x="17856" y="98038"/>
                    <a:pt x="29401" y="45754"/>
                    <a:pt x="66769" y="8194"/>
                  </a:cubicBezTo>
                  <a:cubicBezTo>
                    <a:pt x="70719" y="4588"/>
                    <a:pt x="70719" y="3987"/>
                    <a:pt x="70719" y="3085"/>
                  </a:cubicBezTo>
                  <a:cubicBezTo>
                    <a:pt x="70719" y="982"/>
                    <a:pt x="69504" y="81"/>
                    <a:pt x="67681" y="81"/>
                  </a:cubicBezTo>
                  <a:cubicBezTo>
                    <a:pt x="64643" y="81"/>
                    <a:pt x="37300" y="20513"/>
                    <a:pt x="19375" y="58675"/>
                  </a:cubicBezTo>
                  <a:cubicBezTo>
                    <a:pt x="3881" y="91728"/>
                    <a:pt x="235" y="125081"/>
                    <a:pt x="235" y="150322"/>
                  </a:cubicBezTo>
                  <a:cubicBezTo>
                    <a:pt x="235" y="173759"/>
                    <a:pt x="3577" y="210118"/>
                    <a:pt x="20287" y="244072"/>
                  </a:cubicBezTo>
                  <a:cubicBezTo>
                    <a:pt x="38515" y="281032"/>
                    <a:pt x="64643" y="300563"/>
                    <a:pt x="67681" y="300563"/>
                  </a:cubicBezTo>
                  <a:cubicBezTo>
                    <a:pt x="69504" y="300563"/>
                    <a:pt x="70719" y="299662"/>
                    <a:pt x="70719" y="297558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74889EB0-9D21-ACBC-6E9A-58498FA209E1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9833552" y="4865603"/>
              <a:ext cx="144005" cy="135818"/>
            </a:xfrm>
            <a:custGeom>
              <a:avLst/>
              <a:gdLst>
                <a:gd name="connsiteX0" fmla="*/ 130572 w 144005"/>
                <a:gd name="connsiteY0" fmla="*/ 99240 h 135818"/>
                <a:gd name="connsiteX1" fmla="*/ 123889 w 144005"/>
                <a:gd name="connsiteY1" fmla="*/ 107354 h 135818"/>
                <a:gd name="connsiteX2" fmla="*/ 109913 w 144005"/>
                <a:gd name="connsiteY2" fmla="*/ 119373 h 135818"/>
                <a:gd name="connsiteX3" fmla="*/ 100495 w 144005"/>
                <a:gd name="connsiteY3" fmla="*/ 107053 h 135818"/>
                <a:gd name="connsiteX4" fmla="*/ 99280 w 144005"/>
                <a:gd name="connsiteY4" fmla="*/ 101945 h 135818"/>
                <a:gd name="connsiteX5" fmla="*/ 88343 w 144005"/>
                <a:gd name="connsiteY5" fmla="*/ 53267 h 135818"/>
                <a:gd name="connsiteX6" fmla="*/ 118116 w 144005"/>
                <a:gd name="connsiteY6" fmla="*/ 16908 h 135818"/>
                <a:gd name="connsiteX7" fmla="*/ 125408 w 144005"/>
                <a:gd name="connsiteY7" fmla="*/ 19312 h 135818"/>
                <a:gd name="connsiteX8" fmla="*/ 133611 w 144005"/>
                <a:gd name="connsiteY8" fmla="*/ 22016 h 135818"/>
                <a:gd name="connsiteX9" fmla="*/ 144244 w 144005"/>
                <a:gd name="connsiteY9" fmla="*/ 11199 h 135818"/>
                <a:gd name="connsiteX10" fmla="*/ 131788 w 144005"/>
                <a:gd name="connsiteY10" fmla="*/ 81 h 135818"/>
                <a:gd name="connsiteX11" fmla="*/ 85913 w 144005"/>
                <a:gd name="connsiteY11" fmla="*/ 43050 h 135818"/>
                <a:gd name="connsiteX12" fmla="*/ 82571 w 144005"/>
                <a:gd name="connsiteY12" fmla="*/ 26524 h 135818"/>
                <a:gd name="connsiteX13" fmla="*/ 66773 w 144005"/>
                <a:gd name="connsiteY13" fmla="*/ 81 h 135818"/>
                <a:gd name="connsiteX14" fmla="*/ 31227 w 144005"/>
                <a:gd name="connsiteY14" fmla="*/ 8795 h 135818"/>
                <a:gd name="connsiteX15" fmla="*/ 27885 w 144005"/>
                <a:gd name="connsiteY15" fmla="*/ 9997 h 135818"/>
                <a:gd name="connsiteX16" fmla="*/ 29100 w 144005"/>
                <a:gd name="connsiteY16" fmla="*/ 14504 h 135818"/>
                <a:gd name="connsiteX17" fmla="*/ 46114 w 144005"/>
                <a:gd name="connsiteY17" fmla="*/ 11199 h 135818"/>
                <a:gd name="connsiteX18" fmla="*/ 59785 w 144005"/>
                <a:gd name="connsiteY18" fmla="*/ 31932 h 135818"/>
                <a:gd name="connsiteX19" fmla="*/ 68595 w 144005"/>
                <a:gd name="connsiteY19" fmla="*/ 68892 h 135818"/>
                <a:gd name="connsiteX20" fmla="*/ 43683 w 144005"/>
                <a:gd name="connsiteY20" fmla="*/ 104048 h 135818"/>
                <a:gd name="connsiteX21" fmla="*/ 28189 w 144005"/>
                <a:gd name="connsiteY21" fmla="*/ 118471 h 135818"/>
                <a:gd name="connsiteX22" fmla="*/ 20290 w 144005"/>
                <a:gd name="connsiteY22" fmla="*/ 115767 h 135818"/>
                <a:gd name="connsiteX23" fmla="*/ 10568 w 144005"/>
                <a:gd name="connsiteY23" fmla="*/ 112762 h 135818"/>
                <a:gd name="connsiteX24" fmla="*/ 239 w 144005"/>
                <a:gd name="connsiteY24" fmla="*/ 123279 h 135818"/>
                <a:gd name="connsiteX25" fmla="*/ 15429 w 144005"/>
                <a:gd name="connsiteY25" fmla="*/ 135899 h 135818"/>
                <a:gd name="connsiteX26" fmla="*/ 43683 w 144005"/>
                <a:gd name="connsiteY26" fmla="*/ 114866 h 135818"/>
                <a:gd name="connsiteX27" fmla="*/ 71026 w 144005"/>
                <a:gd name="connsiteY27" fmla="*/ 79709 h 135818"/>
                <a:gd name="connsiteX28" fmla="*/ 80140 w 144005"/>
                <a:gd name="connsiteY28" fmla="*/ 115767 h 135818"/>
                <a:gd name="connsiteX29" fmla="*/ 97761 w 144005"/>
                <a:gd name="connsiteY29" fmla="*/ 135899 h 135818"/>
                <a:gd name="connsiteX30" fmla="*/ 134826 w 144005"/>
                <a:gd name="connsiteY30" fmla="*/ 101644 h 135818"/>
                <a:gd name="connsiteX31" fmla="*/ 130572 w 144005"/>
                <a:gd name="connsiteY31" fmla="*/ 99240 h 13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005" h="135818">
                  <a:moveTo>
                    <a:pt x="130572" y="99240"/>
                  </a:moveTo>
                  <a:cubicBezTo>
                    <a:pt x="128142" y="101945"/>
                    <a:pt x="126623" y="103748"/>
                    <a:pt x="123889" y="107354"/>
                  </a:cubicBezTo>
                  <a:cubicBezTo>
                    <a:pt x="116901" y="116368"/>
                    <a:pt x="113255" y="119373"/>
                    <a:pt x="109913" y="119373"/>
                  </a:cubicBezTo>
                  <a:cubicBezTo>
                    <a:pt x="105356" y="119373"/>
                    <a:pt x="102622" y="115467"/>
                    <a:pt x="100495" y="107053"/>
                  </a:cubicBezTo>
                  <a:cubicBezTo>
                    <a:pt x="99888" y="104649"/>
                    <a:pt x="99584" y="102846"/>
                    <a:pt x="99280" y="101945"/>
                  </a:cubicBezTo>
                  <a:cubicBezTo>
                    <a:pt x="91685" y="71596"/>
                    <a:pt x="88343" y="57774"/>
                    <a:pt x="88343" y="53267"/>
                  </a:cubicBezTo>
                  <a:cubicBezTo>
                    <a:pt x="101711" y="30129"/>
                    <a:pt x="112648" y="16908"/>
                    <a:pt x="118116" y="16908"/>
                  </a:cubicBezTo>
                  <a:cubicBezTo>
                    <a:pt x="119939" y="16908"/>
                    <a:pt x="122370" y="17810"/>
                    <a:pt x="125408" y="19312"/>
                  </a:cubicBezTo>
                  <a:cubicBezTo>
                    <a:pt x="129053" y="21415"/>
                    <a:pt x="131180" y="22016"/>
                    <a:pt x="133611" y="22016"/>
                  </a:cubicBezTo>
                  <a:cubicBezTo>
                    <a:pt x="139991" y="22016"/>
                    <a:pt x="144244" y="17509"/>
                    <a:pt x="144244" y="11199"/>
                  </a:cubicBezTo>
                  <a:cubicBezTo>
                    <a:pt x="144244" y="4889"/>
                    <a:pt x="139079" y="81"/>
                    <a:pt x="131788" y="81"/>
                  </a:cubicBezTo>
                  <a:cubicBezTo>
                    <a:pt x="118420" y="81"/>
                    <a:pt x="106875" y="10899"/>
                    <a:pt x="85913" y="43050"/>
                  </a:cubicBezTo>
                  <a:lnTo>
                    <a:pt x="82571" y="26524"/>
                  </a:lnTo>
                  <a:cubicBezTo>
                    <a:pt x="78317" y="6091"/>
                    <a:pt x="74975" y="81"/>
                    <a:pt x="66773" y="81"/>
                  </a:cubicBezTo>
                  <a:cubicBezTo>
                    <a:pt x="60089" y="81"/>
                    <a:pt x="49759" y="2786"/>
                    <a:pt x="31227" y="8795"/>
                  </a:cubicBezTo>
                  <a:lnTo>
                    <a:pt x="27885" y="9997"/>
                  </a:lnTo>
                  <a:lnTo>
                    <a:pt x="29100" y="14504"/>
                  </a:lnTo>
                  <a:cubicBezTo>
                    <a:pt x="40645" y="11800"/>
                    <a:pt x="43379" y="11199"/>
                    <a:pt x="46114" y="11199"/>
                  </a:cubicBezTo>
                  <a:cubicBezTo>
                    <a:pt x="53709" y="11199"/>
                    <a:pt x="55532" y="13903"/>
                    <a:pt x="59785" y="31932"/>
                  </a:cubicBezTo>
                  <a:lnTo>
                    <a:pt x="68595" y="68892"/>
                  </a:lnTo>
                  <a:lnTo>
                    <a:pt x="43683" y="104048"/>
                  </a:lnTo>
                  <a:cubicBezTo>
                    <a:pt x="37607" y="113063"/>
                    <a:pt x="31531" y="118471"/>
                    <a:pt x="28189" y="118471"/>
                  </a:cubicBezTo>
                  <a:cubicBezTo>
                    <a:pt x="26366" y="118471"/>
                    <a:pt x="23328" y="117570"/>
                    <a:pt x="20290" y="115767"/>
                  </a:cubicBezTo>
                  <a:cubicBezTo>
                    <a:pt x="16340" y="113664"/>
                    <a:pt x="12998" y="112762"/>
                    <a:pt x="10568" y="112762"/>
                  </a:cubicBezTo>
                  <a:cubicBezTo>
                    <a:pt x="4796" y="112762"/>
                    <a:pt x="239" y="117269"/>
                    <a:pt x="239" y="123279"/>
                  </a:cubicBezTo>
                  <a:cubicBezTo>
                    <a:pt x="239" y="131092"/>
                    <a:pt x="6315" y="135899"/>
                    <a:pt x="15429" y="135899"/>
                  </a:cubicBezTo>
                  <a:cubicBezTo>
                    <a:pt x="24847" y="135899"/>
                    <a:pt x="28493" y="133195"/>
                    <a:pt x="43683" y="114866"/>
                  </a:cubicBezTo>
                  <a:cubicBezTo>
                    <a:pt x="51886" y="105250"/>
                    <a:pt x="58266" y="97137"/>
                    <a:pt x="71026" y="79709"/>
                  </a:cubicBezTo>
                  <a:lnTo>
                    <a:pt x="80140" y="115767"/>
                  </a:lnTo>
                  <a:cubicBezTo>
                    <a:pt x="84090" y="131092"/>
                    <a:pt x="88039" y="135899"/>
                    <a:pt x="97761" y="135899"/>
                  </a:cubicBezTo>
                  <a:cubicBezTo>
                    <a:pt x="109306" y="135899"/>
                    <a:pt x="117205" y="128688"/>
                    <a:pt x="134826" y="101644"/>
                  </a:cubicBezTo>
                  <a:lnTo>
                    <a:pt x="130572" y="9924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17B65A60-A897-4EA3-A942-D26081987C4F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002105" y="4893364"/>
              <a:ext cx="63623" cy="150313"/>
            </a:xfrm>
            <a:custGeom>
              <a:avLst/>
              <a:gdLst>
                <a:gd name="connsiteX0" fmla="*/ 40710 w 63623"/>
                <a:gd name="connsiteY0" fmla="*/ 83 h 150313"/>
                <a:gd name="connsiteX1" fmla="*/ 243 w 63623"/>
                <a:gd name="connsiteY1" fmla="*/ 20317 h 150313"/>
                <a:gd name="connsiteX2" fmla="*/ 243 w 63623"/>
                <a:gd name="connsiteY2" fmla="*/ 23430 h 150313"/>
                <a:gd name="connsiteX3" fmla="*/ 6313 w 63623"/>
                <a:gd name="connsiteY3" fmla="*/ 20984 h 150313"/>
                <a:gd name="connsiteX4" fmla="*/ 16430 w 63623"/>
                <a:gd name="connsiteY4" fmla="*/ 18538 h 150313"/>
                <a:gd name="connsiteX5" fmla="*/ 23174 w 63623"/>
                <a:gd name="connsiteY5" fmla="*/ 28989 h 150313"/>
                <a:gd name="connsiteX6" fmla="*/ 23174 w 63623"/>
                <a:gd name="connsiteY6" fmla="*/ 129717 h 150313"/>
                <a:gd name="connsiteX7" fmla="*/ 17779 w 63623"/>
                <a:gd name="connsiteY7" fmla="*/ 144170 h 150313"/>
                <a:gd name="connsiteX8" fmla="*/ 1817 w 63623"/>
                <a:gd name="connsiteY8" fmla="*/ 147061 h 150313"/>
                <a:gd name="connsiteX9" fmla="*/ 1817 w 63623"/>
                <a:gd name="connsiteY9" fmla="*/ 150396 h 150313"/>
                <a:gd name="connsiteX10" fmla="*/ 63867 w 63623"/>
                <a:gd name="connsiteY10" fmla="*/ 150396 h 150313"/>
                <a:gd name="connsiteX11" fmla="*/ 63867 w 63623"/>
                <a:gd name="connsiteY11" fmla="*/ 147061 h 150313"/>
                <a:gd name="connsiteX12" fmla="*/ 42509 w 63623"/>
                <a:gd name="connsiteY12" fmla="*/ 133942 h 150313"/>
                <a:gd name="connsiteX13" fmla="*/ 42509 w 63623"/>
                <a:gd name="connsiteY13" fmla="*/ 527 h 150313"/>
                <a:gd name="connsiteX14" fmla="*/ 40710 w 63623"/>
                <a:gd name="connsiteY14" fmla="*/ 83 h 15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623" h="150313">
                  <a:moveTo>
                    <a:pt x="40710" y="83"/>
                  </a:moveTo>
                  <a:lnTo>
                    <a:pt x="243" y="20317"/>
                  </a:lnTo>
                  <a:lnTo>
                    <a:pt x="243" y="23430"/>
                  </a:lnTo>
                  <a:cubicBezTo>
                    <a:pt x="2941" y="22318"/>
                    <a:pt x="5414" y="21429"/>
                    <a:pt x="6313" y="20984"/>
                  </a:cubicBezTo>
                  <a:cubicBezTo>
                    <a:pt x="10360" y="19428"/>
                    <a:pt x="14182" y="18538"/>
                    <a:pt x="16430" y="18538"/>
                  </a:cubicBezTo>
                  <a:cubicBezTo>
                    <a:pt x="21151" y="18538"/>
                    <a:pt x="23174" y="21874"/>
                    <a:pt x="23174" y="28989"/>
                  </a:cubicBezTo>
                  <a:lnTo>
                    <a:pt x="23174" y="129717"/>
                  </a:lnTo>
                  <a:cubicBezTo>
                    <a:pt x="23174" y="137055"/>
                    <a:pt x="21376" y="142169"/>
                    <a:pt x="17779" y="144170"/>
                  </a:cubicBezTo>
                  <a:cubicBezTo>
                    <a:pt x="14407" y="146171"/>
                    <a:pt x="11259" y="146838"/>
                    <a:pt x="1817" y="147061"/>
                  </a:cubicBezTo>
                  <a:lnTo>
                    <a:pt x="1817" y="150396"/>
                  </a:lnTo>
                  <a:lnTo>
                    <a:pt x="63867" y="150396"/>
                  </a:lnTo>
                  <a:lnTo>
                    <a:pt x="63867" y="147061"/>
                  </a:lnTo>
                  <a:cubicBezTo>
                    <a:pt x="46106" y="146838"/>
                    <a:pt x="42509" y="144615"/>
                    <a:pt x="42509" y="133942"/>
                  </a:cubicBezTo>
                  <a:lnTo>
                    <a:pt x="42509" y="527"/>
                  </a:lnTo>
                  <a:lnTo>
                    <a:pt x="40710" y="83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96AAAE91-6E7F-97DF-F8B1-38488F7CE407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122545" y="4772754"/>
              <a:ext cx="70483" cy="300482"/>
            </a:xfrm>
            <a:custGeom>
              <a:avLst/>
              <a:gdLst>
                <a:gd name="connsiteX0" fmla="*/ 70731 w 70483"/>
                <a:gd name="connsiteY0" fmla="*/ 150322 h 300482"/>
                <a:gd name="connsiteX1" fmla="*/ 50680 w 70483"/>
                <a:gd name="connsiteY1" fmla="*/ 56571 h 300482"/>
                <a:gd name="connsiteX2" fmla="*/ 3286 w 70483"/>
                <a:gd name="connsiteY2" fmla="*/ 81 h 300482"/>
                <a:gd name="connsiteX3" fmla="*/ 248 w 70483"/>
                <a:gd name="connsiteY3" fmla="*/ 3085 h 300482"/>
                <a:gd name="connsiteX4" fmla="*/ 6020 w 70483"/>
                <a:gd name="connsiteY4" fmla="*/ 9996 h 300482"/>
                <a:gd name="connsiteX5" fmla="*/ 53110 w 70483"/>
                <a:gd name="connsiteY5" fmla="*/ 150322 h 300482"/>
                <a:gd name="connsiteX6" fmla="*/ 4197 w 70483"/>
                <a:gd name="connsiteY6" fmla="*/ 292450 h 300482"/>
                <a:gd name="connsiteX7" fmla="*/ 248 w 70483"/>
                <a:gd name="connsiteY7" fmla="*/ 297558 h 300482"/>
                <a:gd name="connsiteX8" fmla="*/ 3286 w 70483"/>
                <a:gd name="connsiteY8" fmla="*/ 300563 h 300482"/>
                <a:gd name="connsiteX9" fmla="*/ 51591 w 70483"/>
                <a:gd name="connsiteY9" fmla="*/ 241969 h 300482"/>
                <a:gd name="connsiteX10" fmla="*/ 70731 w 70483"/>
                <a:gd name="connsiteY10" fmla="*/ 150322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731" y="150322"/>
                  </a:moveTo>
                  <a:cubicBezTo>
                    <a:pt x="70731" y="126884"/>
                    <a:pt x="67389" y="90526"/>
                    <a:pt x="50680" y="56571"/>
                  </a:cubicBezTo>
                  <a:cubicBezTo>
                    <a:pt x="32451" y="19612"/>
                    <a:pt x="6324" y="81"/>
                    <a:pt x="3286" y="81"/>
                  </a:cubicBezTo>
                  <a:cubicBezTo>
                    <a:pt x="1463" y="81"/>
                    <a:pt x="248" y="1282"/>
                    <a:pt x="248" y="3085"/>
                  </a:cubicBezTo>
                  <a:cubicBezTo>
                    <a:pt x="248" y="3987"/>
                    <a:pt x="248" y="4588"/>
                    <a:pt x="6020" y="9996"/>
                  </a:cubicBezTo>
                  <a:cubicBezTo>
                    <a:pt x="35793" y="39744"/>
                    <a:pt x="53110" y="87521"/>
                    <a:pt x="53110" y="150322"/>
                  </a:cubicBezTo>
                  <a:cubicBezTo>
                    <a:pt x="53110" y="201704"/>
                    <a:pt x="41869" y="254589"/>
                    <a:pt x="4197" y="292450"/>
                  </a:cubicBezTo>
                  <a:cubicBezTo>
                    <a:pt x="248" y="296056"/>
                    <a:pt x="248" y="296657"/>
                    <a:pt x="248" y="297558"/>
                  </a:cubicBezTo>
                  <a:cubicBezTo>
                    <a:pt x="248" y="299361"/>
                    <a:pt x="1463" y="300563"/>
                    <a:pt x="3286" y="300563"/>
                  </a:cubicBezTo>
                  <a:cubicBezTo>
                    <a:pt x="6324" y="300563"/>
                    <a:pt x="33667" y="280130"/>
                    <a:pt x="51591" y="241969"/>
                  </a:cubicBezTo>
                  <a:cubicBezTo>
                    <a:pt x="67085" y="208916"/>
                    <a:pt x="70731" y="175562"/>
                    <a:pt x="70731" y="150322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3B7D6E85-D407-885F-FC02-FDA171A02076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0282911" y="4822935"/>
              <a:ext cx="202032" cy="200121"/>
            </a:xfrm>
            <a:custGeom>
              <a:avLst/>
              <a:gdLst>
                <a:gd name="connsiteX0" fmla="*/ 107498 w 202032"/>
                <a:gd name="connsiteY0" fmla="*/ 106151 h 200121"/>
                <a:gd name="connsiteX1" fmla="*/ 192260 w 202032"/>
                <a:gd name="connsiteY1" fmla="*/ 106151 h 200121"/>
                <a:gd name="connsiteX2" fmla="*/ 202286 w 202032"/>
                <a:gd name="connsiteY2" fmla="*/ 100141 h 200121"/>
                <a:gd name="connsiteX3" fmla="*/ 192260 w 202032"/>
                <a:gd name="connsiteY3" fmla="*/ 94132 h 200121"/>
                <a:gd name="connsiteX4" fmla="*/ 107498 w 202032"/>
                <a:gd name="connsiteY4" fmla="*/ 94132 h 200121"/>
                <a:gd name="connsiteX5" fmla="*/ 107498 w 202032"/>
                <a:gd name="connsiteY5" fmla="*/ 9996 h 200121"/>
                <a:gd name="connsiteX6" fmla="*/ 101422 w 202032"/>
                <a:gd name="connsiteY6" fmla="*/ 81 h 200121"/>
                <a:gd name="connsiteX7" fmla="*/ 95346 w 202032"/>
                <a:gd name="connsiteY7" fmla="*/ 9996 h 200121"/>
                <a:gd name="connsiteX8" fmla="*/ 95346 w 202032"/>
                <a:gd name="connsiteY8" fmla="*/ 94132 h 200121"/>
                <a:gd name="connsiteX9" fmla="*/ 10279 w 202032"/>
                <a:gd name="connsiteY9" fmla="*/ 94132 h 200121"/>
                <a:gd name="connsiteX10" fmla="*/ 253 w 202032"/>
                <a:gd name="connsiteY10" fmla="*/ 100141 h 200121"/>
                <a:gd name="connsiteX11" fmla="*/ 10279 w 202032"/>
                <a:gd name="connsiteY11" fmla="*/ 106151 h 200121"/>
                <a:gd name="connsiteX12" fmla="*/ 95346 w 202032"/>
                <a:gd name="connsiteY12" fmla="*/ 106151 h 200121"/>
                <a:gd name="connsiteX13" fmla="*/ 95346 w 202032"/>
                <a:gd name="connsiteY13" fmla="*/ 190286 h 200121"/>
                <a:gd name="connsiteX14" fmla="*/ 101422 w 202032"/>
                <a:gd name="connsiteY14" fmla="*/ 200202 h 200121"/>
                <a:gd name="connsiteX15" fmla="*/ 107498 w 202032"/>
                <a:gd name="connsiteY15" fmla="*/ 190286 h 200121"/>
                <a:gd name="connsiteX16" fmla="*/ 107498 w 202032"/>
                <a:gd name="connsiteY16" fmla="*/ 106151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032" h="200121">
                  <a:moveTo>
                    <a:pt x="107498" y="106151"/>
                  </a:moveTo>
                  <a:lnTo>
                    <a:pt x="192260" y="106151"/>
                  </a:lnTo>
                  <a:cubicBezTo>
                    <a:pt x="196514" y="106151"/>
                    <a:pt x="202286" y="106151"/>
                    <a:pt x="202286" y="100141"/>
                  </a:cubicBezTo>
                  <a:cubicBezTo>
                    <a:pt x="202286" y="94132"/>
                    <a:pt x="196514" y="94132"/>
                    <a:pt x="192260" y="94132"/>
                  </a:cubicBezTo>
                  <a:lnTo>
                    <a:pt x="107498" y="94132"/>
                  </a:lnTo>
                  <a:lnTo>
                    <a:pt x="107498" y="9996"/>
                  </a:lnTo>
                  <a:cubicBezTo>
                    <a:pt x="107498" y="5790"/>
                    <a:pt x="107498" y="81"/>
                    <a:pt x="101422" y="81"/>
                  </a:cubicBezTo>
                  <a:cubicBezTo>
                    <a:pt x="95346" y="81"/>
                    <a:pt x="95346" y="5790"/>
                    <a:pt x="95346" y="9996"/>
                  </a:cubicBezTo>
                  <a:lnTo>
                    <a:pt x="95346" y="94132"/>
                  </a:lnTo>
                  <a:lnTo>
                    <a:pt x="10279" y="94132"/>
                  </a:lnTo>
                  <a:cubicBezTo>
                    <a:pt x="6026" y="94132"/>
                    <a:pt x="253" y="94132"/>
                    <a:pt x="253" y="100141"/>
                  </a:cubicBezTo>
                  <a:cubicBezTo>
                    <a:pt x="253" y="106151"/>
                    <a:pt x="6026" y="106151"/>
                    <a:pt x="10279" y="106151"/>
                  </a:cubicBezTo>
                  <a:lnTo>
                    <a:pt x="95346" y="106151"/>
                  </a:lnTo>
                  <a:lnTo>
                    <a:pt x="95346" y="190286"/>
                  </a:lnTo>
                  <a:cubicBezTo>
                    <a:pt x="95346" y="194493"/>
                    <a:pt x="95346" y="200202"/>
                    <a:pt x="101422" y="200202"/>
                  </a:cubicBezTo>
                  <a:cubicBezTo>
                    <a:pt x="107498" y="200202"/>
                    <a:pt x="107498" y="194493"/>
                    <a:pt x="107498" y="190286"/>
                  </a:cubicBezTo>
                  <a:lnTo>
                    <a:pt x="107498" y="106151"/>
                  </a:ln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D45711AA-53E9-E3F0-71C7-DCC029A15AF0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0558255" y="4794990"/>
              <a:ext cx="118181" cy="207332"/>
            </a:xfrm>
            <a:custGeom>
              <a:avLst/>
              <a:gdLst>
                <a:gd name="connsiteX0" fmla="*/ 33681 w 118181"/>
                <a:gd name="connsiteY0" fmla="*/ 104047 h 207332"/>
                <a:gd name="connsiteX1" fmla="*/ 65885 w 118181"/>
                <a:gd name="connsiteY1" fmla="*/ 107353 h 207332"/>
                <a:gd name="connsiteX2" fmla="*/ 96569 w 118181"/>
                <a:gd name="connsiteY2" fmla="*/ 151824 h 207332"/>
                <a:gd name="connsiteX3" fmla="*/ 56771 w 118181"/>
                <a:gd name="connsiteY3" fmla="*/ 196596 h 207332"/>
                <a:gd name="connsiteX4" fmla="*/ 31251 w 118181"/>
                <a:gd name="connsiteY4" fmla="*/ 187281 h 207332"/>
                <a:gd name="connsiteX5" fmla="*/ 11807 w 118181"/>
                <a:gd name="connsiteY5" fmla="*/ 179769 h 207332"/>
                <a:gd name="connsiteX6" fmla="*/ 262 w 118181"/>
                <a:gd name="connsiteY6" fmla="*/ 190286 h 207332"/>
                <a:gd name="connsiteX7" fmla="*/ 34593 w 118181"/>
                <a:gd name="connsiteY7" fmla="*/ 207413 h 207332"/>
                <a:gd name="connsiteX8" fmla="*/ 96266 w 118181"/>
                <a:gd name="connsiteY8" fmla="*/ 187281 h 207332"/>
                <a:gd name="connsiteX9" fmla="*/ 118444 w 118181"/>
                <a:gd name="connsiteY9" fmla="*/ 137401 h 207332"/>
                <a:gd name="connsiteX10" fmla="*/ 104772 w 118181"/>
                <a:gd name="connsiteY10" fmla="*/ 98639 h 207332"/>
                <a:gd name="connsiteX11" fmla="*/ 79556 w 118181"/>
                <a:gd name="connsiteY11" fmla="*/ 82713 h 207332"/>
                <a:gd name="connsiteX12" fmla="*/ 108114 w 118181"/>
                <a:gd name="connsiteY12" fmla="*/ 41246 h 207332"/>
                <a:gd name="connsiteX13" fmla="*/ 60720 w 118181"/>
                <a:gd name="connsiteY13" fmla="*/ 80 h 207332"/>
                <a:gd name="connsiteX14" fmla="*/ 21225 w 118181"/>
                <a:gd name="connsiteY14" fmla="*/ 14804 h 207332"/>
                <a:gd name="connsiteX15" fmla="*/ 870 w 118181"/>
                <a:gd name="connsiteY15" fmla="*/ 48759 h 207332"/>
                <a:gd name="connsiteX16" fmla="*/ 5427 w 118181"/>
                <a:gd name="connsiteY16" fmla="*/ 49960 h 207332"/>
                <a:gd name="connsiteX17" fmla="*/ 50694 w 118181"/>
                <a:gd name="connsiteY17" fmla="*/ 18109 h 207332"/>
                <a:gd name="connsiteX18" fmla="*/ 84113 w 118181"/>
                <a:gd name="connsiteY18" fmla="*/ 50261 h 207332"/>
                <a:gd name="connsiteX19" fmla="*/ 71961 w 118181"/>
                <a:gd name="connsiteY19" fmla="*/ 79408 h 207332"/>
                <a:gd name="connsiteX20" fmla="*/ 33681 w 118181"/>
                <a:gd name="connsiteY20" fmla="*/ 100141 h 207332"/>
                <a:gd name="connsiteX21" fmla="*/ 33681 w 118181"/>
                <a:gd name="connsiteY21" fmla="*/ 104047 h 20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8181" h="207332">
                  <a:moveTo>
                    <a:pt x="33681" y="104047"/>
                  </a:moveTo>
                  <a:cubicBezTo>
                    <a:pt x="51606" y="104047"/>
                    <a:pt x="58593" y="104648"/>
                    <a:pt x="65885" y="107353"/>
                  </a:cubicBezTo>
                  <a:cubicBezTo>
                    <a:pt x="84721" y="113963"/>
                    <a:pt x="96569" y="131091"/>
                    <a:pt x="96569" y="151824"/>
                  </a:cubicBezTo>
                  <a:cubicBezTo>
                    <a:pt x="96569" y="177065"/>
                    <a:pt x="79252" y="196596"/>
                    <a:pt x="56771" y="196596"/>
                  </a:cubicBezTo>
                  <a:cubicBezTo>
                    <a:pt x="48568" y="196596"/>
                    <a:pt x="42492" y="194493"/>
                    <a:pt x="31251" y="187281"/>
                  </a:cubicBezTo>
                  <a:cubicBezTo>
                    <a:pt x="22136" y="181872"/>
                    <a:pt x="16972" y="179769"/>
                    <a:pt x="11807" y="179769"/>
                  </a:cubicBezTo>
                  <a:cubicBezTo>
                    <a:pt x="4819" y="179769"/>
                    <a:pt x="262" y="183976"/>
                    <a:pt x="262" y="190286"/>
                  </a:cubicBezTo>
                  <a:cubicBezTo>
                    <a:pt x="262" y="200803"/>
                    <a:pt x="13326" y="207413"/>
                    <a:pt x="34593" y="207413"/>
                  </a:cubicBezTo>
                  <a:cubicBezTo>
                    <a:pt x="57986" y="207413"/>
                    <a:pt x="81987" y="199601"/>
                    <a:pt x="96266" y="187281"/>
                  </a:cubicBezTo>
                  <a:cubicBezTo>
                    <a:pt x="110545" y="174961"/>
                    <a:pt x="118444" y="157533"/>
                    <a:pt x="118444" y="137401"/>
                  </a:cubicBezTo>
                  <a:cubicBezTo>
                    <a:pt x="118444" y="122076"/>
                    <a:pt x="113583" y="107954"/>
                    <a:pt x="104772" y="98639"/>
                  </a:cubicBezTo>
                  <a:cubicBezTo>
                    <a:pt x="98696" y="92028"/>
                    <a:pt x="92924" y="88422"/>
                    <a:pt x="79556" y="82713"/>
                  </a:cubicBezTo>
                  <a:cubicBezTo>
                    <a:pt x="100519" y="68590"/>
                    <a:pt x="108114" y="57473"/>
                    <a:pt x="108114" y="41246"/>
                  </a:cubicBezTo>
                  <a:cubicBezTo>
                    <a:pt x="108114" y="16907"/>
                    <a:pt x="88670" y="80"/>
                    <a:pt x="60720" y="80"/>
                  </a:cubicBezTo>
                  <a:cubicBezTo>
                    <a:pt x="45530" y="80"/>
                    <a:pt x="32162" y="5189"/>
                    <a:pt x="21225" y="14804"/>
                  </a:cubicBezTo>
                  <a:cubicBezTo>
                    <a:pt x="12111" y="22917"/>
                    <a:pt x="7554" y="30730"/>
                    <a:pt x="870" y="48759"/>
                  </a:cubicBezTo>
                  <a:lnTo>
                    <a:pt x="5427" y="49960"/>
                  </a:lnTo>
                  <a:cubicBezTo>
                    <a:pt x="17883" y="28025"/>
                    <a:pt x="31554" y="18109"/>
                    <a:pt x="50694" y="18109"/>
                  </a:cubicBezTo>
                  <a:cubicBezTo>
                    <a:pt x="70442" y="18109"/>
                    <a:pt x="84113" y="31331"/>
                    <a:pt x="84113" y="50261"/>
                  </a:cubicBezTo>
                  <a:cubicBezTo>
                    <a:pt x="84113" y="61078"/>
                    <a:pt x="79556" y="71896"/>
                    <a:pt x="71961" y="79408"/>
                  </a:cubicBezTo>
                  <a:cubicBezTo>
                    <a:pt x="62847" y="88422"/>
                    <a:pt x="54340" y="92929"/>
                    <a:pt x="33681" y="100141"/>
                  </a:cubicBezTo>
                  <a:lnTo>
                    <a:pt x="33681" y="104047"/>
                  </a:ln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B024BBE-E455-97F3-D1D4-1020F3000AEF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0698748" y="4794389"/>
              <a:ext cx="173474" cy="265927"/>
            </a:xfrm>
            <a:custGeom>
              <a:avLst/>
              <a:gdLst>
                <a:gd name="connsiteX0" fmla="*/ 55561 w 173474"/>
                <a:gd name="connsiteY0" fmla="*/ 84817 h 265927"/>
                <a:gd name="connsiteX1" fmla="*/ 82904 w 173474"/>
                <a:gd name="connsiteY1" fmla="*/ 84817 h 265927"/>
                <a:gd name="connsiteX2" fmla="*/ 56169 w 173474"/>
                <a:gd name="connsiteY2" fmla="*/ 211020 h 265927"/>
                <a:gd name="connsiteX3" fmla="*/ 26699 w 173474"/>
                <a:gd name="connsiteY3" fmla="*/ 259698 h 265927"/>
                <a:gd name="connsiteX4" fmla="*/ 20623 w 173474"/>
                <a:gd name="connsiteY4" fmla="*/ 254891 h 265927"/>
                <a:gd name="connsiteX5" fmla="*/ 21838 w 173474"/>
                <a:gd name="connsiteY5" fmla="*/ 251585 h 265927"/>
                <a:gd name="connsiteX6" fmla="*/ 23357 w 173474"/>
                <a:gd name="connsiteY6" fmla="*/ 246778 h 265927"/>
                <a:gd name="connsiteX7" fmla="*/ 11509 w 173474"/>
                <a:gd name="connsiteY7" fmla="*/ 235359 h 265927"/>
                <a:gd name="connsiteX8" fmla="*/ 268 w 173474"/>
                <a:gd name="connsiteY8" fmla="*/ 247679 h 265927"/>
                <a:gd name="connsiteX9" fmla="*/ 24269 w 173474"/>
                <a:gd name="connsiteY9" fmla="*/ 266008 h 265927"/>
                <a:gd name="connsiteX10" fmla="*/ 85031 w 173474"/>
                <a:gd name="connsiteY10" fmla="*/ 180972 h 265927"/>
                <a:gd name="connsiteX11" fmla="*/ 106905 w 173474"/>
                <a:gd name="connsiteY11" fmla="*/ 84817 h 265927"/>
                <a:gd name="connsiteX12" fmla="*/ 140020 w 173474"/>
                <a:gd name="connsiteY12" fmla="*/ 84817 h 265927"/>
                <a:gd name="connsiteX13" fmla="*/ 141843 w 173474"/>
                <a:gd name="connsiteY13" fmla="*/ 75202 h 265927"/>
                <a:gd name="connsiteX14" fmla="*/ 109032 w 173474"/>
                <a:gd name="connsiteY14" fmla="*/ 75202 h 265927"/>
                <a:gd name="connsiteX15" fmla="*/ 146096 w 173474"/>
                <a:gd name="connsiteY15" fmla="*/ 6692 h 265927"/>
                <a:gd name="connsiteX16" fmla="*/ 152780 w 173474"/>
                <a:gd name="connsiteY16" fmla="*/ 10298 h 265927"/>
                <a:gd name="connsiteX17" fmla="*/ 151565 w 173474"/>
                <a:gd name="connsiteY17" fmla="*/ 13302 h 265927"/>
                <a:gd name="connsiteX18" fmla="*/ 149742 w 173474"/>
                <a:gd name="connsiteY18" fmla="*/ 19613 h 265927"/>
                <a:gd name="connsiteX19" fmla="*/ 160983 w 173474"/>
                <a:gd name="connsiteY19" fmla="*/ 31632 h 265927"/>
                <a:gd name="connsiteX20" fmla="*/ 173743 w 173474"/>
                <a:gd name="connsiteY20" fmla="*/ 19613 h 265927"/>
                <a:gd name="connsiteX21" fmla="*/ 147615 w 173474"/>
                <a:gd name="connsiteY21" fmla="*/ 81 h 265927"/>
                <a:gd name="connsiteX22" fmla="*/ 109943 w 173474"/>
                <a:gd name="connsiteY22" fmla="*/ 20815 h 265927"/>
                <a:gd name="connsiteX23" fmla="*/ 85638 w 173474"/>
                <a:gd name="connsiteY23" fmla="*/ 75202 h 265927"/>
                <a:gd name="connsiteX24" fmla="*/ 57688 w 173474"/>
                <a:gd name="connsiteY24" fmla="*/ 75202 h 265927"/>
                <a:gd name="connsiteX25" fmla="*/ 55561 w 173474"/>
                <a:gd name="connsiteY25" fmla="*/ 84817 h 26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74" h="265927">
                  <a:moveTo>
                    <a:pt x="55561" y="84817"/>
                  </a:moveTo>
                  <a:lnTo>
                    <a:pt x="82904" y="84817"/>
                  </a:lnTo>
                  <a:lnTo>
                    <a:pt x="56169" y="211020"/>
                  </a:lnTo>
                  <a:cubicBezTo>
                    <a:pt x="49485" y="243172"/>
                    <a:pt x="39459" y="259698"/>
                    <a:pt x="26699" y="259698"/>
                  </a:cubicBezTo>
                  <a:cubicBezTo>
                    <a:pt x="23054" y="259698"/>
                    <a:pt x="20623" y="257595"/>
                    <a:pt x="20623" y="254891"/>
                  </a:cubicBezTo>
                  <a:cubicBezTo>
                    <a:pt x="20623" y="253989"/>
                    <a:pt x="20927" y="253088"/>
                    <a:pt x="21838" y="251585"/>
                  </a:cubicBezTo>
                  <a:cubicBezTo>
                    <a:pt x="23054" y="249782"/>
                    <a:pt x="23357" y="248580"/>
                    <a:pt x="23357" y="246778"/>
                  </a:cubicBezTo>
                  <a:cubicBezTo>
                    <a:pt x="23357" y="240467"/>
                    <a:pt x="17889" y="235359"/>
                    <a:pt x="11509" y="235359"/>
                  </a:cubicBezTo>
                  <a:cubicBezTo>
                    <a:pt x="5129" y="235359"/>
                    <a:pt x="268" y="240768"/>
                    <a:pt x="268" y="247679"/>
                  </a:cubicBezTo>
                  <a:cubicBezTo>
                    <a:pt x="268" y="257895"/>
                    <a:pt x="10901" y="266008"/>
                    <a:pt x="24269" y="266008"/>
                  </a:cubicBezTo>
                  <a:cubicBezTo>
                    <a:pt x="51308" y="266008"/>
                    <a:pt x="72574" y="236261"/>
                    <a:pt x="85031" y="180972"/>
                  </a:cubicBezTo>
                  <a:lnTo>
                    <a:pt x="106905" y="84817"/>
                  </a:lnTo>
                  <a:lnTo>
                    <a:pt x="140020" y="84817"/>
                  </a:lnTo>
                  <a:lnTo>
                    <a:pt x="141843" y="75202"/>
                  </a:lnTo>
                  <a:lnTo>
                    <a:pt x="109032" y="75202"/>
                  </a:lnTo>
                  <a:cubicBezTo>
                    <a:pt x="117842" y="28026"/>
                    <a:pt x="129083" y="6692"/>
                    <a:pt x="146096" y="6692"/>
                  </a:cubicBezTo>
                  <a:cubicBezTo>
                    <a:pt x="150046" y="6692"/>
                    <a:pt x="152780" y="8194"/>
                    <a:pt x="152780" y="10298"/>
                  </a:cubicBezTo>
                  <a:cubicBezTo>
                    <a:pt x="152780" y="11199"/>
                    <a:pt x="152476" y="11800"/>
                    <a:pt x="151565" y="13302"/>
                  </a:cubicBezTo>
                  <a:cubicBezTo>
                    <a:pt x="150350" y="16007"/>
                    <a:pt x="149742" y="17509"/>
                    <a:pt x="149742" y="19613"/>
                  </a:cubicBezTo>
                  <a:cubicBezTo>
                    <a:pt x="149742" y="26824"/>
                    <a:pt x="154299" y="31632"/>
                    <a:pt x="160983" y="31632"/>
                  </a:cubicBezTo>
                  <a:cubicBezTo>
                    <a:pt x="167970" y="31632"/>
                    <a:pt x="173743" y="26223"/>
                    <a:pt x="173743" y="19613"/>
                  </a:cubicBezTo>
                  <a:cubicBezTo>
                    <a:pt x="173743" y="8495"/>
                    <a:pt x="162502" y="81"/>
                    <a:pt x="147615" y="81"/>
                  </a:cubicBezTo>
                  <a:cubicBezTo>
                    <a:pt x="132729" y="81"/>
                    <a:pt x="120880" y="6692"/>
                    <a:pt x="109943" y="20815"/>
                  </a:cubicBezTo>
                  <a:cubicBezTo>
                    <a:pt x="100829" y="32533"/>
                    <a:pt x="94753" y="46356"/>
                    <a:pt x="85638" y="75202"/>
                  </a:cubicBezTo>
                  <a:lnTo>
                    <a:pt x="57688" y="75202"/>
                  </a:lnTo>
                  <a:lnTo>
                    <a:pt x="55561" y="84817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7F8FC72-7874-DA95-4EDC-530FCA53287B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0902778" y="4772754"/>
              <a:ext cx="70483" cy="300482"/>
            </a:xfrm>
            <a:custGeom>
              <a:avLst/>
              <a:gdLst>
                <a:gd name="connsiteX0" fmla="*/ 70756 w 70483"/>
                <a:gd name="connsiteY0" fmla="*/ 297558 h 300482"/>
                <a:gd name="connsiteX1" fmla="*/ 65592 w 70483"/>
                <a:gd name="connsiteY1" fmla="*/ 290948 h 300482"/>
                <a:gd name="connsiteX2" fmla="*/ 17894 w 70483"/>
                <a:gd name="connsiteY2" fmla="*/ 150322 h 300482"/>
                <a:gd name="connsiteX3" fmla="*/ 66807 w 70483"/>
                <a:gd name="connsiteY3" fmla="*/ 8194 h 300482"/>
                <a:gd name="connsiteX4" fmla="*/ 70756 w 70483"/>
                <a:gd name="connsiteY4" fmla="*/ 3085 h 300482"/>
                <a:gd name="connsiteX5" fmla="*/ 67718 w 70483"/>
                <a:gd name="connsiteY5" fmla="*/ 81 h 300482"/>
                <a:gd name="connsiteX6" fmla="*/ 19413 w 70483"/>
                <a:gd name="connsiteY6" fmla="*/ 58675 h 300482"/>
                <a:gd name="connsiteX7" fmla="*/ 273 w 70483"/>
                <a:gd name="connsiteY7" fmla="*/ 150322 h 300482"/>
                <a:gd name="connsiteX8" fmla="*/ 20324 w 70483"/>
                <a:gd name="connsiteY8" fmla="*/ 244072 h 300482"/>
                <a:gd name="connsiteX9" fmla="*/ 67718 w 70483"/>
                <a:gd name="connsiteY9" fmla="*/ 300563 h 300482"/>
                <a:gd name="connsiteX10" fmla="*/ 70756 w 70483"/>
                <a:gd name="connsiteY10" fmla="*/ 297558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756" y="297558"/>
                  </a:moveTo>
                  <a:cubicBezTo>
                    <a:pt x="70756" y="296657"/>
                    <a:pt x="70756" y="296056"/>
                    <a:pt x="65592" y="290948"/>
                  </a:cubicBezTo>
                  <a:cubicBezTo>
                    <a:pt x="27616" y="253087"/>
                    <a:pt x="17894" y="196296"/>
                    <a:pt x="17894" y="150322"/>
                  </a:cubicBezTo>
                  <a:cubicBezTo>
                    <a:pt x="17894" y="98038"/>
                    <a:pt x="29438" y="45754"/>
                    <a:pt x="66807" y="8194"/>
                  </a:cubicBezTo>
                  <a:cubicBezTo>
                    <a:pt x="70756" y="4588"/>
                    <a:pt x="70756" y="3987"/>
                    <a:pt x="70756" y="3085"/>
                  </a:cubicBezTo>
                  <a:cubicBezTo>
                    <a:pt x="70756" y="982"/>
                    <a:pt x="69541" y="81"/>
                    <a:pt x="67718" y="81"/>
                  </a:cubicBezTo>
                  <a:cubicBezTo>
                    <a:pt x="64680" y="81"/>
                    <a:pt x="37337" y="20513"/>
                    <a:pt x="19413" y="58675"/>
                  </a:cubicBezTo>
                  <a:cubicBezTo>
                    <a:pt x="3918" y="91728"/>
                    <a:pt x="273" y="125081"/>
                    <a:pt x="273" y="150322"/>
                  </a:cubicBezTo>
                  <a:cubicBezTo>
                    <a:pt x="273" y="173759"/>
                    <a:pt x="3615" y="210118"/>
                    <a:pt x="20324" y="244072"/>
                  </a:cubicBezTo>
                  <a:cubicBezTo>
                    <a:pt x="38553" y="281032"/>
                    <a:pt x="64680" y="300563"/>
                    <a:pt x="67718" y="300563"/>
                  </a:cubicBezTo>
                  <a:cubicBezTo>
                    <a:pt x="69541" y="300563"/>
                    <a:pt x="70756" y="299662"/>
                    <a:pt x="70756" y="297558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C11B5D9E-ABC7-8A8F-E79F-7B247FBBD09F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0982815" y="4865603"/>
              <a:ext cx="144005" cy="135818"/>
            </a:xfrm>
            <a:custGeom>
              <a:avLst/>
              <a:gdLst>
                <a:gd name="connsiteX0" fmla="*/ 130610 w 144005"/>
                <a:gd name="connsiteY0" fmla="*/ 99240 h 135818"/>
                <a:gd name="connsiteX1" fmla="*/ 123926 w 144005"/>
                <a:gd name="connsiteY1" fmla="*/ 107354 h 135818"/>
                <a:gd name="connsiteX2" fmla="*/ 109951 w 144005"/>
                <a:gd name="connsiteY2" fmla="*/ 119373 h 135818"/>
                <a:gd name="connsiteX3" fmla="*/ 100533 w 144005"/>
                <a:gd name="connsiteY3" fmla="*/ 107053 h 135818"/>
                <a:gd name="connsiteX4" fmla="*/ 99318 w 144005"/>
                <a:gd name="connsiteY4" fmla="*/ 101945 h 135818"/>
                <a:gd name="connsiteX5" fmla="*/ 88381 w 144005"/>
                <a:gd name="connsiteY5" fmla="*/ 53267 h 135818"/>
                <a:gd name="connsiteX6" fmla="*/ 118154 w 144005"/>
                <a:gd name="connsiteY6" fmla="*/ 16908 h 135818"/>
                <a:gd name="connsiteX7" fmla="*/ 125445 w 144005"/>
                <a:gd name="connsiteY7" fmla="*/ 19312 h 135818"/>
                <a:gd name="connsiteX8" fmla="*/ 133648 w 144005"/>
                <a:gd name="connsiteY8" fmla="*/ 22016 h 135818"/>
                <a:gd name="connsiteX9" fmla="*/ 144281 w 144005"/>
                <a:gd name="connsiteY9" fmla="*/ 11199 h 135818"/>
                <a:gd name="connsiteX10" fmla="*/ 131825 w 144005"/>
                <a:gd name="connsiteY10" fmla="*/ 81 h 135818"/>
                <a:gd name="connsiteX11" fmla="*/ 85950 w 144005"/>
                <a:gd name="connsiteY11" fmla="*/ 43050 h 135818"/>
                <a:gd name="connsiteX12" fmla="*/ 82608 w 144005"/>
                <a:gd name="connsiteY12" fmla="*/ 26524 h 135818"/>
                <a:gd name="connsiteX13" fmla="*/ 66810 w 144005"/>
                <a:gd name="connsiteY13" fmla="*/ 81 h 135818"/>
                <a:gd name="connsiteX14" fmla="*/ 31265 w 144005"/>
                <a:gd name="connsiteY14" fmla="*/ 8795 h 135818"/>
                <a:gd name="connsiteX15" fmla="*/ 27923 w 144005"/>
                <a:gd name="connsiteY15" fmla="*/ 9997 h 135818"/>
                <a:gd name="connsiteX16" fmla="*/ 29138 w 144005"/>
                <a:gd name="connsiteY16" fmla="*/ 14504 h 135818"/>
                <a:gd name="connsiteX17" fmla="*/ 46151 w 144005"/>
                <a:gd name="connsiteY17" fmla="*/ 11199 h 135818"/>
                <a:gd name="connsiteX18" fmla="*/ 59823 w 144005"/>
                <a:gd name="connsiteY18" fmla="*/ 31932 h 135818"/>
                <a:gd name="connsiteX19" fmla="*/ 68633 w 144005"/>
                <a:gd name="connsiteY19" fmla="*/ 68892 h 135818"/>
                <a:gd name="connsiteX20" fmla="*/ 43721 w 144005"/>
                <a:gd name="connsiteY20" fmla="*/ 104048 h 135818"/>
                <a:gd name="connsiteX21" fmla="*/ 28226 w 144005"/>
                <a:gd name="connsiteY21" fmla="*/ 118471 h 135818"/>
                <a:gd name="connsiteX22" fmla="*/ 20327 w 144005"/>
                <a:gd name="connsiteY22" fmla="*/ 115767 h 135818"/>
                <a:gd name="connsiteX23" fmla="*/ 10606 w 144005"/>
                <a:gd name="connsiteY23" fmla="*/ 112762 h 135818"/>
                <a:gd name="connsiteX24" fmla="*/ 276 w 144005"/>
                <a:gd name="connsiteY24" fmla="*/ 123279 h 135818"/>
                <a:gd name="connsiteX25" fmla="*/ 15467 w 144005"/>
                <a:gd name="connsiteY25" fmla="*/ 135899 h 135818"/>
                <a:gd name="connsiteX26" fmla="*/ 43721 w 144005"/>
                <a:gd name="connsiteY26" fmla="*/ 114866 h 135818"/>
                <a:gd name="connsiteX27" fmla="*/ 71063 w 144005"/>
                <a:gd name="connsiteY27" fmla="*/ 79709 h 135818"/>
                <a:gd name="connsiteX28" fmla="*/ 80178 w 144005"/>
                <a:gd name="connsiteY28" fmla="*/ 115767 h 135818"/>
                <a:gd name="connsiteX29" fmla="*/ 97799 w 144005"/>
                <a:gd name="connsiteY29" fmla="*/ 135899 h 135818"/>
                <a:gd name="connsiteX30" fmla="*/ 134863 w 144005"/>
                <a:gd name="connsiteY30" fmla="*/ 101644 h 135818"/>
                <a:gd name="connsiteX31" fmla="*/ 130610 w 144005"/>
                <a:gd name="connsiteY31" fmla="*/ 99240 h 13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005" h="135818">
                  <a:moveTo>
                    <a:pt x="130610" y="99240"/>
                  </a:moveTo>
                  <a:cubicBezTo>
                    <a:pt x="128180" y="101945"/>
                    <a:pt x="126660" y="103748"/>
                    <a:pt x="123926" y="107354"/>
                  </a:cubicBezTo>
                  <a:cubicBezTo>
                    <a:pt x="116939" y="116368"/>
                    <a:pt x="113293" y="119373"/>
                    <a:pt x="109951" y="119373"/>
                  </a:cubicBezTo>
                  <a:cubicBezTo>
                    <a:pt x="105394" y="119373"/>
                    <a:pt x="102660" y="115467"/>
                    <a:pt x="100533" y="107053"/>
                  </a:cubicBezTo>
                  <a:cubicBezTo>
                    <a:pt x="99925" y="104649"/>
                    <a:pt x="99622" y="102846"/>
                    <a:pt x="99318" y="101945"/>
                  </a:cubicBezTo>
                  <a:cubicBezTo>
                    <a:pt x="91723" y="71596"/>
                    <a:pt x="88381" y="57774"/>
                    <a:pt x="88381" y="53267"/>
                  </a:cubicBezTo>
                  <a:cubicBezTo>
                    <a:pt x="101748" y="30129"/>
                    <a:pt x="112685" y="16908"/>
                    <a:pt x="118154" y="16908"/>
                  </a:cubicBezTo>
                  <a:cubicBezTo>
                    <a:pt x="119977" y="16908"/>
                    <a:pt x="122407" y="17810"/>
                    <a:pt x="125445" y="19312"/>
                  </a:cubicBezTo>
                  <a:cubicBezTo>
                    <a:pt x="129091" y="21415"/>
                    <a:pt x="131218" y="22016"/>
                    <a:pt x="133648" y="22016"/>
                  </a:cubicBezTo>
                  <a:cubicBezTo>
                    <a:pt x="140028" y="22016"/>
                    <a:pt x="144281" y="17509"/>
                    <a:pt x="144281" y="11199"/>
                  </a:cubicBezTo>
                  <a:cubicBezTo>
                    <a:pt x="144281" y="4889"/>
                    <a:pt x="139117" y="81"/>
                    <a:pt x="131825" y="81"/>
                  </a:cubicBezTo>
                  <a:cubicBezTo>
                    <a:pt x="118458" y="81"/>
                    <a:pt x="106913" y="10899"/>
                    <a:pt x="85950" y="43050"/>
                  </a:cubicBezTo>
                  <a:lnTo>
                    <a:pt x="82608" y="26524"/>
                  </a:lnTo>
                  <a:cubicBezTo>
                    <a:pt x="78355" y="6091"/>
                    <a:pt x="75013" y="81"/>
                    <a:pt x="66810" y="81"/>
                  </a:cubicBezTo>
                  <a:cubicBezTo>
                    <a:pt x="60126" y="81"/>
                    <a:pt x="49797" y="2786"/>
                    <a:pt x="31265" y="8795"/>
                  </a:cubicBezTo>
                  <a:lnTo>
                    <a:pt x="27923" y="9997"/>
                  </a:lnTo>
                  <a:lnTo>
                    <a:pt x="29138" y="14504"/>
                  </a:lnTo>
                  <a:cubicBezTo>
                    <a:pt x="40683" y="11800"/>
                    <a:pt x="43417" y="11199"/>
                    <a:pt x="46151" y="11199"/>
                  </a:cubicBezTo>
                  <a:cubicBezTo>
                    <a:pt x="53746" y="11199"/>
                    <a:pt x="55569" y="13903"/>
                    <a:pt x="59823" y="31932"/>
                  </a:cubicBezTo>
                  <a:lnTo>
                    <a:pt x="68633" y="68892"/>
                  </a:lnTo>
                  <a:lnTo>
                    <a:pt x="43721" y="104048"/>
                  </a:lnTo>
                  <a:cubicBezTo>
                    <a:pt x="37645" y="113063"/>
                    <a:pt x="31568" y="118471"/>
                    <a:pt x="28226" y="118471"/>
                  </a:cubicBezTo>
                  <a:cubicBezTo>
                    <a:pt x="26404" y="118471"/>
                    <a:pt x="23366" y="117570"/>
                    <a:pt x="20327" y="115767"/>
                  </a:cubicBezTo>
                  <a:cubicBezTo>
                    <a:pt x="16378" y="113664"/>
                    <a:pt x="13036" y="112762"/>
                    <a:pt x="10606" y="112762"/>
                  </a:cubicBezTo>
                  <a:cubicBezTo>
                    <a:pt x="4833" y="112762"/>
                    <a:pt x="276" y="117269"/>
                    <a:pt x="276" y="123279"/>
                  </a:cubicBezTo>
                  <a:cubicBezTo>
                    <a:pt x="276" y="131092"/>
                    <a:pt x="6352" y="135899"/>
                    <a:pt x="15467" y="135899"/>
                  </a:cubicBezTo>
                  <a:cubicBezTo>
                    <a:pt x="24885" y="135899"/>
                    <a:pt x="28530" y="133195"/>
                    <a:pt x="43721" y="114866"/>
                  </a:cubicBezTo>
                  <a:cubicBezTo>
                    <a:pt x="51924" y="105250"/>
                    <a:pt x="58304" y="97137"/>
                    <a:pt x="71063" y="79709"/>
                  </a:cubicBezTo>
                  <a:lnTo>
                    <a:pt x="80178" y="115767"/>
                  </a:lnTo>
                  <a:cubicBezTo>
                    <a:pt x="84127" y="131092"/>
                    <a:pt x="88077" y="135899"/>
                    <a:pt x="97799" y="135899"/>
                  </a:cubicBezTo>
                  <a:cubicBezTo>
                    <a:pt x="109343" y="135899"/>
                    <a:pt x="117242" y="128688"/>
                    <a:pt x="134863" y="101644"/>
                  </a:cubicBezTo>
                  <a:lnTo>
                    <a:pt x="130610" y="9924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D1D846B8-3570-30C3-41C7-B42CC6D9EA1B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1133157" y="4893364"/>
              <a:ext cx="100044" cy="150313"/>
            </a:xfrm>
            <a:custGeom>
              <a:avLst/>
              <a:gdLst>
                <a:gd name="connsiteX0" fmla="*/ 100325 w 100044"/>
                <a:gd name="connsiteY0" fmla="*/ 119933 h 150313"/>
                <a:gd name="connsiteX1" fmla="*/ 97402 w 100044"/>
                <a:gd name="connsiteY1" fmla="*/ 118821 h 150313"/>
                <a:gd name="connsiteX2" fmla="*/ 76044 w 100044"/>
                <a:gd name="connsiteY2" fmla="*/ 133497 h 150313"/>
                <a:gd name="connsiteX3" fmla="*/ 22313 w 100044"/>
                <a:gd name="connsiteY3" fmla="*/ 133497 h 150313"/>
                <a:gd name="connsiteX4" fmla="*/ 60082 w 100044"/>
                <a:gd name="connsiteY4" fmla="*/ 94362 h 150313"/>
                <a:gd name="connsiteX5" fmla="*/ 88859 w 100044"/>
                <a:gd name="connsiteY5" fmla="*/ 39440 h 150313"/>
                <a:gd name="connsiteX6" fmla="*/ 47268 w 100044"/>
                <a:gd name="connsiteY6" fmla="*/ 83 h 150313"/>
                <a:gd name="connsiteX7" fmla="*/ 14894 w 100044"/>
                <a:gd name="connsiteY7" fmla="*/ 13869 h 150313"/>
                <a:gd name="connsiteX8" fmla="*/ 505 w 100044"/>
                <a:gd name="connsiteY8" fmla="*/ 44332 h 150313"/>
                <a:gd name="connsiteX9" fmla="*/ 5227 w 100044"/>
                <a:gd name="connsiteY9" fmla="*/ 45444 h 150313"/>
                <a:gd name="connsiteX10" fmla="*/ 37825 w 100044"/>
                <a:gd name="connsiteY10" fmla="*/ 16537 h 150313"/>
                <a:gd name="connsiteX11" fmla="*/ 69525 w 100044"/>
                <a:gd name="connsiteY11" fmla="*/ 47889 h 150313"/>
                <a:gd name="connsiteX12" fmla="*/ 40298 w 100044"/>
                <a:gd name="connsiteY12" fmla="*/ 105702 h 150313"/>
                <a:gd name="connsiteX13" fmla="*/ 281 w 100044"/>
                <a:gd name="connsiteY13" fmla="*/ 147728 h 150313"/>
                <a:gd name="connsiteX14" fmla="*/ 281 w 100044"/>
                <a:gd name="connsiteY14" fmla="*/ 150396 h 150313"/>
                <a:gd name="connsiteX15" fmla="*/ 87960 w 100044"/>
                <a:gd name="connsiteY15" fmla="*/ 150396 h 150313"/>
                <a:gd name="connsiteX16" fmla="*/ 100325 w 100044"/>
                <a:gd name="connsiteY16" fmla="*/ 119933 h 150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044" h="150313">
                  <a:moveTo>
                    <a:pt x="100325" y="119933"/>
                  </a:moveTo>
                  <a:lnTo>
                    <a:pt x="97402" y="118821"/>
                  </a:lnTo>
                  <a:cubicBezTo>
                    <a:pt x="89084" y="131496"/>
                    <a:pt x="86161" y="133497"/>
                    <a:pt x="76044" y="133497"/>
                  </a:cubicBezTo>
                  <a:lnTo>
                    <a:pt x="22313" y="133497"/>
                  </a:lnTo>
                  <a:lnTo>
                    <a:pt x="60082" y="94362"/>
                  </a:lnTo>
                  <a:cubicBezTo>
                    <a:pt x="80091" y="73683"/>
                    <a:pt x="88859" y="56784"/>
                    <a:pt x="88859" y="39440"/>
                  </a:cubicBezTo>
                  <a:cubicBezTo>
                    <a:pt x="88859" y="17204"/>
                    <a:pt x="70649" y="83"/>
                    <a:pt x="47268" y="83"/>
                  </a:cubicBezTo>
                  <a:cubicBezTo>
                    <a:pt x="34903" y="83"/>
                    <a:pt x="23212" y="4975"/>
                    <a:pt x="14894" y="13869"/>
                  </a:cubicBezTo>
                  <a:cubicBezTo>
                    <a:pt x="7700" y="21429"/>
                    <a:pt x="4327" y="28544"/>
                    <a:pt x="505" y="44332"/>
                  </a:cubicBezTo>
                  <a:lnTo>
                    <a:pt x="5227" y="45444"/>
                  </a:lnTo>
                  <a:cubicBezTo>
                    <a:pt x="14219" y="23653"/>
                    <a:pt x="22313" y="16537"/>
                    <a:pt x="37825" y="16537"/>
                  </a:cubicBezTo>
                  <a:cubicBezTo>
                    <a:pt x="56710" y="16537"/>
                    <a:pt x="69525" y="29211"/>
                    <a:pt x="69525" y="47889"/>
                  </a:cubicBezTo>
                  <a:cubicBezTo>
                    <a:pt x="69525" y="65233"/>
                    <a:pt x="59183" y="85913"/>
                    <a:pt x="40298" y="105702"/>
                  </a:cubicBezTo>
                  <a:lnTo>
                    <a:pt x="281" y="147728"/>
                  </a:lnTo>
                  <a:lnTo>
                    <a:pt x="281" y="150396"/>
                  </a:lnTo>
                  <a:lnTo>
                    <a:pt x="87960" y="150396"/>
                  </a:lnTo>
                  <a:lnTo>
                    <a:pt x="100325" y="119933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BC6A99E7-72BF-D8A4-9003-2FCD9A427F65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11271808" y="4772754"/>
              <a:ext cx="70483" cy="300482"/>
            </a:xfrm>
            <a:custGeom>
              <a:avLst/>
              <a:gdLst>
                <a:gd name="connsiteX0" fmla="*/ 70769 w 70483"/>
                <a:gd name="connsiteY0" fmla="*/ 150322 h 300482"/>
                <a:gd name="connsiteX1" fmla="*/ 50717 w 70483"/>
                <a:gd name="connsiteY1" fmla="*/ 56571 h 300482"/>
                <a:gd name="connsiteX2" fmla="*/ 3323 w 70483"/>
                <a:gd name="connsiteY2" fmla="*/ 81 h 300482"/>
                <a:gd name="connsiteX3" fmla="*/ 285 w 70483"/>
                <a:gd name="connsiteY3" fmla="*/ 3085 h 300482"/>
                <a:gd name="connsiteX4" fmla="*/ 6058 w 70483"/>
                <a:gd name="connsiteY4" fmla="*/ 9996 h 300482"/>
                <a:gd name="connsiteX5" fmla="*/ 53148 w 70483"/>
                <a:gd name="connsiteY5" fmla="*/ 150322 h 300482"/>
                <a:gd name="connsiteX6" fmla="*/ 4235 w 70483"/>
                <a:gd name="connsiteY6" fmla="*/ 292450 h 300482"/>
                <a:gd name="connsiteX7" fmla="*/ 285 w 70483"/>
                <a:gd name="connsiteY7" fmla="*/ 297558 h 300482"/>
                <a:gd name="connsiteX8" fmla="*/ 3323 w 70483"/>
                <a:gd name="connsiteY8" fmla="*/ 300563 h 300482"/>
                <a:gd name="connsiteX9" fmla="*/ 51629 w 70483"/>
                <a:gd name="connsiteY9" fmla="*/ 241969 h 300482"/>
                <a:gd name="connsiteX10" fmla="*/ 70769 w 70483"/>
                <a:gd name="connsiteY10" fmla="*/ 150322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769" y="150322"/>
                  </a:moveTo>
                  <a:cubicBezTo>
                    <a:pt x="70769" y="126884"/>
                    <a:pt x="67427" y="90526"/>
                    <a:pt x="50717" y="56571"/>
                  </a:cubicBezTo>
                  <a:cubicBezTo>
                    <a:pt x="32489" y="19612"/>
                    <a:pt x="6361" y="81"/>
                    <a:pt x="3323" y="81"/>
                  </a:cubicBezTo>
                  <a:cubicBezTo>
                    <a:pt x="1500" y="81"/>
                    <a:pt x="285" y="1282"/>
                    <a:pt x="285" y="3085"/>
                  </a:cubicBezTo>
                  <a:cubicBezTo>
                    <a:pt x="285" y="3987"/>
                    <a:pt x="285" y="4588"/>
                    <a:pt x="6058" y="9996"/>
                  </a:cubicBezTo>
                  <a:cubicBezTo>
                    <a:pt x="35831" y="39744"/>
                    <a:pt x="53148" y="87521"/>
                    <a:pt x="53148" y="150322"/>
                  </a:cubicBezTo>
                  <a:cubicBezTo>
                    <a:pt x="53148" y="201704"/>
                    <a:pt x="41907" y="254589"/>
                    <a:pt x="4235" y="292450"/>
                  </a:cubicBezTo>
                  <a:cubicBezTo>
                    <a:pt x="285" y="296056"/>
                    <a:pt x="285" y="296657"/>
                    <a:pt x="285" y="297558"/>
                  </a:cubicBezTo>
                  <a:cubicBezTo>
                    <a:pt x="285" y="299361"/>
                    <a:pt x="1500" y="300563"/>
                    <a:pt x="3323" y="300563"/>
                  </a:cubicBezTo>
                  <a:cubicBezTo>
                    <a:pt x="6361" y="300563"/>
                    <a:pt x="33704" y="280130"/>
                    <a:pt x="51629" y="241969"/>
                  </a:cubicBezTo>
                  <a:cubicBezTo>
                    <a:pt x="67123" y="208916"/>
                    <a:pt x="70769" y="175562"/>
                    <a:pt x="70769" y="150322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05162A1-1B89-9248-B780-65630AA13A3A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11432173" y="4822935"/>
              <a:ext cx="202032" cy="200121"/>
            </a:xfrm>
            <a:custGeom>
              <a:avLst/>
              <a:gdLst>
                <a:gd name="connsiteX0" fmla="*/ 107535 w 202032"/>
                <a:gd name="connsiteY0" fmla="*/ 106151 h 200121"/>
                <a:gd name="connsiteX1" fmla="*/ 192298 w 202032"/>
                <a:gd name="connsiteY1" fmla="*/ 106151 h 200121"/>
                <a:gd name="connsiteX2" fmla="*/ 202324 w 202032"/>
                <a:gd name="connsiteY2" fmla="*/ 100141 h 200121"/>
                <a:gd name="connsiteX3" fmla="*/ 192298 w 202032"/>
                <a:gd name="connsiteY3" fmla="*/ 94132 h 200121"/>
                <a:gd name="connsiteX4" fmla="*/ 107535 w 202032"/>
                <a:gd name="connsiteY4" fmla="*/ 94132 h 200121"/>
                <a:gd name="connsiteX5" fmla="*/ 107535 w 202032"/>
                <a:gd name="connsiteY5" fmla="*/ 9996 h 200121"/>
                <a:gd name="connsiteX6" fmla="*/ 101459 w 202032"/>
                <a:gd name="connsiteY6" fmla="*/ 81 h 200121"/>
                <a:gd name="connsiteX7" fmla="*/ 95383 w 202032"/>
                <a:gd name="connsiteY7" fmla="*/ 9996 h 200121"/>
                <a:gd name="connsiteX8" fmla="*/ 95383 w 202032"/>
                <a:gd name="connsiteY8" fmla="*/ 94132 h 200121"/>
                <a:gd name="connsiteX9" fmla="*/ 10317 w 202032"/>
                <a:gd name="connsiteY9" fmla="*/ 94132 h 200121"/>
                <a:gd name="connsiteX10" fmla="*/ 291 w 202032"/>
                <a:gd name="connsiteY10" fmla="*/ 100141 h 200121"/>
                <a:gd name="connsiteX11" fmla="*/ 10317 w 202032"/>
                <a:gd name="connsiteY11" fmla="*/ 106151 h 200121"/>
                <a:gd name="connsiteX12" fmla="*/ 95383 w 202032"/>
                <a:gd name="connsiteY12" fmla="*/ 106151 h 200121"/>
                <a:gd name="connsiteX13" fmla="*/ 95383 w 202032"/>
                <a:gd name="connsiteY13" fmla="*/ 190286 h 200121"/>
                <a:gd name="connsiteX14" fmla="*/ 101459 w 202032"/>
                <a:gd name="connsiteY14" fmla="*/ 200202 h 200121"/>
                <a:gd name="connsiteX15" fmla="*/ 107535 w 202032"/>
                <a:gd name="connsiteY15" fmla="*/ 190286 h 200121"/>
                <a:gd name="connsiteX16" fmla="*/ 107535 w 202032"/>
                <a:gd name="connsiteY16" fmla="*/ 106151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032" h="200121">
                  <a:moveTo>
                    <a:pt x="107535" y="106151"/>
                  </a:moveTo>
                  <a:lnTo>
                    <a:pt x="192298" y="106151"/>
                  </a:lnTo>
                  <a:cubicBezTo>
                    <a:pt x="196551" y="106151"/>
                    <a:pt x="202324" y="106151"/>
                    <a:pt x="202324" y="100141"/>
                  </a:cubicBezTo>
                  <a:cubicBezTo>
                    <a:pt x="202324" y="94132"/>
                    <a:pt x="196551" y="94132"/>
                    <a:pt x="192298" y="94132"/>
                  </a:cubicBezTo>
                  <a:lnTo>
                    <a:pt x="107535" y="94132"/>
                  </a:lnTo>
                  <a:lnTo>
                    <a:pt x="107535" y="9996"/>
                  </a:lnTo>
                  <a:cubicBezTo>
                    <a:pt x="107535" y="5790"/>
                    <a:pt x="107535" y="81"/>
                    <a:pt x="101459" y="81"/>
                  </a:cubicBezTo>
                  <a:cubicBezTo>
                    <a:pt x="95383" y="81"/>
                    <a:pt x="95383" y="5790"/>
                    <a:pt x="95383" y="9996"/>
                  </a:cubicBezTo>
                  <a:lnTo>
                    <a:pt x="95383" y="94132"/>
                  </a:lnTo>
                  <a:lnTo>
                    <a:pt x="10317" y="94132"/>
                  </a:lnTo>
                  <a:cubicBezTo>
                    <a:pt x="6063" y="94132"/>
                    <a:pt x="291" y="94132"/>
                    <a:pt x="291" y="100141"/>
                  </a:cubicBezTo>
                  <a:cubicBezTo>
                    <a:pt x="291" y="106151"/>
                    <a:pt x="6063" y="106151"/>
                    <a:pt x="10317" y="106151"/>
                  </a:cubicBezTo>
                  <a:lnTo>
                    <a:pt x="95383" y="106151"/>
                  </a:lnTo>
                  <a:lnTo>
                    <a:pt x="95383" y="190286"/>
                  </a:lnTo>
                  <a:cubicBezTo>
                    <a:pt x="95383" y="194493"/>
                    <a:pt x="95383" y="200202"/>
                    <a:pt x="101459" y="200202"/>
                  </a:cubicBezTo>
                  <a:cubicBezTo>
                    <a:pt x="107535" y="200202"/>
                    <a:pt x="107535" y="194493"/>
                    <a:pt x="107535" y="190286"/>
                  </a:cubicBezTo>
                  <a:lnTo>
                    <a:pt x="107535" y="106151"/>
                  </a:ln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7891781F-30F2-5ACD-F172-4AB7038471E5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11695536" y="4794389"/>
              <a:ext cx="173474" cy="265927"/>
            </a:xfrm>
            <a:custGeom>
              <a:avLst/>
              <a:gdLst>
                <a:gd name="connsiteX0" fmla="*/ 55594 w 173474"/>
                <a:gd name="connsiteY0" fmla="*/ 84817 h 265927"/>
                <a:gd name="connsiteX1" fmla="*/ 82937 w 173474"/>
                <a:gd name="connsiteY1" fmla="*/ 84817 h 265927"/>
                <a:gd name="connsiteX2" fmla="*/ 56201 w 173474"/>
                <a:gd name="connsiteY2" fmla="*/ 211020 h 265927"/>
                <a:gd name="connsiteX3" fmla="*/ 26732 w 173474"/>
                <a:gd name="connsiteY3" fmla="*/ 259698 h 265927"/>
                <a:gd name="connsiteX4" fmla="*/ 20656 w 173474"/>
                <a:gd name="connsiteY4" fmla="*/ 254891 h 265927"/>
                <a:gd name="connsiteX5" fmla="*/ 21871 w 173474"/>
                <a:gd name="connsiteY5" fmla="*/ 251585 h 265927"/>
                <a:gd name="connsiteX6" fmla="*/ 23390 w 173474"/>
                <a:gd name="connsiteY6" fmla="*/ 246778 h 265927"/>
                <a:gd name="connsiteX7" fmla="*/ 11542 w 173474"/>
                <a:gd name="connsiteY7" fmla="*/ 235359 h 265927"/>
                <a:gd name="connsiteX8" fmla="*/ 301 w 173474"/>
                <a:gd name="connsiteY8" fmla="*/ 247679 h 265927"/>
                <a:gd name="connsiteX9" fmla="*/ 24301 w 173474"/>
                <a:gd name="connsiteY9" fmla="*/ 266008 h 265927"/>
                <a:gd name="connsiteX10" fmla="*/ 85063 w 173474"/>
                <a:gd name="connsiteY10" fmla="*/ 180972 h 265927"/>
                <a:gd name="connsiteX11" fmla="*/ 106937 w 173474"/>
                <a:gd name="connsiteY11" fmla="*/ 84817 h 265927"/>
                <a:gd name="connsiteX12" fmla="*/ 140053 w 173474"/>
                <a:gd name="connsiteY12" fmla="*/ 84817 h 265927"/>
                <a:gd name="connsiteX13" fmla="*/ 141875 w 173474"/>
                <a:gd name="connsiteY13" fmla="*/ 75202 h 265927"/>
                <a:gd name="connsiteX14" fmla="*/ 109064 w 173474"/>
                <a:gd name="connsiteY14" fmla="*/ 75202 h 265927"/>
                <a:gd name="connsiteX15" fmla="*/ 146129 w 173474"/>
                <a:gd name="connsiteY15" fmla="*/ 6692 h 265927"/>
                <a:gd name="connsiteX16" fmla="*/ 152813 w 173474"/>
                <a:gd name="connsiteY16" fmla="*/ 10298 h 265927"/>
                <a:gd name="connsiteX17" fmla="*/ 151597 w 173474"/>
                <a:gd name="connsiteY17" fmla="*/ 13302 h 265927"/>
                <a:gd name="connsiteX18" fmla="*/ 149774 w 173474"/>
                <a:gd name="connsiteY18" fmla="*/ 19613 h 265927"/>
                <a:gd name="connsiteX19" fmla="*/ 161015 w 173474"/>
                <a:gd name="connsiteY19" fmla="*/ 31632 h 265927"/>
                <a:gd name="connsiteX20" fmla="*/ 173775 w 173474"/>
                <a:gd name="connsiteY20" fmla="*/ 19613 h 265927"/>
                <a:gd name="connsiteX21" fmla="*/ 147648 w 173474"/>
                <a:gd name="connsiteY21" fmla="*/ 81 h 265927"/>
                <a:gd name="connsiteX22" fmla="*/ 109976 w 173474"/>
                <a:gd name="connsiteY22" fmla="*/ 20815 h 265927"/>
                <a:gd name="connsiteX23" fmla="*/ 85671 w 173474"/>
                <a:gd name="connsiteY23" fmla="*/ 75202 h 265927"/>
                <a:gd name="connsiteX24" fmla="*/ 57720 w 173474"/>
                <a:gd name="connsiteY24" fmla="*/ 75202 h 265927"/>
                <a:gd name="connsiteX25" fmla="*/ 55594 w 173474"/>
                <a:gd name="connsiteY25" fmla="*/ 84817 h 26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474" h="265927">
                  <a:moveTo>
                    <a:pt x="55594" y="84817"/>
                  </a:moveTo>
                  <a:lnTo>
                    <a:pt x="82937" y="84817"/>
                  </a:lnTo>
                  <a:lnTo>
                    <a:pt x="56201" y="211020"/>
                  </a:lnTo>
                  <a:cubicBezTo>
                    <a:pt x="49518" y="243172"/>
                    <a:pt x="39492" y="259698"/>
                    <a:pt x="26732" y="259698"/>
                  </a:cubicBezTo>
                  <a:cubicBezTo>
                    <a:pt x="23086" y="259698"/>
                    <a:pt x="20656" y="257595"/>
                    <a:pt x="20656" y="254891"/>
                  </a:cubicBezTo>
                  <a:cubicBezTo>
                    <a:pt x="20656" y="253989"/>
                    <a:pt x="20960" y="253088"/>
                    <a:pt x="21871" y="251585"/>
                  </a:cubicBezTo>
                  <a:cubicBezTo>
                    <a:pt x="23086" y="249782"/>
                    <a:pt x="23390" y="248580"/>
                    <a:pt x="23390" y="246778"/>
                  </a:cubicBezTo>
                  <a:cubicBezTo>
                    <a:pt x="23390" y="240467"/>
                    <a:pt x="17921" y="235359"/>
                    <a:pt x="11542" y="235359"/>
                  </a:cubicBezTo>
                  <a:cubicBezTo>
                    <a:pt x="5162" y="235359"/>
                    <a:pt x="301" y="240768"/>
                    <a:pt x="301" y="247679"/>
                  </a:cubicBezTo>
                  <a:cubicBezTo>
                    <a:pt x="301" y="257895"/>
                    <a:pt x="10934" y="266008"/>
                    <a:pt x="24301" y="266008"/>
                  </a:cubicBezTo>
                  <a:cubicBezTo>
                    <a:pt x="51340" y="266008"/>
                    <a:pt x="72607" y="236261"/>
                    <a:pt x="85063" y="180972"/>
                  </a:cubicBezTo>
                  <a:lnTo>
                    <a:pt x="106937" y="84817"/>
                  </a:lnTo>
                  <a:lnTo>
                    <a:pt x="140053" y="84817"/>
                  </a:lnTo>
                  <a:lnTo>
                    <a:pt x="141875" y="75202"/>
                  </a:lnTo>
                  <a:lnTo>
                    <a:pt x="109064" y="75202"/>
                  </a:lnTo>
                  <a:cubicBezTo>
                    <a:pt x="117875" y="28026"/>
                    <a:pt x="129115" y="6692"/>
                    <a:pt x="146129" y="6692"/>
                  </a:cubicBezTo>
                  <a:cubicBezTo>
                    <a:pt x="150078" y="6692"/>
                    <a:pt x="152813" y="8194"/>
                    <a:pt x="152813" y="10298"/>
                  </a:cubicBezTo>
                  <a:cubicBezTo>
                    <a:pt x="152813" y="11199"/>
                    <a:pt x="152509" y="11800"/>
                    <a:pt x="151597" y="13302"/>
                  </a:cubicBezTo>
                  <a:cubicBezTo>
                    <a:pt x="150382" y="16007"/>
                    <a:pt x="149774" y="17509"/>
                    <a:pt x="149774" y="19613"/>
                  </a:cubicBezTo>
                  <a:cubicBezTo>
                    <a:pt x="149774" y="26824"/>
                    <a:pt x="154332" y="31632"/>
                    <a:pt x="161015" y="31632"/>
                  </a:cubicBezTo>
                  <a:cubicBezTo>
                    <a:pt x="168003" y="31632"/>
                    <a:pt x="173775" y="26223"/>
                    <a:pt x="173775" y="19613"/>
                  </a:cubicBezTo>
                  <a:cubicBezTo>
                    <a:pt x="173775" y="8495"/>
                    <a:pt x="162534" y="81"/>
                    <a:pt x="147648" y="81"/>
                  </a:cubicBezTo>
                  <a:cubicBezTo>
                    <a:pt x="132761" y="81"/>
                    <a:pt x="120913" y="6692"/>
                    <a:pt x="109976" y="20815"/>
                  </a:cubicBezTo>
                  <a:cubicBezTo>
                    <a:pt x="100861" y="32533"/>
                    <a:pt x="94785" y="46356"/>
                    <a:pt x="85671" y="75202"/>
                  </a:cubicBezTo>
                  <a:lnTo>
                    <a:pt x="57720" y="75202"/>
                  </a:lnTo>
                  <a:lnTo>
                    <a:pt x="55594" y="84817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1A21A6B-FA4B-11EF-0467-B3D9625C004F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1899567" y="4772754"/>
              <a:ext cx="70483" cy="300482"/>
            </a:xfrm>
            <a:custGeom>
              <a:avLst/>
              <a:gdLst>
                <a:gd name="connsiteX0" fmla="*/ 70789 w 70483"/>
                <a:gd name="connsiteY0" fmla="*/ 297558 h 300482"/>
                <a:gd name="connsiteX1" fmla="*/ 65624 w 70483"/>
                <a:gd name="connsiteY1" fmla="*/ 290948 h 300482"/>
                <a:gd name="connsiteX2" fmla="*/ 17926 w 70483"/>
                <a:gd name="connsiteY2" fmla="*/ 150322 h 300482"/>
                <a:gd name="connsiteX3" fmla="*/ 66839 w 70483"/>
                <a:gd name="connsiteY3" fmla="*/ 8194 h 300482"/>
                <a:gd name="connsiteX4" fmla="*/ 70789 w 70483"/>
                <a:gd name="connsiteY4" fmla="*/ 3085 h 300482"/>
                <a:gd name="connsiteX5" fmla="*/ 67751 w 70483"/>
                <a:gd name="connsiteY5" fmla="*/ 81 h 300482"/>
                <a:gd name="connsiteX6" fmla="*/ 19445 w 70483"/>
                <a:gd name="connsiteY6" fmla="*/ 58675 h 300482"/>
                <a:gd name="connsiteX7" fmla="*/ 305 w 70483"/>
                <a:gd name="connsiteY7" fmla="*/ 150322 h 300482"/>
                <a:gd name="connsiteX8" fmla="*/ 20357 w 70483"/>
                <a:gd name="connsiteY8" fmla="*/ 244072 h 300482"/>
                <a:gd name="connsiteX9" fmla="*/ 67751 w 70483"/>
                <a:gd name="connsiteY9" fmla="*/ 300563 h 300482"/>
                <a:gd name="connsiteX10" fmla="*/ 70789 w 70483"/>
                <a:gd name="connsiteY10" fmla="*/ 297558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789" y="297558"/>
                  </a:moveTo>
                  <a:cubicBezTo>
                    <a:pt x="70789" y="296657"/>
                    <a:pt x="70789" y="296056"/>
                    <a:pt x="65624" y="290948"/>
                  </a:cubicBezTo>
                  <a:cubicBezTo>
                    <a:pt x="27648" y="253087"/>
                    <a:pt x="17926" y="196296"/>
                    <a:pt x="17926" y="150322"/>
                  </a:cubicBezTo>
                  <a:cubicBezTo>
                    <a:pt x="17926" y="98038"/>
                    <a:pt x="29471" y="45754"/>
                    <a:pt x="66839" y="8194"/>
                  </a:cubicBezTo>
                  <a:cubicBezTo>
                    <a:pt x="70789" y="4588"/>
                    <a:pt x="70789" y="3987"/>
                    <a:pt x="70789" y="3085"/>
                  </a:cubicBezTo>
                  <a:cubicBezTo>
                    <a:pt x="70789" y="982"/>
                    <a:pt x="69574" y="81"/>
                    <a:pt x="67751" y="81"/>
                  </a:cubicBezTo>
                  <a:cubicBezTo>
                    <a:pt x="64713" y="81"/>
                    <a:pt x="37370" y="20513"/>
                    <a:pt x="19445" y="58675"/>
                  </a:cubicBezTo>
                  <a:cubicBezTo>
                    <a:pt x="3951" y="91728"/>
                    <a:pt x="305" y="125081"/>
                    <a:pt x="305" y="150322"/>
                  </a:cubicBezTo>
                  <a:cubicBezTo>
                    <a:pt x="305" y="173759"/>
                    <a:pt x="3647" y="210118"/>
                    <a:pt x="20357" y="244072"/>
                  </a:cubicBezTo>
                  <a:cubicBezTo>
                    <a:pt x="38585" y="281032"/>
                    <a:pt x="64713" y="300563"/>
                    <a:pt x="67751" y="300563"/>
                  </a:cubicBezTo>
                  <a:cubicBezTo>
                    <a:pt x="69574" y="300563"/>
                    <a:pt x="70789" y="299662"/>
                    <a:pt x="70789" y="297558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722205B5-F5C8-8BB1-F1D5-38E5CC4E8C02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1979603" y="4865603"/>
              <a:ext cx="144005" cy="135818"/>
            </a:xfrm>
            <a:custGeom>
              <a:avLst/>
              <a:gdLst>
                <a:gd name="connsiteX0" fmla="*/ 130643 w 144005"/>
                <a:gd name="connsiteY0" fmla="*/ 99240 h 135818"/>
                <a:gd name="connsiteX1" fmla="*/ 123959 w 144005"/>
                <a:gd name="connsiteY1" fmla="*/ 107354 h 135818"/>
                <a:gd name="connsiteX2" fmla="*/ 109984 w 144005"/>
                <a:gd name="connsiteY2" fmla="*/ 119373 h 135818"/>
                <a:gd name="connsiteX3" fmla="*/ 100566 w 144005"/>
                <a:gd name="connsiteY3" fmla="*/ 107053 h 135818"/>
                <a:gd name="connsiteX4" fmla="*/ 99350 w 144005"/>
                <a:gd name="connsiteY4" fmla="*/ 101945 h 135818"/>
                <a:gd name="connsiteX5" fmla="*/ 88413 w 144005"/>
                <a:gd name="connsiteY5" fmla="*/ 53267 h 135818"/>
                <a:gd name="connsiteX6" fmla="*/ 118186 w 144005"/>
                <a:gd name="connsiteY6" fmla="*/ 16908 h 135818"/>
                <a:gd name="connsiteX7" fmla="*/ 125478 w 144005"/>
                <a:gd name="connsiteY7" fmla="*/ 19312 h 135818"/>
                <a:gd name="connsiteX8" fmla="*/ 133681 w 144005"/>
                <a:gd name="connsiteY8" fmla="*/ 22016 h 135818"/>
                <a:gd name="connsiteX9" fmla="*/ 144314 w 144005"/>
                <a:gd name="connsiteY9" fmla="*/ 11199 h 135818"/>
                <a:gd name="connsiteX10" fmla="*/ 131858 w 144005"/>
                <a:gd name="connsiteY10" fmla="*/ 81 h 135818"/>
                <a:gd name="connsiteX11" fmla="*/ 85983 w 144005"/>
                <a:gd name="connsiteY11" fmla="*/ 43050 h 135818"/>
                <a:gd name="connsiteX12" fmla="*/ 82641 w 144005"/>
                <a:gd name="connsiteY12" fmla="*/ 26524 h 135818"/>
                <a:gd name="connsiteX13" fmla="*/ 66843 w 144005"/>
                <a:gd name="connsiteY13" fmla="*/ 81 h 135818"/>
                <a:gd name="connsiteX14" fmla="*/ 31297 w 144005"/>
                <a:gd name="connsiteY14" fmla="*/ 8795 h 135818"/>
                <a:gd name="connsiteX15" fmla="*/ 27955 w 144005"/>
                <a:gd name="connsiteY15" fmla="*/ 9997 h 135818"/>
                <a:gd name="connsiteX16" fmla="*/ 29170 w 144005"/>
                <a:gd name="connsiteY16" fmla="*/ 14504 h 135818"/>
                <a:gd name="connsiteX17" fmla="*/ 46184 w 144005"/>
                <a:gd name="connsiteY17" fmla="*/ 11199 h 135818"/>
                <a:gd name="connsiteX18" fmla="*/ 59855 w 144005"/>
                <a:gd name="connsiteY18" fmla="*/ 31932 h 135818"/>
                <a:gd name="connsiteX19" fmla="*/ 68666 w 144005"/>
                <a:gd name="connsiteY19" fmla="*/ 68892 h 135818"/>
                <a:gd name="connsiteX20" fmla="*/ 43753 w 144005"/>
                <a:gd name="connsiteY20" fmla="*/ 104048 h 135818"/>
                <a:gd name="connsiteX21" fmla="*/ 28259 w 144005"/>
                <a:gd name="connsiteY21" fmla="*/ 118471 h 135818"/>
                <a:gd name="connsiteX22" fmla="*/ 20360 w 144005"/>
                <a:gd name="connsiteY22" fmla="*/ 115767 h 135818"/>
                <a:gd name="connsiteX23" fmla="*/ 10638 w 144005"/>
                <a:gd name="connsiteY23" fmla="*/ 112762 h 135818"/>
                <a:gd name="connsiteX24" fmla="*/ 309 w 144005"/>
                <a:gd name="connsiteY24" fmla="*/ 123279 h 135818"/>
                <a:gd name="connsiteX25" fmla="*/ 15499 w 144005"/>
                <a:gd name="connsiteY25" fmla="*/ 135899 h 135818"/>
                <a:gd name="connsiteX26" fmla="*/ 43753 w 144005"/>
                <a:gd name="connsiteY26" fmla="*/ 114866 h 135818"/>
                <a:gd name="connsiteX27" fmla="*/ 71096 w 144005"/>
                <a:gd name="connsiteY27" fmla="*/ 79709 h 135818"/>
                <a:gd name="connsiteX28" fmla="*/ 80210 w 144005"/>
                <a:gd name="connsiteY28" fmla="*/ 115767 h 135818"/>
                <a:gd name="connsiteX29" fmla="*/ 97831 w 144005"/>
                <a:gd name="connsiteY29" fmla="*/ 135899 h 135818"/>
                <a:gd name="connsiteX30" fmla="*/ 134896 w 144005"/>
                <a:gd name="connsiteY30" fmla="*/ 101644 h 135818"/>
                <a:gd name="connsiteX31" fmla="*/ 130643 w 144005"/>
                <a:gd name="connsiteY31" fmla="*/ 99240 h 13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005" h="135818">
                  <a:moveTo>
                    <a:pt x="130643" y="99240"/>
                  </a:moveTo>
                  <a:cubicBezTo>
                    <a:pt x="128212" y="101945"/>
                    <a:pt x="126693" y="103748"/>
                    <a:pt x="123959" y="107354"/>
                  </a:cubicBezTo>
                  <a:cubicBezTo>
                    <a:pt x="116971" y="116368"/>
                    <a:pt x="113325" y="119373"/>
                    <a:pt x="109984" y="119373"/>
                  </a:cubicBezTo>
                  <a:cubicBezTo>
                    <a:pt x="105426" y="119373"/>
                    <a:pt x="102692" y="115467"/>
                    <a:pt x="100566" y="107053"/>
                  </a:cubicBezTo>
                  <a:cubicBezTo>
                    <a:pt x="99958" y="104649"/>
                    <a:pt x="99654" y="102846"/>
                    <a:pt x="99350" y="101945"/>
                  </a:cubicBezTo>
                  <a:cubicBezTo>
                    <a:pt x="91755" y="71596"/>
                    <a:pt x="88413" y="57774"/>
                    <a:pt x="88413" y="53267"/>
                  </a:cubicBezTo>
                  <a:cubicBezTo>
                    <a:pt x="101781" y="30129"/>
                    <a:pt x="112718" y="16908"/>
                    <a:pt x="118186" y="16908"/>
                  </a:cubicBezTo>
                  <a:cubicBezTo>
                    <a:pt x="120009" y="16908"/>
                    <a:pt x="122440" y="17810"/>
                    <a:pt x="125478" y="19312"/>
                  </a:cubicBezTo>
                  <a:cubicBezTo>
                    <a:pt x="129124" y="21415"/>
                    <a:pt x="131250" y="22016"/>
                    <a:pt x="133681" y="22016"/>
                  </a:cubicBezTo>
                  <a:cubicBezTo>
                    <a:pt x="140061" y="22016"/>
                    <a:pt x="144314" y="17509"/>
                    <a:pt x="144314" y="11199"/>
                  </a:cubicBezTo>
                  <a:cubicBezTo>
                    <a:pt x="144314" y="4889"/>
                    <a:pt x="139149" y="81"/>
                    <a:pt x="131858" y="81"/>
                  </a:cubicBezTo>
                  <a:cubicBezTo>
                    <a:pt x="118490" y="81"/>
                    <a:pt x="106946" y="10899"/>
                    <a:pt x="85983" y="43050"/>
                  </a:cubicBezTo>
                  <a:lnTo>
                    <a:pt x="82641" y="26524"/>
                  </a:lnTo>
                  <a:cubicBezTo>
                    <a:pt x="78387" y="6091"/>
                    <a:pt x="75046" y="81"/>
                    <a:pt x="66843" y="81"/>
                  </a:cubicBezTo>
                  <a:cubicBezTo>
                    <a:pt x="60159" y="81"/>
                    <a:pt x="49829" y="2786"/>
                    <a:pt x="31297" y="8795"/>
                  </a:cubicBezTo>
                  <a:lnTo>
                    <a:pt x="27955" y="9997"/>
                  </a:lnTo>
                  <a:lnTo>
                    <a:pt x="29170" y="14504"/>
                  </a:lnTo>
                  <a:cubicBezTo>
                    <a:pt x="40715" y="11800"/>
                    <a:pt x="43449" y="11199"/>
                    <a:pt x="46184" y="11199"/>
                  </a:cubicBezTo>
                  <a:cubicBezTo>
                    <a:pt x="53779" y="11199"/>
                    <a:pt x="55602" y="13903"/>
                    <a:pt x="59855" y="31932"/>
                  </a:cubicBezTo>
                  <a:lnTo>
                    <a:pt x="68666" y="68892"/>
                  </a:lnTo>
                  <a:lnTo>
                    <a:pt x="43753" y="104048"/>
                  </a:lnTo>
                  <a:cubicBezTo>
                    <a:pt x="37677" y="113063"/>
                    <a:pt x="31601" y="118471"/>
                    <a:pt x="28259" y="118471"/>
                  </a:cubicBezTo>
                  <a:cubicBezTo>
                    <a:pt x="26436" y="118471"/>
                    <a:pt x="23398" y="117570"/>
                    <a:pt x="20360" y="115767"/>
                  </a:cubicBezTo>
                  <a:cubicBezTo>
                    <a:pt x="16411" y="113664"/>
                    <a:pt x="13069" y="112762"/>
                    <a:pt x="10638" y="112762"/>
                  </a:cubicBezTo>
                  <a:cubicBezTo>
                    <a:pt x="4866" y="112762"/>
                    <a:pt x="309" y="117269"/>
                    <a:pt x="309" y="123279"/>
                  </a:cubicBezTo>
                  <a:cubicBezTo>
                    <a:pt x="309" y="131092"/>
                    <a:pt x="6385" y="135899"/>
                    <a:pt x="15499" y="135899"/>
                  </a:cubicBezTo>
                  <a:cubicBezTo>
                    <a:pt x="24917" y="135899"/>
                    <a:pt x="28563" y="133195"/>
                    <a:pt x="43753" y="114866"/>
                  </a:cubicBezTo>
                  <a:cubicBezTo>
                    <a:pt x="51956" y="105250"/>
                    <a:pt x="58336" y="97137"/>
                    <a:pt x="71096" y="79709"/>
                  </a:cubicBezTo>
                  <a:lnTo>
                    <a:pt x="80210" y="115767"/>
                  </a:lnTo>
                  <a:cubicBezTo>
                    <a:pt x="84160" y="131092"/>
                    <a:pt x="88109" y="135899"/>
                    <a:pt x="97831" y="135899"/>
                  </a:cubicBezTo>
                  <a:cubicBezTo>
                    <a:pt x="109376" y="135899"/>
                    <a:pt x="117275" y="128688"/>
                    <a:pt x="134896" y="101644"/>
                  </a:cubicBezTo>
                  <a:lnTo>
                    <a:pt x="130643" y="9924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168B6A88-7821-AE89-2FB6-91DABFA2689C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2132869" y="4893364"/>
              <a:ext cx="87454" cy="153426"/>
            </a:xfrm>
            <a:custGeom>
              <a:avLst/>
              <a:gdLst>
                <a:gd name="connsiteX0" fmla="*/ 25043 w 87454"/>
                <a:gd name="connsiteY0" fmla="*/ 77018 h 153426"/>
                <a:gd name="connsiteX1" fmla="*/ 48874 w 87454"/>
                <a:gd name="connsiteY1" fmla="*/ 79464 h 153426"/>
                <a:gd name="connsiteX2" fmla="*/ 71580 w 87454"/>
                <a:gd name="connsiteY2" fmla="*/ 112373 h 153426"/>
                <a:gd name="connsiteX3" fmla="*/ 42129 w 87454"/>
                <a:gd name="connsiteY3" fmla="*/ 145504 h 153426"/>
                <a:gd name="connsiteX4" fmla="*/ 23245 w 87454"/>
                <a:gd name="connsiteY4" fmla="*/ 138611 h 153426"/>
                <a:gd name="connsiteX5" fmla="*/ 8856 w 87454"/>
                <a:gd name="connsiteY5" fmla="*/ 133052 h 153426"/>
                <a:gd name="connsiteX6" fmla="*/ 313 w 87454"/>
                <a:gd name="connsiteY6" fmla="*/ 140835 h 153426"/>
                <a:gd name="connsiteX7" fmla="*/ 25718 w 87454"/>
                <a:gd name="connsiteY7" fmla="*/ 153509 h 153426"/>
                <a:gd name="connsiteX8" fmla="*/ 71356 w 87454"/>
                <a:gd name="connsiteY8" fmla="*/ 138611 h 153426"/>
                <a:gd name="connsiteX9" fmla="*/ 87767 w 87454"/>
                <a:gd name="connsiteY9" fmla="*/ 101700 h 153426"/>
                <a:gd name="connsiteX10" fmla="*/ 77651 w 87454"/>
                <a:gd name="connsiteY10" fmla="*/ 73016 h 153426"/>
                <a:gd name="connsiteX11" fmla="*/ 58991 w 87454"/>
                <a:gd name="connsiteY11" fmla="*/ 61231 h 153426"/>
                <a:gd name="connsiteX12" fmla="*/ 80124 w 87454"/>
                <a:gd name="connsiteY12" fmla="*/ 30546 h 153426"/>
                <a:gd name="connsiteX13" fmla="*/ 45052 w 87454"/>
                <a:gd name="connsiteY13" fmla="*/ 83 h 153426"/>
                <a:gd name="connsiteX14" fmla="*/ 15826 w 87454"/>
                <a:gd name="connsiteY14" fmla="*/ 10978 h 153426"/>
                <a:gd name="connsiteX15" fmla="*/ 763 w 87454"/>
                <a:gd name="connsiteY15" fmla="*/ 36105 h 153426"/>
                <a:gd name="connsiteX16" fmla="*/ 4135 w 87454"/>
                <a:gd name="connsiteY16" fmla="*/ 36994 h 153426"/>
                <a:gd name="connsiteX17" fmla="*/ 37633 w 87454"/>
                <a:gd name="connsiteY17" fmla="*/ 13424 h 153426"/>
                <a:gd name="connsiteX18" fmla="*/ 62363 w 87454"/>
                <a:gd name="connsiteY18" fmla="*/ 37216 h 153426"/>
                <a:gd name="connsiteX19" fmla="*/ 53370 w 87454"/>
                <a:gd name="connsiteY19" fmla="*/ 58785 h 153426"/>
                <a:gd name="connsiteX20" fmla="*/ 25043 w 87454"/>
                <a:gd name="connsiteY20" fmla="*/ 74128 h 153426"/>
                <a:gd name="connsiteX21" fmla="*/ 25043 w 87454"/>
                <a:gd name="connsiteY21" fmla="*/ 77018 h 15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454" h="153426">
                  <a:moveTo>
                    <a:pt x="25043" y="77018"/>
                  </a:moveTo>
                  <a:cubicBezTo>
                    <a:pt x="38307" y="77018"/>
                    <a:pt x="43478" y="77463"/>
                    <a:pt x="48874" y="79464"/>
                  </a:cubicBezTo>
                  <a:cubicBezTo>
                    <a:pt x="62813" y="84356"/>
                    <a:pt x="71580" y="97030"/>
                    <a:pt x="71580" y="112373"/>
                  </a:cubicBezTo>
                  <a:cubicBezTo>
                    <a:pt x="71580" y="131051"/>
                    <a:pt x="58766" y="145504"/>
                    <a:pt x="42129" y="145504"/>
                  </a:cubicBezTo>
                  <a:cubicBezTo>
                    <a:pt x="36059" y="145504"/>
                    <a:pt x="31563" y="143948"/>
                    <a:pt x="23245" y="138611"/>
                  </a:cubicBezTo>
                  <a:cubicBezTo>
                    <a:pt x="16500" y="134609"/>
                    <a:pt x="12678" y="133052"/>
                    <a:pt x="8856" y="133052"/>
                  </a:cubicBezTo>
                  <a:cubicBezTo>
                    <a:pt x="3685" y="133052"/>
                    <a:pt x="313" y="136165"/>
                    <a:pt x="313" y="140835"/>
                  </a:cubicBezTo>
                  <a:cubicBezTo>
                    <a:pt x="313" y="148617"/>
                    <a:pt x="9980" y="153509"/>
                    <a:pt x="25718" y="153509"/>
                  </a:cubicBezTo>
                  <a:cubicBezTo>
                    <a:pt x="43029" y="153509"/>
                    <a:pt x="60789" y="147728"/>
                    <a:pt x="71356" y="138611"/>
                  </a:cubicBezTo>
                  <a:cubicBezTo>
                    <a:pt x="81922" y="129494"/>
                    <a:pt x="87767" y="116598"/>
                    <a:pt x="87767" y="101700"/>
                  </a:cubicBezTo>
                  <a:cubicBezTo>
                    <a:pt x="87767" y="90360"/>
                    <a:pt x="84170" y="79909"/>
                    <a:pt x="77651" y="73016"/>
                  </a:cubicBezTo>
                  <a:cubicBezTo>
                    <a:pt x="73154" y="68124"/>
                    <a:pt x="68883" y="65456"/>
                    <a:pt x="58991" y="61231"/>
                  </a:cubicBezTo>
                  <a:cubicBezTo>
                    <a:pt x="74503" y="50780"/>
                    <a:pt x="80124" y="42553"/>
                    <a:pt x="80124" y="30546"/>
                  </a:cubicBezTo>
                  <a:cubicBezTo>
                    <a:pt x="80124" y="12535"/>
                    <a:pt x="65735" y="83"/>
                    <a:pt x="45052" y="83"/>
                  </a:cubicBezTo>
                  <a:cubicBezTo>
                    <a:pt x="33811" y="83"/>
                    <a:pt x="23919" y="3863"/>
                    <a:pt x="15826" y="10978"/>
                  </a:cubicBezTo>
                  <a:cubicBezTo>
                    <a:pt x="9081" y="16982"/>
                    <a:pt x="5709" y="22763"/>
                    <a:pt x="763" y="36105"/>
                  </a:cubicBezTo>
                  <a:lnTo>
                    <a:pt x="4135" y="36994"/>
                  </a:lnTo>
                  <a:cubicBezTo>
                    <a:pt x="13353" y="20762"/>
                    <a:pt x="23469" y="13424"/>
                    <a:pt x="37633" y="13424"/>
                  </a:cubicBezTo>
                  <a:cubicBezTo>
                    <a:pt x="52246" y="13424"/>
                    <a:pt x="62363" y="23208"/>
                    <a:pt x="62363" y="37216"/>
                  </a:cubicBezTo>
                  <a:cubicBezTo>
                    <a:pt x="62363" y="45221"/>
                    <a:pt x="58991" y="53226"/>
                    <a:pt x="53370" y="58785"/>
                  </a:cubicBezTo>
                  <a:cubicBezTo>
                    <a:pt x="46626" y="65456"/>
                    <a:pt x="40331" y="68791"/>
                    <a:pt x="25043" y="74128"/>
                  </a:cubicBezTo>
                  <a:lnTo>
                    <a:pt x="25043" y="77018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BEC1CBA0-2228-38F8-4277-57D195B78DAD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2268597" y="4772754"/>
              <a:ext cx="70483" cy="300482"/>
            </a:xfrm>
            <a:custGeom>
              <a:avLst/>
              <a:gdLst>
                <a:gd name="connsiteX0" fmla="*/ 70801 w 70483"/>
                <a:gd name="connsiteY0" fmla="*/ 150322 h 300482"/>
                <a:gd name="connsiteX1" fmla="*/ 50750 w 70483"/>
                <a:gd name="connsiteY1" fmla="*/ 56571 h 300482"/>
                <a:gd name="connsiteX2" fmla="*/ 3356 w 70483"/>
                <a:gd name="connsiteY2" fmla="*/ 81 h 300482"/>
                <a:gd name="connsiteX3" fmla="*/ 318 w 70483"/>
                <a:gd name="connsiteY3" fmla="*/ 3085 h 300482"/>
                <a:gd name="connsiteX4" fmla="*/ 6090 w 70483"/>
                <a:gd name="connsiteY4" fmla="*/ 9996 h 300482"/>
                <a:gd name="connsiteX5" fmla="*/ 53180 w 70483"/>
                <a:gd name="connsiteY5" fmla="*/ 150322 h 300482"/>
                <a:gd name="connsiteX6" fmla="*/ 4267 w 70483"/>
                <a:gd name="connsiteY6" fmla="*/ 292450 h 300482"/>
                <a:gd name="connsiteX7" fmla="*/ 318 w 70483"/>
                <a:gd name="connsiteY7" fmla="*/ 297558 h 300482"/>
                <a:gd name="connsiteX8" fmla="*/ 3356 w 70483"/>
                <a:gd name="connsiteY8" fmla="*/ 300563 h 300482"/>
                <a:gd name="connsiteX9" fmla="*/ 51661 w 70483"/>
                <a:gd name="connsiteY9" fmla="*/ 241969 h 300482"/>
                <a:gd name="connsiteX10" fmla="*/ 70801 w 70483"/>
                <a:gd name="connsiteY10" fmla="*/ 150322 h 30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483" h="300482">
                  <a:moveTo>
                    <a:pt x="70801" y="150322"/>
                  </a:moveTo>
                  <a:cubicBezTo>
                    <a:pt x="70801" y="126884"/>
                    <a:pt x="67459" y="90526"/>
                    <a:pt x="50750" y="56571"/>
                  </a:cubicBezTo>
                  <a:cubicBezTo>
                    <a:pt x="32521" y="19612"/>
                    <a:pt x="6394" y="81"/>
                    <a:pt x="3356" y="81"/>
                  </a:cubicBezTo>
                  <a:cubicBezTo>
                    <a:pt x="1533" y="81"/>
                    <a:pt x="318" y="1282"/>
                    <a:pt x="318" y="3085"/>
                  </a:cubicBezTo>
                  <a:cubicBezTo>
                    <a:pt x="318" y="3987"/>
                    <a:pt x="318" y="4588"/>
                    <a:pt x="6090" y="9996"/>
                  </a:cubicBezTo>
                  <a:cubicBezTo>
                    <a:pt x="35863" y="39744"/>
                    <a:pt x="53180" y="87521"/>
                    <a:pt x="53180" y="150322"/>
                  </a:cubicBezTo>
                  <a:cubicBezTo>
                    <a:pt x="53180" y="201704"/>
                    <a:pt x="41939" y="254589"/>
                    <a:pt x="4267" y="292450"/>
                  </a:cubicBezTo>
                  <a:cubicBezTo>
                    <a:pt x="318" y="296056"/>
                    <a:pt x="318" y="296657"/>
                    <a:pt x="318" y="297558"/>
                  </a:cubicBezTo>
                  <a:cubicBezTo>
                    <a:pt x="318" y="299361"/>
                    <a:pt x="1533" y="300563"/>
                    <a:pt x="3356" y="300563"/>
                  </a:cubicBezTo>
                  <a:cubicBezTo>
                    <a:pt x="6394" y="300563"/>
                    <a:pt x="33737" y="280130"/>
                    <a:pt x="51661" y="241969"/>
                  </a:cubicBezTo>
                  <a:cubicBezTo>
                    <a:pt x="67156" y="208916"/>
                    <a:pt x="70801" y="175562"/>
                    <a:pt x="70801" y="150322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12D9AE50-7D24-B187-D2E7-554707A3930C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8399140" y="5120869"/>
              <a:ext cx="3970450" cy="12061"/>
            </a:xfrm>
            <a:custGeom>
              <a:avLst/>
              <a:gdLst>
                <a:gd name="connsiteX0" fmla="*/ 0 w 3970450"/>
                <a:gd name="connsiteY0" fmla="*/ 0 h 12061"/>
                <a:gd name="connsiteX1" fmla="*/ 3970451 w 3970450"/>
                <a:gd name="connsiteY1" fmla="*/ 0 h 12061"/>
                <a:gd name="connsiteX2" fmla="*/ 3970451 w 3970450"/>
                <a:gd name="connsiteY2" fmla="*/ 12061 h 12061"/>
                <a:gd name="connsiteX3" fmla="*/ 0 w 3970450"/>
                <a:gd name="connsiteY3" fmla="*/ 12061 h 1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0450" h="12061">
                  <a:moveTo>
                    <a:pt x="0" y="0"/>
                  </a:moveTo>
                  <a:lnTo>
                    <a:pt x="3970451" y="0"/>
                  </a:lnTo>
                  <a:lnTo>
                    <a:pt x="3970451" y="12061"/>
                  </a:lnTo>
                  <a:lnTo>
                    <a:pt x="0" y="12061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5FD54811-A929-0604-B3B8-6453716B280C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0325142" y="5206080"/>
              <a:ext cx="118181" cy="207332"/>
            </a:xfrm>
            <a:custGeom>
              <a:avLst/>
              <a:gdLst>
                <a:gd name="connsiteX0" fmla="*/ 71346 w 118181"/>
                <a:gd name="connsiteY0" fmla="*/ 91741 h 207332"/>
                <a:gd name="connsiteX1" fmla="*/ 112056 w 118181"/>
                <a:gd name="connsiteY1" fmla="*/ 42762 h 207332"/>
                <a:gd name="connsiteX2" fmla="*/ 59801 w 118181"/>
                <a:gd name="connsiteY2" fmla="*/ 94 h 207332"/>
                <a:gd name="connsiteX3" fmla="*/ 2077 w 118181"/>
                <a:gd name="connsiteY3" fmla="*/ 47570 h 207332"/>
                <a:gd name="connsiteX4" fmla="*/ 39750 w 118181"/>
                <a:gd name="connsiteY4" fmla="*/ 103460 h 207332"/>
                <a:gd name="connsiteX5" fmla="*/ 254 w 118181"/>
                <a:gd name="connsiteY5" fmla="*/ 157847 h 207332"/>
                <a:gd name="connsiteX6" fmla="*/ 58586 w 118181"/>
                <a:gd name="connsiteY6" fmla="*/ 207427 h 207332"/>
                <a:gd name="connsiteX7" fmla="*/ 118436 w 118181"/>
                <a:gd name="connsiteY7" fmla="*/ 156645 h 207332"/>
                <a:gd name="connsiteX8" fmla="*/ 71346 w 118181"/>
                <a:gd name="connsiteY8" fmla="*/ 91741 h 207332"/>
                <a:gd name="connsiteX9" fmla="*/ 65877 w 118181"/>
                <a:gd name="connsiteY9" fmla="*/ 122691 h 207332"/>
                <a:gd name="connsiteX10" fmla="*/ 95347 w 118181"/>
                <a:gd name="connsiteY10" fmla="*/ 165960 h 207332"/>
                <a:gd name="connsiteX11" fmla="*/ 61928 w 118181"/>
                <a:gd name="connsiteY11" fmla="*/ 199013 h 207332"/>
                <a:gd name="connsiteX12" fmla="*/ 23344 w 118181"/>
                <a:gd name="connsiteY12" fmla="*/ 155443 h 207332"/>
                <a:gd name="connsiteX13" fmla="*/ 47649 w 118181"/>
                <a:gd name="connsiteY13" fmla="*/ 109470 h 207332"/>
                <a:gd name="connsiteX14" fmla="*/ 65877 w 118181"/>
                <a:gd name="connsiteY14" fmla="*/ 122691 h 207332"/>
                <a:gd name="connsiteX15" fmla="*/ 62535 w 118181"/>
                <a:gd name="connsiteY15" fmla="*/ 86332 h 207332"/>
                <a:gd name="connsiteX16" fmla="*/ 24559 w 118181"/>
                <a:gd name="connsiteY16" fmla="*/ 38255 h 207332"/>
                <a:gd name="connsiteX17" fmla="*/ 57370 w 118181"/>
                <a:gd name="connsiteY17" fmla="*/ 8507 h 207332"/>
                <a:gd name="connsiteX18" fmla="*/ 91093 w 118181"/>
                <a:gd name="connsiteY18" fmla="*/ 42462 h 207332"/>
                <a:gd name="connsiteX19" fmla="*/ 65269 w 118181"/>
                <a:gd name="connsiteY19" fmla="*/ 84530 h 207332"/>
                <a:gd name="connsiteX20" fmla="*/ 62535 w 118181"/>
                <a:gd name="connsiteY20" fmla="*/ 86332 h 20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181" h="207332">
                  <a:moveTo>
                    <a:pt x="71346" y="91741"/>
                  </a:moveTo>
                  <a:cubicBezTo>
                    <a:pt x="101423" y="75816"/>
                    <a:pt x="112056" y="63195"/>
                    <a:pt x="112056" y="42762"/>
                  </a:cubicBezTo>
                  <a:cubicBezTo>
                    <a:pt x="112056" y="18123"/>
                    <a:pt x="90182" y="94"/>
                    <a:pt x="59801" y="94"/>
                  </a:cubicBezTo>
                  <a:cubicBezTo>
                    <a:pt x="26686" y="94"/>
                    <a:pt x="2077" y="20226"/>
                    <a:pt x="2077" y="47570"/>
                  </a:cubicBezTo>
                  <a:cubicBezTo>
                    <a:pt x="2077" y="67102"/>
                    <a:pt x="7850" y="75816"/>
                    <a:pt x="39750" y="103460"/>
                  </a:cubicBezTo>
                  <a:cubicBezTo>
                    <a:pt x="6938" y="128100"/>
                    <a:pt x="254" y="137414"/>
                    <a:pt x="254" y="157847"/>
                  </a:cubicBezTo>
                  <a:cubicBezTo>
                    <a:pt x="254" y="186994"/>
                    <a:pt x="24255" y="207427"/>
                    <a:pt x="58586" y="207427"/>
                  </a:cubicBezTo>
                  <a:cubicBezTo>
                    <a:pt x="95043" y="207427"/>
                    <a:pt x="118436" y="187595"/>
                    <a:pt x="118436" y="156645"/>
                  </a:cubicBezTo>
                  <a:cubicBezTo>
                    <a:pt x="118436" y="133508"/>
                    <a:pt x="108106" y="118785"/>
                    <a:pt x="71346" y="91741"/>
                  </a:cubicBezTo>
                  <a:close/>
                  <a:moveTo>
                    <a:pt x="65877" y="122691"/>
                  </a:moveTo>
                  <a:cubicBezTo>
                    <a:pt x="88055" y="138316"/>
                    <a:pt x="95347" y="149133"/>
                    <a:pt x="95347" y="165960"/>
                  </a:cubicBezTo>
                  <a:cubicBezTo>
                    <a:pt x="95347" y="185492"/>
                    <a:pt x="81675" y="199013"/>
                    <a:pt x="61928" y="199013"/>
                  </a:cubicBezTo>
                  <a:cubicBezTo>
                    <a:pt x="38838" y="199013"/>
                    <a:pt x="23344" y="181585"/>
                    <a:pt x="23344" y="155443"/>
                  </a:cubicBezTo>
                  <a:cubicBezTo>
                    <a:pt x="23344" y="136213"/>
                    <a:pt x="30028" y="123592"/>
                    <a:pt x="47649" y="109470"/>
                  </a:cubicBezTo>
                  <a:lnTo>
                    <a:pt x="65877" y="122691"/>
                  </a:lnTo>
                  <a:close/>
                  <a:moveTo>
                    <a:pt x="62535" y="86332"/>
                  </a:moveTo>
                  <a:cubicBezTo>
                    <a:pt x="35496" y="68904"/>
                    <a:pt x="24559" y="55082"/>
                    <a:pt x="24559" y="38255"/>
                  </a:cubicBezTo>
                  <a:cubicBezTo>
                    <a:pt x="24559" y="20827"/>
                    <a:pt x="38231" y="8507"/>
                    <a:pt x="57370" y="8507"/>
                  </a:cubicBezTo>
                  <a:cubicBezTo>
                    <a:pt x="78029" y="8507"/>
                    <a:pt x="91093" y="21729"/>
                    <a:pt x="91093" y="42462"/>
                  </a:cubicBezTo>
                  <a:cubicBezTo>
                    <a:pt x="91093" y="59589"/>
                    <a:pt x="82587" y="73111"/>
                    <a:pt x="65269" y="84530"/>
                  </a:cubicBezTo>
                  <a:cubicBezTo>
                    <a:pt x="63750" y="85431"/>
                    <a:pt x="63750" y="85431"/>
                    <a:pt x="62535" y="86332"/>
                  </a:cubicBezTo>
                  <a:close/>
                </a:path>
              </a:pathLst>
            </a:custGeom>
            <a:solidFill>
              <a:srgbClr val="FFFFFF"/>
            </a:solidFill>
            <a:ln w="413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E5169368-5231-75FB-E9DB-3C5820422E54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8355255" y="5439889"/>
              <a:ext cx="147043" cy="100361"/>
            </a:xfrm>
            <a:custGeom>
              <a:avLst/>
              <a:gdLst>
                <a:gd name="connsiteX0" fmla="*/ 147234 w 147043"/>
                <a:gd name="connsiteY0" fmla="*/ 72816 h 100361"/>
                <a:gd name="connsiteX1" fmla="*/ 142980 w 147043"/>
                <a:gd name="connsiteY1" fmla="*/ 64402 h 100361"/>
                <a:gd name="connsiteX2" fmla="*/ 67028 w 147043"/>
                <a:gd name="connsiteY2" fmla="*/ 48477 h 100361"/>
                <a:gd name="connsiteX3" fmla="*/ 14165 w 147043"/>
                <a:gd name="connsiteY3" fmla="*/ 1602 h 100361"/>
                <a:gd name="connsiteX4" fmla="*/ 7482 w 147043"/>
                <a:gd name="connsiteY4" fmla="*/ 99 h 100361"/>
                <a:gd name="connsiteX5" fmla="*/ 190 w 147043"/>
                <a:gd name="connsiteY5" fmla="*/ 7912 h 100361"/>
                <a:gd name="connsiteX6" fmla="*/ 190 w 147043"/>
                <a:gd name="connsiteY6" fmla="*/ 12719 h 100361"/>
                <a:gd name="connsiteX7" fmla="*/ 140854 w 147043"/>
                <a:gd name="connsiteY7" fmla="*/ 100460 h 100361"/>
                <a:gd name="connsiteX8" fmla="*/ 147234 w 147043"/>
                <a:gd name="connsiteY8" fmla="*/ 92047 h 100361"/>
                <a:gd name="connsiteX9" fmla="*/ 147234 w 147043"/>
                <a:gd name="connsiteY9" fmla="*/ 72816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043" h="100361">
                  <a:moveTo>
                    <a:pt x="147234" y="72816"/>
                  </a:moveTo>
                  <a:cubicBezTo>
                    <a:pt x="147234" y="65905"/>
                    <a:pt x="147234" y="64402"/>
                    <a:pt x="142980" y="64402"/>
                  </a:cubicBezTo>
                  <a:cubicBezTo>
                    <a:pt x="124448" y="64102"/>
                    <a:pt x="94371" y="61698"/>
                    <a:pt x="67028" y="48477"/>
                  </a:cubicBezTo>
                  <a:cubicBezTo>
                    <a:pt x="34217" y="32251"/>
                    <a:pt x="21761" y="13320"/>
                    <a:pt x="14165" y="1602"/>
                  </a:cubicBezTo>
                  <a:cubicBezTo>
                    <a:pt x="13254" y="99"/>
                    <a:pt x="11431" y="99"/>
                    <a:pt x="7482" y="99"/>
                  </a:cubicBezTo>
                  <a:cubicBezTo>
                    <a:pt x="494" y="99"/>
                    <a:pt x="190" y="400"/>
                    <a:pt x="190" y="7912"/>
                  </a:cubicBezTo>
                  <a:lnTo>
                    <a:pt x="190" y="12719"/>
                  </a:lnTo>
                  <a:cubicBezTo>
                    <a:pt x="41508" y="86338"/>
                    <a:pt x="109865" y="100460"/>
                    <a:pt x="140854" y="100460"/>
                  </a:cubicBezTo>
                  <a:cubicBezTo>
                    <a:pt x="147234" y="100460"/>
                    <a:pt x="147234" y="100160"/>
                    <a:pt x="147234" y="92047"/>
                  </a:cubicBezTo>
                  <a:lnTo>
                    <a:pt x="147234" y="72816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A723FB5C-1898-EF74-13D7-F9B93935849A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>
              <a:off x="8499773" y="5504361"/>
              <a:ext cx="1747366" cy="35889"/>
            </a:xfrm>
            <a:custGeom>
              <a:avLst/>
              <a:gdLst>
                <a:gd name="connsiteX0" fmla="*/ 0 w 1747366"/>
                <a:gd name="connsiteY0" fmla="*/ 0 h 35889"/>
                <a:gd name="connsiteX1" fmla="*/ 1747367 w 1747366"/>
                <a:gd name="connsiteY1" fmla="*/ 0 h 35889"/>
                <a:gd name="connsiteX2" fmla="*/ 1747367 w 1747366"/>
                <a:gd name="connsiteY2" fmla="*/ 35889 h 35889"/>
                <a:gd name="connsiteX3" fmla="*/ 0 w 1747366"/>
                <a:gd name="connsiteY3" fmla="*/ 35889 h 3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7366" h="35889">
                  <a:moveTo>
                    <a:pt x="0" y="0"/>
                  </a:moveTo>
                  <a:lnTo>
                    <a:pt x="1747367" y="0"/>
                  </a:lnTo>
                  <a:lnTo>
                    <a:pt x="1747367" y="35889"/>
                  </a:lnTo>
                  <a:lnTo>
                    <a:pt x="0" y="35889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4F8DE7C-6A7C-79AF-06D8-FA8F7CF0EAF8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>
              <a:off x="10244102" y="5504193"/>
              <a:ext cx="147043" cy="100361"/>
            </a:xfrm>
            <a:custGeom>
              <a:avLst/>
              <a:gdLst>
                <a:gd name="connsiteX0" fmla="*/ 147295 w 147043"/>
                <a:gd name="connsiteY0" fmla="*/ 87840 h 100361"/>
                <a:gd name="connsiteX1" fmla="*/ 6632 w 147043"/>
                <a:gd name="connsiteY1" fmla="*/ 99 h 100361"/>
                <a:gd name="connsiteX2" fmla="*/ 252 w 147043"/>
                <a:gd name="connsiteY2" fmla="*/ 8513 h 100361"/>
                <a:gd name="connsiteX3" fmla="*/ 252 w 147043"/>
                <a:gd name="connsiteY3" fmla="*/ 27743 h 100361"/>
                <a:gd name="connsiteX4" fmla="*/ 4505 w 147043"/>
                <a:gd name="connsiteY4" fmla="*/ 36157 h 100361"/>
                <a:gd name="connsiteX5" fmla="*/ 80457 w 147043"/>
                <a:gd name="connsiteY5" fmla="*/ 52083 h 100361"/>
                <a:gd name="connsiteX6" fmla="*/ 133320 w 147043"/>
                <a:gd name="connsiteY6" fmla="*/ 98958 h 100361"/>
                <a:gd name="connsiteX7" fmla="*/ 140004 w 147043"/>
                <a:gd name="connsiteY7" fmla="*/ 100460 h 100361"/>
                <a:gd name="connsiteX8" fmla="*/ 147295 w 147043"/>
                <a:gd name="connsiteY8" fmla="*/ 92648 h 100361"/>
                <a:gd name="connsiteX9" fmla="*/ 147295 w 147043"/>
                <a:gd name="connsiteY9" fmla="*/ 87840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043" h="100361">
                  <a:moveTo>
                    <a:pt x="147295" y="87840"/>
                  </a:moveTo>
                  <a:cubicBezTo>
                    <a:pt x="105977" y="14222"/>
                    <a:pt x="37620" y="99"/>
                    <a:pt x="6632" y="99"/>
                  </a:cubicBezTo>
                  <a:cubicBezTo>
                    <a:pt x="252" y="99"/>
                    <a:pt x="252" y="400"/>
                    <a:pt x="252" y="8513"/>
                  </a:cubicBezTo>
                  <a:lnTo>
                    <a:pt x="252" y="27743"/>
                  </a:lnTo>
                  <a:cubicBezTo>
                    <a:pt x="252" y="34655"/>
                    <a:pt x="252" y="36157"/>
                    <a:pt x="4505" y="36157"/>
                  </a:cubicBezTo>
                  <a:cubicBezTo>
                    <a:pt x="23037" y="36457"/>
                    <a:pt x="53115" y="38861"/>
                    <a:pt x="80457" y="52083"/>
                  </a:cubicBezTo>
                  <a:cubicBezTo>
                    <a:pt x="113269" y="68309"/>
                    <a:pt x="125725" y="87239"/>
                    <a:pt x="133320" y="98958"/>
                  </a:cubicBezTo>
                  <a:cubicBezTo>
                    <a:pt x="134231" y="100460"/>
                    <a:pt x="136054" y="100460"/>
                    <a:pt x="140004" y="100460"/>
                  </a:cubicBezTo>
                  <a:cubicBezTo>
                    <a:pt x="146991" y="100460"/>
                    <a:pt x="147295" y="100160"/>
                    <a:pt x="147295" y="92648"/>
                  </a:cubicBezTo>
                  <a:lnTo>
                    <a:pt x="147295" y="8784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C5F13F74-9174-5DE6-61EF-8328FC90C9F7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>
              <a:off x="10377075" y="5504193"/>
              <a:ext cx="147043" cy="100361"/>
            </a:xfrm>
            <a:custGeom>
              <a:avLst/>
              <a:gdLst>
                <a:gd name="connsiteX0" fmla="*/ 147300 w 147043"/>
                <a:gd name="connsiteY0" fmla="*/ 8513 h 100361"/>
                <a:gd name="connsiteX1" fmla="*/ 140920 w 147043"/>
                <a:gd name="connsiteY1" fmla="*/ 99 h 100361"/>
                <a:gd name="connsiteX2" fmla="*/ 256 w 147043"/>
                <a:gd name="connsiteY2" fmla="*/ 87840 h 100361"/>
                <a:gd name="connsiteX3" fmla="*/ 256 w 147043"/>
                <a:gd name="connsiteY3" fmla="*/ 92648 h 100361"/>
                <a:gd name="connsiteX4" fmla="*/ 7548 w 147043"/>
                <a:gd name="connsiteY4" fmla="*/ 100460 h 100361"/>
                <a:gd name="connsiteX5" fmla="*/ 15143 w 147043"/>
                <a:gd name="connsiteY5" fmla="*/ 98056 h 100361"/>
                <a:gd name="connsiteX6" fmla="*/ 143654 w 147043"/>
                <a:gd name="connsiteY6" fmla="*/ 36157 h 100361"/>
                <a:gd name="connsiteX7" fmla="*/ 147300 w 147043"/>
                <a:gd name="connsiteY7" fmla="*/ 27743 h 100361"/>
                <a:gd name="connsiteX8" fmla="*/ 147300 w 147043"/>
                <a:gd name="connsiteY8" fmla="*/ 8513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43" h="100361">
                  <a:moveTo>
                    <a:pt x="147300" y="8513"/>
                  </a:moveTo>
                  <a:cubicBezTo>
                    <a:pt x="147300" y="400"/>
                    <a:pt x="147300" y="99"/>
                    <a:pt x="140920" y="99"/>
                  </a:cubicBezTo>
                  <a:cubicBezTo>
                    <a:pt x="109931" y="99"/>
                    <a:pt x="41574" y="14522"/>
                    <a:pt x="256" y="87840"/>
                  </a:cubicBezTo>
                  <a:lnTo>
                    <a:pt x="256" y="92648"/>
                  </a:lnTo>
                  <a:cubicBezTo>
                    <a:pt x="256" y="100160"/>
                    <a:pt x="560" y="100460"/>
                    <a:pt x="7548" y="100460"/>
                  </a:cubicBezTo>
                  <a:cubicBezTo>
                    <a:pt x="13320" y="100460"/>
                    <a:pt x="13624" y="100160"/>
                    <a:pt x="15143" y="98056"/>
                  </a:cubicBezTo>
                  <a:cubicBezTo>
                    <a:pt x="40055" y="58693"/>
                    <a:pt x="81981" y="37359"/>
                    <a:pt x="143654" y="36157"/>
                  </a:cubicBezTo>
                  <a:cubicBezTo>
                    <a:pt x="147300" y="36157"/>
                    <a:pt x="147300" y="34054"/>
                    <a:pt x="147300" y="27743"/>
                  </a:cubicBezTo>
                  <a:lnTo>
                    <a:pt x="147300" y="8513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663A1671-C7D4-8B65-8F50-50DB2480376B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>
              <a:off x="10521593" y="5504361"/>
              <a:ext cx="1747366" cy="35889"/>
            </a:xfrm>
            <a:custGeom>
              <a:avLst/>
              <a:gdLst>
                <a:gd name="connsiteX0" fmla="*/ 0 w 1747366"/>
                <a:gd name="connsiteY0" fmla="*/ 0 h 35889"/>
                <a:gd name="connsiteX1" fmla="*/ 1747367 w 1747366"/>
                <a:gd name="connsiteY1" fmla="*/ 0 h 35889"/>
                <a:gd name="connsiteX2" fmla="*/ 1747367 w 1747366"/>
                <a:gd name="connsiteY2" fmla="*/ 35889 h 35889"/>
                <a:gd name="connsiteX3" fmla="*/ 0 w 1747366"/>
                <a:gd name="connsiteY3" fmla="*/ 35889 h 35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7366" h="35889">
                  <a:moveTo>
                    <a:pt x="0" y="0"/>
                  </a:moveTo>
                  <a:lnTo>
                    <a:pt x="1747367" y="0"/>
                  </a:lnTo>
                  <a:lnTo>
                    <a:pt x="1747367" y="35889"/>
                  </a:lnTo>
                  <a:lnTo>
                    <a:pt x="0" y="35889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E0CE6F67-589F-2E1E-CF60-306808C47742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>
              <a:off x="12265922" y="5439889"/>
              <a:ext cx="147043" cy="100361"/>
            </a:xfrm>
            <a:custGeom>
              <a:avLst/>
              <a:gdLst>
                <a:gd name="connsiteX0" fmla="*/ 147361 w 147043"/>
                <a:gd name="connsiteY0" fmla="*/ 7912 h 100361"/>
                <a:gd name="connsiteX1" fmla="*/ 140070 w 147043"/>
                <a:gd name="connsiteY1" fmla="*/ 99 h 100361"/>
                <a:gd name="connsiteX2" fmla="*/ 132475 w 147043"/>
                <a:gd name="connsiteY2" fmla="*/ 2503 h 100361"/>
                <a:gd name="connsiteX3" fmla="*/ 3964 w 147043"/>
                <a:gd name="connsiteY3" fmla="*/ 64402 h 100361"/>
                <a:gd name="connsiteX4" fmla="*/ 318 w 147043"/>
                <a:gd name="connsiteY4" fmla="*/ 72816 h 100361"/>
                <a:gd name="connsiteX5" fmla="*/ 318 w 147043"/>
                <a:gd name="connsiteY5" fmla="*/ 92047 h 100361"/>
                <a:gd name="connsiteX6" fmla="*/ 6698 w 147043"/>
                <a:gd name="connsiteY6" fmla="*/ 100460 h 100361"/>
                <a:gd name="connsiteX7" fmla="*/ 147361 w 147043"/>
                <a:gd name="connsiteY7" fmla="*/ 12719 h 100361"/>
                <a:gd name="connsiteX8" fmla="*/ 147361 w 147043"/>
                <a:gd name="connsiteY8" fmla="*/ 7912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7043" h="100361">
                  <a:moveTo>
                    <a:pt x="147361" y="7912"/>
                  </a:moveTo>
                  <a:cubicBezTo>
                    <a:pt x="147361" y="400"/>
                    <a:pt x="147057" y="99"/>
                    <a:pt x="140070" y="99"/>
                  </a:cubicBezTo>
                  <a:cubicBezTo>
                    <a:pt x="134297" y="99"/>
                    <a:pt x="133994" y="400"/>
                    <a:pt x="132475" y="2503"/>
                  </a:cubicBezTo>
                  <a:cubicBezTo>
                    <a:pt x="107562" y="41866"/>
                    <a:pt x="65637" y="63200"/>
                    <a:pt x="3964" y="64402"/>
                  </a:cubicBezTo>
                  <a:cubicBezTo>
                    <a:pt x="318" y="64402"/>
                    <a:pt x="318" y="66506"/>
                    <a:pt x="318" y="72816"/>
                  </a:cubicBezTo>
                  <a:lnTo>
                    <a:pt x="318" y="92047"/>
                  </a:lnTo>
                  <a:cubicBezTo>
                    <a:pt x="318" y="100160"/>
                    <a:pt x="318" y="100460"/>
                    <a:pt x="6698" y="100460"/>
                  </a:cubicBezTo>
                  <a:cubicBezTo>
                    <a:pt x="37686" y="100460"/>
                    <a:pt x="106043" y="86037"/>
                    <a:pt x="147361" y="12719"/>
                  </a:cubicBezTo>
                  <a:lnTo>
                    <a:pt x="147361" y="7912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9FBF6B83-EF02-BC06-F77B-1792B8130B20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>
              <a:off x="9705344" y="5683445"/>
              <a:ext cx="155349" cy="149868"/>
            </a:xfrm>
            <a:custGeom>
              <a:avLst/>
              <a:gdLst>
                <a:gd name="connsiteX0" fmla="*/ 155583 w 155349"/>
                <a:gd name="connsiteY0" fmla="*/ 145753 h 149868"/>
                <a:gd name="connsiteX1" fmla="*/ 135350 w 155349"/>
                <a:gd name="connsiteY1" fmla="*/ 126408 h 149868"/>
                <a:gd name="connsiteX2" fmla="*/ 79370 w 155349"/>
                <a:gd name="connsiteY2" fmla="*/ 109 h 149868"/>
                <a:gd name="connsiteX3" fmla="*/ 74874 w 155349"/>
                <a:gd name="connsiteY3" fmla="*/ 109 h 149868"/>
                <a:gd name="connsiteX4" fmla="*/ 28111 w 155349"/>
                <a:gd name="connsiteY4" fmla="*/ 109286 h 149868"/>
                <a:gd name="connsiteX5" fmla="*/ 234 w 155349"/>
                <a:gd name="connsiteY5" fmla="*/ 145753 h 149868"/>
                <a:gd name="connsiteX6" fmla="*/ 234 w 155349"/>
                <a:gd name="connsiteY6" fmla="*/ 149977 h 149868"/>
                <a:gd name="connsiteX7" fmla="*/ 44748 w 155349"/>
                <a:gd name="connsiteY7" fmla="*/ 149977 h 149868"/>
                <a:gd name="connsiteX8" fmla="*/ 44748 w 155349"/>
                <a:gd name="connsiteY8" fmla="*/ 145753 h 149868"/>
                <a:gd name="connsiteX9" fmla="*/ 29460 w 155349"/>
                <a:gd name="connsiteY9" fmla="*/ 136636 h 149868"/>
                <a:gd name="connsiteX10" fmla="*/ 31259 w 155349"/>
                <a:gd name="connsiteY10" fmla="*/ 127964 h 149868"/>
                <a:gd name="connsiteX11" fmla="*/ 41601 w 155349"/>
                <a:gd name="connsiteY11" fmla="*/ 101948 h 149868"/>
                <a:gd name="connsiteX12" fmla="*/ 100503 w 155349"/>
                <a:gd name="connsiteY12" fmla="*/ 101948 h 149868"/>
                <a:gd name="connsiteX13" fmla="*/ 109720 w 155349"/>
                <a:gd name="connsiteY13" fmla="*/ 123295 h 149868"/>
                <a:gd name="connsiteX14" fmla="*/ 113992 w 155349"/>
                <a:gd name="connsiteY14" fmla="*/ 138192 h 149868"/>
                <a:gd name="connsiteX15" fmla="*/ 98255 w 155349"/>
                <a:gd name="connsiteY15" fmla="*/ 145753 h 149868"/>
                <a:gd name="connsiteX16" fmla="*/ 98255 w 155349"/>
                <a:gd name="connsiteY16" fmla="*/ 149977 h 149868"/>
                <a:gd name="connsiteX17" fmla="*/ 155583 w 155349"/>
                <a:gd name="connsiteY17" fmla="*/ 149977 h 149868"/>
                <a:gd name="connsiteX18" fmla="*/ 155583 w 155349"/>
                <a:gd name="connsiteY18" fmla="*/ 145753 h 149868"/>
                <a:gd name="connsiteX19" fmla="*/ 45422 w 155349"/>
                <a:gd name="connsiteY19" fmla="*/ 92832 h 149868"/>
                <a:gd name="connsiteX20" fmla="*/ 71277 w 155349"/>
                <a:gd name="connsiteY20" fmla="*/ 31683 h 149868"/>
                <a:gd name="connsiteX21" fmla="*/ 97355 w 155349"/>
                <a:gd name="connsiteY21" fmla="*/ 92832 h 149868"/>
                <a:gd name="connsiteX22" fmla="*/ 45422 w 155349"/>
                <a:gd name="connsiteY22" fmla="*/ 92832 h 14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5349" h="149868">
                  <a:moveTo>
                    <a:pt x="155583" y="145753"/>
                  </a:moveTo>
                  <a:cubicBezTo>
                    <a:pt x="145467" y="145086"/>
                    <a:pt x="143218" y="142862"/>
                    <a:pt x="135350" y="126408"/>
                  </a:cubicBezTo>
                  <a:lnTo>
                    <a:pt x="79370" y="109"/>
                  </a:lnTo>
                  <a:lnTo>
                    <a:pt x="74874" y="109"/>
                  </a:lnTo>
                  <a:lnTo>
                    <a:pt x="28111" y="109286"/>
                  </a:lnTo>
                  <a:cubicBezTo>
                    <a:pt x="13723" y="141750"/>
                    <a:pt x="11025" y="145308"/>
                    <a:pt x="234" y="145753"/>
                  </a:cubicBezTo>
                  <a:lnTo>
                    <a:pt x="234" y="149977"/>
                  </a:lnTo>
                  <a:lnTo>
                    <a:pt x="44748" y="149977"/>
                  </a:lnTo>
                  <a:lnTo>
                    <a:pt x="44748" y="145753"/>
                  </a:lnTo>
                  <a:cubicBezTo>
                    <a:pt x="33957" y="145753"/>
                    <a:pt x="29460" y="142862"/>
                    <a:pt x="29460" y="136636"/>
                  </a:cubicBezTo>
                  <a:cubicBezTo>
                    <a:pt x="29460" y="133968"/>
                    <a:pt x="30135" y="130855"/>
                    <a:pt x="31259" y="127964"/>
                  </a:cubicBezTo>
                  <a:lnTo>
                    <a:pt x="41601" y="101948"/>
                  </a:lnTo>
                  <a:lnTo>
                    <a:pt x="100503" y="101948"/>
                  </a:lnTo>
                  <a:lnTo>
                    <a:pt x="109720" y="123295"/>
                  </a:lnTo>
                  <a:cubicBezTo>
                    <a:pt x="112418" y="129298"/>
                    <a:pt x="113992" y="135079"/>
                    <a:pt x="113992" y="138192"/>
                  </a:cubicBezTo>
                  <a:cubicBezTo>
                    <a:pt x="113992" y="143751"/>
                    <a:pt x="110170" y="145530"/>
                    <a:pt x="98255" y="145753"/>
                  </a:cubicBezTo>
                  <a:lnTo>
                    <a:pt x="98255" y="149977"/>
                  </a:lnTo>
                  <a:lnTo>
                    <a:pt x="155583" y="149977"/>
                  </a:lnTo>
                  <a:lnTo>
                    <a:pt x="155583" y="145753"/>
                  </a:lnTo>
                  <a:close/>
                  <a:moveTo>
                    <a:pt x="45422" y="92832"/>
                  </a:moveTo>
                  <a:lnTo>
                    <a:pt x="71277" y="31683"/>
                  </a:lnTo>
                  <a:lnTo>
                    <a:pt x="97355" y="92832"/>
                  </a:lnTo>
                  <a:lnTo>
                    <a:pt x="45422" y="92832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F59E98A0-5A52-2788-08E5-E9424A0FDF01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>
              <a:off x="9852471" y="5733253"/>
              <a:ext cx="102966" cy="103173"/>
            </a:xfrm>
            <a:custGeom>
              <a:avLst/>
              <a:gdLst>
                <a:gd name="connsiteX0" fmla="*/ 103206 w 102966"/>
                <a:gd name="connsiteY0" fmla="*/ 109 h 103173"/>
                <a:gd name="connsiteX1" fmla="*/ 71956 w 102966"/>
                <a:gd name="connsiteY1" fmla="*/ 109 h 103173"/>
                <a:gd name="connsiteX2" fmla="*/ 71956 w 102966"/>
                <a:gd name="connsiteY2" fmla="*/ 3444 h 103173"/>
                <a:gd name="connsiteX3" fmla="*/ 82522 w 102966"/>
                <a:gd name="connsiteY3" fmla="*/ 10560 h 103173"/>
                <a:gd name="connsiteX4" fmla="*/ 81173 w 102966"/>
                <a:gd name="connsiteY4" fmla="*/ 17230 h 103173"/>
                <a:gd name="connsiteX5" fmla="*/ 58916 w 102966"/>
                <a:gd name="connsiteY5" fmla="*/ 74821 h 103173"/>
                <a:gd name="connsiteX6" fmla="*/ 35985 w 102966"/>
                <a:gd name="connsiteY6" fmla="*/ 17897 h 103173"/>
                <a:gd name="connsiteX7" fmla="*/ 33962 w 102966"/>
                <a:gd name="connsiteY7" fmla="*/ 9670 h 103173"/>
                <a:gd name="connsiteX8" fmla="*/ 44303 w 102966"/>
                <a:gd name="connsiteY8" fmla="*/ 3444 h 103173"/>
                <a:gd name="connsiteX9" fmla="*/ 44303 w 102966"/>
                <a:gd name="connsiteY9" fmla="*/ 109 h 103173"/>
                <a:gd name="connsiteX10" fmla="*/ 239 w 102966"/>
                <a:gd name="connsiteY10" fmla="*/ 109 h 103173"/>
                <a:gd name="connsiteX11" fmla="*/ 239 w 102966"/>
                <a:gd name="connsiteY11" fmla="*/ 3444 h 103173"/>
                <a:gd name="connsiteX12" fmla="*/ 20697 w 102966"/>
                <a:gd name="connsiteY12" fmla="*/ 29015 h 103173"/>
                <a:gd name="connsiteX13" fmla="*/ 47675 w 102966"/>
                <a:gd name="connsiteY13" fmla="*/ 92832 h 103173"/>
                <a:gd name="connsiteX14" fmla="*/ 49474 w 102966"/>
                <a:gd name="connsiteY14" fmla="*/ 97501 h 103173"/>
                <a:gd name="connsiteX15" fmla="*/ 53521 w 102966"/>
                <a:gd name="connsiteY15" fmla="*/ 103282 h 103173"/>
                <a:gd name="connsiteX16" fmla="*/ 59816 w 102966"/>
                <a:gd name="connsiteY16" fmla="*/ 92165 h 103173"/>
                <a:gd name="connsiteX17" fmla="*/ 88592 w 102966"/>
                <a:gd name="connsiteY17" fmla="*/ 20788 h 103173"/>
                <a:gd name="connsiteX18" fmla="*/ 103206 w 102966"/>
                <a:gd name="connsiteY18" fmla="*/ 3444 h 103173"/>
                <a:gd name="connsiteX19" fmla="*/ 103206 w 102966"/>
                <a:gd name="connsiteY19" fmla="*/ 109 h 103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2966" h="103173">
                  <a:moveTo>
                    <a:pt x="103206" y="109"/>
                  </a:moveTo>
                  <a:lnTo>
                    <a:pt x="71956" y="109"/>
                  </a:lnTo>
                  <a:lnTo>
                    <a:pt x="71956" y="3444"/>
                  </a:lnTo>
                  <a:cubicBezTo>
                    <a:pt x="79150" y="4111"/>
                    <a:pt x="82522" y="6335"/>
                    <a:pt x="82522" y="10560"/>
                  </a:cubicBezTo>
                  <a:cubicBezTo>
                    <a:pt x="82522" y="12783"/>
                    <a:pt x="82073" y="15007"/>
                    <a:pt x="81173" y="17230"/>
                  </a:cubicBezTo>
                  <a:lnTo>
                    <a:pt x="58916" y="74821"/>
                  </a:lnTo>
                  <a:lnTo>
                    <a:pt x="35985" y="17897"/>
                  </a:lnTo>
                  <a:cubicBezTo>
                    <a:pt x="34636" y="14784"/>
                    <a:pt x="33962" y="11671"/>
                    <a:pt x="33962" y="9670"/>
                  </a:cubicBezTo>
                  <a:cubicBezTo>
                    <a:pt x="33962" y="5668"/>
                    <a:pt x="36435" y="4111"/>
                    <a:pt x="44303" y="3444"/>
                  </a:cubicBezTo>
                  <a:lnTo>
                    <a:pt x="44303" y="109"/>
                  </a:lnTo>
                  <a:lnTo>
                    <a:pt x="239" y="109"/>
                  </a:lnTo>
                  <a:lnTo>
                    <a:pt x="239" y="3444"/>
                  </a:lnTo>
                  <a:cubicBezTo>
                    <a:pt x="8782" y="3889"/>
                    <a:pt x="10356" y="6112"/>
                    <a:pt x="20697" y="29015"/>
                  </a:cubicBezTo>
                  <a:lnTo>
                    <a:pt x="47675" y="92832"/>
                  </a:lnTo>
                  <a:cubicBezTo>
                    <a:pt x="48125" y="94166"/>
                    <a:pt x="48800" y="95722"/>
                    <a:pt x="49474" y="97501"/>
                  </a:cubicBezTo>
                  <a:cubicBezTo>
                    <a:pt x="50823" y="101504"/>
                    <a:pt x="52172" y="103282"/>
                    <a:pt x="53521" y="103282"/>
                  </a:cubicBezTo>
                  <a:cubicBezTo>
                    <a:pt x="54870" y="103282"/>
                    <a:pt x="56443" y="100392"/>
                    <a:pt x="59816" y="92165"/>
                  </a:cubicBezTo>
                  <a:lnTo>
                    <a:pt x="88592" y="20788"/>
                  </a:lnTo>
                  <a:cubicBezTo>
                    <a:pt x="95112" y="5668"/>
                    <a:pt x="96461" y="4111"/>
                    <a:pt x="103206" y="3444"/>
                  </a:cubicBezTo>
                  <a:lnTo>
                    <a:pt x="103206" y="109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1258C404-E89A-265B-2284-93A51C7F5090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>
              <a:off x="9963268" y="5731029"/>
              <a:ext cx="89702" cy="104507"/>
            </a:xfrm>
            <a:custGeom>
              <a:avLst/>
              <a:gdLst>
                <a:gd name="connsiteX0" fmla="*/ 86348 w 89702"/>
                <a:gd name="connsiteY0" fmla="*/ 65926 h 104507"/>
                <a:gd name="connsiteX1" fmla="*/ 51501 w 89702"/>
                <a:gd name="connsiteY1" fmla="*/ 89274 h 104507"/>
                <a:gd name="connsiteX2" fmla="*/ 22499 w 89702"/>
                <a:gd name="connsiteY2" fmla="*/ 70151 h 104507"/>
                <a:gd name="connsiteX3" fmla="*/ 16429 w 89702"/>
                <a:gd name="connsiteY3" fmla="*/ 40800 h 104507"/>
                <a:gd name="connsiteX4" fmla="*/ 85673 w 89702"/>
                <a:gd name="connsiteY4" fmla="*/ 40800 h 104507"/>
                <a:gd name="connsiteX5" fmla="*/ 76006 w 89702"/>
                <a:gd name="connsiteY5" fmla="*/ 12783 h 104507"/>
                <a:gd name="connsiteX6" fmla="*/ 47229 w 89702"/>
                <a:gd name="connsiteY6" fmla="*/ 109 h 104507"/>
                <a:gd name="connsiteX7" fmla="*/ 16879 w 89702"/>
                <a:gd name="connsiteY7" fmla="*/ 11671 h 104507"/>
                <a:gd name="connsiteX8" fmla="*/ 242 w 89702"/>
                <a:gd name="connsiteY8" fmla="*/ 54809 h 104507"/>
                <a:gd name="connsiteX9" fmla="*/ 42283 w 89702"/>
                <a:gd name="connsiteY9" fmla="*/ 104617 h 104507"/>
                <a:gd name="connsiteX10" fmla="*/ 89945 w 89702"/>
                <a:gd name="connsiteY10" fmla="*/ 67483 h 104507"/>
                <a:gd name="connsiteX11" fmla="*/ 86348 w 89702"/>
                <a:gd name="connsiteY11" fmla="*/ 65926 h 104507"/>
                <a:gd name="connsiteX12" fmla="*/ 16879 w 89702"/>
                <a:gd name="connsiteY12" fmla="*/ 33685 h 104507"/>
                <a:gd name="connsiteX13" fmla="*/ 40710 w 89702"/>
                <a:gd name="connsiteY13" fmla="*/ 8114 h 104507"/>
                <a:gd name="connsiteX14" fmla="*/ 62742 w 89702"/>
                <a:gd name="connsiteY14" fmla="*/ 33685 h 104507"/>
                <a:gd name="connsiteX15" fmla="*/ 16879 w 89702"/>
                <a:gd name="connsiteY15" fmla="*/ 33685 h 10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702" h="104507">
                  <a:moveTo>
                    <a:pt x="86348" y="65926"/>
                  </a:moveTo>
                  <a:cubicBezTo>
                    <a:pt x="75556" y="82826"/>
                    <a:pt x="65889" y="89274"/>
                    <a:pt x="51501" y="89274"/>
                  </a:cubicBezTo>
                  <a:cubicBezTo>
                    <a:pt x="38686" y="89274"/>
                    <a:pt x="29019" y="82826"/>
                    <a:pt x="22499" y="70151"/>
                  </a:cubicBezTo>
                  <a:cubicBezTo>
                    <a:pt x="18453" y="61702"/>
                    <a:pt x="16879" y="54364"/>
                    <a:pt x="16429" y="40800"/>
                  </a:cubicBezTo>
                  <a:lnTo>
                    <a:pt x="85673" y="40800"/>
                  </a:lnTo>
                  <a:cubicBezTo>
                    <a:pt x="83875" y="26347"/>
                    <a:pt x="81627" y="19899"/>
                    <a:pt x="76006" y="12783"/>
                  </a:cubicBezTo>
                  <a:cubicBezTo>
                    <a:pt x="69262" y="4778"/>
                    <a:pt x="58920" y="109"/>
                    <a:pt x="47229" y="109"/>
                  </a:cubicBezTo>
                  <a:cubicBezTo>
                    <a:pt x="35988" y="109"/>
                    <a:pt x="25422" y="4111"/>
                    <a:pt x="16879" y="11671"/>
                  </a:cubicBezTo>
                  <a:cubicBezTo>
                    <a:pt x="6312" y="20788"/>
                    <a:pt x="242" y="36575"/>
                    <a:pt x="242" y="54809"/>
                  </a:cubicBezTo>
                  <a:cubicBezTo>
                    <a:pt x="242" y="85494"/>
                    <a:pt x="16429" y="104617"/>
                    <a:pt x="42283" y="104617"/>
                  </a:cubicBezTo>
                  <a:cubicBezTo>
                    <a:pt x="63641" y="104617"/>
                    <a:pt x="80502" y="91498"/>
                    <a:pt x="89945" y="67483"/>
                  </a:cubicBezTo>
                  <a:lnTo>
                    <a:pt x="86348" y="65926"/>
                  </a:lnTo>
                  <a:close/>
                  <a:moveTo>
                    <a:pt x="16879" y="33685"/>
                  </a:moveTo>
                  <a:cubicBezTo>
                    <a:pt x="19352" y="16341"/>
                    <a:pt x="26996" y="8114"/>
                    <a:pt x="40710" y="8114"/>
                  </a:cubicBezTo>
                  <a:cubicBezTo>
                    <a:pt x="54424" y="8114"/>
                    <a:pt x="59819" y="14340"/>
                    <a:pt x="62742" y="33685"/>
                  </a:cubicBezTo>
                  <a:lnTo>
                    <a:pt x="16879" y="33685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801A1E4-47F1-E72E-0690-7B84F2C0930C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>
              <a:off x="10058964" y="5731029"/>
              <a:ext cx="74190" cy="102284"/>
            </a:xfrm>
            <a:custGeom>
              <a:avLst/>
              <a:gdLst>
                <a:gd name="connsiteX0" fmla="*/ 695 w 74190"/>
                <a:gd name="connsiteY0" fmla="*/ 15674 h 102284"/>
                <a:gd name="connsiteX1" fmla="*/ 8564 w 74190"/>
                <a:gd name="connsiteY1" fmla="*/ 14784 h 102284"/>
                <a:gd name="connsiteX2" fmla="*/ 16208 w 74190"/>
                <a:gd name="connsiteY2" fmla="*/ 28126 h 102284"/>
                <a:gd name="connsiteX3" fmla="*/ 16208 w 74190"/>
                <a:gd name="connsiteY3" fmla="*/ 83715 h 102284"/>
                <a:gd name="connsiteX4" fmla="*/ 246 w 74190"/>
                <a:gd name="connsiteY4" fmla="*/ 99058 h 102284"/>
                <a:gd name="connsiteX5" fmla="*/ 246 w 74190"/>
                <a:gd name="connsiteY5" fmla="*/ 102393 h 102284"/>
                <a:gd name="connsiteX6" fmla="*/ 54202 w 74190"/>
                <a:gd name="connsiteY6" fmla="*/ 102393 h 102284"/>
                <a:gd name="connsiteX7" fmla="*/ 54202 w 74190"/>
                <a:gd name="connsiteY7" fmla="*/ 99058 h 102284"/>
                <a:gd name="connsiteX8" fmla="*/ 35092 w 74190"/>
                <a:gd name="connsiteY8" fmla="*/ 82381 h 102284"/>
                <a:gd name="connsiteX9" fmla="*/ 35092 w 74190"/>
                <a:gd name="connsiteY9" fmla="*/ 32351 h 102284"/>
                <a:gd name="connsiteX10" fmla="*/ 50830 w 74190"/>
                <a:gd name="connsiteY10" fmla="*/ 14117 h 102284"/>
                <a:gd name="connsiteX11" fmla="*/ 56675 w 74190"/>
                <a:gd name="connsiteY11" fmla="*/ 17453 h 102284"/>
                <a:gd name="connsiteX12" fmla="*/ 65668 w 74190"/>
                <a:gd name="connsiteY12" fmla="*/ 21900 h 102284"/>
                <a:gd name="connsiteX13" fmla="*/ 74436 w 74190"/>
                <a:gd name="connsiteY13" fmla="*/ 11894 h 102284"/>
                <a:gd name="connsiteX14" fmla="*/ 62071 w 74190"/>
                <a:gd name="connsiteY14" fmla="*/ 109 h 102284"/>
                <a:gd name="connsiteX15" fmla="*/ 35092 w 74190"/>
                <a:gd name="connsiteY15" fmla="*/ 21010 h 102284"/>
                <a:gd name="connsiteX16" fmla="*/ 35092 w 74190"/>
                <a:gd name="connsiteY16" fmla="*/ 554 h 102284"/>
                <a:gd name="connsiteX17" fmla="*/ 33968 w 74190"/>
                <a:gd name="connsiteY17" fmla="*/ 109 h 102284"/>
                <a:gd name="connsiteX18" fmla="*/ 695 w 74190"/>
                <a:gd name="connsiteY18" fmla="*/ 12116 h 102284"/>
                <a:gd name="connsiteX19" fmla="*/ 695 w 74190"/>
                <a:gd name="connsiteY19" fmla="*/ 15674 h 1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90" h="102284">
                  <a:moveTo>
                    <a:pt x="695" y="15674"/>
                  </a:moveTo>
                  <a:cubicBezTo>
                    <a:pt x="3843" y="15007"/>
                    <a:pt x="5866" y="14784"/>
                    <a:pt x="8564" y="14784"/>
                  </a:cubicBezTo>
                  <a:cubicBezTo>
                    <a:pt x="14184" y="14784"/>
                    <a:pt x="16208" y="18342"/>
                    <a:pt x="16208" y="28126"/>
                  </a:cubicBezTo>
                  <a:lnTo>
                    <a:pt x="16208" y="83715"/>
                  </a:lnTo>
                  <a:cubicBezTo>
                    <a:pt x="16208" y="94833"/>
                    <a:pt x="14634" y="96389"/>
                    <a:pt x="246" y="99058"/>
                  </a:cubicBezTo>
                  <a:lnTo>
                    <a:pt x="246" y="102393"/>
                  </a:lnTo>
                  <a:lnTo>
                    <a:pt x="54202" y="102393"/>
                  </a:lnTo>
                  <a:lnTo>
                    <a:pt x="54202" y="99058"/>
                  </a:lnTo>
                  <a:cubicBezTo>
                    <a:pt x="38914" y="98391"/>
                    <a:pt x="35092" y="95055"/>
                    <a:pt x="35092" y="82381"/>
                  </a:cubicBezTo>
                  <a:lnTo>
                    <a:pt x="35092" y="32351"/>
                  </a:lnTo>
                  <a:cubicBezTo>
                    <a:pt x="35092" y="25235"/>
                    <a:pt x="44760" y="14117"/>
                    <a:pt x="50830" y="14117"/>
                  </a:cubicBezTo>
                  <a:cubicBezTo>
                    <a:pt x="52179" y="14117"/>
                    <a:pt x="54202" y="15229"/>
                    <a:pt x="56675" y="17453"/>
                  </a:cubicBezTo>
                  <a:cubicBezTo>
                    <a:pt x="60272" y="20566"/>
                    <a:pt x="62745" y="21900"/>
                    <a:pt x="65668" y="21900"/>
                  </a:cubicBezTo>
                  <a:cubicBezTo>
                    <a:pt x="71063" y="21900"/>
                    <a:pt x="74436" y="18120"/>
                    <a:pt x="74436" y="11894"/>
                  </a:cubicBezTo>
                  <a:cubicBezTo>
                    <a:pt x="74436" y="4556"/>
                    <a:pt x="69714" y="109"/>
                    <a:pt x="62071" y="109"/>
                  </a:cubicBezTo>
                  <a:cubicBezTo>
                    <a:pt x="52628" y="109"/>
                    <a:pt x="46109" y="5223"/>
                    <a:pt x="35092" y="21010"/>
                  </a:cubicBezTo>
                  <a:lnTo>
                    <a:pt x="35092" y="554"/>
                  </a:lnTo>
                  <a:lnTo>
                    <a:pt x="33968" y="109"/>
                  </a:lnTo>
                  <a:cubicBezTo>
                    <a:pt x="22053" y="5001"/>
                    <a:pt x="13960" y="7891"/>
                    <a:pt x="695" y="12116"/>
                  </a:cubicBezTo>
                  <a:lnTo>
                    <a:pt x="695" y="15674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8BF580FB-8C45-8C4A-11BC-1644B68F1B7E}"/>
                </a:ext>
              </a:extLst>
            </p:cNvPr>
            <p:cNvSpPr/>
            <p:nvPr>
              <p:custDataLst>
                <p:tags r:id="rId188"/>
              </p:custDataLst>
            </p:nvPr>
          </p:nvSpPr>
          <p:spPr>
            <a:xfrm>
              <a:off x="10141302" y="5731029"/>
              <a:ext cx="91051" cy="104507"/>
            </a:xfrm>
            <a:custGeom>
              <a:avLst/>
              <a:gdLst>
                <a:gd name="connsiteX0" fmla="*/ 91299 w 91051"/>
                <a:gd name="connsiteY0" fmla="*/ 87717 h 104507"/>
                <a:gd name="connsiteX1" fmla="*/ 81407 w 91051"/>
                <a:gd name="connsiteY1" fmla="*/ 91942 h 104507"/>
                <a:gd name="connsiteX2" fmla="*/ 74663 w 91051"/>
                <a:gd name="connsiteY2" fmla="*/ 79046 h 104507"/>
                <a:gd name="connsiteX3" fmla="*/ 74663 w 91051"/>
                <a:gd name="connsiteY3" fmla="*/ 35686 h 104507"/>
                <a:gd name="connsiteX4" fmla="*/ 70167 w 91051"/>
                <a:gd name="connsiteY4" fmla="*/ 12338 h 104507"/>
                <a:gd name="connsiteX5" fmla="*/ 42289 w 91051"/>
                <a:gd name="connsiteY5" fmla="*/ 109 h 104507"/>
                <a:gd name="connsiteX6" fmla="*/ 4520 w 91051"/>
                <a:gd name="connsiteY6" fmla="*/ 25013 h 104507"/>
                <a:gd name="connsiteX7" fmla="*/ 14187 w 91051"/>
                <a:gd name="connsiteY7" fmla="*/ 34574 h 104507"/>
                <a:gd name="connsiteX8" fmla="*/ 24304 w 91051"/>
                <a:gd name="connsiteY8" fmla="*/ 25235 h 104507"/>
                <a:gd name="connsiteX9" fmla="*/ 23854 w 91051"/>
                <a:gd name="connsiteY9" fmla="*/ 21677 h 104507"/>
                <a:gd name="connsiteX10" fmla="*/ 23180 w 91051"/>
                <a:gd name="connsiteY10" fmla="*/ 16341 h 104507"/>
                <a:gd name="connsiteX11" fmla="*/ 39366 w 91051"/>
                <a:gd name="connsiteY11" fmla="*/ 5445 h 104507"/>
                <a:gd name="connsiteX12" fmla="*/ 56453 w 91051"/>
                <a:gd name="connsiteY12" fmla="*/ 23901 h 104507"/>
                <a:gd name="connsiteX13" fmla="*/ 56453 w 91051"/>
                <a:gd name="connsiteY13" fmla="*/ 37465 h 104507"/>
                <a:gd name="connsiteX14" fmla="*/ 8342 w 91051"/>
                <a:gd name="connsiteY14" fmla="*/ 61479 h 104507"/>
                <a:gd name="connsiteX15" fmla="*/ 248 w 91051"/>
                <a:gd name="connsiteY15" fmla="*/ 80824 h 104507"/>
                <a:gd name="connsiteX16" fmla="*/ 23854 w 91051"/>
                <a:gd name="connsiteY16" fmla="*/ 104617 h 104507"/>
                <a:gd name="connsiteX17" fmla="*/ 56677 w 91051"/>
                <a:gd name="connsiteY17" fmla="*/ 88385 h 104507"/>
                <a:gd name="connsiteX18" fmla="*/ 71066 w 91051"/>
                <a:gd name="connsiteY18" fmla="*/ 104617 h 104507"/>
                <a:gd name="connsiteX19" fmla="*/ 91299 w 91051"/>
                <a:gd name="connsiteY19" fmla="*/ 93499 h 104507"/>
                <a:gd name="connsiteX20" fmla="*/ 91299 w 91051"/>
                <a:gd name="connsiteY20" fmla="*/ 87717 h 104507"/>
                <a:gd name="connsiteX21" fmla="*/ 56453 w 91051"/>
                <a:gd name="connsiteY21" fmla="*/ 75043 h 104507"/>
                <a:gd name="connsiteX22" fmla="*/ 50607 w 91051"/>
                <a:gd name="connsiteY22" fmla="*/ 86606 h 104507"/>
                <a:gd name="connsiteX23" fmla="*/ 34196 w 91051"/>
                <a:gd name="connsiteY23" fmla="*/ 91720 h 104507"/>
                <a:gd name="connsiteX24" fmla="*/ 20032 w 91051"/>
                <a:gd name="connsiteY24" fmla="*/ 74598 h 104507"/>
                <a:gd name="connsiteX25" fmla="*/ 20032 w 91051"/>
                <a:gd name="connsiteY25" fmla="*/ 73709 h 104507"/>
                <a:gd name="connsiteX26" fmla="*/ 56453 w 91051"/>
                <a:gd name="connsiteY26" fmla="*/ 42801 h 104507"/>
                <a:gd name="connsiteX27" fmla="*/ 56453 w 91051"/>
                <a:gd name="connsiteY27" fmla="*/ 75043 h 10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1051" h="104507">
                  <a:moveTo>
                    <a:pt x="91299" y="87717"/>
                  </a:moveTo>
                  <a:cubicBezTo>
                    <a:pt x="87478" y="90830"/>
                    <a:pt x="84780" y="91942"/>
                    <a:pt x="81407" y="91942"/>
                  </a:cubicBezTo>
                  <a:cubicBezTo>
                    <a:pt x="76237" y="91942"/>
                    <a:pt x="74663" y="88829"/>
                    <a:pt x="74663" y="79046"/>
                  </a:cubicBezTo>
                  <a:lnTo>
                    <a:pt x="74663" y="35686"/>
                  </a:lnTo>
                  <a:cubicBezTo>
                    <a:pt x="74663" y="24123"/>
                    <a:pt x="73539" y="17675"/>
                    <a:pt x="70167" y="12338"/>
                  </a:cubicBezTo>
                  <a:cubicBezTo>
                    <a:pt x="65221" y="4334"/>
                    <a:pt x="55553" y="109"/>
                    <a:pt x="42289" y="109"/>
                  </a:cubicBezTo>
                  <a:cubicBezTo>
                    <a:pt x="21156" y="109"/>
                    <a:pt x="4520" y="11004"/>
                    <a:pt x="4520" y="25013"/>
                  </a:cubicBezTo>
                  <a:cubicBezTo>
                    <a:pt x="4520" y="30127"/>
                    <a:pt x="9016" y="34574"/>
                    <a:pt x="14187" y="34574"/>
                  </a:cubicBezTo>
                  <a:cubicBezTo>
                    <a:pt x="19582" y="34574"/>
                    <a:pt x="24304" y="30127"/>
                    <a:pt x="24304" y="25235"/>
                  </a:cubicBezTo>
                  <a:cubicBezTo>
                    <a:pt x="24304" y="24346"/>
                    <a:pt x="24079" y="23234"/>
                    <a:pt x="23854" y="21677"/>
                  </a:cubicBezTo>
                  <a:cubicBezTo>
                    <a:pt x="23404" y="19676"/>
                    <a:pt x="23180" y="17897"/>
                    <a:pt x="23180" y="16341"/>
                  </a:cubicBezTo>
                  <a:cubicBezTo>
                    <a:pt x="23180" y="10337"/>
                    <a:pt x="30374" y="5445"/>
                    <a:pt x="39366" y="5445"/>
                  </a:cubicBezTo>
                  <a:cubicBezTo>
                    <a:pt x="50383" y="5445"/>
                    <a:pt x="56453" y="11894"/>
                    <a:pt x="56453" y="23901"/>
                  </a:cubicBezTo>
                  <a:lnTo>
                    <a:pt x="56453" y="37465"/>
                  </a:lnTo>
                  <a:cubicBezTo>
                    <a:pt x="21831" y="51251"/>
                    <a:pt x="18009" y="53030"/>
                    <a:pt x="8342" y="61479"/>
                  </a:cubicBezTo>
                  <a:cubicBezTo>
                    <a:pt x="3396" y="65926"/>
                    <a:pt x="248" y="73487"/>
                    <a:pt x="248" y="80824"/>
                  </a:cubicBezTo>
                  <a:cubicBezTo>
                    <a:pt x="248" y="94833"/>
                    <a:pt x="10140" y="104617"/>
                    <a:pt x="23854" y="104617"/>
                  </a:cubicBezTo>
                  <a:cubicBezTo>
                    <a:pt x="33746" y="104617"/>
                    <a:pt x="42964" y="99947"/>
                    <a:pt x="56677" y="88385"/>
                  </a:cubicBezTo>
                  <a:cubicBezTo>
                    <a:pt x="57802" y="99947"/>
                    <a:pt x="61848" y="104617"/>
                    <a:pt x="71066" y="104617"/>
                  </a:cubicBezTo>
                  <a:cubicBezTo>
                    <a:pt x="78710" y="104617"/>
                    <a:pt x="83431" y="101948"/>
                    <a:pt x="91299" y="93499"/>
                  </a:cubicBezTo>
                  <a:lnTo>
                    <a:pt x="91299" y="87717"/>
                  </a:lnTo>
                  <a:close/>
                  <a:moveTo>
                    <a:pt x="56453" y="75043"/>
                  </a:moveTo>
                  <a:cubicBezTo>
                    <a:pt x="56453" y="81936"/>
                    <a:pt x="55329" y="83937"/>
                    <a:pt x="50607" y="86606"/>
                  </a:cubicBezTo>
                  <a:cubicBezTo>
                    <a:pt x="45212" y="89719"/>
                    <a:pt x="38917" y="91720"/>
                    <a:pt x="34196" y="91720"/>
                  </a:cubicBezTo>
                  <a:cubicBezTo>
                    <a:pt x="26327" y="91720"/>
                    <a:pt x="20032" y="84160"/>
                    <a:pt x="20032" y="74598"/>
                  </a:cubicBezTo>
                  <a:lnTo>
                    <a:pt x="20032" y="73709"/>
                  </a:lnTo>
                  <a:cubicBezTo>
                    <a:pt x="20032" y="60590"/>
                    <a:pt x="29250" y="52585"/>
                    <a:pt x="56453" y="42801"/>
                  </a:cubicBezTo>
                  <a:lnTo>
                    <a:pt x="56453" y="75043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4724DAE2-6C58-F9A5-05D8-8791DE901BD7}"/>
                </a:ext>
              </a:extLst>
            </p:cNvPr>
            <p:cNvSpPr/>
            <p:nvPr>
              <p:custDataLst>
                <p:tags r:id="rId189"/>
              </p:custDataLst>
            </p:nvPr>
          </p:nvSpPr>
          <p:spPr>
            <a:xfrm>
              <a:off x="10239471" y="5731029"/>
              <a:ext cx="99369" cy="150758"/>
            </a:xfrm>
            <a:custGeom>
              <a:avLst/>
              <a:gdLst>
                <a:gd name="connsiteX0" fmla="*/ 99621 w 99369"/>
                <a:gd name="connsiteY0" fmla="*/ 16118 h 150758"/>
                <a:gd name="connsiteX1" fmla="*/ 99621 w 99369"/>
                <a:gd name="connsiteY1" fmla="*/ 7447 h 150758"/>
                <a:gd name="connsiteX2" fmla="*/ 82310 w 99369"/>
                <a:gd name="connsiteY2" fmla="*/ 7447 h 150758"/>
                <a:gd name="connsiteX3" fmla="*/ 69945 w 99369"/>
                <a:gd name="connsiteY3" fmla="*/ 5223 h 150758"/>
                <a:gd name="connsiteX4" fmla="*/ 64999 w 99369"/>
                <a:gd name="connsiteY4" fmla="*/ 3444 h 150758"/>
                <a:gd name="connsiteX5" fmla="*/ 47014 w 99369"/>
                <a:gd name="connsiteY5" fmla="*/ 109 h 150758"/>
                <a:gd name="connsiteX6" fmla="*/ 9469 w 99369"/>
                <a:gd name="connsiteY6" fmla="*/ 36353 h 150758"/>
                <a:gd name="connsiteX7" fmla="*/ 30377 w 99369"/>
                <a:gd name="connsiteY7" fmla="*/ 66149 h 150758"/>
                <a:gd name="connsiteX8" fmla="*/ 20710 w 99369"/>
                <a:gd name="connsiteY8" fmla="*/ 75043 h 150758"/>
                <a:gd name="connsiteX9" fmla="*/ 10368 w 99369"/>
                <a:gd name="connsiteY9" fmla="*/ 90386 h 150758"/>
                <a:gd name="connsiteX10" fmla="*/ 22283 w 99369"/>
                <a:gd name="connsiteY10" fmla="*/ 102171 h 150758"/>
                <a:gd name="connsiteX11" fmla="*/ 251 w 99369"/>
                <a:gd name="connsiteY11" fmla="*/ 129298 h 150758"/>
                <a:gd name="connsiteX12" fmla="*/ 39145 w 99369"/>
                <a:gd name="connsiteY12" fmla="*/ 150867 h 150758"/>
                <a:gd name="connsiteX13" fmla="*/ 85233 w 99369"/>
                <a:gd name="connsiteY13" fmla="*/ 135747 h 150758"/>
                <a:gd name="connsiteX14" fmla="*/ 97598 w 99369"/>
                <a:gd name="connsiteY14" fmla="*/ 113288 h 150758"/>
                <a:gd name="connsiteX15" fmla="*/ 70395 w 99369"/>
                <a:gd name="connsiteY15" fmla="*/ 89496 h 150758"/>
                <a:gd name="connsiteX16" fmla="*/ 41393 w 99369"/>
                <a:gd name="connsiteY16" fmla="*/ 88162 h 150758"/>
                <a:gd name="connsiteX17" fmla="*/ 23857 w 99369"/>
                <a:gd name="connsiteY17" fmla="*/ 82159 h 150758"/>
                <a:gd name="connsiteX18" fmla="*/ 37346 w 99369"/>
                <a:gd name="connsiteY18" fmla="*/ 68150 h 150758"/>
                <a:gd name="connsiteX19" fmla="*/ 41618 w 99369"/>
                <a:gd name="connsiteY19" fmla="*/ 68595 h 150758"/>
                <a:gd name="connsiteX20" fmla="*/ 50161 w 99369"/>
                <a:gd name="connsiteY20" fmla="*/ 69262 h 150758"/>
                <a:gd name="connsiteX21" fmla="*/ 74441 w 99369"/>
                <a:gd name="connsiteY21" fmla="*/ 59923 h 150758"/>
                <a:gd name="connsiteX22" fmla="*/ 85233 w 99369"/>
                <a:gd name="connsiteY22" fmla="*/ 34796 h 150758"/>
                <a:gd name="connsiteX23" fmla="*/ 80961 w 99369"/>
                <a:gd name="connsiteY23" fmla="*/ 16118 h 150758"/>
                <a:gd name="connsiteX24" fmla="*/ 99621 w 99369"/>
                <a:gd name="connsiteY24" fmla="*/ 16118 h 150758"/>
                <a:gd name="connsiteX25" fmla="*/ 27005 w 99369"/>
                <a:gd name="connsiteY25" fmla="*/ 102838 h 150758"/>
                <a:gd name="connsiteX26" fmla="*/ 63425 w 99369"/>
                <a:gd name="connsiteY26" fmla="*/ 105728 h 150758"/>
                <a:gd name="connsiteX27" fmla="*/ 91303 w 99369"/>
                <a:gd name="connsiteY27" fmla="*/ 116624 h 150758"/>
                <a:gd name="connsiteX28" fmla="*/ 48812 w 99369"/>
                <a:gd name="connsiteY28" fmla="*/ 138193 h 150758"/>
                <a:gd name="connsiteX29" fmla="*/ 15989 w 99369"/>
                <a:gd name="connsiteY29" fmla="*/ 121960 h 150758"/>
                <a:gd name="connsiteX30" fmla="*/ 27005 w 99369"/>
                <a:gd name="connsiteY30" fmla="*/ 102838 h 150758"/>
                <a:gd name="connsiteX31" fmla="*/ 28129 w 99369"/>
                <a:gd name="connsiteY31" fmla="*/ 27236 h 150758"/>
                <a:gd name="connsiteX32" fmla="*/ 44765 w 99369"/>
                <a:gd name="connsiteY32" fmla="*/ 6335 h 150758"/>
                <a:gd name="connsiteX33" fmla="*/ 61177 w 99369"/>
                <a:gd name="connsiteY33" fmla="*/ 16786 h 150758"/>
                <a:gd name="connsiteX34" fmla="*/ 67922 w 99369"/>
                <a:gd name="connsiteY34" fmla="*/ 43468 h 150758"/>
                <a:gd name="connsiteX35" fmla="*/ 51060 w 99369"/>
                <a:gd name="connsiteY35" fmla="*/ 63703 h 150758"/>
                <a:gd name="connsiteX36" fmla="*/ 28129 w 99369"/>
                <a:gd name="connsiteY36" fmla="*/ 27903 h 150758"/>
                <a:gd name="connsiteX37" fmla="*/ 28129 w 99369"/>
                <a:gd name="connsiteY37" fmla="*/ 27236 h 150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99369" h="150758">
                  <a:moveTo>
                    <a:pt x="99621" y="16118"/>
                  </a:moveTo>
                  <a:lnTo>
                    <a:pt x="99621" y="7447"/>
                  </a:lnTo>
                  <a:lnTo>
                    <a:pt x="82310" y="7447"/>
                  </a:lnTo>
                  <a:cubicBezTo>
                    <a:pt x="77814" y="7447"/>
                    <a:pt x="74441" y="6779"/>
                    <a:pt x="69945" y="5223"/>
                  </a:cubicBezTo>
                  <a:lnTo>
                    <a:pt x="64999" y="3444"/>
                  </a:lnTo>
                  <a:cubicBezTo>
                    <a:pt x="58929" y="1221"/>
                    <a:pt x="52859" y="109"/>
                    <a:pt x="47014" y="109"/>
                  </a:cubicBezTo>
                  <a:cubicBezTo>
                    <a:pt x="26105" y="109"/>
                    <a:pt x="9469" y="16118"/>
                    <a:pt x="9469" y="36353"/>
                  </a:cubicBezTo>
                  <a:cubicBezTo>
                    <a:pt x="9469" y="50361"/>
                    <a:pt x="15539" y="58811"/>
                    <a:pt x="30377" y="66149"/>
                  </a:cubicBezTo>
                  <a:cubicBezTo>
                    <a:pt x="26105" y="70151"/>
                    <a:pt x="22059" y="73931"/>
                    <a:pt x="20710" y="75043"/>
                  </a:cubicBezTo>
                  <a:cubicBezTo>
                    <a:pt x="13291" y="81491"/>
                    <a:pt x="10368" y="85939"/>
                    <a:pt x="10368" y="90386"/>
                  </a:cubicBezTo>
                  <a:cubicBezTo>
                    <a:pt x="10368" y="95055"/>
                    <a:pt x="13066" y="97724"/>
                    <a:pt x="22283" y="102171"/>
                  </a:cubicBezTo>
                  <a:cubicBezTo>
                    <a:pt x="6321" y="113733"/>
                    <a:pt x="251" y="121071"/>
                    <a:pt x="251" y="129298"/>
                  </a:cubicBezTo>
                  <a:cubicBezTo>
                    <a:pt x="251" y="141083"/>
                    <a:pt x="17787" y="150867"/>
                    <a:pt x="39145" y="150867"/>
                  </a:cubicBezTo>
                  <a:cubicBezTo>
                    <a:pt x="56006" y="150867"/>
                    <a:pt x="73542" y="145086"/>
                    <a:pt x="85233" y="135747"/>
                  </a:cubicBezTo>
                  <a:cubicBezTo>
                    <a:pt x="93776" y="128853"/>
                    <a:pt x="97598" y="121738"/>
                    <a:pt x="97598" y="113288"/>
                  </a:cubicBezTo>
                  <a:cubicBezTo>
                    <a:pt x="97598" y="99502"/>
                    <a:pt x="87031" y="90163"/>
                    <a:pt x="70395" y="89496"/>
                  </a:cubicBezTo>
                  <a:lnTo>
                    <a:pt x="41393" y="88162"/>
                  </a:lnTo>
                  <a:cubicBezTo>
                    <a:pt x="29478" y="87717"/>
                    <a:pt x="23857" y="85716"/>
                    <a:pt x="23857" y="82159"/>
                  </a:cubicBezTo>
                  <a:cubicBezTo>
                    <a:pt x="23857" y="77711"/>
                    <a:pt x="31276" y="69929"/>
                    <a:pt x="37346" y="68150"/>
                  </a:cubicBezTo>
                  <a:cubicBezTo>
                    <a:pt x="39370" y="68372"/>
                    <a:pt x="40943" y="68595"/>
                    <a:pt x="41618" y="68595"/>
                  </a:cubicBezTo>
                  <a:cubicBezTo>
                    <a:pt x="45889" y="69039"/>
                    <a:pt x="48812" y="69262"/>
                    <a:pt x="50161" y="69262"/>
                  </a:cubicBezTo>
                  <a:cubicBezTo>
                    <a:pt x="58479" y="69262"/>
                    <a:pt x="67472" y="65926"/>
                    <a:pt x="74441" y="59923"/>
                  </a:cubicBezTo>
                  <a:cubicBezTo>
                    <a:pt x="81860" y="53697"/>
                    <a:pt x="85233" y="45914"/>
                    <a:pt x="85233" y="34796"/>
                  </a:cubicBezTo>
                  <a:cubicBezTo>
                    <a:pt x="85233" y="28348"/>
                    <a:pt x="84109" y="23234"/>
                    <a:pt x="80961" y="16118"/>
                  </a:cubicBezTo>
                  <a:lnTo>
                    <a:pt x="99621" y="16118"/>
                  </a:lnTo>
                  <a:close/>
                  <a:moveTo>
                    <a:pt x="27005" y="102838"/>
                  </a:moveTo>
                  <a:cubicBezTo>
                    <a:pt x="34424" y="104394"/>
                    <a:pt x="52409" y="105728"/>
                    <a:pt x="63425" y="105728"/>
                  </a:cubicBezTo>
                  <a:cubicBezTo>
                    <a:pt x="83884" y="105728"/>
                    <a:pt x="91303" y="108619"/>
                    <a:pt x="91303" y="116624"/>
                  </a:cubicBezTo>
                  <a:cubicBezTo>
                    <a:pt x="91303" y="129521"/>
                    <a:pt x="74217" y="138193"/>
                    <a:pt x="48812" y="138193"/>
                  </a:cubicBezTo>
                  <a:cubicBezTo>
                    <a:pt x="29028" y="138193"/>
                    <a:pt x="15989" y="131744"/>
                    <a:pt x="15989" y="121960"/>
                  </a:cubicBezTo>
                  <a:cubicBezTo>
                    <a:pt x="15989" y="116846"/>
                    <a:pt x="17562" y="113956"/>
                    <a:pt x="27005" y="102838"/>
                  </a:cubicBezTo>
                  <a:close/>
                  <a:moveTo>
                    <a:pt x="28129" y="27236"/>
                  </a:moveTo>
                  <a:cubicBezTo>
                    <a:pt x="28129" y="14117"/>
                    <a:pt x="34424" y="6335"/>
                    <a:pt x="44765" y="6335"/>
                  </a:cubicBezTo>
                  <a:cubicBezTo>
                    <a:pt x="51735" y="6335"/>
                    <a:pt x="57580" y="10115"/>
                    <a:pt x="61177" y="16786"/>
                  </a:cubicBezTo>
                  <a:cubicBezTo>
                    <a:pt x="65224" y="24568"/>
                    <a:pt x="67922" y="34796"/>
                    <a:pt x="67922" y="43468"/>
                  </a:cubicBezTo>
                  <a:cubicBezTo>
                    <a:pt x="67922" y="55920"/>
                    <a:pt x="61402" y="63703"/>
                    <a:pt x="51060" y="63703"/>
                  </a:cubicBezTo>
                  <a:cubicBezTo>
                    <a:pt x="37571" y="63703"/>
                    <a:pt x="28129" y="49250"/>
                    <a:pt x="28129" y="27903"/>
                  </a:cubicBezTo>
                  <a:lnTo>
                    <a:pt x="28129" y="27236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2A2F83B-77A0-95DB-B912-ADC86560CD78}"/>
                </a:ext>
              </a:extLst>
            </p:cNvPr>
            <p:cNvSpPr/>
            <p:nvPr>
              <p:custDataLst>
                <p:tags r:id="rId190"/>
              </p:custDataLst>
            </p:nvPr>
          </p:nvSpPr>
          <p:spPr>
            <a:xfrm>
              <a:off x="10351627" y="5731029"/>
              <a:ext cx="89702" cy="104507"/>
            </a:xfrm>
            <a:custGeom>
              <a:avLst/>
              <a:gdLst>
                <a:gd name="connsiteX0" fmla="*/ 86360 w 89702"/>
                <a:gd name="connsiteY0" fmla="*/ 65926 h 104507"/>
                <a:gd name="connsiteX1" fmla="*/ 51514 w 89702"/>
                <a:gd name="connsiteY1" fmla="*/ 89274 h 104507"/>
                <a:gd name="connsiteX2" fmla="*/ 22512 w 89702"/>
                <a:gd name="connsiteY2" fmla="*/ 70151 h 104507"/>
                <a:gd name="connsiteX3" fmla="*/ 16442 w 89702"/>
                <a:gd name="connsiteY3" fmla="*/ 40800 h 104507"/>
                <a:gd name="connsiteX4" fmla="*/ 85686 w 89702"/>
                <a:gd name="connsiteY4" fmla="*/ 40800 h 104507"/>
                <a:gd name="connsiteX5" fmla="*/ 76019 w 89702"/>
                <a:gd name="connsiteY5" fmla="*/ 12783 h 104507"/>
                <a:gd name="connsiteX6" fmla="*/ 47242 w 89702"/>
                <a:gd name="connsiteY6" fmla="*/ 109 h 104507"/>
                <a:gd name="connsiteX7" fmla="*/ 16892 w 89702"/>
                <a:gd name="connsiteY7" fmla="*/ 11671 h 104507"/>
                <a:gd name="connsiteX8" fmla="*/ 255 w 89702"/>
                <a:gd name="connsiteY8" fmla="*/ 54809 h 104507"/>
                <a:gd name="connsiteX9" fmla="*/ 42296 w 89702"/>
                <a:gd name="connsiteY9" fmla="*/ 104617 h 104507"/>
                <a:gd name="connsiteX10" fmla="*/ 89958 w 89702"/>
                <a:gd name="connsiteY10" fmla="*/ 67483 h 104507"/>
                <a:gd name="connsiteX11" fmla="*/ 86360 w 89702"/>
                <a:gd name="connsiteY11" fmla="*/ 65926 h 104507"/>
                <a:gd name="connsiteX12" fmla="*/ 16892 w 89702"/>
                <a:gd name="connsiteY12" fmla="*/ 33685 h 104507"/>
                <a:gd name="connsiteX13" fmla="*/ 40722 w 89702"/>
                <a:gd name="connsiteY13" fmla="*/ 8114 h 104507"/>
                <a:gd name="connsiteX14" fmla="*/ 62755 w 89702"/>
                <a:gd name="connsiteY14" fmla="*/ 33685 h 104507"/>
                <a:gd name="connsiteX15" fmla="*/ 16892 w 89702"/>
                <a:gd name="connsiteY15" fmla="*/ 33685 h 10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702" h="104507">
                  <a:moveTo>
                    <a:pt x="86360" y="65926"/>
                  </a:moveTo>
                  <a:cubicBezTo>
                    <a:pt x="75569" y="82826"/>
                    <a:pt x="65902" y="89274"/>
                    <a:pt x="51514" y="89274"/>
                  </a:cubicBezTo>
                  <a:cubicBezTo>
                    <a:pt x="38699" y="89274"/>
                    <a:pt x="29032" y="82826"/>
                    <a:pt x="22512" y="70151"/>
                  </a:cubicBezTo>
                  <a:cubicBezTo>
                    <a:pt x="18465" y="61702"/>
                    <a:pt x="16892" y="54364"/>
                    <a:pt x="16442" y="40800"/>
                  </a:cubicBezTo>
                  <a:lnTo>
                    <a:pt x="85686" y="40800"/>
                  </a:lnTo>
                  <a:cubicBezTo>
                    <a:pt x="83887" y="26347"/>
                    <a:pt x="81639" y="19899"/>
                    <a:pt x="76019" y="12783"/>
                  </a:cubicBezTo>
                  <a:cubicBezTo>
                    <a:pt x="69274" y="4778"/>
                    <a:pt x="58933" y="109"/>
                    <a:pt x="47242" y="109"/>
                  </a:cubicBezTo>
                  <a:cubicBezTo>
                    <a:pt x="36001" y="109"/>
                    <a:pt x="25435" y="4111"/>
                    <a:pt x="16892" y="11671"/>
                  </a:cubicBezTo>
                  <a:cubicBezTo>
                    <a:pt x="6325" y="20788"/>
                    <a:pt x="255" y="36575"/>
                    <a:pt x="255" y="54809"/>
                  </a:cubicBezTo>
                  <a:cubicBezTo>
                    <a:pt x="255" y="85494"/>
                    <a:pt x="16442" y="104617"/>
                    <a:pt x="42296" y="104617"/>
                  </a:cubicBezTo>
                  <a:cubicBezTo>
                    <a:pt x="63654" y="104617"/>
                    <a:pt x="80515" y="91498"/>
                    <a:pt x="89958" y="67483"/>
                  </a:cubicBezTo>
                  <a:lnTo>
                    <a:pt x="86360" y="65926"/>
                  </a:lnTo>
                  <a:close/>
                  <a:moveTo>
                    <a:pt x="16892" y="33685"/>
                  </a:moveTo>
                  <a:cubicBezTo>
                    <a:pt x="19365" y="16341"/>
                    <a:pt x="27008" y="8114"/>
                    <a:pt x="40722" y="8114"/>
                  </a:cubicBezTo>
                  <a:cubicBezTo>
                    <a:pt x="54436" y="8114"/>
                    <a:pt x="59832" y="14340"/>
                    <a:pt x="62755" y="33685"/>
                  </a:cubicBezTo>
                  <a:lnTo>
                    <a:pt x="16892" y="33685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FAFC3EF1-47BD-7D8C-F23E-E6C1AF63855F}"/>
                </a:ext>
              </a:extLst>
            </p:cNvPr>
            <p:cNvSpPr/>
            <p:nvPr>
              <p:custDataLst>
                <p:tags r:id="rId191"/>
              </p:custDataLst>
            </p:nvPr>
          </p:nvSpPr>
          <p:spPr>
            <a:xfrm>
              <a:off x="10504638" y="5681443"/>
              <a:ext cx="107463" cy="151869"/>
            </a:xfrm>
            <a:custGeom>
              <a:avLst/>
              <a:gdLst>
                <a:gd name="connsiteX0" fmla="*/ 33533 w 107463"/>
                <a:gd name="connsiteY0" fmla="*/ 75710 h 151869"/>
                <a:gd name="connsiteX1" fmla="*/ 58488 w 107463"/>
                <a:gd name="connsiteY1" fmla="*/ 61702 h 151869"/>
                <a:gd name="connsiteX2" fmla="*/ 75349 w 107463"/>
                <a:gd name="connsiteY2" fmla="*/ 85272 h 151869"/>
                <a:gd name="connsiteX3" fmla="*/ 75349 w 107463"/>
                <a:gd name="connsiteY3" fmla="*/ 129298 h 151869"/>
                <a:gd name="connsiteX4" fmla="*/ 60062 w 107463"/>
                <a:gd name="connsiteY4" fmla="*/ 148643 h 151869"/>
                <a:gd name="connsiteX5" fmla="*/ 60062 w 107463"/>
                <a:gd name="connsiteY5" fmla="*/ 151979 h 151869"/>
                <a:gd name="connsiteX6" fmla="*/ 107723 w 107463"/>
                <a:gd name="connsiteY6" fmla="*/ 151979 h 151869"/>
                <a:gd name="connsiteX7" fmla="*/ 107723 w 107463"/>
                <a:gd name="connsiteY7" fmla="*/ 148643 h 151869"/>
                <a:gd name="connsiteX8" fmla="*/ 94234 w 107463"/>
                <a:gd name="connsiteY8" fmla="*/ 129298 h 151869"/>
                <a:gd name="connsiteX9" fmla="*/ 94234 w 107463"/>
                <a:gd name="connsiteY9" fmla="*/ 85049 h 151869"/>
                <a:gd name="connsiteX10" fmla="*/ 66582 w 107463"/>
                <a:gd name="connsiteY10" fmla="*/ 49694 h 151869"/>
                <a:gd name="connsiteX11" fmla="*/ 33533 w 107463"/>
                <a:gd name="connsiteY11" fmla="*/ 68372 h 151869"/>
                <a:gd name="connsiteX12" fmla="*/ 33533 w 107463"/>
                <a:gd name="connsiteY12" fmla="*/ 776 h 151869"/>
                <a:gd name="connsiteX13" fmla="*/ 32409 w 107463"/>
                <a:gd name="connsiteY13" fmla="*/ 109 h 151869"/>
                <a:gd name="connsiteX14" fmla="*/ 6555 w 107463"/>
                <a:gd name="connsiteY14" fmla="*/ 8114 h 151869"/>
                <a:gd name="connsiteX15" fmla="*/ 485 w 107463"/>
                <a:gd name="connsiteY15" fmla="*/ 9893 h 151869"/>
                <a:gd name="connsiteX16" fmla="*/ 485 w 107463"/>
                <a:gd name="connsiteY16" fmla="*/ 13450 h 151869"/>
                <a:gd name="connsiteX17" fmla="*/ 3183 w 107463"/>
                <a:gd name="connsiteY17" fmla="*/ 13228 h 151869"/>
                <a:gd name="connsiteX18" fmla="*/ 14649 w 107463"/>
                <a:gd name="connsiteY18" fmla="*/ 24568 h 151869"/>
                <a:gd name="connsiteX19" fmla="*/ 14649 w 107463"/>
                <a:gd name="connsiteY19" fmla="*/ 129298 h 151869"/>
                <a:gd name="connsiteX20" fmla="*/ 260 w 107463"/>
                <a:gd name="connsiteY20" fmla="*/ 148643 h 151869"/>
                <a:gd name="connsiteX21" fmla="*/ 260 w 107463"/>
                <a:gd name="connsiteY21" fmla="*/ 151979 h 151869"/>
                <a:gd name="connsiteX22" fmla="*/ 48821 w 107463"/>
                <a:gd name="connsiteY22" fmla="*/ 151979 h 151869"/>
                <a:gd name="connsiteX23" fmla="*/ 48821 w 107463"/>
                <a:gd name="connsiteY23" fmla="*/ 148643 h 151869"/>
                <a:gd name="connsiteX24" fmla="*/ 33533 w 107463"/>
                <a:gd name="connsiteY24" fmla="*/ 129298 h 151869"/>
                <a:gd name="connsiteX25" fmla="*/ 33533 w 107463"/>
                <a:gd name="connsiteY25" fmla="*/ 75710 h 15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7463" h="151869">
                  <a:moveTo>
                    <a:pt x="33533" y="75710"/>
                  </a:moveTo>
                  <a:cubicBezTo>
                    <a:pt x="42976" y="65482"/>
                    <a:pt x="49720" y="61702"/>
                    <a:pt x="58488" y="61702"/>
                  </a:cubicBezTo>
                  <a:cubicBezTo>
                    <a:pt x="69729" y="61702"/>
                    <a:pt x="75349" y="69707"/>
                    <a:pt x="75349" y="85272"/>
                  </a:cubicBezTo>
                  <a:lnTo>
                    <a:pt x="75349" y="129298"/>
                  </a:lnTo>
                  <a:cubicBezTo>
                    <a:pt x="75349" y="144419"/>
                    <a:pt x="73101" y="147309"/>
                    <a:pt x="60062" y="148643"/>
                  </a:cubicBezTo>
                  <a:lnTo>
                    <a:pt x="60062" y="151979"/>
                  </a:lnTo>
                  <a:lnTo>
                    <a:pt x="107723" y="151979"/>
                  </a:lnTo>
                  <a:lnTo>
                    <a:pt x="107723" y="148643"/>
                  </a:lnTo>
                  <a:cubicBezTo>
                    <a:pt x="95583" y="146420"/>
                    <a:pt x="94234" y="144641"/>
                    <a:pt x="94234" y="129298"/>
                  </a:cubicBezTo>
                  <a:lnTo>
                    <a:pt x="94234" y="85049"/>
                  </a:lnTo>
                  <a:cubicBezTo>
                    <a:pt x="94234" y="61702"/>
                    <a:pt x="84792" y="49694"/>
                    <a:pt x="66582" y="49694"/>
                  </a:cubicBezTo>
                  <a:cubicBezTo>
                    <a:pt x="53317" y="49694"/>
                    <a:pt x="43875" y="55031"/>
                    <a:pt x="33533" y="68372"/>
                  </a:cubicBezTo>
                  <a:lnTo>
                    <a:pt x="33533" y="776"/>
                  </a:lnTo>
                  <a:lnTo>
                    <a:pt x="32409" y="109"/>
                  </a:lnTo>
                  <a:cubicBezTo>
                    <a:pt x="24765" y="2777"/>
                    <a:pt x="19145" y="4556"/>
                    <a:pt x="6555" y="8114"/>
                  </a:cubicBezTo>
                  <a:lnTo>
                    <a:pt x="485" y="9893"/>
                  </a:lnTo>
                  <a:lnTo>
                    <a:pt x="485" y="13450"/>
                  </a:lnTo>
                  <a:cubicBezTo>
                    <a:pt x="1384" y="13228"/>
                    <a:pt x="2059" y="13228"/>
                    <a:pt x="3183" y="13228"/>
                  </a:cubicBezTo>
                  <a:cubicBezTo>
                    <a:pt x="12850" y="13228"/>
                    <a:pt x="14649" y="15007"/>
                    <a:pt x="14649" y="24568"/>
                  </a:cubicBezTo>
                  <a:lnTo>
                    <a:pt x="14649" y="129298"/>
                  </a:lnTo>
                  <a:cubicBezTo>
                    <a:pt x="14649" y="144863"/>
                    <a:pt x="13300" y="146864"/>
                    <a:pt x="260" y="148643"/>
                  </a:cubicBezTo>
                  <a:lnTo>
                    <a:pt x="260" y="151979"/>
                  </a:lnTo>
                  <a:lnTo>
                    <a:pt x="48821" y="151979"/>
                  </a:lnTo>
                  <a:lnTo>
                    <a:pt x="48821" y="148643"/>
                  </a:lnTo>
                  <a:cubicBezTo>
                    <a:pt x="35781" y="147309"/>
                    <a:pt x="33533" y="144641"/>
                    <a:pt x="33533" y="129298"/>
                  </a:cubicBezTo>
                  <a:lnTo>
                    <a:pt x="33533" y="7571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B74C6F82-0EFE-D8BB-B387-C070BC70F756}"/>
                </a:ext>
              </a:extLst>
            </p:cNvPr>
            <p:cNvSpPr/>
            <p:nvPr>
              <p:custDataLst>
                <p:tags r:id="rId192"/>
              </p:custDataLst>
            </p:nvPr>
          </p:nvSpPr>
          <p:spPr>
            <a:xfrm>
              <a:off x="10621066" y="5731029"/>
              <a:ext cx="89702" cy="104507"/>
            </a:xfrm>
            <a:custGeom>
              <a:avLst/>
              <a:gdLst>
                <a:gd name="connsiteX0" fmla="*/ 86369 w 89702"/>
                <a:gd name="connsiteY0" fmla="*/ 65926 h 104507"/>
                <a:gd name="connsiteX1" fmla="*/ 51522 w 89702"/>
                <a:gd name="connsiteY1" fmla="*/ 89274 h 104507"/>
                <a:gd name="connsiteX2" fmla="*/ 22521 w 89702"/>
                <a:gd name="connsiteY2" fmla="*/ 70151 h 104507"/>
                <a:gd name="connsiteX3" fmla="*/ 16451 w 89702"/>
                <a:gd name="connsiteY3" fmla="*/ 40800 h 104507"/>
                <a:gd name="connsiteX4" fmla="*/ 85695 w 89702"/>
                <a:gd name="connsiteY4" fmla="*/ 40800 h 104507"/>
                <a:gd name="connsiteX5" fmla="*/ 76028 w 89702"/>
                <a:gd name="connsiteY5" fmla="*/ 12783 h 104507"/>
                <a:gd name="connsiteX6" fmla="*/ 47251 w 89702"/>
                <a:gd name="connsiteY6" fmla="*/ 109 h 104507"/>
                <a:gd name="connsiteX7" fmla="*/ 16900 w 89702"/>
                <a:gd name="connsiteY7" fmla="*/ 11671 h 104507"/>
                <a:gd name="connsiteX8" fmla="*/ 264 w 89702"/>
                <a:gd name="connsiteY8" fmla="*/ 54809 h 104507"/>
                <a:gd name="connsiteX9" fmla="*/ 42305 w 89702"/>
                <a:gd name="connsiteY9" fmla="*/ 104617 h 104507"/>
                <a:gd name="connsiteX10" fmla="*/ 89966 w 89702"/>
                <a:gd name="connsiteY10" fmla="*/ 67483 h 104507"/>
                <a:gd name="connsiteX11" fmla="*/ 86369 w 89702"/>
                <a:gd name="connsiteY11" fmla="*/ 65926 h 104507"/>
                <a:gd name="connsiteX12" fmla="*/ 16900 w 89702"/>
                <a:gd name="connsiteY12" fmla="*/ 33685 h 104507"/>
                <a:gd name="connsiteX13" fmla="*/ 40731 w 89702"/>
                <a:gd name="connsiteY13" fmla="*/ 8114 h 104507"/>
                <a:gd name="connsiteX14" fmla="*/ 62763 w 89702"/>
                <a:gd name="connsiteY14" fmla="*/ 33685 h 104507"/>
                <a:gd name="connsiteX15" fmla="*/ 16900 w 89702"/>
                <a:gd name="connsiteY15" fmla="*/ 33685 h 104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702" h="104507">
                  <a:moveTo>
                    <a:pt x="86369" y="65926"/>
                  </a:moveTo>
                  <a:cubicBezTo>
                    <a:pt x="75578" y="82826"/>
                    <a:pt x="65911" y="89274"/>
                    <a:pt x="51522" y="89274"/>
                  </a:cubicBezTo>
                  <a:cubicBezTo>
                    <a:pt x="38708" y="89274"/>
                    <a:pt x="29041" y="82826"/>
                    <a:pt x="22521" y="70151"/>
                  </a:cubicBezTo>
                  <a:cubicBezTo>
                    <a:pt x="18474" y="61702"/>
                    <a:pt x="16900" y="54364"/>
                    <a:pt x="16451" y="40800"/>
                  </a:cubicBezTo>
                  <a:lnTo>
                    <a:pt x="85695" y="40800"/>
                  </a:lnTo>
                  <a:cubicBezTo>
                    <a:pt x="83896" y="26347"/>
                    <a:pt x="81648" y="19899"/>
                    <a:pt x="76028" y="12783"/>
                  </a:cubicBezTo>
                  <a:cubicBezTo>
                    <a:pt x="69283" y="4778"/>
                    <a:pt x="58941" y="109"/>
                    <a:pt x="47251" y="109"/>
                  </a:cubicBezTo>
                  <a:cubicBezTo>
                    <a:pt x="36010" y="109"/>
                    <a:pt x="25443" y="4111"/>
                    <a:pt x="16900" y="11671"/>
                  </a:cubicBezTo>
                  <a:cubicBezTo>
                    <a:pt x="6334" y="20788"/>
                    <a:pt x="264" y="36575"/>
                    <a:pt x="264" y="54809"/>
                  </a:cubicBezTo>
                  <a:cubicBezTo>
                    <a:pt x="264" y="85494"/>
                    <a:pt x="16451" y="104617"/>
                    <a:pt x="42305" y="104617"/>
                  </a:cubicBezTo>
                  <a:cubicBezTo>
                    <a:pt x="63663" y="104617"/>
                    <a:pt x="80524" y="91498"/>
                    <a:pt x="89966" y="67483"/>
                  </a:cubicBezTo>
                  <a:lnTo>
                    <a:pt x="86369" y="65926"/>
                  </a:lnTo>
                  <a:close/>
                  <a:moveTo>
                    <a:pt x="16900" y="33685"/>
                  </a:moveTo>
                  <a:cubicBezTo>
                    <a:pt x="19373" y="16341"/>
                    <a:pt x="27017" y="8114"/>
                    <a:pt x="40731" y="8114"/>
                  </a:cubicBezTo>
                  <a:cubicBezTo>
                    <a:pt x="54445" y="8114"/>
                    <a:pt x="59841" y="14340"/>
                    <a:pt x="62763" y="33685"/>
                  </a:cubicBezTo>
                  <a:lnTo>
                    <a:pt x="16900" y="33685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EF991B9A-6D3D-A618-52A4-9E3D3D441920}"/>
                </a:ext>
              </a:extLst>
            </p:cNvPr>
            <p:cNvSpPr/>
            <p:nvPr>
              <p:custDataLst>
                <p:tags r:id="rId193"/>
              </p:custDataLst>
            </p:nvPr>
          </p:nvSpPr>
          <p:spPr>
            <a:xfrm>
              <a:off x="10719235" y="5681443"/>
              <a:ext cx="53281" cy="151869"/>
            </a:xfrm>
            <a:custGeom>
              <a:avLst/>
              <a:gdLst>
                <a:gd name="connsiteX0" fmla="*/ 36013 w 53281"/>
                <a:gd name="connsiteY0" fmla="*/ 49694 h 151869"/>
                <a:gd name="connsiteX1" fmla="*/ 1166 w 53281"/>
                <a:gd name="connsiteY1" fmla="*/ 61924 h 151869"/>
                <a:gd name="connsiteX2" fmla="*/ 1166 w 53281"/>
                <a:gd name="connsiteY2" fmla="*/ 65259 h 151869"/>
                <a:gd name="connsiteX3" fmla="*/ 2965 w 53281"/>
                <a:gd name="connsiteY3" fmla="*/ 65037 h 151869"/>
                <a:gd name="connsiteX4" fmla="*/ 10609 w 53281"/>
                <a:gd name="connsiteY4" fmla="*/ 64370 h 151869"/>
                <a:gd name="connsiteX5" fmla="*/ 18028 w 53281"/>
                <a:gd name="connsiteY5" fmla="*/ 77711 h 151869"/>
                <a:gd name="connsiteX6" fmla="*/ 18028 w 53281"/>
                <a:gd name="connsiteY6" fmla="*/ 129298 h 151869"/>
                <a:gd name="connsiteX7" fmla="*/ 267 w 53281"/>
                <a:gd name="connsiteY7" fmla="*/ 148643 h 151869"/>
                <a:gd name="connsiteX8" fmla="*/ 267 w 53281"/>
                <a:gd name="connsiteY8" fmla="*/ 151979 h 151869"/>
                <a:gd name="connsiteX9" fmla="*/ 53549 w 53281"/>
                <a:gd name="connsiteY9" fmla="*/ 151979 h 151869"/>
                <a:gd name="connsiteX10" fmla="*/ 53549 w 53281"/>
                <a:gd name="connsiteY10" fmla="*/ 148643 h 151869"/>
                <a:gd name="connsiteX11" fmla="*/ 36912 w 53281"/>
                <a:gd name="connsiteY11" fmla="*/ 129298 h 151869"/>
                <a:gd name="connsiteX12" fmla="*/ 36912 w 53281"/>
                <a:gd name="connsiteY12" fmla="*/ 50361 h 151869"/>
                <a:gd name="connsiteX13" fmla="*/ 36013 w 53281"/>
                <a:gd name="connsiteY13" fmla="*/ 49694 h 151869"/>
                <a:gd name="connsiteX14" fmla="*/ 25447 w 53281"/>
                <a:gd name="connsiteY14" fmla="*/ 109 h 151869"/>
                <a:gd name="connsiteX15" fmla="*/ 14206 w 53281"/>
                <a:gd name="connsiteY15" fmla="*/ 11449 h 151869"/>
                <a:gd name="connsiteX16" fmla="*/ 25447 w 53281"/>
                <a:gd name="connsiteY16" fmla="*/ 22789 h 151869"/>
                <a:gd name="connsiteX17" fmla="*/ 37137 w 53281"/>
                <a:gd name="connsiteY17" fmla="*/ 11449 h 151869"/>
                <a:gd name="connsiteX18" fmla="*/ 25447 w 53281"/>
                <a:gd name="connsiteY18" fmla="*/ 109 h 15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3281" h="151869">
                  <a:moveTo>
                    <a:pt x="36013" y="49694"/>
                  </a:moveTo>
                  <a:lnTo>
                    <a:pt x="1166" y="61924"/>
                  </a:lnTo>
                  <a:lnTo>
                    <a:pt x="1166" y="65259"/>
                  </a:lnTo>
                  <a:lnTo>
                    <a:pt x="2965" y="65037"/>
                  </a:lnTo>
                  <a:cubicBezTo>
                    <a:pt x="5663" y="64592"/>
                    <a:pt x="8585" y="64370"/>
                    <a:pt x="10609" y="64370"/>
                  </a:cubicBezTo>
                  <a:cubicBezTo>
                    <a:pt x="16004" y="64370"/>
                    <a:pt x="18028" y="67928"/>
                    <a:pt x="18028" y="77711"/>
                  </a:cubicBezTo>
                  <a:lnTo>
                    <a:pt x="18028" y="129298"/>
                  </a:lnTo>
                  <a:cubicBezTo>
                    <a:pt x="18028" y="145308"/>
                    <a:pt x="15780" y="147754"/>
                    <a:pt x="267" y="148643"/>
                  </a:cubicBezTo>
                  <a:lnTo>
                    <a:pt x="267" y="151979"/>
                  </a:lnTo>
                  <a:lnTo>
                    <a:pt x="53549" y="151979"/>
                  </a:lnTo>
                  <a:lnTo>
                    <a:pt x="53549" y="148643"/>
                  </a:lnTo>
                  <a:cubicBezTo>
                    <a:pt x="38711" y="147532"/>
                    <a:pt x="36912" y="145308"/>
                    <a:pt x="36912" y="129298"/>
                  </a:cubicBezTo>
                  <a:lnTo>
                    <a:pt x="36912" y="50361"/>
                  </a:lnTo>
                  <a:lnTo>
                    <a:pt x="36013" y="49694"/>
                  </a:lnTo>
                  <a:close/>
                  <a:moveTo>
                    <a:pt x="25447" y="109"/>
                  </a:moveTo>
                  <a:cubicBezTo>
                    <a:pt x="19377" y="109"/>
                    <a:pt x="14206" y="5223"/>
                    <a:pt x="14206" y="11449"/>
                  </a:cubicBezTo>
                  <a:cubicBezTo>
                    <a:pt x="14206" y="17675"/>
                    <a:pt x="19152" y="22789"/>
                    <a:pt x="25447" y="22789"/>
                  </a:cubicBezTo>
                  <a:cubicBezTo>
                    <a:pt x="31966" y="22789"/>
                    <a:pt x="37137" y="17897"/>
                    <a:pt x="37137" y="11449"/>
                  </a:cubicBezTo>
                  <a:cubicBezTo>
                    <a:pt x="37137" y="5223"/>
                    <a:pt x="31966" y="109"/>
                    <a:pt x="25447" y="109"/>
                  </a:cubicBez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07178BA2-35C1-2C95-339E-80B41589911C}"/>
                </a:ext>
              </a:extLst>
            </p:cNvPr>
            <p:cNvSpPr/>
            <p:nvPr>
              <p:custDataLst>
                <p:tags r:id="rId194"/>
              </p:custDataLst>
            </p:nvPr>
          </p:nvSpPr>
          <p:spPr>
            <a:xfrm>
              <a:off x="10784664" y="5731029"/>
              <a:ext cx="99369" cy="150758"/>
            </a:xfrm>
            <a:custGeom>
              <a:avLst/>
              <a:gdLst>
                <a:gd name="connsiteX0" fmla="*/ 99639 w 99369"/>
                <a:gd name="connsiteY0" fmla="*/ 16118 h 150758"/>
                <a:gd name="connsiteX1" fmla="*/ 99639 w 99369"/>
                <a:gd name="connsiteY1" fmla="*/ 7447 h 150758"/>
                <a:gd name="connsiteX2" fmla="*/ 82328 w 99369"/>
                <a:gd name="connsiteY2" fmla="*/ 7447 h 150758"/>
                <a:gd name="connsiteX3" fmla="*/ 69963 w 99369"/>
                <a:gd name="connsiteY3" fmla="*/ 5223 h 150758"/>
                <a:gd name="connsiteX4" fmla="*/ 65017 w 99369"/>
                <a:gd name="connsiteY4" fmla="*/ 3444 h 150758"/>
                <a:gd name="connsiteX5" fmla="*/ 47031 w 99369"/>
                <a:gd name="connsiteY5" fmla="*/ 109 h 150758"/>
                <a:gd name="connsiteX6" fmla="*/ 9487 w 99369"/>
                <a:gd name="connsiteY6" fmla="*/ 36353 h 150758"/>
                <a:gd name="connsiteX7" fmla="*/ 30395 w 99369"/>
                <a:gd name="connsiteY7" fmla="*/ 66149 h 150758"/>
                <a:gd name="connsiteX8" fmla="*/ 20728 w 99369"/>
                <a:gd name="connsiteY8" fmla="*/ 75043 h 150758"/>
                <a:gd name="connsiteX9" fmla="*/ 10386 w 99369"/>
                <a:gd name="connsiteY9" fmla="*/ 90386 h 150758"/>
                <a:gd name="connsiteX10" fmla="*/ 22301 w 99369"/>
                <a:gd name="connsiteY10" fmla="*/ 102171 h 150758"/>
                <a:gd name="connsiteX11" fmla="*/ 269 w 99369"/>
                <a:gd name="connsiteY11" fmla="*/ 129298 h 150758"/>
                <a:gd name="connsiteX12" fmla="*/ 39163 w 99369"/>
                <a:gd name="connsiteY12" fmla="*/ 150867 h 150758"/>
                <a:gd name="connsiteX13" fmla="*/ 85250 w 99369"/>
                <a:gd name="connsiteY13" fmla="*/ 135747 h 150758"/>
                <a:gd name="connsiteX14" fmla="*/ 97615 w 99369"/>
                <a:gd name="connsiteY14" fmla="*/ 113288 h 150758"/>
                <a:gd name="connsiteX15" fmla="*/ 70412 w 99369"/>
                <a:gd name="connsiteY15" fmla="*/ 89496 h 150758"/>
                <a:gd name="connsiteX16" fmla="*/ 41411 w 99369"/>
                <a:gd name="connsiteY16" fmla="*/ 88162 h 150758"/>
                <a:gd name="connsiteX17" fmla="*/ 23875 w 99369"/>
                <a:gd name="connsiteY17" fmla="*/ 82159 h 150758"/>
                <a:gd name="connsiteX18" fmla="*/ 37364 w 99369"/>
                <a:gd name="connsiteY18" fmla="*/ 68150 h 150758"/>
                <a:gd name="connsiteX19" fmla="*/ 41636 w 99369"/>
                <a:gd name="connsiteY19" fmla="*/ 68595 h 150758"/>
                <a:gd name="connsiteX20" fmla="*/ 50179 w 99369"/>
                <a:gd name="connsiteY20" fmla="*/ 69262 h 150758"/>
                <a:gd name="connsiteX21" fmla="*/ 74459 w 99369"/>
                <a:gd name="connsiteY21" fmla="*/ 59923 h 150758"/>
                <a:gd name="connsiteX22" fmla="*/ 85250 w 99369"/>
                <a:gd name="connsiteY22" fmla="*/ 34796 h 150758"/>
                <a:gd name="connsiteX23" fmla="*/ 80979 w 99369"/>
                <a:gd name="connsiteY23" fmla="*/ 16118 h 150758"/>
                <a:gd name="connsiteX24" fmla="*/ 99639 w 99369"/>
                <a:gd name="connsiteY24" fmla="*/ 16118 h 150758"/>
                <a:gd name="connsiteX25" fmla="*/ 27022 w 99369"/>
                <a:gd name="connsiteY25" fmla="*/ 102838 h 150758"/>
                <a:gd name="connsiteX26" fmla="*/ 63443 w 99369"/>
                <a:gd name="connsiteY26" fmla="*/ 105728 h 150758"/>
                <a:gd name="connsiteX27" fmla="*/ 91321 w 99369"/>
                <a:gd name="connsiteY27" fmla="*/ 116624 h 150758"/>
                <a:gd name="connsiteX28" fmla="*/ 48830 w 99369"/>
                <a:gd name="connsiteY28" fmla="*/ 138193 h 150758"/>
                <a:gd name="connsiteX29" fmla="*/ 16006 w 99369"/>
                <a:gd name="connsiteY29" fmla="*/ 121960 h 150758"/>
                <a:gd name="connsiteX30" fmla="*/ 27022 w 99369"/>
                <a:gd name="connsiteY30" fmla="*/ 102838 h 150758"/>
                <a:gd name="connsiteX31" fmla="*/ 28147 w 99369"/>
                <a:gd name="connsiteY31" fmla="*/ 27236 h 150758"/>
                <a:gd name="connsiteX32" fmla="*/ 44783 w 99369"/>
                <a:gd name="connsiteY32" fmla="*/ 6335 h 150758"/>
                <a:gd name="connsiteX33" fmla="*/ 61195 w 99369"/>
                <a:gd name="connsiteY33" fmla="*/ 16786 h 150758"/>
                <a:gd name="connsiteX34" fmla="*/ 67939 w 99369"/>
                <a:gd name="connsiteY34" fmla="*/ 43468 h 150758"/>
                <a:gd name="connsiteX35" fmla="*/ 51078 w 99369"/>
                <a:gd name="connsiteY35" fmla="*/ 63703 h 150758"/>
                <a:gd name="connsiteX36" fmla="*/ 28147 w 99369"/>
                <a:gd name="connsiteY36" fmla="*/ 27903 h 150758"/>
                <a:gd name="connsiteX37" fmla="*/ 28147 w 99369"/>
                <a:gd name="connsiteY37" fmla="*/ 27236 h 150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99369" h="150758">
                  <a:moveTo>
                    <a:pt x="99639" y="16118"/>
                  </a:moveTo>
                  <a:lnTo>
                    <a:pt x="99639" y="7447"/>
                  </a:lnTo>
                  <a:lnTo>
                    <a:pt x="82328" y="7447"/>
                  </a:lnTo>
                  <a:cubicBezTo>
                    <a:pt x="77831" y="7447"/>
                    <a:pt x="74459" y="6779"/>
                    <a:pt x="69963" y="5223"/>
                  </a:cubicBezTo>
                  <a:lnTo>
                    <a:pt x="65017" y="3444"/>
                  </a:lnTo>
                  <a:cubicBezTo>
                    <a:pt x="58947" y="1221"/>
                    <a:pt x="52877" y="109"/>
                    <a:pt x="47031" y="109"/>
                  </a:cubicBezTo>
                  <a:cubicBezTo>
                    <a:pt x="26123" y="109"/>
                    <a:pt x="9487" y="16118"/>
                    <a:pt x="9487" y="36353"/>
                  </a:cubicBezTo>
                  <a:cubicBezTo>
                    <a:pt x="9487" y="50361"/>
                    <a:pt x="15557" y="58811"/>
                    <a:pt x="30395" y="66149"/>
                  </a:cubicBezTo>
                  <a:cubicBezTo>
                    <a:pt x="26123" y="70151"/>
                    <a:pt x="22077" y="73931"/>
                    <a:pt x="20728" y="75043"/>
                  </a:cubicBezTo>
                  <a:cubicBezTo>
                    <a:pt x="13309" y="81491"/>
                    <a:pt x="10386" y="85939"/>
                    <a:pt x="10386" y="90386"/>
                  </a:cubicBezTo>
                  <a:cubicBezTo>
                    <a:pt x="10386" y="95055"/>
                    <a:pt x="13084" y="97724"/>
                    <a:pt x="22301" y="102171"/>
                  </a:cubicBezTo>
                  <a:cubicBezTo>
                    <a:pt x="6339" y="113733"/>
                    <a:pt x="269" y="121071"/>
                    <a:pt x="269" y="129298"/>
                  </a:cubicBezTo>
                  <a:cubicBezTo>
                    <a:pt x="269" y="141083"/>
                    <a:pt x="17805" y="150867"/>
                    <a:pt x="39163" y="150867"/>
                  </a:cubicBezTo>
                  <a:cubicBezTo>
                    <a:pt x="56024" y="150867"/>
                    <a:pt x="73560" y="145086"/>
                    <a:pt x="85250" y="135747"/>
                  </a:cubicBezTo>
                  <a:cubicBezTo>
                    <a:pt x="93794" y="128853"/>
                    <a:pt x="97615" y="121738"/>
                    <a:pt x="97615" y="113288"/>
                  </a:cubicBezTo>
                  <a:cubicBezTo>
                    <a:pt x="97615" y="99502"/>
                    <a:pt x="87049" y="90163"/>
                    <a:pt x="70412" y="89496"/>
                  </a:cubicBezTo>
                  <a:lnTo>
                    <a:pt x="41411" y="88162"/>
                  </a:lnTo>
                  <a:cubicBezTo>
                    <a:pt x="29496" y="87717"/>
                    <a:pt x="23875" y="85716"/>
                    <a:pt x="23875" y="82159"/>
                  </a:cubicBezTo>
                  <a:cubicBezTo>
                    <a:pt x="23875" y="77711"/>
                    <a:pt x="31294" y="69929"/>
                    <a:pt x="37364" y="68150"/>
                  </a:cubicBezTo>
                  <a:cubicBezTo>
                    <a:pt x="39388" y="68372"/>
                    <a:pt x="40961" y="68595"/>
                    <a:pt x="41636" y="68595"/>
                  </a:cubicBezTo>
                  <a:cubicBezTo>
                    <a:pt x="45907" y="69039"/>
                    <a:pt x="48830" y="69262"/>
                    <a:pt x="50179" y="69262"/>
                  </a:cubicBezTo>
                  <a:cubicBezTo>
                    <a:pt x="58497" y="69262"/>
                    <a:pt x="67490" y="65926"/>
                    <a:pt x="74459" y="59923"/>
                  </a:cubicBezTo>
                  <a:cubicBezTo>
                    <a:pt x="81878" y="53697"/>
                    <a:pt x="85250" y="45914"/>
                    <a:pt x="85250" y="34796"/>
                  </a:cubicBezTo>
                  <a:cubicBezTo>
                    <a:pt x="85250" y="28348"/>
                    <a:pt x="84126" y="23234"/>
                    <a:pt x="80979" y="16118"/>
                  </a:cubicBezTo>
                  <a:lnTo>
                    <a:pt x="99639" y="16118"/>
                  </a:lnTo>
                  <a:close/>
                  <a:moveTo>
                    <a:pt x="27022" y="102838"/>
                  </a:moveTo>
                  <a:cubicBezTo>
                    <a:pt x="34442" y="104394"/>
                    <a:pt x="52427" y="105728"/>
                    <a:pt x="63443" y="105728"/>
                  </a:cubicBezTo>
                  <a:cubicBezTo>
                    <a:pt x="83902" y="105728"/>
                    <a:pt x="91321" y="108619"/>
                    <a:pt x="91321" y="116624"/>
                  </a:cubicBezTo>
                  <a:cubicBezTo>
                    <a:pt x="91321" y="129521"/>
                    <a:pt x="74234" y="138193"/>
                    <a:pt x="48830" y="138193"/>
                  </a:cubicBezTo>
                  <a:cubicBezTo>
                    <a:pt x="29046" y="138193"/>
                    <a:pt x="16006" y="131744"/>
                    <a:pt x="16006" y="121960"/>
                  </a:cubicBezTo>
                  <a:cubicBezTo>
                    <a:pt x="16006" y="116846"/>
                    <a:pt x="17580" y="113956"/>
                    <a:pt x="27022" y="102838"/>
                  </a:cubicBezTo>
                  <a:close/>
                  <a:moveTo>
                    <a:pt x="28147" y="27236"/>
                  </a:moveTo>
                  <a:cubicBezTo>
                    <a:pt x="28147" y="14117"/>
                    <a:pt x="34442" y="6335"/>
                    <a:pt x="44783" y="6335"/>
                  </a:cubicBezTo>
                  <a:cubicBezTo>
                    <a:pt x="51753" y="6335"/>
                    <a:pt x="57598" y="10115"/>
                    <a:pt x="61195" y="16786"/>
                  </a:cubicBezTo>
                  <a:cubicBezTo>
                    <a:pt x="65242" y="24568"/>
                    <a:pt x="67939" y="34796"/>
                    <a:pt x="67939" y="43468"/>
                  </a:cubicBezTo>
                  <a:cubicBezTo>
                    <a:pt x="67939" y="55920"/>
                    <a:pt x="61420" y="63703"/>
                    <a:pt x="51078" y="63703"/>
                  </a:cubicBezTo>
                  <a:cubicBezTo>
                    <a:pt x="37589" y="63703"/>
                    <a:pt x="28147" y="49250"/>
                    <a:pt x="28147" y="27903"/>
                  </a:cubicBezTo>
                  <a:lnTo>
                    <a:pt x="28147" y="27236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8FA82F4B-6DAB-6CA3-A5DC-CADF6807BC98}"/>
                </a:ext>
              </a:extLst>
            </p:cNvPr>
            <p:cNvSpPr/>
            <p:nvPr>
              <p:custDataLst>
                <p:tags r:id="rId195"/>
              </p:custDataLst>
            </p:nvPr>
          </p:nvSpPr>
          <p:spPr>
            <a:xfrm>
              <a:off x="10893223" y="5681443"/>
              <a:ext cx="107463" cy="151869"/>
            </a:xfrm>
            <a:custGeom>
              <a:avLst/>
              <a:gdLst>
                <a:gd name="connsiteX0" fmla="*/ 33546 w 107463"/>
                <a:gd name="connsiteY0" fmla="*/ 75710 h 151869"/>
                <a:gd name="connsiteX1" fmla="*/ 58501 w 107463"/>
                <a:gd name="connsiteY1" fmla="*/ 61702 h 151869"/>
                <a:gd name="connsiteX2" fmla="*/ 75362 w 107463"/>
                <a:gd name="connsiteY2" fmla="*/ 85272 h 151869"/>
                <a:gd name="connsiteX3" fmla="*/ 75362 w 107463"/>
                <a:gd name="connsiteY3" fmla="*/ 129298 h 151869"/>
                <a:gd name="connsiteX4" fmla="*/ 60074 w 107463"/>
                <a:gd name="connsiteY4" fmla="*/ 148643 h 151869"/>
                <a:gd name="connsiteX5" fmla="*/ 60074 w 107463"/>
                <a:gd name="connsiteY5" fmla="*/ 151979 h 151869"/>
                <a:gd name="connsiteX6" fmla="*/ 107736 w 107463"/>
                <a:gd name="connsiteY6" fmla="*/ 151979 h 151869"/>
                <a:gd name="connsiteX7" fmla="*/ 107736 w 107463"/>
                <a:gd name="connsiteY7" fmla="*/ 148643 h 151869"/>
                <a:gd name="connsiteX8" fmla="*/ 94247 w 107463"/>
                <a:gd name="connsiteY8" fmla="*/ 129298 h 151869"/>
                <a:gd name="connsiteX9" fmla="*/ 94247 w 107463"/>
                <a:gd name="connsiteY9" fmla="*/ 85049 h 151869"/>
                <a:gd name="connsiteX10" fmla="*/ 66594 w 107463"/>
                <a:gd name="connsiteY10" fmla="*/ 49694 h 151869"/>
                <a:gd name="connsiteX11" fmla="*/ 33546 w 107463"/>
                <a:gd name="connsiteY11" fmla="*/ 68372 h 151869"/>
                <a:gd name="connsiteX12" fmla="*/ 33546 w 107463"/>
                <a:gd name="connsiteY12" fmla="*/ 776 h 151869"/>
                <a:gd name="connsiteX13" fmla="*/ 32422 w 107463"/>
                <a:gd name="connsiteY13" fmla="*/ 109 h 151869"/>
                <a:gd name="connsiteX14" fmla="*/ 6568 w 107463"/>
                <a:gd name="connsiteY14" fmla="*/ 8114 h 151869"/>
                <a:gd name="connsiteX15" fmla="*/ 498 w 107463"/>
                <a:gd name="connsiteY15" fmla="*/ 9893 h 151869"/>
                <a:gd name="connsiteX16" fmla="*/ 498 w 107463"/>
                <a:gd name="connsiteY16" fmla="*/ 13450 h 151869"/>
                <a:gd name="connsiteX17" fmla="*/ 3195 w 107463"/>
                <a:gd name="connsiteY17" fmla="*/ 13228 h 151869"/>
                <a:gd name="connsiteX18" fmla="*/ 14661 w 107463"/>
                <a:gd name="connsiteY18" fmla="*/ 24568 h 151869"/>
                <a:gd name="connsiteX19" fmla="*/ 14661 w 107463"/>
                <a:gd name="connsiteY19" fmla="*/ 129298 h 151869"/>
                <a:gd name="connsiteX20" fmla="*/ 273 w 107463"/>
                <a:gd name="connsiteY20" fmla="*/ 148643 h 151869"/>
                <a:gd name="connsiteX21" fmla="*/ 273 w 107463"/>
                <a:gd name="connsiteY21" fmla="*/ 151979 h 151869"/>
                <a:gd name="connsiteX22" fmla="*/ 48834 w 107463"/>
                <a:gd name="connsiteY22" fmla="*/ 151979 h 151869"/>
                <a:gd name="connsiteX23" fmla="*/ 48834 w 107463"/>
                <a:gd name="connsiteY23" fmla="*/ 148643 h 151869"/>
                <a:gd name="connsiteX24" fmla="*/ 33546 w 107463"/>
                <a:gd name="connsiteY24" fmla="*/ 129298 h 151869"/>
                <a:gd name="connsiteX25" fmla="*/ 33546 w 107463"/>
                <a:gd name="connsiteY25" fmla="*/ 75710 h 15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7463" h="151869">
                  <a:moveTo>
                    <a:pt x="33546" y="75710"/>
                  </a:moveTo>
                  <a:cubicBezTo>
                    <a:pt x="42988" y="65482"/>
                    <a:pt x="49733" y="61702"/>
                    <a:pt x="58501" y="61702"/>
                  </a:cubicBezTo>
                  <a:cubicBezTo>
                    <a:pt x="69742" y="61702"/>
                    <a:pt x="75362" y="69707"/>
                    <a:pt x="75362" y="85272"/>
                  </a:cubicBezTo>
                  <a:lnTo>
                    <a:pt x="75362" y="129298"/>
                  </a:lnTo>
                  <a:cubicBezTo>
                    <a:pt x="75362" y="144419"/>
                    <a:pt x="73114" y="147309"/>
                    <a:pt x="60074" y="148643"/>
                  </a:cubicBezTo>
                  <a:lnTo>
                    <a:pt x="60074" y="151979"/>
                  </a:lnTo>
                  <a:lnTo>
                    <a:pt x="107736" y="151979"/>
                  </a:lnTo>
                  <a:lnTo>
                    <a:pt x="107736" y="148643"/>
                  </a:lnTo>
                  <a:cubicBezTo>
                    <a:pt x="95596" y="146420"/>
                    <a:pt x="94247" y="144641"/>
                    <a:pt x="94247" y="129298"/>
                  </a:cubicBezTo>
                  <a:lnTo>
                    <a:pt x="94247" y="85049"/>
                  </a:lnTo>
                  <a:cubicBezTo>
                    <a:pt x="94247" y="61702"/>
                    <a:pt x="84805" y="49694"/>
                    <a:pt x="66594" y="49694"/>
                  </a:cubicBezTo>
                  <a:cubicBezTo>
                    <a:pt x="53330" y="49694"/>
                    <a:pt x="43888" y="55031"/>
                    <a:pt x="33546" y="68372"/>
                  </a:cubicBezTo>
                  <a:lnTo>
                    <a:pt x="33546" y="776"/>
                  </a:lnTo>
                  <a:lnTo>
                    <a:pt x="32422" y="109"/>
                  </a:lnTo>
                  <a:cubicBezTo>
                    <a:pt x="24778" y="2777"/>
                    <a:pt x="19158" y="4556"/>
                    <a:pt x="6568" y="8114"/>
                  </a:cubicBezTo>
                  <a:lnTo>
                    <a:pt x="498" y="9893"/>
                  </a:lnTo>
                  <a:lnTo>
                    <a:pt x="498" y="13450"/>
                  </a:lnTo>
                  <a:cubicBezTo>
                    <a:pt x="1397" y="13228"/>
                    <a:pt x="2071" y="13228"/>
                    <a:pt x="3195" y="13228"/>
                  </a:cubicBezTo>
                  <a:cubicBezTo>
                    <a:pt x="12863" y="13228"/>
                    <a:pt x="14661" y="15007"/>
                    <a:pt x="14661" y="24568"/>
                  </a:cubicBezTo>
                  <a:lnTo>
                    <a:pt x="14661" y="129298"/>
                  </a:lnTo>
                  <a:cubicBezTo>
                    <a:pt x="14661" y="144863"/>
                    <a:pt x="13312" y="146864"/>
                    <a:pt x="273" y="148643"/>
                  </a:cubicBezTo>
                  <a:lnTo>
                    <a:pt x="273" y="151979"/>
                  </a:lnTo>
                  <a:lnTo>
                    <a:pt x="48834" y="151979"/>
                  </a:lnTo>
                  <a:lnTo>
                    <a:pt x="48834" y="148643"/>
                  </a:lnTo>
                  <a:cubicBezTo>
                    <a:pt x="35794" y="147309"/>
                    <a:pt x="33546" y="144641"/>
                    <a:pt x="33546" y="129298"/>
                  </a:cubicBezTo>
                  <a:lnTo>
                    <a:pt x="33546" y="75710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FA2F5384-ADBA-FCC6-01A0-713F9A2E4FF3}"/>
                </a:ext>
              </a:extLst>
            </p:cNvPr>
            <p:cNvSpPr/>
            <p:nvPr>
              <p:custDataLst>
                <p:tags r:id="rId196"/>
              </p:custDataLst>
            </p:nvPr>
          </p:nvSpPr>
          <p:spPr>
            <a:xfrm>
              <a:off x="11006953" y="5704569"/>
              <a:ext cx="59801" cy="130968"/>
            </a:xfrm>
            <a:custGeom>
              <a:avLst/>
              <a:gdLst>
                <a:gd name="connsiteX0" fmla="*/ 54683 w 59801"/>
                <a:gd name="connsiteY0" fmla="*/ 28793 h 130968"/>
                <a:gd name="connsiteX1" fmla="*/ 31976 w 59801"/>
                <a:gd name="connsiteY1" fmla="*/ 28793 h 130968"/>
                <a:gd name="connsiteX2" fmla="*/ 31976 w 59801"/>
                <a:gd name="connsiteY2" fmla="*/ 2999 h 130968"/>
                <a:gd name="connsiteX3" fmla="*/ 30402 w 59801"/>
                <a:gd name="connsiteY3" fmla="*/ 109 h 130968"/>
                <a:gd name="connsiteX4" fmla="*/ 25906 w 59801"/>
                <a:gd name="connsiteY4" fmla="*/ 6335 h 130968"/>
                <a:gd name="connsiteX5" fmla="*/ 4098 w 59801"/>
                <a:gd name="connsiteY5" fmla="*/ 30127 h 130968"/>
                <a:gd name="connsiteX6" fmla="*/ 277 w 59801"/>
                <a:gd name="connsiteY6" fmla="*/ 34352 h 130968"/>
                <a:gd name="connsiteX7" fmla="*/ 1176 w 59801"/>
                <a:gd name="connsiteY7" fmla="*/ 35908 h 130968"/>
                <a:gd name="connsiteX8" fmla="*/ 13091 w 59801"/>
                <a:gd name="connsiteY8" fmla="*/ 35908 h 130968"/>
                <a:gd name="connsiteX9" fmla="*/ 13091 w 59801"/>
                <a:gd name="connsiteY9" fmla="*/ 102838 h 130968"/>
                <a:gd name="connsiteX10" fmla="*/ 33100 w 59801"/>
                <a:gd name="connsiteY10" fmla="*/ 131077 h 130968"/>
                <a:gd name="connsiteX11" fmla="*/ 60078 w 59801"/>
                <a:gd name="connsiteY11" fmla="*/ 114178 h 130968"/>
                <a:gd name="connsiteX12" fmla="*/ 57156 w 59801"/>
                <a:gd name="connsiteY12" fmla="*/ 111732 h 130968"/>
                <a:gd name="connsiteX13" fmla="*/ 43666 w 59801"/>
                <a:gd name="connsiteY13" fmla="*/ 119515 h 130968"/>
                <a:gd name="connsiteX14" fmla="*/ 31976 w 59801"/>
                <a:gd name="connsiteY14" fmla="*/ 99502 h 130968"/>
                <a:gd name="connsiteX15" fmla="*/ 31976 w 59801"/>
                <a:gd name="connsiteY15" fmla="*/ 35908 h 130968"/>
                <a:gd name="connsiteX16" fmla="*/ 54683 w 59801"/>
                <a:gd name="connsiteY16" fmla="*/ 35908 h 130968"/>
                <a:gd name="connsiteX17" fmla="*/ 54683 w 59801"/>
                <a:gd name="connsiteY17" fmla="*/ 28793 h 1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9801" h="130968">
                  <a:moveTo>
                    <a:pt x="54683" y="28793"/>
                  </a:moveTo>
                  <a:lnTo>
                    <a:pt x="31976" y="28793"/>
                  </a:lnTo>
                  <a:lnTo>
                    <a:pt x="31976" y="2999"/>
                  </a:lnTo>
                  <a:cubicBezTo>
                    <a:pt x="31976" y="776"/>
                    <a:pt x="31751" y="109"/>
                    <a:pt x="30402" y="109"/>
                  </a:cubicBezTo>
                  <a:cubicBezTo>
                    <a:pt x="28828" y="2110"/>
                    <a:pt x="27480" y="4111"/>
                    <a:pt x="25906" y="6335"/>
                  </a:cubicBezTo>
                  <a:cubicBezTo>
                    <a:pt x="17363" y="18564"/>
                    <a:pt x="7696" y="29238"/>
                    <a:pt x="4098" y="30127"/>
                  </a:cubicBezTo>
                  <a:cubicBezTo>
                    <a:pt x="1625" y="31683"/>
                    <a:pt x="277" y="33240"/>
                    <a:pt x="277" y="34352"/>
                  </a:cubicBezTo>
                  <a:cubicBezTo>
                    <a:pt x="277" y="35019"/>
                    <a:pt x="501" y="35464"/>
                    <a:pt x="1176" y="35908"/>
                  </a:cubicBezTo>
                  <a:lnTo>
                    <a:pt x="13091" y="35908"/>
                  </a:lnTo>
                  <a:lnTo>
                    <a:pt x="13091" y="102838"/>
                  </a:lnTo>
                  <a:cubicBezTo>
                    <a:pt x="13091" y="121516"/>
                    <a:pt x="19836" y="131077"/>
                    <a:pt x="33100" y="131077"/>
                  </a:cubicBezTo>
                  <a:cubicBezTo>
                    <a:pt x="44116" y="131077"/>
                    <a:pt x="52659" y="125741"/>
                    <a:pt x="60078" y="114178"/>
                  </a:cubicBezTo>
                  <a:lnTo>
                    <a:pt x="57156" y="111732"/>
                  </a:lnTo>
                  <a:cubicBezTo>
                    <a:pt x="52434" y="117291"/>
                    <a:pt x="48612" y="119515"/>
                    <a:pt x="43666" y="119515"/>
                  </a:cubicBezTo>
                  <a:cubicBezTo>
                    <a:pt x="35348" y="119515"/>
                    <a:pt x="31976" y="113511"/>
                    <a:pt x="31976" y="99502"/>
                  </a:cubicBezTo>
                  <a:lnTo>
                    <a:pt x="31976" y="35908"/>
                  </a:lnTo>
                  <a:lnTo>
                    <a:pt x="54683" y="35908"/>
                  </a:lnTo>
                  <a:lnTo>
                    <a:pt x="54683" y="28793"/>
                  </a:lnTo>
                  <a:close/>
                </a:path>
              </a:pathLst>
            </a:custGeom>
            <a:solidFill>
              <a:srgbClr val="FFFFFF"/>
            </a:solidFill>
            <a:ln w="305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09" name="Group 60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$n=9$ strips of $[a, b]$, ($n$ is divisible by 3)} &#10;\end{align*}&#10;}&#10;\end{document}" title="IguanaTex Shape Display">
            <a:extLst>
              <a:ext uri="{FF2B5EF4-FFF2-40B4-BE49-F238E27FC236}">
                <a16:creationId xmlns:a16="http://schemas.microsoft.com/office/drawing/2014/main" id="{3E54EE56-7500-22BD-E9BB-5D781046B345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1989281" y="4700794"/>
            <a:ext cx="6043013" cy="294963"/>
            <a:chOff x="6618345" y="4835369"/>
            <a:chExt cx="6043013" cy="294963"/>
          </a:xfrm>
        </p:grpSpPr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3A7CDFD-F652-8716-1EE1-1113E45A5C23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618345" y="4857196"/>
              <a:ext cx="182571" cy="203524"/>
            </a:xfrm>
            <a:custGeom>
              <a:avLst/>
              <a:gdLst>
                <a:gd name="connsiteX0" fmla="*/ 178782 w 182571"/>
                <a:gd name="connsiteY0" fmla="*/ 66746 h 203524"/>
                <a:gd name="connsiteX1" fmla="*/ 176066 w 182571"/>
                <a:gd name="connsiteY1" fmla="*/ 85 h 203524"/>
                <a:gd name="connsiteX2" fmla="*/ 169729 w 182571"/>
                <a:gd name="connsiteY2" fmla="*/ 85 h 203524"/>
                <a:gd name="connsiteX3" fmla="*/ 157055 w 182571"/>
                <a:gd name="connsiteY3" fmla="*/ 9819 h 203524"/>
                <a:gd name="connsiteX4" fmla="*/ 145285 w 182571"/>
                <a:gd name="connsiteY4" fmla="*/ 7164 h 203524"/>
                <a:gd name="connsiteX5" fmla="*/ 101227 w 182571"/>
                <a:gd name="connsiteY5" fmla="*/ 85 h 203524"/>
                <a:gd name="connsiteX6" fmla="*/ 32725 w 182571"/>
                <a:gd name="connsiteY6" fmla="*/ 25452 h 203524"/>
                <a:gd name="connsiteX7" fmla="*/ 134 w 182571"/>
                <a:gd name="connsiteY7" fmla="*/ 103617 h 203524"/>
                <a:gd name="connsiteX8" fmla="*/ 24577 w 182571"/>
                <a:gd name="connsiteY8" fmla="*/ 173228 h 203524"/>
                <a:gd name="connsiteX9" fmla="*/ 100322 w 182571"/>
                <a:gd name="connsiteY9" fmla="*/ 203610 h 203524"/>
                <a:gd name="connsiteX10" fmla="*/ 182705 w 182571"/>
                <a:gd name="connsiteY10" fmla="*/ 166149 h 203524"/>
                <a:gd name="connsiteX11" fmla="*/ 177273 w 182571"/>
                <a:gd name="connsiteY11" fmla="*/ 160840 h 203524"/>
                <a:gd name="connsiteX12" fmla="*/ 109978 w 182571"/>
                <a:gd name="connsiteY12" fmla="*/ 190631 h 203524"/>
                <a:gd name="connsiteX13" fmla="*/ 61092 w 182571"/>
                <a:gd name="connsiteY13" fmla="*/ 173523 h 203524"/>
                <a:gd name="connsiteX14" fmla="*/ 35139 w 182571"/>
                <a:gd name="connsiteY14" fmla="*/ 99782 h 203524"/>
                <a:gd name="connsiteX15" fmla="*/ 106961 w 182571"/>
                <a:gd name="connsiteY15" fmla="*/ 11883 h 203524"/>
                <a:gd name="connsiteX16" fmla="*/ 151924 w 182571"/>
                <a:gd name="connsiteY16" fmla="*/ 29876 h 203524"/>
                <a:gd name="connsiteX17" fmla="*/ 171841 w 182571"/>
                <a:gd name="connsiteY17" fmla="*/ 66746 h 203524"/>
                <a:gd name="connsiteX18" fmla="*/ 178782 w 182571"/>
                <a:gd name="connsiteY18" fmla="*/ 66746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571" h="203524">
                  <a:moveTo>
                    <a:pt x="178782" y="66746"/>
                  </a:moveTo>
                  <a:lnTo>
                    <a:pt x="176066" y="85"/>
                  </a:lnTo>
                  <a:lnTo>
                    <a:pt x="169729" y="85"/>
                  </a:lnTo>
                  <a:cubicBezTo>
                    <a:pt x="167918" y="6279"/>
                    <a:pt x="163090" y="9819"/>
                    <a:pt x="157055" y="9819"/>
                  </a:cubicBezTo>
                  <a:cubicBezTo>
                    <a:pt x="154339" y="9819"/>
                    <a:pt x="149812" y="8934"/>
                    <a:pt x="145285" y="7164"/>
                  </a:cubicBezTo>
                  <a:cubicBezTo>
                    <a:pt x="130499" y="2444"/>
                    <a:pt x="115410" y="85"/>
                    <a:pt x="101227" y="85"/>
                  </a:cubicBezTo>
                  <a:cubicBezTo>
                    <a:pt x="76482" y="85"/>
                    <a:pt x="51435" y="9229"/>
                    <a:pt x="32725" y="25452"/>
                  </a:cubicBezTo>
                  <a:cubicBezTo>
                    <a:pt x="11601" y="43739"/>
                    <a:pt x="134" y="71171"/>
                    <a:pt x="134" y="103617"/>
                  </a:cubicBezTo>
                  <a:cubicBezTo>
                    <a:pt x="134" y="131049"/>
                    <a:pt x="9187" y="156415"/>
                    <a:pt x="24577" y="173228"/>
                  </a:cubicBezTo>
                  <a:cubicBezTo>
                    <a:pt x="42683" y="192401"/>
                    <a:pt x="70446" y="203610"/>
                    <a:pt x="100322" y="203610"/>
                  </a:cubicBezTo>
                  <a:cubicBezTo>
                    <a:pt x="134422" y="203610"/>
                    <a:pt x="164297" y="190041"/>
                    <a:pt x="182705" y="166149"/>
                  </a:cubicBezTo>
                  <a:lnTo>
                    <a:pt x="177273" y="160840"/>
                  </a:lnTo>
                  <a:cubicBezTo>
                    <a:pt x="154942" y="181782"/>
                    <a:pt x="135025" y="190631"/>
                    <a:pt x="109978" y="190631"/>
                  </a:cubicBezTo>
                  <a:cubicBezTo>
                    <a:pt x="90967" y="190631"/>
                    <a:pt x="74068" y="184732"/>
                    <a:pt x="61092" y="173523"/>
                  </a:cubicBezTo>
                  <a:cubicBezTo>
                    <a:pt x="44494" y="159070"/>
                    <a:pt x="35139" y="132523"/>
                    <a:pt x="35139" y="99782"/>
                  </a:cubicBezTo>
                  <a:cubicBezTo>
                    <a:pt x="35139" y="46394"/>
                    <a:pt x="63204" y="11883"/>
                    <a:pt x="106961" y="11883"/>
                  </a:cubicBezTo>
                  <a:cubicBezTo>
                    <a:pt x="124162" y="11883"/>
                    <a:pt x="139854" y="18077"/>
                    <a:pt x="151924" y="29876"/>
                  </a:cubicBezTo>
                  <a:cubicBezTo>
                    <a:pt x="161581" y="39315"/>
                    <a:pt x="166108" y="47574"/>
                    <a:pt x="171841" y="66746"/>
                  </a:cubicBezTo>
                  <a:lnTo>
                    <a:pt x="178782" y="66746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1249A80-E54F-7150-824A-3CD2C11296EE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820680" y="4920908"/>
              <a:ext cx="133080" cy="138632"/>
            </a:xfrm>
            <a:custGeom>
              <a:avLst/>
              <a:gdLst>
                <a:gd name="connsiteX0" fmla="*/ 66832 w 133080"/>
                <a:gd name="connsiteY0" fmla="*/ 85 h 138632"/>
                <a:gd name="connsiteX1" fmla="*/ 141 w 133080"/>
                <a:gd name="connsiteY1" fmla="*/ 69106 h 138632"/>
                <a:gd name="connsiteX2" fmla="*/ 66228 w 133080"/>
                <a:gd name="connsiteY2" fmla="*/ 138718 h 138632"/>
                <a:gd name="connsiteX3" fmla="*/ 133221 w 133080"/>
                <a:gd name="connsiteY3" fmla="*/ 66746 h 138632"/>
                <a:gd name="connsiteX4" fmla="*/ 66832 w 133080"/>
                <a:gd name="connsiteY4" fmla="*/ 85 h 138632"/>
                <a:gd name="connsiteX5" fmla="*/ 62909 w 133080"/>
                <a:gd name="connsiteY5" fmla="*/ 8344 h 138632"/>
                <a:gd name="connsiteX6" fmla="*/ 106062 w 133080"/>
                <a:gd name="connsiteY6" fmla="*/ 77070 h 138632"/>
                <a:gd name="connsiteX7" fmla="*/ 69849 w 133080"/>
                <a:gd name="connsiteY7" fmla="*/ 130459 h 138632"/>
                <a:gd name="connsiteX8" fmla="*/ 40578 w 133080"/>
                <a:gd name="connsiteY8" fmla="*/ 111581 h 138632"/>
                <a:gd name="connsiteX9" fmla="*/ 27300 w 133080"/>
                <a:gd name="connsiteY9" fmla="*/ 54653 h 138632"/>
                <a:gd name="connsiteX10" fmla="*/ 62909 w 133080"/>
                <a:gd name="connsiteY10" fmla="*/ 834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080" h="138632">
                  <a:moveTo>
                    <a:pt x="66832" y="85"/>
                  </a:moveTo>
                  <a:cubicBezTo>
                    <a:pt x="27602" y="85"/>
                    <a:pt x="141" y="28401"/>
                    <a:pt x="141" y="69106"/>
                  </a:cubicBezTo>
                  <a:cubicBezTo>
                    <a:pt x="141" y="108926"/>
                    <a:pt x="28205" y="138718"/>
                    <a:pt x="66228" y="138718"/>
                  </a:cubicBezTo>
                  <a:cubicBezTo>
                    <a:pt x="104251" y="138718"/>
                    <a:pt x="133221" y="107451"/>
                    <a:pt x="133221" y="66746"/>
                  </a:cubicBezTo>
                  <a:cubicBezTo>
                    <a:pt x="133221" y="28106"/>
                    <a:pt x="105458" y="85"/>
                    <a:pt x="66832" y="85"/>
                  </a:cubicBezTo>
                  <a:close/>
                  <a:moveTo>
                    <a:pt x="62909" y="8344"/>
                  </a:moveTo>
                  <a:cubicBezTo>
                    <a:pt x="88258" y="8344"/>
                    <a:pt x="106062" y="36660"/>
                    <a:pt x="106062" y="77070"/>
                  </a:cubicBezTo>
                  <a:cubicBezTo>
                    <a:pt x="106062" y="110401"/>
                    <a:pt x="92482" y="130459"/>
                    <a:pt x="69849" y="130459"/>
                  </a:cubicBezTo>
                  <a:cubicBezTo>
                    <a:pt x="58080" y="130459"/>
                    <a:pt x="46915" y="123379"/>
                    <a:pt x="40578" y="111581"/>
                  </a:cubicBezTo>
                  <a:cubicBezTo>
                    <a:pt x="32128" y="96243"/>
                    <a:pt x="27300" y="75595"/>
                    <a:pt x="27300" y="54653"/>
                  </a:cubicBezTo>
                  <a:cubicBezTo>
                    <a:pt x="27300" y="26631"/>
                    <a:pt x="41483" y="8344"/>
                    <a:pt x="62909" y="8344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D34C88F6-F651-9371-80AE-47F73C8D0C7F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968208" y="4920908"/>
              <a:ext cx="141530" cy="135683"/>
            </a:xfrm>
            <a:custGeom>
              <a:avLst/>
              <a:gdLst>
                <a:gd name="connsiteX0" fmla="*/ 145 w 141530"/>
                <a:gd name="connsiteY0" fmla="*/ 18372 h 135683"/>
                <a:gd name="connsiteX1" fmla="*/ 8293 w 141530"/>
                <a:gd name="connsiteY1" fmla="*/ 17193 h 135683"/>
                <a:gd name="connsiteX2" fmla="*/ 19459 w 141530"/>
                <a:gd name="connsiteY2" fmla="*/ 36070 h 135683"/>
                <a:gd name="connsiteX3" fmla="*/ 19459 w 141530"/>
                <a:gd name="connsiteY3" fmla="*/ 109221 h 135683"/>
                <a:gd name="connsiteX4" fmla="*/ 749 w 141530"/>
                <a:gd name="connsiteY4" fmla="*/ 131344 h 135683"/>
                <a:gd name="connsiteX5" fmla="*/ 749 w 141530"/>
                <a:gd name="connsiteY5" fmla="*/ 135768 h 135683"/>
                <a:gd name="connsiteX6" fmla="*/ 64724 w 141530"/>
                <a:gd name="connsiteY6" fmla="*/ 135768 h 135683"/>
                <a:gd name="connsiteX7" fmla="*/ 64724 w 141530"/>
                <a:gd name="connsiteY7" fmla="*/ 131344 h 135683"/>
                <a:gd name="connsiteX8" fmla="*/ 44808 w 141530"/>
                <a:gd name="connsiteY8" fmla="*/ 116005 h 135683"/>
                <a:gd name="connsiteX9" fmla="*/ 44808 w 141530"/>
                <a:gd name="connsiteY9" fmla="*/ 33121 h 135683"/>
                <a:gd name="connsiteX10" fmla="*/ 75890 w 141530"/>
                <a:gd name="connsiteY10" fmla="*/ 16308 h 135683"/>
                <a:gd name="connsiteX11" fmla="*/ 97919 w 141530"/>
                <a:gd name="connsiteY11" fmla="*/ 44919 h 135683"/>
                <a:gd name="connsiteX12" fmla="*/ 97919 w 141530"/>
                <a:gd name="connsiteY12" fmla="*/ 106567 h 135683"/>
                <a:gd name="connsiteX13" fmla="*/ 78908 w 141530"/>
                <a:gd name="connsiteY13" fmla="*/ 131344 h 135683"/>
                <a:gd name="connsiteX14" fmla="*/ 78908 w 141530"/>
                <a:gd name="connsiteY14" fmla="*/ 135768 h 135683"/>
                <a:gd name="connsiteX15" fmla="*/ 141676 w 141530"/>
                <a:gd name="connsiteY15" fmla="*/ 135768 h 135683"/>
                <a:gd name="connsiteX16" fmla="*/ 141676 w 141530"/>
                <a:gd name="connsiteY16" fmla="*/ 131344 h 135683"/>
                <a:gd name="connsiteX17" fmla="*/ 123268 w 141530"/>
                <a:gd name="connsiteY17" fmla="*/ 111876 h 135683"/>
                <a:gd name="connsiteX18" fmla="*/ 123268 w 141530"/>
                <a:gd name="connsiteY18" fmla="*/ 44329 h 135683"/>
                <a:gd name="connsiteX19" fmla="*/ 87659 w 141530"/>
                <a:gd name="connsiteY19" fmla="*/ 85 h 135683"/>
                <a:gd name="connsiteX20" fmla="*/ 43902 w 141530"/>
                <a:gd name="connsiteY20" fmla="*/ 23977 h 135683"/>
                <a:gd name="connsiteX21" fmla="*/ 43902 w 141530"/>
                <a:gd name="connsiteY21" fmla="*/ 675 h 135683"/>
                <a:gd name="connsiteX22" fmla="*/ 41790 w 141530"/>
                <a:gd name="connsiteY22" fmla="*/ 85 h 135683"/>
                <a:gd name="connsiteX23" fmla="*/ 145 w 141530"/>
                <a:gd name="connsiteY23" fmla="*/ 13358 h 135683"/>
                <a:gd name="connsiteX24" fmla="*/ 145 w 141530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530" h="135683">
                  <a:moveTo>
                    <a:pt x="145" y="18372"/>
                  </a:moveTo>
                  <a:cubicBezTo>
                    <a:pt x="1956" y="17488"/>
                    <a:pt x="4974" y="17193"/>
                    <a:pt x="8293" y="17193"/>
                  </a:cubicBezTo>
                  <a:cubicBezTo>
                    <a:pt x="16743" y="17193"/>
                    <a:pt x="19459" y="21617"/>
                    <a:pt x="19459" y="36070"/>
                  </a:cubicBezTo>
                  <a:lnTo>
                    <a:pt x="19459" y="109221"/>
                  </a:lnTo>
                  <a:cubicBezTo>
                    <a:pt x="19459" y="126034"/>
                    <a:pt x="16139" y="130164"/>
                    <a:pt x="749" y="131344"/>
                  </a:cubicBezTo>
                  <a:lnTo>
                    <a:pt x="749" y="135768"/>
                  </a:lnTo>
                  <a:lnTo>
                    <a:pt x="64724" y="135768"/>
                  </a:lnTo>
                  <a:lnTo>
                    <a:pt x="64724" y="131344"/>
                  </a:lnTo>
                  <a:cubicBezTo>
                    <a:pt x="49334" y="130164"/>
                    <a:pt x="44808" y="126624"/>
                    <a:pt x="44808" y="116005"/>
                  </a:cubicBezTo>
                  <a:lnTo>
                    <a:pt x="44808" y="33121"/>
                  </a:lnTo>
                  <a:cubicBezTo>
                    <a:pt x="59292" y="19847"/>
                    <a:pt x="65931" y="16308"/>
                    <a:pt x="75890" y="16308"/>
                  </a:cubicBezTo>
                  <a:cubicBezTo>
                    <a:pt x="90677" y="16308"/>
                    <a:pt x="97919" y="25452"/>
                    <a:pt x="97919" y="44919"/>
                  </a:cubicBezTo>
                  <a:lnTo>
                    <a:pt x="97919" y="106567"/>
                  </a:lnTo>
                  <a:cubicBezTo>
                    <a:pt x="97919" y="125149"/>
                    <a:pt x="93996" y="130164"/>
                    <a:pt x="78908" y="131344"/>
                  </a:cubicBezTo>
                  <a:lnTo>
                    <a:pt x="78908" y="135768"/>
                  </a:lnTo>
                  <a:lnTo>
                    <a:pt x="141676" y="135768"/>
                  </a:lnTo>
                  <a:lnTo>
                    <a:pt x="141676" y="131344"/>
                  </a:lnTo>
                  <a:cubicBezTo>
                    <a:pt x="126889" y="129869"/>
                    <a:pt x="123268" y="126329"/>
                    <a:pt x="123268" y="111876"/>
                  </a:cubicBezTo>
                  <a:lnTo>
                    <a:pt x="123268" y="44329"/>
                  </a:lnTo>
                  <a:cubicBezTo>
                    <a:pt x="123268" y="16603"/>
                    <a:pt x="109990" y="85"/>
                    <a:pt x="87659" y="85"/>
                  </a:cubicBezTo>
                  <a:cubicBezTo>
                    <a:pt x="73777" y="85"/>
                    <a:pt x="64423" y="5099"/>
                    <a:pt x="43902" y="23977"/>
                  </a:cubicBezTo>
                  <a:lnTo>
                    <a:pt x="43902" y="675"/>
                  </a:lnTo>
                  <a:lnTo>
                    <a:pt x="41790" y="85"/>
                  </a:lnTo>
                  <a:cubicBezTo>
                    <a:pt x="27003" y="5394"/>
                    <a:pt x="16743" y="8639"/>
                    <a:pt x="145" y="13358"/>
                  </a:cubicBezTo>
                  <a:lnTo>
                    <a:pt x="145" y="18372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B8DC362-1BE7-49CE-3D27-9C475015E8AB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7130221" y="4921203"/>
              <a:ext cx="89625" cy="138337"/>
            </a:xfrm>
            <a:custGeom>
              <a:avLst/>
              <a:gdLst>
                <a:gd name="connsiteX0" fmla="*/ 79818 w 89625"/>
                <a:gd name="connsiteY0" fmla="*/ 42854 h 138337"/>
                <a:gd name="connsiteX1" fmla="*/ 78611 w 89625"/>
                <a:gd name="connsiteY1" fmla="*/ 2739 h 138337"/>
                <a:gd name="connsiteX2" fmla="*/ 75291 w 89625"/>
                <a:gd name="connsiteY2" fmla="*/ 2739 h 138337"/>
                <a:gd name="connsiteX3" fmla="*/ 74688 w 89625"/>
                <a:gd name="connsiteY3" fmla="*/ 3329 h 138337"/>
                <a:gd name="connsiteX4" fmla="*/ 70463 w 89625"/>
                <a:gd name="connsiteY4" fmla="*/ 5689 h 138337"/>
                <a:gd name="connsiteX5" fmla="*/ 62315 w 89625"/>
                <a:gd name="connsiteY5" fmla="*/ 3624 h 138337"/>
                <a:gd name="connsiteX6" fmla="*/ 41191 w 89625"/>
                <a:gd name="connsiteY6" fmla="*/ 85 h 138337"/>
                <a:gd name="connsiteX7" fmla="*/ 150 w 89625"/>
                <a:gd name="connsiteY7" fmla="*/ 36365 h 138337"/>
                <a:gd name="connsiteX8" fmla="*/ 35458 w 89625"/>
                <a:gd name="connsiteY8" fmla="*/ 78840 h 138337"/>
                <a:gd name="connsiteX9" fmla="*/ 52960 w 89625"/>
                <a:gd name="connsiteY9" fmla="*/ 88574 h 138337"/>
                <a:gd name="connsiteX10" fmla="*/ 68652 w 89625"/>
                <a:gd name="connsiteY10" fmla="*/ 110696 h 138337"/>
                <a:gd name="connsiteX11" fmla="*/ 43605 w 89625"/>
                <a:gd name="connsiteY11" fmla="*/ 131933 h 138337"/>
                <a:gd name="connsiteX12" fmla="*/ 18257 w 89625"/>
                <a:gd name="connsiteY12" fmla="*/ 121610 h 138337"/>
                <a:gd name="connsiteX13" fmla="*/ 5281 w 89625"/>
                <a:gd name="connsiteY13" fmla="*/ 90639 h 138337"/>
                <a:gd name="connsiteX14" fmla="*/ 452 w 89625"/>
                <a:gd name="connsiteY14" fmla="*/ 90639 h 138337"/>
                <a:gd name="connsiteX15" fmla="*/ 452 w 89625"/>
                <a:gd name="connsiteY15" fmla="*/ 136653 h 138337"/>
                <a:gd name="connsiteX16" fmla="*/ 4375 w 89625"/>
                <a:gd name="connsiteY16" fmla="*/ 136653 h 138337"/>
                <a:gd name="connsiteX17" fmla="*/ 11316 w 89625"/>
                <a:gd name="connsiteY17" fmla="*/ 133113 h 138337"/>
                <a:gd name="connsiteX18" fmla="*/ 25197 w 89625"/>
                <a:gd name="connsiteY18" fmla="*/ 135473 h 138337"/>
                <a:gd name="connsiteX19" fmla="*/ 47227 w 89625"/>
                <a:gd name="connsiteY19" fmla="*/ 138423 h 138337"/>
                <a:gd name="connsiteX20" fmla="*/ 89776 w 89625"/>
                <a:gd name="connsiteY20" fmla="*/ 100667 h 138337"/>
                <a:gd name="connsiteX21" fmla="*/ 64428 w 89625"/>
                <a:gd name="connsiteY21" fmla="*/ 65567 h 138337"/>
                <a:gd name="connsiteX22" fmla="*/ 31836 w 89625"/>
                <a:gd name="connsiteY22" fmla="*/ 46689 h 138337"/>
                <a:gd name="connsiteX23" fmla="*/ 18860 w 89625"/>
                <a:gd name="connsiteY23" fmla="*/ 26631 h 138337"/>
                <a:gd name="connsiteX24" fmla="*/ 42097 w 89625"/>
                <a:gd name="connsiteY24" fmla="*/ 6574 h 138337"/>
                <a:gd name="connsiteX25" fmla="*/ 75291 w 89625"/>
                <a:gd name="connsiteY25" fmla="*/ 42854 h 138337"/>
                <a:gd name="connsiteX26" fmla="*/ 79818 w 89625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25" h="138337">
                  <a:moveTo>
                    <a:pt x="79818" y="42854"/>
                  </a:moveTo>
                  <a:lnTo>
                    <a:pt x="78611" y="2739"/>
                  </a:lnTo>
                  <a:lnTo>
                    <a:pt x="75291" y="2739"/>
                  </a:lnTo>
                  <a:lnTo>
                    <a:pt x="74688" y="3329"/>
                  </a:lnTo>
                  <a:cubicBezTo>
                    <a:pt x="71972" y="5394"/>
                    <a:pt x="71670" y="5689"/>
                    <a:pt x="70463" y="5689"/>
                  </a:cubicBezTo>
                  <a:cubicBezTo>
                    <a:pt x="68652" y="5689"/>
                    <a:pt x="65635" y="5099"/>
                    <a:pt x="62315" y="3624"/>
                  </a:cubicBezTo>
                  <a:cubicBezTo>
                    <a:pt x="55676" y="1265"/>
                    <a:pt x="49037" y="85"/>
                    <a:pt x="41191" y="85"/>
                  </a:cubicBezTo>
                  <a:cubicBezTo>
                    <a:pt x="17351" y="85"/>
                    <a:pt x="150" y="15128"/>
                    <a:pt x="150" y="36365"/>
                  </a:cubicBezTo>
                  <a:cubicBezTo>
                    <a:pt x="150" y="52883"/>
                    <a:pt x="9807" y="64682"/>
                    <a:pt x="35458" y="78840"/>
                  </a:cubicBezTo>
                  <a:lnTo>
                    <a:pt x="52960" y="88574"/>
                  </a:lnTo>
                  <a:cubicBezTo>
                    <a:pt x="63522" y="94473"/>
                    <a:pt x="68652" y="101552"/>
                    <a:pt x="68652" y="110696"/>
                  </a:cubicBezTo>
                  <a:cubicBezTo>
                    <a:pt x="68652" y="123674"/>
                    <a:pt x="58996" y="131933"/>
                    <a:pt x="43605" y="131933"/>
                  </a:cubicBezTo>
                  <a:cubicBezTo>
                    <a:pt x="33345" y="131933"/>
                    <a:pt x="23990" y="128099"/>
                    <a:pt x="18257" y="121610"/>
                  </a:cubicBezTo>
                  <a:cubicBezTo>
                    <a:pt x="11920" y="114236"/>
                    <a:pt x="9204" y="107451"/>
                    <a:pt x="5281" y="90639"/>
                  </a:cubicBezTo>
                  <a:lnTo>
                    <a:pt x="452" y="90639"/>
                  </a:lnTo>
                  <a:lnTo>
                    <a:pt x="452" y="136653"/>
                  </a:lnTo>
                  <a:lnTo>
                    <a:pt x="4375" y="136653"/>
                  </a:lnTo>
                  <a:cubicBezTo>
                    <a:pt x="6488" y="133703"/>
                    <a:pt x="7695" y="133113"/>
                    <a:pt x="11316" y="133113"/>
                  </a:cubicBezTo>
                  <a:cubicBezTo>
                    <a:pt x="14032" y="133113"/>
                    <a:pt x="18257" y="133703"/>
                    <a:pt x="25197" y="135473"/>
                  </a:cubicBezTo>
                  <a:cubicBezTo>
                    <a:pt x="33647" y="137243"/>
                    <a:pt x="41795" y="138423"/>
                    <a:pt x="47227" y="138423"/>
                  </a:cubicBezTo>
                  <a:cubicBezTo>
                    <a:pt x="70463" y="138423"/>
                    <a:pt x="89776" y="121315"/>
                    <a:pt x="89776" y="100667"/>
                  </a:cubicBezTo>
                  <a:cubicBezTo>
                    <a:pt x="89776" y="85919"/>
                    <a:pt x="82534" y="76185"/>
                    <a:pt x="64428" y="65567"/>
                  </a:cubicBezTo>
                  <a:lnTo>
                    <a:pt x="31836" y="46689"/>
                  </a:lnTo>
                  <a:cubicBezTo>
                    <a:pt x="23387" y="41970"/>
                    <a:pt x="18860" y="34595"/>
                    <a:pt x="18860" y="26631"/>
                  </a:cubicBezTo>
                  <a:cubicBezTo>
                    <a:pt x="18860" y="14833"/>
                    <a:pt x="28215" y="6574"/>
                    <a:pt x="42097" y="6574"/>
                  </a:cubicBezTo>
                  <a:cubicBezTo>
                    <a:pt x="59298" y="6574"/>
                    <a:pt x="68351" y="16603"/>
                    <a:pt x="75291" y="42854"/>
                  </a:cubicBezTo>
                  <a:lnTo>
                    <a:pt x="79818" y="4285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6BD1F2DE-115D-8EE7-B453-E38E1A0AE3C1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7237485" y="4855131"/>
              <a:ext cx="71519" cy="201460"/>
            </a:xfrm>
            <a:custGeom>
              <a:avLst/>
              <a:gdLst>
                <a:gd name="connsiteX0" fmla="*/ 48136 w 71519"/>
                <a:gd name="connsiteY0" fmla="*/ 65862 h 201460"/>
                <a:gd name="connsiteX1" fmla="*/ 1361 w 71519"/>
                <a:gd name="connsiteY1" fmla="*/ 82085 h 201460"/>
                <a:gd name="connsiteX2" fmla="*/ 1361 w 71519"/>
                <a:gd name="connsiteY2" fmla="*/ 86509 h 201460"/>
                <a:gd name="connsiteX3" fmla="*/ 3776 w 71519"/>
                <a:gd name="connsiteY3" fmla="*/ 86214 h 201460"/>
                <a:gd name="connsiteX4" fmla="*/ 14036 w 71519"/>
                <a:gd name="connsiteY4" fmla="*/ 85329 h 201460"/>
                <a:gd name="connsiteX5" fmla="*/ 23994 w 71519"/>
                <a:gd name="connsiteY5" fmla="*/ 103027 h 201460"/>
                <a:gd name="connsiteX6" fmla="*/ 23994 w 71519"/>
                <a:gd name="connsiteY6" fmla="*/ 171459 h 201460"/>
                <a:gd name="connsiteX7" fmla="*/ 154 w 71519"/>
                <a:gd name="connsiteY7" fmla="*/ 197120 h 201460"/>
                <a:gd name="connsiteX8" fmla="*/ 154 w 71519"/>
                <a:gd name="connsiteY8" fmla="*/ 201545 h 201460"/>
                <a:gd name="connsiteX9" fmla="*/ 71674 w 71519"/>
                <a:gd name="connsiteY9" fmla="*/ 201545 h 201460"/>
                <a:gd name="connsiteX10" fmla="*/ 71674 w 71519"/>
                <a:gd name="connsiteY10" fmla="*/ 197120 h 201460"/>
                <a:gd name="connsiteX11" fmla="*/ 49343 w 71519"/>
                <a:gd name="connsiteY11" fmla="*/ 171459 h 201460"/>
                <a:gd name="connsiteX12" fmla="*/ 49343 w 71519"/>
                <a:gd name="connsiteY12" fmla="*/ 66746 h 201460"/>
                <a:gd name="connsiteX13" fmla="*/ 48136 w 71519"/>
                <a:gd name="connsiteY13" fmla="*/ 65862 h 201460"/>
                <a:gd name="connsiteX14" fmla="*/ 33953 w 71519"/>
                <a:gd name="connsiteY14" fmla="*/ 85 h 201460"/>
                <a:gd name="connsiteX15" fmla="*/ 18864 w 71519"/>
                <a:gd name="connsiteY15" fmla="*/ 15128 h 201460"/>
                <a:gd name="connsiteX16" fmla="*/ 33953 w 71519"/>
                <a:gd name="connsiteY16" fmla="*/ 30171 h 201460"/>
                <a:gd name="connsiteX17" fmla="*/ 49645 w 71519"/>
                <a:gd name="connsiteY17" fmla="*/ 15128 h 201460"/>
                <a:gd name="connsiteX18" fmla="*/ 33953 w 71519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19" h="201460">
                  <a:moveTo>
                    <a:pt x="48136" y="65862"/>
                  </a:moveTo>
                  <a:lnTo>
                    <a:pt x="1361" y="82085"/>
                  </a:lnTo>
                  <a:lnTo>
                    <a:pt x="1361" y="86509"/>
                  </a:lnTo>
                  <a:lnTo>
                    <a:pt x="3776" y="86214"/>
                  </a:lnTo>
                  <a:cubicBezTo>
                    <a:pt x="7397" y="85624"/>
                    <a:pt x="11320" y="85329"/>
                    <a:pt x="14036" y="85329"/>
                  </a:cubicBezTo>
                  <a:cubicBezTo>
                    <a:pt x="21278" y="85329"/>
                    <a:pt x="23994" y="90049"/>
                    <a:pt x="23994" y="103027"/>
                  </a:cubicBezTo>
                  <a:lnTo>
                    <a:pt x="23994" y="171459"/>
                  </a:lnTo>
                  <a:cubicBezTo>
                    <a:pt x="23994" y="192696"/>
                    <a:pt x="20977" y="195941"/>
                    <a:pt x="154" y="197120"/>
                  </a:cubicBezTo>
                  <a:lnTo>
                    <a:pt x="154" y="201545"/>
                  </a:lnTo>
                  <a:lnTo>
                    <a:pt x="71674" y="201545"/>
                  </a:lnTo>
                  <a:lnTo>
                    <a:pt x="71674" y="197120"/>
                  </a:lnTo>
                  <a:cubicBezTo>
                    <a:pt x="51757" y="195646"/>
                    <a:pt x="49343" y="192696"/>
                    <a:pt x="49343" y="171459"/>
                  </a:cubicBezTo>
                  <a:lnTo>
                    <a:pt x="49343" y="66746"/>
                  </a:lnTo>
                  <a:lnTo>
                    <a:pt x="48136" y="65862"/>
                  </a:lnTo>
                  <a:close/>
                  <a:moveTo>
                    <a:pt x="33953" y="85"/>
                  </a:moveTo>
                  <a:cubicBezTo>
                    <a:pt x="25805" y="85"/>
                    <a:pt x="18864" y="6869"/>
                    <a:pt x="18864" y="15128"/>
                  </a:cubicBezTo>
                  <a:cubicBezTo>
                    <a:pt x="18864" y="23387"/>
                    <a:pt x="25503" y="30171"/>
                    <a:pt x="33953" y="30171"/>
                  </a:cubicBezTo>
                  <a:cubicBezTo>
                    <a:pt x="42704" y="30171"/>
                    <a:pt x="49645" y="23682"/>
                    <a:pt x="49645" y="15128"/>
                  </a:cubicBezTo>
                  <a:cubicBezTo>
                    <a:pt x="49645" y="6869"/>
                    <a:pt x="42704" y="85"/>
                    <a:pt x="33953" y="85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0DC2FC72-9220-D6FC-62CB-12020526E73F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7325009" y="4855131"/>
              <a:ext cx="140021" cy="204409"/>
            </a:xfrm>
            <a:custGeom>
              <a:avLst/>
              <a:gdLst>
                <a:gd name="connsiteX0" fmla="*/ 95818 w 140021"/>
                <a:gd name="connsiteY0" fmla="*/ 204494 h 204409"/>
                <a:gd name="connsiteX1" fmla="*/ 140179 w 140021"/>
                <a:gd name="connsiteY1" fmla="*/ 189156 h 204409"/>
                <a:gd name="connsiteX2" fmla="*/ 140179 w 140021"/>
                <a:gd name="connsiteY2" fmla="*/ 184437 h 204409"/>
                <a:gd name="connsiteX3" fmla="*/ 133238 w 140021"/>
                <a:gd name="connsiteY3" fmla="*/ 184732 h 204409"/>
                <a:gd name="connsiteX4" fmla="*/ 119960 w 140021"/>
                <a:gd name="connsiteY4" fmla="*/ 167919 h 204409"/>
                <a:gd name="connsiteX5" fmla="*/ 119960 w 140021"/>
                <a:gd name="connsiteY5" fmla="*/ 675 h 204409"/>
                <a:gd name="connsiteX6" fmla="*/ 118451 w 140021"/>
                <a:gd name="connsiteY6" fmla="*/ 85 h 204409"/>
                <a:gd name="connsiteX7" fmla="*/ 74091 w 140021"/>
                <a:gd name="connsiteY7" fmla="*/ 13063 h 204409"/>
                <a:gd name="connsiteX8" fmla="*/ 74091 w 140021"/>
                <a:gd name="connsiteY8" fmla="*/ 17782 h 204409"/>
                <a:gd name="connsiteX9" fmla="*/ 80730 w 140021"/>
                <a:gd name="connsiteY9" fmla="*/ 17488 h 204409"/>
                <a:gd name="connsiteX10" fmla="*/ 94611 w 140021"/>
                <a:gd name="connsiteY10" fmla="*/ 32531 h 204409"/>
                <a:gd name="connsiteX11" fmla="*/ 94611 w 140021"/>
                <a:gd name="connsiteY11" fmla="*/ 78545 h 204409"/>
                <a:gd name="connsiteX12" fmla="*/ 62925 w 140021"/>
                <a:gd name="connsiteY12" fmla="*/ 65862 h 204409"/>
                <a:gd name="connsiteX13" fmla="*/ 157 w 140021"/>
                <a:gd name="connsiteY13" fmla="*/ 141077 h 204409"/>
                <a:gd name="connsiteX14" fmla="*/ 55985 w 140021"/>
                <a:gd name="connsiteY14" fmla="*/ 204494 h 204409"/>
                <a:gd name="connsiteX15" fmla="*/ 94611 w 140021"/>
                <a:gd name="connsiteY15" fmla="*/ 184732 h 204409"/>
                <a:gd name="connsiteX16" fmla="*/ 94611 w 140021"/>
                <a:gd name="connsiteY16" fmla="*/ 203610 h 204409"/>
                <a:gd name="connsiteX17" fmla="*/ 95818 w 140021"/>
                <a:gd name="connsiteY17" fmla="*/ 204494 h 204409"/>
                <a:gd name="connsiteX18" fmla="*/ 94611 w 140021"/>
                <a:gd name="connsiteY18" fmla="*/ 171459 h 204409"/>
                <a:gd name="connsiteX19" fmla="*/ 89481 w 140021"/>
                <a:gd name="connsiteY19" fmla="*/ 180307 h 204409"/>
                <a:gd name="connsiteX20" fmla="*/ 67754 w 140021"/>
                <a:gd name="connsiteY20" fmla="*/ 189156 h 204409"/>
                <a:gd name="connsiteX21" fmla="*/ 26109 w 140021"/>
                <a:gd name="connsiteY21" fmla="*/ 129279 h 204409"/>
                <a:gd name="connsiteX22" fmla="*/ 63831 w 140021"/>
                <a:gd name="connsiteY22" fmla="*/ 74121 h 204409"/>
                <a:gd name="connsiteX23" fmla="*/ 94611 w 140021"/>
                <a:gd name="connsiteY23" fmla="*/ 103617 h 204409"/>
                <a:gd name="connsiteX24" fmla="*/ 94611 w 140021"/>
                <a:gd name="connsiteY24" fmla="*/ 171459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021" h="204409">
                  <a:moveTo>
                    <a:pt x="95818" y="204494"/>
                  </a:moveTo>
                  <a:lnTo>
                    <a:pt x="140179" y="189156"/>
                  </a:lnTo>
                  <a:lnTo>
                    <a:pt x="140179" y="184437"/>
                  </a:lnTo>
                  <a:cubicBezTo>
                    <a:pt x="134747" y="184732"/>
                    <a:pt x="134143" y="184732"/>
                    <a:pt x="133238" y="184732"/>
                  </a:cubicBezTo>
                  <a:cubicBezTo>
                    <a:pt x="122374" y="184732"/>
                    <a:pt x="119960" y="181487"/>
                    <a:pt x="119960" y="167919"/>
                  </a:cubicBezTo>
                  <a:lnTo>
                    <a:pt x="119960" y="675"/>
                  </a:lnTo>
                  <a:lnTo>
                    <a:pt x="118451" y="85"/>
                  </a:lnTo>
                  <a:cubicBezTo>
                    <a:pt x="103966" y="5099"/>
                    <a:pt x="93404" y="8049"/>
                    <a:pt x="74091" y="13063"/>
                  </a:cubicBezTo>
                  <a:lnTo>
                    <a:pt x="74091" y="17782"/>
                  </a:lnTo>
                  <a:cubicBezTo>
                    <a:pt x="76505" y="17488"/>
                    <a:pt x="78316" y="17488"/>
                    <a:pt x="80730" y="17488"/>
                  </a:cubicBezTo>
                  <a:cubicBezTo>
                    <a:pt x="91895" y="17488"/>
                    <a:pt x="94611" y="20437"/>
                    <a:pt x="94611" y="32531"/>
                  </a:cubicBezTo>
                  <a:lnTo>
                    <a:pt x="94611" y="78545"/>
                  </a:lnTo>
                  <a:cubicBezTo>
                    <a:pt x="83144" y="69106"/>
                    <a:pt x="74996" y="65862"/>
                    <a:pt x="62925" y="65862"/>
                  </a:cubicBezTo>
                  <a:cubicBezTo>
                    <a:pt x="28222" y="65862"/>
                    <a:pt x="157" y="99192"/>
                    <a:pt x="157" y="141077"/>
                  </a:cubicBezTo>
                  <a:cubicBezTo>
                    <a:pt x="157" y="178833"/>
                    <a:pt x="22790" y="204494"/>
                    <a:pt x="55985" y="204494"/>
                  </a:cubicBezTo>
                  <a:cubicBezTo>
                    <a:pt x="72884" y="204494"/>
                    <a:pt x="84351" y="198595"/>
                    <a:pt x="94611" y="184732"/>
                  </a:cubicBezTo>
                  <a:lnTo>
                    <a:pt x="94611" y="203610"/>
                  </a:lnTo>
                  <a:lnTo>
                    <a:pt x="95818" y="204494"/>
                  </a:lnTo>
                  <a:close/>
                  <a:moveTo>
                    <a:pt x="94611" y="171459"/>
                  </a:moveTo>
                  <a:cubicBezTo>
                    <a:pt x="94611" y="173523"/>
                    <a:pt x="92499" y="177063"/>
                    <a:pt x="89481" y="180307"/>
                  </a:cubicBezTo>
                  <a:cubicBezTo>
                    <a:pt x="84049" y="186207"/>
                    <a:pt x="76505" y="189156"/>
                    <a:pt x="67754" y="189156"/>
                  </a:cubicBezTo>
                  <a:cubicBezTo>
                    <a:pt x="42707" y="189156"/>
                    <a:pt x="26109" y="165559"/>
                    <a:pt x="26109" y="129279"/>
                  </a:cubicBezTo>
                  <a:cubicBezTo>
                    <a:pt x="26109" y="95948"/>
                    <a:pt x="40896" y="74121"/>
                    <a:pt x="63831" y="74121"/>
                  </a:cubicBezTo>
                  <a:cubicBezTo>
                    <a:pt x="79825" y="74121"/>
                    <a:pt x="94611" y="87984"/>
                    <a:pt x="94611" y="103617"/>
                  </a:cubicBezTo>
                  <a:lnTo>
                    <a:pt x="94611" y="171459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FFC6AC12-08AD-B92D-F47D-46D7562C9FDE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7475856" y="4920908"/>
              <a:ext cx="120406" cy="138632"/>
            </a:xfrm>
            <a:custGeom>
              <a:avLst/>
              <a:gdLst>
                <a:gd name="connsiteX0" fmla="*/ 115740 w 120406"/>
                <a:gd name="connsiteY0" fmla="*/ 87394 h 138632"/>
                <a:gd name="connsiteX1" fmla="*/ 68966 w 120406"/>
                <a:gd name="connsiteY1" fmla="*/ 118365 h 138632"/>
                <a:gd name="connsiteX2" fmla="*/ 30037 w 120406"/>
                <a:gd name="connsiteY2" fmla="*/ 92998 h 138632"/>
                <a:gd name="connsiteX3" fmla="*/ 21890 w 120406"/>
                <a:gd name="connsiteY3" fmla="*/ 54063 h 138632"/>
                <a:gd name="connsiteX4" fmla="*/ 114835 w 120406"/>
                <a:gd name="connsiteY4" fmla="*/ 54063 h 138632"/>
                <a:gd name="connsiteX5" fmla="*/ 101859 w 120406"/>
                <a:gd name="connsiteY5" fmla="*/ 16898 h 138632"/>
                <a:gd name="connsiteX6" fmla="*/ 63232 w 120406"/>
                <a:gd name="connsiteY6" fmla="*/ 85 h 138632"/>
                <a:gd name="connsiteX7" fmla="*/ 22493 w 120406"/>
                <a:gd name="connsiteY7" fmla="*/ 15423 h 138632"/>
                <a:gd name="connsiteX8" fmla="*/ 162 w 120406"/>
                <a:gd name="connsiteY8" fmla="*/ 72646 h 138632"/>
                <a:gd name="connsiteX9" fmla="*/ 56593 w 120406"/>
                <a:gd name="connsiteY9" fmla="*/ 138718 h 138632"/>
                <a:gd name="connsiteX10" fmla="*/ 120569 w 120406"/>
                <a:gd name="connsiteY10" fmla="*/ 89459 h 138632"/>
                <a:gd name="connsiteX11" fmla="*/ 115740 w 120406"/>
                <a:gd name="connsiteY11" fmla="*/ 87394 h 138632"/>
                <a:gd name="connsiteX12" fmla="*/ 22493 w 120406"/>
                <a:gd name="connsiteY12" fmla="*/ 44624 h 138632"/>
                <a:gd name="connsiteX13" fmla="*/ 54481 w 120406"/>
                <a:gd name="connsiteY13" fmla="*/ 10703 h 138632"/>
                <a:gd name="connsiteX14" fmla="*/ 84054 w 120406"/>
                <a:gd name="connsiteY14" fmla="*/ 44624 h 138632"/>
                <a:gd name="connsiteX15" fmla="*/ 22493 w 120406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406" h="138632">
                  <a:moveTo>
                    <a:pt x="115740" y="87394"/>
                  </a:moveTo>
                  <a:cubicBezTo>
                    <a:pt x="101255" y="109811"/>
                    <a:pt x="88279" y="118365"/>
                    <a:pt x="68966" y="118365"/>
                  </a:cubicBezTo>
                  <a:cubicBezTo>
                    <a:pt x="51765" y="118365"/>
                    <a:pt x="38789" y="109811"/>
                    <a:pt x="30037" y="92998"/>
                  </a:cubicBezTo>
                  <a:cubicBezTo>
                    <a:pt x="24606" y="81790"/>
                    <a:pt x="22493" y="72056"/>
                    <a:pt x="21890" y="54063"/>
                  </a:cubicBezTo>
                  <a:lnTo>
                    <a:pt x="114835" y="54063"/>
                  </a:lnTo>
                  <a:cubicBezTo>
                    <a:pt x="112421" y="34890"/>
                    <a:pt x="109403" y="26336"/>
                    <a:pt x="101859" y="16898"/>
                  </a:cubicBezTo>
                  <a:cubicBezTo>
                    <a:pt x="92806" y="6279"/>
                    <a:pt x="78924" y="85"/>
                    <a:pt x="63232" y="85"/>
                  </a:cubicBezTo>
                  <a:cubicBezTo>
                    <a:pt x="48144" y="85"/>
                    <a:pt x="33960" y="5394"/>
                    <a:pt x="22493" y="15423"/>
                  </a:cubicBezTo>
                  <a:cubicBezTo>
                    <a:pt x="8310" y="27516"/>
                    <a:pt x="162" y="48459"/>
                    <a:pt x="162" y="72646"/>
                  </a:cubicBezTo>
                  <a:cubicBezTo>
                    <a:pt x="162" y="113351"/>
                    <a:pt x="21890" y="138718"/>
                    <a:pt x="56593" y="138718"/>
                  </a:cubicBezTo>
                  <a:cubicBezTo>
                    <a:pt x="85261" y="138718"/>
                    <a:pt x="107894" y="121315"/>
                    <a:pt x="120569" y="89459"/>
                  </a:cubicBezTo>
                  <a:lnTo>
                    <a:pt x="115740" y="87394"/>
                  </a:lnTo>
                  <a:close/>
                  <a:moveTo>
                    <a:pt x="22493" y="44624"/>
                  </a:moveTo>
                  <a:cubicBezTo>
                    <a:pt x="25813" y="21617"/>
                    <a:pt x="36073" y="10703"/>
                    <a:pt x="54481" y="10703"/>
                  </a:cubicBezTo>
                  <a:cubicBezTo>
                    <a:pt x="72889" y="10703"/>
                    <a:pt x="80131" y="18962"/>
                    <a:pt x="84054" y="44624"/>
                  </a:cubicBezTo>
                  <a:lnTo>
                    <a:pt x="22493" y="4462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5C572109-D970-2FC2-5B16-E6E8AC445503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7604308" y="4920908"/>
              <a:ext cx="99584" cy="135683"/>
            </a:xfrm>
            <a:custGeom>
              <a:avLst/>
              <a:gdLst>
                <a:gd name="connsiteX0" fmla="*/ 770 w 99584"/>
                <a:gd name="connsiteY0" fmla="*/ 20732 h 135683"/>
                <a:gd name="connsiteX1" fmla="*/ 11332 w 99584"/>
                <a:gd name="connsiteY1" fmla="*/ 19552 h 135683"/>
                <a:gd name="connsiteX2" fmla="*/ 21592 w 99584"/>
                <a:gd name="connsiteY2" fmla="*/ 37250 h 135683"/>
                <a:gd name="connsiteX3" fmla="*/ 21592 w 99584"/>
                <a:gd name="connsiteY3" fmla="*/ 110991 h 135683"/>
                <a:gd name="connsiteX4" fmla="*/ 167 w 99584"/>
                <a:gd name="connsiteY4" fmla="*/ 131344 h 135683"/>
                <a:gd name="connsiteX5" fmla="*/ 167 w 99584"/>
                <a:gd name="connsiteY5" fmla="*/ 135768 h 135683"/>
                <a:gd name="connsiteX6" fmla="*/ 72591 w 99584"/>
                <a:gd name="connsiteY6" fmla="*/ 135768 h 135683"/>
                <a:gd name="connsiteX7" fmla="*/ 72591 w 99584"/>
                <a:gd name="connsiteY7" fmla="*/ 131344 h 135683"/>
                <a:gd name="connsiteX8" fmla="*/ 46941 w 99584"/>
                <a:gd name="connsiteY8" fmla="*/ 109221 h 135683"/>
                <a:gd name="connsiteX9" fmla="*/ 46941 w 99584"/>
                <a:gd name="connsiteY9" fmla="*/ 42854 h 135683"/>
                <a:gd name="connsiteX10" fmla="*/ 68065 w 99584"/>
                <a:gd name="connsiteY10" fmla="*/ 18667 h 135683"/>
                <a:gd name="connsiteX11" fmla="*/ 75911 w 99584"/>
                <a:gd name="connsiteY11" fmla="*/ 23092 h 135683"/>
                <a:gd name="connsiteX12" fmla="*/ 87982 w 99584"/>
                <a:gd name="connsiteY12" fmla="*/ 28991 h 135683"/>
                <a:gd name="connsiteX13" fmla="*/ 99751 w 99584"/>
                <a:gd name="connsiteY13" fmla="*/ 15718 h 135683"/>
                <a:gd name="connsiteX14" fmla="*/ 83153 w 99584"/>
                <a:gd name="connsiteY14" fmla="*/ 85 h 135683"/>
                <a:gd name="connsiteX15" fmla="*/ 46941 w 99584"/>
                <a:gd name="connsiteY15" fmla="*/ 27811 h 135683"/>
                <a:gd name="connsiteX16" fmla="*/ 46941 w 99584"/>
                <a:gd name="connsiteY16" fmla="*/ 675 h 135683"/>
                <a:gd name="connsiteX17" fmla="*/ 45432 w 99584"/>
                <a:gd name="connsiteY17" fmla="*/ 85 h 135683"/>
                <a:gd name="connsiteX18" fmla="*/ 770 w 99584"/>
                <a:gd name="connsiteY18" fmla="*/ 16013 h 135683"/>
                <a:gd name="connsiteX19" fmla="*/ 770 w 99584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584" h="135683">
                  <a:moveTo>
                    <a:pt x="770" y="20732"/>
                  </a:moveTo>
                  <a:cubicBezTo>
                    <a:pt x="4995" y="19847"/>
                    <a:pt x="7711" y="19552"/>
                    <a:pt x="11332" y="19552"/>
                  </a:cubicBezTo>
                  <a:cubicBezTo>
                    <a:pt x="18876" y="19552"/>
                    <a:pt x="21592" y="24272"/>
                    <a:pt x="21592" y="37250"/>
                  </a:cubicBezTo>
                  <a:lnTo>
                    <a:pt x="21592" y="110991"/>
                  </a:lnTo>
                  <a:cubicBezTo>
                    <a:pt x="21592" y="125739"/>
                    <a:pt x="19480" y="127804"/>
                    <a:pt x="167" y="131344"/>
                  </a:cubicBezTo>
                  <a:lnTo>
                    <a:pt x="167" y="135768"/>
                  </a:lnTo>
                  <a:lnTo>
                    <a:pt x="72591" y="135768"/>
                  </a:lnTo>
                  <a:lnTo>
                    <a:pt x="72591" y="131344"/>
                  </a:lnTo>
                  <a:cubicBezTo>
                    <a:pt x="52071" y="130459"/>
                    <a:pt x="46941" y="126034"/>
                    <a:pt x="46941" y="109221"/>
                  </a:cubicBezTo>
                  <a:lnTo>
                    <a:pt x="46941" y="42854"/>
                  </a:lnTo>
                  <a:cubicBezTo>
                    <a:pt x="46941" y="33416"/>
                    <a:pt x="59917" y="18667"/>
                    <a:pt x="68065" y="18667"/>
                  </a:cubicBezTo>
                  <a:cubicBezTo>
                    <a:pt x="69876" y="18667"/>
                    <a:pt x="72591" y="20142"/>
                    <a:pt x="75911" y="23092"/>
                  </a:cubicBezTo>
                  <a:cubicBezTo>
                    <a:pt x="80739" y="27221"/>
                    <a:pt x="84059" y="28991"/>
                    <a:pt x="87982" y="28991"/>
                  </a:cubicBezTo>
                  <a:cubicBezTo>
                    <a:pt x="95224" y="28991"/>
                    <a:pt x="99751" y="23977"/>
                    <a:pt x="99751" y="15718"/>
                  </a:cubicBezTo>
                  <a:cubicBezTo>
                    <a:pt x="99751" y="5984"/>
                    <a:pt x="93414" y="85"/>
                    <a:pt x="83153" y="85"/>
                  </a:cubicBezTo>
                  <a:cubicBezTo>
                    <a:pt x="70479" y="85"/>
                    <a:pt x="61728" y="6869"/>
                    <a:pt x="46941" y="27811"/>
                  </a:cubicBezTo>
                  <a:lnTo>
                    <a:pt x="46941" y="675"/>
                  </a:lnTo>
                  <a:lnTo>
                    <a:pt x="45432" y="85"/>
                  </a:lnTo>
                  <a:cubicBezTo>
                    <a:pt x="29438" y="6574"/>
                    <a:pt x="18575" y="10408"/>
                    <a:pt x="770" y="16013"/>
                  </a:cubicBezTo>
                  <a:lnTo>
                    <a:pt x="770" y="20732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D18E428A-9427-3F62-934D-B00F3C6EC54C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783614" y="4926512"/>
              <a:ext cx="138814" cy="132733"/>
            </a:xfrm>
            <a:custGeom>
              <a:avLst/>
              <a:gdLst>
                <a:gd name="connsiteX0" fmla="*/ 134762 w 138814"/>
                <a:gd name="connsiteY0" fmla="*/ 95653 h 132733"/>
                <a:gd name="connsiteX1" fmla="*/ 128425 w 138814"/>
                <a:gd name="connsiteY1" fmla="*/ 103322 h 132733"/>
                <a:gd name="connsiteX2" fmla="*/ 110017 w 138814"/>
                <a:gd name="connsiteY2" fmla="*/ 118955 h 132733"/>
                <a:gd name="connsiteX3" fmla="*/ 105188 w 138814"/>
                <a:gd name="connsiteY3" fmla="*/ 114236 h 132733"/>
                <a:gd name="connsiteX4" fmla="*/ 109413 w 138814"/>
                <a:gd name="connsiteY4" fmla="*/ 95653 h 132733"/>
                <a:gd name="connsiteX5" fmla="*/ 126614 w 138814"/>
                <a:gd name="connsiteY5" fmla="*/ 34890 h 132733"/>
                <a:gd name="connsiteX6" fmla="*/ 129330 w 138814"/>
                <a:gd name="connsiteY6" fmla="*/ 18077 h 132733"/>
                <a:gd name="connsiteX7" fmla="*/ 109413 w 138814"/>
                <a:gd name="connsiteY7" fmla="*/ 85 h 132733"/>
                <a:gd name="connsiteX8" fmla="*/ 40006 w 138814"/>
                <a:gd name="connsiteY8" fmla="*/ 64977 h 132733"/>
                <a:gd name="connsiteX9" fmla="*/ 60225 w 138814"/>
                <a:gd name="connsiteY9" fmla="*/ 675 h 132733"/>
                <a:gd name="connsiteX10" fmla="*/ 59319 w 138814"/>
                <a:gd name="connsiteY10" fmla="*/ 85 h 132733"/>
                <a:gd name="connsiteX11" fmla="*/ 10433 w 138814"/>
                <a:gd name="connsiteY11" fmla="*/ 9229 h 132733"/>
                <a:gd name="connsiteX12" fmla="*/ 10433 w 138814"/>
                <a:gd name="connsiteY12" fmla="*/ 13948 h 132733"/>
                <a:gd name="connsiteX13" fmla="*/ 29746 w 138814"/>
                <a:gd name="connsiteY13" fmla="*/ 21912 h 132733"/>
                <a:gd name="connsiteX14" fmla="*/ 29142 w 138814"/>
                <a:gd name="connsiteY14" fmla="*/ 26926 h 132733"/>
                <a:gd name="connsiteX15" fmla="*/ 172 w 138814"/>
                <a:gd name="connsiteY15" fmla="*/ 130164 h 132733"/>
                <a:gd name="connsiteX16" fmla="*/ 22805 w 138814"/>
                <a:gd name="connsiteY16" fmla="*/ 130164 h 132733"/>
                <a:gd name="connsiteX17" fmla="*/ 52982 w 138814"/>
                <a:gd name="connsiteY17" fmla="*/ 57013 h 132733"/>
                <a:gd name="connsiteX18" fmla="*/ 97644 w 138814"/>
                <a:gd name="connsiteY18" fmla="*/ 15128 h 132733"/>
                <a:gd name="connsiteX19" fmla="*/ 104887 w 138814"/>
                <a:gd name="connsiteY19" fmla="*/ 23682 h 132733"/>
                <a:gd name="connsiteX20" fmla="*/ 100662 w 138814"/>
                <a:gd name="connsiteY20" fmla="*/ 46099 h 132733"/>
                <a:gd name="connsiteX21" fmla="*/ 87384 w 138814"/>
                <a:gd name="connsiteY21" fmla="*/ 94768 h 132733"/>
                <a:gd name="connsiteX22" fmla="*/ 82556 w 138814"/>
                <a:gd name="connsiteY22" fmla="*/ 116890 h 132733"/>
                <a:gd name="connsiteX23" fmla="*/ 96739 w 138814"/>
                <a:gd name="connsiteY23" fmla="*/ 132818 h 132733"/>
                <a:gd name="connsiteX24" fmla="*/ 138987 w 138814"/>
                <a:gd name="connsiteY24" fmla="*/ 99487 h 132733"/>
                <a:gd name="connsiteX25" fmla="*/ 134762 w 138814"/>
                <a:gd name="connsiteY25" fmla="*/ 95653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8814" h="132733">
                  <a:moveTo>
                    <a:pt x="134762" y="95653"/>
                  </a:moveTo>
                  <a:lnTo>
                    <a:pt x="128425" y="103322"/>
                  </a:lnTo>
                  <a:cubicBezTo>
                    <a:pt x="119673" y="114236"/>
                    <a:pt x="114242" y="118955"/>
                    <a:pt x="110017" y="118955"/>
                  </a:cubicBezTo>
                  <a:cubicBezTo>
                    <a:pt x="107603" y="118955"/>
                    <a:pt x="105188" y="116595"/>
                    <a:pt x="105188" y="114236"/>
                  </a:cubicBezTo>
                  <a:cubicBezTo>
                    <a:pt x="105188" y="112171"/>
                    <a:pt x="105188" y="112171"/>
                    <a:pt x="109413" y="95653"/>
                  </a:cubicBezTo>
                  <a:lnTo>
                    <a:pt x="126614" y="34890"/>
                  </a:lnTo>
                  <a:cubicBezTo>
                    <a:pt x="128123" y="28696"/>
                    <a:pt x="129330" y="22207"/>
                    <a:pt x="129330" y="18077"/>
                  </a:cubicBezTo>
                  <a:cubicBezTo>
                    <a:pt x="129330" y="7459"/>
                    <a:pt x="121182" y="85"/>
                    <a:pt x="109413" y="85"/>
                  </a:cubicBezTo>
                  <a:cubicBezTo>
                    <a:pt x="90100" y="85"/>
                    <a:pt x="71088" y="17782"/>
                    <a:pt x="40006" y="64977"/>
                  </a:cubicBezTo>
                  <a:lnTo>
                    <a:pt x="60225" y="675"/>
                  </a:lnTo>
                  <a:lnTo>
                    <a:pt x="59319" y="85"/>
                  </a:lnTo>
                  <a:cubicBezTo>
                    <a:pt x="43024" y="3329"/>
                    <a:pt x="36687" y="4509"/>
                    <a:pt x="10433" y="9229"/>
                  </a:cubicBezTo>
                  <a:lnTo>
                    <a:pt x="10433" y="13948"/>
                  </a:lnTo>
                  <a:cubicBezTo>
                    <a:pt x="25823" y="14243"/>
                    <a:pt x="29746" y="16013"/>
                    <a:pt x="29746" y="21912"/>
                  </a:cubicBezTo>
                  <a:cubicBezTo>
                    <a:pt x="29746" y="23682"/>
                    <a:pt x="29444" y="25452"/>
                    <a:pt x="29142" y="26926"/>
                  </a:cubicBezTo>
                  <a:lnTo>
                    <a:pt x="172" y="130164"/>
                  </a:lnTo>
                  <a:lnTo>
                    <a:pt x="22805" y="130164"/>
                  </a:lnTo>
                  <a:cubicBezTo>
                    <a:pt x="36988" y="83559"/>
                    <a:pt x="39704" y="77070"/>
                    <a:pt x="52982" y="57013"/>
                  </a:cubicBezTo>
                  <a:cubicBezTo>
                    <a:pt x="71088" y="29876"/>
                    <a:pt x="86479" y="15128"/>
                    <a:pt x="97644" y="15128"/>
                  </a:cubicBezTo>
                  <a:cubicBezTo>
                    <a:pt x="102171" y="15128"/>
                    <a:pt x="104887" y="18372"/>
                    <a:pt x="104887" y="23682"/>
                  </a:cubicBezTo>
                  <a:cubicBezTo>
                    <a:pt x="104887" y="27221"/>
                    <a:pt x="103076" y="36955"/>
                    <a:pt x="100662" y="46099"/>
                  </a:cubicBezTo>
                  <a:lnTo>
                    <a:pt x="87384" y="94768"/>
                  </a:lnTo>
                  <a:cubicBezTo>
                    <a:pt x="83461" y="109811"/>
                    <a:pt x="82556" y="113941"/>
                    <a:pt x="82556" y="116890"/>
                  </a:cubicBezTo>
                  <a:cubicBezTo>
                    <a:pt x="82556" y="128099"/>
                    <a:pt x="86780" y="132818"/>
                    <a:pt x="96739" y="132818"/>
                  </a:cubicBezTo>
                  <a:cubicBezTo>
                    <a:pt x="110319" y="132818"/>
                    <a:pt x="118165" y="126624"/>
                    <a:pt x="138987" y="99487"/>
                  </a:cubicBezTo>
                  <a:lnTo>
                    <a:pt x="134762" y="95653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405CD3FA-49F9-E573-E898-6ABAAFF2F74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8015050" y="4948340"/>
              <a:ext cx="200677" cy="69021"/>
            </a:xfrm>
            <a:custGeom>
              <a:avLst/>
              <a:gdLst>
                <a:gd name="connsiteX0" fmla="*/ 190597 w 200677"/>
                <a:gd name="connsiteY0" fmla="*/ 11883 h 69021"/>
                <a:gd name="connsiteX1" fmla="*/ 200857 w 200677"/>
                <a:gd name="connsiteY1" fmla="*/ 5984 h 69021"/>
                <a:gd name="connsiteX2" fmla="*/ 190898 w 200677"/>
                <a:gd name="connsiteY2" fmla="*/ 85 h 69021"/>
                <a:gd name="connsiteX3" fmla="*/ 10138 w 200677"/>
                <a:gd name="connsiteY3" fmla="*/ 85 h 69021"/>
                <a:gd name="connsiteX4" fmla="*/ 180 w 200677"/>
                <a:gd name="connsiteY4" fmla="*/ 5984 h 69021"/>
                <a:gd name="connsiteX5" fmla="*/ 10440 w 200677"/>
                <a:gd name="connsiteY5" fmla="*/ 11883 h 69021"/>
                <a:gd name="connsiteX6" fmla="*/ 190597 w 200677"/>
                <a:gd name="connsiteY6" fmla="*/ 11883 h 69021"/>
                <a:gd name="connsiteX7" fmla="*/ 190898 w 200677"/>
                <a:gd name="connsiteY7" fmla="*/ 69106 h 69021"/>
                <a:gd name="connsiteX8" fmla="*/ 200857 w 200677"/>
                <a:gd name="connsiteY8" fmla="*/ 63207 h 69021"/>
                <a:gd name="connsiteX9" fmla="*/ 190597 w 200677"/>
                <a:gd name="connsiteY9" fmla="*/ 57308 h 69021"/>
                <a:gd name="connsiteX10" fmla="*/ 10440 w 200677"/>
                <a:gd name="connsiteY10" fmla="*/ 57308 h 69021"/>
                <a:gd name="connsiteX11" fmla="*/ 180 w 200677"/>
                <a:gd name="connsiteY11" fmla="*/ 63207 h 69021"/>
                <a:gd name="connsiteX12" fmla="*/ 10138 w 200677"/>
                <a:gd name="connsiteY12" fmla="*/ 69106 h 69021"/>
                <a:gd name="connsiteX13" fmla="*/ 190898 w 200677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677" h="69021">
                  <a:moveTo>
                    <a:pt x="190597" y="11883"/>
                  </a:moveTo>
                  <a:cubicBezTo>
                    <a:pt x="195123" y="11883"/>
                    <a:pt x="200857" y="11883"/>
                    <a:pt x="200857" y="5984"/>
                  </a:cubicBezTo>
                  <a:cubicBezTo>
                    <a:pt x="200857" y="85"/>
                    <a:pt x="195123" y="85"/>
                    <a:pt x="190898" y="85"/>
                  </a:cubicBezTo>
                  <a:lnTo>
                    <a:pt x="10138" y="85"/>
                  </a:lnTo>
                  <a:cubicBezTo>
                    <a:pt x="5913" y="85"/>
                    <a:pt x="180" y="85"/>
                    <a:pt x="180" y="5984"/>
                  </a:cubicBezTo>
                  <a:cubicBezTo>
                    <a:pt x="180" y="11883"/>
                    <a:pt x="5913" y="11883"/>
                    <a:pt x="10440" y="11883"/>
                  </a:cubicBezTo>
                  <a:lnTo>
                    <a:pt x="190597" y="11883"/>
                  </a:lnTo>
                  <a:close/>
                  <a:moveTo>
                    <a:pt x="190898" y="69106"/>
                  </a:moveTo>
                  <a:cubicBezTo>
                    <a:pt x="195123" y="69106"/>
                    <a:pt x="200857" y="69106"/>
                    <a:pt x="200857" y="63207"/>
                  </a:cubicBezTo>
                  <a:cubicBezTo>
                    <a:pt x="200857" y="57308"/>
                    <a:pt x="195123" y="57308"/>
                    <a:pt x="190597" y="57308"/>
                  </a:cubicBezTo>
                  <a:lnTo>
                    <a:pt x="10440" y="57308"/>
                  </a:lnTo>
                  <a:cubicBezTo>
                    <a:pt x="5913" y="57308"/>
                    <a:pt x="180" y="57308"/>
                    <a:pt x="180" y="63207"/>
                  </a:cubicBezTo>
                  <a:cubicBezTo>
                    <a:pt x="180" y="69106"/>
                    <a:pt x="5913" y="69106"/>
                    <a:pt x="10138" y="69106"/>
                  </a:cubicBezTo>
                  <a:lnTo>
                    <a:pt x="190898" y="69106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479B58F-0BA8-B0E5-89F8-ED84CFDD658C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8309866" y="4857196"/>
              <a:ext cx="129459" cy="205884"/>
            </a:xfrm>
            <a:custGeom>
              <a:avLst/>
              <a:gdLst>
                <a:gd name="connsiteX0" fmla="*/ 8941 w 129459"/>
                <a:gd name="connsiteY0" fmla="*/ 205969 h 205884"/>
                <a:gd name="connsiteX1" fmla="*/ 79857 w 129459"/>
                <a:gd name="connsiteY1" fmla="*/ 182077 h 205884"/>
                <a:gd name="connsiteX2" fmla="*/ 129649 w 129459"/>
                <a:gd name="connsiteY2" fmla="*/ 83264 h 205884"/>
                <a:gd name="connsiteX3" fmla="*/ 62958 w 129459"/>
                <a:gd name="connsiteY3" fmla="*/ 85 h 205884"/>
                <a:gd name="connsiteX4" fmla="*/ 189 w 129459"/>
                <a:gd name="connsiteY4" fmla="*/ 69696 h 205884"/>
                <a:gd name="connsiteX5" fmla="*/ 54508 w 129459"/>
                <a:gd name="connsiteY5" fmla="*/ 129574 h 205884"/>
                <a:gd name="connsiteX6" fmla="*/ 99774 w 129459"/>
                <a:gd name="connsiteY6" fmla="*/ 112761 h 205884"/>
                <a:gd name="connsiteX7" fmla="*/ 8036 w 129459"/>
                <a:gd name="connsiteY7" fmla="*/ 200070 h 205884"/>
                <a:gd name="connsiteX8" fmla="*/ 8941 w 129459"/>
                <a:gd name="connsiteY8" fmla="*/ 205969 h 205884"/>
                <a:gd name="connsiteX9" fmla="*/ 100377 w 129459"/>
                <a:gd name="connsiteY9" fmla="*/ 94768 h 205884"/>
                <a:gd name="connsiteX10" fmla="*/ 95851 w 129459"/>
                <a:gd name="connsiteY10" fmla="*/ 105977 h 205884"/>
                <a:gd name="connsiteX11" fmla="*/ 65372 w 129459"/>
                <a:gd name="connsiteY11" fmla="*/ 116890 h 205884"/>
                <a:gd name="connsiteX12" fmla="*/ 27952 w 129459"/>
                <a:gd name="connsiteY12" fmla="*/ 59667 h 205884"/>
                <a:gd name="connsiteX13" fmla="*/ 39118 w 129459"/>
                <a:gd name="connsiteY13" fmla="*/ 17488 h 205884"/>
                <a:gd name="connsiteX14" fmla="*/ 60544 w 129459"/>
                <a:gd name="connsiteY14" fmla="*/ 8344 h 205884"/>
                <a:gd name="connsiteX15" fmla="*/ 100377 w 129459"/>
                <a:gd name="connsiteY15" fmla="*/ 83264 h 205884"/>
                <a:gd name="connsiteX16" fmla="*/ 100377 w 129459"/>
                <a:gd name="connsiteY16" fmla="*/ 94768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459" h="205884">
                  <a:moveTo>
                    <a:pt x="8941" y="205969"/>
                  </a:moveTo>
                  <a:cubicBezTo>
                    <a:pt x="42739" y="202135"/>
                    <a:pt x="59336" y="196530"/>
                    <a:pt x="79857" y="182077"/>
                  </a:cubicBezTo>
                  <a:cubicBezTo>
                    <a:pt x="111241" y="159660"/>
                    <a:pt x="129649" y="123085"/>
                    <a:pt x="129649" y="83264"/>
                  </a:cubicBezTo>
                  <a:cubicBezTo>
                    <a:pt x="129649" y="34595"/>
                    <a:pt x="101886" y="85"/>
                    <a:pt x="62958" y="85"/>
                  </a:cubicBezTo>
                  <a:cubicBezTo>
                    <a:pt x="27047" y="85"/>
                    <a:pt x="189" y="29876"/>
                    <a:pt x="189" y="69696"/>
                  </a:cubicBezTo>
                  <a:cubicBezTo>
                    <a:pt x="189" y="105682"/>
                    <a:pt x="21917" y="129574"/>
                    <a:pt x="54508" y="129574"/>
                  </a:cubicBezTo>
                  <a:cubicBezTo>
                    <a:pt x="71106" y="129574"/>
                    <a:pt x="83780" y="124854"/>
                    <a:pt x="99774" y="112761"/>
                  </a:cubicBezTo>
                  <a:cubicBezTo>
                    <a:pt x="87401" y="160840"/>
                    <a:pt x="53905" y="192401"/>
                    <a:pt x="8036" y="200070"/>
                  </a:cubicBezTo>
                  <a:lnTo>
                    <a:pt x="8941" y="205969"/>
                  </a:lnTo>
                  <a:close/>
                  <a:moveTo>
                    <a:pt x="100377" y="94768"/>
                  </a:moveTo>
                  <a:cubicBezTo>
                    <a:pt x="100377" y="100667"/>
                    <a:pt x="99170" y="103322"/>
                    <a:pt x="95851" y="105977"/>
                  </a:cubicBezTo>
                  <a:cubicBezTo>
                    <a:pt x="87401" y="113056"/>
                    <a:pt x="76236" y="116890"/>
                    <a:pt x="65372" y="116890"/>
                  </a:cubicBezTo>
                  <a:cubicBezTo>
                    <a:pt x="42437" y="116890"/>
                    <a:pt x="27952" y="94768"/>
                    <a:pt x="27952" y="59667"/>
                  </a:cubicBezTo>
                  <a:cubicBezTo>
                    <a:pt x="27952" y="42854"/>
                    <a:pt x="32781" y="25157"/>
                    <a:pt x="39118" y="17488"/>
                  </a:cubicBezTo>
                  <a:cubicBezTo>
                    <a:pt x="44248" y="11588"/>
                    <a:pt x="51792" y="8344"/>
                    <a:pt x="60544" y="8344"/>
                  </a:cubicBezTo>
                  <a:cubicBezTo>
                    <a:pt x="86798" y="8344"/>
                    <a:pt x="100377" y="33711"/>
                    <a:pt x="100377" y="83264"/>
                  </a:cubicBezTo>
                  <a:lnTo>
                    <a:pt x="100377" y="94768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E8E19808-8F74-A6CD-D9C6-FCCE173F24F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8543379" y="4921203"/>
              <a:ext cx="89625" cy="138337"/>
            </a:xfrm>
            <a:custGeom>
              <a:avLst/>
              <a:gdLst>
                <a:gd name="connsiteX0" fmla="*/ 79864 w 89625"/>
                <a:gd name="connsiteY0" fmla="*/ 42854 h 138337"/>
                <a:gd name="connsiteX1" fmla="*/ 78657 w 89625"/>
                <a:gd name="connsiteY1" fmla="*/ 2739 h 138337"/>
                <a:gd name="connsiteX2" fmla="*/ 75338 w 89625"/>
                <a:gd name="connsiteY2" fmla="*/ 2739 h 138337"/>
                <a:gd name="connsiteX3" fmla="*/ 74734 w 89625"/>
                <a:gd name="connsiteY3" fmla="*/ 3329 h 138337"/>
                <a:gd name="connsiteX4" fmla="*/ 70509 w 89625"/>
                <a:gd name="connsiteY4" fmla="*/ 5689 h 138337"/>
                <a:gd name="connsiteX5" fmla="*/ 62362 w 89625"/>
                <a:gd name="connsiteY5" fmla="*/ 3624 h 138337"/>
                <a:gd name="connsiteX6" fmla="*/ 41238 w 89625"/>
                <a:gd name="connsiteY6" fmla="*/ 85 h 138337"/>
                <a:gd name="connsiteX7" fmla="*/ 197 w 89625"/>
                <a:gd name="connsiteY7" fmla="*/ 36365 h 138337"/>
                <a:gd name="connsiteX8" fmla="*/ 35504 w 89625"/>
                <a:gd name="connsiteY8" fmla="*/ 78840 h 138337"/>
                <a:gd name="connsiteX9" fmla="*/ 53007 w 89625"/>
                <a:gd name="connsiteY9" fmla="*/ 88574 h 138337"/>
                <a:gd name="connsiteX10" fmla="*/ 68699 w 89625"/>
                <a:gd name="connsiteY10" fmla="*/ 110696 h 138337"/>
                <a:gd name="connsiteX11" fmla="*/ 43652 w 89625"/>
                <a:gd name="connsiteY11" fmla="*/ 131933 h 138337"/>
                <a:gd name="connsiteX12" fmla="*/ 18303 w 89625"/>
                <a:gd name="connsiteY12" fmla="*/ 121610 h 138337"/>
                <a:gd name="connsiteX13" fmla="*/ 5327 w 89625"/>
                <a:gd name="connsiteY13" fmla="*/ 90639 h 138337"/>
                <a:gd name="connsiteX14" fmla="*/ 499 w 89625"/>
                <a:gd name="connsiteY14" fmla="*/ 90639 h 138337"/>
                <a:gd name="connsiteX15" fmla="*/ 499 w 89625"/>
                <a:gd name="connsiteY15" fmla="*/ 136653 h 138337"/>
                <a:gd name="connsiteX16" fmla="*/ 4422 w 89625"/>
                <a:gd name="connsiteY16" fmla="*/ 136653 h 138337"/>
                <a:gd name="connsiteX17" fmla="*/ 11362 w 89625"/>
                <a:gd name="connsiteY17" fmla="*/ 133113 h 138337"/>
                <a:gd name="connsiteX18" fmla="*/ 25244 w 89625"/>
                <a:gd name="connsiteY18" fmla="*/ 135473 h 138337"/>
                <a:gd name="connsiteX19" fmla="*/ 47273 w 89625"/>
                <a:gd name="connsiteY19" fmla="*/ 138423 h 138337"/>
                <a:gd name="connsiteX20" fmla="*/ 89823 w 89625"/>
                <a:gd name="connsiteY20" fmla="*/ 100667 h 138337"/>
                <a:gd name="connsiteX21" fmla="*/ 64474 w 89625"/>
                <a:gd name="connsiteY21" fmla="*/ 65567 h 138337"/>
                <a:gd name="connsiteX22" fmla="*/ 31883 w 89625"/>
                <a:gd name="connsiteY22" fmla="*/ 46689 h 138337"/>
                <a:gd name="connsiteX23" fmla="*/ 18907 w 89625"/>
                <a:gd name="connsiteY23" fmla="*/ 26631 h 138337"/>
                <a:gd name="connsiteX24" fmla="*/ 42143 w 89625"/>
                <a:gd name="connsiteY24" fmla="*/ 6574 h 138337"/>
                <a:gd name="connsiteX25" fmla="*/ 75338 w 89625"/>
                <a:gd name="connsiteY25" fmla="*/ 42854 h 138337"/>
                <a:gd name="connsiteX26" fmla="*/ 79864 w 89625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25" h="138337">
                  <a:moveTo>
                    <a:pt x="79864" y="42854"/>
                  </a:moveTo>
                  <a:lnTo>
                    <a:pt x="78657" y="2739"/>
                  </a:lnTo>
                  <a:lnTo>
                    <a:pt x="75338" y="2739"/>
                  </a:lnTo>
                  <a:lnTo>
                    <a:pt x="74734" y="3329"/>
                  </a:lnTo>
                  <a:cubicBezTo>
                    <a:pt x="72018" y="5394"/>
                    <a:pt x="71717" y="5689"/>
                    <a:pt x="70509" y="5689"/>
                  </a:cubicBezTo>
                  <a:cubicBezTo>
                    <a:pt x="68699" y="5689"/>
                    <a:pt x="65681" y="5099"/>
                    <a:pt x="62362" y="3624"/>
                  </a:cubicBezTo>
                  <a:cubicBezTo>
                    <a:pt x="55723" y="1265"/>
                    <a:pt x="49084" y="85"/>
                    <a:pt x="41238" y="85"/>
                  </a:cubicBezTo>
                  <a:cubicBezTo>
                    <a:pt x="17398" y="85"/>
                    <a:pt x="197" y="15128"/>
                    <a:pt x="197" y="36365"/>
                  </a:cubicBezTo>
                  <a:cubicBezTo>
                    <a:pt x="197" y="52883"/>
                    <a:pt x="9854" y="64682"/>
                    <a:pt x="35504" y="78840"/>
                  </a:cubicBezTo>
                  <a:lnTo>
                    <a:pt x="53007" y="88574"/>
                  </a:lnTo>
                  <a:cubicBezTo>
                    <a:pt x="63569" y="94473"/>
                    <a:pt x="68699" y="101552"/>
                    <a:pt x="68699" y="110696"/>
                  </a:cubicBezTo>
                  <a:cubicBezTo>
                    <a:pt x="68699" y="123674"/>
                    <a:pt x="59042" y="131933"/>
                    <a:pt x="43652" y="131933"/>
                  </a:cubicBezTo>
                  <a:cubicBezTo>
                    <a:pt x="33392" y="131933"/>
                    <a:pt x="24037" y="128099"/>
                    <a:pt x="18303" y="121610"/>
                  </a:cubicBezTo>
                  <a:cubicBezTo>
                    <a:pt x="11966" y="114236"/>
                    <a:pt x="9250" y="107451"/>
                    <a:pt x="5327" y="90639"/>
                  </a:cubicBezTo>
                  <a:lnTo>
                    <a:pt x="499" y="90639"/>
                  </a:lnTo>
                  <a:lnTo>
                    <a:pt x="499" y="136653"/>
                  </a:lnTo>
                  <a:lnTo>
                    <a:pt x="4422" y="136653"/>
                  </a:lnTo>
                  <a:cubicBezTo>
                    <a:pt x="6534" y="133703"/>
                    <a:pt x="7741" y="133113"/>
                    <a:pt x="11362" y="133113"/>
                  </a:cubicBezTo>
                  <a:cubicBezTo>
                    <a:pt x="14078" y="133113"/>
                    <a:pt x="18303" y="133703"/>
                    <a:pt x="25244" y="135473"/>
                  </a:cubicBezTo>
                  <a:cubicBezTo>
                    <a:pt x="33693" y="137243"/>
                    <a:pt x="41841" y="138423"/>
                    <a:pt x="47273" y="138423"/>
                  </a:cubicBezTo>
                  <a:cubicBezTo>
                    <a:pt x="70509" y="138423"/>
                    <a:pt x="89823" y="121315"/>
                    <a:pt x="89823" y="100667"/>
                  </a:cubicBezTo>
                  <a:cubicBezTo>
                    <a:pt x="89823" y="85919"/>
                    <a:pt x="82580" y="76185"/>
                    <a:pt x="64474" y="65567"/>
                  </a:cubicBezTo>
                  <a:lnTo>
                    <a:pt x="31883" y="46689"/>
                  </a:lnTo>
                  <a:cubicBezTo>
                    <a:pt x="23433" y="41970"/>
                    <a:pt x="18907" y="34595"/>
                    <a:pt x="18907" y="26631"/>
                  </a:cubicBezTo>
                  <a:cubicBezTo>
                    <a:pt x="18907" y="14833"/>
                    <a:pt x="28262" y="6574"/>
                    <a:pt x="42143" y="6574"/>
                  </a:cubicBezTo>
                  <a:cubicBezTo>
                    <a:pt x="59344" y="6574"/>
                    <a:pt x="68397" y="16603"/>
                    <a:pt x="75338" y="42854"/>
                  </a:cubicBezTo>
                  <a:lnTo>
                    <a:pt x="79864" y="4285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8B5D93E5-129F-C1E7-D4AC-75715FDC05EF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8649738" y="4885807"/>
              <a:ext cx="80270" cy="173733"/>
            </a:xfrm>
            <a:custGeom>
              <a:avLst/>
              <a:gdLst>
                <a:gd name="connsiteX0" fmla="*/ 73229 w 80270"/>
                <a:gd name="connsiteY0" fmla="*/ 38135 h 173733"/>
                <a:gd name="connsiteX1" fmla="*/ 42750 w 80270"/>
                <a:gd name="connsiteY1" fmla="*/ 38135 h 173733"/>
                <a:gd name="connsiteX2" fmla="*/ 42750 w 80270"/>
                <a:gd name="connsiteY2" fmla="*/ 3919 h 173733"/>
                <a:gd name="connsiteX3" fmla="*/ 40638 w 80270"/>
                <a:gd name="connsiteY3" fmla="*/ 85 h 173733"/>
                <a:gd name="connsiteX4" fmla="*/ 34603 w 80270"/>
                <a:gd name="connsiteY4" fmla="*/ 8344 h 173733"/>
                <a:gd name="connsiteX5" fmla="*/ 5331 w 80270"/>
                <a:gd name="connsiteY5" fmla="*/ 39905 h 173733"/>
                <a:gd name="connsiteX6" fmla="*/ 201 w 80270"/>
                <a:gd name="connsiteY6" fmla="*/ 45509 h 173733"/>
                <a:gd name="connsiteX7" fmla="*/ 1408 w 80270"/>
                <a:gd name="connsiteY7" fmla="*/ 47574 h 173733"/>
                <a:gd name="connsiteX8" fmla="*/ 17402 w 80270"/>
                <a:gd name="connsiteY8" fmla="*/ 47574 h 173733"/>
                <a:gd name="connsiteX9" fmla="*/ 17402 w 80270"/>
                <a:gd name="connsiteY9" fmla="*/ 136358 h 173733"/>
                <a:gd name="connsiteX10" fmla="*/ 44259 w 80270"/>
                <a:gd name="connsiteY10" fmla="*/ 173818 h 173733"/>
                <a:gd name="connsiteX11" fmla="*/ 80472 w 80270"/>
                <a:gd name="connsiteY11" fmla="*/ 151401 h 173733"/>
                <a:gd name="connsiteX12" fmla="*/ 76549 w 80270"/>
                <a:gd name="connsiteY12" fmla="*/ 148156 h 173733"/>
                <a:gd name="connsiteX13" fmla="*/ 58443 w 80270"/>
                <a:gd name="connsiteY13" fmla="*/ 158480 h 173733"/>
                <a:gd name="connsiteX14" fmla="*/ 42750 w 80270"/>
                <a:gd name="connsiteY14" fmla="*/ 131933 h 173733"/>
                <a:gd name="connsiteX15" fmla="*/ 42750 w 80270"/>
                <a:gd name="connsiteY15" fmla="*/ 47574 h 173733"/>
                <a:gd name="connsiteX16" fmla="*/ 73229 w 80270"/>
                <a:gd name="connsiteY16" fmla="*/ 47574 h 173733"/>
                <a:gd name="connsiteX17" fmla="*/ 73229 w 80270"/>
                <a:gd name="connsiteY17" fmla="*/ 38135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270" h="173733">
                  <a:moveTo>
                    <a:pt x="73229" y="38135"/>
                  </a:moveTo>
                  <a:lnTo>
                    <a:pt x="42750" y="38135"/>
                  </a:lnTo>
                  <a:lnTo>
                    <a:pt x="42750" y="3919"/>
                  </a:lnTo>
                  <a:cubicBezTo>
                    <a:pt x="42750" y="970"/>
                    <a:pt x="42449" y="85"/>
                    <a:pt x="40638" y="85"/>
                  </a:cubicBezTo>
                  <a:cubicBezTo>
                    <a:pt x="38526" y="2739"/>
                    <a:pt x="36715" y="5394"/>
                    <a:pt x="34603" y="8344"/>
                  </a:cubicBezTo>
                  <a:cubicBezTo>
                    <a:pt x="23135" y="24567"/>
                    <a:pt x="10159" y="38725"/>
                    <a:pt x="5331" y="39905"/>
                  </a:cubicBezTo>
                  <a:cubicBezTo>
                    <a:pt x="2011" y="41970"/>
                    <a:pt x="201" y="44034"/>
                    <a:pt x="201" y="45509"/>
                  </a:cubicBezTo>
                  <a:cubicBezTo>
                    <a:pt x="201" y="46394"/>
                    <a:pt x="503" y="46984"/>
                    <a:pt x="1408" y="47574"/>
                  </a:cubicBezTo>
                  <a:lnTo>
                    <a:pt x="17402" y="47574"/>
                  </a:lnTo>
                  <a:lnTo>
                    <a:pt x="17402" y="136358"/>
                  </a:lnTo>
                  <a:cubicBezTo>
                    <a:pt x="17402" y="161135"/>
                    <a:pt x="26455" y="173818"/>
                    <a:pt x="44259" y="173818"/>
                  </a:cubicBezTo>
                  <a:cubicBezTo>
                    <a:pt x="59046" y="173818"/>
                    <a:pt x="70513" y="166739"/>
                    <a:pt x="80472" y="151401"/>
                  </a:cubicBezTo>
                  <a:lnTo>
                    <a:pt x="76549" y="148156"/>
                  </a:lnTo>
                  <a:cubicBezTo>
                    <a:pt x="70212" y="155531"/>
                    <a:pt x="65082" y="158480"/>
                    <a:pt x="58443" y="158480"/>
                  </a:cubicBezTo>
                  <a:cubicBezTo>
                    <a:pt x="47277" y="158480"/>
                    <a:pt x="42750" y="150516"/>
                    <a:pt x="42750" y="131933"/>
                  </a:cubicBezTo>
                  <a:lnTo>
                    <a:pt x="42750" y="47574"/>
                  </a:lnTo>
                  <a:lnTo>
                    <a:pt x="73229" y="47574"/>
                  </a:lnTo>
                  <a:lnTo>
                    <a:pt x="73229" y="38135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B448981C-A865-CA93-B70E-F6203DE54C28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8731528" y="4920908"/>
              <a:ext cx="99584" cy="135683"/>
            </a:xfrm>
            <a:custGeom>
              <a:avLst/>
              <a:gdLst>
                <a:gd name="connsiteX0" fmla="*/ 807 w 99584"/>
                <a:gd name="connsiteY0" fmla="*/ 20732 h 135683"/>
                <a:gd name="connsiteX1" fmla="*/ 11369 w 99584"/>
                <a:gd name="connsiteY1" fmla="*/ 19552 h 135683"/>
                <a:gd name="connsiteX2" fmla="*/ 21629 w 99584"/>
                <a:gd name="connsiteY2" fmla="*/ 37250 h 135683"/>
                <a:gd name="connsiteX3" fmla="*/ 21629 w 99584"/>
                <a:gd name="connsiteY3" fmla="*/ 110991 h 135683"/>
                <a:gd name="connsiteX4" fmla="*/ 204 w 99584"/>
                <a:gd name="connsiteY4" fmla="*/ 131344 h 135683"/>
                <a:gd name="connsiteX5" fmla="*/ 204 w 99584"/>
                <a:gd name="connsiteY5" fmla="*/ 135768 h 135683"/>
                <a:gd name="connsiteX6" fmla="*/ 72629 w 99584"/>
                <a:gd name="connsiteY6" fmla="*/ 135768 h 135683"/>
                <a:gd name="connsiteX7" fmla="*/ 72629 w 99584"/>
                <a:gd name="connsiteY7" fmla="*/ 131344 h 135683"/>
                <a:gd name="connsiteX8" fmla="*/ 46978 w 99584"/>
                <a:gd name="connsiteY8" fmla="*/ 109221 h 135683"/>
                <a:gd name="connsiteX9" fmla="*/ 46978 w 99584"/>
                <a:gd name="connsiteY9" fmla="*/ 42854 h 135683"/>
                <a:gd name="connsiteX10" fmla="*/ 68102 w 99584"/>
                <a:gd name="connsiteY10" fmla="*/ 18667 h 135683"/>
                <a:gd name="connsiteX11" fmla="*/ 75948 w 99584"/>
                <a:gd name="connsiteY11" fmla="*/ 23092 h 135683"/>
                <a:gd name="connsiteX12" fmla="*/ 88019 w 99584"/>
                <a:gd name="connsiteY12" fmla="*/ 28991 h 135683"/>
                <a:gd name="connsiteX13" fmla="*/ 99788 w 99584"/>
                <a:gd name="connsiteY13" fmla="*/ 15718 h 135683"/>
                <a:gd name="connsiteX14" fmla="*/ 83190 w 99584"/>
                <a:gd name="connsiteY14" fmla="*/ 85 h 135683"/>
                <a:gd name="connsiteX15" fmla="*/ 46978 w 99584"/>
                <a:gd name="connsiteY15" fmla="*/ 27811 h 135683"/>
                <a:gd name="connsiteX16" fmla="*/ 46978 w 99584"/>
                <a:gd name="connsiteY16" fmla="*/ 675 h 135683"/>
                <a:gd name="connsiteX17" fmla="*/ 45469 w 99584"/>
                <a:gd name="connsiteY17" fmla="*/ 85 h 135683"/>
                <a:gd name="connsiteX18" fmla="*/ 807 w 99584"/>
                <a:gd name="connsiteY18" fmla="*/ 16013 h 135683"/>
                <a:gd name="connsiteX19" fmla="*/ 807 w 99584"/>
                <a:gd name="connsiteY19" fmla="*/ 2073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584" h="135683">
                  <a:moveTo>
                    <a:pt x="807" y="20732"/>
                  </a:moveTo>
                  <a:cubicBezTo>
                    <a:pt x="5032" y="19847"/>
                    <a:pt x="7748" y="19552"/>
                    <a:pt x="11369" y="19552"/>
                  </a:cubicBezTo>
                  <a:cubicBezTo>
                    <a:pt x="18913" y="19552"/>
                    <a:pt x="21629" y="24272"/>
                    <a:pt x="21629" y="37250"/>
                  </a:cubicBezTo>
                  <a:lnTo>
                    <a:pt x="21629" y="110991"/>
                  </a:lnTo>
                  <a:cubicBezTo>
                    <a:pt x="21629" y="125739"/>
                    <a:pt x="19517" y="127804"/>
                    <a:pt x="204" y="131344"/>
                  </a:cubicBezTo>
                  <a:lnTo>
                    <a:pt x="204" y="135768"/>
                  </a:lnTo>
                  <a:lnTo>
                    <a:pt x="72629" y="135768"/>
                  </a:lnTo>
                  <a:lnTo>
                    <a:pt x="72629" y="131344"/>
                  </a:lnTo>
                  <a:cubicBezTo>
                    <a:pt x="52108" y="130459"/>
                    <a:pt x="46978" y="126034"/>
                    <a:pt x="46978" y="109221"/>
                  </a:cubicBezTo>
                  <a:lnTo>
                    <a:pt x="46978" y="42854"/>
                  </a:lnTo>
                  <a:cubicBezTo>
                    <a:pt x="46978" y="33416"/>
                    <a:pt x="59954" y="18667"/>
                    <a:pt x="68102" y="18667"/>
                  </a:cubicBezTo>
                  <a:cubicBezTo>
                    <a:pt x="69913" y="18667"/>
                    <a:pt x="72629" y="20142"/>
                    <a:pt x="75948" y="23092"/>
                  </a:cubicBezTo>
                  <a:cubicBezTo>
                    <a:pt x="80776" y="27221"/>
                    <a:pt x="84096" y="28991"/>
                    <a:pt x="88019" y="28991"/>
                  </a:cubicBezTo>
                  <a:cubicBezTo>
                    <a:pt x="95261" y="28991"/>
                    <a:pt x="99788" y="23977"/>
                    <a:pt x="99788" y="15718"/>
                  </a:cubicBezTo>
                  <a:cubicBezTo>
                    <a:pt x="99788" y="5984"/>
                    <a:pt x="93451" y="85"/>
                    <a:pt x="83190" y="85"/>
                  </a:cubicBezTo>
                  <a:cubicBezTo>
                    <a:pt x="70516" y="85"/>
                    <a:pt x="61765" y="6869"/>
                    <a:pt x="46978" y="27811"/>
                  </a:cubicBezTo>
                  <a:lnTo>
                    <a:pt x="46978" y="675"/>
                  </a:lnTo>
                  <a:lnTo>
                    <a:pt x="45469" y="85"/>
                  </a:lnTo>
                  <a:cubicBezTo>
                    <a:pt x="29475" y="6574"/>
                    <a:pt x="18612" y="10408"/>
                    <a:pt x="807" y="16013"/>
                  </a:cubicBezTo>
                  <a:lnTo>
                    <a:pt x="807" y="20732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2BFBACCD-086D-BF6A-6EB2-A7AC6249626E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8835712" y="4855131"/>
              <a:ext cx="71519" cy="201460"/>
            </a:xfrm>
            <a:custGeom>
              <a:avLst/>
              <a:gdLst>
                <a:gd name="connsiteX0" fmla="*/ 48188 w 71519"/>
                <a:gd name="connsiteY0" fmla="*/ 65862 h 201460"/>
                <a:gd name="connsiteX1" fmla="*/ 1414 w 71519"/>
                <a:gd name="connsiteY1" fmla="*/ 82085 h 201460"/>
                <a:gd name="connsiteX2" fmla="*/ 1414 w 71519"/>
                <a:gd name="connsiteY2" fmla="*/ 86509 h 201460"/>
                <a:gd name="connsiteX3" fmla="*/ 3828 w 71519"/>
                <a:gd name="connsiteY3" fmla="*/ 86214 h 201460"/>
                <a:gd name="connsiteX4" fmla="*/ 14088 w 71519"/>
                <a:gd name="connsiteY4" fmla="*/ 85329 h 201460"/>
                <a:gd name="connsiteX5" fmla="*/ 24047 w 71519"/>
                <a:gd name="connsiteY5" fmla="*/ 103027 h 201460"/>
                <a:gd name="connsiteX6" fmla="*/ 24047 w 71519"/>
                <a:gd name="connsiteY6" fmla="*/ 171459 h 201460"/>
                <a:gd name="connsiteX7" fmla="*/ 207 w 71519"/>
                <a:gd name="connsiteY7" fmla="*/ 197120 h 201460"/>
                <a:gd name="connsiteX8" fmla="*/ 207 w 71519"/>
                <a:gd name="connsiteY8" fmla="*/ 201545 h 201460"/>
                <a:gd name="connsiteX9" fmla="*/ 71727 w 71519"/>
                <a:gd name="connsiteY9" fmla="*/ 201545 h 201460"/>
                <a:gd name="connsiteX10" fmla="*/ 71727 w 71519"/>
                <a:gd name="connsiteY10" fmla="*/ 197120 h 201460"/>
                <a:gd name="connsiteX11" fmla="*/ 49395 w 71519"/>
                <a:gd name="connsiteY11" fmla="*/ 171459 h 201460"/>
                <a:gd name="connsiteX12" fmla="*/ 49395 w 71519"/>
                <a:gd name="connsiteY12" fmla="*/ 66746 h 201460"/>
                <a:gd name="connsiteX13" fmla="*/ 48188 w 71519"/>
                <a:gd name="connsiteY13" fmla="*/ 65862 h 201460"/>
                <a:gd name="connsiteX14" fmla="*/ 34005 w 71519"/>
                <a:gd name="connsiteY14" fmla="*/ 85 h 201460"/>
                <a:gd name="connsiteX15" fmla="*/ 18917 w 71519"/>
                <a:gd name="connsiteY15" fmla="*/ 15128 h 201460"/>
                <a:gd name="connsiteX16" fmla="*/ 34005 w 71519"/>
                <a:gd name="connsiteY16" fmla="*/ 30171 h 201460"/>
                <a:gd name="connsiteX17" fmla="*/ 49697 w 71519"/>
                <a:gd name="connsiteY17" fmla="*/ 15128 h 201460"/>
                <a:gd name="connsiteX18" fmla="*/ 34005 w 71519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19" h="201460">
                  <a:moveTo>
                    <a:pt x="48188" y="65862"/>
                  </a:moveTo>
                  <a:lnTo>
                    <a:pt x="1414" y="82085"/>
                  </a:lnTo>
                  <a:lnTo>
                    <a:pt x="1414" y="86509"/>
                  </a:lnTo>
                  <a:lnTo>
                    <a:pt x="3828" y="86214"/>
                  </a:lnTo>
                  <a:cubicBezTo>
                    <a:pt x="7449" y="85624"/>
                    <a:pt x="11372" y="85329"/>
                    <a:pt x="14088" y="85329"/>
                  </a:cubicBezTo>
                  <a:cubicBezTo>
                    <a:pt x="21331" y="85329"/>
                    <a:pt x="24047" y="90049"/>
                    <a:pt x="24047" y="103027"/>
                  </a:cubicBezTo>
                  <a:lnTo>
                    <a:pt x="24047" y="171459"/>
                  </a:lnTo>
                  <a:cubicBezTo>
                    <a:pt x="24047" y="192696"/>
                    <a:pt x="21029" y="195941"/>
                    <a:pt x="207" y="197120"/>
                  </a:cubicBezTo>
                  <a:lnTo>
                    <a:pt x="207" y="201545"/>
                  </a:lnTo>
                  <a:lnTo>
                    <a:pt x="71727" y="201545"/>
                  </a:lnTo>
                  <a:lnTo>
                    <a:pt x="71727" y="197120"/>
                  </a:lnTo>
                  <a:cubicBezTo>
                    <a:pt x="51810" y="195646"/>
                    <a:pt x="49395" y="192696"/>
                    <a:pt x="49395" y="171459"/>
                  </a:cubicBezTo>
                  <a:lnTo>
                    <a:pt x="49395" y="66746"/>
                  </a:lnTo>
                  <a:lnTo>
                    <a:pt x="48188" y="65862"/>
                  </a:lnTo>
                  <a:close/>
                  <a:moveTo>
                    <a:pt x="34005" y="85"/>
                  </a:moveTo>
                  <a:cubicBezTo>
                    <a:pt x="25857" y="85"/>
                    <a:pt x="18917" y="6869"/>
                    <a:pt x="18917" y="15128"/>
                  </a:cubicBezTo>
                  <a:cubicBezTo>
                    <a:pt x="18917" y="23387"/>
                    <a:pt x="25556" y="30171"/>
                    <a:pt x="34005" y="30171"/>
                  </a:cubicBezTo>
                  <a:cubicBezTo>
                    <a:pt x="42757" y="30171"/>
                    <a:pt x="49697" y="23682"/>
                    <a:pt x="49697" y="15128"/>
                  </a:cubicBezTo>
                  <a:cubicBezTo>
                    <a:pt x="49697" y="6869"/>
                    <a:pt x="42757" y="85"/>
                    <a:pt x="34005" y="85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94894DAE-084C-CB62-BEBE-24DC52EAA14C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8916597" y="4920908"/>
              <a:ext cx="140323" cy="199690"/>
            </a:xfrm>
            <a:custGeom>
              <a:avLst/>
              <a:gdLst>
                <a:gd name="connsiteX0" fmla="*/ 1417 w 140323"/>
                <a:gd name="connsiteY0" fmla="*/ 19847 h 199690"/>
                <a:gd name="connsiteX1" fmla="*/ 8961 w 140323"/>
                <a:gd name="connsiteY1" fmla="*/ 19552 h 199690"/>
                <a:gd name="connsiteX2" fmla="*/ 21334 w 140323"/>
                <a:gd name="connsiteY2" fmla="*/ 36365 h 199690"/>
                <a:gd name="connsiteX3" fmla="*/ 21334 w 140323"/>
                <a:gd name="connsiteY3" fmla="*/ 174408 h 199690"/>
                <a:gd name="connsiteX4" fmla="*/ 210 w 140323"/>
                <a:gd name="connsiteY4" fmla="*/ 194761 h 199690"/>
                <a:gd name="connsiteX5" fmla="*/ 210 w 140323"/>
                <a:gd name="connsiteY5" fmla="*/ 199775 h 199690"/>
                <a:gd name="connsiteX6" fmla="*/ 73238 w 140323"/>
                <a:gd name="connsiteY6" fmla="*/ 199775 h 199690"/>
                <a:gd name="connsiteX7" fmla="*/ 73238 w 140323"/>
                <a:gd name="connsiteY7" fmla="*/ 194466 h 199690"/>
                <a:gd name="connsiteX8" fmla="*/ 46682 w 140323"/>
                <a:gd name="connsiteY8" fmla="*/ 172343 h 199690"/>
                <a:gd name="connsiteX9" fmla="*/ 46682 w 140323"/>
                <a:gd name="connsiteY9" fmla="*/ 126034 h 199690"/>
                <a:gd name="connsiteX10" fmla="*/ 77161 w 140323"/>
                <a:gd name="connsiteY10" fmla="*/ 138718 h 199690"/>
                <a:gd name="connsiteX11" fmla="*/ 140533 w 140323"/>
                <a:gd name="connsiteY11" fmla="*/ 62912 h 199690"/>
                <a:gd name="connsiteX12" fmla="*/ 90137 w 140323"/>
                <a:gd name="connsiteY12" fmla="*/ 85 h 199690"/>
                <a:gd name="connsiteX13" fmla="*/ 46682 w 140323"/>
                <a:gd name="connsiteY13" fmla="*/ 23387 h 199690"/>
                <a:gd name="connsiteX14" fmla="*/ 46682 w 140323"/>
                <a:gd name="connsiteY14" fmla="*/ 675 h 199690"/>
                <a:gd name="connsiteX15" fmla="*/ 44872 w 140323"/>
                <a:gd name="connsiteY15" fmla="*/ 85 h 199690"/>
                <a:gd name="connsiteX16" fmla="*/ 1417 w 140323"/>
                <a:gd name="connsiteY16" fmla="*/ 15128 h 199690"/>
                <a:gd name="connsiteX17" fmla="*/ 1417 w 140323"/>
                <a:gd name="connsiteY17" fmla="*/ 19847 h 199690"/>
                <a:gd name="connsiteX18" fmla="*/ 46682 w 140323"/>
                <a:gd name="connsiteY18" fmla="*/ 37250 h 199690"/>
                <a:gd name="connsiteX19" fmla="*/ 77463 w 140323"/>
                <a:gd name="connsiteY19" fmla="*/ 17782 h 199690"/>
                <a:gd name="connsiteX20" fmla="*/ 114581 w 140323"/>
                <a:gd name="connsiteY20" fmla="*/ 74416 h 199690"/>
                <a:gd name="connsiteX21" fmla="*/ 78066 w 140323"/>
                <a:gd name="connsiteY21" fmla="*/ 129279 h 199690"/>
                <a:gd name="connsiteX22" fmla="*/ 46682 w 140323"/>
                <a:gd name="connsiteY22" fmla="*/ 109811 h 199690"/>
                <a:gd name="connsiteX23" fmla="*/ 46682 w 140323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323" h="199690">
                  <a:moveTo>
                    <a:pt x="1417" y="19847"/>
                  </a:moveTo>
                  <a:cubicBezTo>
                    <a:pt x="4133" y="19552"/>
                    <a:pt x="6245" y="19552"/>
                    <a:pt x="8961" y="19552"/>
                  </a:cubicBezTo>
                  <a:cubicBezTo>
                    <a:pt x="19221" y="19552"/>
                    <a:pt x="21334" y="22502"/>
                    <a:pt x="21334" y="36365"/>
                  </a:cubicBezTo>
                  <a:lnTo>
                    <a:pt x="21334" y="174408"/>
                  </a:lnTo>
                  <a:cubicBezTo>
                    <a:pt x="21334" y="189746"/>
                    <a:pt x="18014" y="192991"/>
                    <a:pt x="210" y="194761"/>
                  </a:cubicBezTo>
                  <a:lnTo>
                    <a:pt x="210" y="199775"/>
                  </a:lnTo>
                  <a:lnTo>
                    <a:pt x="73238" y="199775"/>
                  </a:lnTo>
                  <a:lnTo>
                    <a:pt x="73238" y="194466"/>
                  </a:lnTo>
                  <a:cubicBezTo>
                    <a:pt x="50605" y="194171"/>
                    <a:pt x="46682" y="190926"/>
                    <a:pt x="46682" y="172343"/>
                  </a:cubicBezTo>
                  <a:lnTo>
                    <a:pt x="46682" y="126034"/>
                  </a:lnTo>
                  <a:cubicBezTo>
                    <a:pt x="57244" y="135768"/>
                    <a:pt x="64487" y="138718"/>
                    <a:pt x="77161" y="138718"/>
                  </a:cubicBezTo>
                  <a:cubicBezTo>
                    <a:pt x="112770" y="138718"/>
                    <a:pt x="140533" y="105682"/>
                    <a:pt x="140533" y="62912"/>
                  </a:cubicBezTo>
                  <a:cubicBezTo>
                    <a:pt x="140533" y="26336"/>
                    <a:pt x="119409" y="85"/>
                    <a:pt x="90137" y="85"/>
                  </a:cubicBezTo>
                  <a:cubicBezTo>
                    <a:pt x="73238" y="85"/>
                    <a:pt x="59960" y="7459"/>
                    <a:pt x="46682" y="23387"/>
                  </a:cubicBezTo>
                  <a:lnTo>
                    <a:pt x="46682" y="675"/>
                  </a:lnTo>
                  <a:lnTo>
                    <a:pt x="44872" y="85"/>
                  </a:lnTo>
                  <a:cubicBezTo>
                    <a:pt x="28576" y="6279"/>
                    <a:pt x="18014" y="10113"/>
                    <a:pt x="1417" y="15128"/>
                  </a:cubicBezTo>
                  <a:lnTo>
                    <a:pt x="1417" y="19847"/>
                  </a:lnTo>
                  <a:close/>
                  <a:moveTo>
                    <a:pt x="46682" y="37250"/>
                  </a:moveTo>
                  <a:cubicBezTo>
                    <a:pt x="46682" y="28401"/>
                    <a:pt x="63581" y="17782"/>
                    <a:pt x="77463" y="17782"/>
                  </a:cubicBezTo>
                  <a:cubicBezTo>
                    <a:pt x="99794" y="17782"/>
                    <a:pt x="114581" y="40200"/>
                    <a:pt x="114581" y="74416"/>
                  </a:cubicBezTo>
                  <a:cubicBezTo>
                    <a:pt x="114581" y="107156"/>
                    <a:pt x="99794" y="129279"/>
                    <a:pt x="78066" y="129279"/>
                  </a:cubicBezTo>
                  <a:cubicBezTo>
                    <a:pt x="63883" y="129279"/>
                    <a:pt x="46682" y="118660"/>
                    <a:pt x="46682" y="109811"/>
                  </a:cubicBezTo>
                  <a:lnTo>
                    <a:pt x="46682" y="37250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0567FD34-9FFF-0521-B76F-1FA05B204301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9081929" y="4921203"/>
              <a:ext cx="89625" cy="138337"/>
            </a:xfrm>
            <a:custGeom>
              <a:avLst/>
              <a:gdLst>
                <a:gd name="connsiteX0" fmla="*/ 79882 w 89625"/>
                <a:gd name="connsiteY0" fmla="*/ 42854 h 138337"/>
                <a:gd name="connsiteX1" fmla="*/ 78675 w 89625"/>
                <a:gd name="connsiteY1" fmla="*/ 2739 h 138337"/>
                <a:gd name="connsiteX2" fmla="*/ 75356 w 89625"/>
                <a:gd name="connsiteY2" fmla="*/ 2739 h 138337"/>
                <a:gd name="connsiteX3" fmla="*/ 74752 w 89625"/>
                <a:gd name="connsiteY3" fmla="*/ 3329 h 138337"/>
                <a:gd name="connsiteX4" fmla="*/ 70527 w 89625"/>
                <a:gd name="connsiteY4" fmla="*/ 5689 h 138337"/>
                <a:gd name="connsiteX5" fmla="*/ 62379 w 89625"/>
                <a:gd name="connsiteY5" fmla="*/ 3624 h 138337"/>
                <a:gd name="connsiteX6" fmla="*/ 41255 w 89625"/>
                <a:gd name="connsiteY6" fmla="*/ 85 h 138337"/>
                <a:gd name="connsiteX7" fmla="*/ 215 w 89625"/>
                <a:gd name="connsiteY7" fmla="*/ 36365 h 138337"/>
                <a:gd name="connsiteX8" fmla="*/ 35522 w 89625"/>
                <a:gd name="connsiteY8" fmla="*/ 78840 h 138337"/>
                <a:gd name="connsiteX9" fmla="*/ 53025 w 89625"/>
                <a:gd name="connsiteY9" fmla="*/ 88574 h 138337"/>
                <a:gd name="connsiteX10" fmla="*/ 68717 w 89625"/>
                <a:gd name="connsiteY10" fmla="*/ 110696 h 138337"/>
                <a:gd name="connsiteX11" fmla="*/ 43670 w 89625"/>
                <a:gd name="connsiteY11" fmla="*/ 131933 h 138337"/>
                <a:gd name="connsiteX12" fmla="*/ 18321 w 89625"/>
                <a:gd name="connsiteY12" fmla="*/ 121610 h 138337"/>
                <a:gd name="connsiteX13" fmla="*/ 5345 w 89625"/>
                <a:gd name="connsiteY13" fmla="*/ 90639 h 138337"/>
                <a:gd name="connsiteX14" fmla="*/ 516 w 89625"/>
                <a:gd name="connsiteY14" fmla="*/ 90639 h 138337"/>
                <a:gd name="connsiteX15" fmla="*/ 516 w 89625"/>
                <a:gd name="connsiteY15" fmla="*/ 136653 h 138337"/>
                <a:gd name="connsiteX16" fmla="*/ 4439 w 89625"/>
                <a:gd name="connsiteY16" fmla="*/ 136653 h 138337"/>
                <a:gd name="connsiteX17" fmla="*/ 11380 w 89625"/>
                <a:gd name="connsiteY17" fmla="*/ 133113 h 138337"/>
                <a:gd name="connsiteX18" fmla="*/ 25262 w 89625"/>
                <a:gd name="connsiteY18" fmla="*/ 135473 h 138337"/>
                <a:gd name="connsiteX19" fmla="*/ 47291 w 89625"/>
                <a:gd name="connsiteY19" fmla="*/ 138423 h 138337"/>
                <a:gd name="connsiteX20" fmla="*/ 89841 w 89625"/>
                <a:gd name="connsiteY20" fmla="*/ 100667 h 138337"/>
                <a:gd name="connsiteX21" fmla="*/ 64492 w 89625"/>
                <a:gd name="connsiteY21" fmla="*/ 65567 h 138337"/>
                <a:gd name="connsiteX22" fmla="*/ 31901 w 89625"/>
                <a:gd name="connsiteY22" fmla="*/ 46689 h 138337"/>
                <a:gd name="connsiteX23" fmla="*/ 18924 w 89625"/>
                <a:gd name="connsiteY23" fmla="*/ 26631 h 138337"/>
                <a:gd name="connsiteX24" fmla="*/ 42161 w 89625"/>
                <a:gd name="connsiteY24" fmla="*/ 6574 h 138337"/>
                <a:gd name="connsiteX25" fmla="*/ 75356 w 89625"/>
                <a:gd name="connsiteY25" fmla="*/ 42854 h 138337"/>
                <a:gd name="connsiteX26" fmla="*/ 79882 w 89625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25" h="138337">
                  <a:moveTo>
                    <a:pt x="79882" y="42854"/>
                  </a:moveTo>
                  <a:lnTo>
                    <a:pt x="78675" y="2739"/>
                  </a:lnTo>
                  <a:lnTo>
                    <a:pt x="75356" y="2739"/>
                  </a:lnTo>
                  <a:lnTo>
                    <a:pt x="74752" y="3329"/>
                  </a:lnTo>
                  <a:cubicBezTo>
                    <a:pt x="72036" y="5394"/>
                    <a:pt x="71734" y="5689"/>
                    <a:pt x="70527" y="5689"/>
                  </a:cubicBezTo>
                  <a:cubicBezTo>
                    <a:pt x="68717" y="5689"/>
                    <a:pt x="65699" y="5099"/>
                    <a:pt x="62379" y="3624"/>
                  </a:cubicBezTo>
                  <a:cubicBezTo>
                    <a:pt x="55740" y="1265"/>
                    <a:pt x="49101" y="85"/>
                    <a:pt x="41255" y="85"/>
                  </a:cubicBezTo>
                  <a:cubicBezTo>
                    <a:pt x="17416" y="85"/>
                    <a:pt x="215" y="15128"/>
                    <a:pt x="215" y="36365"/>
                  </a:cubicBezTo>
                  <a:cubicBezTo>
                    <a:pt x="215" y="52883"/>
                    <a:pt x="9871" y="64682"/>
                    <a:pt x="35522" y="78840"/>
                  </a:cubicBezTo>
                  <a:lnTo>
                    <a:pt x="53025" y="88574"/>
                  </a:lnTo>
                  <a:cubicBezTo>
                    <a:pt x="63586" y="94473"/>
                    <a:pt x="68717" y="101552"/>
                    <a:pt x="68717" y="110696"/>
                  </a:cubicBezTo>
                  <a:cubicBezTo>
                    <a:pt x="68717" y="123674"/>
                    <a:pt x="59060" y="131933"/>
                    <a:pt x="43670" y="131933"/>
                  </a:cubicBezTo>
                  <a:cubicBezTo>
                    <a:pt x="33409" y="131933"/>
                    <a:pt x="24055" y="128099"/>
                    <a:pt x="18321" y="121610"/>
                  </a:cubicBezTo>
                  <a:cubicBezTo>
                    <a:pt x="11984" y="114236"/>
                    <a:pt x="9268" y="107451"/>
                    <a:pt x="5345" y="90639"/>
                  </a:cubicBezTo>
                  <a:lnTo>
                    <a:pt x="516" y="90639"/>
                  </a:lnTo>
                  <a:lnTo>
                    <a:pt x="516" y="136653"/>
                  </a:lnTo>
                  <a:lnTo>
                    <a:pt x="4439" y="136653"/>
                  </a:lnTo>
                  <a:cubicBezTo>
                    <a:pt x="6552" y="133703"/>
                    <a:pt x="7759" y="133113"/>
                    <a:pt x="11380" y="133113"/>
                  </a:cubicBezTo>
                  <a:cubicBezTo>
                    <a:pt x="14096" y="133113"/>
                    <a:pt x="18321" y="133703"/>
                    <a:pt x="25262" y="135473"/>
                  </a:cubicBezTo>
                  <a:cubicBezTo>
                    <a:pt x="33711" y="137243"/>
                    <a:pt x="41859" y="138423"/>
                    <a:pt x="47291" y="138423"/>
                  </a:cubicBezTo>
                  <a:cubicBezTo>
                    <a:pt x="70527" y="138423"/>
                    <a:pt x="89841" y="121315"/>
                    <a:pt x="89841" y="100667"/>
                  </a:cubicBezTo>
                  <a:cubicBezTo>
                    <a:pt x="89841" y="85919"/>
                    <a:pt x="82598" y="76185"/>
                    <a:pt x="64492" y="65567"/>
                  </a:cubicBezTo>
                  <a:lnTo>
                    <a:pt x="31901" y="46689"/>
                  </a:lnTo>
                  <a:cubicBezTo>
                    <a:pt x="23451" y="41970"/>
                    <a:pt x="18924" y="34595"/>
                    <a:pt x="18924" y="26631"/>
                  </a:cubicBezTo>
                  <a:cubicBezTo>
                    <a:pt x="18924" y="14833"/>
                    <a:pt x="28279" y="6574"/>
                    <a:pt x="42161" y="6574"/>
                  </a:cubicBezTo>
                  <a:cubicBezTo>
                    <a:pt x="59362" y="6574"/>
                    <a:pt x="68415" y="16603"/>
                    <a:pt x="75356" y="42854"/>
                  </a:cubicBezTo>
                  <a:lnTo>
                    <a:pt x="79882" y="4285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0CBB2F70-B4F1-41CC-E384-5DF59E906813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9268842" y="4920908"/>
              <a:ext cx="133080" cy="138632"/>
            </a:xfrm>
            <a:custGeom>
              <a:avLst/>
              <a:gdLst>
                <a:gd name="connsiteX0" fmla="*/ 66912 w 133080"/>
                <a:gd name="connsiteY0" fmla="*/ 85 h 138632"/>
                <a:gd name="connsiteX1" fmla="*/ 221 w 133080"/>
                <a:gd name="connsiteY1" fmla="*/ 69106 h 138632"/>
                <a:gd name="connsiteX2" fmla="*/ 66309 w 133080"/>
                <a:gd name="connsiteY2" fmla="*/ 138718 h 138632"/>
                <a:gd name="connsiteX3" fmla="*/ 133302 w 133080"/>
                <a:gd name="connsiteY3" fmla="*/ 66746 h 138632"/>
                <a:gd name="connsiteX4" fmla="*/ 66912 w 133080"/>
                <a:gd name="connsiteY4" fmla="*/ 85 h 138632"/>
                <a:gd name="connsiteX5" fmla="*/ 62989 w 133080"/>
                <a:gd name="connsiteY5" fmla="*/ 8344 h 138632"/>
                <a:gd name="connsiteX6" fmla="*/ 106142 w 133080"/>
                <a:gd name="connsiteY6" fmla="*/ 77070 h 138632"/>
                <a:gd name="connsiteX7" fmla="*/ 69930 w 133080"/>
                <a:gd name="connsiteY7" fmla="*/ 130459 h 138632"/>
                <a:gd name="connsiteX8" fmla="*/ 40658 w 133080"/>
                <a:gd name="connsiteY8" fmla="*/ 111581 h 138632"/>
                <a:gd name="connsiteX9" fmla="*/ 27380 w 133080"/>
                <a:gd name="connsiteY9" fmla="*/ 54653 h 138632"/>
                <a:gd name="connsiteX10" fmla="*/ 62989 w 133080"/>
                <a:gd name="connsiteY10" fmla="*/ 834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080" h="138632">
                  <a:moveTo>
                    <a:pt x="66912" y="85"/>
                  </a:moveTo>
                  <a:cubicBezTo>
                    <a:pt x="27682" y="85"/>
                    <a:pt x="221" y="28401"/>
                    <a:pt x="221" y="69106"/>
                  </a:cubicBezTo>
                  <a:cubicBezTo>
                    <a:pt x="221" y="108926"/>
                    <a:pt x="28286" y="138718"/>
                    <a:pt x="66309" y="138718"/>
                  </a:cubicBezTo>
                  <a:cubicBezTo>
                    <a:pt x="104332" y="138718"/>
                    <a:pt x="133302" y="107451"/>
                    <a:pt x="133302" y="66746"/>
                  </a:cubicBezTo>
                  <a:cubicBezTo>
                    <a:pt x="133302" y="28106"/>
                    <a:pt x="105539" y="85"/>
                    <a:pt x="66912" y="85"/>
                  </a:cubicBezTo>
                  <a:close/>
                  <a:moveTo>
                    <a:pt x="62989" y="8344"/>
                  </a:moveTo>
                  <a:cubicBezTo>
                    <a:pt x="88338" y="8344"/>
                    <a:pt x="106142" y="36660"/>
                    <a:pt x="106142" y="77070"/>
                  </a:cubicBezTo>
                  <a:cubicBezTo>
                    <a:pt x="106142" y="110401"/>
                    <a:pt x="92563" y="130459"/>
                    <a:pt x="69930" y="130459"/>
                  </a:cubicBezTo>
                  <a:cubicBezTo>
                    <a:pt x="58161" y="130459"/>
                    <a:pt x="46995" y="123379"/>
                    <a:pt x="40658" y="111581"/>
                  </a:cubicBezTo>
                  <a:cubicBezTo>
                    <a:pt x="32209" y="96243"/>
                    <a:pt x="27380" y="75595"/>
                    <a:pt x="27380" y="54653"/>
                  </a:cubicBezTo>
                  <a:cubicBezTo>
                    <a:pt x="27380" y="26631"/>
                    <a:pt x="41564" y="8344"/>
                    <a:pt x="62989" y="8344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97344217-FC46-C4D3-96FB-8841EE20238F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9417577" y="4855131"/>
              <a:ext cx="109542" cy="201460"/>
            </a:xfrm>
            <a:custGeom>
              <a:avLst/>
              <a:gdLst>
                <a:gd name="connsiteX0" fmla="*/ 87438 w 109542"/>
                <a:gd name="connsiteY0" fmla="*/ 68811 h 201460"/>
                <a:gd name="connsiteX1" fmla="*/ 50320 w 109542"/>
                <a:gd name="connsiteY1" fmla="*/ 68811 h 201460"/>
                <a:gd name="connsiteX2" fmla="*/ 50320 w 109542"/>
                <a:gd name="connsiteY2" fmla="*/ 34595 h 201460"/>
                <a:gd name="connsiteX3" fmla="*/ 67521 w 109542"/>
                <a:gd name="connsiteY3" fmla="*/ 8344 h 201460"/>
                <a:gd name="connsiteX4" fmla="*/ 83515 w 109542"/>
                <a:gd name="connsiteY4" fmla="*/ 19847 h 201460"/>
                <a:gd name="connsiteX5" fmla="*/ 97094 w 109542"/>
                <a:gd name="connsiteY5" fmla="*/ 30466 h 201460"/>
                <a:gd name="connsiteX6" fmla="*/ 109769 w 109542"/>
                <a:gd name="connsiteY6" fmla="*/ 18372 h 201460"/>
                <a:gd name="connsiteX7" fmla="*/ 78385 w 109542"/>
                <a:gd name="connsiteY7" fmla="*/ 85 h 201460"/>
                <a:gd name="connsiteX8" fmla="*/ 35835 w 109542"/>
                <a:gd name="connsiteY8" fmla="*/ 21617 h 201460"/>
                <a:gd name="connsiteX9" fmla="*/ 25273 w 109542"/>
                <a:gd name="connsiteY9" fmla="*/ 68811 h 201460"/>
                <a:gd name="connsiteX10" fmla="*/ 528 w 109542"/>
                <a:gd name="connsiteY10" fmla="*/ 68811 h 201460"/>
                <a:gd name="connsiteX11" fmla="*/ 528 w 109542"/>
                <a:gd name="connsiteY11" fmla="*/ 78250 h 201460"/>
                <a:gd name="connsiteX12" fmla="*/ 25273 w 109542"/>
                <a:gd name="connsiteY12" fmla="*/ 78250 h 201460"/>
                <a:gd name="connsiteX13" fmla="*/ 25273 w 109542"/>
                <a:gd name="connsiteY13" fmla="*/ 170869 h 201460"/>
                <a:gd name="connsiteX14" fmla="*/ 226 w 109542"/>
                <a:gd name="connsiteY14" fmla="*/ 197120 h 201460"/>
                <a:gd name="connsiteX15" fmla="*/ 226 w 109542"/>
                <a:gd name="connsiteY15" fmla="*/ 201545 h 201460"/>
                <a:gd name="connsiteX16" fmla="*/ 78686 w 109542"/>
                <a:gd name="connsiteY16" fmla="*/ 201545 h 201460"/>
                <a:gd name="connsiteX17" fmla="*/ 78686 w 109542"/>
                <a:gd name="connsiteY17" fmla="*/ 197120 h 201460"/>
                <a:gd name="connsiteX18" fmla="*/ 50622 w 109542"/>
                <a:gd name="connsiteY18" fmla="*/ 170869 h 201460"/>
                <a:gd name="connsiteX19" fmla="*/ 50622 w 109542"/>
                <a:gd name="connsiteY19" fmla="*/ 78250 h 201460"/>
                <a:gd name="connsiteX20" fmla="*/ 87438 w 109542"/>
                <a:gd name="connsiteY20" fmla="*/ 78250 h 201460"/>
                <a:gd name="connsiteX21" fmla="*/ 87438 w 109542"/>
                <a:gd name="connsiteY21" fmla="*/ 6881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542" h="201460">
                  <a:moveTo>
                    <a:pt x="87438" y="68811"/>
                  </a:moveTo>
                  <a:lnTo>
                    <a:pt x="50320" y="68811"/>
                  </a:lnTo>
                  <a:lnTo>
                    <a:pt x="50320" y="34595"/>
                  </a:lnTo>
                  <a:cubicBezTo>
                    <a:pt x="50320" y="17488"/>
                    <a:pt x="56054" y="8344"/>
                    <a:pt x="67521" y="8344"/>
                  </a:cubicBezTo>
                  <a:cubicBezTo>
                    <a:pt x="73858" y="8344"/>
                    <a:pt x="78083" y="11293"/>
                    <a:pt x="83515" y="19847"/>
                  </a:cubicBezTo>
                  <a:cubicBezTo>
                    <a:pt x="88343" y="27516"/>
                    <a:pt x="91964" y="30466"/>
                    <a:pt x="97094" y="30466"/>
                  </a:cubicBezTo>
                  <a:cubicBezTo>
                    <a:pt x="104035" y="30466"/>
                    <a:pt x="109769" y="25157"/>
                    <a:pt x="109769" y="18372"/>
                  </a:cubicBezTo>
                  <a:cubicBezTo>
                    <a:pt x="109769" y="7754"/>
                    <a:pt x="96491" y="85"/>
                    <a:pt x="78385" y="85"/>
                  </a:cubicBezTo>
                  <a:cubicBezTo>
                    <a:pt x="59675" y="85"/>
                    <a:pt x="43681" y="8049"/>
                    <a:pt x="35835" y="21617"/>
                  </a:cubicBezTo>
                  <a:cubicBezTo>
                    <a:pt x="27989" y="34595"/>
                    <a:pt x="25575" y="45214"/>
                    <a:pt x="25273" y="68811"/>
                  </a:cubicBezTo>
                  <a:lnTo>
                    <a:pt x="528" y="68811"/>
                  </a:lnTo>
                  <a:lnTo>
                    <a:pt x="528" y="78250"/>
                  </a:lnTo>
                  <a:lnTo>
                    <a:pt x="25273" y="78250"/>
                  </a:lnTo>
                  <a:lnTo>
                    <a:pt x="25273" y="170869"/>
                  </a:lnTo>
                  <a:cubicBezTo>
                    <a:pt x="25273" y="192401"/>
                    <a:pt x="21954" y="195941"/>
                    <a:pt x="226" y="197120"/>
                  </a:cubicBezTo>
                  <a:lnTo>
                    <a:pt x="226" y="201545"/>
                  </a:lnTo>
                  <a:lnTo>
                    <a:pt x="78686" y="201545"/>
                  </a:lnTo>
                  <a:lnTo>
                    <a:pt x="78686" y="197120"/>
                  </a:lnTo>
                  <a:cubicBezTo>
                    <a:pt x="53941" y="196235"/>
                    <a:pt x="50622" y="192991"/>
                    <a:pt x="50622" y="170869"/>
                  </a:cubicBezTo>
                  <a:lnTo>
                    <a:pt x="50622" y="78250"/>
                  </a:lnTo>
                  <a:lnTo>
                    <a:pt x="87438" y="78250"/>
                  </a:lnTo>
                  <a:lnTo>
                    <a:pt x="87438" y="68811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14DB8C6-3961-B61D-240D-E412231C08FA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9623741" y="4835369"/>
              <a:ext cx="41342" cy="294963"/>
            </a:xfrm>
            <a:custGeom>
              <a:avLst/>
              <a:gdLst>
                <a:gd name="connsiteX0" fmla="*/ 41574 w 41342"/>
                <a:gd name="connsiteY0" fmla="*/ 295048 h 294963"/>
                <a:gd name="connsiteX1" fmla="*/ 41574 w 41342"/>
                <a:gd name="connsiteY1" fmla="*/ 283250 h 294963"/>
                <a:gd name="connsiteX2" fmla="*/ 12303 w 41342"/>
                <a:gd name="connsiteY2" fmla="*/ 283250 h 294963"/>
                <a:gd name="connsiteX3" fmla="*/ 12303 w 41342"/>
                <a:gd name="connsiteY3" fmla="*/ 11883 h 294963"/>
                <a:gd name="connsiteX4" fmla="*/ 41574 w 41342"/>
                <a:gd name="connsiteY4" fmla="*/ 11883 h 294963"/>
                <a:gd name="connsiteX5" fmla="*/ 41574 w 41342"/>
                <a:gd name="connsiteY5" fmla="*/ 85 h 294963"/>
                <a:gd name="connsiteX6" fmla="*/ 232 w 41342"/>
                <a:gd name="connsiteY6" fmla="*/ 85 h 294963"/>
                <a:gd name="connsiteX7" fmla="*/ 232 w 41342"/>
                <a:gd name="connsiteY7" fmla="*/ 295048 h 294963"/>
                <a:gd name="connsiteX8" fmla="*/ 41574 w 41342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42" h="294963">
                  <a:moveTo>
                    <a:pt x="41574" y="295048"/>
                  </a:moveTo>
                  <a:lnTo>
                    <a:pt x="41574" y="283250"/>
                  </a:lnTo>
                  <a:lnTo>
                    <a:pt x="12303" y="283250"/>
                  </a:lnTo>
                  <a:lnTo>
                    <a:pt x="12303" y="11883"/>
                  </a:lnTo>
                  <a:lnTo>
                    <a:pt x="41574" y="11883"/>
                  </a:lnTo>
                  <a:lnTo>
                    <a:pt x="41574" y="85"/>
                  </a:lnTo>
                  <a:lnTo>
                    <a:pt x="232" y="85"/>
                  </a:lnTo>
                  <a:lnTo>
                    <a:pt x="232" y="295048"/>
                  </a:lnTo>
                  <a:lnTo>
                    <a:pt x="41574" y="295048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19667B73-2886-3028-14E9-326B86D2CE91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9677163" y="4926512"/>
              <a:ext cx="138512" cy="133323"/>
            </a:xfrm>
            <a:custGeom>
              <a:avLst/>
              <a:gdLst>
                <a:gd name="connsiteX0" fmla="*/ 135126 w 138512"/>
                <a:gd name="connsiteY0" fmla="*/ 97718 h 133323"/>
                <a:gd name="connsiteX1" fmla="*/ 126676 w 138512"/>
                <a:gd name="connsiteY1" fmla="*/ 105977 h 133323"/>
                <a:gd name="connsiteX2" fmla="*/ 110984 w 138512"/>
                <a:gd name="connsiteY2" fmla="*/ 118070 h 133323"/>
                <a:gd name="connsiteX3" fmla="*/ 106760 w 138512"/>
                <a:gd name="connsiteY3" fmla="*/ 114236 h 133323"/>
                <a:gd name="connsiteX4" fmla="*/ 133617 w 138512"/>
                <a:gd name="connsiteY4" fmla="*/ 7164 h 133323"/>
                <a:gd name="connsiteX5" fmla="*/ 135428 w 138512"/>
                <a:gd name="connsiteY5" fmla="*/ 970 h 133323"/>
                <a:gd name="connsiteX6" fmla="*/ 133315 w 138512"/>
                <a:gd name="connsiteY6" fmla="*/ 85 h 133323"/>
                <a:gd name="connsiteX7" fmla="*/ 114907 w 138512"/>
                <a:gd name="connsiteY7" fmla="*/ 2149 h 133323"/>
                <a:gd name="connsiteX8" fmla="*/ 114002 w 138512"/>
                <a:gd name="connsiteY8" fmla="*/ 3034 h 133323"/>
                <a:gd name="connsiteX9" fmla="*/ 110683 w 138512"/>
                <a:gd name="connsiteY9" fmla="*/ 17193 h 133323"/>
                <a:gd name="connsiteX10" fmla="*/ 86541 w 138512"/>
                <a:gd name="connsiteY10" fmla="*/ 85 h 133323"/>
                <a:gd name="connsiteX11" fmla="*/ 235 w 138512"/>
                <a:gd name="connsiteY11" fmla="*/ 100667 h 133323"/>
                <a:gd name="connsiteX12" fmla="*/ 31015 w 138512"/>
                <a:gd name="connsiteY12" fmla="*/ 133408 h 133323"/>
                <a:gd name="connsiteX13" fmla="*/ 91671 w 138512"/>
                <a:gd name="connsiteY13" fmla="*/ 87099 h 133323"/>
                <a:gd name="connsiteX14" fmla="*/ 84730 w 138512"/>
                <a:gd name="connsiteY14" fmla="*/ 121020 h 133323"/>
                <a:gd name="connsiteX15" fmla="*/ 96801 w 138512"/>
                <a:gd name="connsiteY15" fmla="*/ 133113 h 133323"/>
                <a:gd name="connsiteX16" fmla="*/ 138747 w 138512"/>
                <a:gd name="connsiteY16" fmla="*/ 100667 h 133323"/>
                <a:gd name="connsiteX17" fmla="*/ 135126 w 138512"/>
                <a:gd name="connsiteY17" fmla="*/ 97718 h 133323"/>
                <a:gd name="connsiteX18" fmla="*/ 88352 w 138512"/>
                <a:gd name="connsiteY18" fmla="*/ 6574 h 133323"/>
                <a:gd name="connsiteX19" fmla="*/ 105251 w 138512"/>
                <a:gd name="connsiteY19" fmla="*/ 24567 h 133323"/>
                <a:gd name="connsiteX20" fmla="*/ 69340 w 138512"/>
                <a:gd name="connsiteY20" fmla="*/ 105977 h 133323"/>
                <a:gd name="connsiteX21" fmla="*/ 43086 w 138512"/>
                <a:gd name="connsiteY21" fmla="*/ 118955 h 133323"/>
                <a:gd name="connsiteX22" fmla="*/ 25583 w 138512"/>
                <a:gd name="connsiteY22" fmla="*/ 96833 h 133323"/>
                <a:gd name="connsiteX23" fmla="*/ 50027 w 138512"/>
                <a:gd name="connsiteY23" fmla="*/ 32236 h 133323"/>
                <a:gd name="connsiteX24" fmla="*/ 88352 w 138512"/>
                <a:gd name="connsiteY24" fmla="*/ 6574 h 13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512" h="133323">
                  <a:moveTo>
                    <a:pt x="135126" y="97718"/>
                  </a:moveTo>
                  <a:cubicBezTo>
                    <a:pt x="130599" y="102142"/>
                    <a:pt x="128789" y="103617"/>
                    <a:pt x="126676" y="105977"/>
                  </a:cubicBezTo>
                  <a:cubicBezTo>
                    <a:pt x="117623" y="115121"/>
                    <a:pt x="113700" y="118070"/>
                    <a:pt x="110984" y="118070"/>
                  </a:cubicBezTo>
                  <a:cubicBezTo>
                    <a:pt x="108570" y="118070"/>
                    <a:pt x="106760" y="116300"/>
                    <a:pt x="106760" y="114236"/>
                  </a:cubicBezTo>
                  <a:cubicBezTo>
                    <a:pt x="106760" y="108336"/>
                    <a:pt x="119434" y="57898"/>
                    <a:pt x="133617" y="7164"/>
                  </a:cubicBezTo>
                  <a:cubicBezTo>
                    <a:pt x="134522" y="4214"/>
                    <a:pt x="134824" y="3624"/>
                    <a:pt x="135428" y="970"/>
                  </a:cubicBezTo>
                  <a:lnTo>
                    <a:pt x="133315" y="85"/>
                  </a:lnTo>
                  <a:lnTo>
                    <a:pt x="114907" y="2149"/>
                  </a:lnTo>
                  <a:lnTo>
                    <a:pt x="114002" y="3034"/>
                  </a:lnTo>
                  <a:lnTo>
                    <a:pt x="110683" y="17193"/>
                  </a:lnTo>
                  <a:cubicBezTo>
                    <a:pt x="108268" y="6279"/>
                    <a:pt x="99517" y="85"/>
                    <a:pt x="86541" y="85"/>
                  </a:cubicBezTo>
                  <a:cubicBezTo>
                    <a:pt x="46707" y="85"/>
                    <a:pt x="235" y="54063"/>
                    <a:pt x="235" y="100667"/>
                  </a:cubicBezTo>
                  <a:cubicBezTo>
                    <a:pt x="235" y="121315"/>
                    <a:pt x="11702" y="133408"/>
                    <a:pt x="31015" y="133408"/>
                  </a:cubicBezTo>
                  <a:cubicBezTo>
                    <a:pt x="52139" y="133408"/>
                    <a:pt x="65115" y="123674"/>
                    <a:pt x="91671" y="87099"/>
                  </a:cubicBezTo>
                  <a:cubicBezTo>
                    <a:pt x="85636" y="110106"/>
                    <a:pt x="84730" y="113941"/>
                    <a:pt x="84730" y="121020"/>
                  </a:cubicBezTo>
                  <a:cubicBezTo>
                    <a:pt x="84730" y="129574"/>
                    <a:pt x="88352" y="133113"/>
                    <a:pt x="96801" y="133113"/>
                  </a:cubicBezTo>
                  <a:cubicBezTo>
                    <a:pt x="108872" y="133113"/>
                    <a:pt x="116416" y="127509"/>
                    <a:pt x="138747" y="100667"/>
                  </a:cubicBezTo>
                  <a:lnTo>
                    <a:pt x="135126" y="97718"/>
                  </a:lnTo>
                  <a:close/>
                  <a:moveTo>
                    <a:pt x="88352" y="6574"/>
                  </a:moveTo>
                  <a:cubicBezTo>
                    <a:pt x="98612" y="7164"/>
                    <a:pt x="105251" y="14243"/>
                    <a:pt x="105251" y="24567"/>
                  </a:cubicBezTo>
                  <a:cubicBezTo>
                    <a:pt x="105251" y="49344"/>
                    <a:pt x="90162" y="84149"/>
                    <a:pt x="69340" y="105977"/>
                  </a:cubicBezTo>
                  <a:cubicBezTo>
                    <a:pt x="62098" y="113941"/>
                    <a:pt x="51837" y="118955"/>
                    <a:pt x="43086" y="118955"/>
                  </a:cubicBezTo>
                  <a:cubicBezTo>
                    <a:pt x="32524" y="118955"/>
                    <a:pt x="25583" y="110401"/>
                    <a:pt x="25583" y="96833"/>
                  </a:cubicBezTo>
                  <a:cubicBezTo>
                    <a:pt x="25583" y="80905"/>
                    <a:pt x="37051" y="50523"/>
                    <a:pt x="50027" y="32236"/>
                  </a:cubicBezTo>
                  <a:cubicBezTo>
                    <a:pt x="62098" y="15128"/>
                    <a:pt x="76281" y="5689"/>
                    <a:pt x="88352" y="6574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0F42D8B2-5C7C-0D0A-694F-2FDCBF7DD986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9849437" y="5025325"/>
              <a:ext cx="35307" cy="88194"/>
            </a:xfrm>
            <a:custGeom>
              <a:avLst/>
              <a:gdLst>
                <a:gd name="connsiteX0" fmla="*/ 35547 w 35307"/>
                <a:gd name="connsiteY0" fmla="*/ 31056 h 88194"/>
                <a:gd name="connsiteX1" fmla="*/ 16233 w 35307"/>
                <a:gd name="connsiteY1" fmla="*/ 85 h 88194"/>
                <a:gd name="connsiteX2" fmla="*/ 240 w 35307"/>
                <a:gd name="connsiteY2" fmla="*/ 15718 h 88194"/>
                <a:gd name="connsiteX3" fmla="*/ 16233 w 35307"/>
                <a:gd name="connsiteY3" fmla="*/ 31351 h 88194"/>
                <a:gd name="connsiteX4" fmla="*/ 26795 w 35307"/>
                <a:gd name="connsiteY4" fmla="*/ 27516 h 88194"/>
                <a:gd name="connsiteX5" fmla="*/ 28304 w 35307"/>
                <a:gd name="connsiteY5" fmla="*/ 26631 h 88194"/>
                <a:gd name="connsiteX6" fmla="*/ 28908 w 35307"/>
                <a:gd name="connsiteY6" fmla="*/ 31056 h 88194"/>
                <a:gd name="connsiteX7" fmla="*/ 8387 w 35307"/>
                <a:gd name="connsiteY7" fmla="*/ 80315 h 88194"/>
                <a:gd name="connsiteX8" fmla="*/ 5068 w 35307"/>
                <a:gd name="connsiteY8" fmla="*/ 85034 h 88194"/>
                <a:gd name="connsiteX9" fmla="*/ 8086 w 35307"/>
                <a:gd name="connsiteY9" fmla="*/ 88279 h 88194"/>
                <a:gd name="connsiteX10" fmla="*/ 35547 w 35307"/>
                <a:gd name="connsiteY10" fmla="*/ 31056 h 8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07" h="88194">
                  <a:moveTo>
                    <a:pt x="35547" y="31056"/>
                  </a:moveTo>
                  <a:cubicBezTo>
                    <a:pt x="35547" y="11588"/>
                    <a:pt x="28002" y="85"/>
                    <a:pt x="16233" y="85"/>
                  </a:cubicBezTo>
                  <a:cubicBezTo>
                    <a:pt x="6275" y="85"/>
                    <a:pt x="240" y="7459"/>
                    <a:pt x="240" y="15718"/>
                  </a:cubicBezTo>
                  <a:cubicBezTo>
                    <a:pt x="240" y="23682"/>
                    <a:pt x="6275" y="31351"/>
                    <a:pt x="16233" y="31351"/>
                  </a:cubicBezTo>
                  <a:cubicBezTo>
                    <a:pt x="19855" y="31351"/>
                    <a:pt x="23778" y="30171"/>
                    <a:pt x="26795" y="27516"/>
                  </a:cubicBezTo>
                  <a:cubicBezTo>
                    <a:pt x="27701" y="26926"/>
                    <a:pt x="28002" y="26631"/>
                    <a:pt x="28304" y="26631"/>
                  </a:cubicBezTo>
                  <a:cubicBezTo>
                    <a:pt x="28606" y="26631"/>
                    <a:pt x="28908" y="26926"/>
                    <a:pt x="28908" y="31056"/>
                  </a:cubicBezTo>
                  <a:cubicBezTo>
                    <a:pt x="28908" y="52883"/>
                    <a:pt x="18346" y="70581"/>
                    <a:pt x="8387" y="80315"/>
                  </a:cubicBezTo>
                  <a:cubicBezTo>
                    <a:pt x="5068" y="83559"/>
                    <a:pt x="5068" y="84149"/>
                    <a:pt x="5068" y="85034"/>
                  </a:cubicBezTo>
                  <a:cubicBezTo>
                    <a:pt x="5068" y="87099"/>
                    <a:pt x="6577" y="88279"/>
                    <a:pt x="8086" y="88279"/>
                  </a:cubicBezTo>
                  <a:cubicBezTo>
                    <a:pt x="11405" y="88279"/>
                    <a:pt x="35547" y="65567"/>
                    <a:pt x="35547" y="31056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8DAF7838-1C1B-0809-0FAB-7212B402E903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9947981" y="4855131"/>
              <a:ext cx="135796" cy="204704"/>
            </a:xfrm>
            <a:custGeom>
              <a:avLst/>
              <a:gdLst>
                <a:gd name="connsiteX0" fmla="*/ 26497 w 135796"/>
                <a:gd name="connsiteY0" fmla="*/ 11883 h 204704"/>
                <a:gd name="connsiteX1" fmla="*/ 46113 w 135796"/>
                <a:gd name="connsiteY1" fmla="*/ 19847 h 204704"/>
                <a:gd name="connsiteX2" fmla="*/ 43397 w 135796"/>
                <a:gd name="connsiteY2" fmla="*/ 32531 h 204704"/>
                <a:gd name="connsiteX3" fmla="*/ 41888 w 135796"/>
                <a:gd name="connsiteY3" fmla="*/ 38135 h 204704"/>
                <a:gd name="connsiteX4" fmla="*/ 41284 w 135796"/>
                <a:gd name="connsiteY4" fmla="*/ 40200 h 204704"/>
                <a:gd name="connsiteX5" fmla="*/ 243 w 135796"/>
                <a:gd name="connsiteY5" fmla="*/ 187977 h 204704"/>
                <a:gd name="connsiteX6" fmla="*/ 243 w 135796"/>
                <a:gd name="connsiteY6" fmla="*/ 189156 h 204704"/>
                <a:gd name="connsiteX7" fmla="*/ 40379 w 135796"/>
                <a:gd name="connsiteY7" fmla="*/ 204789 h 204704"/>
                <a:gd name="connsiteX8" fmla="*/ 136040 w 135796"/>
                <a:gd name="connsiteY8" fmla="*/ 106862 h 204704"/>
                <a:gd name="connsiteX9" fmla="*/ 101035 w 135796"/>
                <a:gd name="connsiteY9" fmla="*/ 71466 h 204704"/>
                <a:gd name="connsiteX10" fmla="*/ 42793 w 135796"/>
                <a:gd name="connsiteY10" fmla="*/ 116005 h 204704"/>
                <a:gd name="connsiteX11" fmla="*/ 74177 w 135796"/>
                <a:gd name="connsiteY11" fmla="*/ 1559 h 204704"/>
                <a:gd name="connsiteX12" fmla="*/ 72668 w 135796"/>
                <a:gd name="connsiteY12" fmla="*/ 85 h 204704"/>
                <a:gd name="connsiteX13" fmla="*/ 26497 w 135796"/>
                <a:gd name="connsiteY13" fmla="*/ 6869 h 204704"/>
                <a:gd name="connsiteX14" fmla="*/ 26497 w 135796"/>
                <a:gd name="connsiteY14" fmla="*/ 11883 h 204704"/>
                <a:gd name="connsiteX15" fmla="*/ 89266 w 135796"/>
                <a:gd name="connsiteY15" fmla="*/ 85919 h 204704"/>
                <a:gd name="connsiteX16" fmla="*/ 110390 w 135796"/>
                <a:gd name="connsiteY16" fmla="*/ 111286 h 204704"/>
                <a:gd name="connsiteX17" fmla="*/ 77195 w 135796"/>
                <a:gd name="connsiteY17" fmla="*/ 180602 h 204704"/>
                <a:gd name="connsiteX18" fmla="*/ 40077 w 135796"/>
                <a:gd name="connsiteY18" fmla="*/ 198005 h 204704"/>
                <a:gd name="connsiteX19" fmla="*/ 26196 w 135796"/>
                <a:gd name="connsiteY19" fmla="*/ 187977 h 204704"/>
                <a:gd name="connsiteX20" fmla="*/ 47923 w 135796"/>
                <a:gd name="connsiteY20" fmla="*/ 119840 h 204704"/>
                <a:gd name="connsiteX21" fmla="*/ 89266 w 135796"/>
                <a:gd name="connsiteY21" fmla="*/ 85919 h 2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796" h="204704">
                  <a:moveTo>
                    <a:pt x="26497" y="11883"/>
                  </a:moveTo>
                  <a:cubicBezTo>
                    <a:pt x="44302" y="12473"/>
                    <a:pt x="46113" y="13358"/>
                    <a:pt x="46113" y="19847"/>
                  </a:cubicBezTo>
                  <a:cubicBezTo>
                    <a:pt x="46113" y="22502"/>
                    <a:pt x="45207" y="26041"/>
                    <a:pt x="43397" y="32531"/>
                  </a:cubicBezTo>
                  <a:cubicBezTo>
                    <a:pt x="42793" y="34595"/>
                    <a:pt x="42190" y="36660"/>
                    <a:pt x="41888" y="38135"/>
                  </a:cubicBezTo>
                  <a:lnTo>
                    <a:pt x="41284" y="40200"/>
                  </a:lnTo>
                  <a:lnTo>
                    <a:pt x="243" y="187977"/>
                  </a:lnTo>
                  <a:lnTo>
                    <a:pt x="243" y="189156"/>
                  </a:lnTo>
                  <a:cubicBezTo>
                    <a:pt x="243" y="195941"/>
                    <a:pt x="23480" y="204789"/>
                    <a:pt x="40379" y="204789"/>
                  </a:cubicBezTo>
                  <a:cubicBezTo>
                    <a:pt x="85946" y="204789"/>
                    <a:pt x="136040" y="153171"/>
                    <a:pt x="136040" y="106862"/>
                  </a:cubicBezTo>
                  <a:cubicBezTo>
                    <a:pt x="136040" y="86214"/>
                    <a:pt x="121253" y="71466"/>
                    <a:pt x="101035" y="71466"/>
                  </a:cubicBezTo>
                  <a:cubicBezTo>
                    <a:pt x="79911" y="71466"/>
                    <a:pt x="64219" y="83559"/>
                    <a:pt x="42793" y="116005"/>
                  </a:cubicBezTo>
                  <a:cubicBezTo>
                    <a:pt x="58485" y="59962"/>
                    <a:pt x="60598" y="51998"/>
                    <a:pt x="74177" y="1559"/>
                  </a:cubicBezTo>
                  <a:lnTo>
                    <a:pt x="72668" y="85"/>
                  </a:lnTo>
                  <a:cubicBezTo>
                    <a:pt x="57580" y="2739"/>
                    <a:pt x="46716" y="4509"/>
                    <a:pt x="26497" y="6869"/>
                  </a:cubicBezTo>
                  <a:lnTo>
                    <a:pt x="26497" y="11883"/>
                  </a:lnTo>
                  <a:close/>
                  <a:moveTo>
                    <a:pt x="89266" y="85919"/>
                  </a:moveTo>
                  <a:cubicBezTo>
                    <a:pt x="102242" y="85919"/>
                    <a:pt x="110390" y="95653"/>
                    <a:pt x="110390" y="111286"/>
                  </a:cubicBezTo>
                  <a:cubicBezTo>
                    <a:pt x="110390" y="130754"/>
                    <a:pt x="94999" y="162315"/>
                    <a:pt x="77195" y="180602"/>
                  </a:cubicBezTo>
                  <a:cubicBezTo>
                    <a:pt x="66029" y="191811"/>
                    <a:pt x="53053" y="198005"/>
                    <a:pt x="40077" y="198005"/>
                  </a:cubicBezTo>
                  <a:cubicBezTo>
                    <a:pt x="30722" y="198005"/>
                    <a:pt x="26196" y="194761"/>
                    <a:pt x="26196" y="187977"/>
                  </a:cubicBezTo>
                  <a:cubicBezTo>
                    <a:pt x="26196" y="170279"/>
                    <a:pt x="35249" y="141667"/>
                    <a:pt x="47923" y="119840"/>
                  </a:cubicBezTo>
                  <a:cubicBezTo>
                    <a:pt x="61201" y="97128"/>
                    <a:pt x="74781" y="85919"/>
                    <a:pt x="89266" y="85919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2B7243B3-AADA-449B-F766-3495D85551C4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0099130" y="4835369"/>
              <a:ext cx="41342" cy="294963"/>
            </a:xfrm>
            <a:custGeom>
              <a:avLst/>
              <a:gdLst>
                <a:gd name="connsiteX0" fmla="*/ 41591 w 41342"/>
                <a:gd name="connsiteY0" fmla="*/ 85 h 294963"/>
                <a:gd name="connsiteX1" fmla="*/ 248 w 41342"/>
                <a:gd name="connsiteY1" fmla="*/ 85 h 294963"/>
                <a:gd name="connsiteX2" fmla="*/ 248 w 41342"/>
                <a:gd name="connsiteY2" fmla="*/ 11883 h 294963"/>
                <a:gd name="connsiteX3" fmla="*/ 29520 w 41342"/>
                <a:gd name="connsiteY3" fmla="*/ 11883 h 294963"/>
                <a:gd name="connsiteX4" fmla="*/ 29520 w 41342"/>
                <a:gd name="connsiteY4" fmla="*/ 283250 h 294963"/>
                <a:gd name="connsiteX5" fmla="*/ 248 w 41342"/>
                <a:gd name="connsiteY5" fmla="*/ 283250 h 294963"/>
                <a:gd name="connsiteX6" fmla="*/ 248 w 41342"/>
                <a:gd name="connsiteY6" fmla="*/ 295048 h 294963"/>
                <a:gd name="connsiteX7" fmla="*/ 41591 w 41342"/>
                <a:gd name="connsiteY7" fmla="*/ 295048 h 294963"/>
                <a:gd name="connsiteX8" fmla="*/ 41591 w 41342"/>
                <a:gd name="connsiteY8" fmla="*/ 85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42" h="294963">
                  <a:moveTo>
                    <a:pt x="41591" y="85"/>
                  </a:moveTo>
                  <a:lnTo>
                    <a:pt x="248" y="85"/>
                  </a:lnTo>
                  <a:lnTo>
                    <a:pt x="248" y="11883"/>
                  </a:lnTo>
                  <a:lnTo>
                    <a:pt x="29520" y="11883"/>
                  </a:lnTo>
                  <a:lnTo>
                    <a:pt x="29520" y="283250"/>
                  </a:lnTo>
                  <a:lnTo>
                    <a:pt x="248" y="283250"/>
                  </a:lnTo>
                  <a:lnTo>
                    <a:pt x="248" y="295048"/>
                  </a:lnTo>
                  <a:lnTo>
                    <a:pt x="41591" y="295048"/>
                  </a:lnTo>
                  <a:lnTo>
                    <a:pt x="41591" y="85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A73080AF-C725-D59D-F754-E435F060088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0193291" y="5026505"/>
              <a:ext cx="41946" cy="71676"/>
            </a:xfrm>
            <a:custGeom>
              <a:avLst/>
              <a:gdLst>
                <a:gd name="connsiteX0" fmla="*/ 8399 w 41946"/>
                <a:gd name="connsiteY0" fmla="*/ 71761 h 71676"/>
                <a:gd name="connsiteX1" fmla="*/ 42197 w 41946"/>
                <a:gd name="connsiteY1" fmla="*/ 26336 h 71676"/>
                <a:gd name="connsiteX2" fmla="*/ 18056 w 41946"/>
                <a:gd name="connsiteY2" fmla="*/ 85 h 71676"/>
                <a:gd name="connsiteX3" fmla="*/ 251 w 41946"/>
                <a:gd name="connsiteY3" fmla="*/ 16898 h 71676"/>
                <a:gd name="connsiteX4" fmla="*/ 18056 w 41946"/>
                <a:gd name="connsiteY4" fmla="*/ 31941 h 71676"/>
                <a:gd name="connsiteX5" fmla="*/ 23789 w 41946"/>
                <a:gd name="connsiteY5" fmla="*/ 31351 h 71676"/>
                <a:gd name="connsiteX6" fmla="*/ 26203 w 41946"/>
                <a:gd name="connsiteY6" fmla="*/ 30761 h 71676"/>
                <a:gd name="connsiteX7" fmla="*/ 30428 w 41946"/>
                <a:gd name="connsiteY7" fmla="*/ 34890 h 71676"/>
                <a:gd name="connsiteX8" fmla="*/ 5683 w 41946"/>
                <a:gd name="connsiteY8" fmla="*/ 66157 h 71676"/>
                <a:gd name="connsiteX9" fmla="*/ 8399 w 41946"/>
                <a:gd name="connsiteY9" fmla="*/ 71761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946" h="71676">
                  <a:moveTo>
                    <a:pt x="8399" y="71761"/>
                  </a:moveTo>
                  <a:cubicBezTo>
                    <a:pt x="28618" y="62027"/>
                    <a:pt x="42197" y="44034"/>
                    <a:pt x="42197" y="26336"/>
                  </a:cubicBezTo>
                  <a:cubicBezTo>
                    <a:pt x="42197" y="11588"/>
                    <a:pt x="31635" y="85"/>
                    <a:pt x="18056" y="85"/>
                  </a:cubicBezTo>
                  <a:cubicBezTo>
                    <a:pt x="7494" y="85"/>
                    <a:pt x="251" y="6869"/>
                    <a:pt x="251" y="16898"/>
                  </a:cubicBezTo>
                  <a:cubicBezTo>
                    <a:pt x="251" y="26336"/>
                    <a:pt x="7192" y="31941"/>
                    <a:pt x="18056" y="31941"/>
                  </a:cubicBezTo>
                  <a:cubicBezTo>
                    <a:pt x="19866" y="31941"/>
                    <a:pt x="21979" y="31646"/>
                    <a:pt x="23789" y="31351"/>
                  </a:cubicBezTo>
                  <a:cubicBezTo>
                    <a:pt x="25902" y="30761"/>
                    <a:pt x="25902" y="30761"/>
                    <a:pt x="26203" y="30761"/>
                  </a:cubicBezTo>
                  <a:cubicBezTo>
                    <a:pt x="28618" y="30761"/>
                    <a:pt x="30428" y="32531"/>
                    <a:pt x="30428" y="34890"/>
                  </a:cubicBezTo>
                  <a:cubicBezTo>
                    <a:pt x="30428" y="44329"/>
                    <a:pt x="21979" y="55243"/>
                    <a:pt x="5683" y="66157"/>
                  </a:cubicBezTo>
                  <a:lnTo>
                    <a:pt x="8399" y="71761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C1EE695-1A57-A38E-E259-8268DF73C0E7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0342328" y="4857196"/>
              <a:ext cx="77253" cy="251603"/>
            </a:xfrm>
            <a:custGeom>
              <a:avLst/>
              <a:gdLst>
                <a:gd name="connsiteX0" fmla="*/ 74793 w 77253"/>
                <a:gd name="connsiteY0" fmla="*/ 85 h 251603"/>
                <a:gd name="connsiteX1" fmla="*/ 32244 w 77253"/>
                <a:gd name="connsiteY1" fmla="*/ 35480 h 251603"/>
                <a:gd name="connsiteX2" fmla="*/ 256 w 77253"/>
                <a:gd name="connsiteY2" fmla="*/ 125149 h 251603"/>
                <a:gd name="connsiteX3" fmla="*/ 37977 w 77253"/>
                <a:gd name="connsiteY3" fmla="*/ 221602 h 251603"/>
                <a:gd name="connsiteX4" fmla="*/ 73888 w 77253"/>
                <a:gd name="connsiteY4" fmla="*/ 251689 h 251603"/>
                <a:gd name="connsiteX5" fmla="*/ 77509 w 77253"/>
                <a:gd name="connsiteY5" fmla="*/ 246969 h 251603"/>
                <a:gd name="connsiteX6" fmla="*/ 36770 w 77253"/>
                <a:gd name="connsiteY6" fmla="*/ 195941 h 251603"/>
                <a:gd name="connsiteX7" fmla="*/ 26208 w 77253"/>
                <a:gd name="connsiteY7" fmla="*/ 124264 h 251603"/>
                <a:gd name="connsiteX8" fmla="*/ 38279 w 77253"/>
                <a:gd name="connsiteY8" fmla="*/ 50818 h 251603"/>
                <a:gd name="connsiteX9" fmla="*/ 77509 w 77253"/>
                <a:gd name="connsiteY9" fmla="*/ 4804 h 251603"/>
                <a:gd name="connsiteX10" fmla="*/ 74793 w 77253"/>
                <a:gd name="connsiteY10" fmla="*/ 85 h 25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253" h="251603">
                  <a:moveTo>
                    <a:pt x="74793" y="85"/>
                  </a:moveTo>
                  <a:cubicBezTo>
                    <a:pt x="52462" y="14243"/>
                    <a:pt x="43409" y="21912"/>
                    <a:pt x="32244" y="35480"/>
                  </a:cubicBezTo>
                  <a:cubicBezTo>
                    <a:pt x="10818" y="61142"/>
                    <a:pt x="256" y="90639"/>
                    <a:pt x="256" y="125149"/>
                  </a:cubicBezTo>
                  <a:cubicBezTo>
                    <a:pt x="256" y="162610"/>
                    <a:pt x="11422" y="191516"/>
                    <a:pt x="37977" y="221602"/>
                  </a:cubicBezTo>
                  <a:cubicBezTo>
                    <a:pt x="50350" y="235761"/>
                    <a:pt x="58196" y="242250"/>
                    <a:pt x="73888" y="251689"/>
                  </a:cubicBezTo>
                  <a:lnTo>
                    <a:pt x="77509" y="246969"/>
                  </a:lnTo>
                  <a:cubicBezTo>
                    <a:pt x="53368" y="228387"/>
                    <a:pt x="44918" y="218063"/>
                    <a:pt x="36770" y="195941"/>
                  </a:cubicBezTo>
                  <a:cubicBezTo>
                    <a:pt x="29528" y="176178"/>
                    <a:pt x="26208" y="153761"/>
                    <a:pt x="26208" y="124264"/>
                  </a:cubicBezTo>
                  <a:cubicBezTo>
                    <a:pt x="26208" y="93293"/>
                    <a:pt x="30131" y="69106"/>
                    <a:pt x="38279" y="50818"/>
                  </a:cubicBezTo>
                  <a:cubicBezTo>
                    <a:pt x="46729" y="32531"/>
                    <a:pt x="55782" y="21912"/>
                    <a:pt x="77509" y="4804"/>
                  </a:cubicBezTo>
                  <a:lnTo>
                    <a:pt x="74793" y="85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2C51AA1F-3D07-215F-3467-B46489898ABE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0432933" y="4926512"/>
              <a:ext cx="138814" cy="132733"/>
            </a:xfrm>
            <a:custGeom>
              <a:avLst/>
              <a:gdLst>
                <a:gd name="connsiteX0" fmla="*/ 134849 w 138814"/>
                <a:gd name="connsiteY0" fmla="*/ 95653 h 132733"/>
                <a:gd name="connsiteX1" fmla="*/ 128512 w 138814"/>
                <a:gd name="connsiteY1" fmla="*/ 103322 h 132733"/>
                <a:gd name="connsiteX2" fmla="*/ 110104 w 138814"/>
                <a:gd name="connsiteY2" fmla="*/ 118955 h 132733"/>
                <a:gd name="connsiteX3" fmla="*/ 105276 w 138814"/>
                <a:gd name="connsiteY3" fmla="*/ 114236 h 132733"/>
                <a:gd name="connsiteX4" fmla="*/ 109500 w 138814"/>
                <a:gd name="connsiteY4" fmla="*/ 95653 h 132733"/>
                <a:gd name="connsiteX5" fmla="*/ 126701 w 138814"/>
                <a:gd name="connsiteY5" fmla="*/ 34890 h 132733"/>
                <a:gd name="connsiteX6" fmla="*/ 129417 w 138814"/>
                <a:gd name="connsiteY6" fmla="*/ 18077 h 132733"/>
                <a:gd name="connsiteX7" fmla="*/ 109500 w 138814"/>
                <a:gd name="connsiteY7" fmla="*/ 85 h 132733"/>
                <a:gd name="connsiteX8" fmla="*/ 40093 w 138814"/>
                <a:gd name="connsiteY8" fmla="*/ 64977 h 132733"/>
                <a:gd name="connsiteX9" fmla="*/ 60312 w 138814"/>
                <a:gd name="connsiteY9" fmla="*/ 675 h 132733"/>
                <a:gd name="connsiteX10" fmla="*/ 59406 w 138814"/>
                <a:gd name="connsiteY10" fmla="*/ 85 h 132733"/>
                <a:gd name="connsiteX11" fmla="*/ 10520 w 138814"/>
                <a:gd name="connsiteY11" fmla="*/ 9229 h 132733"/>
                <a:gd name="connsiteX12" fmla="*/ 10520 w 138814"/>
                <a:gd name="connsiteY12" fmla="*/ 13948 h 132733"/>
                <a:gd name="connsiteX13" fmla="*/ 29833 w 138814"/>
                <a:gd name="connsiteY13" fmla="*/ 21912 h 132733"/>
                <a:gd name="connsiteX14" fmla="*/ 29229 w 138814"/>
                <a:gd name="connsiteY14" fmla="*/ 26926 h 132733"/>
                <a:gd name="connsiteX15" fmla="*/ 259 w 138814"/>
                <a:gd name="connsiteY15" fmla="*/ 130164 h 132733"/>
                <a:gd name="connsiteX16" fmla="*/ 22892 w 138814"/>
                <a:gd name="connsiteY16" fmla="*/ 130164 h 132733"/>
                <a:gd name="connsiteX17" fmla="*/ 53069 w 138814"/>
                <a:gd name="connsiteY17" fmla="*/ 57013 h 132733"/>
                <a:gd name="connsiteX18" fmla="*/ 97731 w 138814"/>
                <a:gd name="connsiteY18" fmla="*/ 15128 h 132733"/>
                <a:gd name="connsiteX19" fmla="*/ 104974 w 138814"/>
                <a:gd name="connsiteY19" fmla="*/ 23682 h 132733"/>
                <a:gd name="connsiteX20" fmla="*/ 100749 w 138814"/>
                <a:gd name="connsiteY20" fmla="*/ 46099 h 132733"/>
                <a:gd name="connsiteX21" fmla="*/ 87471 w 138814"/>
                <a:gd name="connsiteY21" fmla="*/ 94768 h 132733"/>
                <a:gd name="connsiteX22" fmla="*/ 82643 w 138814"/>
                <a:gd name="connsiteY22" fmla="*/ 116890 h 132733"/>
                <a:gd name="connsiteX23" fmla="*/ 96826 w 138814"/>
                <a:gd name="connsiteY23" fmla="*/ 132818 h 132733"/>
                <a:gd name="connsiteX24" fmla="*/ 139074 w 138814"/>
                <a:gd name="connsiteY24" fmla="*/ 99487 h 132733"/>
                <a:gd name="connsiteX25" fmla="*/ 134849 w 138814"/>
                <a:gd name="connsiteY25" fmla="*/ 95653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8814" h="132733">
                  <a:moveTo>
                    <a:pt x="134849" y="95653"/>
                  </a:moveTo>
                  <a:lnTo>
                    <a:pt x="128512" y="103322"/>
                  </a:lnTo>
                  <a:cubicBezTo>
                    <a:pt x="119761" y="114236"/>
                    <a:pt x="114329" y="118955"/>
                    <a:pt x="110104" y="118955"/>
                  </a:cubicBezTo>
                  <a:cubicBezTo>
                    <a:pt x="107690" y="118955"/>
                    <a:pt x="105276" y="116595"/>
                    <a:pt x="105276" y="114236"/>
                  </a:cubicBezTo>
                  <a:cubicBezTo>
                    <a:pt x="105276" y="112171"/>
                    <a:pt x="105276" y="112171"/>
                    <a:pt x="109500" y="95653"/>
                  </a:cubicBezTo>
                  <a:lnTo>
                    <a:pt x="126701" y="34890"/>
                  </a:lnTo>
                  <a:cubicBezTo>
                    <a:pt x="128210" y="28696"/>
                    <a:pt x="129417" y="22207"/>
                    <a:pt x="129417" y="18077"/>
                  </a:cubicBezTo>
                  <a:cubicBezTo>
                    <a:pt x="129417" y="7459"/>
                    <a:pt x="121269" y="85"/>
                    <a:pt x="109500" y="85"/>
                  </a:cubicBezTo>
                  <a:cubicBezTo>
                    <a:pt x="90187" y="85"/>
                    <a:pt x="71176" y="17782"/>
                    <a:pt x="40093" y="64977"/>
                  </a:cubicBezTo>
                  <a:lnTo>
                    <a:pt x="60312" y="675"/>
                  </a:lnTo>
                  <a:lnTo>
                    <a:pt x="59406" y="85"/>
                  </a:lnTo>
                  <a:cubicBezTo>
                    <a:pt x="43111" y="3329"/>
                    <a:pt x="36774" y="4509"/>
                    <a:pt x="10520" y="9229"/>
                  </a:cubicBezTo>
                  <a:lnTo>
                    <a:pt x="10520" y="13948"/>
                  </a:lnTo>
                  <a:cubicBezTo>
                    <a:pt x="25910" y="14243"/>
                    <a:pt x="29833" y="16013"/>
                    <a:pt x="29833" y="21912"/>
                  </a:cubicBezTo>
                  <a:cubicBezTo>
                    <a:pt x="29833" y="23682"/>
                    <a:pt x="29531" y="25452"/>
                    <a:pt x="29229" y="26926"/>
                  </a:cubicBezTo>
                  <a:lnTo>
                    <a:pt x="259" y="130164"/>
                  </a:lnTo>
                  <a:lnTo>
                    <a:pt x="22892" y="130164"/>
                  </a:lnTo>
                  <a:cubicBezTo>
                    <a:pt x="37075" y="83559"/>
                    <a:pt x="39791" y="77070"/>
                    <a:pt x="53069" y="57013"/>
                  </a:cubicBezTo>
                  <a:cubicBezTo>
                    <a:pt x="71176" y="29876"/>
                    <a:pt x="86566" y="15128"/>
                    <a:pt x="97731" y="15128"/>
                  </a:cubicBezTo>
                  <a:cubicBezTo>
                    <a:pt x="102258" y="15128"/>
                    <a:pt x="104974" y="18372"/>
                    <a:pt x="104974" y="23682"/>
                  </a:cubicBezTo>
                  <a:cubicBezTo>
                    <a:pt x="104974" y="27221"/>
                    <a:pt x="103163" y="36955"/>
                    <a:pt x="100749" y="46099"/>
                  </a:cubicBezTo>
                  <a:lnTo>
                    <a:pt x="87471" y="94768"/>
                  </a:lnTo>
                  <a:cubicBezTo>
                    <a:pt x="83548" y="109811"/>
                    <a:pt x="82643" y="113941"/>
                    <a:pt x="82643" y="116890"/>
                  </a:cubicBezTo>
                  <a:cubicBezTo>
                    <a:pt x="82643" y="128099"/>
                    <a:pt x="86868" y="132818"/>
                    <a:pt x="96826" y="132818"/>
                  </a:cubicBezTo>
                  <a:cubicBezTo>
                    <a:pt x="110406" y="132818"/>
                    <a:pt x="118252" y="126624"/>
                    <a:pt x="139074" y="99487"/>
                  </a:cubicBezTo>
                  <a:lnTo>
                    <a:pt x="134849" y="95653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0BF1B706-7296-8D3E-6A9A-F0D1CE6F22A2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0660713" y="4855131"/>
              <a:ext cx="71519" cy="201460"/>
            </a:xfrm>
            <a:custGeom>
              <a:avLst/>
              <a:gdLst>
                <a:gd name="connsiteX0" fmla="*/ 48248 w 71519"/>
                <a:gd name="connsiteY0" fmla="*/ 65862 h 201460"/>
                <a:gd name="connsiteX1" fmla="*/ 1474 w 71519"/>
                <a:gd name="connsiteY1" fmla="*/ 82085 h 201460"/>
                <a:gd name="connsiteX2" fmla="*/ 1474 w 71519"/>
                <a:gd name="connsiteY2" fmla="*/ 86509 h 201460"/>
                <a:gd name="connsiteX3" fmla="*/ 3888 w 71519"/>
                <a:gd name="connsiteY3" fmla="*/ 86214 h 201460"/>
                <a:gd name="connsiteX4" fmla="*/ 14148 w 71519"/>
                <a:gd name="connsiteY4" fmla="*/ 85329 h 201460"/>
                <a:gd name="connsiteX5" fmla="*/ 24107 w 71519"/>
                <a:gd name="connsiteY5" fmla="*/ 103027 h 201460"/>
                <a:gd name="connsiteX6" fmla="*/ 24107 w 71519"/>
                <a:gd name="connsiteY6" fmla="*/ 171459 h 201460"/>
                <a:gd name="connsiteX7" fmla="*/ 267 w 71519"/>
                <a:gd name="connsiteY7" fmla="*/ 197120 h 201460"/>
                <a:gd name="connsiteX8" fmla="*/ 267 w 71519"/>
                <a:gd name="connsiteY8" fmla="*/ 201545 h 201460"/>
                <a:gd name="connsiteX9" fmla="*/ 71787 w 71519"/>
                <a:gd name="connsiteY9" fmla="*/ 201545 h 201460"/>
                <a:gd name="connsiteX10" fmla="*/ 71787 w 71519"/>
                <a:gd name="connsiteY10" fmla="*/ 197120 h 201460"/>
                <a:gd name="connsiteX11" fmla="*/ 49456 w 71519"/>
                <a:gd name="connsiteY11" fmla="*/ 171459 h 201460"/>
                <a:gd name="connsiteX12" fmla="*/ 49456 w 71519"/>
                <a:gd name="connsiteY12" fmla="*/ 66746 h 201460"/>
                <a:gd name="connsiteX13" fmla="*/ 48248 w 71519"/>
                <a:gd name="connsiteY13" fmla="*/ 65862 h 201460"/>
                <a:gd name="connsiteX14" fmla="*/ 34065 w 71519"/>
                <a:gd name="connsiteY14" fmla="*/ 85 h 201460"/>
                <a:gd name="connsiteX15" fmla="*/ 18977 w 71519"/>
                <a:gd name="connsiteY15" fmla="*/ 15128 h 201460"/>
                <a:gd name="connsiteX16" fmla="*/ 34065 w 71519"/>
                <a:gd name="connsiteY16" fmla="*/ 30171 h 201460"/>
                <a:gd name="connsiteX17" fmla="*/ 49757 w 71519"/>
                <a:gd name="connsiteY17" fmla="*/ 15128 h 201460"/>
                <a:gd name="connsiteX18" fmla="*/ 34065 w 71519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19" h="201460">
                  <a:moveTo>
                    <a:pt x="48248" y="65862"/>
                  </a:moveTo>
                  <a:lnTo>
                    <a:pt x="1474" y="82085"/>
                  </a:lnTo>
                  <a:lnTo>
                    <a:pt x="1474" y="86509"/>
                  </a:lnTo>
                  <a:lnTo>
                    <a:pt x="3888" y="86214"/>
                  </a:lnTo>
                  <a:cubicBezTo>
                    <a:pt x="7509" y="85624"/>
                    <a:pt x="11432" y="85329"/>
                    <a:pt x="14148" y="85329"/>
                  </a:cubicBezTo>
                  <a:cubicBezTo>
                    <a:pt x="21391" y="85329"/>
                    <a:pt x="24107" y="90049"/>
                    <a:pt x="24107" y="103027"/>
                  </a:cubicBezTo>
                  <a:lnTo>
                    <a:pt x="24107" y="171459"/>
                  </a:lnTo>
                  <a:cubicBezTo>
                    <a:pt x="24107" y="192696"/>
                    <a:pt x="21089" y="195941"/>
                    <a:pt x="267" y="197120"/>
                  </a:cubicBezTo>
                  <a:lnTo>
                    <a:pt x="267" y="201545"/>
                  </a:lnTo>
                  <a:lnTo>
                    <a:pt x="71787" y="201545"/>
                  </a:lnTo>
                  <a:lnTo>
                    <a:pt x="71787" y="197120"/>
                  </a:lnTo>
                  <a:cubicBezTo>
                    <a:pt x="51870" y="195646"/>
                    <a:pt x="49456" y="192696"/>
                    <a:pt x="49456" y="171459"/>
                  </a:cubicBezTo>
                  <a:lnTo>
                    <a:pt x="49456" y="66746"/>
                  </a:lnTo>
                  <a:lnTo>
                    <a:pt x="48248" y="65862"/>
                  </a:lnTo>
                  <a:close/>
                  <a:moveTo>
                    <a:pt x="34065" y="85"/>
                  </a:moveTo>
                  <a:cubicBezTo>
                    <a:pt x="25917" y="85"/>
                    <a:pt x="18977" y="6869"/>
                    <a:pt x="18977" y="15128"/>
                  </a:cubicBezTo>
                  <a:cubicBezTo>
                    <a:pt x="18977" y="23387"/>
                    <a:pt x="25616" y="30171"/>
                    <a:pt x="34065" y="30171"/>
                  </a:cubicBezTo>
                  <a:cubicBezTo>
                    <a:pt x="42817" y="30171"/>
                    <a:pt x="49757" y="23682"/>
                    <a:pt x="49757" y="15128"/>
                  </a:cubicBezTo>
                  <a:cubicBezTo>
                    <a:pt x="49757" y="6869"/>
                    <a:pt x="42817" y="85"/>
                    <a:pt x="34065" y="85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26816B06-3825-EB65-254B-6F7A55ED3AE7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0755479" y="4921203"/>
              <a:ext cx="89625" cy="138337"/>
            </a:xfrm>
            <a:custGeom>
              <a:avLst/>
              <a:gdLst>
                <a:gd name="connsiteX0" fmla="*/ 79937 w 89625"/>
                <a:gd name="connsiteY0" fmla="*/ 42854 h 138337"/>
                <a:gd name="connsiteX1" fmla="*/ 78730 w 89625"/>
                <a:gd name="connsiteY1" fmla="*/ 2739 h 138337"/>
                <a:gd name="connsiteX2" fmla="*/ 75411 w 89625"/>
                <a:gd name="connsiteY2" fmla="*/ 2739 h 138337"/>
                <a:gd name="connsiteX3" fmla="*/ 74807 w 89625"/>
                <a:gd name="connsiteY3" fmla="*/ 3329 h 138337"/>
                <a:gd name="connsiteX4" fmla="*/ 70582 w 89625"/>
                <a:gd name="connsiteY4" fmla="*/ 5689 h 138337"/>
                <a:gd name="connsiteX5" fmla="*/ 62434 w 89625"/>
                <a:gd name="connsiteY5" fmla="*/ 3624 h 138337"/>
                <a:gd name="connsiteX6" fmla="*/ 41310 w 89625"/>
                <a:gd name="connsiteY6" fmla="*/ 85 h 138337"/>
                <a:gd name="connsiteX7" fmla="*/ 270 w 89625"/>
                <a:gd name="connsiteY7" fmla="*/ 36365 h 138337"/>
                <a:gd name="connsiteX8" fmla="*/ 35577 w 89625"/>
                <a:gd name="connsiteY8" fmla="*/ 78840 h 138337"/>
                <a:gd name="connsiteX9" fmla="*/ 53080 w 89625"/>
                <a:gd name="connsiteY9" fmla="*/ 88574 h 138337"/>
                <a:gd name="connsiteX10" fmla="*/ 68772 w 89625"/>
                <a:gd name="connsiteY10" fmla="*/ 110696 h 138337"/>
                <a:gd name="connsiteX11" fmla="*/ 43725 w 89625"/>
                <a:gd name="connsiteY11" fmla="*/ 131933 h 138337"/>
                <a:gd name="connsiteX12" fmla="*/ 18376 w 89625"/>
                <a:gd name="connsiteY12" fmla="*/ 121610 h 138337"/>
                <a:gd name="connsiteX13" fmla="*/ 5400 w 89625"/>
                <a:gd name="connsiteY13" fmla="*/ 90639 h 138337"/>
                <a:gd name="connsiteX14" fmla="*/ 571 w 89625"/>
                <a:gd name="connsiteY14" fmla="*/ 90639 h 138337"/>
                <a:gd name="connsiteX15" fmla="*/ 571 w 89625"/>
                <a:gd name="connsiteY15" fmla="*/ 136653 h 138337"/>
                <a:gd name="connsiteX16" fmla="*/ 4494 w 89625"/>
                <a:gd name="connsiteY16" fmla="*/ 136653 h 138337"/>
                <a:gd name="connsiteX17" fmla="*/ 11435 w 89625"/>
                <a:gd name="connsiteY17" fmla="*/ 133113 h 138337"/>
                <a:gd name="connsiteX18" fmla="*/ 25317 w 89625"/>
                <a:gd name="connsiteY18" fmla="*/ 135473 h 138337"/>
                <a:gd name="connsiteX19" fmla="*/ 47346 w 89625"/>
                <a:gd name="connsiteY19" fmla="*/ 138423 h 138337"/>
                <a:gd name="connsiteX20" fmla="*/ 89896 w 89625"/>
                <a:gd name="connsiteY20" fmla="*/ 100667 h 138337"/>
                <a:gd name="connsiteX21" fmla="*/ 64547 w 89625"/>
                <a:gd name="connsiteY21" fmla="*/ 65567 h 138337"/>
                <a:gd name="connsiteX22" fmla="*/ 31956 w 89625"/>
                <a:gd name="connsiteY22" fmla="*/ 46689 h 138337"/>
                <a:gd name="connsiteX23" fmla="*/ 18979 w 89625"/>
                <a:gd name="connsiteY23" fmla="*/ 26631 h 138337"/>
                <a:gd name="connsiteX24" fmla="*/ 42216 w 89625"/>
                <a:gd name="connsiteY24" fmla="*/ 6574 h 138337"/>
                <a:gd name="connsiteX25" fmla="*/ 75411 w 89625"/>
                <a:gd name="connsiteY25" fmla="*/ 42854 h 138337"/>
                <a:gd name="connsiteX26" fmla="*/ 79937 w 89625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25" h="138337">
                  <a:moveTo>
                    <a:pt x="79937" y="42854"/>
                  </a:moveTo>
                  <a:lnTo>
                    <a:pt x="78730" y="2739"/>
                  </a:lnTo>
                  <a:lnTo>
                    <a:pt x="75411" y="2739"/>
                  </a:lnTo>
                  <a:lnTo>
                    <a:pt x="74807" y="3329"/>
                  </a:lnTo>
                  <a:cubicBezTo>
                    <a:pt x="72091" y="5394"/>
                    <a:pt x="71789" y="5689"/>
                    <a:pt x="70582" y="5689"/>
                  </a:cubicBezTo>
                  <a:cubicBezTo>
                    <a:pt x="68772" y="5689"/>
                    <a:pt x="65754" y="5099"/>
                    <a:pt x="62434" y="3624"/>
                  </a:cubicBezTo>
                  <a:cubicBezTo>
                    <a:pt x="55795" y="1265"/>
                    <a:pt x="49157" y="85"/>
                    <a:pt x="41310" y="85"/>
                  </a:cubicBezTo>
                  <a:cubicBezTo>
                    <a:pt x="17471" y="85"/>
                    <a:pt x="270" y="15128"/>
                    <a:pt x="270" y="36365"/>
                  </a:cubicBezTo>
                  <a:cubicBezTo>
                    <a:pt x="270" y="52883"/>
                    <a:pt x="9926" y="64682"/>
                    <a:pt x="35577" y="78840"/>
                  </a:cubicBezTo>
                  <a:lnTo>
                    <a:pt x="53080" y="88574"/>
                  </a:lnTo>
                  <a:cubicBezTo>
                    <a:pt x="63642" y="94473"/>
                    <a:pt x="68772" y="101552"/>
                    <a:pt x="68772" y="110696"/>
                  </a:cubicBezTo>
                  <a:cubicBezTo>
                    <a:pt x="68772" y="123674"/>
                    <a:pt x="59115" y="131933"/>
                    <a:pt x="43725" y="131933"/>
                  </a:cubicBezTo>
                  <a:cubicBezTo>
                    <a:pt x="33464" y="131933"/>
                    <a:pt x="24110" y="128099"/>
                    <a:pt x="18376" y="121610"/>
                  </a:cubicBezTo>
                  <a:cubicBezTo>
                    <a:pt x="12039" y="114236"/>
                    <a:pt x="9323" y="107451"/>
                    <a:pt x="5400" y="90639"/>
                  </a:cubicBezTo>
                  <a:lnTo>
                    <a:pt x="571" y="90639"/>
                  </a:lnTo>
                  <a:lnTo>
                    <a:pt x="571" y="136653"/>
                  </a:lnTo>
                  <a:lnTo>
                    <a:pt x="4494" y="136653"/>
                  </a:lnTo>
                  <a:cubicBezTo>
                    <a:pt x="6607" y="133703"/>
                    <a:pt x="7814" y="133113"/>
                    <a:pt x="11435" y="133113"/>
                  </a:cubicBezTo>
                  <a:cubicBezTo>
                    <a:pt x="14151" y="133113"/>
                    <a:pt x="18376" y="133703"/>
                    <a:pt x="25317" y="135473"/>
                  </a:cubicBezTo>
                  <a:cubicBezTo>
                    <a:pt x="33766" y="137243"/>
                    <a:pt x="41914" y="138423"/>
                    <a:pt x="47346" y="138423"/>
                  </a:cubicBezTo>
                  <a:cubicBezTo>
                    <a:pt x="70582" y="138423"/>
                    <a:pt x="89896" y="121315"/>
                    <a:pt x="89896" y="100667"/>
                  </a:cubicBezTo>
                  <a:cubicBezTo>
                    <a:pt x="89896" y="85919"/>
                    <a:pt x="82653" y="76185"/>
                    <a:pt x="64547" y="65567"/>
                  </a:cubicBezTo>
                  <a:lnTo>
                    <a:pt x="31956" y="46689"/>
                  </a:lnTo>
                  <a:cubicBezTo>
                    <a:pt x="23506" y="41970"/>
                    <a:pt x="18979" y="34595"/>
                    <a:pt x="18979" y="26631"/>
                  </a:cubicBezTo>
                  <a:cubicBezTo>
                    <a:pt x="18979" y="14833"/>
                    <a:pt x="28334" y="6574"/>
                    <a:pt x="42216" y="6574"/>
                  </a:cubicBezTo>
                  <a:cubicBezTo>
                    <a:pt x="59417" y="6574"/>
                    <a:pt x="68470" y="16603"/>
                    <a:pt x="75411" y="42854"/>
                  </a:cubicBezTo>
                  <a:lnTo>
                    <a:pt x="79937" y="4285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B5DEEC76-6EFE-C2EA-BDAF-1B72D298F607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0941788" y="4855131"/>
              <a:ext cx="140021" cy="204409"/>
            </a:xfrm>
            <a:custGeom>
              <a:avLst/>
              <a:gdLst>
                <a:gd name="connsiteX0" fmla="*/ 95937 w 140021"/>
                <a:gd name="connsiteY0" fmla="*/ 204494 h 204409"/>
                <a:gd name="connsiteX1" fmla="*/ 140298 w 140021"/>
                <a:gd name="connsiteY1" fmla="*/ 189156 h 204409"/>
                <a:gd name="connsiteX2" fmla="*/ 140298 w 140021"/>
                <a:gd name="connsiteY2" fmla="*/ 184437 h 204409"/>
                <a:gd name="connsiteX3" fmla="*/ 133357 w 140021"/>
                <a:gd name="connsiteY3" fmla="*/ 184732 h 204409"/>
                <a:gd name="connsiteX4" fmla="*/ 120079 w 140021"/>
                <a:gd name="connsiteY4" fmla="*/ 167919 h 204409"/>
                <a:gd name="connsiteX5" fmla="*/ 120079 w 140021"/>
                <a:gd name="connsiteY5" fmla="*/ 675 h 204409"/>
                <a:gd name="connsiteX6" fmla="*/ 118570 w 140021"/>
                <a:gd name="connsiteY6" fmla="*/ 85 h 204409"/>
                <a:gd name="connsiteX7" fmla="*/ 74210 w 140021"/>
                <a:gd name="connsiteY7" fmla="*/ 13063 h 204409"/>
                <a:gd name="connsiteX8" fmla="*/ 74210 w 140021"/>
                <a:gd name="connsiteY8" fmla="*/ 17782 h 204409"/>
                <a:gd name="connsiteX9" fmla="*/ 80849 w 140021"/>
                <a:gd name="connsiteY9" fmla="*/ 17488 h 204409"/>
                <a:gd name="connsiteX10" fmla="*/ 94730 w 140021"/>
                <a:gd name="connsiteY10" fmla="*/ 32531 h 204409"/>
                <a:gd name="connsiteX11" fmla="*/ 94730 w 140021"/>
                <a:gd name="connsiteY11" fmla="*/ 78545 h 204409"/>
                <a:gd name="connsiteX12" fmla="*/ 63044 w 140021"/>
                <a:gd name="connsiteY12" fmla="*/ 65862 h 204409"/>
                <a:gd name="connsiteX13" fmla="*/ 276 w 140021"/>
                <a:gd name="connsiteY13" fmla="*/ 141077 h 204409"/>
                <a:gd name="connsiteX14" fmla="*/ 56104 w 140021"/>
                <a:gd name="connsiteY14" fmla="*/ 204494 h 204409"/>
                <a:gd name="connsiteX15" fmla="*/ 94730 w 140021"/>
                <a:gd name="connsiteY15" fmla="*/ 184732 h 204409"/>
                <a:gd name="connsiteX16" fmla="*/ 94730 w 140021"/>
                <a:gd name="connsiteY16" fmla="*/ 203610 h 204409"/>
                <a:gd name="connsiteX17" fmla="*/ 95937 w 140021"/>
                <a:gd name="connsiteY17" fmla="*/ 204494 h 204409"/>
                <a:gd name="connsiteX18" fmla="*/ 94730 w 140021"/>
                <a:gd name="connsiteY18" fmla="*/ 171459 h 204409"/>
                <a:gd name="connsiteX19" fmla="*/ 89600 w 140021"/>
                <a:gd name="connsiteY19" fmla="*/ 180307 h 204409"/>
                <a:gd name="connsiteX20" fmla="*/ 67873 w 140021"/>
                <a:gd name="connsiteY20" fmla="*/ 189156 h 204409"/>
                <a:gd name="connsiteX21" fmla="*/ 26228 w 140021"/>
                <a:gd name="connsiteY21" fmla="*/ 129279 h 204409"/>
                <a:gd name="connsiteX22" fmla="*/ 63950 w 140021"/>
                <a:gd name="connsiteY22" fmla="*/ 74121 h 204409"/>
                <a:gd name="connsiteX23" fmla="*/ 94730 w 140021"/>
                <a:gd name="connsiteY23" fmla="*/ 103617 h 204409"/>
                <a:gd name="connsiteX24" fmla="*/ 94730 w 140021"/>
                <a:gd name="connsiteY24" fmla="*/ 171459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021" h="204409">
                  <a:moveTo>
                    <a:pt x="95937" y="204494"/>
                  </a:moveTo>
                  <a:lnTo>
                    <a:pt x="140298" y="189156"/>
                  </a:lnTo>
                  <a:lnTo>
                    <a:pt x="140298" y="184437"/>
                  </a:lnTo>
                  <a:cubicBezTo>
                    <a:pt x="134866" y="184732"/>
                    <a:pt x="134262" y="184732"/>
                    <a:pt x="133357" y="184732"/>
                  </a:cubicBezTo>
                  <a:cubicBezTo>
                    <a:pt x="122493" y="184732"/>
                    <a:pt x="120079" y="181487"/>
                    <a:pt x="120079" y="167919"/>
                  </a:cubicBezTo>
                  <a:lnTo>
                    <a:pt x="120079" y="675"/>
                  </a:lnTo>
                  <a:lnTo>
                    <a:pt x="118570" y="85"/>
                  </a:lnTo>
                  <a:cubicBezTo>
                    <a:pt x="104085" y="5099"/>
                    <a:pt x="93523" y="8049"/>
                    <a:pt x="74210" y="13063"/>
                  </a:cubicBezTo>
                  <a:lnTo>
                    <a:pt x="74210" y="17782"/>
                  </a:lnTo>
                  <a:cubicBezTo>
                    <a:pt x="76624" y="17488"/>
                    <a:pt x="78435" y="17488"/>
                    <a:pt x="80849" y="17488"/>
                  </a:cubicBezTo>
                  <a:cubicBezTo>
                    <a:pt x="92014" y="17488"/>
                    <a:pt x="94730" y="20437"/>
                    <a:pt x="94730" y="32531"/>
                  </a:cubicBezTo>
                  <a:lnTo>
                    <a:pt x="94730" y="78545"/>
                  </a:lnTo>
                  <a:cubicBezTo>
                    <a:pt x="83263" y="69106"/>
                    <a:pt x="75115" y="65862"/>
                    <a:pt x="63044" y="65862"/>
                  </a:cubicBezTo>
                  <a:cubicBezTo>
                    <a:pt x="28341" y="65862"/>
                    <a:pt x="276" y="99192"/>
                    <a:pt x="276" y="141077"/>
                  </a:cubicBezTo>
                  <a:cubicBezTo>
                    <a:pt x="276" y="178833"/>
                    <a:pt x="22909" y="204494"/>
                    <a:pt x="56104" y="204494"/>
                  </a:cubicBezTo>
                  <a:cubicBezTo>
                    <a:pt x="73003" y="204494"/>
                    <a:pt x="84470" y="198595"/>
                    <a:pt x="94730" y="184732"/>
                  </a:cubicBezTo>
                  <a:lnTo>
                    <a:pt x="94730" y="203610"/>
                  </a:lnTo>
                  <a:lnTo>
                    <a:pt x="95937" y="204494"/>
                  </a:lnTo>
                  <a:close/>
                  <a:moveTo>
                    <a:pt x="94730" y="171459"/>
                  </a:moveTo>
                  <a:cubicBezTo>
                    <a:pt x="94730" y="173523"/>
                    <a:pt x="92618" y="177063"/>
                    <a:pt x="89600" y="180307"/>
                  </a:cubicBezTo>
                  <a:cubicBezTo>
                    <a:pt x="84168" y="186207"/>
                    <a:pt x="76624" y="189156"/>
                    <a:pt x="67873" y="189156"/>
                  </a:cubicBezTo>
                  <a:cubicBezTo>
                    <a:pt x="42826" y="189156"/>
                    <a:pt x="26228" y="165559"/>
                    <a:pt x="26228" y="129279"/>
                  </a:cubicBezTo>
                  <a:cubicBezTo>
                    <a:pt x="26228" y="95948"/>
                    <a:pt x="41015" y="74121"/>
                    <a:pt x="63950" y="74121"/>
                  </a:cubicBezTo>
                  <a:cubicBezTo>
                    <a:pt x="79943" y="74121"/>
                    <a:pt x="94730" y="87984"/>
                    <a:pt x="94730" y="103617"/>
                  </a:cubicBezTo>
                  <a:lnTo>
                    <a:pt x="94730" y="171459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639D8A4B-A23C-49A3-D7A1-8070747E6F79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1089920" y="4855131"/>
              <a:ext cx="71519" cy="201460"/>
            </a:xfrm>
            <a:custGeom>
              <a:avLst/>
              <a:gdLst>
                <a:gd name="connsiteX0" fmla="*/ 48263 w 71519"/>
                <a:gd name="connsiteY0" fmla="*/ 65862 h 201460"/>
                <a:gd name="connsiteX1" fmla="*/ 1488 w 71519"/>
                <a:gd name="connsiteY1" fmla="*/ 82085 h 201460"/>
                <a:gd name="connsiteX2" fmla="*/ 1488 w 71519"/>
                <a:gd name="connsiteY2" fmla="*/ 86509 h 201460"/>
                <a:gd name="connsiteX3" fmla="*/ 3902 w 71519"/>
                <a:gd name="connsiteY3" fmla="*/ 86214 h 201460"/>
                <a:gd name="connsiteX4" fmla="*/ 14162 w 71519"/>
                <a:gd name="connsiteY4" fmla="*/ 85329 h 201460"/>
                <a:gd name="connsiteX5" fmla="*/ 24121 w 71519"/>
                <a:gd name="connsiteY5" fmla="*/ 103027 h 201460"/>
                <a:gd name="connsiteX6" fmla="*/ 24121 w 71519"/>
                <a:gd name="connsiteY6" fmla="*/ 171459 h 201460"/>
                <a:gd name="connsiteX7" fmla="*/ 281 w 71519"/>
                <a:gd name="connsiteY7" fmla="*/ 197120 h 201460"/>
                <a:gd name="connsiteX8" fmla="*/ 281 w 71519"/>
                <a:gd name="connsiteY8" fmla="*/ 201545 h 201460"/>
                <a:gd name="connsiteX9" fmla="*/ 71801 w 71519"/>
                <a:gd name="connsiteY9" fmla="*/ 201545 h 201460"/>
                <a:gd name="connsiteX10" fmla="*/ 71801 w 71519"/>
                <a:gd name="connsiteY10" fmla="*/ 197120 h 201460"/>
                <a:gd name="connsiteX11" fmla="*/ 49470 w 71519"/>
                <a:gd name="connsiteY11" fmla="*/ 171459 h 201460"/>
                <a:gd name="connsiteX12" fmla="*/ 49470 w 71519"/>
                <a:gd name="connsiteY12" fmla="*/ 66746 h 201460"/>
                <a:gd name="connsiteX13" fmla="*/ 48263 w 71519"/>
                <a:gd name="connsiteY13" fmla="*/ 65862 h 201460"/>
                <a:gd name="connsiteX14" fmla="*/ 34079 w 71519"/>
                <a:gd name="connsiteY14" fmla="*/ 85 h 201460"/>
                <a:gd name="connsiteX15" fmla="*/ 18991 w 71519"/>
                <a:gd name="connsiteY15" fmla="*/ 15128 h 201460"/>
                <a:gd name="connsiteX16" fmla="*/ 34079 w 71519"/>
                <a:gd name="connsiteY16" fmla="*/ 30171 h 201460"/>
                <a:gd name="connsiteX17" fmla="*/ 49771 w 71519"/>
                <a:gd name="connsiteY17" fmla="*/ 15128 h 201460"/>
                <a:gd name="connsiteX18" fmla="*/ 34079 w 71519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19" h="201460">
                  <a:moveTo>
                    <a:pt x="48263" y="65862"/>
                  </a:moveTo>
                  <a:lnTo>
                    <a:pt x="1488" y="82085"/>
                  </a:lnTo>
                  <a:lnTo>
                    <a:pt x="1488" y="86509"/>
                  </a:lnTo>
                  <a:lnTo>
                    <a:pt x="3902" y="86214"/>
                  </a:lnTo>
                  <a:cubicBezTo>
                    <a:pt x="7524" y="85624"/>
                    <a:pt x="11447" y="85329"/>
                    <a:pt x="14162" y="85329"/>
                  </a:cubicBezTo>
                  <a:cubicBezTo>
                    <a:pt x="21405" y="85329"/>
                    <a:pt x="24121" y="90049"/>
                    <a:pt x="24121" y="103027"/>
                  </a:cubicBezTo>
                  <a:lnTo>
                    <a:pt x="24121" y="171459"/>
                  </a:lnTo>
                  <a:cubicBezTo>
                    <a:pt x="24121" y="192696"/>
                    <a:pt x="21103" y="195941"/>
                    <a:pt x="281" y="197120"/>
                  </a:cubicBezTo>
                  <a:lnTo>
                    <a:pt x="281" y="201545"/>
                  </a:lnTo>
                  <a:lnTo>
                    <a:pt x="71801" y="201545"/>
                  </a:lnTo>
                  <a:lnTo>
                    <a:pt x="71801" y="197120"/>
                  </a:lnTo>
                  <a:cubicBezTo>
                    <a:pt x="51884" y="195646"/>
                    <a:pt x="49470" y="192696"/>
                    <a:pt x="49470" y="171459"/>
                  </a:cubicBezTo>
                  <a:lnTo>
                    <a:pt x="49470" y="66746"/>
                  </a:lnTo>
                  <a:lnTo>
                    <a:pt x="48263" y="65862"/>
                  </a:lnTo>
                  <a:close/>
                  <a:moveTo>
                    <a:pt x="34079" y="85"/>
                  </a:moveTo>
                  <a:cubicBezTo>
                    <a:pt x="25932" y="85"/>
                    <a:pt x="18991" y="6869"/>
                    <a:pt x="18991" y="15128"/>
                  </a:cubicBezTo>
                  <a:cubicBezTo>
                    <a:pt x="18991" y="23387"/>
                    <a:pt x="25630" y="30171"/>
                    <a:pt x="34079" y="30171"/>
                  </a:cubicBezTo>
                  <a:cubicBezTo>
                    <a:pt x="42831" y="30171"/>
                    <a:pt x="49771" y="23682"/>
                    <a:pt x="49771" y="15128"/>
                  </a:cubicBezTo>
                  <a:cubicBezTo>
                    <a:pt x="49771" y="6869"/>
                    <a:pt x="42831" y="85"/>
                    <a:pt x="34079" y="85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543E1F09-F0CE-55F3-C1ED-FCED3170046D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1167456" y="4923858"/>
              <a:ext cx="138210" cy="136863"/>
            </a:xfrm>
            <a:custGeom>
              <a:avLst/>
              <a:gdLst>
                <a:gd name="connsiteX0" fmla="*/ 138494 w 138210"/>
                <a:gd name="connsiteY0" fmla="*/ 85 h 136863"/>
                <a:gd name="connsiteX1" fmla="*/ 96548 w 138210"/>
                <a:gd name="connsiteY1" fmla="*/ 85 h 136863"/>
                <a:gd name="connsiteX2" fmla="*/ 96548 w 138210"/>
                <a:gd name="connsiteY2" fmla="*/ 4509 h 136863"/>
                <a:gd name="connsiteX3" fmla="*/ 110732 w 138210"/>
                <a:gd name="connsiteY3" fmla="*/ 13948 h 136863"/>
                <a:gd name="connsiteX4" fmla="*/ 108921 w 138210"/>
                <a:gd name="connsiteY4" fmla="*/ 22797 h 136863"/>
                <a:gd name="connsiteX5" fmla="*/ 79046 w 138210"/>
                <a:gd name="connsiteY5" fmla="*/ 99192 h 136863"/>
                <a:gd name="connsiteX6" fmla="*/ 48265 w 138210"/>
                <a:gd name="connsiteY6" fmla="*/ 23682 h 136863"/>
                <a:gd name="connsiteX7" fmla="*/ 45549 w 138210"/>
                <a:gd name="connsiteY7" fmla="*/ 12768 h 136863"/>
                <a:gd name="connsiteX8" fmla="*/ 59431 w 138210"/>
                <a:gd name="connsiteY8" fmla="*/ 4509 h 136863"/>
                <a:gd name="connsiteX9" fmla="*/ 59431 w 138210"/>
                <a:gd name="connsiteY9" fmla="*/ 85 h 136863"/>
                <a:gd name="connsiteX10" fmla="*/ 284 w 138210"/>
                <a:gd name="connsiteY10" fmla="*/ 85 h 136863"/>
                <a:gd name="connsiteX11" fmla="*/ 284 w 138210"/>
                <a:gd name="connsiteY11" fmla="*/ 4509 h 136863"/>
                <a:gd name="connsiteX12" fmla="*/ 27745 w 138210"/>
                <a:gd name="connsiteY12" fmla="*/ 38430 h 136863"/>
                <a:gd name="connsiteX13" fmla="*/ 63957 w 138210"/>
                <a:gd name="connsiteY13" fmla="*/ 123085 h 136863"/>
                <a:gd name="connsiteX14" fmla="*/ 66371 w 138210"/>
                <a:gd name="connsiteY14" fmla="*/ 129279 h 136863"/>
                <a:gd name="connsiteX15" fmla="*/ 71803 w 138210"/>
                <a:gd name="connsiteY15" fmla="*/ 136948 h 136863"/>
                <a:gd name="connsiteX16" fmla="*/ 80253 w 138210"/>
                <a:gd name="connsiteY16" fmla="*/ 122200 h 136863"/>
                <a:gd name="connsiteX17" fmla="*/ 118879 w 138210"/>
                <a:gd name="connsiteY17" fmla="*/ 27516 h 136863"/>
                <a:gd name="connsiteX18" fmla="*/ 138494 w 138210"/>
                <a:gd name="connsiteY18" fmla="*/ 4509 h 136863"/>
                <a:gd name="connsiteX19" fmla="*/ 138494 w 138210"/>
                <a:gd name="connsiteY19" fmla="*/ 85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210" h="136863">
                  <a:moveTo>
                    <a:pt x="138494" y="85"/>
                  </a:moveTo>
                  <a:lnTo>
                    <a:pt x="96548" y="85"/>
                  </a:lnTo>
                  <a:lnTo>
                    <a:pt x="96548" y="4509"/>
                  </a:lnTo>
                  <a:cubicBezTo>
                    <a:pt x="106205" y="5394"/>
                    <a:pt x="110732" y="8344"/>
                    <a:pt x="110732" y="13948"/>
                  </a:cubicBezTo>
                  <a:cubicBezTo>
                    <a:pt x="110732" y="16898"/>
                    <a:pt x="110128" y="19847"/>
                    <a:pt x="108921" y="22797"/>
                  </a:cubicBezTo>
                  <a:lnTo>
                    <a:pt x="79046" y="99192"/>
                  </a:lnTo>
                  <a:lnTo>
                    <a:pt x="48265" y="23682"/>
                  </a:lnTo>
                  <a:cubicBezTo>
                    <a:pt x="46454" y="19552"/>
                    <a:pt x="45549" y="15423"/>
                    <a:pt x="45549" y="12768"/>
                  </a:cubicBezTo>
                  <a:cubicBezTo>
                    <a:pt x="45549" y="7459"/>
                    <a:pt x="48869" y="5394"/>
                    <a:pt x="59431" y="4509"/>
                  </a:cubicBezTo>
                  <a:lnTo>
                    <a:pt x="59431" y="85"/>
                  </a:lnTo>
                  <a:lnTo>
                    <a:pt x="284" y="85"/>
                  </a:lnTo>
                  <a:lnTo>
                    <a:pt x="284" y="4509"/>
                  </a:lnTo>
                  <a:cubicBezTo>
                    <a:pt x="11751" y="5099"/>
                    <a:pt x="13863" y="8049"/>
                    <a:pt x="27745" y="38430"/>
                  </a:cubicBezTo>
                  <a:lnTo>
                    <a:pt x="63957" y="123085"/>
                  </a:lnTo>
                  <a:cubicBezTo>
                    <a:pt x="64561" y="124854"/>
                    <a:pt x="65466" y="126919"/>
                    <a:pt x="66371" y="129279"/>
                  </a:cubicBezTo>
                  <a:cubicBezTo>
                    <a:pt x="68182" y="134588"/>
                    <a:pt x="69993" y="136948"/>
                    <a:pt x="71803" y="136948"/>
                  </a:cubicBezTo>
                  <a:cubicBezTo>
                    <a:pt x="73614" y="136948"/>
                    <a:pt x="75726" y="133113"/>
                    <a:pt x="80253" y="122200"/>
                  </a:cubicBezTo>
                  <a:lnTo>
                    <a:pt x="118879" y="27516"/>
                  </a:lnTo>
                  <a:cubicBezTo>
                    <a:pt x="127631" y="7459"/>
                    <a:pt x="129441" y="5394"/>
                    <a:pt x="138494" y="4509"/>
                  </a:cubicBezTo>
                  <a:lnTo>
                    <a:pt x="138494" y="85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9A818BE0-0AA2-7D7E-0787-C35961B935FB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1318002" y="4855131"/>
              <a:ext cx="71519" cy="201460"/>
            </a:xfrm>
            <a:custGeom>
              <a:avLst/>
              <a:gdLst>
                <a:gd name="connsiteX0" fmla="*/ 48270 w 71519"/>
                <a:gd name="connsiteY0" fmla="*/ 65862 h 201460"/>
                <a:gd name="connsiteX1" fmla="*/ 1496 w 71519"/>
                <a:gd name="connsiteY1" fmla="*/ 82085 h 201460"/>
                <a:gd name="connsiteX2" fmla="*/ 1496 w 71519"/>
                <a:gd name="connsiteY2" fmla="*/ 86509 h 201460"/>
                <a:gd name="connsiteX3" fmla="*/ 3910 w 71519"/>
                <a:gd name="connsiteY3" fmla="*/ 86214 h 201460"/>
                <a:gd name="connsiteX4" fmla="*/ 14170 w 71519"/>
                <a:gd name="connsiteY4" fmla="*/ 85329 h 201460"/>
                <a:gd name="connsiteX5" fmla="*/ 24128 w 71519"/>
                <a:gd name="connsiteY5" fmla="*/ 103027 h 201460"/>
                <a:gd name="connsiteX6" fmla="*/ 24128 w 71519"/>
                <a:gd name="connsiteY6" fmla="*/ 171459 h 201460"/>
                <a:gd name="connsiteX7" fmla="*/ 289 w 71519"/>
                <a:gd name="connsiteY7" fmla="*/ 197120 h 201460"/>
                <a:gd name="connsiteX8" fmla="*/ 289 w 71519"/>
                <a:gd name="connsiteY8" fmla="*/ 201545 h 201460"/>
                <a:gd name="connsiteX9" fmla="*/ 71808 w 71519"/>
                <a:gd name="connsiteY9" fmla="*/ 201545 h 201460"/>
                <a:gd name="connsiteX10" fmla="*/ 71808 w 71519"/>
                <a:gd name="connsiteY10" fmla="*/ 197120 h 201460"/>
                <a:gd name="connsiteX11" fmla="*/ 49477 w 71519"/>
                <a:gd name="connsiteY11" fmla="*/ 171459 h 201460"/>
                <a:gd name="connsiteX12" fmla="*/ 49477 w 71519"/>
                <a:gd name="connsiteY12" fmla="*/ 66746 h 201460"/>
                <a:gd name="connsiteX13" fmla="*/ 48270 w 71519"/>
                <a:gd name="connsiteY13" fmla="*/ 65862 h 201460"/>
                <a:gd name="connsiteX14" fmla="*/ 34087 w 71519"/>
                <a:gd name="connsiteY14" fmla="*/ 85 h 201460"/>
                <a:gd name="connsiteX15" fmla="*/ 18998 w 71519"/>
                <a:gd name="connsiteY15" fmla="*/ 15128 h 201460"/>
                <a:gd name="connsiteX16" fmla="*/ 34087 w 71519"/>
                <a:gd name="connsiteY16" fmla="*/ 30171 h 201460"/>
                <a:gd name="connsiteX17" fmla="*/ 49779 w 71519"/>
                <a:gd name="connsiteY17" fmla="*/ 15128 h 201460"/>
                <a:gd name="connsiteX18" fmla="*/ 34087 w 71519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19" h="201460">
                  <a:moveTo>
                    <a:pt x="48270" y="65862"/>
                  </a:moveTo>
                  <a:lnTo>
                    <a:pt x="1496" y="82085"/>
                  </a:lnTo>
                  <a:lnTo>
                    <a:pt x="1496" y="86509"/>
                  </a:lnTo>
                  <a:lnTo>
                    <a:pt x="3910" y="86214"/>
                  </a:lnTo>
                  <a:cubicBezTo>
                    <a:pt x="7531" y="85624"/>
                    <a:pt x="11454" y="85329"/>
                    <a:pt x="14170" y="85329"/>
                  </a:cubicBezTo>
                  <a:cubicBezTo>
                    <a:pt x="21412" y="85329"/>
                    <a:pt x="24128" y="90049"/>
                    <a:pt x="24128" y="103027"/>
                  </a:cubicBezTo>
                  <a:lnTo>
                    <a:pt x="24128" y="171459"/>
                  </a:lnTo>
                  <a:cubicBezTo>
                    <a:pt x="24128" y="192696"/>
                    <a:pt x="21111" y="195941"/>
                    <a:pt x="289" y="197120"/>
                  </a:cubicBezTo>
                  <a:lnTo>
                    <a:pt x="289" y="201545"/>
                  </a:lnTo>
                  <a:lnTo>
                    <a:pt x="71808" y="201545"/>
                  </a:lnTo>
                  <a:lnTo>
                    <a:pt x="71808" y="197120"/>
                  </a:lnTo>
                  <a:cubicBezTo>
                    <a:pt x="51891" y="195646"/>
                    <a:pt x="49477" y="192696"/>
                    <a:pt x="49477" y="171459"/>
                  </a:cubicBezTo>
                  <a:lnTo>
                    <a:pt x="49477" y="66746"/>
                  </a:lnTo>
                  <a:lnTo>
                    <a:pt x="48270" y="65862"/>
                  </a:lnTo>
                  <a:close/>
                  <a:moveTo>
                    <a:pt x="34087" y="85"/>
                  </a:moveTo>
                  <a:cubicBezTo>
                    <a:pt x="25939" y="85"/>
                    <a:pt x="18998" y="6869"/>
                    <a:pt x="18998" y="15128"/>
                  </a:cubicBezTo>
                  <a:cubicBezTo>
                    <a:pt x="18998" y="23387"/>
                    <a:pt x="25637" y="30171"/>
                    <a:pt x="34087" y="30171"/>
                  </a:cubicBezTo>
                  <a:cubicBezTo>
                    <a:pt x="42838" y="30171"/>
                    <a:pt x="49779" y="23682"/>
                    <a:pt x="49779" y="15128"/>
                  </a:cubicBezTo>
                  <a:cubicBezTo>
                    <a:pt x="49779" y="6869"/>
                    <a:pt x="42838" y="85"/>
                    <a:pt x="34087" y="85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9F779A02-7951-90E1-3C35-67F2A012D0BE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1412768" y="4921203"/>
              <a:ext cx="89625" cy="138337"/>
            </a:xfrm>
            <a:custGeom>
              <a:avLst/>
              <a:gdLst>
                <a:gd name="connsiteX0" fmla="*/ 79959 w 89625"/>
                <a:gd name="connsiteY0" fmla="*/ 42854 h 138337"/>
                <a:gd name="connsiteX1" fmla="*/ 78752 w 89625"/>
                <a:gd name="connsiteY1" fmla="*/ 2739 h 138337"/>
                <a:gd name="connsiteX2" fmla="*/ 75432 w 89625"/>
                <a:gd name="connsiteY2" fmla="*/ 2739 h 138337"/>
                <a:gd name="connsiteX3" fmla="*/ 74829 w 89625"/>
                <a:gd name="connsiteY3" fmla="*/ 3329 h 138337"/>
                <a:gd name="connsiteX4" fmla="*/ 70604 w 89625"/>
                <a:gd name="connsiteY4" fmla="*/ 5689 h 138337"/>
                <a:gd name="connsiteX5" fmla="*/ 62456 w 89625"/>
                <a:gd name="connsiteY5" fmla="*/ 3624 h 138337"/>
                <a:gd name="connsiteX6" fmla="*/ 41332 w 89625"/>
                <a:gd name="connsiteY6" fmla="*/ 85 h 138337"/>
                <a:gd name="connsiteX7" fmla="*/ 291 w 89625"/>
                <a:gd name="connsiteY7" fmla="*/ 36365 h 138337"/>
                <a:gd name="connsiteX8" fmla="*/ 35599 w 89625"/>
                <a:gd name="connsiteY8" fmla="*/ 78840 h 138337"/>
                <a:gd name="connsiteX9" fmla="*/ 53101 w 89625"/>
                <a:gd name="connsiteY9" fmla="*/ 88574 h 138337"/>
                <a:gd name="connsiteX10" fmla="*/ 68793 w 89625"/>
                <a:gd name="connsiteY10" fmla="*/ 110696 h 138337"/>
                <a:gd name="connsiteX11" fmla="*/ 43746 w 89625"/>
                <a:gd name="connsiteY11" fmla="*/ 131933 h 138337"/>
                <a:gd name="connsiteX12" fmla="*/ 18398 w 89625"/>
                <a:gd name="connsiteY12" fmla="*/ 121610 h 138337"/>
                <a:gd name="connsiteX13" fmla="*/ 5421 w 89625"/>
                <a:gd name="connsiteY13" fmla="*/ 90639 h 138337"/>
                <a:gd name="connsiteX14" fmla="*/ 593 w 89625"/>
                <a:gd name="connsiteY14" fmla="*/ 90639 h 138337"/>
                <a:gd name="connsiteX15" fmla="*/ 593 w 89625"/>
                <a:gd name="connsiteY15" fmla="*/ 136653 h 138337"/>
                <a:gd name="connsiteX16" fmla="*/ 4516 w 89625"/>
                <a:gd name="connsiteY16" fmla="*/ 136653 h 138337"/>
                <a:gd name="connsiteX17" fmla="*/ 11457 w 89625"/>
                <a:gd name="connsiteY17" fmla="*/ 133113 h 138337"/>
                <a:gd name="connsiteX18" fmla="*/ 25338 w 89625"/>
                <a:gd name="connsiteY18" fmla="*/ 135473 h 138337"/>
                <a:gd name="connsiteX19" fmla="*/ 47368 w 89625"/>
                <a:gd name="connsiteY19" fmla="*/ 138423 h 138337"/>
                <a:gd name="connsiteX20" fmla="*/ 89917 w 89625"/>
                <a:gd name="connsiteY20" fmla="*/ 100667 h 138337"/>
                <a:gd name="connsiteX21" fmla="*/ 64568 w 89625"/>
                <a:gd name="connsiteY21" fmla="*/ 65567 h 138337"/>
                <a:gd name="connsiteX22" fmla="*/ 31977 w 89625"/>
                <a:gd name="connsiteY22" fmla="*/ 46689 h 138337"/>
                <a:gd name="connsiteX23" fmla="*/ 19001 w 89625"/>
                <a:gd name="connsiteY23" fmla="*/ 26631 h 138337"/>
                <a:gd name="connsiteX24" fmla="*/ 42237 w 89625"/>
                <a:gd name="connsiteY24" fmla="*/ 6574 h 138337"/>
                <a:gd name="connsiteX25" fmla="*/ 75432 w 89625"/>
                <a:gd name="connsiteY25" fmla="*/ 42854 h 138337"/>
                <a:gd name="connsiteX26" fmla="*/ 79959 w 89625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625" h="138337">
                  <a:moveTo>
                    <a:pt x="79959" y="42854"/>
                  </a:moveTo>
                  <a:lnTo>
                    <a:pt x="78752" y="2739"/>
                  </a:lnTo>
                  <a:lnTo>
                    <a:pt x="75432" y="2739"/>
                  </a:lnTo>
                  <a:lnTo>
                    <a:pt x="74829" y="3329"/>
                  </a:lnTo>
                  <a:cubicBezTo>
                    <a:pt x="72113" y="5394"/>
                    <a:pt x="71811" y="5689"/>
                    <a:pt x="70604" y="5689"/>
                  </a:cubicBezTo>
                  <a:cubicBezTo>
                    <a:pt x="68793" y="5689"/>
                    <a:pt x="65776" y="5099"/>
                    <a:pt x="62456" y="3624"/>
                  </a:cubicBezTo>
                  <a:cubicBezTo>
                    <a:pt x="55817" y="1265"/>
                    <a:pt x="49178" y="85"/>
                    <a:pt x="41332" y="85"/>
                  </a:cubicBezTo>
                  <a:cubicBezTo>
                    <a:pt x="17492" y="85"/>
                    <a:pt x="291" y="15128"/>
                    <a:pt x="291" y="36365"/>
                  </a:cubicBezTo>
                  <a:cubicBezTo>
                    <a:pt x="291" y="52883"/>
                    <a:pt x="9948" y="64682"/>
                    <a:pt x="35599" y="78840"/>
                  </a:cubicBezTo>
                  <a:lnTo>
                    <a:pt x="53101" y="88574"/>
                  </a:lnTo>
                  <a:cubicBezTo>
                    <a:pt x="63663" y="94473"/>
                    <a:pt x="68793" y="101552"/>
                    <a:pt x="68793" y="110696"/>
                  </a:cubicBezTo>
                  <a:cubicBezTo>
                    <a:pt x="68793" y="123674"/>
                    <a:pt x="59137" y="131933"/>
                    <a:pt x="43746" y="131933"/>
                  </a:cubicBezTo>
                  <a:cubicBezTo>
                    <a:pt x="33486" y="131933"/>
                    <a:pt x="24131" y="128099"/>
                    <a:pt x="18398" y="121610"/>
                  </a:cubicBezTo>
                  <a:cubicBezTo>
                    <a:pt x="12060" y="114236"/>
                    <a:pt x="9344" y="107451"/>
                    <a:pt x="5421" y="90639"/>
                  </a:cubicBezTo>
                  <a:lnTo>
                    <a:pt x="593" y="90639"/>
                  </a:lnTo>
                  <a:lnTo>
                    <a:pt x="593" y="136653"/>
                  </a:lnTo>
                  <a:lnTo>
                    <a:pt x="4516" y="136653"/>
                  </a:lnTo>
                  <a:cubicBezTo>
                    <a:pt x="6629" y="133703"/>
                    <a:pt x="7836" y="133113"/>
                    <a:pt x="11457" y="133113"/>
                  </a:cubicBezTo>
                  <a:cubicBezTo>
                    <a:pt x="14173" y="133113"/>
                    <a:pt x="18398" y="133703"/>
                    <a:pt x="25338" y="135473"/>
                  </a:cubicBezTo>
                  <a:cubicBezTo>
                    <a:pt x="33788" y="137243"/>
                    <a:pt x="41936" y="138423"/>
                    <a:pt x="47368" y="138423"/>
                  </a:cubicBezTo>
                  <a:cubicBezTo>
                    <a:pt x="70604" y="138423"/>
                    <a:pt x="89917" y="121315"/>
                    <a:pt x="89917" y="100667"/>
                  </a:cubicBezTo>
                  <a:cubicBezTo>
                    <a:pt x="89917" y="85919"/>
                    <a:pt x="82675" y="76185"/>
                    <a:pt x="64568" y="65567"/>
                  </a:cubicBezTo>
                  <a:lnTo>
                    <a:pt x="31977" y="46689"/>
                  </a:lnTo>
                  <a:cubicBezTo>
                    <a:pt x="23528" y="41970"/>
                    <a:pt x="19001" y="34595"/>
                    <a:pt x="19001" y="26631"/>
                  </a:cubicBezTo>
                  <a:cubicBezTo>
                    <a:pt x="19001" y="14833"/>
                    <a:pt x="28356" y="6574"/>
                    <a:pt x="42237" y="6574"/>
                  </a:cubicBezTo>
                  <a:cubicBezTo>
                    <a:pt x="59438" y="6574"/>
                    <a:pt x="68491" y="16603"/>
                    <a:pt x="75432" y="42854"/>
                  </a:cubicBezTo>
                  <a:lnTo>
                    <a:pt x="79959" y="4285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939ECAB1-90EC-0D85-FBB0-52A9DAE6FB32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1520032" y="4855131"/>
              <a:ext cx="71519" cy="201460"/>
            </a:xfrm>
            <a:custGeom>
              <a:avLst/>
              <a:gdLst>
                <a:gd name="connsiteX0" fmla="*/ 48277 w 71519"/>
                <a:gd name="connsiteY0" fmla="*/ 65862 h 201460"/>
                <a:gd name="connsiteX1" fmla="*/ 1502 w 71519"/>
                <a:gd name="connsiteY1" fmla="*/ 82085 h 201460"/>
                <a:gd name="connsiteX2" fmla="*/ 1502 w 71519"/>
                <a:gd name="connsiteY2" fmla="*/ 86509 h 201460"/>
                <a:gd name="connsiteX3" fmla="*/ 3916 w 71519"/>
                <a:gd name="connsiteY3" fmla="*/ 86214 h 201460"/>
                <a:gd name="connsiteX4" fmla="*/ 14177 w 71519"/>
                <a:gd name="connsiteY4" fmla="*/ 85329 h 201460"/>
                <a:gd name="connsiteX5" fmla="*/ 24135 w 71519"/>
                <a:gd name="connsiteY5" fmla="*/ 103027 h 201460"/>
                <a:gd name="connsiteX6" fmla="*/ 24135 w 71519"/>
                <a:gd name="connsiteY6" fmla="*/ 171459 h 201460"/>
                <a:gd name="connsiteX7" fmla="*/ 295 w 71519"/>
                <a:gd name="connsiteY7" fmla="*/ 197120 h 201460"/>
                <a:gd name="connsiteX8" fmla="*/ 295 w 71519"/>
                <a:gd name="connsiteY8" fmla="*/ 201545 h 201460"/>
                <a:gd name="connsiteX9" fmla="*/ 71815 w 71519"/>
                <a:gd name="connsiteY9" fmla="*/ 201545 h 201460"/>
                <a:gd name="connsiteX10" fmla="*/ 71815 w 71519"/>
                <a:gd name="connsiteY10" fmla="*/ 197120 h 201460"/>
                <a:gd name="connsiteX11" fmla="*/ 49484 w 71519"/>
                <a:gd name="connsiteY11" fmla="*/ 171459 h 201460"/>
                <a:gd name="connsiteX12" fmla="*/ 49484 w 71519"/>
                <a:gd name="connsiteY12" fmla="*/ 66746 h 201460"/>
                <a:gd name="connsiteX13" fmla="*/ 48277 w 71519"/>
                <a:gd name="connsiteY13" fmla="*/ 65862 h 201460"/>
                <a:gd name="connsiteX14" fmla="*/ 34093 w 71519"/>
                <a:gd name="connsiteY14" fmla="*/ 85 h 201460"/>
                <a:gd name="connsiteX15" fmla="*/ 19005 w 71519"/>
                <a:gd name="connsiteY15" fmla="*/ 15128 h 201460"/>
                <a:gd name="connsiteX16" fmla="*/ 34093 w 71519"/>
                <a:gd name="connsiteY16" fmla="*/ 30171 h 201460"/>
                <a:gd name="connsiteX17" fmla="*/ 49786 w 71519"/>
                <a:gd name="connsiteY17" fmla="*/ 15128 h 201460"/>
                <a:gd name="connsiteX18" fmla="*/ 34093 w 71519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519" h="201460">
                  <a:moveTo>
                    <a:pt x="48277" y="65862"/>
                  </a:moveTo>
                  <a:lnTo>
                    <a:pt x="1502" y="82085"/>
                  </a:lnTo>
                  <a:lnTo>
                    <a:pt x="1502" y="86509"/>
                  </a:lnTo>
                  <a:lnTo>
                    <a:pt x="3916" y="86214"/>
                  </a:lnTo>
                  <a:cubicBezTo>
                    <a:pt x="7538" y="85624"/>
                    <a:pt x="11461" y="85329"/>
                    <a:pt x="14177" y="85329"/>
                  </a:cubicBezTo>
                  <a:cubicBezTo>
                    <a:pt x="21419" y="85329"/>
                    <a:pt x="24135" y="90049"/>
                    <a:pt x="24135" y="103027"/>
                  </a:cubicBezTo>
                  <a:lnTo>
                    <a:pt x="24135" y="171459"/>
                  </a:lnTo>
                  <a:cubicBezTo>
                    <a:pt x="24135" y="192696"/>
                    <a:pt x="21117" y="195941"/>
                    <a:pt x="295" y="197120"/>
                  </a:cubicBezTo>
                  <a:lnTo>
                    <a:pt x="295" y="201545"/>
                  </a:lnTo>
                  <a:lnTo>
                    <a:pt x="71815" y="201545"/>
                  </a:lnTo>
                  <a:lnTo>
                    <a:pt x="71815" y="197120"/>
                  </a:lnTo>
                  <a:cubicBezTo>
                    <a:pt x="51898" y="195646"/>
                    <a:pt x="49484" y="192696"/>
                    <a:pt x="49484" y="171459"/>
                  </a:cubicBezTo>
                  <a:lnTo>
                    <a:pt x="49484" y="66746"/>
                  </a:lnTo>
                  <a:lnTo>
                    <a:pt x="48277" y="65862"/>
                  </a:lnTo>
                  <a:close/>
                  <a:moveTo>
                    <a:pt x="34093" y="85"/>
                  </a:moveTo>
                  <a:cubicBezTo>
                    <a:pt x="25946" y="85"/>
                    <a:pt x="19005" y="6869"/>
                    <a:pt x="19005" y="15128"/>
                  </a:cubicBezTo>
                  <a:cubicBezTo>
                    <a:pt x="19005" y="23387"/>
                    <a:pt x="25644" y="30171"/>
                    <a:pt x="34093" y="30171"/>
                  </a:cubicBezTo>
                  <a:cubicBezTo>
                    <a:pt x="42845" y="30171"/>
                    <a:pt x="49786" y="23682"/>
                    <a:pt x="49786" y="15128"/>
                  </a:cubicBezTo>
                  <a:cubicBezTo>
                    <a:pt x="49786" y="6869"/>
                    <a:pt x="42845" y="85"/>
                    <a:pt x="34093" y="85"/>
                  </a:cubicBez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5648A5DA-A873-2AC0-E87F-8A1D98EA47A5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1600313" y="4855131"/>
              <a:ext cx="140323" cy="204409"/>
            </a:xfrm>
            <a:custGeom>
              <a:avLst/>
              <a:gdLst>
                <a:gd name="connsiteX0" fmla="*/ 45564 w 140323"/>
                <a:gd name="connsiteY0" fmla="*/ 675 h 204409"/>
                <a:gd name="connsiteX1" fmla="*/ 44055 w 140323"/>
                <a:gd name="connsiteY1" fmla="*/ 85 h 204409"/>
                <a:gd name="connsiteX2" fmla="*/ 9049 w 140323"/>
                <a:gd name="connsiteY2" fmla="*/ 10703 h 204409"/>
                <a:gd name="connsiteX3" fmla="*/ 298 w 140323"/>
                <a:gd name="connsiteY3" fmla="*/ 13063 h 204409"/>
                <a:gd name="connsiteX4" fmla="*/ 298 w 140323"/>
                <a:gd name="connsiteY4" fmla="*/ 17782 h 204409"/>
                <a:gd name="connsiteX5" fmla="*/ 5428 w 140323"/>
                <a:gd name="connsiteY5" fmla="*/ 17488 h 204409"/>
                <a:gd name="connsiteX6" fmla="*/ 20215 w 140323"/>
                <a:gd name="connsiteY6" fmla="*/ 32531 h 204409"/>
                <a:gd name="connsiteX7" fmla="*/ 20215 w 140323"/>
                <a:gd name="connsiteY7" fmla="*/ 185617 h 204409"/>
                <a:gd name="connsiteX8" fmla="*/ 70007 w 140323"/>
                <a:gd name="connsiteY8" fmla="*/ 204494 h 204409"/>
                <a:gd name="connsiteX9" fmla="*/ 140621 w 140323"/>
                <a:gd name="connsiteY9" fmla="*/ 129869 h 204409"/>
                <a:gd name="connsiteX10" fmla="*/ 87510 w 140323"/>
                <a:gd name="connsiteY10" fmla="*/ 65862 h 204409"/>
                <a:gd name="connsiteX11" fmla="*/ 45564 w 140323"/>
                <a:gd name="connsiteY11" fmla="*/ 90933 h 204409"/>
                <a:gd name="connsiteX12" fmla="*/ 45564 w 140323"/>
                <a:gd name="connsiteY12" fmla="*/ 675 h 204409"/>
                <a:gd name="connsiteX13" fmla="*/ 45564 w 140323"/>
                <a:gd name="connsiteY13" fmla="*/ 106567 h 204409"/>
                <a:gd name="connsiteX14" fmla="*/ 75439 w 140323"/>
                <a:gd name="connsiteY14" fmla="*/ 84444 h 204409"/>
                <a:gd name="connsiteX15" fmla="*/ 114065 w 140323"/>
                <a:gd name="connsiteY15" fmla="*/ 143437 h 204409"/>
                <a:gd name="connsiteX16" fmla="*/ 74835 w 140323"/>
                <a:gd name="connsiteY16" fmla="*/ 195056 h 204409"/>
                <a:gd name="connsiteX17" fmla="*/ 45564 w 140323"/>
                <a:gd name="connsiteY17" fmla="*/ 180897 h 204409"/>
                <a:gd name="connsiteX18" fmla="*/ 45564 w 140323"/>
                <a:gd name="connsiteY18" fmla="*/ 106567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323" h="204409">
                  <a:moveTo>
                    <a:pt x="45564" y="675"/>
                  </a:moveTo>
                  <a:lnTo>
                    <a:pt x="44055" y="85"/>
                  </a:lnTo>
                  <a:cubicBezTo>
                    <a:pt x="31380" y="4509"/>
                    <a:pt x="23233" y="6869"/>
                    <a:pt x="9049" y="10703"/>
                  </a:cubicBezTo>
                  <a:lnTo>
                    <a:pt x="298" y="13063"/>
                  </a:lnTo>
                  <a:lnTo>
                    <a:pt x="298" y="17782"/>
                  </a:lnTo>
                  <a:cubicBezTo>
                    <a:pt x="2109" y="17488"/>
                    <a:pt x="3316" y="17488"/>
                    <a:pt x="5428" y="17488"/>
                  </a:cubicBezTo>
                  <a:cubicBezTo>
                    <a:pt x="17499" y="17488"/>
                    <a:pt x="20215" y="20142"/>
                    <a:pt x="20215" y="32531"/>
                  </a:cubicBezTo>
                  <a:lnTo>
                    <a:pt x="20215" y="185617"/>
                  </a:lnTo>
                  <a:cubicBezTo>
                    <a:pt x="20215" y="194761"/>
                    <a:pt x="45865" y="204494"/>
                    <a:pt x="70007" y="204494"/>
                  </a:cubicBezTo>
                  <a:cubicBezTo>
                    <a:pt x="109841" y="204494"/>
                    <a:pt x="140621" y="172048"/>
                    <a:pt x="140621" y="129869"/>
                  </a:cubicBezTo>
                  <a:cubicBezTo>
                    <a:pt x="140621" y="93588"/>
                    <a:pt x="117687" y="65862"/>
                    <a:pt x="87510" y="65862"/>
                  </a:cubicBezTo>
                  <a:cubicBezTo>
                    <a:pt x="69102" y="65862"/>
                    <a:pt x="51599" y="76480"/>
                    <a:pt x="45564" y="90933"/>
                  </a:cubicBezTo>
                  <a:lnTo>
                    <a:pt x="45564" y="675"/>
                  </a:lnTo>
                  <a:close/>
                  <a:moveTo>
                    <a:pt x="45564" y="106567"/>
                  </a:moveTo>
                  <a:cubicBezTo>
                    <a:pt x="45564" y="95063"/>
                    <a:pt x="59747" y="84444"/>
                    <a:pt x="75439" y="84444"/>
                  </a:cubicBezTo>
                  <a:cubicBezTo>
                    <a:pt x="98977" y="84444"/>
                    <a:pt x="114065" y="107451"/>
                    <a:pt x="114065" y="143437"/>
                  </a:cubicBezTo>
                  <a:cubicBezTo>
                    <a:pt x="114065" y="176178"/>
                    <a:pt x="99580" y="195056"/>
                    <a:pt x="74835" y="195056"/>
                  </a:cubicBezTo>
                  <a:cubicBezTo>
                    <a:pt x="59143" y="195056"/>
                    <a:pt x="45564" y="188271"/>
                    <a:pt x="45564" y="180897"/>
                  </a:cubicBezTo>
                  <a:lnTo>
                    <a:pt x="45564" y="106567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271BD245-BFD4-7B4D-CDBB-F35C4D0C3555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1756592" y="4855131"/>
              <a:ext cx="71821" cy="201460"/>
            </a:xfrm>
            <a:custGeom>
              <a:avLst/>
              <a:gdLst>
                <a:gd name="connsiteX0" fmla="*/ 303 w 71821"/>
                <a:gd name="connsiteY0" fmla="*/ 17782 h 201460"/>
                <a:gd name="connsiteX1" fmla="*/ 2114 w 71821"/>
                <a:gd name="connsiteY1" fmla="*/ 17782 h 201460"/>
                <a:gd name="connsiteX2" fmla="*/ 11468 w 71821"/>
                <a:gd name="connsiteY2" fmla="*/ 17193 h 201460"/>
                <a:gd name="connsiteX3" fmla="*/ 24143 w 71821"/>
                <a:gd name="connsiteY3" fmla="*/ 35185 h 201460"/>
                <a:gd name="connsiteX4" fmla="*/ 24143 w 71821"/>
                <a:gd name="connsiteY4" fmla="*/ 175883 h 201460"/>
                <a:gd name="connsiteX5" fmla="*/ 906 w 71821"/>
                <a:gd name="connsiteY5" fmla="*/ 197120 h 201460"/>
                <a:gd name="connsiteX6" fmla="*/ 906 w 71821"/>
                <a:gd name="connsiteY6" fmla="*/ 201545 h 201460"/>
                <a:gd name="connsiteX7" fmla="*/ 72124 w 71821"/>
                <a:gd name="connsiteY7" fmla="*/ 201545 h 201460"/>
                <a:gd name="connsiteX8" fmla="*/ 72124 w 71821"/>
                <a:gd name="connsiteY8" fmla="*/ 197120 h 201460"/>
                <a:gd name="connsiteX9" fmla="*/ 49492 w 71821"/>
                <a:gd name="connsiteY9" fmla="*/ 176768 h 201460"/>
                <a:gd name="connsiteX10" fmla="*/ 49492 w 71821"/>
                <a:gd name="connsiteY10" fmla="*/ 675 h 201460"/>
                <a:gd name="connsiteX11" fmla="*/ 48284 w 71821"/>
                <a:gd name="connsiteY11" fmla="*/ 85 h 201460"/>
                <a:gd name="connsiteX12" fmla="*/ 303 w 71821"/>
                <a:gd name="connsiteY12" fmla="*/ 13063 h 201460"/>
                <a:gd name="connsiteX13" fmla="*/ 303 w 71821"/>
                <a:gd name="connsiteY13" fmla="*/ 1778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821" h="201460">
                  <a:moveTo>
                    <a:pt x="303" y="17782"/>
                  </a:moveTo>
                  <a:lnTo>
                    <a:pt x="2114" y="17782"/>
                  </a:lnTo>
                  <a:cubicBezTo>
                    <a:pt x="5433" y="17488"/>
                    <a:pt x="9054" y="17193"/>
                    <a:pt x="11468" y="17193"/>
                  </a:cubicBezTo>
                  <a:cubicBezTo>
                    <a:pt x="21125" y="17193"/>
                    <a:pt x="24143" y="21322"/>
                    <a:pt x="24143" y="35185"/>
                  </a:cubicBezTo>
                  <a:lnTo>
                    <a:pt x="24143" y="175883"/>
                  </a:lnTo>
                  <a:cubicBezTo>
                    <a:pt x="24143" y="191811"/>
                    <a:pt x="19918" y="195646"/>
                    <a:pt x="906" y="197120"/>
                  </a:cubicBezTo>
                  <a:lnTo>
                    <a:pt x="906" y="201545"/>
                  </a:lnTo>
                  <a:lnTo>
                    <a:pt x="72124" y="201545"/>
                  </a:lnTo>
                  <a:lnTo>
                    <a:pt x="72124" y="197120"/>
                  </a:lnTo>
                  <a:cubicBezTo>
                    <a:pt x="53113" y="195941"/>
                    <a:pt x="49492" y="192991"/>
                    <a:pt x="49492" y="176768"/>
                  </a:cubicBezTo>
                  <a:lnTo>
                    <a:pt x="49492" y="675"/>
                  </a:lnTo>
                  <a:lnTo>
                    <a:pt x="48284" y="85"/>
                  </a:lnTo>
                  <a:cubicBezTo>
                    <a:pt x="32592" y="5099"/>
                    <a:pt x="21125" y="8049"/>
                    <a:pt x="303" y="13063"/>
                  </a:cubicBezTo>
                  <a:lnTo>
                    <a:pt x="303" y="17782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B5166D76-20ED-234A-7BB2-B38843ECC12C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1842607" y="4920908"/>
              <a:ext cx="120406" cy="138632"/>
            </a:xfrm>
            <a:custGeom>
              <a:avLst/>
              <a:gdLst>
                <a:gd name="connsiteX0" fmla="*/ 115884 w 120406"/>
                <a:gd name="connsiteY0" fmla="*/ 87394 h 138632"/>
                <a:gd name="connsiteX1" fmla="*/ 69109 w 120406"/>
                <a:gd name="connsiteY1" fmla="*/ 118365 h 138632"/>
                <a:gd name="connsiteX2" fmla="*/ 30181 w 120406"/>
                <a:gd name="connsiteY2" fmla="*/ 92998 h 138632"/>
                <a:gd name="connsiteX3" fmla="*/ 22033 w 120406"/>
                <a:gd name="connsiteY3" fmla="*/ 54063 h 138632"/>
                <a:gd name="connsiteX4" fmla="*/ 114979 w 120406"/>
                <a:gd name="connsiteY4" fmla="*/ 54063 h 138632"/>
                <a:gd name="connsiteX5" fmla="*/ 102002 w 120406"/>
                <a:gd name="connsiteY5" fmla="*/ 16898 h 138632"/>
                <a:gd name="connsiteX6" fmla="*/ 63376 w 120406"/>
                <a:gd name="connsiteY6" fmla="*/ 85 h 138632"/>
                <a:gd name="connsiteX7" fmla="*/ 22637 w 120406"/>
                <a:gd name="connsiteY7" fmla="*/ 15423 h 138632"/>
                <a:gd name="connsiteX8" fmla="*/ 306 w 120406"/>
                <a:gd name="connsiteY8" fmla="*/ 72646 h 138632"/>
                <a:gd name="connsiteX9" fmla="*/ 56737 w 120406"/>
                <a:gd name="connsiteY9" fmla="*/ 138718 h 138632"/>
                <a:gd name="connsiteX10" fmla="*/ 120712 w 120406"/>
                <a:gd name="connsiteY10" fmla="*/ 89459 h 138632"/>
                <a:gd name="connsiteX11" fmla="*/ 115884 w 120406"/>
                <a:gd name="connsiteY11" fmla="*/ 87394 h 138632"/>
                <a:gd name="connsiteX12" fmla="*/ 22637 w 120406"/>
                <a:gd name="connsiteY12" fmla="*/ 44624 h 138632"/>
                <a:gd name="connsiteX13" fmla="*/ 54624 w 120406"/>
                <a:gd name="connsiteY13" fmla="*/ 10703 h 138632"/>
                <a:gd name="connsiteX14" fmla="*/ 84198 w 120406"/>
                <a:gd name="connsiteY14" fmla="*/ 44624 h 138632"/>
                <a:gd name="connsiteX15" fmla="*/ 22637 w 120406"/>
                <a:gd name="connsiteY15" fmla="*/ 4462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406" h="138632">
                  <a:moveTo>
                    <a:pt x="115884" y="87394"/>
                  </a:moveTo>
                  <a:cubicBezTo>
                    <a:pt x="101399" y="109811"/>
                    <a:pt x="88423" y="118365"/>
                    <a:pt x="69109" y="118365"/>
                  </a:cubicBezTo>
                  <a:cubicBezTo>
                    <a:pt x="51908" y="118365"/>
                    <a:pt x="38932" y="109811"/>
                    <a:pt x="30181" y="92998"/>
                  </a:cubicBezTo>
                  <a:cubicBezTo>
                    <a:pt x="24749" y="81790"/>
                    <a:pt x="22637" y="72056"/>
                    <a:pt x="22033" y="54063"/>
                  </a:cubicBezTo>
                  <a:lnTo>
                    <a:pt x="114979" y="54063"/>
                  </a:lnTo>
                  <a:cubicBezTo>
                    <a:pt x="112564" y="34890"/>
                    <a:pt x="109547" y="26336"/>
                    <a:pt x="102002" y="16898"/>
                  </a:cubicBezTo>
                  <a:cubicBezTo>
                    <a:pt x="92949" y="6279"/>
                    <a:pt x="79068" y="85"/>
                    <a:pt x="63376" y="85"/>
                  </a:cubicBezTo>
                  <a:cubicBezTo>
                    <a:pt x="48287" y="85"/>
                    <a:pt x="34104" y="5394"/>
                    <a:pt x="22637" y="15423"/>
                  </a:cubicBezTo>
                  <a:cubicBezTo>
                    <a:pt x="8454" y="27516"/>
                    <a:pt x="306" y="48459"/>
                    <a:pt x="306" y="72646"/>
                  </a:cubicBezTo>
                  <a:cubicBezTo>
                    <a:pt x="306" y="113351"/>
                    <a:pt x="22033" y="138718"/>
                    <a:pt x="56737" y="138718"/>
                  </a:cubicBezTo>
                  <a:cubicBezTo>
                    <a:pt x="85405" y="138718"/>
                    <a:pt x="108038" y="121315"/>
                    <a:pt x="120712" y="89459"/>
                  </a:cubicBezTo>
                  <a:lnTo>
                    <a:pt x="115884" y="87394"/>
                  </a:lnTo>
                  <a:close/>
                  <a:moveTo>
                    <a:pt x="22637" y="44624"/>
                  </a:moveTo>
                  <a:cubicBezTo>
                    <a:pt x="25956" y="21617"/>
                    <a:pt x="36216" y="10703"/>
                    <a:pt x="54624" y="10703"/>
                  </a:cubicBezTo>
                  <a:cubicBezTo>
                    <a:pt x="73032" y="10703"/>
                    <a:pt x="80275" y="18962"/>
                    <a:pt x="84198" y="44624"/>
                  </a:cubicBezTo>
                  <a:lnTo>
                    <a:pt x="22637" y="44624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DC977D01-723D-5151-E6A3-2D4AF4806523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2046180" y="4855131"/>
              <a:ext cx="140323" cy="204409"/>
            </a:xfrm>
            <a:custGeom>
              <a:avLst/>
              <a:gdLst>
                <a:gd name="connsiteX0" fmla="*/ 45578 w 140323"/>
                <a:gd name="connsiteY0" fmla="*/ 675 h 204409"/>
                <a:gd name="connsiteX1" fmla="*/ 44069 w 140323"/>
                <a:gd name="connsiteY1" fmla="*/ 85 h 204409"/>
                <a:gd name="connsiteX2" fmla="*/ 9064 w 140323"/>
                <a:gd name="connsiteY2" fmla="*/ 10703 h 204409"/>
                <a:gd name="connsiteX3" fmla="*/ 313 w 140323"/>
                <a:gd name="connsiteY3" fmla="*/ 13063 h 204409"/>
                <a:gd name="connsiteX4" fmla="*/ 313 w 140323"/>
                <a:gd name="connsiteY4" fmla="*/ 17782 h 204409"/>
                <a:gd name="connsiteX5" fmla="*/ 5443 w 140323"/>
                <a:gd name="connsiteY5" fmla="*/ 17488 h 204409"/>
                <a:gd name="connsiteX6" fmla="*/ 20229 w 140323"/>
                <a:gd name="connsiteY6" fmla="*/ 32531 h 204409"/>
                <a:gd name="connsiteX7" fmla="*/ 20229 w 140323"/>
                <a:gd name="connsiteY7" fmla="*/ 185617 h 204409"/>
                <a:gd name="connsiteX8" fmla="*/ 70022 w 140323"/>
                <a:gd name="connsiteY8" fmla="*/ 204494 h 204409"/>
                <a:gd name="connsiteX9" fmla="*/ 140636 w 140323"/>
                <a:gd name="connsiteY9" fmla="*/ 129869 h 204409"/>
                <a:gd name="connsiteX10" fmla="*/ 87524 w 140323"/>
                <a:gd name="connsiteY10" fmla="*/ 65862 h 204409"/>
                <a:gd name="connsiteX11" fmla="*/ 45578 w 140323"/>
                <a:gd name="connsiteY11" fmla="*/ 90933 h 204409"/>
                <a:gd name="connsiteX12" fmla="*/ 45578 w 140323"/>
                <a:gd name="connsiteY12" fmla="*/ 675 h 204409"/>
                <a:gd name="connsiteX13" fmla="*/ 45578 w 140323"/>
                <a:gd name="connsiteY13" fmla="*/ 106567 h 204409"/>
                <a:gd name="connsiteX14" fmla="*/ 75453 w 140323"/>
                <a:gd name="connsiteY14" fmla="*/ 84444 h 204409"/>
                <a:gd name="connsiteX15" fmla="*/ 114080 w 140323"/>
                <a:gd name="connsiteY15" fmla="*/ 143437 h 204409"/>
                <a:gd name="connsiteX16" fmla="*/ 74850 w 140323"/>
                <a:gd name="connsiteY16" fmla="*/ 195056 h 204409"/>
                <a:gd name="connsiteX17" fmla="*/ 45578 w 140323"/>
                <a:gd name="connsiteY17" fmla="*/ 180897 h 204409"/>
                <a:gd name="connsiteX18" fmla="*/ 45578 w 140323"/>
                <a:gd name="connsiteY18" fmla="*/ 106567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0323" h="204409">
                  <a:moveTo>
                    <a:pt x="45578" y="675"/>
                  </a:moveTo>
                  <a:lnTo>
                    <a:pt x="44069" y="85"/>
                  </a:lnTo>
                  <a:cubicBezTo>
                    <a:pt x="31395" y="4509"/>
                    <a:pt x="23247" y="6869"/>
                    <a:pt x="9064" y="10703"/>
                  </a:cubicBezTo>
                  <a:lnTo>
                    <a:pt x="313" y="13063"/>
                  </a:lnTo>
                  <a:lnTo>
                    <a:pt x="313" y="17782"/>
                  </a:lnTo>
                  <a:cubicBezTo>
                    <a:pt x="2123" y="17488"/>
                    <a:pt x="3330" y="17488"/>
                    <a:pt x="5443" y="17488"/>
                  </a:cubicBezTo>
                  <a:cubicBezTo>
                    <a:pt x="17514" y="17488"/>
                    <a:pt x="20229" y="20142"/>
                    <a:pt x="20229" y="32531"/>
                  </a:cubicBezTo>
                  <a:lnTo>
                    <a:pt x="20229" y="185617"/>
                  </a:lnTo>
                  <a:cubicBezTo>
                    <a:pt x="20229" y="194761"/>
                    <a:pt x="45880" y="204494"/>
                    <a:pt x="70022" y="204494"/>
                  </a:cubicBezTo>
                  <a:cubicBezTo>
                    <a:pt x="109855" y="204494"/>
                    <a:pt x="140636" y="172048"/>
                    <a:pt x="140636" y="129869"/>
                  </a:cubicBezTo>
                  <a:cubicBezTo>
                    <a:pt x="140636" y="93588"/>
                    <a:pt x="117701" y="65862"/>
                    <a:pt x="87524" y="65862"/>
                  </a:cubicBezTo>
                  <a:cubicBezTo>
                    <a:pt x="69116" y="65862"/>
                    <a:pt x="51614" y="76480"/>
                    <a:pt x="45578" y="90933"/>
                  </a:cubicBezTo>
                  <a:lnTo>
                    <a:pt x="45578" y="675"/>
                  </a:lnTo>
                  <a:close/>
                  <a:moveTo>
                    <a:pt x="45578" y="106567"/>
                  </a:moveTo>
                  <a:cubicBezTo>
                    <a:pt x="45578" y="95063"/>
                    <a:pt x="59761" y="84444"/>
                    <a:pt x="75453" y="84444"/>
                  </a:cubicBezTo>
                  <a:cubicBezTo>
                    <a:pt x="98992" y="84444"/>
                    <a:pt x="114080" y="107451"/>
                    <a:pt x="114080" y="143437"/>
                  </a:cubicBezTo>
                  <a:cubicBezTo>
                    <a:pt x="114080" y="176178"/>
                    <a:pt x="99595" y="195056"/>
                    <a:pt x="74850" y="195056"/>
                  </a:cubicBezTo>
                  <a:cubicBezTo>
                    <a:pt x="59158" y="195056"/>
                    <a:pt x="45578" y="188271"/>
                    <a:pt x="45578" y="180897"/>
                  </a:cubicBezTo>
                  <a:lnTo>
                    <a:pt x="45578" y="106567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E9F63925-B2D1-8FEE-5539-F74D8DB9554F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2200951" y="4923858"/>
              <a:ext cx="139116" cy="197035"/>
            </a:xfrm>
            <a:custGeom>
              <a:avLst/>
              <a:gdLst>
                <a:gd name="connsiteX0" fmla="*/ 139434 w 139116"/>
                <a:gd name="connsiteY0" fmla="*/ 85 h 197035"/>
                <a:gd name="connsiteX1" fmla="*/ 98695 w 139116"/>
                <a:gd name="connsiteY1" fmla="*/ 85 h 197035"/>
                <a:gd name="connsiteX2" fmla="*/ 98695 w 139116"/>
                <a:gd name="connsiteY2" fmla="*/ 4509 h 197035"/>
                <a:gd name="connsiteX3" fmla="*/ 113180 w 139116"/>
                <a:gd name="connsiteY3" fmla="*/ 11883 h 197035"/>
                <a:gd name="connsiteX4" fmla="*/ 111973 w 139116"/>
                <a:gd name="connsiteY4" fmla="*/ 16898 h 197035"/>
                <a:gd name="connsiteX5" fmla="*/ 82701 w 139116"/>
                <a:gd name="connsiteY5" fmla="*/ 98308 h 197035"/>
                <a:gd name="connsiteX6" fmla="*/ 47997 w 139116"/>
                <a:gd name="connsiteY6" fmla="*/ 23682 h 197035"/>
                <a:gd name="connsiteX7" fmla="*/ 44980 w 139116"/>
                <a:gd name="connsiteY7" fmla="*/ 12473 h 197035"/>
                <a:gd name="connsiteX8" fmla="*/ 62482 w 139116"/>
                <a:gd name="connsiteY8" fmla="*/ 4509 h 197035"/>
                <a:gd name="connsiteX9" fmla="*/ 62482 w 139116"/>
                <a:gd name="connsiteY9" fmla="*/ 85 h 197035"/>
                <a:gd name="connsiteX10" fmla="*/ 318 w 139116"/>
                <a:gd name="connsiteY10" fmla="*/ 85 h 197035"/>
                <a:gd name="connsiteX11" fmla="*/ 318 w 139116"/>
                <a:gd name="connsiteY11" fmla="*/ 4214 h 197035"/>
                <a:gd name="connsiteX12" fmla="*/ 15708 w 139116"/>
                <a:gd name="connsiteY12" fmla="*/ 13653 h 197035"/>
                <a:gd name="connsiteX13" fmla="*/ 50110 w 139116"/>
                <a:gd name="connsiteY13" fmla="*/ 86214 h 197035"/>
                <a:gd name="connsiteX14" fmla="*/ 51015 w 139116"/>
                <a:gd name="connsiteY14" fmla="*/ 88574 h 197035"/>
                <a:gd name="connsiteX15" fmla="*/ 55542 w 139116"/>
                <a:gd name="connsiteY15" fmla="*/ 97423 h 197035"/>
                <a:gd name="connsiteX16" fmla="*/ 68820 w 139116"/>
                <a:gd name="connsiteY16" fmla="*/ 127214 h 197035"/>
                <a:gd name="connsiteX17" fmla="*/ 56749 w 139116"/>
                <a:gd name="connsiteY17" fmla="*/ 159070 h 197035"/>
                <a:gd name="connsiteX18" fmla="*/ 41660 w 139116"/>
                <a:gd name="connsiteY18" fmla="*/ 172343 h 197035"/>
                <a:gd name="connsiteX19" fmla="*/ 34116 w 139116"/>
                <a:gd name="connsiteY19" fmla="*/ 170279 h 197035"/>
                <a:gd name="connsiteX20" fmla="*/ 18122 w 139116"/>
                <a:gd name="connsiteY20" fmla="*/ 167034 h 197035"/>
                <a:gd name="connsiteX21" fmla="*/ 5146 w 139116"/>
                <a:gd name="connsiteY21" fmla="*/ 180012 h 197035"/>
                <a:gd name="connsiteX22" fmla="*/ 27477 w 139116"/>
                <a:gd name="connsiteY22" fmla="*/ 197120 h 197035"/>
                <a:gd name="connsiteX23" fmla="*/ 78476 w 139116"/>
                <a:gd name="connsiteY23" fmla="*/ 138128 h 197035"/>
                <a:gd name="connsiteX24" fmla="*/ 124949 w 139116"/>
                <a:gd name="connsiteY24" fmla="*/ 17782 h 197035"/>
                <a:gd name="connsiteX25" fmla="*/ 139434 w 139116"/>
                <a:gd name="connsiteY25" fmla="*/ 4509 h 197035"/>
                <a:gd name="connsiteX26" fmla="*/ 139434 w 139116"/>
                <a:gd name="connsiteY26" fmla="*/ 85 h 19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9116" h="197035">
                  <a:moveTo>
                    <a:pt x="139434" y="85"/>
                  </a:moveTo>
                  <a:lnTo>
                    <a:pt x="98695" y="85"/>
                  </a:lnTo>
                  <a:lnTo>
                    <a:pt x="98695" y="4509"/>
                  </a:lnTo>
                  <a:cubicBezTo>
                    <a:pt x="108351" y="4509"/>
                    <a:pt x="113180" y="7164"/>
                    <a:pt x="113180" y="11883"/>
                  </a:cubicBezTo>
                  <a:cubicBezTo>
                    <a:pt x="113180" y="13063"/>
                    <a:pt x="112878" y="14833"/>
                    <a:pt x="111973" y="16898"/>
                  </a:cubicBezTo>
                  <a:lnTo>
                    <a:pt x="82701" y="98308"/>
                  </a:lnTo>
                  <a:lnTo>
                    <a:pt x="47997" y="23682"/>
                  </a:lnTo>
                  <a:cubicBezTo>
                    <a:pt x="46187" y="19552"/>
                    <a:pt x="44980" y="15718"/>
                    <a:pt x="44980" y="12473"/>
                  </a:cubicBezTo>
                  <a:cubicBezTo>
                    <a:pt x="44980" y="7164"/>
                    <a:pt x="49506" y="5099"/>
                    <a:pt x="62482" y="4509"/>
                  </a:cubicBezTo>
                  <a:lnTo>
                    <a:pt x="62482" y="85"/>
                  </a:lnTo>
                  <a:lnTo>
                    <a:pt x="318" y="85"/>
                  </a:lnTo>
                  <a:lnTo>
                    <a:pt x="318" y="4214"/>
                  </a:lnTo>
                  <a:cubicBezTo>
                    <a:pt x="8164" y="5394"/>
                    <a:pt x="13294" y="8639"/>
                    <a:pt x="15708" y="13653"/>
                  </a:cubicBezTo>
                  <a:lnTo>
                    <a:pt x="50110" y="86214"/>
                  </a:lnTo>
                  <a:lnTo>
                    <a:pt x="51015" y="88574"/>
                  </a:lnTo>
                  <a:lnTo>
                    <a:pt x="55542" y="97423"/>
                  </a:lnTo>
                  <a:cubicBezTo>
                    <a:pt x="63991" y="112171"/>
                    <a:pt x="68820" y="122790"/>
                    <a:pt x="68820" y="127214"/>
                  </a:cubicBezTo>
                  <a:cubicBezTo>
                    <a:pt x="68820" y="131638"/>
                    <a:pt x="61879" y="150221"/>
                    <a:pt x="56749" y="159070"/>
                  </a:cubicBezTo>
                  <a:cubicBezTo>
                    <a:pt x="52524" y="166739"/>
                    <a:pt x="45885" y="172343"/>
                    <a:pt x="41660" y="172343"/>
                  </a:cubicBezTo>
                  <a:cubicBezTo>
                    <a:pt x="39850" y="172343"/>
                    <a:pt x="37134" y="171754"/>
                    <a:pt x="34116" y="170279"/>
                  </a:cubicBezTo>
                  <a:cubicBezTo>
                    <a:pt x="28382" y="168214"/>
                    <a:pt x="23252" y="167034"/>
                    <a:pt x="18122" y="167034"/>
                  </a:cubicBezTo>
                  <a:cubicBezTo>
                    <a:pt x="11181" y="167034"/>
                    <a:pt x="5146" y="172933"/>
                    <a:pt x="5146" y="180012"/>
                  </a:cubicBezTo>
                  <a:cubicBezTo>
                    <a:pt x="5146" y="189746"/>
                    <a:pt x="14803" y="197120"/>
                    <a:pt x="27477" y="197120"/>
                  </a:cubicBezTo>
                  <a:cubicBezTo>
                    <a:pt x="47696" y="197120"/>
                    <a:pt x="62181" y="180602"/>
                    <a:pt x="78476" y="138128"/>
                  </a:cubicBezTo>
                  <a:lnTo>
                    <a:pt x="124949" y="17782"/>
                  </a:lnTo>
                  <a:cubicBezTo>
                    <a:pt x="128872" y="8344"/>
                    <a:pt x="132191" y="5394"/>
                    <a:pt x="139434" y="4509"/>
                  </a:cubicBezTo>
                  <a:lnTo>
                    <a:pt x="139434" y="85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6C1224C9-38DB-C61E-11D0-0E0B2FD1FA8F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2436879" y="4857196"/>
              <a:ext cx="117388" cy="203524"/>
            </a:xfrm>
            <a:custGeom>
              <a:avLst/>
              <a:gdLst>
                <a:gd name="connsiteX0" fmla="*/ 33520 w 117388"/>
                <a:gd name="connsiteY0" fmla="*/ 102142 h 203524"/>
                <a:gd name="connsiteX1" fmla="*/ 65508 w 117388"/>
                <a:gd name="connsiteY1" fmla="*/ 105387 h 203524"/>
                <a:gd name="connsiteX2" fmla="*/ 95986 w 117388"/>
                <a:gd name="connsiteY2" fmla="*/ 149041 h 203524"/>
                <a:gd name="connsiteX3" fmla="*/ 56454 w 117388"/>
                <a:gd name="connsiteY3" fmla="*/ 192991 h 203524"/>
                <a:gd name="connsiteX4" fmla="*/ 31106 w 117388"/>
                <a:gd name="connsiteY4" fmla="*/ 183847 h 203524"/>
                <a:gd name="connsiteX5" fmla="*/ 11792 w 117388"/>
                <a:gd name="connsiteY5" fmla="*/ 176473 h 203524"/>
                <a:gd name="connsiteX6" fmla="*/ 325 w 117388"/>
                <a:gd name="connsiteY6" fmla="*/ 186797 h 203524"/>
                <a:gd name="connsiteX7" fmla="*/ 34425 w 117388"/>
                <a:gd name="connsiteY7" fmla="*/ 203610 h 203524"/>
                <a:gd name="connsiteX8" fmla="*/ 95685 w 117388"/>
                <a:gd name="connsiteY8" fmla="*/ 183847 h 203524"/>
                <a:gd name="connsiteX9" fmla="*/ 117714 w 117388"/>
                <a:gd name="connsiteY9" fmla="*/ 134883 h 203524"/>
                <a:gd name="connsiteX10" fmla="*/ 104134 w 117388"/>
                <a:gd name="connsiteY10" fmla="*/ 96833 h 203524"/>
                <a:gd name="connsiteX11" fmla="*/ 79087 w 117388"/>
                <a:gd name="connsiteY11" fmla="*/ 81200 h 203524"/>
                <a:gd name="connsiteX12" fmla="*/ 107454 w 117388"/>
                <a:gd name="connsiteY12" fmla="*/ 40495 h 203524"/>
                <a:gd name="connsiteX13" fmla="*/ 60377 w 117388"/>
                <a:gd name="connsiteY13" fmla="*/ 85 h 203524"/>
                <a:gd name="connsiteX14" fmla="*/ 21147 w 117388"/>
                <a:gd name="connsiteY14" fmla="*/ 14538 h 203524"/>
                <a:gd name="connsiteX15" fmla="*/ 929 w 117388"/>
                <a:gd name="connsiteY15" fmla="*/ 47869 h 203524"/>
                <a:gd name="connsiteX16" fmla="*/ 5455 w 117388"/>
                <a:gd name="connsiteY16" fmla="*/ 49049 h 203524"/>
                <a:gd name="connsiteX17" fmla="*/ 50419 w 117388"/>
                <a:gd name="connsiteY17" fmla="*/ 17783 h 203524"/>
                <a:gd name="connsiteX18" fmla="*/ 83614 w 117388"/>
                <a:gd name="connsiteY18" fmla="*/ 49344 h 203524"/>
                <a:gd name="connsiteX19" fmla="*/ 71543 w 117388"/>
                <a:gd name="connsiteY19" fmla="*/ 77955 h 203524"/>
                <a:gd name="connsiteX20" fmla="*/ 33520 w 117388"/>
                <a:gd name="connsiteY20" fmla="*/ 98308 h 203524"/>
                <a:gd name="connsiteX21" fmla="*/ 33520 w 117388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388" h="203524">
                  <a:moveTo>
                    <a:pt x="33520" y="102142"/>
                  </a:moveTo>
                  <a:cubicBezTo>
                    <a:pt x="51324" y="102142"/>
                    <a:pt x="58265" y="102732"/>
                    <a:pt x="65508" y="105387"/>
                  </a:cubicBezTo>
                  <a:cubicBezTo>
                    <a:pt x="84217" y="111876"/>
                    <a:pt x="95986" y="128689"/>
                    <a:pt x="95986" y="149041"/>
                  </a:cubicBezTo>
                  <a:cubicBezTo>
                    <a:pt x="95986" y="173818"/>
                    <a:pt x="78785" y="192991"/>
                    <a:pt x="56454" y="192991"/>
                  </a:cubicBezTo>
                  <a:cubicBezTo>
                    <a:pt x="48307" y="192991"/>
                    <a:pt x="42271" y="190926"/>
                    <a:pt x="31106" y="183847"/>
                  </a:cubicBezTo>
                  <a:cubicBezTo>
                    <a:pt x="22053" y="178538"/>
                    <a:pt x="16922" y="176473"/>
                    <a:pt x="11792" y="176473"/>
                  </a:cubicBezTo>
                  <a:cubicBezTo>
                    <a:pt x="4852" y="176473"/>
                    <a:pt x="325" y="180602"/>
                    <a:pt x="325" y="186797"/>
                  </a:cubicBezTo>
                  <a:cubicBezTo>
                    <a:pt x="325" y="197120"/>
                    <a:pt x="13301" y="203610"/>
                    <a:pt x="34425" y="203610"/>
                  </a:cubicBezTo>
                  <a:cubicBezTo>
                    <a:pt x="57661" y="203610"/>
                    <a:pt x="81501" y="195941"/>
                    <a:pt x="95685" y="183847"/>
                  </a:cubicBezTo>
                  <a:cubicBezTo>
                    <a:pt x="109868" y="171754"/>
                    <a:pt x="117714" y="154646"/>
                    <a:pt x="117714" y="134883"/>
                  </a:cubicBezTo>
                  <a:cubicBezTo>
                    <a:pt x="117714" y="119840"/>
                    <a:pt x="112885" y="105977"/>
                    <a:pt x="104134" y="96833"/>
                  </a:cubicBezTo>
                  <a:cubicBezTo>
                    <a:pt x="98099" y="90344"/>
                    <a:pt x="92365" y="86804"/>
                    <a:pt x="79087" y="81200"/>
                  </a:cubicBezTo>
                  <a:cubicBezTo>
                    <a:pt x="99909" y="67336"/>
                    <a:pt x="107454" y="56423"/>
                    <a:pt x="107454" y="40495"/>
                  </a:cubicBezTo>
                  <a:cubicBezTo>
                    <a:pt x="107454" y="16603"/>
                    <a:pt x="88140" y="85"/>
                    <a:pt x="60377" y="85"/>
                  </a:cubicBezTo>
                  <a:cubicBezTo>
                    <a:pt x="45289" y="85"/>
                    <a:pt x="32011" y="5099"/>
                    <a:pt x="21147" y="14538"/>
                  </a:cubicBezTo>
                  <a:cubicBezTo>
                    <a:pt x="12094" y="22502"/>
                    <a:pt x="7568" y="30171"/>
                    <a:pt x="929" y="47869"/>
                  </a:cubicBezTo>
                  <a:lnTo>
                    <a:pt x="5455" y="49049"/>
                  </a:lnTo>
                  <a:cubicBezTo>
                    <a:pt x="17828" y="27516"/>
                    <a:pt x="31407" y="17783"/>
                    <a:pt x="50419" y="17783"/>
                  </a:cubicBezTo>
                  <a:cubicBezTo>
                    <a:pt x="70034" y="17783"/>
                    <a:pt x="83614" y="30761"/>
                    <a:pt x="83614" y="49344"/>
                  </a:cubicBezTo>
                  <a:cubicBezTo>
                    <a:pt x="83614" y="59962"/>
                    <a:pt x="79087" y="70581"/>
                    <a:pt x="71543" y="77955"/>
                  </a:cubicBezTo>
                  <a:cubicBezTo>
                    <a:pt x="62490" y="86804"/>
                    <a:pt x="54040" y="91228"/>
                    <a:pt x="33520" y="98308"/>
                  </a:cubicBezTo>
                  <a:lnTo>
                    <a:pt x="33520" y="102142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48CBC14A-0AF1-983B-318E-00E617348F3D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2584105" y="4857196"/>
              <a:ext cx="77253" cy="251603"/>
            </a:xfrm>
            <a:custGeom>
              <a:avLst/>
              <a:gdLst>
                <a:gd name="connsiteX0" fmla="*/ 3046 w 77253"/>
                <a:gd name="connsiteY0" fmla="*/ 251689 h 251603"/>
                <a:gd name="connsiteX1" fmla="*/ 45596 w 77253"/>
                <a:gd name="connsiteY1" fmla="*/ 216293 h 251603"/>
                <a:gd name="connsiteX2" fmla="*/ 77583 w 77253"/>
                <a:gd name="connsiteY2" fmla="*/ 126624 h 251603"/>
                <a:gd name="connsiteX3" fmla="*/ 39862 w 77253"/>
                <a:gd name="connsiteY3" fmla="*/ 30171 h 251603"/>
                <a:gd name="connsiteX4" fmla="*/ 3951 w 77253"/>
                <a:gd name="connsiteY4" fmla="*/ 85 h 251603"/>
                <a:gd name="connsiteX5" fmla="*/ 330 w 77253"/>
                <a:gd name="connsiteY5" fmla="*/ 4804 h 251603"/>
                <a:gd name="connsiteX6" fmla="*/ 41069 w 77253"/>
                <a:gd name="connsiteY6" fmla="*/ 55833 h 251603"/>
                <a:gd name="connsiteX7" fmla="*/ 51631 w 77253"/>
                <a:gd name="connsiteY7" fmla="*/ 127509 h 251603"/>
                <a:gd name="connsiteX8" fmla="*/ 39560 w 77253"/>
                <a:gd name="connsiteY8" fmla="*/ 200660 h 251603"/>
                <a:gd name="connsiteX9" fmla="*/ 330 w 77253"/>
                <a:gd name="connsiteY9" fmla="*/ 246969 h 251603"/>
                <a:gd name="connsiteX10" fmla="*/ 3046 w 77253"/>
                <a:gd name="connsiteY10" fmla="*/ 251689 h 25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253" h="251603">
                  <a:moveTo>
                    <a:pt x="3046" y="251689"/>
                  </a:moveTo>
                  <a:cubicBezTo>
                    <a:pt x="25377" y="237530"/>
                    <a:pt x="34430" y="229861"/>
                    <a:pt x="45596" y="216293"/>
                  </a:cubicBezTo>
                  <a:cubicBezTo>
                    <a:pt x="67021" y="190631"/>
                    <a:pt x="77583" y="161135"/>
                    <a:pt x="77583" y="126624"/>
                  </a:cubicBezTo>
                  <a:cubicBezTo>
                    <a:pt x="77583" y="88869"/>
                    <a:pt x="66418" y="60257"/>
                    <a:pt x="39862" y="30171"/>
                  </a:cubicBezTo>
                  <a:cubicBezTo>
                    <a:pt x="27489" y="16013"/>
                    <a:pt x="19643" y="9524"/>
                    <a:pt x="3951" y="85"/>
                  </a:cubicBezTo>
                  <a:lnTo>
                    <a:pt x="330" y="4804"/>
                  </a:lnTo>
                  <a:cubicBezTo>
                    <a:pt x="24472" y="23387"/>
                    <a:pt x="32620" y="33711"/>
                    <a:pt x="41069" y="55833"/>
                  </a:cubicBezTo>
                  <a:cubicBezTo>
                    <a:pt x="48312" y="75595"/>
                    <a:pt x="51631" y="98013"/>
                    <a:pt x="51631" y="127509"/>
                  </a:cubicBezTo>
                  <a:cubicBezTo>
                    <a:pt x="51631" y="158185"/>
                    <a:pt x="47708" y="182667"/>
                    <a:pt x="39560" y="200660"/>
                  </a:cubicBezTo>
                  <a:cubicBezTo>
                    <a:pt x="31111" y="219243"/>
                    <a:pt x="22058" y="229861"/>
                    <a:pt x="330" y="246969"/>
                  </a:cubicBezTo>
                  <a:lnTo>
                    <a:pt x="3046" y="251689"/>
                  </a:lnTo>
                  <a:close/>
                </a:path>
              </a:pathLst>
            </a:custGeom>
            <a:solidFill>
              <a:srgbClr val="FFFFFF"/>
            </a:solidFill>
            <a:ln w="30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63" name="Group 116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 \frac{3h}{8} [ &#10;f(x_0)+3 f(x_1)+3 f(x_2)+&amp; 2 f(x_3) + &#10;3 f(x_4)+3 f(x_5) \\ &amp;+ 2 f(x_6) + &#10;3 f(x_7)+3 f(x_8)+ f(x_9)&#10;]&#10;\end{align*}&#10;}&#10;\end{document}" title="IguanaTex Shape Display">
            <a:extLst>
              <a:ext uri="{FF2B5EF4-FFF2-40B4-BE49-F238E27FC236}">
                <a16:creationId xmlns:a16="http://schemas.microsoft.com/office/drawing/2014/main" id="{15B9F38D-D12A-6CD0-4484-4D55015576B4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2184400" y="5207000"/>
            <a:ext cx="8629145" cy="1085082"/>
            <a:chOff x="4982341" y="7466965"/>
            <a:chExt cx="8629145" cy="1085082"/>
          </a:xfrm>
        </p:grpSpPr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03854334-B0F1-2CD4-36F8-6E98BCE1C10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4982341" y="7683150"/>
              <a:ext cx="118694" cy="198961"/>
            </a:xfrm>
            <a:custGeom>
              <a:avLst/>
              <a:gdLst>
                <a:gd name="connsiteX0" fmla="*/ 92 w 118694"/>
                <a:gd name="connsiteY0" fmla="*/ 199048 h 198961"/>
                <a:gd name="connsiteX1" fmla="*/ 73973 w 118694"/>
                <a:gd name="connsiteY1" fmla="*/ 199048 h 198961"/>
                <a:gd name="connsiteX2" fmla="*/ 73973 w 118694"/>
                <a:gd name="connsiteY2" fmla="*/ 194173 h 198961"/>
                <a:gd name="connsiteX3" fmla="*/ 53383 w 118694"/>
                <a:gd name="connsiteY3" fmla="*/ 181681 h 198961"/>
                <a:gd name="connsiteX4" fmla="*/ 56714 w 118694"/>
                <a:gd name="connsiteY4" fmla="*/ 162486 h 198961"/>
                <a:gd name="connsiteX5" fmla="*/ 93958 w 118694"/>
                <a:gd name="connsiteY5" fmla="*/ 27509 h 198961"/>
                <a:gd name="connsiteX6" fmla="*/ 118787 w 118694"/>
                <a:gd name="connsiteY6" fmla="*/ 4962 h 198961"/>
                <a:gd name="connsiteX7" fmla="*/ 118787 w 118694"/>
                <a:gd name="connsiteY7" fmla="*/ 87 h 198961"/>
                <a:gd name="connsiteX8" fmla="*/ 43997 w 118694"/>
                <a:gd name="connsiteY8" fmla="*/ 87 h 198961"/>
                <a:gd name="connsiteX9" fmla="*/ 43997 w 118694"/>
                <a:gd name="connsiteY9" fmla="*/ 4962 h 198961"/>
                <a:gd name="connsiteX10" fmla="*/ 65192 w 118694"/>
                <a:gd name="connsiteY10" fmla="*/ 18064 h 198961"/>
                <a:gd name="connsiteX11" fmla="*/ 61861 w 118694"/>
                <a:gd name="connsiteY11" fmla="*/ 36955 h 198961"/>
                <a:gd name="connsiteX12" fmla="*/ 24618 w 118694"/>
                <a:gd name="connsiteY12" fmla="*/ 171626 h 198961"/>
                <a:gd name="connsiteX13" fmla="*/ 92 w 118694"/>
                <a:gd name="connsiteY13" fmla="*/ 194173 h 198961"/>
                <a:gd name="connsiteX14" fmla="*/ 92 w 118694"/>
                <a:gd name="connsiteY14" fmla="*/ 199048 h 19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694" h="198961">
                  <a:moveTo>
                    <a:pt x="92" y="199048"/>
                  </a:moveTo>
                  <a:lnTo>
                    <a:pt x="73973" y="199048"/>
                  </a:lnTo>
                  <a:lnTo>
                    <a:pt x="73973" y="194173"/>
                  </a:lnTo>
                  <a:cubicBezTo>
                    <a:pt x="56714" y="192041"/>
                    <a:pt x="53383" y="190212"/>
                    <a:pt x="53383" y="181681"/>
                  </a:cubicBezTo>
                  <a:cubicBezTo>
                    <a:pt x="53383" y="175892"/>
                    <a:pt x="53989" y="172236"/>
                    <a:pt x="56714" y="162486"/>
                  </a:cubicBezTo>
                  <a:lnTo>
                    <a:pt x="93958" y="27509"/>
                  </a:lnTo>
                  <a:cubicBezTo>
                    <a:pt x="99408" y="9837"/>
                    <a:pt x="101527" y="8009"/>
                    <a:pt x="118787" y="4962"/>
                  </a:cubicBezTo>
                  <a:lnTo>
                    <a:pt x="118787" y="87"/>
                  </a:lnTo>
                  <a:lnTo>
                    <a:pt x="43997" y="87"/>
                  </a:lnTo>
                  <a:lnTo>
                    <a:pt x="43997" y="4962"/>
                  </a:lnTo>
                  <a:cubicBezTo>
                    <a:pt x="61559" y="7095"/>
                    <a:pt x="65192" y="9533"/>
                    <a:pt x="65192" y="18064"/>
                  </a:cubicBezTo>
                  <a:cubicBezTo>
                    <a:pt x="65192" y="22330"/>
                    <a:pt x="63981" y="29337"/>
                    <a:pt x="61861" y="36955"/>
                  </a:cubicBezTo>
                  <a:lnTo>
                    <a:pt x="24618" y="171626"/>
                  </a:lnTo>
                  <a:cubicBezTo>
                    <a:pt x="19168" y="189298"/>
                    <a:pt x="17048" y="191127"/>
                    <a:pt x="92" y="194173"/>
                  </a:cubicBezTo>
                  <a:lnTo>
                    <a:pt x="92" y="199048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84C61A81-CDD6-35FC-6BF7-C53BF955604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185659" y="7688943"/>
              <a:ext cx="201963" cy="71296"/>
            </a:xfrm>
            <a:custGeom>
              <a:avLst/>
              <a:gdLst>
                <a:gd name="connsiteX0" fmla="*/ 202061 w 201963"/>
                <a:gd name="connsiteY0" fmla="*/ 10139 h 71296"/>
                <a:gd name="connsiteX1" fmla="*/ 197822 w 201963"/>
                <a:gd name="connsiteY1" fmla="*/ 389 h 71296"/>
                <a:gd name="connsiteX2" fmla="*/ 193583 w 201963"/>
                <a:gd name="connsiteY2" fmla="*/ 8311 h 71296"/>
                <a:gd name="connsiteX3" fmla="*/ 151191 w 201963"/>
                <a:gd name="connsiteY3" fmla="*/ 54319 h 71296"/>
                <a:gd name="connsiteX4" fmla="*/ 102745 w 201963"/>
                <a:gd name="connsiteY4" fmla="*/ 28116 h 71296"/>
                <a:gd name="connsiteX5" fmla="*/ 50967 w 201963"/>
                <a:gd name="connsiteY5" fmla="*/ 85 h 71296"/>
                <a:gd name="connsiteX6" fmla="*/ 98 w 201963"/>
                <a:gd name="connsiteY6" fmla="*/ 61327 h 71296"/>
                <a:gd name="connsiteX7" fmla="*/ 4337 w 201963"/>
                <a:gd name="connsiteY7" fmla="*/ 71077 h 71296"/>
                <a:gd name="connsiteX8" fmla="*/ 8576 w 201963"/>
                <a:gd name="connsiteY8" fmla="*/ 64069 h 71296"/>
                <a:gd name="connsiteX9" fmla="*/ 50967 w 201963"/>
                <a:gd name="connsiteY9" fmla="*/ 17147 h 71296"/>
                <a:gd name="connsiteX10" fmla="*/ 99414 w 201963"/>
                <a:gd name="connsiteY10" fmla="*/ 43350 h 71296"/>
                <a:gd name="connsiteX11" fmla="*/ 151191 w 201963"/>
                <a:gd name="connsiteY11" fmla="*/ 71382 h 71296"/>
                <a:gd name="connsiteX12" fmla="*/ 202061 w 201963"/>
                <a:gd name="connsiteY12" fmla="*/ 10139 h 7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963" h="71296">
                  <a:moveTo>
                    <a:pt x="202061" y="10139"/>
                  </a:moveTo>
                  <a:cubicBezTo>
                    <a:pt x="202061" y="3436"/>
                    <a:pt x="200244" y="389"/>
                    <a:pt x="197822" y="389"/>
                  </a:cubicBezTo>
                  <a:cubicBezTo>
                    <a:pt x="196308" y="389"/>
                    <a:pt x="193885" y="2522"/>
                    <a:pt x="193583" y="8311"/>
                  </a:cubicBezTo>
                  <a:cubicBezTo>
                    <a:pt x="192371" y="37561"/>
                    <a:pt x="172387" y="54319"/>
                    <a:pt x="151191" y="54319"/>
                  </a:cubicBezTo>
                  <a:cubicBezTo>
                    <a:pt x="132116" y="54319"/>
                    <a:pt x="117581" y="41218"/>
                    <a:pt x="102745" y="28116"/>
                  </a:cubicBezTo>
                  <a:cubicBezTo>
                    <a:pt x="87302" y="14100"/>
                    <a:pt x="71557" y="85"/>
                    <a:pt x="50967" y="85"/>
                  </a:cubicBezTo>
                  <a:cubicBezTo>
                    <a:pt x="17962" y="85"/>
                    <a:pt x="98" y="33600"/>
                    <a:pt x="98" y="61327"/>
                  </a:cubicBezTo>
                  <a:cubicBezTo>
                    <a:pt x="98" y="71077"/>
                    <a:pt x="4034" y="71077"/>
                    <a:pt x="4337" y="71077"/>
                  </a:cubicBezTo>
                  <a:cubicBezTo>
                    <a:pt x="7668" y="71077"/>
                    <a:pt x="8576" y="64983"/>
                    <a:pt x="8576" y="64069"/>
                  </a:cubicBezTo>
                  <a:cubicBezTo>
                    <a:pt x="9787" y="30553"/>
                    <a:pt x="32497" y="17147"/>
                    <a:pt x="50967" y="17147"/>
                  </a:cubicBezTo>
                  <a:cubicBezTo>
                    <a:pt x="70043" y="17147"/>
                    <a:pt x="84577" y="30249"/>
                    <a:pt x="99414" y="43350"/>
                  </a:cubicBezTo>
                  <a:cubicBezTo>
                    <a:pt x="114856" y="57366"/>
                    <a:pt x="130602" y="71382"/>
                    <a:pt x="151191" y="71382"/>
                  </a:cubicBezTo>
                  <a:cubicBezTo>
                    <a:pt x="184196" y="71382"/>
                    <a:pt x="202061" y="37866"/>
                    <a:pt x="202061" y="10139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DA31C666-FC4D-3344-F813-4B4F4497A8D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5185962" y="7785582"/>
              <a:ext cx="201357" cy="71296"/>
            </a:xfrm>
            <a:custGeom>
              <a:avLst/>
              <a:gdLst>
                <a:gd name="connsiteX0" fmla="*/ 191161 w 201357"/>
                <a:gd name="connsiteY0" fmla="*/ 12275 h 71296"/>
                <a:gd name="connsiteX1" fmla="*/ 201456 w 201357"/>
                <a:gd name="connsiteY1" fmla="*/ 6181 h 71296"/>
                <a:gd name="connsiteX2" fmla="*/ 191464 w 201357"/>
                <a:gd name="connsiteY2" fmla="*/ 87 h 71296"/>
                <a:gd name="connsiteX3" fmla="*/ 10091 w 201357"/>
                <a:gd name="connsiteY3" fmla="*/ 87 h 71296"/>
                <a:gd name="connsiteX4" fmla="*/ 99 w 201357"/>
                <a:gd name="connsiteY4" fmla="*/ 6181 h 71296"/>
                <a:gd name="connsiteX5" fmla="*/ 10394 w 201357"/>
                <a:gd name="connsiteY5" fmla="*/ 12275 h 71296"/>
                <a:gd name="connsiteX6" fmla="*/ 191161 w 201357"/>
                <a:gd name="connsiteY6" fmla="*/ 12275 h 71296"/>
                <a:gd name="connsiteX7" fmla="*/ 191464 w 201357"/>
                <a:gd name="connsiteY7" fmla="*/ 71384 h 71296"/>
                <a:gd name="connsiteX8" fmla="*/ 201456 w 201357"/>
                <a:gd name="connsiteY8" fmla="*/ 65290 h 71296"/>
                <a:gd name="connsiteX9" fmla="*/ 191161 w 201357"/>
                <a:gd name="connsiteY9" fmla="*/ 59197 h 71296"/>
                <a:gd name="connsiteX10" fmla="*/ 10394 w 201357"/>
                <a:gd name="connsiteY10" fmla="*/ 59197 h 71296"/>
                <a:gd name="connsiteX11" fmla="*/ 99 w 201357"/>
                <a:gd name="connsiteY11" fmla="*/ 65290 h 71296"/>
                <a:gd name="connsiteX12" fmla="*/ 10091 w 201357"/>
                <a:gd name="connsiteY12" fmla="*/ 71384 h 71296"/>
                <a:gd name="connsiteX13" fmla="*/ 191464 w 201357"/>
                <a:gd name="connsiteY13" fmla="*/ 71384 h 7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57" h="71296">
                  <a:moveTo>
                    <a:pt x="191161" y="12275"/>
                  </a:moveTo>
                  <a:cubicBezTo>
                    <a:pt x="195703" y="12275"/>
                    <a:pt x="201456" y="12275"/>
                    <a:pt x="201456" y="6181"/>
                  </a:cubicBezTo>
                  <a:cubicBezTo>
                    <a:pt x="201456" y="87"/>
                    <a:pt x="195703" y="87"/>
                    <a:pt x="191464" y="87"/>
                  </a:cubicBezTo>
                  <a:lnTo>
                    <a:pt x="10091" y="87"/>
                  </a:lnTo>
                  <a:cubicBezTo>
                    <a:pt x="5852" y="87"/>
                    <a:pt x="99" y="87"/>
                    <a:pt x="99" y="6181"/>
                  </a:cubicBezTo>
                  <a:cubicBezTo>
                    <a:pt x="99" y="12275"/>
                    <a:pt x="5852" y="12275"/>
                    <a:pt x="10394" y="12275"/>
                  </a:cubicBezTo>
                  <a:lnTo>
                    <a:pt x="191161" y="12275"/>
                  </a:lnTo>
                  <a:close/>
                  <a:moveTo>
                    <a:pt x="191464" y="71384"/>
                  </a:moveTo>
                  <a:cubicBezTo>
                    <a:pt x="195703" y="71384"/>
                    <a:pt x="201456" y="71384"/>
                    <a:pt x="201456" y="65290"/>
                  </a:cubicBezTo>
                  <a:cubicBezTo>
                    <a:pt x="201456" y="59197"/>
                    <a:pt x="195703" y="59197"/>
                    <a:pt x="191161" y="59197"/>
                  </a:cubicBezTo>
                  <a:lnTo>
                    <a:pt x="10394" y="59197"/>
                  </a:lnTo>
                  <a:cubicBezTo>
                    <a:pt x="5852" y="59197"/>
                    <a:pt x="99" y="59197"/>
                    <a:pt x="99" y="65290"/>
                  </a:cubicBezTo>
                  <a:cubicBezTo>
                    <a:pt x="99" y="71384"/>
                    <a:pt x="5852" y="71384"/>
                    <a:pt x="10091" y="71384"/>
                  </a:cubicBezTo>
                  <a:lnTo>
                    <a:pt x="191464" y="7138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D04FD15A-1555-E5B9-63C3-E8179498CA2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522184" y="7469098"/>
              <a:ext cx="117786" cy="210234"/>
            </a:xfrm>
            <a:custGeom>
              <a:avLst/>
              <a:gdLst>
                <a:gd name="connsiteX0" fmla="*/ 33416 w 117786"/>
                <a:gd name="connsiteY0" fmla="*/ 105503 h 210234"/>
                <a:gd name="connsiteX1" fmla="*/ 65512 w 117786"/>
                <a:gd name="connsiteY1" fmla="*/ 108854 h 210234"/>
                <a:gd name="connsiteX2" fmla="*/ 96094 w 117786"/>
                <a:gd name="connsiteY2" fmla="*/ 153948 h 210234"/>
                <a:gd name="connsiteX3" fmla="*/ 56428 w 117786"/>
                <a:gd name="connsiteY3" fmla="*/ 199346 h 210234"/>
                <a:gd name="connsiteX4" fmla="*/ 30994 w 117786"/>
                <a:gd name="connsiteY4" fmla="*/ 189901 h 210234"/>
                <a:gd name="connsiteX5" fmla="*/ 11615 w 117786"/>
                <a:gd name="connsiteY5" fmla="*/ 182284 h 210234"/>
                <a:gd name="connsiteX6" fmla="*/ 109 w 117786"/>
                <a:gd name="connsiteY6" fmla="*/ 192948 h 210234"/>
                <a:gd name="connsiteX7" fmla="*/ 34324 w 117786"/>
                <a:gd name="connsiteY7" fmla="*/ 210315 h 210234"/>
                <a:gd name="connsiteX8" fmla="*/ 95791 w 117786"/>
                <a:gd name="connsiteY8" fmla="*/ 189901 h 210234"/>
                <a:gd name="connsiteX9" fmla="*/ 117895 w 117786"/>
                <a:gd name="connsiteY9" fmla="*/ 139323 h 210234"/>
                <a:gd name="connsiteX10" fmla="*/ 104270 w 117786"/>
                <a:gd name="connsiteY10" fmla="*/ 100018 h 210234"/>
                <a:gd name="connsiteX11" fmla="*/ 79138 w 117786"/>
                <a:gd name="connsiteY11" fmla="*/ 83870 h 210234"/>
                <a:gd name="connsiteX12" fmla="*/ 107600 w 117786"/>
                <a:gd name="connsiteY12" fmla="*/ 41823 h 210234"/>
                <a:gd name="connsiteX13" fmla="*/ 60365 w 117786"/>
                <a:gd name="connsiteY13" fmla="*/ 81 h 210234"/>
                <a:gd name="connsiteX14" fmla="*/ 21002 w 117786"/>
                <a:gd name="connsiteY14" fmla="*/ 15010 h 210234"/>
                <a:gd name="connsiteX15" fmla="*/ 714 w 117786"/>
                <a:gd name="connsiteY15" fmla="*/ 49440 h 210234"/>
                <a:gd name="connsiteX16" fmla="*/ 5256 w 117786"/>
                <a:gd name="connsiteY16" fmla="*/ 50659 h 210234"/>
                <a:gd name="connsiteX17" fmla="*/ 50373 w 117786"/>
                <a:gd name="connsiteY17" fmla="*/ 18362 h 210234"/>
                <a:gd name="connsiteX18" fmla="*/ 83680 w 117786"/>
                <a:gd name="connsiteY18" fmla="*/ 50963 h 210234"/>
                <a:gd name="connsiteX19" fmla="*/ 71568 w 117786"/>
                <a:gd name="connsiteY19" fmla="*/ 80518 h 210234"/>
                <a:gd name="connsiteX20" fmla="*/ 33416 w 117786"/>
                <a:gd name="connsiteY20" fmla="*/ 101542 h 210234"/>
                <a:gd name="connsiteX21" fmla="*/ 33416 w 117786"/>
                <a:gd name="connsiteY21" fmla="*/ 105503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416" y="105503"/>
                  </a:moveTo>
                  <a:cubicBezTo>
                    <a:pt x="51281" y="105503"/>
                    <a:pt x="58245" y="106112"/>
                    <a:pt x="65512" y="108854"/>
                  </a:cubicBezTo>
                  <a:cubicBezTo>
                    <a:pt x="84285" y="115557"/>
                    <a:pt x="96094" y="132924"/>
                    <a:pt x="96094" y="153948"/>
                  </a:cubicBezTo>
                  <a:cubicBezTo>
                    <a:pt x="96094" y="179542"/>
                    <a:pt x="78835" y="199346"/>
                    <a:pt x="56428" y="199346"/>
                  </a:cubicBezTo>
                  <a:cubicBezTo>
                    <a:pt x="48253" y="199346"/>
                    <a:pt x="42197" y="197214"/>
                    <a:pt x="30994" y="189901"/>
                  </a:cubicBezTo>
                  <a:cubicBezTo>
                    <a:pt x="21910" y="184417"/>
                    <a:pt x="16762" y="182284"/>
                    <a:pt x="11615" y="182284"/>
                  </a:cubicBezTo>
                  <a:cubicBezTo>
                    <a:pt x="4651" y="182284"/>
                    <a:pt x="109" y="186549"/>
                    <a:pt x="109" y="192948"/>
                  </a:cubicBezTo>
                  <a:cubicBezTo>
                    <a:pt x="109" y="203612"/>
                    <a:pt x="13129" y="210315"/>
                    <a:pt x="34324" y="210315"/>
                  </a:cubicBezTo>
                  <a:cubicBezTo>
                    <a:pt x="57640" y="210315"/>
                    <a:pt x="81560" y="202393"/>
                    <a:pt x="95791" y="189901"/>
                  </a:cubicBezTo>
                  <a:cubicBezTo>
                    <a:pt x="110023" y="177409"/>
                    <a:pt x="117895" y="159737"/>
                    <a:pt x="117895" y="139323"/>
                  </a:cubicBezTo>
                  <a:cubicBezTo>
                    <a:pt x="117895" y="123784"/>
                    <a:pt x="113051" y="109463"/>
                    <a:pt x="104270" y="100018"/>
                  </a:cubicBezTo>
                  <a:cubicBezTo>
                    <a:pt x="98214" y="93315"/>
                    <a:pt x="92461" y="89659"/>
                    <a:pt x="79138" y="83870"/>
                  </a:cubicBezTo>
                  <a:cubicBezTo>
                    <a:pt x="100031" y="69549"/>
                    <a:pt x="107600" y="58276"/>
                    <a:pt x="107600" y="41823"/>
                  </a:cubicBezTo>
                  <a:cubicBezTo>
                    <a:pt x="107600" y="17143"/>
                    <a:pt x="88222" y="81"/>
                    <a:pt x="60365" y="81"/>
                  </a:cubicBezTo>
                  <a:cubicBezTo>
                    <a:pt x="45225" y="81"/>
                    <a:pt x="31902" y="5260"/>
                    <a:pt x="21002" y="15010"/>
                  </a:cubicBezTo>
                  <a:cubicBezTo>
                    <a:pt x="11918" y="23237"/>
                    <a:pt x="7376" y="31159"/>
                    <a:pt x="714" y="49440"/>
                  </a:cubicBezTo>
                  <a:lnTo>
                    <a:pt x="5256" y="50659"/>
                  </a:lnTo>
                  <a:cubicBezTo>
                    <a:pt x="17671" y="28417"/>
                    <a:pt x="31297" y="18362"/>
                    <a:pt x="50373" y="18362"/>
                  </a:cubicBezTo>
                  <a:cubicBezTo>
                    <a:pt x="70054" y="18362"/>
                    <a:pt x="83680" y="31768"/>
                    <a:pt x="83680" y="50963"/>
                  </a:cubicBezTo>
                  <a:cubicBezTo>
                    <a:pt x="83680" y="61932"/>
                    <a:pt x="79138" y="72901"/>
                    <a:pt x="71568" y="80518"/>
                  </a:cubicBezTo>
                  <a:cubicBezTo>
                    <a:pt x="62484" y="89659"/>
                    <a:pt x="54006" y="94229"/>
                    <a:pt x="33416" y="101542"/>
                  </a:cubicBezTo>
                  <a:lnTo>
                    <a:pt x="33416" y="10550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477711CB-1FE7-FF79-DD5F-21A69F520C21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5666882" y="7466965"/>
              <a:ext cx="138982" cy="210843"/>
            </a:xfrm>
            <a:custGeom>
              <a:avLst/>
              <a:gdLst>
                <a:gd name="connsiteX0" fmla="*/ 135160 w 138982"/>
                <a:gd name="connsiteY0" fmla="*/ 172534 h 210843"/>
                <a:gd name="connsiteX1" fmla="*/ 110331 w 138982"/>
                <a:gd name="connsiteY1" fmla="*/ 196604 h 210843"/>
                <a:gd name="connsiteX2" fmla="*/ 105486 w 138982"/>
                <a:gd name="connsiteY2" fmla="*/ 191120 h 210843"/>
                <a:gd name="connsiteX3" fmla="*/ 115478 w 138982"/>
                <a:gd name="connsiteY3" fmla="*/ 153034 h 210843"/>
                <a:gd name="connsiteX4" fmla="*/ 130012 w 138982"/>
                <a:gd name="connsiteY4" fmla="*/ 94229 h 210843"/>
                <a:gd name="connsiteX5" fmla="*/ 110028 w 138982"/>
                <a:gd name="connsiteY5" fmla="*/ 73815 h 210843"/>
                <a:gd name="connsiteX6" fmla="*/ 40688 w 138982"/>
                <a:gd name="connsiteY6" fmla="*/ 138104 h 210843"/>
                <a:gd name="connsiteX7" fmla="*/ 77023 w 138982"/>
                <a:gd name="connsiteY7" fmla="*/ 1604 h 210843"/>
                <a:gd name="connsiteX8" fmla="*/ 75509 w 138982"/>
                <a:gd name="connsiteY8" fmla="*/ 81 h 210843"/>
                <a:gd name="connsiteX9" fmla="*/ 27971 w 138982"/>
                <a:gd name="connsiteY9" fmla="*/ 8307 h 210843"/>
                <a:gd name="connsiteX10" fmla="*/ 27971 w 138982"/>
                <a:gd name="connsiteY10" fmla="*/ 12877 h 210843"/>
                <a:gd name="connsiteX11" fmla="*/ 35843 w 138982"/>
                <a:gd name="connsiteY11" fmla="*/ 12877 h 210843"/>
                <a:gd name="connsiteX12" fmla="*/ 36752 w 138982"/>
                <a:gd name="connsiteY12" fmla="*/ 12573 h 210843"/>
                <a:gd name="connsiteX13" fmla="*/ 48258 w 138982"/>
                <a:gd name="connsiteY13" fmla="*/ 20190 h 210843"/>
                <a:gd name="connsiteX14" fmla="*/ 44019 w 138982"/>
                <a:gd name="connsiteY14" fmla="*/ 40909 h 210843"/>
                <a:gd name="connsiteX15" fmla="*/ 40991 w 138982"/>
                <a:gd name="connsiteY15" fmla="*/ 52182 h 210843"/>
                <a:gd name="connsiteX16" fmla="*/ 114 w 138982"/>
                <a:gd name="connsiteY16" fmla="*/ 208182 h 210843"/>
                <a:gd name="connsiteX17" fmla="*/ 22823 w 138982"/>
                <a:gd name="connsiteY17" fmla="*/ 208182 h 210843"/>
                <a:gd name="connsiteX18" fmla="*/ 50983 w 138982"/>
                <a:gd name="connsiteY18" fmla="*/ 132315 h 210843"/>
                <a:gd name="connsiteX19" fmla="*/ 97916 w 138982"/>
                <a:gd name="connsiteY19" fmla="*/ 89354 h 210843"/>
                <a:gd name="connsiteX20" fmla="*/ 106394 w 138982"/>
                <a:gd name="connsiteY20" fmla="*/ 96971 h 210843"/>
                <a:gd name="connsiteX21" fmla="*/ 104275 w 138982"/>
                <a:gd name="connsiteY21" fmla="*/ 107026 h 210843"/>
                <a:gd name="connsiteX22" fmla="*/ 87621 w 138982"/>
                <a:gd name="connsiteY22" fmla="*/ 170096 h 210843"/>
                <a:gd name="connsiteX23" fmla="*/ 81565 w 138982"/>
                <a:gd name="connsiteY23" fmla="*/ 198128 h 210843"/>
                <a:gd name="connsiteX24" fmla="*/ 94888 w 138982"/>
                <a:gd name="connsiteY24" fmla="*/ 210924 h 210843"/>
                <a:gd name="connsiteX25" fmla="*/ 139096 w 138982"/>
                <a:gd name="connsiteY25" fmla="*/ 176190 h 210843"/>
                <a:gd name="connsiteX26" fmla="*/ 135160 w 138982"/>
                <a:gd name="connsiteY26" fmla="*/ 172534 h 210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982" h="210843">
                  <a:moveTo>
                    <a:pt x="135160" y="172534"/>
                  </a:moveTo>
                  <a:cubicBezTo>
                    <a:pt x="118809" y="193253"/>
                    <a:pt x="115175" y="196604"/>
                    <a:pt x="110331" y="196604"/>
                  </a:cubicBezTo>
                  <a:cubicBezTo>
                    <a:pt x="107605" y="196604"/>
                    <a:pt x="105486" y="193862"/>
                    <a:pt x="105486" y="191120"/>
                  </a:cubicBezTo>
                  <a:cubicBezTo>
                    <a:pt x="105486" y="188073"/>
                    <a:pt x="110331" y="168878"/>
                    <a:pt x="115478" y="153034"/>
                  </a:cubicBezTo>
                  <a:cubicBezTo>
                    <a:pt x="124259" y="124088"/>
                    <a:pt x="130012" y="101542"/>
                    <a:pt x="130012" y="94229"/>
                  </a:cubicBezTo>
                  <a:cubicBezTo>
                    <a:pt x="130012" y="82042"/>
                    <a:pt x="121837" y="73815"/>
                    <a:pt x="110028" y="73815"/>
                  </a:cubicBezTo>
                  <a:cubicBezTo>
                    <a:pt x="90346" y="73815"/>
                    <a:pt x="68848" y="93924"/>
                    <a:pt x="40688" y="138104"/>
                  </a:cubicBezTo>
                  <a:lnTo>
                    <a:pt x="77023" y="1604"/>
                  </a:lnTo>
                  <a:lnTo>
                    <a:pt x="75509" y="81"/>
                  </a:lnTo>
                  <a:cubicBezTo>
                    <a:pt x="57947" y="4042"/>
                    <a:pt x="46138" y="6174"/>
                    <a:pt x="27971" y="8307"/>
                  </a:cubicBezTo>
                  <a:lnTo>
                    <a:pt x="27971" y="12877"/>
                  </a:lnTo>
                  <a:lnTo>
                    <a:pt x="35843" y="12877"/>
                  </a:lnTo>
                  <a:cubicBezTo>
                    <a:pt x="36146" y="12877"/>
                    <a:pt x="36449" y="12877"/>
                    <a:pt x="36752" y="12573"/>
                  </a:cubicBezTo>
                  <a:cubicBezTo>
                    <a:pt x="40991" y="10745"/>
                    <a:pt x="48258" y="15924"/>
                    <a:pt x="48258" y="20190"/>
                  </a:cubicBezTo>
                  <a:cubicBezTo>
                    <a:pt x="48258" y="24456"/>
                    <a:pt x="46744" y="32073"/>
                    <a:pt x="44019" y="40909"/>
                  </a:cubicBezTo>
                  <a:cubicBezTo>
                    <a:pt x="43716" y="41213"/>
                    <a:pt x="42808" y="45479"/>
                    <a:pt x="40991" y="52182"/>
                  </a:cubicBezTo>
                  <a:lnTo>
                    <a:pt x="114" y="208182"/>
                  </a:lnTo>
                  <a:lnTo>
                    <a:pt x="22823" y="208182"/>
                  </a:lnTo>
                  <a:cubicBezTo>
                    <a:pt x="34935" y="161260"/>
                    <a:pt x="38871" y="150901"/>
                    <a:pt x="50983" y="132315"/>
                  </a:cubicBezTo>
                  <a:cubicBezTo>
                    <a:pt x="66728" y="108245"/>
                    <a:pt x="87318" y="89354"/>
                    <a:pt x="97916" y="89354"/>
                  </a:cubicBezTo>
                  <a:cubicBezTo>
                    <a:pt x="102458" y="89354"/>
                    <a:pt x="106394" y="93010"/>
                    <a:pt x="106394" y="96971"/>
                  </a:cubicBezTo>
                  <a:cubicBezTo>
                    <a:pt x="106394" y="98190"/>
                    <a:pt x="105486" y="102151"/>
                    <a:pt x="104275" y="107026"/>
                  </a:cubicBezTo>
                  <a:lnTo>
                    <a:pt x="87621" y="170096"/>
                  </a:lnTo>
                  <a:cubicBezTo>
                    <a:pt x="83685" y="185026"/>
                    <a:pt x="81565" y="194471"/>
                    <a:pt x="81565" y="198128"/>
                  </a:cubicBezTo>
                  <a:cubicBezTo>
                    <a:pt x="81565" y="206049"/>
                    <a:pt x="86713" y="210924"/>
                    <a:pt x="94888" y="210924"/>
                  </a:cubicBezTo>
                  <a:cubicBezTo>
                    <a:pt x="110331" y="210924"/>
                    <a:pt x="120928" y="202698"/>
                    <a:pt x="139096" y="176190"/>
                  </a:cubicBezTo>
                  <a:lnTo>
                    <a:pt x="135160" y="1725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5255A378-6CAC-C576-10A7-DAD3C125F9F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509164" y="7799538"/>
              <a:ext cx="303928" cy="12230"/>
            </a:xfrm>
            <a:custGeom>
              <a:avLst/>
              <a:gdLst>
                <a:gd name="connsiteX0" fmla="*/ 0 w 303928"/>
                <a:gd name="connsiteY0" fmla="*/ 0 h 12230"/>
                <a:gd name="connsiteX1" fmla="*/ 303929 w 303928"/>
                <a:gd name="connsiteY1" fmla="*/ 0 h 12230"/>
                <a:gd name="connsiteX2" fmla="*/ 303929 w 303928"/>
                <a:gd name="connsiteY2" fmla="*/ 12230 h 12230"/>
                <a:gd name="connsiteX3" fmla="*/ 0 w 303928"/>
                <a:gd name="connsiteY3" fmla="*/ 12230 h 1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928" h="12230">
                  <a:moveTo>
                    <a:pt x="0" y="0"/>
                  </a:moveTo>
                  <a:lnTo>
                    <a:pt x="303929" y="0"/>
                  </a:lnTo>
                  <a:lnTo>
                    <a:pt x="303929" y="12230"/>
                  </a:lnTo>
                  <a:lnTo>
                    <a:pt x="0" y="1223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3C880E72-9BFF-B272-1505-A390344FEB2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5602103" y="7885941"/>
              <a:ext cx="117786" cy="210234"/>
            </a:xfrm>
            <a:custGeom>
              <a:avLst/>
              <a:gdLst>
                <a:gd name="connsiteX0" fmla="*/ 70965 w 117786"/>
                <a:gd name="connsiteY0" fmla="*/ 93024 h 210234"/>
                <a:gd name="connsiteX1" fmla="*/ 111539 w 117786"/>
                <a:gd name="connsiteY1" fmla="*/ 43360 h 210234"/>
                <a:gd name="connsiteX2" fmla="*/ 59459 w 117786"/>
                <a:gd name="connsiteY2" fmla="*/ 94 h 210234"/>
                <a:gd name="connsiteX3" fmla="*/ 1928 w 117786"/>
                <a:gd name="connsiteY3" fmla="*/ 48235 h 210234"/>
                <a:gd name="connsiteX4" fmla="*/ 39474 w 117786"/>
                <a:gd name="connsiteY4" fmla="*/ 104907 h 210234"/>
                <a:gd name="connsiteX5" fmla="*/ 111 w 117786"/>
                <a:gd name="connsiteY5" fmla="*/ 160055 h 210234"/>
                <a:gd name="connsiteX6" fmla="*/ 58248 w 117786"/>
                <a:gd name="connsiteY6" fmla="*/ 210329 h 210234"/>
                <a:gd name="connsiteX7" fmla="*/ 117898 w 117786"/>
                <a:gd name="connsiteY7" fmla="*/ 158836 h 210234"/>
                <a:gd name="connsiteX8" fmla="*/ 70965 w 117786"/>
                <a:gd name="connsiteY8" fmla="*/ 93024 h 210234"/>
                <a:gd name="connsiteX9" fmla="*/ 65515 w 117786"/>
                <a:gd name="connsiteY9" fmla="*/ 124407 h 210234"/>
                <a:gd name="connsiteX10" fmla="*/ 94886 w 117786"/>
                <a:gd name="connsiteY10" fmla="*/ 168282 h 210234"/>
                <a:gd name="connsiteX11" fmla="*/ 61578 w 117786"/>
                <a:gd name="connsiteY11" fmla="*/ 201797 h 210234"/>
                <a:gd name="connsiteX12" fmla="*/ 23124 w 117786"/>
                <a:gd name="connsiteY12" fmla="*/ 157618 h 210234"/>
                <a:gd name="connsiteX13" fmla="*/ 47347 w 117786"/>
                <a:gd name="connsiteY13" fmla="*/ 111001 h 210234"/>
                <a:gd name="connsiteX14" fmla="*/ 65515 w 117786"/>
                <a:gd name="connsiteY14" fmla="*/ 124407 h 210234"/>
                <a:gd name="connsiteX15" fmla="*/ 62184 w 117786"/>
                <a:gd name="connsiteY15" fmla="*/ 87540 h 210234"/>
                <a:gd name="connsiteX16" fmla="*/ 24335 w 117786"/>
                <a:gd name="connsiteY16" fmla="*/ 38790 h 210234"/>
                <a:gd name="connsiteX17" fmla="*/ 57036 w 117786"/>
                <a:gd name="connsiteY17" fmla="*/ 8625 h 210234"/>
                <a:gd name="connsiteX18" fmla="*/ 90646 w 117786"/>
                <a:gd name="connsiteY18" fmla="*/ 43055 h 210234"/>
                <a:gd name="connsiteX19" fmla="*/ 64909 w 117786"/>
                <a:gd name="connsiteY19" fmla="*/ 85711 h 210234"/>
                <a:gd name="connsiteX20" fmla="*/ 62184 w 117786"/>
                <a:gd name="connsiteY20" fmla="*/ 87540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86" h="210234">
                  <a:moveTo>
                    <a:pt x="70965" y="93024"/>
                  </a:moveTo>
                  <a:cubicBezTo>
                    <a:pt x="100941" y="76875"/>
                    <a:pt x="111539" y="64079"/>
                    <a:pt x="111539" y="43360"/>
                  </a:cubicBezTo>
                  <a:cubicBezTo>
                    <a:pt x="111539" y="18375"/>
                    <a:pt x="89738" y="94"/>
                    <a:pt x="59459" y="94"/>
                  </a:cubicBezTo>
                  <a:cubicBezTo>
                    <a:pt x="26454" y="94"/>
                    <a:pt x="1928" y="20508"/>
                    <a:pt x="1928" y="48235"/>
                  </a:cubicBezTo>
                  <a:cubicBezTo>
                    <a:pt x="1928" y="68040"/>
                    <a:pt x="7681" y="76875"/>
                    <a:pt x="39474" y="104907"/>
                  </a:cubicBezTo>
                  <a:cubicBezTo>
                    <a:pt x="6773" y="129891"/>
                    <a:pt x="111" y="139336"/>
                    <a:pt x="111" y="160055"/>
                  </a:cubicBezTo>
                  <a:cubicBezTo>
                    <a:pt x="111" y="189610"/>
                    <a:pt x="24032" y="210329"/>
                    <a:pt x="58248" y="210329"/>
                  </a:cubicBezTo>
                  <a:cubicBezTo>
                    <a:pt x="94583" y="210329"/>
                    <a:pt x="117898" y="190219"/>
                    <a:pt x="117898" y="158836"/>
                  </a:cubicBezTo>
                  <a:cubicBezTo>
                    <a:pt x="117898" y="135376"/>
                    <a:pt x="107603" y="120446"/>
                    <a:pt x="70965" y="93024"/>
                  </a:cubicBezTo>
                  <a:close/>
                  <a:moveTo>
                    <a:pt x="65515" y="124407"/>
                  </a:moveTo>
                  <a:cubicBezTo>
                    <a:pt x="87619" y="140251"/>
                    <a:pt x="94886" y="151219"/>
                    <a:pt x="94886" y="168282"/>
                  </a:cubicBezTo>
                  <a:cubicBezTo>
                    <a:pt x="94886" y="188086"/>
                    <a:pt x="81260" y="201797"/>
                    <a:pt x="61578" y="201797"/>
                  </a:cubicBezTo>
                  <a:cubicBezTo>
                    <a:pt x="38566" y="201797"/>
                    <a:pt x="23124" y="184126"/>
                    <a:pt x="23124" y="157618"/>
                  </a:cubicBezTo>
                  <a:cubicBezTo>
                    <a:pt x="23124" y="138118"/>
                    <a:pt x="29785" y="125321"/>
                    <a:pt x="47347" y="111001"/>
                  </a:cubicBezTo>
                  <a:lnTo>
                    <a:pt x="65515" y="124407"/>
                  </a:lnTo>
                  <a:close/>
                  <a:moveTo>
                    <a:pt x="62184" y="87540"/>
                  </a:moveTo>
                  <a:cubicBezTo>
                    <a:pt x="35235" y="69868"/>
                    <a:pt x="24335" y="55852"/>
                    <a:pt x="24335" y="38790"/>
                  </a:cubicBezTo>
                  <a:cubicBezTo>
                    <a:pt x="24335" y="21118"/>
                    <a:pt x="37960" y="8625"/>
                    <a:pt x="57036" y="8625"/>
                  </a:cubicBezTo>
                  <a:cubicBezTo>
                    <a:pt x="77626" y="8625"/>
                    <a:pt x="90646" y="22032"/>
                    <a:pt x="90646" y="43055"/>
                  </a:cubicBezTo>
                  <a:cubicBezTo>
                    <a:pt x="90646" y="60422"/>
                    <a:pt x="82168" y="74133"/>
                    <a:pt x="64909" y="85711"/>
                  </a:cubicBezTo>
                  <a:cubicBezTo>
                    <a:pt x="63395" y="86625"/>
                    <a:pt x="63395" y="86625"/>
                    <a:pt x="62184" y="8754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B4748A7B-1559-0A47-6061-0E499D3FBC9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885294" y="7653595"/>
              <a:ext cx="41482" cy="304687"/>
            </a:xfrm>
            <a:custGeom>
              <a:avLst/>
              <a:gdLst>
                <a:gd name="connsiteX0" fmla="*/ 41603 w 41482"/>
                <a:gd name="connsiteY0" fmla="*/ 304774 h 304687"/>
                <a:gd name="connsiteX1" fmla="*/ 41603 w 41482"/>
                <a:gd name="connsiteY1" fmla="*/ 292587 h 304687"/>
                <a:gd name="connsiteX2" fmla="*/ 12232 w 41482"/>
                <a:gd name="connsiteY2" fmla="*/ 292587 h 304687"/>
                <a:gd name="connsiteX3" fmla="*/ 12232 w 41482"/>
                <a:gd name="connsiteY3" fmla="*/ 12274 h 304687"/>
                <a:gd name="connsiteX4" fmla="*/ 41603 w 41482"/>
                <a:gd name="connsiteY4" fmla="*/ 12274 h 304687"/>
                <a:gd name="connsiteX5" fmla="*/ 41603 w 41482"/>
                <a:gd name="connsiteY5" fmla="*/ 87 h 304687"/>
                <a:gd name="connsiteX6" fmla="*/ 120 w 41482"/>
                <a:gd name="connsiteY6" fmla="*/ 87 h 304687"/>
                <a:gd name="connsiteX7" fmla="*/ 120 w 41482"/>
                <a:gd name="connsiteY7" fmla="*/ 304774 h 304687"/>
                <a:gd name="connsiteX8" fmla="*/ 41603 w 41482"/>
                <a:gd name="connsiteY8" fmla="*/ 304774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82" h="304687">
                  <a:moveTo>
                    <a:pt x="41603" y="304774"/>
                  </a:moveTo>
                  <a:lnTo>
                    <a:pt x="41603" y="292587"/>
                  </a:lnTo>
                  <a:lnTo>
                    <a:pt x="12232" y="292587"/>
                  </a:lnTo>
                  <a:lnTo>
                    <a:pt x="12232" y="12274"/>
                  </a:lnTo>
                  <a:lnTo>
                    <a:pt x="41603" y="12274"/>
                  </a:lnTo>
                  <a:lnTo>
                    <a:pt x="41603" y="87"/>
                  </a:lnTo>
                  <a:lnTo>
                    <a:pt x="120" y="87"/>
                  </a:lnTo>
                  <a:lnTo>
                    <a:pt x="120" y="304774"/>
                  </a:lnTo>
                  <a:lnTo>
                    <a:pt x="41603" y="30477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3FB83086-60ED-F675-1EFC-95BF8E54D5B4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5934828" y="7675532"/>
              <a:ext cx="172894" cy="269648"/>
            </a:xfrm>
            <a:custGeom>
              <a:avLst/>
              <a:gdLst>
                <a:gd name="connsiteX0" fmla="*/ 55233 w 172894"/>
                <a:gd name="connsiteY0" fmla="*/ 86009 h 269648"/>
                <a:gd name="connsiteX1" fmla="*/ 82484 w 172894"/>
                <a:gd name="connsiteY1" fmla="*/ 86009 h 269648"/>
                <a:gd name="connsiteX2" fmla="*/ 55838 w 172894"/>
                <a:gd name="connsiteY2" fmla="*/ 213978 h 269648"/>
                <a:gd name="connsiteX3" fmla="*/ 26467 w 172894"/>
                <a:gd name="connsiteY3" fmla="*/ 263338 h 269648"/>
                <a:gd name="connsiteX4" fmla="*/ 20411 w 172894"/>
                <a:gd name="connsiteY4" fmla="*/ 258463 h 269648"/>
                <a:gd name="connsiteX5" fmla="*/ 21623 w 172894"/>
                <a:gd name="connsiteY5" fmla="*/ 255111 h 269648"/>
                <a:gd name="connsiteX6" fmla="*/ 23137 w 172894"/>
                <a:gd name="connsiteY6" fmla="*/ 250236 h 269648"/>
                <a:gd name="connsiteX7" fmla="*/ 11328 w 172894"/>
                <a:gd name="connsiteY7" fmla="*/ 238658 h 269648"/>
                <a:gd name="connsiteX8" fmla="*/ 124 w 172894"/>
                <a:gd name="connsiteY8" fmla="*/ 251150 h 269648"/>
                <a:gd name="connsiteX9" fmla="*/ 24045 w 172894"/>
                <a:gd name="connsiteY9" fmla="*/ 269736 h 269648"/>
                <a:gd name="connsiteX10" fmla="*/ 84604 w 172894"/>
                <a:gd name="connsiteY10" fmla="*/ 183509 h 269648"/>
                <a:gd name="connsiteX11" fmla="*/ 106405 w 172894"/>
                <a:gd name="connsiteY11" fmla="*/ 86009 h 269648"/>
                <a:gd name="connsiteX12" fmla="*/ 139409 w 172894"/>
                <a:gd name="connsiteY12" fmla="*/ 86009 h 269648"/>
                <a:gd name="connsiteX13" fmla="*/ 141226 w 172894"/>
                <a:gd name="connsiteY13" fmla="*/ 76259 h 269648"/>
                <a:gd name="connsiteX14" fmla="*/ 108524 w 172894"/>
                <a:gd name="connsiteY14" fmla="*/ 76259 h 269648"/>
                <a:gd name="connsiteX15" fmla="*/ 145465 w 172894"/>
                <a:gd name="connsiteY15" fmla="*/ 6790 h 269648"/>
                <a:gd name="connsiteX16" fmla="*/ 152126 w 172894"/>
                <a:gd name="connsiteY16" fmla="*/ 10447 h 269648"/>
                <a:gd name="connsiteX17" fmla="*/ 150915 w 172894"/>
                <a:gd name="connsiteY17" fmla="*/ 13494 h 269648"/>
                <a:gd name="connsiteX18" fmla="*/ 149099 w 172894"/>
                <a:gd name="connsiteY18" fmla="*/ 19892 h 269648"/>
                <a:gd name="connsiteX19" fmla="*/ 160302 w 172894"/>
                <a:gd name="connsiteY19" fmla="*/ 32080 h 269648"/>
                <a:gd name="connsiteX20" fmla="*/ 173019 w 172894"/>
                <a:gd name="connsiteY20" fmla="*/ 19892 h 269648"/>
                <a:gd name="connsiteX21" fmla="*/ 146979 w 172894"/>
                <a:gd name="connsiteY21" fmla="*/ 87 h 269648"/>
                <a:gd name="connsiteX22" fmla="*/ 109433 w 172894"/>
                <a:gd name="connsiteY22" fmla="*/ 21111 h 269648"/>
                <a:gd name="connsiteX23" fmla="*/ 85209 w 172894"/>
                <a:gd name="connsiteY23" fmla="*/ 76259 h 269648"/>
                <a:gd name="connsiteX24" fmla="*/ 57352 w 172894"/>
                <a:gd name="connsiteY24" fmla="*/ 76259 h 269648"/>
                <a:gd name="connsiteX25" fmla="*/ 55233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233" y="86009"/>
                  </a:moveTo>
                  <a:lnTo>
                    <a:pt x="82484" y="86009"/>
                  </a:lnTo>
                  <a:lnTo>
                    <a:pt x="55838" y="213978"/>
                  </a:lnTo>
                  <a:cubicBezTo>
                    <a:pt x="49177" y="246580"/>
                    <a:pt x="39185" y="263338"/>
                    <a:pt x="26467" y="263338"/>
                  </a:cubicBezTo>
                  <a:cubicBezTo>
                    <a:pt x="22834" y="263338"/>
                    <a:pt x="20411" y="261205"/>
                    <a:pt x="20411" y="258463"/>
                  </a:cubicBezTo>
                  <a:cubicBezTo>
                    <a:pt x="20411" y="257548"/>
                    <a:pt x="20714" y="256634"/>
                    <a:pt x="21623" y="255111"/>
                  </a:cubicBezTo>
                  <a:cubicBezTo>
                    <a:pt x="22834" y="253283"/>
                    <a:pt x="23137" y="252064"/>
                    <a:pt x="23137" y="250236"/>
                  </a:cubicBezTo>
                  <a:cubicBezTo>
                    <a:pt x="23137" y="243838"/>
                    <a:pt x="17686" y="238658"/>
                    <a:pt x="11328" y="238658"/>
                  </a:cubicBezTo>
                  <a:cubicBezTo>
                    <a:pt x="4969" y="238658"/>
                    <a:pt x="124" y="244142"/>
                    <a:pt x="124" y="251150"/>
                  </a:cubicBezTo>
                  <a:cubicBezTo>
                    <a:pt x="124" y="261509"/>
                    <a:pt x="10722" y="269736"/>
                    <a:pt x="24045" y="269736"/>
                  </a:cubicBezTo>
                  <a:cubicBezTo>
                    <a:pt x="50994" y="269736"/>
                    <a:pt x="72189" y="239572"/>
                    <a:pt x="84604" y="183509"/>
                  </a:cubicBezTo>
                  <a:lnTo>
                    <a:pt x="106405" y="86009"/>
                  </a:lnTo>
                  <a:lnTo>
                    <a:pt x="139409" y="86009"/>
                  </a:lnTo>
                  <a:lnTo>
                    <a:pt x="141226" y="76259"/>
                  </a:lnTo>
                  <a:lnTo>
                    <a:pt x="108524" y="76259"/>
                  </a:lnTo>
                  <a:cubicBezTo>
                    <a:pt x="117305" y="28423"/>
                    <a:pt x="128509" y="6790"/>
                    <a:pt x="145465" y="6790"/>
                  </a:cubicBezTo>
                  <a:cubicBezTo>
                    <a:pt x="149401" y="6790"/>
                    <a:pt x="152126" y="8314"/>
                    <a:pt x="152126" y="10447"/>
                  </a:cubicBezTo>
                  <a:cubicBezTo>
                    <a:pt x="152126" y="11361"/>
                    <a:pt x="151824" y="11970"/>
                    <a:pt x="150915" y="13494"/>
                  </a:cubicBezTo>
                  <a:cubicBezTo>
                    <a:pt x="149704" y="16236"/>
                    <a:pt x="149099" y="17759"/>
                    <a:pt x="149099" y="19892"/>
                  </a:cubicBezTo>
                  <a:cubicBezTo>
                    <a:pt x="149099" y="27205"/>
                    <a:pt x="153640" y="32080"/>
                    <a:pt x="160302" y="32080"/>
                  </a:cubicBezTo>
                  <a:cubicBezTo>
                    <a:pt x="167266" y="32080"/>
                    <a:pt x="173019" y="26595"/>
                    <a:pt x="173019" y="19892"/>
                  </a:cubicBezTo>
                  <a:cubicBezTo>
                    <a:pt x="173019" y="8619"/>
                    <a:pt x="161816" y="87"/>
                    <a:pt x="146979" y="87"/>
                  </a:cubicBezTo>
                  <a:cubicBezTo>
                    <a:pt x="132142" y="87"/>
                    <a:pt x="120333" y="6790"/>
                    <a:pt x="109433" y="21111"/>
                  </a:cubicBezTo>
                  <a:cubicBezTo>
                    <a:pt x="100349" y="32994"/>
                    <a:pt x="94293" y="47009"/>
                    <a:pt x="85209" y="76259"/>
                  </a:cubicBezTo>
                  <a:lnTo>
                    <a:pt x="57352" y="76259"/>
                  </a:lnTo>
                  <a:lnTo>
                    <a:pt x="55233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95D2C58F-D31F-E1EC-B349-F09AF5858E0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6138177" y="7653595"/>
              <a:ext cx="70247" cy="304687"/>
            </a:xfrm>
            <a:custGeom>
              <a:avLst/>
              <a:gdLst>
                <a:gd name="connsiteX0" fmla="*/ 70377 w 70247"/>
                <a:gd name="connsiteY0" fmla="*/ 301727 h 304687"/>
                <a:gd name="connsiteX1" fmla="*/ 65230 w 70247"/>
                <a:gd name="connsiteY1" fmla="*/ 295024 h 304687"/>
                <a:gd name="connsiteX2" fmla="*/ 17691 w 70247"/>
                <a:gd name="connsiteY2" fmla="*/ 152430 h 304687"/>
                <a:gd name="connsiteX3" fmla="*/ 66441 w 70247"/>
                <a:gd name="connsiteY3" fmla="*/ 8313 h 304687"/>
                <a:gd name="connsiteX4" fmla="*/ 70377 w 70247"/>
                <a:gd name="connsiteY4" fmla="*/ 3134 h 304687"/>
                <a:gd name="connsiteX5" fmla="*/ 67349 w 70247"/>
                <a:gd name="connsiteY5" fmla="*/ 87 h 304687"/>
                <a:gd name="connsiteX6" fmla="*/ 19205 w 70247"/>
                <a:gd name="connsiteY6" fmla="*/ 59501 h 304687"/>
                <a:gd name="connsiteX7" fmla="*/ 129 w 70247"/>
                <a:gd name="connsiteY7" fmla="*/ 152430 h 304687"/>
                <a:gd name="connsiteX8" fmla="*/ 20113 w 70247"/>
                <a:gd name="connsiteY8" fmla="*/ 247493 h 304687"/>
                <a:gd name="connsiteX9" fmla="*/ 67349 w 70247"/>
                <a:gd name="connsiteY9" fmla="*/ 304774 h 304687"/>
                <a:gd name="connsiteX10" fmla="*/ 70377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377" y="301727"/>
                  </a:moveTo>
                  <a:cubicBezTo>
                    <a:pt x="70377" y="300813"/>
                    <a:pt x="70377" y="300204"/>
                    <a:pt x="65230" y="295024"/>
                  </a:cubicBezTo>
                  <a:cubicBezTo>
                    <a:pt x="27380" y="256634"/>
                    <a:pt x="17691" y="199048"/>
                    <a:pt x="17691" y="152430"/>
                  </a:cubicBezTo>
                  <a:cubicBezTo>
                    <a:pt x="17691" y="99415"/>
                    <a:pt x="29197" y="46399"/>
                    <a:pt x="66441" y="8313"/>
                  </a:cubicBezTo>
                  <a:cubicBezTo>
                    <a:pt x="70377" y="4657"/>
                    <a:pt x="70377" y="4048"/>
                    <a:pt x="70377" y="3134"/>
                  </a:cubicBezTo>
                  <a:cubicBezTo>
                    <a:pt x="70377" y="1001"/>
                    <a:pt x="69166" y="87"/>
                    <a:pt x="67349" y="87"/>
                  </a:cubicBezTo>
                  <a:cubicBezTo>
                    <a:pt x="64321" y="87"/>
                    <a:pt x="37070" y="20805"/>
                    <a:pt x="19205" y="59501"/>
                  </a:cubicBezTo>
                  <a:cubicBezTo>
                    <a:pt x="3763" y="93016"/>
                    <a:pt x="129" y="126837"/>
                    <a:pt x="129" y="152430"/>
                  </a:cubicBezTo>
                  <a:cubicBezTo>
                    <a:pt x="129" y="176196"/>
                    <a:pt x="3460" y="213063"/>
                    <a:pt x="20113" y="247493"/>
                  </a:cubicBezTo>
                  <a:cubicBezTo>
                    <a:pt x="38281" y="284970"/>
                    <a:pt x="64321" y="304774"/>
                    <a:pt x="67349" y="304774"/>
                  </a:cubicBezTo>
                  <a:cubicBezTo>
                    <a:pt x="69166" y="304774"/>
                    <a:pt x="70377" y="303860"/>
                    <a:pt x="70377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E076B4FE-6AD4-0DB1-747C-60A2E3A9CD3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6217946" y="7747743"/>
              <a:ext cx="143523" cy="137718"/>
            </a:xfrm>
            <a:custGeom>
              <a:avLst/>
              <a:gdLst>
                <a:gd name="connsiteX0" fmla="*/ 130031 w 143523"/>
                <a:gd name="connsiteY0" fmla="*/ 100634 h 137718"/>
                <a:gd name="connsiteX1" fmla="*/ 123369 w 143523"/>
                <a:gd name="connsiteY1" fmla="*/ 108861 h 137718"/>
                <a:gd name="connsiteX2" fmla="*/ 109441 w 143523"/>
                <a:gd name="connsiteY2" fmla="*/ 121048 h 137718"/>
                <a:gd name="connsiteX3" fmla="*/ 100054 w 143523"/>
                <a:gd name="connsiteY3" fmla="*/ 108556 h 137718"/>
                <a:gd name="connsiteX4" fmla="*/ 98843 w 143523"/>
                <a:gd name="connsiteY4" fmla="*/ 103376 h 137718"/>
                <a:gd name="connsiteX5" fmla="*/ 87942 w 143523"/>
                <a:gd name="connsiteY5" fmla="*/ 54017 h 137718"/>
                <a:gd name="connsiteX6" fmla="*/ 117616 w 143523"/>
                <a:gd name="connsiteY6" fmla="*/ 17150 h 137718"/>
                <a:gd name="connsiteX7" fmla="*/ 124883 w 143523"/>
                <a:gd name="connsiteY7" fmla="*/ 19587 h 137718"/>
                <a:gd name="connsiteX8" fmla="*/ 133059 w 143523"/>
                <a:gd name="connsiteY8" fmla="*/ 22330 h 137718"/>
                <a:gd name="connsiteX9" fmla="*/ 143656 w 143523"/>
                <a:gd name="connsiteY9" fmla="*/ 11361 h 137718"/>
                <a:gd name="connsiteX10" fmla="*/ 131242 w 143523"/>
                <a:gd name="connsiteY10" fmla="*/ 87 h 137718"/>
                <a:gd name="connsiteX11" fmla="*/ 85520 w 143523"/>
                <a:gd name="connsiteY11" fmla="*/ 43658 h 137718"/>
                <a:gd name="connsiteX12" fmla="*/ 82189 w 143523"/>
                <a:gd name="connsiteY12" fmla="*/ 26900 h 137718"/>
                <a:gd name="connsiteX13" fmla="*/ 66444 w 143523"/>
                <a:gd name="connsiteY13" fmla="*/ 87 h 137718"/>
                <a:gd name="connsiteX14" fmla="*/ 31017 w 143523"/>
                <a:gd name="connsiteY14" fmla="*/ 8923 h 137718"/>
                <a:gd name="connsiteX15" fmla="*/ 27687 w 143523"/>
                <a:gd name="connsiteY15" fmla="*/ 10142 h 137718"/>
                <a:gd name="connsiteX16" fmla="*/ 28898 w 143523"/>
                <a:gd name="connsiteY16" fmla="*/ 14712 h 137718"/>
                <a:gd name="connsiteX17" fmla="*/ 45854 w 143523"/>
                <a:gd name="connsiteY17" fmla="*/ 11361 h 137718"/>
                <a:gd name="connsiteX18" fmla="*/ 59480 w 143523"/>
                <a:gd name="connsiteY18" fmla="*/ 32384 h 137718"/>
                <a:gd name="connsiteX19" fmla="*/ 68261 w 143523"/>
                <a:gd name="connsiteY19" fmla="*/ 69861 h 137718"/>
                <a:gd name="connsiteX20" fmla="*/ 43432 w 143523"/>
                <a:gd name="connsiteY20" fmla="*/ 105509 h 137718"/>
                <a:gd name="connsiteX21" fmla="*/ 27989 w 143523"/>
                <a:gd name="connsiteY21" fmla="*/ 120134 h 137718"/>
                <a:gd name="connsiteX22" fmla="*/ 20117 w 143523"/>
                <a:gd name="connsiteY22" fmla="*/ 117392 h 137718"/>
                <a:gd name="connsiteX23" fmla="*/ 10427 w 143523"/>
                <a:gd name="connsiteY23" fmla="*/ 114345 h 137718"/>
                <a:gd name="connsiteX24" fmla="*/ 132 w 143523"/>
                <a:gd name="connsiteY24" fmla="*/ 125009 h 137718"/>
                <a:gd name="connsiteX25" fmla="*/ 15272 w 143523"/>
                <a:gd name="connsiteY25" fmla="*/ 137806 h 137718"/>
                <a:gd name="connsiteX26" fmla="*/ 43432 w 143523"/>
                <a:gd name="connsiteY26" fmla="*/ 116478 h 137718"/>
                <a:gd name="connsiteX27" fmla="*/ 70683 w 143523"/>
                <a:gd name="connsiteY27" fmla="*/ 80830 h 137718"/>
                <a:gd name="connsiteX28" fmla="*/ 79767 w 143523"/>
                <a:gd name="connsiteY28" fmla="*/ 117392 h 137718"/>
                <a:gd name="connsiteX29" fmla="*/ 97329 w 143523"/>
                <a:gd name="connsiteY29" fmla="*/ 137806 h 137718"/>
                <a:gd name="connsiteX30" fmla="*/ 134270 w 143523"/>
                <a:gd name="connsiteY30" fmla="*/ 103072 h 137718"/>
                <a:gd name="connsiteX31" fmla="*/ 130031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031" y="100634"/>
                  </a:moveTo>
                  <a:cubicBezTo>
                    <a:pt x="127608" y="103376"/>
                    <a:pt x="126094" y="105205"/>
                    <a:pt x="123369" y="108861"/>
                  </a:cubicBezTo>
                  <a:cubicBezTo>
                    <a:pt x="116405" y="118001"/>
                    <a:pt x="112771" y="121048"/>
                    <a:pt x="109441" y="121048"/>
                  </a:cubicBezTo>
                  <a:cubicBezTo>
                    <a:pt x="104899" y="121048"/>
                    <a:pt x="102174" y="117087"/>
                    <a:pt x="100054" y="108556"/>
                  </a:cubicBezTo>
                  <a:cubicBezTo>
                    <a:pt x="99448" y="106119"/>
                    <a:pt x="99146" y="104291"/>
                    <a:pt x="98843" y="103376"/>
                  </a:cubicBezTo>
                  <a:cubicBezTo>
                    <a:pt x="91273" y="72603"/>
                    <a:pt x="87942" y="58587"/>
                    <a:pt x="87942" y="54017"/>
                  </a:cubicBezTo>
                  <a:cubicBezTo>
                    <a:pt x="101265" y="30556"/>
                    <a:pt x="112166" y="17150"/>
                    <a:pt x="117616" y="17150"/>
                  </a:cubicBezTo>
                  <a:cubicBezTo>
                    <a:pt x="119433" y="17150"/>
                    <a:pt x="121855" y="18064"/>
                    <a:pt x="124883" y="19587"/>
                  </a:cubicBezTo>
                  <a:cubicBezTo>
                    <a:pt x="128517" y="21720"/>
                    <a:pt x="130636" y="22330"/>
                    <a:pt x="133059" y="22330"/>
                  </a:cubicBezTo>
                  <a:cubicBezTo>
                    <a:pt x="139417" y="22330"/>
                    <a:pt x="143656" y="17759"/>
                    <a:pt x="143656" y="11361"/>
                  </a:cubicBezTo>
                  <a:cubicBezTo>
                    <a:pt x="143656" y="4962"/>
                    <a:pt x="138509" y="87"/>
                    <a:pt x="131242" y="87"/>
                  </a:cubicBezTo>
                  <a:cubicBezTo>
                    <a:pt x="117919" y="87"/>
                    <a:pt x="106413" y="11056"/>
                    <a:pt x="85520" y="43658"/>
                  </a:cubicBezTo>
                  <a:lnTo>
                    <a:pt x="82189" y="26900"/>
                  </a:lnTo>
                  <a:cubicBezTo>
                    <a:pt x="77950" y="6181"/>
                    <a:pt x="74619" y="87"/>
                    <a:pt x="66444" y="87"/>
                  </a:cubicBezTo>
                  <a:cubicBezTo>
                    <a:pt x="59783" y="87"/>
                    <a:pt x="49488" y="2830"/>
                    <a:pt x="31017" y="8923"/>
                  </a:cubicBezTo>
                  <a:lnTo>
                    <a:pt x="27687" y="10142"/>
                  </a:lnTo>
                  <a:lnTo>
                    <a:pt x="28898" y="14712"/>
                  </a:lnTo>
                  <a:cubicBezTo>
                    <a:pt x="40404" y="11970"/>
                    <a:pt x="43129" y="11361"/>
                    <a:pt x="45854" y="11361"/>
                  </a:cubicBezTo>
                  <a:cubicBezTo>
                    <a:pt x="53424" y="11361"/>
                    <a:pt x="55241" y="14103"/>
                    <a:pt x="59480" y="32384"/>
                  </a:cubicBezTo>
                  <a:lnTo>
                    <a:pt x="68261" y="69861"/>
                  </a:lnTo>
                  <a:lnTo>
                    <a:pt x="43432" y="105509"/>
                  </a:lnTo>
                  <a:cubicBezTo>
                    <a:pt x="37376" y="114650"/>
                    <a:pt x="31320" y="120134"/>
                    <a:pt x="27989" y="120134"/>
                  </a:cubicBezTo>
                  <a:cubicBezTo>
                    <a:pt x="26173" y="120134"/>
                    <a:pt x="23145" y="119220"/>
                    <a:pt x="20117" y="117392"/>
                  </a:cubicBezTo>
                  <a:cubicBezTo>
                    <a:pt x="16180" y="115259"/>
                    <a:pt x="12850" y="114345"/>
                    <a:pt x="10427" y="114345"/>
                  </a:cubicBezTo>
                  <a:cubicBezTo>
                    <a:pt x="4674" y="114345"/>
                    <a:pt x="132" y="118916"/>
                    <a:pt x="132" y="125009"/>
                  </a:cubicBezTo>
                  <a:cubicBezTo>
                    <a:pt x="132" y="132931"/>
                    <a:pt x="6188" y="137806"/>
                    <a:pt x="15272" y="137806"/>
                  </a:cubicBezTo>
                  <a:cubicBezTo>
                    <a:pt x="24659" y="137806"/>
                    <a:pt x="28292" y="135064"/>
                    <a:pt x="43432" y="116478"/>
                  </a:cubicBezTo>
                  <a:cubicBezTo>
                    <a:pt x="51607" y="106728"/>
                    <a:pt x="57966" y="98501"/>
                    <a:pt x="70683" y="80830"/>
                  </a:cubicBezTo>
                  <a:lnTo>
                    <a:pt x="79767" y="117392"/>
                  </a:lnTo>
                  <a:cubicBezTo>
                    <a:pt x="83703" y="132931"/>
                    <a:pt x="87640" y="137806"/>
                    <a:pt x="97329" y="137806"/>
                  </a:cubicBezTo>
                  <a:cubicBezTo>
                    <a:pt x="108835" y="137806"/>
                    <a:pt x="116708" y="130494"/>
                    <a:pt x="134270" y="103072"/>
                  </a:cubicBezTo>
                  <a:lnTo>
                    <a:pt x="130031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32AC6B6C-189F-8E0B-55B6-A9D5A28C9BF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6366441" y="7775893"/>
              <a:ext cx="101278" cy="155573"/>
            </a:xfrm>
            <a:custGeom>
              <a:avLst/>
              <a:gdLst>
                <a:gd name="connsiteX0" fmla="*/ 51671 w 101278"/>
                <a:gd name="connsiteY0" fmla="*/ 90 h 155573"/>
                <a:gd name="connsiteX1" fmla="*/ 21647 w 101278"/>
                <a:gd name="connsiteY1" fmla="*/ 11814 h 155573"/>
                <a:gd name="connsiteX2" fmla="*/ 136 w 101278"/>
                <a:gd name="connsiteY2" fmla="*/ 76749 h 155573"/>
                <a:gd name="connsiteX3" fmla="*/ 18061 w 101278"/>
                <a:gd name="connsiteY3" fmla="*/ 140331 h 155573"/>
                <a:gd name="connsiteX4" fmla="*/ 50775 w 101278"/>
                <a:gd name="connsiteY4" fmla="*/ 155663 h 155573"/>
                <a:gd name="connsiteX5" fmla="*/ 79904 w 101278"/>
                <a:gd name="connsiteY5" fmla="*/ 143939 h 155573"/>
                <a:gd name="connsiteX6" fmla="*/ 101414 w 101278"/>
                <a:gd name="connsiteY6" fmla="*/ 78102 h 155573"/>
                <a:gd name="connsiteX7" fmla="*/ 51671 w 101278"/>
                <a:gd name="connsiteY7" fmla="*/ 90 h 155573"/>
                <a:gd name="connsiteX8" fmla="*/ 50999 w 101278"/>
                <a:gd name="connsiteY8" fmla="*/ 5952 h 155573"/>
                <a:gd name="connsiteX9" fmla="*/ 79904 w 101278"/>
                <a:gd name="connsiteY9" fmla="*/ 78553 h 155573"/>
                <a:gd name="connsiteX10" fmla="*/ 50775 w 101278"/>
                <a:gd name="connsiteY10" fmla="*/ 149801 h 155573"/>
                <a:gd name="connsiteX11" fmla="*/ 21647 w 101278"/>
                <a:gd name="connsiteY11" fmla="*/ 78778 h 155573"/>
                <a:gd name="connsiteX12" fmla="*/ 50999 w 101278"/>
                <a:gd name="connsiteY12" fmla="*/ 5952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78" h="155573">
                  <a:moveTo>
                    <a:pt x="51671" y="90"/>
                  </a:moveTo>
                  <a:cubicBezTo>
                    <a:pt x="39348" y="90"/>
                    <a:pt x="29937" y="3923"/>
                    <a:pt x="21647" y="11814"/>
                  </a:cubicBezTo>
                  <a:cubicBezTo>
                    <a:pt x="8651" y="24440"/>
                    <a:pt x="136" y="50369"/>
                    <a:pt x="136" y="76749"/>
                  </a:cubicBezTo>
                  <a:cubicBezTo>
                    <a:pt x="136" y="101325"/>
                    <a:pt x="7530" y="127705"/>
                    <a:pt x="18061" y="140331"/>
                  </a:cubicBezTo>
                  <a:cubicBezTo>
                    <a:pt x="26352" y="150252"/>
                    <a:pt x="37779" y="155663"/>
                    <a:pt x="50775" y="155663"/>
                  </a:cubicBezTo>
                  <a:cubicBezTo>
                    <a:pt x="62203" y="155663"/>
                    <a:pt x="71837" y="151830"/>
                    <a:pt x="79904" y="143939"/>
                  </a:cubicBezTo>
                  <a:cubicBezTo>
                    <a:pt x="92900" y="131538"/>
                    <a:pt x="101414" y="105384"/>
                    <a:pt x="101414" y="78102"/>
                  </a:cubicBezTo>
                  <a:cubicBezTo>
                    <a:pt x="101414" y="31881"/>
                    <a:pt x="81024" y="90"/>
                    <a:pt x="51671" y="90"/>
                  </a:cubicBezTo>
                  <a:close/>
                  <a:moveTo>
                    <a:pt x="50999" y="5952"/>
                  </a:moveTo>
                  <a:cubicBezTo>
                    <a:pt x="69821" y="5952"/>
                    <a:pt x="79904" y="31430"/>
                    <a:pt x="79904" y="78553"/>
                  </a:cubicBezTo>
                  <a:cubicBezTo>
                    <a:pt x="79904" y="125676"/>
                    <a:pt x="70045" y="149801"/>
                    <a:pt x="50775" y="149801"/>
                  </a:cubicBezTo>
                  <a:cubicBezTo>
                    <a:pt x="31505" y="149801"/>
                    <a:pt x="21647" y="125676"/>
                    <a:pt x="21647" y="78778"/>
                  </a:cubicBezTo>
                  <a:cubicBezTo>
                    <a:pt x="21647" y="30979"/>
                    <a:pt x="31730" y="5952"/>
                    <a:pt x="50999" y="5952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BA88A5E3-0323-2006-1ACC-45B1118AA62B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6505973" y="7653595"/>
              <a:ext cx="70248" cy="304687"/>
            </a:xfrm>
            <a:custGeom>
              <a:avLst/>
              <a:gdLst>
                <a:gd name="connsiteX0" fmla="*/ 70389 w 70248"/>
                <a:gd name="connsiteY0" fmla="*/ 152430 h 304687"/>
                <a:gd name="connsiteX1" fmla="*/ 50405 w 70248"/>
                <a:gd name="connsiteY1" fmla="*/ 57368 h 304687"/>
                <a:gd name="connsiteX2" fmla="*/ 3169 w 70248"/>
                <a:gd name="connsiteY2" fmla="*/ 87 h 304687"/>
                <a:gd name="connsiteX3" fmla="*/ 141 w 70248"/>
                <a:gd name="connsiteY3" fmla="*/ 3134 h 304687"/>
                <a:gd name="connsiteX4" fmla="*/ 5894 w 70248"/>
                <a:gd name="connsiteY4" fmla="*/ 10141 h 304687"/>
                <a:gd name="connsiteX5" fmla="*/ 52827 w 70248"/>
                <a:gd name="connsiteY5" fmla="*/ 152430 h 304687"/>
                <a:gd name="connsiteX6" fmla="*/ 4078 w 70248"/>
                <a:gd name="connsiteY6" fmla="*/ 296548 h 304687"/>
                <a:gd name="connsiteX7" fmla="*/ 141 w 70248"/>
                <a:gd name="connsiteY7" fmla="*/ 301727 h 304687"/>
                <a:gd name="connsiteX8" fmla="*/ 3169 w 70248"/>
                <a:gd name="connsiteY8" fmla="*/ 304774 h 304687"/>
                <a:gd name="connsiteX9" fmla="*/ 51313 w 70248"/>
                <a:gd name="connsiteY9" fmla="*/ 245360 h 304687"/>
                <a:gd name="connsiteX10" fmla="*/ 70389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389" y="152430"/>
                  </a:moveTo>
                  <a:cubicBezTo>
                    <a:pt x="70389" y="128665"/>
                    <a:pt x="67059" y="91798"/>
                    <a:pt x="50405" y="57368"/>
                  </a:cubicBezTo>
                  <a:cubicBezTo>
                    <a:pt x="32237" y="19891"/>
                    <a:pt x="6197" y="87"/>
                    <a:pt x="3169" y="87"/>
                  </a:cubicBezTo>
                  <a:cubicBezTo>
                    <a:pt x="1353" y="87"/>
                    <a:pt x="141" y="1305"/>
                    <a:pt x="141" y="3134"/>
                  </a:cubicBezTo>
                  <a:cubicBezTo>
                    <a:pt x="141" y="4048"/>
                    <a:pt x="141" y="4657"/>
                    <a:pt x="5894" y="10141"/>
                  </a:cubicBezTo>
                  <a:cubicBezTo>
                    <a:pt x="35568" y="40305"/>
                    <a:pt x="52827" y="88751"/>
                    <a:pt x="52827" y="152430"/>
                  </a:cubicBezTo>
                  <a:cubicBezTo>
                    <a:pt x="52827" y="204532"/>
                    <a:pt x="41624" y="258157"/>
                    <a:pt x="4078" y="296548"/>
                  </a:cubicBezTo>
                  <a:cubicBezTo>
                    <a:pt x="141" y="300204"/>
                    <a:pt x="141" y="300813"/>
                    <a:pt x="141" y="301727"/>
                  </a:cubicBezTo>
                  <a:cubicBezTo>
                    <a:pt x="141" y="303556"/>
                    <a:pt x="1353" y="304774"/>
                    <a:pt x="3169" y="304774"/>
                  </a:cubicBezTo>
                  <a:cubicBezTo>
                    <a:pt x="6197" y="304774"/>
                    <a:pt x="33449" y="284056"/>
                    <a:pt x="51313" y="245360"/>
                  </a:cubicBezTo>
                  <a:cubicBezTo>
                    <a:pt x="66756" y="211845"/>
                    <a:pt x="70389" y="178024"/>
                    <a:pt x="70389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D9440CB5-3349-DC7E-34D9-094226D1257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665802" y="7704478"/>
              <a:ext cx="201357" cy="202921"/>
            </a:xfrm>
            <a:custGeom>
              <a:avLst/>
              <a:gdLst>
                <a:gd name="connsiteX0" fmla="*/ 107033 w 201357"/>
                <a:gd name="connsiteY0" fmla="*/ 107641 h 202921"/>
                <a:gd name="connsiteX1" fmla="*/ 191512 w 201357"/>
                <a:gd name="connsiteY1" fmla="*/ 107641 h 202921"/>
                <a:gd name="connsiteX2" fmla="*/ 201505 w 201357"/>
                <a:gd name="connsiteY2" fmla="*/ 101548 h 202921"/>
                <a:gd name="connsiteX3" fmla="*/ 191512 w 201357"/>
                <a:gd name="connsiteY3" fmla="*/ 95454 h 202921"/>
                <a:gd name="connsiteX4" fmla="*/ 107033 w 201357"/>
                <a:gd name="connsiteY4" fmla="*/ 95454 h 202921"/>
                <a:gd name="connsiteX5" fmla="*/ 107033 w 201357"/>
                <a:gd name="connsiteY5" fmla="*/ 10141 h 202921"/>
                <a:gd name="connsiteX6" fmla="*/ 100977 w 201357"/>
                <a:gd name="connsiteY6" fmla="*/ 87 h 202921"/>
                <a:gd name="connsiteX7" fmla="*/ 94921 w 201357"/>
                <a:gd name="connsiteY7" fmla="*/ 10141 h 202921"/>
                <a:gd name="connsiteX8" fmla="*/ 94921 w 201357"/>
                <a:gd name="connsiteY8" fmla="*/ 95454 h 202921"/>
                <a:gd name="connsiteX9" fmla="*/ 10139 w 201357"/>
                <a:gd name="connsiteY9" fmla="*/ 95454 h 202921"/>
                <a:gd name="connsiteX10" fmla="*/ 147 w 201357"/>
                <a:gd name="connsiteY10" fmla="*/ 101548 h 202921"/>
                <a:gd name="connsiteX11" fmla="*/ 10139 w 201357"/>
                <a:gd name="connsiteY11" fmla="*/ 107641 h 202921"/>
                <a:gd name="connsiteX12" fmla="*/ 94921 w 201357"/>
                <a:gd name="connsiteY12" fmla="*/ 107641 h 202921"/>
                <a:gd name="connsiteX13" fmla="*/ 94921 w 201357"/>
                <a:gd name="connsiteY13" fmla="*/ 192954 h 202921"/>
                <a:gd name="connsiteX14" fmla="*/ 100977 w 201357"/>
                <a:gd name="connsiteY14" fmla="*/ 203009 h 202921"/>
                <a:gd name="connsiteX15" fmla="*/ 107033 w 201357"/>
                <a:gd name="connsiteY15" fmla="*/ 192954 h 202921"/>
                <a:gd name="connsiteX16" fmla="*/ 107033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033" y="107641"/>
                  </a:moveTo>
                  <a:lnTo>
                    <a:pt x="191512" y="107641"/>
                  </a:lnTo>
                  <a:cubicBezTo>
                    <a:pt x="195752" y="107641"/>
                    <a:pt x="201505" y="107641"/>
                    <a:pt x="201505" y="101548"/>
                  </a:cubicBezTo>
                  <a:cubicBezTo>
                    <a:pt x="201505" y="95454"/>
                    <a:pt x="195752" y="95454"/>
                    <a:pt x="191512" y="95454"/>
                  </a:cubicBezTo>
                  <a:lnTo>
                    <a:pt x="107033" y="95454"/>
                  </a:lnTo>
                  <a:lnTo>
                    <a:pt x="107033" y="10141"/>
                  </a:lnTo>
                  <a:cubicBezTo>
                    <a:pt x="107033" y="5876"/>
                    <a:pt x="107033" y="87"/>
                    <a:pt x="100977" y="87"/>
                  </a:cubicBezTo>
                  <a:cubicBezTo>
                    <a:pt x="94921" y="87"/>
                    <a:pt x="94921" y="5876"/>
                    <a:pt x="94921" y="10141"/>
                  </a:cubicBezTo>
                  <a:lnTo>
                    <a:pt x="94921" y="95454"/>
                  </a:lnTo>
                  <a:lnTo>
                    <a:pt x="10139" y="95454"/>
                  </a:lnTo>
                  <a:cubicBezTo>
                    <a:pt x="5900" y="95454"/>
                    <a:pt x="147" y="95454"/>
                    <a:pt x="147" y="101548"/>
                  </a:cubicBezTo>
                  <a:cubicBezTo>
                    <a:pt x="147" y="107641"/>
                    <a:pt x="5900" y="107641"/>
                    <a:pt x="10139" y="107641"/>
                  </a:cubicBezTo>
                  <a:lnTo>
                    <a:pt x="94921" y="107641"/>
                  </a:lnTo>
                  <a:lnTo>
                    <a:pt x="94921" y="192954"/>
                  </a:lnTo>
                  <a:cubicBezTo>
                    <a:pt x="94921" y="197220"/>
                    <a:pt x="94921" y="203009"/>
                    <a:pt x="100977" y="203009"/>
                  </a:cubicBezTo>
                  <a:cubicBezTo>
                    <a:pt x="107033" y="203009"/>
                    <a:pt x="107033" y="197220"/>
                    <a:pt x="107033" y="192954"/>
                  </a:cubicBezTo>
                  <a:lnTo>
                    <a:pt x="107033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2A5EA6D7-A460-F68B-3B22-37A66C9F012A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6940226" y="7676142"/>
              <a:ext cx="117786" cy="210234"/>
            </a:xfrm>
            <a:custGeom>
              <a:avLst/>
              <a:gdLst>
                <a:gd name="connsiteX0" fmla="*/ 33463 w 117786"/>
                <a:gd name="connsiteY0" fmla="*/ 105509 h 210234"/>
                <a:gd name="connsiteX1" fmla="*/ 65559 w 117786"/>
                <a:gd name="connsiteY1" fmla="*/ 108861 h 210234"/>
                <a:gd name="connsiteX2" fmla="*/ 96141 w 117786"/>
                <a:gd name="connsiteY2" fmla="*/ 153955 h 210234"/>
                <a:gd name="connsiteX3" fmla="*/ 56475 w 117786"/>
                <a:gd name="connsiteY3" fmla="*/ 199353 h 210234"/>
                <a:gd name="connsiteX4" fmla="*/ 31040 w 117786"/>
                <a:gd name="connsiteY4" fmla="*/ 189908 h 210234"/>
                <a:gd name="connsiteX5" fmla="*/ 11661 w 117786"/>
                <a:gd name="connsiteY5" fmla="*/ 182291 h 210234"/>
                <a:gd name="connsiteX6" fmla="*/ 155 w 117786"/>
                <a:gd name="connsiteY6" fmla="*/ 192955 h 210234"/>
                <a:gd name="connsiteX7" fmla="*/ 34371 w 117786"/>
                <a:gd name="connsiteY7" fmla="*/ 210322 h 210234"/>
                <a:gd name="connsiteX8" fmla="*/ 95838 w 117786"/>
                <a:gd name="connsiteY8" fmla="*/ 189908 h 210234"/>
                <a:gd name="connsiteX9" fmla="*/ 117942 w 117786"/>
                <a:gd name="connsiteY9" fmla="*/ 139330 h 210234"/>
                <a:gd name="connsiteX10" fmla="*/ 104316 w 117786"/>
                <a:gd name="connsiteY10" fmla="*/ 100025 h 210234"/>
                <a:gd name="connsiteX11" fmla="*/ 79184 w 117786"/>
                <a:gd name="connsiteY11" fmla="*/ 83876 h 210234"/>
                <a:gd name="connsiteX12" fmla="*/ 107647 w 117786"/>
                <a:gd name="connsiteY12" fmla="*/ 41830 h 210234"/>
                <a:gd name="connsiteX13" fmla="*/ 60411 w 117786"/>
                <a:gd name="connsiteY13" fmla="*/ 87 h 210234"/>
                <a:gd name="connsiteX14" fmla="*/ 21048 w 117786"/>
                <a:gd name="connsiteY14" fmla="*/ 15017 h 210234"/>
                <a:gd name="connsiteX15" fmla="*/ 761 w 117786"/>
                <a:gd name="connsiteY15" fmla="*/ 49447 h 210234"/>
                <a:gd name="connsiteX16" fmla="*/ 5303 w 117786"/>
                <a:gd name="connsiteY16" fmla="*/ 50666 h 210234"/>
                <a:gd name="connsiteX17" fmla="*/ 50419 w 117786"/>
                <a:gd name="connsiteY17" fmla="*/ 18369 h 210234"/>
                <a:gd name="connsiteX18" fmla="*/ 83726 w 117786"/>
                <a:gd name="connsiteY18" fmla="*/ 50970 h 210234"/>
                <a:gd name="connsiteX19" fmla="*/ 71615 w 117786"/>
                <a:gd name="connsiteY19" fmla="*/ 80525 h 210234"/>
                <a:gd name="connsiteX20" fmla="*/ 33463 w 117786"/>
                <a:gd name="connsiteY20" fmla="*/ 101548 h 210234"/>
                <a:gd name="connsiteX21" fmla="*/ 33463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463" y="105509"/>
                  </a:moveTo>
                  <a:cubicBezTo>
                    <a:pt x="51327" y="105509"/>
                    <a:pt x="58292" y="106119"/>
                    <a:pt x="65559" y="108861"/>
                  </a:cubicBezTo>
                  <a:cubicBezTo>
                    <a:pt x="84332" y="115564"/>
                    <a:pt x="96141" y="132931"/>
                    <a:pt x="96141" y="153955"/>
                  </a:cubicBezTo>
                  <a:cubicBezTo>
                    <a:pt x="96141" y="179548"/>
                    <a:pt x="78882" y="199353"/>
                    <a:pt x="56475" y="199353"/>
                  </a:cubicBezTo>
                  <a:cubicBezTo>
                    <a:pt x="48299" y="199353"/>
                    <a:pt x="42244" y="197220"/>
                    <a:pt x="31040" y="189908"/>
                  </a:cubicBezTo>
                  <a:cubicBezTo>
                    <a:pt x="21956" y="184423"/>
                    <a:pt x="16809" y="182291"/>
                    <a:pt x="11661" y="182291"/>
                  </a:cubicBezTo>
                  <a:cubicBezTo>
                    <a:pt x="4697" y="182291"/>
                    <a:pt x="155" y="186556"/>
                    <a:pt x="155" y="192955"/>
                  </a:cubicBezTo>
                  <a:cubicBezTo>
                    <a:pt x="155" y="203619"/>
                    <a:pt x="13175" y="210322"/>
                    <a:pt x="34371" y="210322"/>
                  </a:cubicBezTo>
                  <a:cubicBezTo>
                    <a:pt x="57686" y="210322"/>
                    <a:pt x="81607" y="202400"/>
                    <a:pt x="95838" y="189908"/>
                  </a:cubicBezTo>
                  <a:cubicBezTo>
                    <a:pt x="110069" y="177416"/>
                    <a:pt x="117942" y="159744"/>
                    <a:pt x="117942" y="139330"/>
                  </a:cubicBezTo>
                  <a:cubicBezTo>
                    <a:pt x="117942" y="123791"/>
                    <a:pt x="113097" y="109470"/>
                    <a:pt x="104316" y="100025"/>
                  </a:cubicBezTo>
                  <a:cubicBezTo>
                    <a:pt x="98260" y="93322"/>
                    <a:pt x="92507" y="89666"/>
                    <a:pt x="79184" y="83876"/>
                  </a:cubicBezTo>
                  <a:cubicBezTo>
                    <a:pt x="100077" y="69556"/>
                    <a:pt x="107647" y="58283"/>
                    <a:pt x="107647" y="41830"/>
                  </a:cubicBezTo>
                  <a:cubicBezTo>
                    <a:pt x="107647" y="17150"/>
                    <a:pt x="88268" y="87"/>
                    <a:pt x="60411" y="87"/>
                  </a:cubicBezTo>
                  <a:cubicBezTo>
                    <a:pt x="45272" y="87"/>
                    <a:pt x="31949" y="5267"/>
                    <a:pt x="21048" y="15017"/>
                  </a:cubicBezTo>
                  <a:cubicBezTo>
                    <a:pt x="11964" y="23244"/>
                    <a:pt x="7422" y="31165"/>
                    <a:pt x="761" y="49447"/>
                  </a:cubicBezTo>
                  <a:lnTo>
                    <a:pt x="5303" y="50666"/>
                  </a:lnTo>
                  <a:cubicBezTo>
                    <a:pt x="17717" y="28423"/>
                    <a:pt x="31343" y="18369"/>
                    <a:pt x="50419" y="18369"/>
                  </a:cubicBezTo>
                  <a:cubicBezTo>
                    <a:pt x="70101" y="18369"/>
                    <a:pt x="83726" y="31775"/>
                    <a:pt x="83726" y="50970"/>
                  </a:cubicBezTo>
                  <a:cubicBezTo>
                    <a:pt x="83726" y="61939"/>
                    <a:pt x="79184" y="72908"/>
                    <a:pt x="71615" y="80525"/>
                  </a:cubicBezTo>
                  <a:cubicBezTo>
                    <a:pt x="62531" y="89666"/>
                    <a:pt x="54053" y="94236"/>
                    <a:pt x="33463" y="101548"/>
                  </a:cubicBezTo>
                  <a:lnTo>
                    <a:pt x="33463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58EC474F-260F-D4DB-AE73-C2475DC3AA5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080249" y="7675532"/>
              <a:ext cx="172894" cy="269648"/>
            </a:xfrm>
            <a:custGeom>
              <a:avLst/>
              <a:gdLst>
                <a:gd name="connsiteX0" fmla="*/ 55270 w 172894"/>
                <a:gd name="connsiteY0" fmla="*/ 86009 h 269648"/>
                <a:gd name="connsiteX1" fmla="*/ 82522 w 172894"/>
                <a:gd name="connsiteY1" fmla="*/ 86009 h 269648"/>
                <a:gd name="connsiteX2" fmla="*/ 55876 w 172894"/>
                <a:gd name="connsiteY2" fmla="*/ 213978 h 269648"/>
                <a:gd name="connsiteX3" fmla="*/ 26505 w 172894"/>
                <a:gd name="connsiteY3" fmla="*/ 263338 h 269648"/>
                <a:gd name="connsiteX4" fmla="*/ 20449 w 172894"/>
                <a:gd name="connsiteY4" fmla="*/ 258463 h 269648"/>
                <a:gd name="connsiteX5" fmla="*/ 21660 w 172894"/>
                <a:gd name="connsiteY5" fmla="*/ 255111 h 269648"/>
                <a:gd name="connsiteX6" fmla="*/ 23174 w 172894"/>
                <a:gd name="connsiteY6" fmla="*/ 250236 h 269648"/>
                <a:gd name="connsiteX7" fmla="*/ 11365 w 172894"/>
                <a:gd name="connsiteY7" fmla="*/ 238658 h 269648"/>
                <a:gd name="connsiteX8" fmla="*/ 162 w 172894"/>
                <a:gd name="connsiteY8" fmla="*/ 251150 h 269648"/>
                <a:gd name="connsiteX9" fmla="*/ 24082 w 172894"/>
                <a:gd name="connsiteY9" fmla="*/ 269736 h 269648"/>
                <a:gd name="connsiteX10" fmla="*/ 84641 w 172894"/>
                <a:gd name="connsiteY10" fmla="*/ 183509 h 269648"/>
                <a:gd name="connsiteX11" fmla="*/ 106442 w 172894"/>
                <a:gd name="connsiteY11" fmla="*/ 86009 h 269648"/>
                <a:gd name="connsiteX12" fmla="*/ 139447 w 172894"/>
                <a:gd name="connsiteY12" fmla="*/ 86009 h 269648"/>
                <a:gd name="connsiteX13" fmla="*/ 141263 w 172894"/>
                <a:gd name="connsiteY13" fmla="*/ 76259 h 269648"/>
                <a:gd name="connsiteX14" fmla="*/ 108562 w 172894"/>
                <a:gd name="connsiteY14" fmla="*/ 76259 h 269648"/>
                <a:gd name="connsiteX15" fmla="*/ 145503 w 172894"/>
                <a:gd name="connsiteY15" fmla="*/ 6790 h 269648"/>
                <a:gd name="connsiteX16" fmla="*/ 152164 w 172894"/>
                <a:gd name="connsiteY16" fmla="*/ 10447 h 269648"/>
                <a:gd name="connsiteX17" fmla="*/ 150953 w 172894"/>
                <a:gd name="connsiteY17" fmla="*/ 13494 h 269648"/>
                <a:gd name="connsiteX18" fmla="*/ 149136 w 172894"/>
                <a:gd name="connsiteY18" fmla="*/ 19892 h 269648"/>
                <a:gd name="connsiteX19" fmla="*/ 160339 w 172894"/>
                <a:gd name="connsiteY19" fmla="*/ 32080 h 269648"/>
                <a:gd name="connsiteX20" fmla="*/ 173057 w 172894"/>
                <a:gd name="connsiteY20" fmla="*/ 19892 h 269648"/>
                <a:gd name="connsiteX21" fmla="*/ 147017 w 172894"/>
                <a:gd name="connsiteY21" fmla="*/ 87 h 269648"/>
                <a:gd name="connsiteX22" fmla="*/ 109470 w 172894"/>
                <a:gd name="connsiteY22" fmla="*/ 21111 h 269648"/>
                <a:gd name="connsiteX23" fmla="*/ 85247 w 172894"/>
                <a:gd name="connsiteY23" fmla="*/ 76259 h 269648"/>
                <a:gd name="connsiteX24" fmla="*/ 57390 w 172894"/>
                <a:gd name="connsiteY24" fmla="*/ 76259 h 269648"/>
                <a:gd name="connsiteX25" fmla="*/ 55270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270" y="86009"/>
                  </a:moveTo>
                  <a:lnTo>
                    <a:pt x="82522" y="86009"/>
                  </a:lnTo>
                  <a:lnTo>
                    <a:pt x="55876" y="213978"/>
                  </a:lnTo>
                  <a:cubicBezTo>
                    <a:pt x="49214" y="246580"/>
                    <a:pt x="39222" y="263338"/>
                    <a:pt x="26505" y="263338"/>
                  </a:cubicBezTo>
                  <a:cubicBezTo>
                    <a:pt x="22871" y="263338"/>
                    <a:pt x="20449" y="261205"/>
                    <a:pt x="20449" y="258463"/>
                  </a:cubicBezTo>
                  <a:cubicBezTo>
                    <a:pt x="20449" y="257548"/>
                    <a:pt x="20752" y="256634"/>
                    <a:pt x="21660" y="255111"/>
                  </a:cubicBezTo>
                  <a:cubicBezTo>
                    <a:pt x="22871" y="253283"/>
                    <a:pt x="23174" y="252064"/>
                    <a:pt x="23174" y="250236"/>
                  </a:cubicBezTo>
                  <a:cubicBezTo>
                    <a:pt x="23174" y="243838"/>
                    <a:pt x="17724" y="238658"/>
                    <a:pt x="11365" y="238658"/>
                  </a:cubicBezTo>
                  <a:cubicBezTo>
                    <a:pt x="5006" y="238658"/>
                    <a:pt x="162" y="244142"/>
                    <a:pt x="162" y="251150"/>
                  </a:cubicBezTo>
                  <a:cubicBezTo>
                    <a:pt x="162" y="261509"/>
                    <a:pt x="10760" y="269736"/>
                    <a:pt x="24082" y="269736"/>
                  </a:cubicBezTo>
                  <a:cubicBezTo>
                    <a:pt x="51031" y="269736"/>
                    <a:pt x="72227" y="239572"/>
                    <a:pt x="84641" y="183509"/>
                  </a:cubicBezTo>
                  <a:lnTo>
                    <a:pt x="106442" y="86009"/>
                  </a:lnTo>
                  <a:lnTo>
                    <a:pt x="139447" y="86009"/>
                  </a:lnTo>
                  <a:lnTo>
                    <a:pt x="141263" y="76259"/>
                  </a:lnTo>
                  <a:lnTo>
                    <a:pt x="108562" y="76259"/>
                  </a:lnTo>
                  <a:cubicBezTo>
                    <a:pt x="117343" y="28423"/>
                    <a:pt x="128546" y="6790"/>
                    <a:pt x="145503" y="6790"/>
                  </a:cubicBezTo>
                  <a:cubicBezTo>
                    <a:pt x="149439" y="6790"/>
                    <a:pt x="152164" y="8314"/>
                    <a:pt x="152164" y="10447"/>
                  </a:cubicBezTo>
                  <a:cubicBezTo>
                    <a:pt x="152164" y="11361"/>
                    <a:pt x="151861" y="11970"/>
                    <a:pt x="150953" y="13494"/>
                  </a:cubicBezTo>
                  <a:cubicBezTo>
                    <a:pt x="149742" y="16236"/>
                    <a:pt x="149136" y="17759"/>
                    <a:pt x="149136" y="19892"/>
                  </a:cubicBezTo>
                  <a:cubicBezTo>
                    <a:pt x="149136" y="27205"/>
                    <a:pt x="153678" y="32080"/>
                    <a:pt x="160339" y="32080"/>
                  </a:cubicBezTo>
                  <a:cubicBezTo>
                    <a:pt x="167304" y="32080"/>
                    <a:pt x="173057" y="26595"/>
                    <a:pt x="173057" y="19892"/>
                  </a:cubicBezTo>
                  <a:cubicBezTo>
                    <a:pt x="173057" y="8619"/>
                    <a:pt x="161853" y="87"/>
                    <a:pt x="147017" y="87"/>
                  </a:cubicBezTo>
                  <a:cubicBezTo>
                    <a:pt x="132180" y="87"/>
                    <a:pt x="120371" y="6790"/>
                    <a:pt x="109470" y="21111"/>
                  </a:cubicBezTo>
                  <a:cubicBezTo>
                    <a:pt x="100386" y="32994"/>
                    <a:pt x="94330" y="47009"/>
                    <a:pt x="85247" y="76259"/>
                  </a:cubicBezTo>
                  <a:lnTo>
                    <a:pt x="57390" y="76259"/>
                  </a:lnTo>
                  <a:lnTo>
                    <a:pt x="55270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0D3A31BA-12AA-DEF2-B8B9-DBE432210ABB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283598" y="7653595"/>
              <a:ext cx="70247" cy="304687"/>
            </a:xfrm>
            <a:custGeom>
              <a:avLst/>
              <a:gdLst>
                <a:gd name="connsiteX0" fmla="*/ 70415 w 70247"/>
                <a:gd name="connsiteY0" fmla="*/ 301727 h 304687"/>
                <a:gd name="connsiteX1" fmla="*/ 65267 w 70247"/>
                <a:gd name="connsiteY1" fmla="*/ 295024 h 304687"/>
                <a:gd name="connsiteX2" fmla="*/ 17729 w 70247"/>
                <a:gd name="connsiteY2" fmla="*/ 152430 h 304687"/>
                <a:gd name="connsiteX3" fmla="*/ 66478 w 70247"/>
                <a:gd name="connsiteY3" fmla="*/ 8313 h 304687"/>
                <a:gd name="connsiteX4" fmla="*/ 70415 w 70247"/>
                <a:gd name="connsiteY4" fmla="*/ 3134 h 304687"/>
                <a:gd name="connsiteX5" fmla="*/ 67387 w 70247"/>
                <a:gd name="connsiteY5" fmla="*/ 87 h 304687"/>
                <a:gd name="connsiteX6" fmla="*/ 19243 w 70247"/>
                <a:gd name="connsiteY6" fmla="*/ 59501 h 304687"/>
                <a:gd name="connsiteX7" fmla="*/ 167 w 70247"/>
                <a:gd name="connsiteY7" fmla="*/ 152430 h 304687"/>
                <a:gd name="connsiteX8" fmla="*/ 20151 w 70247"/>
                <a:gd name="connsiteY8" fmla="*/ 247493 h 304687"/>
                <a:gd name="connsiteX9" fmla="*/ 67387 w 70247"/>
                <a:gd name="connsiteY9" fmla="*/ 304774 h 304687"/>
                <a:gd name="connsiteX10" fmla="*/ 70415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15" y="301727"/>
                  </a:moveTo>
                  <a:cubicBezTo>
                    <a:pt x="70415" y="300813"/>
                    <a:pt x="70415" y="300204"/>
                    <a:pt x="65267" y="295024"/>
                  </a:cubicBezTo>
                  <a:cubicBezTo>
                    <a:pt x="27418" y="256634"/>
                    <a:pt x="17729" y="199048"/>
                    <a:pt x="17729" y="152430"/>
                  </a:cubicBezTo>
                  <a:cubicBezTo>
                    <a:pt x="17729" y="99415"/>
                    <a:pt x="29235" y="46399"/>
                    <a:pt x="66478" y="8313"/>
                  </a:cubicBezTo>
                  <a:cubicBezTo>
                    <a:pt x="70415" y="4657"/>
                    <a:pt x="70415" y="4048"/>
                    <a:pt x="70415" y="3134"/>
                  </a:cubicBezTo>
                  <a:cubicBezTo>
                    <a:pt x="70415" y="1001"/>
                    <a:pt x="69203" y="87"/>
                    <a:pt x="67387" y="87"/>
                  </a:cubicBezTo>
                  <a:cubicBezTo>
                    <a:pt x="64359" y="87"/>
                    <a:pt x="37107" y="20805"/>
                    <a:pt x="19243" y="59501"/>
                  </a:cubicBezTo>
                  <a:cubicBezTo>
                    <a:pt x="3800" y="93016"/>
                    <a:pt x="167" y="126837"/>
                    <a:pt x="167" y="152430"/>
                  </a:cubicBezTo>
                  <a:cubicBezTo>
                    <a:pt x="167" y="176196"/>
                    <a:pt x="3497" y="213063"/>
                    <a:pt x="20151" y="247493"/>
                  </a:cubicBezTo>
                  <a:cubicBezTo>
                    <a:pt x="38318" y="284970"/>
                    <a:pt x="64359" y="304774"/>
                    <a:pt x="67387" y="304774"/>
                  </a:cubicBezTo>
                  <a:cubicBezTo>
                    <a:pt x="69203" y="304774"/>
                    <a:pt x="70415" y="303860"/>
                    <a:pt x="70415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7A7302C5-68F2-93A9-B5DE-3F483A147F8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363367" y="7747743"/>
              <a:ext cx="143523" cy="137718"/>
            </a:xfrm>
            <a:custGeom>
              <a:avLst/>
              <a:gdLst>
                <a:gd name="connsiteX0" fmla="*/ 130068 w 143523"/>
                <a:gd name="connsiteY0" fmla="*/ 100634 h 137718"/>
                <a:gd name="connsiteX1" fmla="*/ 123407 w 143523"/>
                <a:gd name="connsiteY1" fmla="*/ 108861 h 137718"/>
                <a:gd name="connsiteX2" fmla="*/ 109478 w 143523"/>
                <a:gd name="connsiteY2" fmla="*/ 121048 h 137718"/>
                <a:gd name="connsiteX3" fmla="*/ 100092 w 143523"/>
                <a:gd name="connsiteY3" fmla="*/ 108556 h 137718"/>
                <a:gd name="connsiteX4" fmla="*/ 98880 w 143523"/>
                <a:gd name="connsiteY4" fmla="*/ 103376 h 137718"/>
                <a:gd name="connsiteX5" fmla="*/ 87980 w 143523"/>
                <a:gd name="connsiteY5" fmla="*/ 54017 h 137718"/>
                <a:gd name="connsiteX6" fmla="*/ 117654 w 143523"/>
                <a:gd name="connsiteY6" fmla="*/ 17150 h 137718"/>
                <a:gd name="connsiteX7" fmla="*/ 124921 w 143523"/>
                <a:gd name="connsiteY7" fmla="*/ 19587 h 137718"/>
                <a:gd name="connsiteX8" fmla="*/ 133096 w 143523"/>
                <a:gd name="connsiteY8" fmla="*/ 22330 h 137718"/>
                <a:gd name="connsiteX9" fmla="*/ 143694 w 143523"/>
                <a:gd name="connsiteY9" fmla="*/ 11361 h 137718"/>
                <a:gd name="connsiteX10" fmla="*/ 131279 w 143523"/>
                <a:gd name="connsiteY10" fmla="*/ 87 h 137718"/>
                <a:gd name="connsiteX11" fmla="*/ 85558 w 143523"/>
                <a:gd name="connsiteY11" fmla="*/ 43658 h 137718"/>
                <a:gd name="connsiteX12" fmla="*/ 82227 w 143523"/>
                <a:gd name="connsiteY12" fmla="*/ 26900 h 137718"/>
                <a:gd name="connsiteX13" fmla="*/ 66482 w 143523"/>
                <a:gd name="connsiteY13" fmla="*/ 87 h 137718"/>
                <a:gd name="connsiteX14" fmla="*/ 31055 w 143523"/>
                <a:gd name="connsiteY14" fmla="*/ 8923 h 137718"/>
                <a:gd name="connsiteX15" fmla="*/ 27724 w 143523"/>
                <a:gd name="connsiteY15" fmla="*/ 10142 h 137718"/>
                <a:gd name="connsiteX16" fmla="*/ 28935 w 143523"/>
                <a:gd name="connsiteY16" fmla="*/ 14712 h 137718"/>
                <a:gd name="connsiteX17" fmla="*/ 45892 w 143523"/>
                <a:gd name="connsiteY17" fmla="*/ 11361 h 137718"/>
                <a:gd name="connsiteX18" fmla="*/ 59517 w 143523"/>
                <a:gd name="connsiteY18" fmla="*/ 32384 h 137718"/>
                <a:gd name="connsiteX19" fmla="*/ 68298 w 143523"/>
                <a:gd name="connsiteY19" fmla="*/ 69861 h 137718"/>
                <a:gd name="connsiteX20" fmla="*/ 43469 w 143523"/>
                <a:gd name="connsiteY20" fmla="*/ 105509 h 137718"/>
                <a:gd name="connsiteX21" fmla="*/ 28027 w 143523"/>
                <a:gd name="connsiteY21" fmla="*/ 120134 h 137718"/>
                <a:gd name="connsiteX22" fmla="*/ 20154 w 143523"/>
                <a:gd name="connsiteY22" fmla="*/ 117392 h 137718"/>
                <a:gd name="connsiteX23" fmla="*/ 10465 w 143523"/>
                <a:gd name="connsiteY23" fmla="*/ 114345 h 137718"/>
                <a:gd name="connsiteX24" fmla="*/ 170 w 143523"/>
                <a:gd name="connsiteY24" fmla="*/ 125009 h 137718"/>
                <a:gd name="connsiteX25" fmla="*/ 15310 w 143523"/>
                <a:gd name="connsiteY25" fmla="*/ 137806 h 137718"/>
                <a:gd name="connsiteX26" fmla="*/ 43469 w 143523"/>
                <a:gd name="connsiteY26" fmla="*/ 116478 h 137718"/>
                <a:gd name="connsiteX27" fmla="*/ 70721 w 143523"/>
                <a:gd name="connsiteY27" fmla="*/ 80830 h 137718"/>
                <a:gd name="connsiteX28" fmla="*/ 79804 w 143523"/>
                <a:gd name="connsiteY28" fmla="*/ 117392 h 137718"/>
                <a:gd name="connsiteX29" fmla="*/ 97366 w 143523"/>
                <a:gd name="connsiteY29" fmla="*/ 137806 h 137718"/>
                <a:gd name="connsiteX30" fmla="*/ 134307 w 143523"/>
                <a:gd name="connsiteY30" fmla="*/ 103072 h 137718"/>
                <a:gd name="connsiteX31" fmla="*/ 130068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068" y="100634"/>
                  </a:moveTo>
                  <a:cubicBezTo>
                    <a:pt x="127646" y="103376"/>
                    <a:pt x="126132" y="105205"/>
                    <a:pt x="123407" y="108861"/>
                  </a:cubicBezTo>
                  <a:cubicBezTo>
                    <a:pt x="116442" y="118001"/>
                    <a:pt x="112809" y="121048"/>
                    <a:pt x="109478" y="121048"/>
                  </a:cubicBezTo>
                  <a:cubicBezTo>
                    <a:pt x="104936" y="121048"/>
                    <a:pt x="102211" y="117087"/>
                    <a:pt x="100092" y="108556"/>
                  </a:cubicBezTo>
                  <a:cubicBezTo>
                    <a:pt x="99486" y="106119"/>
                    <a:pt x="99183" y="104291"/>
                    <a:pt x="98880" y="103376"/>
                  </a:cubicBezTo>
                  <a:cubicBezTo>
                    <a:pt x="91311" y="72603"/>
                    <a:pt x="87980" y="58587"/>
                    <a:pt x="87980" y="54017"/>
                  </a:cubicBezTo>
                  <a:cubicBezTo>
                    <a:pt x="101303" y="30556"/>
                    <a:pt x="112203" y="17150"/>
                    <a:pt x="117654" y="17150"/>
                  </a:cubicBezTo>
                  <a:cubicBezTo>
                    <a:pt x="119470" y="17150"/>
                    <a:pt x="121893" y="18064"/>
                    <a:pt x="124921" y="19587"/>
                  </a:cubicBezTo>
                  <a:cubicBezTo>
                    <a:pt x="128554" y="21720"/>
                    <a:pt x="130674" y="22330"/>
                    <a:pt x="133096" y="22330"/>
                  </a:cubicBezTo>
                  <a:cubicBezTo>
                    <a:pt x="139455" y="22330"/>
                    <a:pt x="143694" y="17759"/>
                    <a:pt x="143694" y="11361"/>
                  </a:cubicBezTo>
                  <a:cubicBezTo>
                    <a:pt x="143694" y="4962"/>
                    <a:pt x="138546" y="87"/>
                    <a:pt x="131279" y="87"/>
                  </a:cubicBezTo>
                  <a:cubicBezTo>
                    <a:pt x="117956" y="87"/>
                    <a:pt x="106450" y="11056"/>
                    <a:pt x="85558" y="43658"/>
                  </a:cubicBezTo>
                  <a:lnTo>
                    <a:pt x="82227" y="26900"/>
                  </a:lnTo>
                  <a:cubicBezTo>
                    <a:pt x="77988" y="6181"/>
                    <a:pt x="74657" y="87"/>
                    <a:pt x="66482" y="87"/>
                  </a:cubicBezTo>
                  <a:cubicBezTo>
                    <a:pt x="59820" y="87"/>
                    <a:pt x="49525" y="2830"/>
                    <a:pt x="31055" y="8923"/>
                  </a:cubicBezTo>
                  <a:lnTo>
                    <a:pt x="27724" y="10142"/>
                  </a:lnTo>
                  <a:lnTo>
                    <a:pt x="28935" y="14712"/>
                  </a:lnTo>
                  <a:cubicBezTo>
                    <a:pt x="40441" y="11970"/>
                    <a:pt x="43166" y="11361"/>
                    <a:pt x="45892" y="11361"/>
                  </a:cubicBezTo>
                  <a:cubicBezTo>
                    <a:pt x="53461" y="11361"/>
                    <a:pt x="55278" y="14103"/>
                    <a:pt x="59517" y="32384"/>
                  </a:cubicBezTo>
                  <a:lnTo>
                    <a:pt x="68298" y="69861"/>
                  </a:lnTo>
                  <a:lnTo>
                    <a:pt x="43469" y="105509"/>
                  </a:lnTo>
                  <a:cubicBezTo>
                    <a:pt x="37413" y="114650"/>
                    <a:pt x="31358" y="120134"/>
                    <a:pt x="28027" y="120134"/>
                  </a:cubicBezTo>
                  <a:cubicBezTo>
                    <a:pt x="26210" y="120134"/>
                    <a:pt x="23182" y="119220"/>
                    <a:pt x="20154" y="117392"/>
                  </a:cubicBezTo>
                  <a:cubicBezTo>
                    <a:pt x="16218" y="115259"/>
                    <a:pt x="12887" y="114345"/>
                    <a:pt x="10465" y="114345"/>
                  </a:cubicBezTo>
                  <a:cubicBezTo>
                    <a:pt x="4712" y="114345"/>
                    <a:pt x="170" y="118916"/>
                    <a:pt x="170" y="125009"/>
                  </a:cubicBezTo>
                  <a:cubicBezTo>
                    <a:pt x="170" y="132931"/>
                    <a:pt x="6226" y="137806"/>
                    <a:pt x="15310" y="137806"/>
                  </a:cubicBezTo>
                  <a:cubicBezTo>
                    <a:pt x="24696" y="137806"/>
                    <a:pt x="28330" y="135064"/>
                    <a:pt x="43469" y="116478"/>
                  </a:cubicBezTo>
                  <a:cubicBezTo>
                    <a:pt x="51645" y="106728"/>
                    <a:pt x="58003" y="98501"/>
                    <a:pt x="70721" y="80830"/>
                  </a:cubicBezTo>
                  <a:lnTo>
                    <a:pt x="79804" y="117392"/>
                  </a:lnTo>
                  <a:cubicBezTo>
                    <a:pt x="83741" y="132931"/>
                    <a:pt x="87677" y="137806"/>
                    <a:pt x="97366" y="137806"/>
                  </a:cubicBezTo>
                  <a:cubicBezTo>
                    <a:pt x="108873" y="137806"/>
                    <a:pt x="116745" y="130494"/>
                    <a:pt x="134307" y="103072"/>
                  </a:cubicBezTo>
                  <a:lnTo>
                    <a:pt x="130068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79D2F086-2BDE-8973-36C0-9A3EA275126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531356" y="7775893"/>
              <a:ext cx="63410" cy="152416"/>
            </a:xfrm>
            <a:custGeom>
              <a:avLst/>
              <a:gdLst>
                <a:gd name="connsiteX0" fmla="*/ 40506 w 63410"/>
                <a:gd name="connsiteY0" fmla="*/ 90 h 152416"/>
                <a:gd name="connsiteX1" fmla="*/ 174 w 63410"/>
                <a:gd name="connsiteY1" fmla="*/ 20607 h 152416"/>
                <a:gd name="connsiteX2" fmla="*/ 174 w 63410"/>
                <a:gd name="connsiteY2" fmla="*/ 23764 h 152416"/>
                <a:gd name="connsiteX3" fmla="*/ 6223 w 63410"/>
                <a:gd name="connsiteY3" fmla="*/ 21284 h 152416"/>
                <a:gd name="connsiteX4" fmla="*/ 16306 w 63410"/>
                <a:gd name="connsiteY4" fmla="*/ 18804 h 152416"/>
                <a:gd name="connsiteX5" fmla="*/ 23028 w 63410"/>
                <a:gd name="connsiteY5" fmla="*/ 29401 h 152416"/>
                <a:gd name="connsiteX6" fmla="*/ 23028 w 63410"/>
                <a:gd name="connsiteY6" fmla="*/ 131538 h 152416"/>
                <a:gd name="connsiteX7" fmla="*/ 17651 w 63410"/>
                <a:gd name="connsiteY7" fmla="*/ 146193 h 152416"/>
                <a:gd name="connsiteX8" fmla="*/ 1742 w 63410"/>
                <a:gd name="connsiteY8" fmla="*/ 149124 h 152416"/>
                <a:gd name="connsiteX9" fmla="*/ 1742 w 63410"/>
                <a:gd name="connsiteY9" fmla="*/ 152506 h 152416"/>
                <a:gd name="connsiteX10" fmla="*/ 63584 w 63410"/>
                <a:gd name="connsiteY10" fmla="*/ 152506 h 152416"/>
                <a:gd name="connsiteX11" fmla="*/ 63584 w 63410"/>
                <a:gd name="connsiteY11" fmla="*/ 149124 h 152416"/>
                <a:gd name="connsiteX12" fmla="*/ 42298 w 63410"/>
                <a:gd name="connsiteY12" fmla="*/ 135822 h 152416"/>
                <a:gd name="connsiteX13" fmla="*/ 42298 w 63410"/>
                <a:gd name="connsiteY13" fmla="*/ 541 h 152416"/>
                <a:gd name="connsiteX14" fmla="*/ 40506 w 63410"/>
                <a:gd name="connsiteY14" fmla="*/ 90 h 1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10" h="152416">
                  <a:moveTo>
                    <a:pt x="40506" y="90"/>
                  </a:moveTo>
                  <a:lnTo>
                    <a:pt x="174" y="20607"/>
                  </a:lnTo>
                  <a:lnTo>
                    <a:pt x="174" y="23764"/>
                  </a:lnTo>
                  <a:cubicBezTo>
                    <a:pt x="2862" y="22637"/>
                    <a:pt x="5327" y="21735"/>
                    <a:pt x="6223" y="21284"/>
                  </a:cubicBezTo>
                  <a:cubicBezTo>
                    <a:pt x="10257" y="19705"/>
                    <a:pt x="14066" y="18804"/>
                    <a:pt x="16306" y="18804"/>
                  </a:cubicBezTo>
                  <a:cubicBezTo>
                    <a:pt x="21012" y="18804"/>
                    <a:pt x="23028" y="22186"/>
                    <a:pt x="23028" y="29401"/>
                  </a:cubicBezTo>
                  <a:lnTo>
                    <a:pt x="23028" y="131538"/>
                  </a:lnTo>
                  <a:cubicBezTo>
                    <a:pt x="23028" y="138978"/>
                    <a:pt x="21236" y="144164"/>
                    <a:pt x="17651" y="146193"/>
                  </a:cubicBezTo>
                  <a:cubicBezTo>
                    <a:pt x="14290" y="148223"/>
                    <a:pt x="11153" y="148899"/>
                    <a:pt x="1742" y="149124"/>
                  </a:cubicBezTo>
                  <a:lnTo>
                    <a:pt x="1742" y="152506"/>
                  </a:lnTo>
                  <a:lnTo>
                    <a:pt x="63584" y="152506"/>
                  </a:lnTo>
                  <a:lnTo>
                    <a:pt x="63584" y="149124"/>
                  </a:lnTo>
                  <a:cubicBezTo>
                    <a:pt x="45883" y="148899"/>
                    <a:pt x="42298" y="146644"/>
                    <a:pt x="42298" y="135822"/>
                  </a:cubicBezTo>
                  <a:lnTo>
                    <a:pt x="42298" y="541"/>
                  </a:lnTo>
                  <a:lnTo>
                    <a:pt x="40506" y="9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7FB1E000-9E5D-7545-295F-773360534BF3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651394" y="7653595"/>
              <a:ext cx="70248" cy="304687"/>
            </a:xfrm>
            <a:custGeom>
              <a:avLst/>
              <a:gdLst>
                <a:gd name="connsiteX0" fmla="*/ 70427 w 70248"/>
                <a:gd name="connsiteY0" fmla="*/ 152430 h 304687"/>
                <a:gd name="connsiteX1" fmla="*/ 50443 w 70248"/>
                <a:gd name="connsiteY1" fmla="*/ 57368 h 304687"/>
                <a:gd name="connsiteX2" fmla="*/ 3207 w 70248"/>
                <a:gd name="connsiteY2" fmla="*/ 87 h 304687"/>
                <a:gd name="connsiteX3" fmla="*/ 179 w 70248"/>
                <a:gd name="connsiteY3" fmla="*/ 3134 h 304687"/>
                <a:gd name="connsiteX4" fmla="*/ 5932 w 70248"/>
                <a:gd name="connsiteY4" fmla="*/ 10141 h 304687"/>
                <a:gd name="connsiteX5" fmla="*/ 52865 w 70248"/>
                <a:gd name="connsiteY5" fmla="*/ 152430 h 304687"/>
                <a:gd name="connsiteX6" fmla="*/ 4115 w 70248"/>
                <a:gd name="connsiteY6" fmla="*/ 296548 h 304687"/>
                <a:gd name="connsiteX7" fmla="*/ 179 w 70248"/>
                <a:gd name="connsiteY7" fmla="*/ 301727 h 304687"/>
                <a:gd name="connsiteX8" fmla="*/ 3207 w 70248"/>
                <a:gd name="connsiteY8" fmla="*/ 304774 h 304687"/>
                <a:gd name="connsiteX9" fmla="*/ 51351 w 70248"/>
                <a:gd name="connsiteY9" fmla="*/ 245360 h 304687"/>
                <a:gd name="connsiteX10" fmla="*/ 70427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427" y="152430"/>
                  </a:moveTo>
                  <a:cubicBezTo>
                    <a:pt x="70427" y="128665"/>
                    <a:pt x="67096" y="91798"/>
                    <a:pt x="50443" y="57368"/>
                  </a:cubicBezTo>
                  <a:cubicBezTo>
                    <a:pt x="32275" y="19891"/>
                    <a:pt x="6235" y="87"/>
                    <a:pt x="3207" y="87"/>
                  </a:cubicBezTo>
                  <a:cubicBezTo>
                    <a:pt x="1390" y="87"/>
                    <a:pt x="179" y="1305"/>
                    <a:pt x="179" y="3134"/>
                  </a:cubicBezTo>
                  <a:cubicBezTo>
                    <a:pt x="179" y="4048"/>
                    <a:pt x="179" y="4657"/>
                    <a:pt x="5932" y="10141"/>
                  </a:cubicBezTo>
                  <a:cubicBezTo>
                    <a:pt x="35606" y="40305"/>
                    <a:pt x="52865" y="88751"/>
                    <a:pt x="52865" y="152430"/>
                  </a:cubicBezTo>
                  <a:cubicBezTo>
                    <a:pt x="52865" y="204532"/>
                    <a:pt x="41662" y="258157"/>
                    <a:pt x="4115" y="296548"/>
                  </a:cubicBezTo>
                  <a:cubicBezTo>
                    <a:pt x="179" y="300204"/>
                    <a:pt x="179" y="300813"/>
                    <a:pt x="179" y="301727"/>
                  </a:cubicBezTo>
                  <a:cubicBezTo>
                    <a:pt x="179" y="303556"/>
                    <a:pt x="1390" y="304774"/>
                    <a:pt x="3207" y="304774"/>
                  </a:cubicBezTo>
                  <a:cubicBezTo>
                    <a:pt x="6235" y="304774"/>
                    <a:pt x="33486" y="284056"/>
                    <a:pt x="51351" y="245360"/>
                  </a:cubicBezTo>
                  <a:cubicBezTo>
                    <a:pt x="66793" y="211845"/>
                    <a:pt x="70427" y="178024"/>
                    <a:pt x="70427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775C502B-3304-73AA-AA69-018B417B92C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7811223" y="7704478"/>
              <a:ext cx="201357" cy="202921"/>
            </a:xfrm>
            <a:custGeom>
              <a:avLst/>
              <a:gdLst>
                <a:gd name="connsiteX0" fmla="*/ 107071 w 201357"/>
                <a:gd name="connsiteY0" fmla="*/ 107641 h 202921"/>
                <a:gd name="connsiteX1" fmla="*/ 191550 w 201357"/>
                <a:gd name="connsiteY1" fmla="*/ 107641 h 202921"/>
                <a:gd name="connsiteX2" fmla="*/ 201542 w 201357"/>
                <a:gd name="connsiteY2" fmla="*/ 101548 h 202921"/>
                <a:gd name="connsiteX3" fmla="*/ 191550 w 201357"/>
                <a:gd name="connsiteY3" fmla="*/ 95454 h 202921"/>
                <a:gd name="connsiteX4" fmla="*/ 107071 w 201357"/>
                <a:gd name="connsiteY4" fmla="*/ 95454 h 202921"/>
                <a:gd name="connsiteX5" fmla="*/ 107071 w 201357"/>
                <a:gd name="connsiteY5" fmla="*/ 10141 h 202921"/>
                <a:gd name="connsiteX6" fmla="*/ 101015 w 201357"/>
                <a:gd name="connsiteY6" fmla="*/ 87 h 202921"/>
                <a:gd name="connsiteX7" fmla="*/ 94959 w 201357"/>
                <a:gd name="connsiteY7" fmla="*/ 10141 h 202921"/>
                <a:gd name="connsiteX8" fmla="*/ 94959 w 201357"/>
                <a:gd name="connsiteY8" fmla="*/ 95454 h 202921"/>
                <a:gd name="connsiteX9" fmla="*/ 10177 w 201357"/>
                <a:gd name="connsiteY9" fmla="*/ 95454 h 202921"/>
                <a:gd name="connsiteX10" fmla="*/ 185 w 201357"/>
                <a:gd name="connsiteY10" fmla="*/ 101548 h 202921"/>
                <a:gd name="connsiteX11" fmla="*/ 10177 w 201357"/>
                <a:gd name="connsiteY11" fmla="*/ 107641 h 202921"/>
                <a:gd name="connsiteX12" fmla="*/ 94959 w 201357"/>
                <a:gd name="connsiteY12" fmla="*/ 107641 h 202921"/>
                <a:gd name="connsiteX13" fmla="*/ 94959 w 201357"/>
                <a:gd name="connsiteY13" fmla="*/ 192954 h 202921"/>
                <a:gd name="connsiteX14" fmla="*/ 101015 w 201357"/>
                <a:gd name="connsiteY14" fmla="*/ 203009 h 202921"/>
                <a:gd name="connsiteX15" fmla="*/ 107071 w 201357"/>
                <a:gd name="connsiteY15" fmla="*/ 192954 h 202921"/>
                <a:gd name="connsiteX16" fmla="*/ 107071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071" y="107641"/>
                  </a:moveTo>
                  <a:lnTo>
                    <a:pt x="191550" y="107641"/>
                  </a:lnTo>
                  <a:cubicBezTo>
                    <a:pt x="195789" y="107641"/>
                    <a:pt x="201542" y="107641"/>
                    <a:pt x="201542" y="101548"/>
                  </a:cubicBezTo>
                  <a:cubicBezTo>
                    <a:pt x="201542" y="95454"/>
                    <a:pt x="195789" y="95454"/>
                    <a:pt x="191550" y="95454"/>
                  </a:cubicBezTo>
                  <a:lnTo>
                    <a:pt x="107071" y="95454"/>
                  </a:lnTo>
                  <a:lnTo>
                    <a:pt x="107071" y="10141"/>
                  </a:lnTo>
                  <a:cubicBezTo>
                    <a:pt x="107071" y="5876"/>
                    <a:pt x="107071" y="87"/>
                    <a:pt x="101015" y="87"/>
                  </a:cubicBezTo>
                  <a:cubicBezTo>
                    <a:pt x="94959" y="87"/>
                    <a:pt x="94959" y="5876"/>
                    <a:pt x="94959" y="10141"/>
                  </a:cubicBezTo>
                  <a:lnTo>
                    <a:pt x="94959" y="95454"/>
                  </a:lnTo>
                  <a:lnTo>
                    <a:pt x="10177" y="95454"/>
                  </a:lnTo>
                  <a:cubicBezTo>
                    <a:pt x="5938" y="95454"/>
                    <a:pt x="185" y="95454"/>
                    <a:pt x="185" y="101548"/>
                  </a:cubicBezTo>
                  <a:cubicBezTo>
                    <a:pt x="185" y="107641"/>
                    <a:pt x="5938" y="107641"/>
                    <a:pt x="10177" y="107641"/>
                  </a:cubicBezTo>
                  <a:lnTo>
                    <a:pt x="94959" y="107641"/>
                  </a:lnTo>
                  <a:lnTo>
                    <a:pt x="94959" y="192954"/>
                  </a:lnTo>
                  <a:cubicBezTo>
                    <a:pt x="94959" y="197220"/>
                    <a:pt x="94959" y="203009"/>
                    <a:pt x="101015" y="203009"/>
                  </a:cubicBezTo>
                  <a:cubicBezTo>
                    <a:pt x="107071" y="203009"/>
                    <a:pt x="107071" y="197220"/>
                    <a:pt x="107071" y="192954"/>
                  </a:cubicBezTo>
                  <a:lnTo>
                    <a:pt x="107071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02981E79-D3A8-4CC7-A7E5-766DF045833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8085647" y="7676142"/>
              <a:ext cx="117786" cy="210234"/>
            </a:xfrm>
            <a:custGeom>
              <a:avLst/>
              <a:gdLst>
                <a:gd name="connsiteX0" fmla="*/ 33500 w 117786"/>
                <a:gd name="connsiteY0" fmla="*/ 105509 h 210234"/>
                <a:gd name="connsiteX1" fmla="*/ 65596 w 117786"/>
                <a:gd name="connsiteY1" fmla="*/ 108861 h 210234"/>
                <a:gd name="connsiteX2" fmla="*/ 96178 w 117786"/>
                <a:gd name="connsiteY2" fmla="*/ 153955 h 210234"/>
                <a:gd name="connsiteX3" fmla="*/ 56512 w 117786"/>
                <a:gd name="connsiteY3" fmla="*/ 199353 h 210234"/>
                <a:gd name="connsiteX4" fmla="*/ 31078 w 117786"/>
                <a:gd name="connsiteY4" fmla="*/ 189908 h 210234"/>
                <a:gd name="connsiteX5" fmla="*/ 11699 w 117786"/>
                <a:gd name="connsiteY5" fmla="*/ 182291 h 210234"/>
                <a:gd name="connsiteX6" fmla="*/ 193 w 117786"/>
                <a:gd name="connsiteY6" fmla="*/ 192955 h 210234"/>
                <a:gd name="connsiteX7" fmla="*/ 34408 w 117786"/>
                <a:gd name="connsiteY7" fmla="*/ 210322 h 210234"/>
                <a:gd name="connsiteX8" fmla="*/ 95876 w 117786"/>
                <a:gd name="connsiteY8" fmla="*/ 189908 h 210234"/>
                <a:gd name="connsiteX9" fmla="*/ 117979 w 117786"/>
                <a:gd name="connsiteY9" fmla="*/ 139330 h 210234"/>
                <a:gd name="connsiteX10" fmla="*/ 104354 w 117786"/>
                <a:gd name="connsiteY10" fmla="*/ 100025 h 210234"/>
                <a:gd name="connsiteX11" fmla="*/ 79222 w 117786"/>
                <a:gd name="connsiteY11" fmla="*/ 83876 h 210234"/>
                <a:gd name="connsiteX12" fmla="*/ 107684 w 117786"/>
                <a:gd name="connsiteY12" fmla="*/ 41830 h 210234"/>
                <a:gd name="connsiteX13" fmla="*/ 60449 w 117786"/>
                <a:gd name="connsiteY13" fmla="*/ 87 h 210234"/>
                <a:gd name="connsiteX14" fmla="*/ 21086 w 117786"/>
                <a:gd name="connsiteY14" fmla="*/ 15017 h 210234"/>
                <a:gd name="connsiteX15" fmla="*/ 798 w 117786"/>
                <a:gd name="connsiteY15" fmla="*/ 49447 h 210234"/>
                <a:gd name="connsiteX16" fmla="*/ 5340 w 117786"/>
                <a:gd name="connsiteY16" fmla="*/ 50666 h 210234"/>
                <a:gd name="connsiteX17" fmla="*/ 50457 w 117786"/>
                <a:gd name="connsiteY17" fmla="*/ 18369 h 210234"/>
                <a:gd name="connsiteX18" fmla="*/ 83764 w 117786"/>
                <a:gd name="connsiteY18" fmla="*/ 50970 h 210234"/>
                <a:gd name="connsiteX19" fmla="*/ 71652 w 117786"/>
                <a:gd name="connsiteY19" fmla="*/ 80525 h 210234"/>
                <a:gd name="connsiteX20" fmla="*/ 33500 w 117786"/>
                <a:gd name="connsiteY20" fmla="*/ 101548 h 210234"/>
                <a:gd name="connsiteX21" fmla="*/ 33500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500" y="105509"/>
                  </a:moveTo>
                  <a:cubicBezTo>
                    <a:pt x="51365" y="105509"/>
                    <a:pt x="58329" y="106119"/>
                    <a:pt x="65596" y="108861"/>
                  </a:cubicBezTo>
                  <a:cubicBezTo>
                    <a:pt x="84369" y="115564"/>
                    <a:pt x="96178" y="132931"/>
                    <a:pt x="96178" y="153955"/>
                  </a:cubicBezTo>
                  <a:cubicBezTo>
                    <a:pt x="96178" y="179548"/>
                    <a:pt x="78919" y="199353"/>
                    <a:pt x="56512" y="199353"/>
                  </a:cubicBezTo>
                  <a:cubicBezTo>
                    <a:pt x="48337" y="199353"/>
                    <a:pt x="42281" y="197220"/>
                    <a:pt x="31078" y="189908"/>
                  </a:cubicBezTo>
                  <a:cubicBezTo>
                    <a:pt x="21994" y="184423"/>
                    <a:pt x="16846" y="182291"/>
                    <a:pt x="11699" y="182291"/>
                  </a:cubicBezTo>
                  <a:cubicBezTo>
                    <a:pt x="4735" y="182291"/>
                    <a:pt x="193" y="186556"/>
                    <a:pt x="193" y="192955"/>
                  </a:cubicBezTo>
                  <a:cubicBezTo>
                    <a:pt x="193" y="203619"/>
                    <a:pt x="13213" y="210322"/>
                    <a:pt x="34408" y="210322"/>
                  </a:cubicBezTo>
                  <a:cubicBezTo>
                    <a:pt x="57724" y="210322"/>
                    <a:pt x="81644" y="202400"/>
                    <a:pt x="95876" y="189908"/>
                  </a:cubicBezTo>
                  <a:cubicBezTo>
                    <a:pt x="110107" y="177416"/>
                    <a:pt x="117979" y="159744"/>
                    <a:pt x="117979" y="139330"/>
                  </a:cubicBezTo>
                  <a:cubicBezTo>
                    <a:pt x="117979" y="123791"/>
                    <a:pt x="113135" y="109470"/>
                    <a:pt x="104354" y="100025"/>
                  </a:cubicBezTo>
                  <a:cubicBezTo>
                    <a:pt x="98298" y="93322"/>
                    <a:pt x="92545" y="89666"/>
                    <a:pt x="79222" y="83876"/>
                  </a:cubicBezTo>
                  <a:cubicBezTo>
                    <a:pt x="100115" y="69556"/>
                    <a:pt x="107684" y="58283"/>
                    <a:pt x="107684" y="41830"/>
                  </a:cubicBezTo>
                  <a:cubicBezTo>
                    <a:pt x="107684" y="17150"/>
                    <a:pt x="88306" y="87"/>
                    <a:pt x="60449" y="87"/>
                  </a:cubicBezTo>
                  <a:cubicBezTo>
                    <a:pt x="45309" y="87"/>
                    <a:pt x="31986" y="5267"/>
                    <a:pt x="21086" y="15017"/>
                  </a:cubicBezTo>
                  <a:cubicBezTo>
                    <a:pt x="12002" y="23244"/>
                    <a:pt x="7460" y="31165"/>
                    <a:pt x="798" y="49447"/>
                  </a:cubicBezTo>
                  <a:lnTo>
                    <a:pt x="5340" y="50666"/>
                  </a:lnTo>
                  <a:cubicBezTo>
                    <a:pt x="17755" y="28423"/>
                    <a:pt x="31381" y="18369"/>
                    <a:pt x="50457" y="18369"/>
                  </a:cubicBezTo>
                  <a:cubicBezTo>
                    <a:pt x="70138" y="18369"/>
                    <a:pt x="83764" y="31775"/>
                    <a:pt x="83764" y="50970"/>
                  </a:cubicBezTo>
                  <a:cubicBezTo>
                    <a:pt x="83764" y="61939"/>
                    <a:pt x="79222" y="72908"/>
                    <a:pt x="71652" y="80525"/>
                  </a:cubicBezTo>
                  <a:cubicBezTo>
                    <a:pt x="62568" y="89666"/>
                    <a:pt x="54090" y="94236"/>
                    <a:pt x="33500" y="101548"/>
                  </a:cubicBezTo>
                  <a:lnTo>
                    <a:pt x="33500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2EE47382-F69B-4106-3655-42222F5C9CD2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8225670" y="7675532"/>
              <a:ext cx="172894" cy="269648"/>
            </a:xfrm>
            <a:custGeom>
              <a:avLst/>
              <a:gdLst>
                <a:gd name="connsiteX0" fmla="*/ 55308 w 172894"/>
                <a:gd name="connsiteY0" fmla="*/ 86009 h 269648"/>
                <a:gd name="connsiteX1" fmla="*/ 82559 w 172894"/>
                <a:gd name="connsiteY1" fmla="*/ 86009 h 269648"/>
                <a:gd name="connsiteX2" fmla="*/ 55913 w 172894"/>
                <a:gd name="connsiteY2" fmla="*/ 213978 h 269648"/>
                <a:gd name="connsiteX3" fmla="*/ 26542 w 172894"/>
                <a:gd name="connsiteY3" fmla="*/ 263338 h 269648"/>
                <a:gd name="connsiteX4" fmla="*/ 20486 w 172894"/>
                <a:gd name="connsiteY4" fmla="*/ 258463 h 269648"/>
                <a:gd name="connsiteX5" fmla="*/ 21698 w 172894"/>
                <a:gd name="connsiteY5" fmla="*/ 255111 h 269648"/>
                <a:gd name="connsiteX6" fmla="*/ 23212 w 172894"/>
                <a:gd name="connsiteY6" fmla="*/ 250236 h 269648"/>
                <a:gd name="connsiteX7" fmla="*/ 11403 w 172894"/>
                <a:gd name="connsiteY7" fmla="*/ 238658 h 269648"/>
                <a:gd name="connsiteX8" fmla="*/ 199 w 172894"/>
                <a:gd name="connsiteY8" fmla="*/ 251150 h 269648"/>
                <a:gd name="connsiteX9" fmla="*/ 24120 w 172894"/>
                <a:gd name="connsiteY9" fmla="*/ 269736 h 269648"/>
                <a:gd name="connsiteX10" fmla="*/ 84679 w 172894"/>
                <a:gd name="connsiteY10" fmla="*/ 183509 h 269648"/>
                <a:gd name="connsiteX11" fmla="*/ 106480 w 172894"/>
                <a:gd name="connsiteY11" fmla="*/ 86009 h 269648"/>
                <a:gd name="connsiteX12" fmla="*/ 139484 w 172894"/>
                <a:gd name="connsiteY12" fmla="*/ 86009 h 269648"/>
                <a:gd name="connsiteX13" fmla="*/ 141301 w 172894"/>
                <a:gd name="connsiteY13" fmla="*/ 76259 h 269648"/>
                <a:gd name="connsiteX14" fmla="*/ 108599 w 172894"/>
                <a:gd name="connsiteY14" fmla="*/ 76259 h 269648"/>
                <a:gd name="connsiteX15" fmla="*/ 145540 w 172894"/>
                <a:gd name="connsiteY15" fmla="*/ 6790 h 269648"/>
                <a:gd name="connsiteX16" fmla="*/ 152202 w 172894"/>
                <a:gd name="connsiteY16" fmla="*/ 10447 h 269648"/>
                <a:gd name="connsiteX17" fmla="*/ 150990 w 172894"/>
                <a:gd name="connsiteY17" fmla="*/ 13494 h 269648"/>
                <a:gd name="connsiteX18" fmla="*/ 149174 w 172894"/>
                <a:gd name="connsiteY18" fmla="*/ 19892 h 269648"/>
                <a:gd name="connsiteX19" fmla="*/ 160377 w 172894"/>
                <a:gd name="connsiteY19" fmla="*/ 32080 h 269648"/>
                <a:gd name="connsiteX20" fmla="*/ 173094 w 172894"/>
                <a:gd name="connsiteY20" fmla="*/ 19892 h 269648"/>
                <a:gd name="connsiteX21" fmla="*/ 147054 w 172894"/>
                <a:gd name="connsiteY21" fmla="*/ 87 h 269648"/>
                <a:gd name="connsiteX22" fmla="*/ 109508 w 172894"/>
                <a:gd name="connsiteY22" fmla="*/ 21111 h 269648"/>
                <a:gd name="connsiteX23" fmla="*/ 85284 w 172894"/>
                <a:gd name="connsiteY23" fmla="*/ 76259 h 269648"/>
                <a:gd name="connsiteX24" fmla="*/ 57427 w 172894"/>
                <a:gd name="connsiteY24" fmla="*/ 76259 h 269648"/>
                <a:gd name="connsiteX25" fmla="*/ 55308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08" y="86009"/>
                  </a:moveTo>
                  <a:lnTo>
                    <a:pt x="82559" y="86009"/>
                  </a:lnTo>
                  <a:lnTo>
                    <a:pt x="55913" y="213978"/>
                  </a:lnTo>
                  <a:cubicBezTo>
                    <a:pt x="49252" y="246580"/>
                    <a:pt x="39260" y="263338"/>
                    <a:pt x="26542" y="263338"/>
                  </a:cubicBezTo>
                  <a:cubicBezTo>
                    <a:pt x="22909" y="263338"/>
                    <a:pt x="20486" y="261205"/>
                    <a:pt x="20486" y="258463"/>
                  </a:cubicBezTo>
                  <a:cubicBezTo>
                    <a:pt x="20486" y="257548"/>
                    <a:pt x="20789" y="256634"/>
                    <a:pt x="21698" y="255111"/>
                  </a:cubicBezTo>
                  <a:cubicBezTo>
                    <a:pt x="22909" y="253283"/>
                    <a:pt x="23212" y="252064"/>
                    <a:pt x="23212" y="250236"/>
                  </a:cubicBezTo>
                  <a:cubicBezTo>
                    <a:pt x="23212" y="243838"/>
                    <a:pt x="17761" y="238658"/>
                    <a:pt x="11403" y="238658"/>
                  </a:cubicBezTo>
                  <a:cubicBezTo>
                    <a:pt x="5044" y="238658"/>
                    <a:pt x="199" y="244142"/>
                    <a:pt x="199" y="251150"/>
                  </a:cubicBezTo>
                  <a:cubicBezTo>
                    <a:pt x="199" y="261509"/>
                    <a:pt x="10797" y="269736"/>
                    <a:pt x="24120" y="269736"/>
                  </a:cubicBezTo>
                  <a:cubicBezTo>
                    <a:pt x="51069" y="269736"/>
                    <a:pt x="72264" y="239572"/>
                    <a:pt x="84679" y="183509"/>
                  </a:cubicBezTo>
                  <a:lnTo>
                    <a:pt x="106480" y="86009"/>
                  </a:lnTo>
                  <a:lnTo>
                    <a:pt x="139484" y="86009"/>
                  </a:lnTo>
                  <a:lnTo>
                    <a:pt x="141301" y="76259"/>
                  </a:lnTo>
                  <a:lnTo>
                    <a:pt x="108599" y="76259"/>
                  </a:lnTo>
                  <a:cubicBezTo>
                    <a:pt x="117380" y="28423"/>
                    <a:pt x="128584" y="6790"/>
                    <a:pt x="145540" y="6790"/>
                  </a:cubicBezTo>
                  <a:cubicBezTo>
                    <a:pt x="149476" y="6790"/>
                    <a:pt x="152202" y="8314"/>
                    <a:pt x="152202" y="10447"/>
                  </a:cubicBezTo>
                  <a:cubicBezTo>
                    <a:pt x="152202" y="11361"/>
                    <a:pt x="151899" y="11970"/>
                    <a:pt x="150990" y="13494"/>
                  </a:cubicBezTo>
                  <a:cubicBezTo>
                    <a:pt x="149779" y="16236"/>
                    <a:pt x="149174" y="17759"/>
                    <a:pt x="149174" y="19892"/>
                  </a:cubicBezTo>
                  <a:cubicBezTo>
                    <a:pt x="149174" y="27205"/>
                    <a:pt x="153715" y="32080"/>
                    <a:pt x="160377" y="32080"/>
                  </a:cubicBezTo>
                  <a:cubicBezTo>
                    <a:pt x="167341" y="32080"/>
                    <a:pt x="173094" y="26595"/>
                    <a:pt x="173094" y="19892"/>
                  </a:cubicBezTo>
                  <a:cubicBezTo>
                    <a:pt x="173094" y="8619"/>
                    <a:pt x="161891" y="87"/>
                    <a:pt x="147054" y="87"/>
                  </a:cubicBezTo>
                  <a:cubicBezTo>
                    <a:pt x="132217" y="87"/>
                    <a:pt x="120408" y="6790"/>
                    <a:pt x="109508" y="21111"/>
                  </a:cubicBezTo>
                  <a:cubicBezTo>
                    <a:pt x="100424" y="32994"/>
                    <a:pt x="94368" y="47009"/>
                    <a:pt x="85284" y="76259"/>
                  </a:cubicBezTo>
                  <a:lnTo>
                    <a:pt x="57427" y="76259"/>
                  </a:lnTo>
                  <a:lnTo>
                    <a:pt x="55308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6C4D387-D8DB-6917-722E-1CE4905D70D2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8429019" y="7653595"/>
              <a:ext cx="70247" cy="304687"/>
            </a:xfrm>
            <a:custGeom>
              <a:avLst/>
              <a:gdLst>
                <a:gd name="connsiteX0" fmla="*/ 70452 w 70247"/>
                <a:gd name="connsiteY0" fmla="*/ 301727 h 304687"/>
                <a:gd name="connsiteX1" fmla="*/ 65305 w 70247"/>
                <a:gd name="connsiteY1" fmla="*/ 295024 h 304687"/>
                <a:gd name="connsiteX2" fmla="*/ 17766 w 70247"/>
                <a:gd name="connsiteY2" fmla="*/ 152430 h 304687"/>
                <a:gd name="connsiteX3" fmla="*/ 66516 w 70247"/>
                <a:gd name="connsiteY3" fmla="*/ 8313 h 304687"/>
                <a:gd name="connsiteX4" fmla="*/ 70452 w 70247"/>
                <a:gd name="connsiteY4" fmla="*/ 3134 h 304687"/>
                <a:gd name="connsiteX5" fmla="*/ 67424 w 70247"/>
                <a:gd name="connsiteY5" fmla="*/ 87 h 304687"/>
                <a:gd name="connsiteX6" fmla="*/ 19280 w 70247"/>
                <a:gd name="connsiteY6" fmla="*/ 59501 h 304687"/>
                <a:gd name="connsiteX7" fmla="*/ 204 w 70247"/>
                <a:gd name="connsiteY7" fmla="*/ 152430 h 304687"/>
                <a:gd name="connsiteX8" fmla="*/ 20188 w 70247"/>
                <a:gd name="connsiteY8" fmla="*/ 247493 h 304687"/>
                <a:gd name="connsiteX9" fmla="*/ 67424 w 70247"/>
                <a:gd name="connsiteY9" fmla="*/ 304774 h 304687"/>
                <a:gd name="connsiteX10" fmla="*/ 70452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52" y="301727"/>
                  </a:moveTo>
                  <a:cubicBezTo>
                    <a:pt x="70452" y="300813"/>
                    <a:pt x="70452" y="300204"/>
                    <a:pt x="65305" y="295024"/>
                  </a:cubicBezTo>
                  <a:cubicBezTo>
                    <a:pt x="27455" y="256634"/>
                    <a:pt x="17766" y="199048"/>
                    <a:pt x="17766" y="152430"/>
                  </a:cubicBezTo>
                  <a:cubicBezTo>
                    <a:pt x="17766" y="99415"/>
                    <a:pt x="29272" y="46399"/>
                    <a:pt x="66516" y="8313"/>
                  </a:cubicBezTo>
                  <a:cubicBezTo>
                    <a:pt x="70452" y="4657"/>
                    <a:pt x="70452" y="4048"/>
                    <a:pt x="70452" y="3134"/>
                  </a:cubicBezTo>
                  <a:cubicBezTo>
                    <a:pt x="70452" y="1001"/>
                    <a:pt x="69241" y="87"/>
                    <a:pt x="67424" y="87"/>
                  </a:cubicBezTo>
                  <a:cubicBezTo>
                    <a:pt x="64396" y="87"/>
                    <a:pt x="37145" y="20805"/>
                    <a:pt x="19280" y="59501"/>
                  </a:cubicBezTo>
                  <a:cubicBezTo>
                    <a:pt x="3838" y="93016"/>
                    <a:pt x="204" y="126837"/>
                    <a:pt x="204" y="152430"/>
                  </a:cubicBezTo>
                  <a:cubicBezTo>
                    <a:pt x="204" y="176196"/>
                    <a:pt x="3535" y="213063"/>
                    <a:pt x="20188" y="247493"/>
                  </a:cubicBezTo>
                  <a:cubicBezTo>
                    <a:pt x="38356" y="284970"/>
                    <a:pt x="64396" y="304774"/>
                    <a:pt x="67424" y="304774"/>
                  </a:cubicBezTo>
                  <a:cubicBezTo>
                    <a:pt x="69241" y="304774"/>
                    <a:pt x="70452" y="303860"/>
                    <a:pt x="70452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A42CFEB6-2390-8648-8403-13D1279B6C49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8508788" y="7747743"/>
              <a:ext cx="143523" cy="137718"/>
            </a:xfrm>
            <a:custGeom>
              <a:avLst/>
              <a:gdLst>
                <a:gd name="connsiteX0" fmla="*/ 130106 w 143523"/>
                <a:gd name="connsiteY0" fmla="*/ 100634 h 137718"/>
                <a:gd name="connsiteX1" fmla="*/ 123444 w 143523"/>
                <a:gd name="connsiteY1" fmla="*/ 108861 h 137718"/>
                <a:gd name="connsiteX2" fmla="*/ 109516 w 143523"/>
                <a:gd name="connsiteY2" fmla="*/ 121048 h 137718"/>
                <a:gd name="connsiteX3" fmla="*/ 100129 w 143523"/>
                <a:gd name="connsiteY3" fmla="*/ 108556 h 137718"/>
                <a:gd name="connsiteX4" fmla="*/ 98918 w 143523"/>
                <a:gd name="connsiteY4" fmla="*/ 103376 h 137718"/>
                <a:gd name="connsiteX5" fmla="*/ 88017 w 143523"/>
                <a:gd name="connsiteY5" fmla="*/ 54017 h 137718"/>
                <a:gd name="connsiteX6" fmla="*/ 117691 w 143523"/>
                <a:gd name="connsiteY6" fmla="*/ 17150 h 137718"/>
                <a:gd name="connsiteX7" fmla="*/ 124958 w 143523"/>
                <a:gd name="connsiteY7" fmla="*/ 19587 h 137718"/>
                <a:gd name="connsiteX8" fmla="*/ 133134 w 143523"/>
                <a:gd name="connsiteY8" fmla="*/ 22330 h 137718"/>
                <a:gd name="connsiteX9" fmla="*/ 143731 w 143523"/>
                <a:gd name="connsiteY9" fmla="*/ 11361 h 137718"/>
                <a:gd name="connsiteX10" fmla="*/ 131317 w 143523"/>
                <a:gd name="connsiteY10" fmla="*/ 87 h 137718"/>
                <a:gd name="connsiteX11" fmla="*/ 85595 w 143523"/>
                <a:gd name="connsiteY11" fmla="*/ 43658 h 137718"/>
                <a:gd name="connsiteX12" fmla="*/ 82264 w 143523"/>
                <a:gd name="connsiteY12" fmla="*/ 26900 h 137718"/>
                <a:gd name="connsiteX13" fmla="*/ 66519 w 143523"/>
                <a:gd name="connsiteY13" fmla="*/ 87 h 137718"/>
                <a:gd name="connsiteX14" fmla="*/ 31092 w 143523"/>
                <a:gd name="connsiteY14" fmla="*/ 8923 h 137718"/>
                <a:gd name="connsiteX15" fmla="*/ 27762 w 143523"/>
                <a:gd name="connsiteY15" fmla="*/ 10142 h 137718"/>
                <a:gd name="connsiteX16" fmla="*/ 28973 w 143523"/>
                <a:gd name="connsiteY16" fmla="*/ 14712 h 137718"/>
                <a:gd name="connsiteX17" fmla="*/ 45929 w 143523"/>
                <a:gd name="connsiteY17" fmla="*/ 11361 h 137718"/>
                <a:gd name="connsiteX18" fmla="*/ 59555 w 143523"/>
                <a:gd name="connsiteY18" fmla="*/ 32384 h 137718"/>
                <a:gd name="connsiteX19" fmla="*/ 68336 w 143523"/>
                <a:gd name="connsiteY19" fmla="*/ 69861 h 137718"/>
                <a:gd name="connsiteX20" fmla="*/ 43507 w 143523"/>
                <a:gd name="connsiteY20" fmla="*/ 105509 h 137718"/>
                <a:gd name="connsiteX21" fmla="*/ 28064 w 143523"/>
                <a:gd name="connsiteY21" fmla="*/ 120134 h 137718"/>
                <a:gd name="connsiteX22" fmla="*/ 20192 w 143523"/>
                <a:gd name="connsiteY22" fmla="*/ 117392 h 137718"/>
                <a:gd name="connsiteX23" fmla="*/ 10502 w 143523"/>
                <a:gd name="connsiteY23" fmla="*/ 114345 h 137718"/>
                <a:gd name="connsiteX24" fmla="*/ 207 w 143523"/>
                <a:gd name="connsiteY24" fmla="*/ 125009 h 137718"/>
                <a:gd name="connsiteX25" fmla="*/ 15347 w 143523"/>
                <a:gd name="connsiteY25" fmla="*/ 137806 h 137718"/>
                <a:gd name="connsiteX26" fmla="*/ 43507 w 143523"/>
                <a:gd name="connsiteY26" fmla="*/ 116478 h 137718"/>
                <a:gd name="connsiteX27" fmla="*/ 70758 w 143523"/>
                <a:gd name="connsiteY27" fmla="*/ 80830 h 137718"/>
                <a:gd name="connsiteX28" fmla="*/ 79842 w 143523"/>
                <a:gd name="connsiteY28" fmla="*/ 117392 h 137718"/>
                <a:gd name="connsiteX29" fmla="*/ 97404 w 143523"/>
                <a:gd name="connsiteY29" fmla="*/ 137806 h 137718"/>
                <a:gd name="connsiteX30" fmla="*/ 134345 w 143523"/>
                <a:gd name="connsiteY30" fmla="*/ 103072 h 137718"/>
                <a:gd name="connsiteX31" fmla="*/ 130106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06" y="100634"/>
                  </a:moveTo>
                  <a:cubicBezTo>
                    <a:pt x="127683" y="103376"/>
                    <a:pt x="126169" y="105205"/>
                    <a:pt x="123444" y="108861"/>
                  </a:cubicBezTo>
                  <a:cubicBezTo>
                    <a:pt x="116480" y="118001"/>
                    <a:pt x="112846" y="121048"/>
                    <a:pt x="109516" y="121048"/>
                  </a:cubicBezTo>
                  <a:cubicBezTo>
                    <a:pt x="104974" y="121048"/>
                    <a:pt x="102249" y="117087"/>
                    <a:pt x="100129" y="108556"/>
                  </a:cubicBezTo>
                  <a:cubicBezTo>
                    <a:pt x="99524" y="106119"/>
                    <a:pt x="99221" y="104291"/>
                    <a:pt x="98918" y="103376"/>
                  </a:cubicBezTo>
                  <a:cubicBezTo>
                    <a:pt x="91348" y="72603"/>
                    <a:pt x="88017" y="58587"/>
                    <a:pt x="88017" y="54017"/>
                  </a:cubicBezTo>
                  <a:cubicBezTo>
                    <a:pt x="101340" y="30556"/>
                    <a:pt x="112241" y="17150"/>
                    <a:pt x="117691" y="17150"/>
                  </a:cubicBezTo>
                  <a:cubicBezTo>
                    <a:pt x="119508" y="17150"/>
                    <a:pt x="121930" y="18064"/>
                    <a:pt x="124958" y="19587"/>
                  </a:cubicBezTo>
                  <a:cubicBezTo>
                    <a:pt x="128592" y="21720"/>
                    <a:pt x="130711" y="22330"/>
                    <a:pt x="133134" y="22330"/>
                  </a:cubicBezTo>
                  <a:cubicBezTo>
                    <a:pt x="139492" y="22330"/>
                    <a:pt x="143731" y="17759"/>
                    <a:pt x="143731" y="11361"/>
                  </a:cubicBezTo>
                  <a:cubicBezTo>
                    <a:pt x="143731" y="4962"/>
                    <a:pt x="138584" y="87"/>
                    <a:pt x="131317" y="87"/>
                  </a:cubicBezTo>
                  <a:cubicBezTo>
                    <a:pt x="117994" y="87"/>
                    <a:pt x="106488" y="11056"/>
                    <a:pt x="85595" y="43658"/>
                  </a:cubicBezTo>
                  <a:lnTo>
                    <a:pt x="82264" y="26900"/>
                  </a:lnTo>
                  <a:cubicBezTo>
                    <a:pt x="78025" y="6181"/>
                    <a:pt x="74695" y="87"/>
                    <a:pt x="66519" y="87"/>
                  </a:cubicBezTo>
                  <a:cubicBezTo>
                    <a:pt x="59858" y="87"/>
                    <a:pt x="49563" y="2830"/>
                    <a:pt x="31092" y="8923"/>
                  </a:cubicBezTo>
                  <a:lnTo>
                    <a:pt x="27762" y="10142"/>
                  </a:lnTo>
                  <a:lnTo>
                    <a:pt x="28973" y="14712"/>
                  </a:lnTo>
                  <a:cubicBezTo>
                    <a:pt x="40479" y="11970"/>
                    <a:pt x="43204" y="11361"/>
                    <a:pt x="45929" y="11361"/>
                  </a:cubicBezTo>
                  <a:cubicBezTo>
                    <a:pt x="53499" y="11361"/>
                    <a:pt x="55316" y="14103"/>
                    <a:pt x="59555" y="32384"/>
                  </a:cubicBezTo>
                  <a:lnTo>
                    <a:pt x="68336" y="69861"/>
                  </a:lnTo>
                  <a:lnTo>
                    <a:pt x="43507" y="105509"/>
                  </a:lnTo>
                  <a:cubicBezTo>
                    <a:pt x="37451" y="114650"/>
                    <a:pt x="31395" y="120134"/>
                    <a:pt x="28064" y="120134"/>
                  </a:cubicBezTo>
                  <a:cubicBezTo>
                    <a:pt x="26248" y="120134"/>
                    <a:pt x="23220" y="119220"/>
                    <a:pt x="20192" y="117392"/>
                  </a:cubicBezTo>
                  <a:cubicBezTo>
                    <a:pt x="16255" y="115259"/>
                    <a:pt x="12925" y="114345"/>
                    <a:pt x="10502" y="114345"/>
                  </a:cubicBezTo>
                  <a:cubicBezTo>
                    <a:pt x="4749" y="114345"/>
                    <a:pt x="207" y="118916"/>
                    <a:pt x="207" y="125009"/>
                  </a:cubicBezTo>
                  <a:cubicBezTo>
                    <a:pt x="207" y="132931"/>
                    <a:pt x="6263" y="137806"/>
                    <a:pt x="15347" y="137806"/>
                  </a:cubicBezTo>
                  <a:cubicBezTo>
                    <a:pt x="24734" y="137806"/>
                    <a:pt x="28367" y="135064"/>
                    <a:pt x="43507" y="116478"/>
                  </a:cubicBezTo>
                  <a:cubicBezTo>
                    <a:pt x="51682" y="106728"/>
                    <a:pt x="58041" y="98501"/>
                    <a:pt x="70758" y="80830"/>
                  </a:cubicBezTo>
                  <a:lnTo>
                    <a:pt x="79842" y="117392"/>
                  </a:lnTo>
                  <a:cubicBezTo>
                    <a:pt x="83778" y="132931"/>
                    <a:pt x="87715" y="137806"/>
                    <a:pt x="97404" y="137806"/>
                  </a:cubicBezTo>
                  <a:cubicBezTo>
                    <a:pt x="108910" y="137806"/>
                    <a:pt x="116783" y="130494"/>
                    <a:pt x="134345" y="103072"/>
                  </a:cubicBezTo>
                  <a:lnTo>
                    <a:pt x="130106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0C254C91-F108-7081-529F-3226B18A560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8658628" y="7775893"/>
              <a:ext cx="99709" cy="152416"/>
            </a:xfrm>
            <a:custGeom>
              <a:avLst/>
              <a:gdLst>
                <a:gd name="connsiteX0" fmla="*/ 99921 w 99709"/>
                <a:gd name="connsiteY0" fmla="*/ 121617 h 152416"/>
                <a:gd name="connsiteX1" fmla="*/ 97008 w 99709"/>
                <a:gd name="connsiteY1" fmla="*/ 120490 h 152416"/>
                <a:gd name="connsiteX2" fmla="*/ 75722 w 99709"/>
                <a:gd name="connsiteY2" fmla="*/ 135371 h 152416"/>
                <a:gd name="connsiteX3" fmla="*/ 22170 w 99709"/>
                <a:gd name="connsiteY3" fmla="*/ 135371 h 152416"/>
                <a:gd name="connsiteX4" fmla="*/ 59813 w 99709"/>
                <a:gd name="connsiteY4" fmla="*/ 95688 h 152416"/>
                <a:gd name="connsiteX5" fmla="*/ 88493 w 99709"/>
                <a:gd name="connsiteY5" fmla="*/ 39998 h 152416"/>
                <a:gd name="connsiteX6" fmla="*/ 47041 w 99709"/>
                <a:gd name="connsiteY6" fmla="*/ 90 h 152416"/>
                <a:gd name="connsiteX7" fmla="*/ 14776 w 99709"/>
                <a:gd name="connsiteY7" fmla="*/ 14069 h 152416"/>
                <a:gd name="connsiteX8" fmla="*/ 435 w 99709"/>
                <a:gd name="connsiteY8" fmla="*/ 44958 h 152416"/>
                <a:gd name="connsiteX9" fmla="*/ 5141 w 99709"/>
                <a:gd name="connsiteY9" fmla="*/ 46085 h 152416"/>
                <a:gd name="connsiteX10" fmla="*/ 37630 w 99709"/>
                <a:gd name="connsiteY10" fmla="*/ 16774 h 152416"/>
                <a:gd name="connsiteX11" fmla="*/ 69224 w 99709"/>
                <a:gd name="connsiteY11" fmla="*/ 48565 h 152416"/>
                <a:gd name="connsiteX12" fmla="*/ 40095 w 99709"/>
                <a:gd name="connsiteY12" fmla="*/ 107187 h 152416"/>
                <a:gd name="connsiteX13" fmla="*/ 211 w 99709"/>
                <a:gd name="connsiteY13" fmla="*/ 149801 h 152416"/>
                <a:gd name="connsiteX14" fmla="*/ 211 w 99709"/>
                <a:gd name="connsiteY14" fmla="*/ 152506 h 152416"/>
                <a:gd name="connsiteX15" fmla="*/ 87597 w 99709"/>
                <a:gd name="connsiteY15" fmla="*/ 152506 h 152416"/>
                <a:gd name="connsiteX16" fmla="*/ 99921 w 99709"/>
                <a:gd name="connsiteY16" fmla="*/ 121617 h 1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709" h="152416">
                  <a:moveTo>
                    <a:pt x="99921" y="121617"/>
                  </a:moveTo>
                  <a:lnTo>
                    <a:pt x="97008" y="120490"/>
                  </a:lnTo>
                  <a:cubicBezTo>
                    <a:pt x="88718" y="133342"/>
                    <a:pt x="85805" y="135371"/>
                    <a:pt x="75722" y="135371"/>
                  </a:cubicBezTo>
                  <a:lnTo>
                    <a:pt x="22170" y="135371"/>
                  </a:lnTo>
                  <a:lnTo>
                    <a:pt x="59813" y="95688"/>
                  </a:lnTo>
                  <a:cubicBezTo>
                    <a:pt x="79755" y="74720"/>
                    <a:pt x="88493" y="57584"/>
                    <a:pt x="88493" y="39998"/>
                  </a:cubicBezTo>
                  <a:cubicBezTo>
                    <a:pt x="88493" y="17451"/>
                    <a:pt x="70344" y="90"/>
                    <a:pt x="47041" y="90"/>
                  </a:cubicBezTo>
                  <a:cubicBezTo>
                    <a:pt x="34717" y="90"/>
                    <a:pt x="23066" y="5050"/>
                    <a:pt x="14776" y="14069"/>
                  </a:cubicBezTo>
                  <a:cubicBezTo>
                    <a:pt x="7605" y="21735"/>
                    <a:pt x="4244" y="28950"/>
                    <a:pt x="435" y="44958"/>
                  </a:cubicBezTo>
                  <a:lnTo>
                    <a:pt x="5141" y="46085"/>
                  </a:lnTo>
                  <a:cubicBezTo>
                    <a:pt x="14103" y="23989"/>
                    <a:pt x="22170" y="16774"/>
                    <a:pt x="37630" y="16774"/>
                  </a:cubicBezTo>
                  <a:cubicBezTo>
                    <a:pt x="56452" y="16774"/>
                    <a:pt x="69224" y="29626"/>
                    <a:pt x="69224" y="48565"/>
                  </a:cubicBezTo>
                  <a:cubicBezTo>
                    <a:pt x="69224" y="66152"/>
                    <a:pt x="58917" y="87121"/>
                    <a:pt x="40095" y="107187"/>
                  </a:cubicBezTo>
                  <a:lnTo>
                    <a:pt x="211" y="149801"/>
                  </a:lnTo>
                  <a:lnTo>
                    <a:pt x="211" y="152506"/>
                  </a:lnTo>
                  <a:lnTo>
                    <a:pt x="87597" y="152506"/>
                  </a:lnTo>
                  <a:lnTo>
                    <a:pt x="99921" y="121617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23E01656-0255-0F29-E2AA-CDAB4C810F2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8796815" y="7653595"/>
              <a:ext cx="70248" cy="304687"/>
            </a:xfrm>
            <a:custGeom>
              <a:avLst/>
              <a:gdLst>
                <a:gd name="connsiteX0" fmla="*/ 70464 w 70248"/>
                <a:gd name="connsiteY0" fmla="*/ 152430 h 304687"/>
                <a:gd name="connsiteX1" fmla="*/ 50480 w 70248"/>
                <a:gd name="connsiteY1" fmla="*/ 57368 h 304687"/>
                <a:gd name="connsiteX2" fmla="*/ 3244 w 70248"/>
                <a:gd name="connsiteY2" fmla="*/ 87 h 304687"/>
                <a:gd name="connsiteX3" fmla="*/ 216 w 70248"/>
                <a:gd name="connsiteY3" fmla="*/ 3134 h 304687"/>
                <a:gd name="connsiteX4" fmla="*/ 5970 w 70248"/>
                <a:gd name="connsiteY4" fmla="*/ 10141 h 304687"/>
                <a:gd name="connsiteX5" fmla="*/ 52902 w 70248"/>
                <a:gd name="connsiteY5" fmla="*/ 152430 h 304687"/>
                <a:gd name="connsiteX6" fmla="*/ 4153 w 70248"/>
                <a:gd name="connsiteY6" fmla="*/ 296548 h 304687"/>
                <a:gd name="connsiteX7" fmla="*/ 216 w 70248"/>
                <a:gd name="connsiteY7" fmla="*/ 301727 h 304687"/>
                <a:gd name="connsiteX8" fmla="*/ 3244 w 70248"/>
                <a:gd name="connsiteY8" fmla="*/ 304774 h 304687"/>
                <a:gd name="connsiteX9" fmla="*/ 51389 w 70248"/>
                <a:gd name="connsiteY9" fmla="*/ 245360 h 304687"/>
                <a:gd name="connsiteX10" fmla="*/ 70464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464" y="152430"/>
                  </a:moveTo>
                  <a:cubicBezTo>
                    <a:pt x="70464" y="128665"/>
                    <a:pt x="67134" y="91798"/>
                    <a:pt x="50480" y="57368"/>
                  </a:cubicBezTo>
                  <a:cubicBezTo>
                    <a:pt x="32313" y="19891"/>
                    <a:pt x="6272" y="87"/>
                    <a:pt x="3244" y="87"/>
                  </a:cubicBezTo>
                  <a:cubicBezTo>
                    <a:pt x="1428" y="87"/>
                    <a:pt x="216" y="1305"/>
                    <a:pt x="216" y="3134"/>
                  </a:cubicBezTo>
                  <a:cubicBezTo>
                    <a:pt x="216" y="4048"/>
                    <a:pt x="216" y="4657"/>
                    <a:pt x="5970" y="10141"/>
                  </a:cubicBezTo>
                  <a:cubicBezTo>
                    <a:pt x="35643" y="40305"/>
                    <a:pt x="52902" y="88751"/>
                    <a:pt x="52902" y="152430"/>
                  </a:cubicBezTo>
                  <a:cubicBezTo>
                    <a:pt x="52902" y="204532"/>
                    <a:pt x="41699" y="258157"/>
                    <a:pt x="4153" y="296548"/>
                  </a:cubicBezTo>
                  <a:cubicBezTo>
                    <a:pt x="216" y="300204"/>
                    <a:pt x="216" y="300813"/>
                    <a:pt x="216" y="301727"/>
                  </a:cubicBezTo>
                  <a:cubicBezTo>
                    <a:pt x="216" y="303556"/>
                    <a:pt x="1428" y="304774"/>
                    <a:pt x="3244" y="304774"/>
                  </a:cubicBezTo>
                  <a:cubicBezTo>
                    <a:pt x="6272" y="304774"/>
                    <a:pt x="33524" y="284056"/>
                    <a:pt x="51389" y="245360"/>
                  </a:cubicBezTo>
                  <a:cubicBezTo>
                    <a:pt x="66831" y="211845"/>
                    <a:pt x="70464" y="178024"/>
                    <a:pt x="70464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ABF36585-402D-A1E3-6576-AE88FD3B03B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8914433" y="7704478"/>
              <a:ext cx="201357" cy="202921"/>
            </a:xfrm>
            <a:custGeom>
              <a:avLst/>
              <a:gdLst>
                <a:gd name="connsiteX0" fmla="*/ 107107 w 201357"/>
                <a:gd name="connsiteY0" fmla="*/ 107641 h 202921"/>
                <a:gd name="connsiteX1" fmla="*/ 191586 w 201357"/>
                <a:gd name="connsiteY1" fmla="*/ 107641 h 202921"/>
                <a:gd name="connsiteX2" fmla="*/ 201578 w 201357"/>
                <a:gd name="connsiteY2" fmla="*/ 101548 h 202921"/>
                <a:gd name="connsiteX3" fmla="*/ 191586 w 201357"/>
                <a:gd name="connsiteY3" fmla="*/ 95454 h 202921"/>
                <a:gd name="connsiteX4" fmla="*/ 107107 w 201357"/>
                <a:gd name="connsiteY4" fmla="*/ 95454 h 202921"/>
                <a:gd name="connsiteX5" fmla="*/ 107107 w 201357"/>
                <a:gd name="connsiteY5" fmla="*/ 10141 h 202921"/>
                <a:gd name="connsiteX6" fmla="*/ 101051 w 201357"/>
                <a:gd name="connsiteY6" fmla="*/ 87 h 202921"/>
                <a:gd name="connsiteX7" fmla="*/ 94995 w 201357"/>
                <a:gd name="connsiteY7" fmla="*/ 10141 h 202921"/>
                <a:gd name="connsiteX8" fmla="*/ 94995 w 201357"/>
                <a:gd name="connsiteY8" fmla="*/ 95454 h 202921"/>
                <a:gd name="connsiteX9" fmla="*/ 10213 w 201357"/>
                <a:gd name="connsiteY9" fmla="*/ 95454 h 202921"/>
                <a:gd name="connsiteX10" fmla="*/ 221 w 201357"/>
                <a:gd name="connsiteY10" fmla="*/ 101548 h 202921"/>
                <a:gd name="connsiteX11" fmla="*/ 10213 w 201357"/>
                <a:gd name="connsiteY11" fmla="*/ 107641 h 202921"/>
                <a:gd name="connsiteX12" fmla="*/ 94995 w 201357"/>
                <a:gd name="connsiteY12" fmla="*/ 107641 h 202921"/>
                <a:gd name="connsiteX13" fmla="*/ 94995 w 201357"/>
                <a:gd name="connsiteY13" fmla="*/ 192954 h 202921"/>
                <a:gd name="connsiteX14" fmla="*/ 101051 w 201357"/>
                <a:gd name="connsiteY14" fmla="*/ 203009 h 202921"/>
                <a:gd name="connsiteX15" fmla="*/ 107107 w 201357"/>
                <a:gd name="connsiteY15" fmla="*/ 192954 h 202921"/>
                <a:gd name="connsiteX16" fmla="*/ 107107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07" y="107641"/>
                  </a:moveTo>
                  <a:lnTo>
                    <a:pt x="191586" y="107641"/>
                  </a:lnTo>
                  <a:cubicBezTo>
                    <a:pt x="195825" y="107641"/>
                    <a:pt x="201578" y="107641"/>
                    <a:pt x="201578" y="101548"/>
                  </a:cubicBezTo>
                  <a:cubicBezTo>
                    <a:pt x="201578" y="95454"/>
                    <a:pt x="195825" y="95454"/>
                    <a:pt x="191586" y="95454"/>
                  </a:cubicBezTo>
                  <a:lnTo>
                    <a:pt x="107107" y="95454"/>
                  </a:lnTo>
                  <a:lnTo>
                    <a:pt x="107107" y="10141"/>
                  </a:lnTo>
                  <a:cubicBezTo>
                    <a:pt x="107107" y="5876"/>
                    <a:pt x="107107" y="87"/>
                    <a:pt x="101051" y="87"/>
                  </a:cubicBezTo>
                  <a:cubicBezTo>
                    <a:pt x="94995" y="87"/>
                    <a:pt x="94995" y="5876"/>
                    <a:pt x="94995" y="10141"/>
                  </a:cubicBezTo>
                  <a:lnTo>
                    <a:pt x="94995" y="95454"/>
                  </a:lnTo>
                  <a:lnTo>
                    <a:pt x="10213" y="95454"/>
                  </a:lnTo>
                  <a:cubicBezTo>
                    <a:pt x="5974" y="95454"/>
                    <a:pt x="221" y="95454"/>
                    <a:pt x="221" y="101548"/>
                  </a:cubicBezTo>
                  <a:cubicBezTo>
                    <a:pt x="221" y="107641"/>
                    <a:pt x="5974" y="107641"/>
                    <a:pt x="10213" y="107641"/>
                  </a:cubicBezTo>
                  <a:lnTo>
                    <a:pt x="94995" y="107641"/>
                  </a:lnTo>
                  <a:lnTo>
                    <a:pt x="94995" y="192954"/>
                  </a:lnTo>
                  <a:cubicBezTo>
                    <a:pt x="94995" y="197220"/>
                    <a:pt x="94995" y="203009"/>
                    <a:pt x="101051" y="203009"/>
                  </a:cubicBezTo>
                  <a:cubicBezTo>
                    <a:pt x="107107" y="203009"/>
                    <a:pt x="107107" y="197220"/>
                    <a:pt x="107107" y="192954"/>
                  </a:cubicBezTo>
                  <a:lnTo>
                    <a:pt x="107107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BFA5EBBD-6092-2636-A27C-D0D203630CAD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142706" y="7676142"/>
              <a:ext cx="134742" cy="205968"/>
            </a:xfrm>
            <a:custGeom>
              <a:avLst/>
              <a:gdLst>
                <a:gd name="connsiteX0" fmla="*/ 134971 w 134742"/>
                <a:gd name="connsiteY0" fmla="*/ 164314 h 205968"/>
                <a:gd name="connsiteX1" fmla="*/ 131034 w 134742"/>
                <a:gd name="connsiteY1" fmla="*/ 162791 h 205968"/>
                <a:gd name="connsiteX2" fmla="*/ 102269 w 134742"/>
                <a:gd name="connsiteY2" fmla="*/ 182900 h 205968"/>
                <a:gd name="connsiteX3" fmla="*/ 29901 w 134742"/>
                <a:gd name="connsiteY3" fmla="*/ 182900 h 205968"/>
                <a:gd name="connsiteX4" fmla="*/ 80771 w 134742"/>
                <a:gd name="connsiteY4" fmla="*/ 129275 h 205968"/>
                <a:gd name="connsiteX5" fmla="*/ 119528 w 134742"/>
                <a:gd name="connsiteY5" fmla="*/ 54017 h 205968"/>
                <a:gd name="connsiteX6" fmla="*/ 63511 w 134742"/>
                <a:gd name="connsiteY6" fmla="*/ 87 h 205968"/>
                <a:gd name="connsiteX7" fmla="*/ 19909 w 134742"/>
                <a:gd name="connsiteY7" fmla="*/ 18978 h 205968"/>
                <a:gd name="connsiteX8" fmla="*/ 530 w 134742"/>
                <a:gd name="connsiteY8" fmla="*/ 60720 h 205968"/>
                <a:gd name="connsiteX9" fmla="*/ 6889 w 134742"/>
                <a:gd name="connsiteY9" fmla="*/ 62244 h 205968"/>
                <a:gd name="connsiteX10" fmla="*/ 50794 w 134742"/>
                <a:gd name="connsiteY10" fmla="*/ 22634 h 205968"/>
                <a:gd name="connsiteX11" fmla="*/ 93488 w 134742"/>
                <a:gd name="connsiteY11" fmla="*/ 65595 h 205968"/>
                <a:gd name="connsiteX12" fmla="*/ 54125 w 134742"/>
                <a:gd name="connsiteY12" fmla="*/ 144814 h 205968"/>
                <a:gd name="connsiteX13" fmla="*/ 228 w 134742"/>
                <a:gd name="connsiteY13" fmla="*/ 202400 h 205968"/>
                <a:gd name="connsiteX14" fmla="*/ 228 w 134742"/>
                <a:gd name="connsiteY14" fmla="*/ 206056 h 205968"/>
                <a:gd name="connsiteX15" fmla="*/ 118317 w 134742"/>
                <a:gd name="connsiteY15" fmla="*/ 206056 h 205968"/>
                <a:gd name="connsiteX16" fmla="*/ 134971 w 134742"/>
                <a:gd name="connsiteY16" fmla="*/ 164314 h 2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42" h="205968">
                  <a:moveTo>
                    <a:pt x="134971" y="164314"/>
                  </a:moveTo>
                  <a:lnTo>
                    <a:pt x="131034" y="162791"/>
                  </a:lnTo>
                  <a:cubicBezTo>
                    <a:pt x="119831" y="180158"/>
                    <a:pt x="115895" y="182900"/>
                    <a:pt x="102269" y="182900"/>
                  </a:cubicBezTo>
                  <a:lnTo>
                    <a:pt x="29901" y="182900"/>
                  </a:lnTo>
                  <a:lnTo>
                    <a:pt x="80771" y="129275"/>
                  </a:lnTo>
                  <a:cubicBezTo>
                    <a:pt x="107719" y="100939"/>
                    <a:pt x="119528" y="77783"/>
                    <a:pt x="119528" y="54017"/>
                  </a:cubicBezTo>
                  <a:cubicBezTo>
                    <a:pt x="119528" y="23548"/>
                    <a:pt x="95002" y="87"/>
                    <a:pt x="63511" y="87"/>
                  </a:cubicBezTo>
                  <a:cubicBezTo>
                    <a:pt x="46858" y="87"/>
                    <a:pt x="31113" y="6790"/>
                    <a:pt x="19909" y="18978"/>
                  </a:cubicBezTo>
                  <a:cubicBezTo>
                    <a:pt x="10220" y="29337"/>
                    <a:pt x="5678" y="39087"/>
                    <a:pt x="530" y="60720"/>
                  </a:cubicBezTo>
                  <a:lnTo>
                    <a:pt x="6889" y="62244"/>
                  </a:lnTo>
                  <a:cubicBezTo>
                    <a:pt x="19001" y="32384"/>
                    <a:pt x="29901" y="22634"/>
                    <a:pt x="50794" y="22634"/>
                  </a:cubicBezTo>
                  <a:cubicBezTo>
                    <a:pt x="76229" y="22634"/>
                    <a:pt x="93488" y="40001"/>
                    <a:pt x="93488" y="65595"/>
                  </a:cubicBezTo>
                  <a:cubicBezTo>
                    <a:pt x="93488" y="89361"/>
                    <a:pt x="79559" y="117697"/>
                    <a:pt x="54125" y="144814"/>
                  </a:cubicBezTo>
                  <a:lnTo>
                    <a:pt x="228" y="202400"/>
                  </a:lnTo>
                  <a:lnTo>
                    <a:pt x="228" y="206056"/>
                  </a:lnTo>
                  <a:lnTo>
                    <a:pt x="118317" y="206056"/>
                  </a:lnTo>
                  <a:lnTo>
                    <a:pt x="134971" y="16431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7C0AD891-BDA8-87ED-0D44-25344CB0DCA8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286665" y="7675532"/>
              <a:ext cx="172894" cy="269648"/>
            </a:xfrm>
            <a:custGeom>
              <a:avLst/>
              <a:gdLst>
                <a:gd name="connsiteX0" fmla="*/ 55342 w 172894"/>
                <a:gd name="connsiteY0" fmla="*/ 86009 h 269648"/>
                <a:gd name="connsiteX1" fmla="*/ 82594 w 172894"/>
                <a:gd name="connsiteY1" fmla="*/ 86009 h 269648"/>
                <a:gd name="connsiteX2" fmla="*/ 55948 w 172894"/>
                <a:gd name="connsiteY2" fmla="*/ 213978 h 269648"/>
                <a:gd name="connsiteX3" fmla="*/ 26577 w 172894"/>
                <a:gd name="connsiteY3" fmla="*/ 263338 h 269648"/>
                <a:gd name="connsiteX4" fmla="*/ 20521 w 172894"/>
                <a:gd name="connsiteY4" fmla="*/ 258463 h 269648"/>
                <a:gd name="connsiteX5" fmla="*/ 21732 w 172894"/>
                <a:gd name="connsiteY5" fmla="*/ 255111 h 269648"/>
                <a:gd name="connsiteX6" fmla="*/ 23246 w 172894"/>
                <a:gd name="connsiteY6" fmla="*/ 250236 h 269648"/>
                <a:gd name="connsiteX7" fmla="*/ 11437 w 172894"/>
                <a:gd name="connsiteY7" fmla="*/ 238658 h 269648"/>
                <a:gd name="connsiteX8" fmla="*/ 234 w 172894"/>
                <a:gd name="connsiteY8" fmla="*/ 251150 h 269648"/>
                <a:gd name="connsiteX9" fmla="*/ 24155 w 172894"/>
                <a:gd name="connsiteY9" fmla="*/ 269736 h 269648"/>
                <a:gd name="connsiteX10" fmla="*/ 84713 w 172894"/>
                <a:gd name="connsiteY10" fmla="*/ 183509 h 269648"/>
                <a:gd name="connsiteX11" fmla="*/ 106515 w 172894"/>
                <a:gd name="connsiteY11" fmla="*/ 86009 h 269648"/>
                <a:gd name="connsiteX12" fmla="*/ 139519 w 172894"/>
                <a:gd name="connsiteY12" fmla="*/ 86009 h 269648"/>
                <a:gd name="connsiteX13" fmla="*/ 141336 w 172894"/>
                <a:gd name="connsiteY13" fmla="*/ 76259 h 269648"/>
                <a:gd name="connsiteX14" fmla="*/ 108634 w 172894"/>
                <a:gd name="connsiteY14" fmla="*/ 76259 h 269648"/>
                <a:gd name="connsiteX15" fmla="*/ 145575 w 172894"/>
                <a:gd name="connsiteY15" fmla="*/ 6790 h 269648"/>
                <a:gd name="connsiteX16" fmla="*/ 152236 w 172894"/>
                <a:gd name="connsiteY16" fmla="*/ 10447 h 269648"/>
                <a:gd name="connsiteX17" fmla="*/ 151025 w 172894"/>
                <a:gd name="connsiteY17" fmla="*/ 13494 h 269648"/>
                <a:gd name="connsiteX18" fmla="*/ 149208 w 172894"/>
                <a:gd name="connsiteY18" fmla="*/ 19892 h 269648"/>
                <a:gd name="connsiteX19" fmla="*/ 160412 w 172894"/>
                <a:gd name="connsiteY19" fmla="*/ 32080 h 269648"/>
                <a:gd name="connsiteX20" fmla="*/ 173129 w 172894"/>
                <a:gd name="connsiteY20" fmla="*/ 19892 h 269648"/>
                <a:gd name="connsiteX21" fmla="*/ 147089 w 172894"/>
                <a:gd name="connsiteY21" fmla="*/ 87 h 269648"/>
                <a:gd name="connsiteX22" fmla="*/ 109542 w 172894"/>
                <a:gd name="connsiteY22" fmla="*/ 21111 h 269648"/>
                <a:gd name="connsiteX23" fmla="*/ 85319 w 172894"/>
                <a:gd name="connsiteY23" fmla="*/ 76259 h 269648"/>
                <a:gd name="connsiteX24" fmla="*/ 57462 w 172894"/>
                <a:gd name="connsiteY24" fmla="*/ 76259 h 269648"/>
                <a:gd name="connsiteX25" fmla="*/ 55342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42" y="86009"/>
                  </a:moveTo>
                  <a:lnTo>
                    <a:pt x="82594" y="86009"/>
                  </a:lnTo>
                  <a:lnTo>
                    <a:pt x="55948" y="213978"/>
                  </a:lnTo>
                  <a:cubicBezTo>
                    <a:pt x="49287" y="246580"/>
                    <a:pt x="39294" y="263338"/>
                    <a:pt x="26577" y="263338"/>
                  </a:cubicBezTo>
                  <a:cubicBezTo>
                    <a:pt x="22944" y="263338"/>
                    <a:pt x="20521" y="261205"/>
                    <a:pt x="20521" y="258463"/>
                  </a:cubicBezTo>
                  <a:cubicBezTo>
                    <a:pt x="20521" y="257548"/>
                    <a:pt x="20824" y="256634"/>
                    <a:pt x="21732" y="255111"/>
                  </a:cubicBezTo>
                  <a:cubicBezTo>
                    <a:pt x="22944" y="253283"/>
                    <a:pt x="23246" y="252064"/>
                    <a:pt x="23246" y="250236"/>
                  </a:cubicBezTo>
                  <a:cubicBezTo>
                    <a:pt x="23246" y="243838"/>
                    <a:pt x="17796" y="238658"/>
                    <a:pt x="11437" y="238658"/>
                  </a:cubicBezTo>
                  <a:cubicBezTo>
                    <a:pt x="5079" y="238658"/>
                    <a:pt x="234" y="244142"/>
                    <a:pt x="234" y="251150"/>
                  </a:cubicBezTo>
                  <a:cubicBezTo>
                    <a:pt x="234" y="261509"/>
                    <a:pt x="10832" y="269736"/>
                    <a:pt x="24155" y="269736"/>
                  </a:cubicBezTo>
                  <a:cubicBezTo>
                    <a:pt x="51103" y="269736"/>
                    <a:pt x="72299" y="239572"/>
                    <a:pt x="84713" y="183509"/>
                  </a:cubicBezTo>
                  <a:lnTo>
                    <a:pt x="106515" y="86009"/>
                  </a:lnTo>
                  <a:lnTo>
                    <a:pt x="139519" y="86009"/>
                  </a:lnTo>
                  <a:lnTo>
                    <a:pt x="141336" y="76259"/>
                  </a:lnTo>
                  <a:lnTo>
                    <a:pt x="108634" y="76259"/>
                  </a:lnTo>
                  <a:cubicBezTo>
                    <a:pt x="117415" y="28423"/>
                    <a:pt x="128618" y="6790"/>
                    <a:pt x="145575" y="6790"/>
                  </a:cubicBezTo>
                  <a:cubicBezTo>
                    <a:pt x="149511" y="6790"/>
                    <a:pt x="152236" y="8314"/>
                    <a:pt x="152236" y="10447"/>
                  </a:cubicBezTo>
                  <a:cubicBezTo>
                    <a:pt x="152236" y="11361"/>
                    <a:pt x="151934" y="11970"/>
                    <a:pt x="151025" y="13494"/>
                  </a:cubicBezTo>
                  <a:cubicBezTo>
                    <a:pt x="149814" y="16236"/>
                    <a:pt x="149208" y="17759"/>
                    <a:pt x="149208" y="19892"/>
                  </a:cubicBezTo>
                  <a:cubicBezTo>
                    <a:pt x="149208" y="27205"/>
                    <a:pt x="153750" y="32080"/>
                    <a:pt x="160412" y="32080"/>
                  </a:cubicBezTo>
                  <a:cubicBezTo>
                    <a:pt x="167376" y="32080"/>
                    <a:pt x="173129" y="26595"/>
                    <a:pt x="173129" y="19892"/>
                  </a:cubicBezTo>
                  <a:cubicBezTo>
                    <a:pt x="173129" y="8619"/>
                    <a:pt x="161926" y="87"/>
                    <a:pt x="147089" y="87"/>
                  </a:cubicBezTo>
                  <a:cubicBezTo>
                    <a:pt x="132252" y="87"/>
                    <a:pt x="120443" y="6790"/>
                    <a:pt x="109542" y="21111"/>
                  </a:cubicBezTo>
                  <a:cubicBezTo>
                    <a:pt x="100459" y="32994"/>
                    <a:pt x="94403" y="47009"/>
                    <a:pt x="85319" y="76259"/>
                  </a:cubicBezTo>
                  <a:lnTo>
                    <a:pt x="57462" y="76259"/>
                  </a:lnTo>
                  <a:lnTo>
                    <a:pt x="55342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E1B4891E-73B7-3CEF-1AEB-D93DE420B4DA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490014" y="7653595"/>
              <a:ext cx="70247" cy="304687"/>
            </a:xfrm>
            <a:custGeom>
              <a:avLst/>
              <a:gdLst>
                <a:gd name="connsiteX0" fmla="*/ 70487 w 70247"/>
                <a:gd name="connsiteY0" fmla="*/ 301727 h 304687"/>
                <a:gd name="connsiteX1" fmla="*/ 65339 w 70247"/>
                <a:gd name="connsiteY1" fmla="*/ 295024 h 304687"/>
                <a:gd name="connsiteX2" fmla="*/ 17801 w 70247"/>
                <a:gd name="connsiteY2" fmla="*/ 152430 h 304687"/>
                <a:gd name="connsiteX3" fmla="*/ 66551 w 70247"/>
                <a:gd name="connsiteY3" fmla="*/ 8313 h 304687"/>
                <a:gd name="connsiteX4" fmla="*/ 70487 w 70247"/>
                <a:gd name="connsiteY4" fmla="*/ 3134 h 304687"/>
                <a:gd name="connsiteX5" fmla="*/ 67459 w 70247"/>
                <a:gd name="connsiteY5" fmla="*/ 87 h 304687"/>
                <a:gd name="connsiteX6" fmla="*/ 19315 w 70247"/>
                <a:gd name="connsiteY6" fmla="*/ 59501 h 304687"/>
                <a:gd name="connsiteX7" fmla="*/ 239 w 70247"/>
                <a:gd name="connsiteY7" fmla="*/ 152430 h 304687"/>
                <a:gd name="connsiteX8" fmla="*/ 20223 w 70247"/>
                <a:gd name="connsiteY8" fmla="*/ 247493 h 304687"/>
                <a:gd name="connsiteX9" fmla="*/ 67459 w 70247"/>
                <a:gd name="connsiteY9" fmla="*/ 304774 h 304687"/>
                <a:gd name="connsiteX10" fmla="*/ 70487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87" y="301727"/>
                  </a:moveTo>
                  <a:cubicBezTo>
                    <a:pt x="70487" y="300813"/>
                    <a:pt x="70487" y="300204"/>
                    <a:pt x="65339" y="295024"/>
                  </a:cubicBezTo>
                  <a:cubicBezTo>
                    <a:pt x="27490" y="256634"/>
                    <a:pt x="17801" y="199048"/>
                    <a:pt x="17801" y="152430"/>
                  </a:cubicBezTo>
                  <a:cubicBezTo>
                    <a:pt x="17801" y="99415"/>
                    <a:pt x="29307" y="46399"/>
                    <a:pt x="66551" y="8313"/>
                  </a:cubicBezTo>
                  <a:cubicBezTo>
                    <a:pt x="70487" y="4657"/>
                    <a:pt x="70487" y="4048"/>
                    <a:pt x="70487" y="3134"/>
                  </a:cubicBezTo>
                  <a:cubicBezTo>
                    <a:pt x="70487" y="1001"/>
                    <a:pt x="69276" y="87"/>
                    <a:pt x="67459" y="87"/>
                  </a:cubicBezTo>
                  <a:cubicBezTo>
                    <a:pt x="64431" y="87"/>
                    <a:pt x="37180" y="20805"/>
                    <a:pt x="19315" y="59501"/>
                  </a:cubicBezTo>
                  <a:cubicBezTo>
                    <a:pt x="3872" y="93016"/>
                    <a:pt x="239" y="126837"/>
                    <a:pt x="239" y="152430"/>
                  </a:cubicBezTo>
                  <a:cubicBezTo>
                    <a:pt x="239" y="176196"/>
                    <a:pt x="3570" y="213063"/>
                    <a:pt x="20223" y="247493"/>
                  </a:cubicBezTo>
                  <a:cubicBezTo>
                    <a:pt x="38391" y="284970"/>
                    <a:pt x="64431" y="304774"/>
                    <a:pt x="67459" y="304774"/>
                  </a:cubicBezTo>
                  <a:cubicBezTo>
                    <a:pt x="69276" y="304774"/>
                    <a:pt x="70487" y="303860"/>
                    <a:pt x="70487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BED51200-2F89-D60E-3D63-8F201CEECFAD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569783" y="7747743"/>
              <a:ext cx="143523" cy="137718"/>
            </a:xfrm>
            <a:custGeom>
              <a:avLst/>
              <a:gdLst>
                <a:gd name="connsiteX0" fmla="*/ 130140 w 143523"/>
                <a:gd name="connsiteY0" fmla="*/ 100634 h 137718"/>
                <a:gd name="connsiteX1" fmla="*/ 123479 w 143523"/>
                <a:gd name="connsiteY1" fmla="*/ 108861 h 137718"/>
                <a:gd name="connsiteX2" fmla="*/ 109551 w 143523"/>
                <a:gd name="connsiteY2" fmla="*/ 121048 h 137718"/>
                <a:gd name="connsiteX3" fmla="*/ 100164 w 143523"/>
                <a:gd name="connsiteY3" fmla="*/ 108556 h 137718"/>
                <a:gd name="connsiteX4" fmla="*/ 98953 w 143523"/>
                <a:gd name="connsiteY4" fmla="*/ 103376 h 137718"/>
                <a:gd name="connsiteX5" fmla="*/ 88052 w 143523"/>
                <a:gd name="connsiteY5" fmla="*/ 54017 h 137718"/>
                <a:gd name="connsiteX6" fmla="*/ 117726 w 143523"/>
                <a:gd name="connsiteY6" fmla="*/ 17150 h 137718"/>
                <a:gd name="connsiteX7" fmla="*/ 124993 w 143523"/>
                <a:gd name="connsiteY7" fmla="*/ 19587 h 137718"/>
                <a:gd name="connsiteX8" fmla="*/ 133168 w 143523"/>
                <a:gd name="connsiteY8" fmla="*/ 22330 h 137718"/>
                <a:gd name="connsiteX9" fmla="*/ 143766 w 143523"/>
                <a:gd name="connsiteY9" fmla="*/ 11361 h 137718"/>
                <a:gd name="connsiteX10" fmla="*/ 131352 w 143523"/>
                <a:gd name="connsiteY10" fmla="*/ 87 h 137718"/>
                <a:gd name="connsiteX11" fmla="*/ 85630 w 143523"/>
                <a:gd name="connsiteY11" fmla="*/ 43658 h 137718"/>
                <a:gd name="connsiteX12" fmla="*/ 82299 w 143523"/>
                <a:gd name="connsiteY12" fmla="*/ 26900 h 137718"/>
                <a:gd name="connsiteX13" fmla="*/ 66554 w 143523"/>
                <a:gd name="connsiteY13" fmla="*/ 87 h 137718"/>
                <a:gd name="connsiteX14" fmla="*/ 31127 w 143523"/>
                <a:gd name="connsiteY14" fmla="*/ 8923 h 137718"/>
                <a:gd name="connsiteX15" fmla="*/ 27796 w 143523"/>
                <a:gd name="connsiteY15" fmla="*/ 10142 h 137718"/>
                <a:gd name="connsiteX16" fmla="*/ 29008 w 143523"/>
                <a:gd name="connsiteY16" fmla="*/ 14712 h 137718"/>
                <a:gd name="connsiteX17" fmla="*/ 45964 w 143523"/>
                <a:gd name="connsiteY17" fmla="*/ 11361 h 137718"/>
                <a:gd name="connsiteX18" fmla="*/ 59590 w 143523"/>
                <a:gd name="connsiteY18" fmla="*/ 32384 h 137718"/>
                <a:gd name="connsiteX19" fmla="*/ 68371 w 143523"/>
                <a:gd name="connsiteY19" fmla="*/ 69861 h 137718"/>
                <a:gd name="connsiteX20" fmla="*/ 43542 w 143523"/>
                <a:gd name="connsiteY20" fmla="*/ 105509 h 137718"/>
                <a:gd name="connsiteX21" fmla="*/ 28099 w 143523"/>
                <a:gd name="connsiteY21" fmla="*/ 120134 h 137718"/>
                <a:gd name="connsiteX22" fmla="*/ 20227 w 143523"/>
                <a:gd name="connsiteY22" fmla="*/ 117392 h 137718"/>
                <a:gd name="connsiteX23" fmla="*/ 10537 w 143523"/>
                <a:gd name="connsiteY23" fmla="*/ 114345 h 137718"/>
                <a:gd name="connsiteX24" fmla="*/ 242 w 143523"/>
                <a:gd name="connsiteY24" fmla="*/ 125009 h 137718"/>
                <a:gd name="connsiteX25" fmla="*/ 15382 w 143523"/>
                <a:gd name="connsiteY25" fmla="*/ 137806 h 137718"/>
                <a:gd name="connsiteX26" fmla="*/ 43542 w 143523"/>
                <a:gd name="connsiteY26" fmla="*/ 116478 h 137718"/>
                <a:gd name="connsiteX27" fmla="*/ 70793 w 143523"/>
                <a:gd name="connsiteY27" fmla="*/ 80830 h 137718"/>
                <a:gd name="connsiteX28" fmla="*/ 79877 w 143523"/>
                <a:gd name="connsiteY28" fmla="*/ 117392 h 137718"/>
                <a:gd name="connsiteX29" fmla="*/ 97439 w 143523"/>
                <a:gd name="connsiteY29" fmla="*/ 137806 h 137718"/>
                <a:gd name="connsiteX30" fmla="*/ 134380 w 143523"/>
                <a:gd name="connsiteY30" fmla="*/ 103072 h 137718"/>
                <a:gd name="connsiteX31" fmla="*/ 130140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40" y="100634"/>
                  </a:moveTo>
                  <a:cubicBezTo>
                    <a:pt x="127718" y="103376"/>
                    <a:pt x="126204" y="105205"/>
                    <a:pt x="123479" y="108861"/>
                  </a:cubicBezTo>
                  <a:cubicBezTo>
                    <a:pt x="116515" y="118001"/>
                    <a:pt x="112881" y="121048"/>
                    <a:pt x="109551" y="121048"/>
                  </a:cubicBezTo>
                  <a:cubicBezTo>
                    <a:pt x="105009" y="121048"/>
                    <a:pt x="102283" y="117087"/>
                    <a:pt x="100164" y="108556"/>
                  </a:cubicBezTo>
                  <a:cubicBezTo>
                    <a:pt x="99558" y="106119"/>
                    <a:pt x="99256" y="104291"/>
                    <a:pt x="98953" y="103376"/>
                  </a:cubicBezTo>
                  <a:cubicBezTo>
                    <a:pt x="91383" y="72603"/>
                    <a:pt x="88052" y="58587"/>
                    <a:pt x="88052" y="54017"/>
                  </a:cubicBezTo>
                  <a:cubicBezTo>
                    <a:pt x="101375" y="30556"/>
                    <a:pt x="112276" y="17150"/>
                    <a:pt x="117726" y="17150"/>
                  </a:cubicBezTo>
                  <a:cubicBezTo>
                    <a:pt x="119543" y="17150"/>
                    <a:pt x="121965" y="18064"/>
                    <a:pt x="124993" y="19587"/>
                  </a:cubicBezTo>
                  <a:cubicBezTo>
                    <a:pt x="128627" y="21720"/>
                    <a:pt x="130746" y="22330"/>
                    <a:pt x="133168" y="22330"/>
                  </a:cubicBezTo>
                  <a:cubicBezTo>
                    <a:pt x="139527" y="22330"/>
                    <a:pt x="143766" y="17759"/>
                    <a:pt x="143766" y="11361"/>
                  </a:cubicBezTo>
                  <a:cubicBezTo>
                    <a:pt x="143766" y="4962"/>
                    <a:pt x="138619" y="87"/>
                    <a:pt x="131352" y="87"/>
                  </a:cubicBezTo>
                  <a:cubicBezTo>
                    <a:pt x="118029" y="87"/>
                    <a:pt x="106523" y="11056"/>
                    <a:pt x="85630" y="43658"/>
                  </a:cubicBezTo>
                  <a:lnTo>
                    <a:pt x="82299" y="26900"/>
                  </a:lnTo>
                  <a:cubicBezTo>
                    <a:pt x="78060" y="6181"/>
                    <a:pt x="74729" y="87"/>
                    <a:pt x="66554" y="87"/>
                  </a:cubicBezTo>
                  <a:cubicBezTo>
                    <a:pt x="59892" y="87"/>
                    <a:pt x="49597" y="2830"/>
                    <a:pt x="31127" y="8923"/>
                  </a:cubicBezTo>
                  <a:lnTo>
                    <a:pt x="27796" y="10142"/>
                  </a:lnTo>
                  <a:lnTo>
                    <a:pt x="29008" y="14712"/>
                  </a:lnTo>
                  <a:cubicBezTo>
                    <a:pt x="40514" y="11970"/>
                    <a:pt x="43239" y="11361"/>
                    <a:pt x="45964" y="11361"/>
                  </a:cubicBezTo>
                  <a:cubicBezTo>
                    <a:pt x="53534" y="11361"/>
                    <a:pt x="55351" y="14103"/>
                    <a:pt x="59590" y="32384"/>
                  </a:cubicBezTo>
                  <a:lnTo>
                    <a:pt x="68371" y="69861"/>
                  </a:lnTo>
                  <a:lnTo>
                    <a:pt x="43542" y="105509"/>
                  </a:lnTo>
                  <a:cubicBezTo>
                    <a:pt x="37486" y="114650"/>
                    <a:pt x="31430" y="120134"/>
                    <a:pt x="28099" y="120134"/>
                  </a:cubicBezTo>
                  <a:cubicBezTo>
                    <a:pt x="26282" y="120134"/>
                    <a:pt x="23254" y="119220"/>
                    <a:pt x="20227" y="117392"/>
                  </a:cubicBezTo>
                  <a:cubicBezTo>
                    <a:pt x="16290" y="115259"/>
                    <a:pt x="12960" y="114345"/>
                    <a:pt x="10537" y="114345"/>
                  </a:cubicBezTo>
                  <a:cubicBezTo>
                    <a:pt x="4784" y="114345"/>
                    <a:pt x="242" y="118916"/>
                    <a:pt x="242" y="125009"/>
                  </a:cubicBezTo>
                  <a:cubicBezTo>
                    <a:pt x="242" y="132931"/>
                    <a:pt x="6298" y="137806"/>
                    <a:pt x="15382" y="137806"/>
                  </a:cubicBezTo>
                  <a:cubicBezTo>
                    <a:pt x="24768" y="137806"/>
                    <a:pt x="28402" y="135064"/>
                    <a:pt x="43542" y="116478"/>
                  </a:cubicBezTo>
                  <a:cubicBezTo>
                    <a:pt x="51717" y="106728"/>
                    <a:pt x="58076" y="98501"/>
                    <a:pt x="70793" y="80830"/>
                  </a:cubicBezTo>
                  <a:lnTo>
                    <a:pt x="79877" y="117392"/>
                  </a:lnTo>
                  <a:cubicBezTo>
                    <a:pt x="83813" y="132931"/>
                    <a:pt x="87749" y="137806"/>
                    <a:pt x="97439" y="137806"/>
                  </a:cubicBezTo>
                  <a:cubicBezTo>
                    <a:pt x="108945" y="137806"/>
                    <a:pt x="116818" y="130494"/>
                    <a:pt x="134380" y="103072"/>
                  </a:cubicBezTo>
                  <a:lnTo>
                    <a:pt x="130140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6AA671D3-617C-62EA-F3AB-8509914BDCA8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722536" y="7775893"/>
              <a:ext cx="87161" cy="155573"/>
            </a:xfrm>
            <a:custGeom>
              <a:avLst/>
              <a:gdLst>
                <a:gd name="connsiteX0" fmla="*/ 24893 w 87161"/>
                <a:gd name="connsiteY0" fmla="*/ 78102 h 155573"/>
                <a:gd name="connsiteX1" fmla="*/ 48644 w 87161"/>
                <a:gd name="connsiteY1" fmla="*/ 80582 h 155573"/>
                <a:gd name="connsiteX2" fmla="*/ 71275 w 87161"/>
                <a:gd name="connsiteY2" fmla="*/ 113951 h 155573"/>
                <a:gd name="connsiteX3" fmla="*/ 41922 w 87161"/>
                <a:gd name="connsiteY3" fmla="*/ 147546 h 155573"/>
                <a:gd name="connsiteX4" fmla="*/ 23101 w 87161"/>
                <a:gd name="connsiteY4" fmla="*/ 140557 h 155573"/>
                <a:gd name="connsiteX5" fmla="*/ 8761 w 87161"/>
                <a:gd name="connsiteY5" fmla="*/ 134920 h 155573"/>
                <a:gd name="connsiteX6" fmla="*/ 246 w 87161"/>
                <a:gd name="connsiteY6" fmla="*/ 142811 h 155573"/>
                <a:gd name="connsiteX7" fmla="*/ 25566 w 87161"/>
                <a:gd name="connsiteY7" fmla="*/ 155663 h 155573"/>
                <a:gd name="connsiteX8" fmla="*/ 71051 w 87161"/>
                <a:gd name="connsiteY8" fmla="*/ 140557 h 155573"/>
                <a:gd name="connsiteX9" fmla="*/ 87408 w 87161"/>
                <a:gd name="connsiteY9" fmla="*/ 103129 h 155573"/>
                <a:gd name="connsiteX10" fmla="*/ 77325 w 87161"/>
                <a:gd name="connsiteY10" fmla="*/ 74043 h 155573"/>
                <a:gd name="connsiteX11" fmla="*/ 58727 w 87161"/>
                <a:gd name="connsiteY11" fmla="*/ 62094 h 155573"/>
                <a:gd name="connsiteX12" fmla="*/ 79790 w 87161"/>
                <a:gd name="connsiteY12" fmla="*/ 30979 h 155573"/>
                <a:gd name="connsiteX13" fmla="*/ 44835 w 87161"/>
                <a:gd name="connsiteY13" fmla="*/ 90 h 155573"/>
                <a:gd name="connsiteX14" fmla="*/ 15707 w 87161"/>
                <a:gd name="connsiteY14" fmla="*/ 11138 h 155573"/>
                <a:gd name="connsiteX15" fmla="*/ 694 w 87161"/>
                <a:gd name="connsiteY15" fmla="*/ 36616 h 155573"/>
                <a:gd name="connsiteX16" fmla="*/ 4055 w 87161"/>
                <a:gd name="connsiteY16" fmla="*/ 37517 h 155573"/>
                <a:gd name="connsiteX17" fmla="*/ 37441 w 87161"/>
                <a:gd name="connsiteY17" fmla="*/ 13618 h 155573"/>
                <a:gd name="connsiteX18" fmla="*/ 62088 w 87161"/>
                <a:gd name="connsiteY18" fmla="*/ 37743 h 155573"/>
                <a:gd name="connsiteX19" fmla="*/ 53126 w 87161"/>
                <a:gd name="connsiteY19" fmla="*/ 59613 h 155573"/>
                <a:gd name="connsiteX20" fmla="*/ 24893 w 87161"/>
                <a:gd name="connsiteY20" fmla="*/ 75171 h 155573"/>
                <a:gd name="connsiteX21" fmla="*/ 24893 w 87161"/>
                <a:gd name="connsiteY21" fmla="*/ 78102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161" h="155573">
                  <a:moveTo>
                    <a:pt x="24893" y="78102"/>
                  </a:moveTo>
                  <a:cubicBezTo>
                    <a:pt x="38113" y="78102"/>
                    <a:pt x="43267" y="78553"/>
                    <a:pt x="48644" y="80582"/>
                  </a:cubicBezTo>
                  <a:cubicBezTo>
                    <a:pt x="62537" y="85542"/>
                    <a:pt x="71275" y="98394"/>
                    <a:pt x="71275" y="113951"/>
                  </a:cubicBezTo>
                  <a:cubicBezTo>
                    <a:pt x="71275" y="132891"/>
                    <a:pt x="58503" y="147546"/>
                    <a:pt x="41922" y="147546"/>
                  </a:cubicBezTo>
                  <a:cubicBezTo>
                    <a:pt x="35873" y="147546"/>
                    <a:pt x="31391" y="145968"/>
                    <a:pt x="23101" y="140557"/>
                  </a:cubicBezTo>
                  <a:cubicBezTo>
                    <a:pt x="16379" y="136498"/>
                    <a:pt x="12570" y="134920"/>
                    <a:pt x="8761" y="134920"/>
                  </a:cubicBezTo>
                  <a:cubicBezTo>
                    <a:pt x="3607" y="134920"/>
                    <a:pt x="246" y="138076"/>
                    <a:pt x="246" y="142811"/>
                  </a:cubicBezTo>
                  <a:cubicBezTo>
                    <a:pt x="246" y="150703"/>
                    <a:pt x="9881" y="155663"/>
                    <a:pt x="25566" y="155663"/>
                  </a:cubicBezTo>
                  <a:cubicBezTo>
                    <a:pt x="42819" y="155663"/>
                    <a:pt x="60520" y="149801"/>
                    <a:pt x="71051" y="140557"/>
                  </a:cubicBezTo>
                  <a:cubicBezTo>
                    <a:pt x="81582" y="131312"/>
                    <a:pt x="87408" y="118235"/>
                    <a:pt x="87408" y="103129"/>
                  </a:cubicBezTo>
                  <a:cubicBezTo>
                    <a:pt x="87408" y="91630"/>
                    <a:pt x="83823" y="81033"/>
                    <a:pt x="77325" y="74043"/>
                  </a:cubicBezTo>
                  <a:cubicBezTo>
                    <a:pt x="72844" y="69083"/>
                    <a:pt x="68586" y="66377"/>
                    <a:pt x="58727" y="62094"/>
                  </a:cubicBezTo>
                  <a:cubicBezTo>
                    <a:pt x="74188" y="51497"/>
                    <a:pt x="79790" y="43154"/>
                    <a:pt x="79790" y="30979"/>
                  </a:cubicBezTo>
                  <a:cubicBezTo>
                    <a:pt x="79790" y="12716"/>
                    <a:pt x="65449" y="90"/>
                    <a:pt x="44835" y="90"/>
                  </a:cubicBezTo>
                  <a:cubicBezTo>
                    <a:pt x="33632" y="90"/>
                    <a:pt x="23773" y="3923"/>
                    <a:pt x="15707" y="11138"/>
                  </a:cubicBezTo>
                  <a:cubicBezTo>
                    <a:pt x="8985" y="17225"/>
                    <a:pt x="5624" y="23087"/>
                    <a:pt x="694" y="36616"/>
                  </a:cubicBezTo>
                  <a:lnTo>
                    <a:pt x="4055" y="37517"/>
                  </a:lnTo>
                  <a:cubicBezTo>
                    <a:pt x="13242" y="21058"/>
                    <a:pt x="23325" y="13618"/>
                    <a:pt x="37441" y="13618"/>
                  </a:cubicBezTo>
                  <a:cubicBezTo>
                    <a:pt x="52005" y="13618"/>
                    <a:pt x="62088" y="23538"/>
                    <a:pt x="62088" y="37743"/>
                  </a:cubicBezTo>
                  <a:cubicBezTo>
                    <a:pt x="62088" y="45860"/>
                    <a:pt x="58727" y="53977"/>
                    <a:pt x="53126" y="59613"/>
                  </a:cubicBezTo>
                  <a:cubicBezTo>
                    <a:pt x="46404" y="66377"/>
                    <a:pt x="40130" y="69759"/>
                    <a:pt x="24893" y="75171"/>
                  </a:cubicBezTo>
                  <a:lnTo>
                    <a:pt x="24893" y="78102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27F4DC84-3A06-5C74-69B3-AAA1511C604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9857810" y="7653595"/>
              <a:ext cx="70248" cy="304687"/>
            </a:xfrm>
            <a:custGeom>
              <a:avLst/>
              <a:gdLst>
                <a:gd name="connsiteX0" fmla="*/ 70499 w 70248"/>
                <a:gd name="connsiteY0" fmla="*/ 152430 h 304687"/>
                <a:gd name="connsiteX1" fmla="*/ 50515 w 70248"/>
                <a:gd name="connsiteY1" fmla="*/ 57368 h 304687"/>
                <a:gd name="connsiteX2" fmla="*/ 3279 w 70248"/>
                <a:gd name="connsiteY2" fmla="*/ 87 h 304687"/>
                <a:gd name="connsiteX3" fmla="*/ 251 w 70248"/>
                <a:gd name="connsiteY3" fmla="*/ 3134 h 304687"/>
                <a:gd name="connsiteX4" fmla="*/ 6004 w 70248"/>
                <a:gd name="connsiteY4" fmla="*/ 10141 h 304687"/>
                <a:gd name="connsiteX5" fmla="*/ 52937 w 70248"/>
                <a:gd name="connsiteY5" fmla="*/ 152430 h 304687"/>
                <a:gd name="connsiteX6" fmla="*/ 4188 w 70248"/>
                <a:gd name="connsiteY6" fmla="*/ 296548 h 304687"/>
                <a:gd name="connsiteX7" fmla="*/ 251 w 70248"/>
                <a:gd name="connsiteY7" fmla="*/ 301727 h 304687"/>
                <a:gd name="connsiteX8" fmla="*/ 3279 w 70248"/>
                <a:gd name="connsiteY8" fmla="*/ 304774 h 304687"/>
                <a:gd name="connsiteX9" fmla="*/ 51423 w 70248"/>
                <a:gd name="connsiteY9" fmla="*/ 245360 h 304687"/>
                <a:gd name="connsiteX10" fmla="*/ 70499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499" y="152430"/>
                  </a:moveTo>
                  <a:cubicBezTo>
                    <a:pt x="70499" y="128665"/>
                    <a:pt x="67169" y="91798"/>
                    <a:pt x="50515" y="57368"/>
                  </a:cubicBezTo>
                  <a:cubicBezTo>
                    <a:pt x="32347" y="19891"/>
                    <a:pt x="6307" y="87"/>
                    <a:pt x="3279" y="87"/>
                  </a:cubicBezTo>
                  <a:cubicBezTo>
                    <a:pt x="1462" y="87"/>
                    <a:pt x="251" y="1305"/>
                    <a:pt x="251" y="3134"/>
                  </a:cubicBezTo>
                  <a:cubicBezTo>
                    <a:pt x="251" y="4048"/>
                    <a:pt x="251" y="4657"/>
                    <a:pt x="6004" y="10141"/>
                  </a:cubicBezTo>
                  <a:cubicBezTo>
                    <a:pt x="35678" y="40305"/>
                    <a:pt x="52937" y="88751"/>
                    <a:pt x="52937" y="152430"/>
                  </a:cubicBezTo>
                  <a:cubicBezTo>
                    <a:pt x="52937" y="204532"/>
                    <a:pt x="41734" y="258157"/>
                    <a:pt x="4188" y="296548"/>
                  </a:cubicBezTo>
                  <a:cubicBezTo>
                    <a:pt x="251" y="300204"/>
                    <a:pt x="251" y="300813"/>
                    <a:pt x="251" y="301727"/>
                  </a:cubicBezTo>
                  <a:cubicBezTo>
                    <a:pt x="251" y="303556"/>
                    <a:pt x="1462" y="304774"/>
                    <a:pt x="3279" y="304774"/>
                  </a:cubicBezTo>
                  <a:cubicBezTo>
                    <a:pt x="6307" y="304774"/>
                    <a:pt x="33558" y="284056"/>
                    <a:pt x="51423" y="245360"/>
                  </a:cubicBezTo>
                  <a:cubicBezTo>
                    <a:pt x="66866" y="211845"/>
                    <a:pt x="70499" y="178024"/>
                    <a:pt x="70499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3165599F-8447-8590-DA35-80BEE4F1D044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0017639" y="7704478"/>
              <a:ext cx="201357" cy="202921"/>
            </a:xfrm>
            <a:custGeom>
              <a:avLst/>
              <a:gdLst>
                <a:gd name="connsiteX0" fmla="*/ 107143 w 201357"/>
                <a:gd name="connsiteY0" fmla="*/ 107641 h 202921"/>
                <a:gd name="connsiteX1" fmla="*/ 191622 w 201357"/>
                <a:gd name="connsiteY1" fmla="*/ 107641 h 202921"/>
                <a:gd name="connsiteX2" fmla="*/ 201614 w 201357"/>
                <a:gd name="connsiteY2" fmla="*/ 101548 h 202921"/>
                <a:gd name="connsiteX3" fmla="*/ 191622 w 201357"/>
                <a:gd name="connsiteY3" fmla="*/ 95454 h 202921"/>
                <a:gd name="connsiteX4" fmla="*/ 107143 w 201357"/>
                <a:gd name="connsiteY4" fmla="*/ 95454 h 202921"/>
                <a:gd name="connsiteX5" fmla="*/ 107143 w 201357"/>
                <a:gd name="connsiteY5" fmla="*/ 10141 h 202921"/>
                <a:gd name="connsiteX6" fmla="*/ 101087 w 201357"/>
                <a:gd name="connsiteY6" fmla="*/ 87 h 202921"/>
                <a:gd name="connsiteX7" fmla="*/ 95031 w 201357"/>
                <a:gd name="connsiteY7" fmla="*/ 10141 h 202921"/>
                <a:gd name="connsiteX8" fmla="*/ 95031 w 201357"/>
                <a:gd name="connsiteY8" fmla="*/ 95454 h 202921"/>
                <a:gd name="connsiteX9" fmla="*/ 10249 w 201357"/>
                <a:gd name="connsiteY9" fmla="*/ 95454 h 202921"/>
                <a:gd name="connsiteX10" fmla="*/ 257 w 201357"/>
                <a:gd name="connsiteY10" fmla="*/ 101548 h 202921"/>
                <a:gd name="connsiteX11" fmla="*/ 10249 w 201357"/>
                <a:gd name="connsiteY11" fmla="*/ 107641 h 202921"/>
                <a:gd name="connsiteX12" fmla="*/ 95031 w 201357"/>
                <a:gd name="connsiteY12" fmla="*/ 107641 h 202921"/>
                <a:gd name="connsiteX13" fmla="*/ 95031 w 201357"/>
                <a:gd name="connsiteY13" fmla="*/ 192954 h 202921"/>
                <a:gd name="connsiteX14" fmla="*/ 101087 w 201357"/>
                <a:gd name="connsiteY14" fmla="*/ 203009 h 202921"/>
                <a:gd name="connsiteX15" fmla="*/ 107143 w 201357"/>
                <a:gd name="connsiteY15" fmla="*/ 192954 h 202921"/>
                <a:gd name="connsiteX16" fmla="*/ 107143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43" y="107641"/>
                  </a:moveTo>
                  <a:lnTo>
                    <a:pt x="191622" y="107641"/>
                  </a:lnTo>
                  <a:cubicBezTo>
                    <a:pt x="195861" y="107641"/>
                    <a:pt x="201614" y="107641"/>
                    <a:pt x="201614" y="101548"/>
                  </a:cubicBezTo>
                  <a:cubicBezTo>
                    <a:pt x="201614" y="95454"/>
                    <a:pt x="195861" y="95454"/>
                    <a:pt x="191622" y="95454"/>
                  </a:cubicBezTo>
                  <a:lnTo>
                    <a:pt x="107143" y="95454"/>
                  </a:lnTo>
                  <a:lnTo>
                    <a:pt x="107143" y="10141"/>
                  </a:lnTo>
                  <a:cubicBezTo>
                    <a:pt x="107143" y="5876"/>
                    <a:pt x="107143" y="87"/>
                    <a:pt x="101087" y="87"/>
                  </a:cubicBezTo>
                  <a:cubicBezTo>
                    <a:pt x="95031" y="87"/>
                    <a:pt x="95031" y="5876"/>
                    <a:pt x="95031" y="10141"/>
                  </a:cubicBezTo>
                  <a:lnTo>
                    <a:pt x="95031" y="95454"/>
                  </a:lnTo>
                  <a:lnTo>
                    <a:pt x="10249" y="95454"/>
                  </a:lnTo>
                  <a:cubicBezTo>
                    <a:pt x="6010" y="95454"/>
                    <a:pt x="257" y="95454"/>
                    <a:pt x="257" y="101548"/>
                  </a:cubicBezTo>
                  <a:cubicBezTo>
                    <a:pt x="257" y="107641"/>
                    <a:pt x="6010" y="107641"/>
                    <a:pt x="10249" y="107641"/>
                  </a:cubicBezTo>
                  <a:lnTo>
                    <a:pt x="95031" y="107641"/>
                  </a:lnTo>
                  <a:lnTo>
                    <a:pt x="95031" y="192954"/>
                  </a:lnTo>
                  <a:cubicBezTo>
                    <a:pt x="95031" y="197220"/>
                    <a:pt x="95031" y="203009"/>
                    <a:pt x="101087" y="203009"/>
                  </a:cubicBezTo>
                  <a:cubicBezTo>
                    <a:pt x="107143" y="203009"/>
                    <a:pt x="107143" y="197220"/>
                    <a:pt x="107143" y="192954"/>
                  </a:cubicBezTo>
                  <a:lnTo>
                    <a:pt x="107143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C5938FC2-C84E-1BD6-9C35-A48F69F63FB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292064" y="7676142"/>
              <a:ext cx="117786" cy="210234"/>
            </a:xfrm>
            <a:custGeom>
              <a:avLst/>
              <a:gdLst>
                <a:gd name="connsiteX0" fmla="*/ 33572 w 117786"/>
                <a:gd name="connsiteY0" fmla="*/ 105509 h 210234"/>
                <a:gd name="connsiteX1" fmla="*/ 65669 w 117786"/>
                <a:gd name="connsiteY1" fmla="*/ 108861 h 210234"/>
                <a:gd name="connsiteX2" fmla="*/ 96251 w 117786"/>
                <a:gd name="connsiteY2" fmla="*/ 153955 h 210234"/>
                <a:gd name="connsiteX3" fmla="*/ 56585 w 117786"/>
                <a:gd name="connsiteY3" fmla="*/ 199353 h 210234"/>
                <a:gd name="connsiteX4" fmla="*/ 31150 w 117786"/>
                <a:gd name="connsiteY4" fmla="*/ 189908 h 210234"/>
                <a:gd name="connsiteX5" fmla="*/ 11771 w 117786"/>
                <a:gd name="connsiteY5" fmla="*/ 182291 h 210234"/>
                <a:gd name="connsiteX6" fmla="*/ 265 w 117786"/>
                <a:gd name="connsiteY6" fmla="*/ 192955 h 210234"/>
                <a:gd name="connsiteX7" fmla="*/ 34481 w 117786"/>
                <a:gd name="connsiteY7" fmla="*/ 210322 h 210234"/>
                <a:gd name="connsiteX8" fmla="*/ 95948 w 117786"/>
                <a:gd name="connsiteY8" fmla="*/ 189908 h 210234"/>
                <a:gd name="connsiteX9" fmla="*/ 118052 w 117786"/>
                <a:gd name="connsiteY9" fmla="*/ 139330 h 210234"/>
                <a:gd name="connsiteX10" fmla="*/ 104426 w 117786"/>
                <a:gd name="connsiteY10" fmla="*/ 100025 h 210234"/>
                <a:gd name="connsiteX11" fmla="*/ 79294 w 117786"/>
                <a:gd name="connsiteY11" fmla="*/ 83876 h 210234"/>
                <a:gd name="connsiteX12" fmla="*/ 107757 w 117786"/>
                <a:gd name="connsiteY12" fmla="*/ 41830 h 210234"/>
                <a:gd name="connsiteX13" fmla="*/ 60521 w 117786"/>
                <a:gd name="connsiteY13" fmla="*/ 87 h 210234"/>
                <a:gd name="connsiteX14" fmla="*/ 21158 w 117786"/>
                <a:gd name="connsiteY14" fmla="*/ 15017 h 210234"/>
                <a:gd name="connsiteX15" fmla="*/ 871 w 117786"/>
                <a:gd name="connsiteY15" fmla="*/ 49447 h 210234"/>
                <a:gd name="connsiteX16" fmla="*/ 5413 w 117786"/>
                <a:gd name="connsiteY16" fmla="*/ 50666 h 210234"/>
                <a:gd name="connsiteX17" fmla="*/ 50529 w 117786"/>
                <a:gd name="connsiteY17" fmla="*/ 18369 h 210234"/>
                <a:gd name="connsiteX18" fmla="*/ 83836 w 117786"/>
                <a:gd name="connsiteY18" fmla="*/ 50970 h 210234"/>
                <a:gd name="connsiteX19" fmla="*/ 71724 w 117786"/>
                <a:gd name="connsiteY19" fmla="*/ 80525 h 210234"/>
                <a:gd name="connsiteX20" fmla="*/ 33572 w 117786"/>
                <a:gd name="connsiteY20" fmla="*/ 101548 h 210234"/>
                <a:gd name="connsiteX21" fmla="*/ 33572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572" y="105509"/>
                  </a:moveTo>
                  <a:cubicBezTo>
                    <a:pt x="51437" y="105509"/>
                    <a:pt x="58401" y="106119"/>
                    <a:pt x="65669" y="108861"/>
                  </a:cubicBezTo>
                  <a:cubicBezTo>
                    <a:pt x="84442" y="115564"/>
                    <a:pt x="96251" y="132931"/>
                    <a:pt x="96251" y="153955"/>
                  </a:cubicBezTo>
                  <a:cubicBezTo>
                    <a:pt x="96251" y="179548"/>
                    <a:pt x="78991" y="199353"/>
                    <a:pt x="56585" y="199353"/>
                  </a:cubicBezTo>
                  <a:cubicBezTo>
                    <a:pt x="48409" y="199353"/>
                    <a:pt x="42353" y="197220"/>
                    <a:pt x="31150" y="189908"/>
                  </a:cubicBezTo>
                  <a:cubicBezTo>
                    <a:pt x="22066" y="184423"/>
                    <a:pt x="16919" y="182291"/>
                    <a:pt x="11771" y="182291"/>
                  </a:cubicBezTo>
                  <a:cubicBezTo>
                    <a:pt x="4807" y="182291"/>
                    <a:pt x="265" y="186556"/>
                    <a:pt x="265" y="192955"/>
                  </a:cubicBezTo>
                  <a:cubicBezTo>
                    <a:pt x="265" y="203619"/>
                    <a:pt x="13285" y="210322"/>
                    <a:pt x="34481" y="210322"/>
                  </a:cubicBezTo>
                  <a:cubicBezTo>
                    <a:pt x="57796" y="210322"/>
                    <a:pt x="81717" y="202400"/>
                    <a:pt x="95948" y="189908"/>
                  </a:cubicBezTo>
                  <a:cubicBezTo>
                    <a:pt x="110179" y="177416"/>
                    <a:pt x="118052" y="159744"/>
                    <a:pt x="118052" y="139330"/>
                  </a:cubicBezTo>
                  <a:cubicBezTo>
                    <a:pt x="118052" y="123791"/>
                    <a:pt x="113207" y="109470"/>
                    <a:pt x="104426" y="100025"/>
                  </a:cubicBezTo>
                  <a:cubicBezTo>
                    <a:pt x="98370" y="93322"/>
                    <a:pt x="92617" y="89666"/>
                    <a:pt x="79294" y="83876"/>
                  </a:cubicBezTo>
                  <a:cubicBezTo>
                    <a:pt x="100187" y="69556"/>
                    <a:pt x="107757" y="58283"/>
                    <a:pt x="107757" y="41830"/>
                  </a:cubicBezTo>
                  <a:cubicBezTo>
                    <a:pt x="107757" y="17150"/>
                    <a:pt x="88378" y="87"/>
                    <a:pt x="60521" y="87"/>
                  </a:cubicBezTo>
                  <a:cubicBezTo>
                    <a:pt x="45381" y="87"/>
                    <a:pt x="32058" y="5267"/>
                    <a:pt x="21158" y="15017"/>
                  </a:cubicBezTo>
                  <a:cubicBezTo>
                    <a:pt x="12074" y="23244"/>
                    <a:pt x="7532" y="31165"/>
                    <a:pt x="871" y="49447"/>
                  </a:cubicBezTo>
                  <a:lnTo>
                    <a:pt x="5413" y="50666"/>
                  </a:lnTo>
                  <a:cubicBezTo>
                    <a:pt x="17827" y="28423"/>
                    <a:pt x="31453" y="18369"/>
                    <a:pt x="50529" y="18369"/>
                  </a:cubicBezTo>
                  <a:cubicBezTo>
                    <a:pt x="70210" y="18369"/>
                    <a:pt x="83836" y="31775"/>
                    <a:pt x="83836" y="50970"/>
                  </a:cubicBezTo>
                  <a:cubicBezTo>
                    <a:pt x="83836" y="61939"/>
                    <a:pt x="79294" y="72908"/>
                    <a:pt x="71724" y="80525"/>
                  </a:cubicBezTo>
                  <a:cubicBezTo>
                    <a:pt x="62641" y="89666"/>
                    <a:pt x="54162" y="94236"/>
                    <a:pt x="33572" y="101548"/>
                  </a:cubicBezTo>
                  <a:lnTo>
                    <a:pt x="33572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FCC598A4-29DB-2D3A-E5BD-AB5A56BF599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432086" y="7675532"/>
              <a:ext cx="172894" cy="269648"/>
            </a:xfrm>
            <a:custGeom>
              <a:avLst/>
              <a:gdLst>
                <a:gd name="connsiteX0" fmla="*/ 55380 w 172894"/>
                <a:gd name="connsiteY0" fmla="*/ 86009 h 269648"/>
                <a:gd name="connsiteX1" fmla="*/ 82631 w 172894"/>
                <a:gd name="connsiteY1" fmla="*/ 86009 h 269648"/>
                <a:gd name="connsiteX2" fmla="*/ 55986 w 172894"/>
                <a:gd name="connsiteY2" fmla="*/ 213978 h 269648"/>
                <a:gd name="connsiteX3" fmla="*/ 26615 w 172894"/>
                <a:gd name="connsiteY3" fmla="*/ 263338 h 269648"/>
                <a:gd name="connsiteX4" fmla="*/ 20559 w 172894"/>
                <a:gd name="connsiteY4" fmla="*/ 258463 h 269648"/>
                <a:gd name="connsiteX5" fmla="*/ 21770 w 172894"/>
                <a:gd name="connsiteY5" fmla="*/ 255111 h 269648"/>
                <a:gd name="connsiteX6" fmla="*/ 23284 w 172894"/>
                <a:gd name="connsiteY6" fmla="*/ 250236 h 269648"/>
                <a:gd name="connsiteX7" fmla="*/ 11475 w 172894"/>
                <a:gd name="connsiteY7" fmla="*/ 238658 h 269648"/>
                <a:gd name="connsiteX8" fmla="*/ 272 w 172894"/>
                <a:gd name="connsiteY8" fmla="*/ 251150 h 269648"/>
                <a:gd name="connsiteX9" fmla="*/ 24192 w 172894"/>
                <a:gd name="connsiteY9" fmla="*/ 269736 h 269648"/>
                <a:gd name="connsiteX10" fmla="*/ 84751 w 172894"/>
                <a:gd name="connsiteY10" fmla="*/ 183509 h 269648"/>
                <a:gd name="connsiteX11" fmla="*/ 106552 w 172894"/>
                <a:gd name="connsiteY11" fmla="*/ 86009 h 269648"/>
                <a:gd name="connsiteX12" fmla="*/ 139557 w 172894"/>
                <a:gd name="connsiteY12" fmla="*/ 86009 h 269648"/>
                <a:gd name="connsiteX13" fmla="*/ 141373 w 172894"/>
                <a:gd name="connsiteY13" fmla="*/ 76259 h 269648"/>
                <a:gd name="connsiteX14" fmla="*/ 108672 w 172894"/>
                <a:gd name="connsiteY14" fmla="*/ 76259 h 269648"/>
                <a:gd name="connsiteX15" fmla="*/ 145612 w 172894"/>
                <a:gd name="connsiteY15" fmla="*/ 6790 h 269648"/>
                <a:gd name="connsiteX16" fmla="*/ 152274 w 172894"/>
                <a:gd name="connsiteY16" fmla="*/ 10447 h 269648"/>
                <a:gd name="connsiteX17" fmla="*/ 151063 w 172894"/>
                <a:gd name="connsiteY17" fmla="*/ 13494 h 269648"/>
                <a:gd name="connsiteX18" fmla="*/ 149246 w 172894"/>
                <a:gd name="connsiteY18" fmla="*/ 19892 h 269648"/>
                <a:gd name="connsiteX19" fmla="*/ 160449 w 172894"/>
                <a:gd name="connsiteY19" fmla="*/ 32080 h 269648"/>
                <a:gd name="connsiteX20" fmla="*/ 173167 w 172894"/>
                <a:gd name="connsiteY20" fmla="*/ 19892 h 269648"/>
                <a:gd name="connsiteX21" fmla="*/ 147126 w 172894"/>
                <a:gd name="connsiteY21" fmla="*/ 87 h 269648"/>
                <a:gd name="connsiteX22" fmla="*/ 109580 w 172894"/>
                <a:gd name="connsiteY22" fmla="*/ 21111 h 269648"/>
                <a:gd name="connsiteX23" fmla="*/ 85357 w 172894"/>
                <a:gd name="connsiteY23" fmla="*/ 76259 h 269648"/>
                <a:gd name="connsiteX24" fmla="*/ 57500 w 172894"/>
                <a:gd name="connsiteY24" fmla="*/ 76259 h 269648"/>
                <a:gd name="connsiteX25" fmla="*/ 55380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80" y="86009"/>
                  </a:moveTo>
                  <a:lnTo>
                    <a:pt x="82631" y="86009"/>
                  </a:lnTo>
                  <a:lnTo>
                    <a:pt x="55986" y="213978"/>
                  </a:lnTo>
                  <a:cubicBezTo>
                    <a:pt x="49324" y="246580"/>
                    <a:pt x="39332" y="263338"/>
                    <a:pt x="26615" y="263338"/>
                  </a:cubicBezTo>
                  <a:cubicBezTo>
                    <a:pt x="22981" y="263338"/>
                    <a:pt x="20559" y="261205"/>
                    <a:pt x="20559" y="258463"/>
                  </a:cubicBezTo>
                  <a:cubicBezTo>
                    <a:pt x="20559" y="257548"/>
                    <a:pt x="20862" y="256634"/>
                    <a:pt x="21770" y="255111"/>
                  </a:cubicBezTo>
                  <a:cubicBezTo>
                    <a:pt x="22981" y="253283"/>
                    <a:pt x="23284" y="252064"/>
                    <a:pt x="23284" y="250236"/>
                  </a:cubicBezTo>
                  <a:cubicBezTo>
                    <a:pt x="23284" y="243838"/>
                    <a:pt x="17834" y="238658"/>
                    <a:pt x="11475" y="238658"/>
                  </a:cubicBezTo>
                  <a:cubicBezTo>
                    <a:pt x="5116" y="238658"/>
                    <a:pt x="272" y="244142"/>
                    <a:pt x="272" y="251150"/>
                  </a:cubicBezTo>
                  <a:cubicBezTo>
                    <a:pt x="272" y="261509"/>
                    <a:pt x="10869" y="269736"/>
                    <a:pt x="24192" y="269736"/>
                  </a:cubicBezTo>
                  <a:cubicBezTo>
                    <a:pt x="51141" y="269736"/>
                    <a:pt x="72336" y="239572"/>
                    <a:pt x="84751" y="183509"/>
                  </a:cubicBezTo>
                  <a:lnTo>
                    <a:pt x="106552" y="86009"/>
                  </a:lnTo>
                  <a:lnTo>
                    <a:pt x="139557" y="86009"/>
                  </a:lnTo>
                  <a:lnTo>
                    <a:pt x="141373" y="76259"/>
                  </a:lnTo>
                  <a:lnTo>
                    <a:pt x="108672" y="76259"/>
                  </a:lnTo>
                  <a:cubicBezTo>
                    <a:pt x="117453" y="28423"/>
                    <a:pt x="128656" y="6790"/>
                    <a:pt x="145612" y="6790"/>
                  </a:cubicBezTo>
                  <a:cubicBezTo>
                    <a:pt x="149549" y="6790"/>
                    <a:pt x="152274" y="8314"/>
                    <a:pt x="152274" y="10447"/>
                  </a:cubicBezTo>
                  <a:cubicBezTo>
                    <a:pt x="152274" y="11361"/>
                    <a:pt x="151971" y="11970"/>
                    <a:pt x="151063" y="13494"/>
                  </a:cubicBezTo>
                  <a:cubicBezTo>
                    <a:pt x="149852" y="16236"/>
                    <a:pt x="149246" y="17759"/>
                    <a:pt x="149246" y="19892"/>
                  </a:cubicBezTo>
                  <a:cubicBezTo>
                    <a:pt x="149246" y="27205"/>
                    <a:pt x="153788" y="32080"/>
                    <a:pt x="160449" y="32080"/>
                  </a:cubicBezTo>
                  <a:cubicBezTo>
                    <a:pt x="167414" y="32080"/>
                    <a:pt x="173167" y="26595"/>
                    <a:pt x="173167" y="19892"/>
                  </a:cubicBezTo>
                  <a:cubicBezTo>
                    <a:pt x="173167" y="8619"/>
                    <a:pt x="161963" y="87"/>
                    <a:pt x="147126" y="87"/>
                  </a:cubicBezTo>
                  <a:cubicBezTo>
                    <a:pt x="132290" y="87"/>
                    <a:pt x="120481" y="6790"/>
                    <a:pt x="109580" y="21111"/>
                  </a:cubicBezTo>
                  <a:cubicBezTo>
                    <a:pt x="100496" y="32994"/>
                    <a:pt x="94440" y="47009"/>
                    <a:pt x="85357" y="76259"/>
                  </a:cubicBezTo>
                  <a:lnTo>
                    <a:pt x="57500" y="76259"/>
                  </a:lnTo>
                  <a:lnTo>
                    <a:pt x="55380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4EBF60DF-F399-B169-BCC4-5F6C256B3846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0635435" y="7653595"/>
              <a:ext cx="70247" cy="304687"/>
            </a:xfrm>
            <a:custGeom>
              <a:avLst/>
              <a:gdLst>
                <a:gd name="connsiteX0" fmla="*/ 70524 w 70247"/>
                <a:gd name="connsiteY0" fmla="*/ 301727 h 304687"/>
                <a:gd name="connsiteX1" fmla="*/ 65377 w 70247"/>
                <a:gd name="connsiteY1" fmla="*/ 295024 h 304687"/>
                <a:gd name="connsiteX2" fmla="*/ 17838 w 70247"/>
                <a:gd name="connsiteY2" fmla="*/ 152430 h 304687"/>
                <a:gd name="connsiteX3" fmla="*/ 66588 w 70247"/>
                <a:gd name="connsiteY3" fmla="*/ 8313 h 304687"/>
                <a:gd name="connsiteX4" fmla="*/ 70524 w 70247"/>
                <a:gd name="connsiteY4" fmla="*/ 3134 h 304687"/>
                <a:gd name="connsiteX5" fmla="*/ 67496 w 70247"/>
                <a:gd name="connsiteY5" fmla="*/ 87 h 304687"/>
                <a:gd name="connsiteX6" fmla="*/ 19352 w 70247"/>
                <a:gd name="connsiteY6" fmla="*/ 59501 h 304687"/>
                <a:gd name="connsiteX7" fmla="*/ 276 w 70247"/>
                <a:gd name="connsiteY7" fmla="*/ 152430 h 304687"/>
                <a:gd name="connsiteX8" fmla="*/ 20261 w 70247"/>
                <a:gd name="connsiteY8" fmla="*/ 247493 h 304687"/>
                <a:gd name="connsiteX9" fmla="*/ 67496 w 70247"/>
                <a:gd name="connsiteY9" fmla="*/ 304774 h 304687"/>
                <a:gd name="connsiteX10" fmla="*/ 70524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24" y="301727"/>
                  </a:moveTo>
                  <a:cubicBezTo>
                    <a:pt x="70524" y="300813"/>
                    <a:pt x="70524" y="300204"/>
                    <a:pt x="65377" y="295024"/>
                  </a:cubicBezTo>
                  <a:cubicBezTo>
                    <a:pt x="27528" y="256634"/>
                    <a:pt x="17838" y="199048"/>
                    <a:pt x="17838" y="152430"/>
                  </a:cubicBezTo>
                  <a:cubicBezTo>
                    <a:pt x="17838" y="99415"/>
                    <a:pt x="29345" y="46399"/>
                    <a:pt x="66588" y="8313"/>
                  </a:cubicBezTo>
                  <a:cubicBezTo>
                    <a:pt x="70524" y="4657"/>
                    <a:pt x="70524" y="4048"/>
                    <a:pt x="70524" y="3134"/>
                  </a:cubicBezTo>
                  <a:cubicBezTo>
                    <a:pt x="70524" y="1001"/>
                    <a:pt x="69313" y="87"/>
                    <a:pt x="67496" y="87"/>
                  </a:cubicBezTo>
                  <a:cubicBezTo>
                    <a:pt x="64469" y="87"/>
                    <a:pt x="37217" y="20805"/>
                    <a:pt x="19352" y="59501"/>
                  </a:cubicBezTo>
                  <a:cubicBezTo>
                    <a:pt x="3910" y="93016"/>
                    <a:pt x="276" y="126837"/>
                    <a:pt x="276" y="152430"/>
                  </a:cubicBezTo>
                  <a:cubicBezTo>
                    <a:pt x="276" y="176196"/>
                    <a:pt x="3607" y="213063"/>
                    <a:pt x="20261" y="247493"/>
                  </a:cubicBezTo>
                  <a:cubicBezTo>
                    <a:pt x="38428" y="284970"/>
                    <a:pt x="64469" y="304774"/>
                    <a:pt x="67496" y="304774"/>
                  </a:cubicBezTo>
                  <a:cubicBezTo>
                    <a:pt x="69313" y="304774"/>
                    <a:pt x="70524" y="303860"/>
                    <a:pt x="70524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2D4BD9C-6C48-5F45-6989-6CC10F17184A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715204" y="7747743"/>
              <a:ext cx="143523" cy="137718"/>
            </a:xfrm>
            <a:custGeom>
              <a:avLst/>
              <a:gdLst>
                <a:gd name="connsiteX0" fmla="*/ 130178 w 143523"/>
                <a:gd name="connsiteY0" fmla="*/ 100634 h 137718"/>
                <a:gd name="connsiteX1" fmla="*/ 123517 w 143523"/>
                <a:gd name="connsiteY1" fmla="*/ 108861 h 137718"/>
                <a:gd name="connsiteX2" fmla="*/ 109588 w 143523"/>
                <a:gd name="connsiteY2" fmla="*/ 121048 h 137718"/>
                <a:gd name="connsiteX3" fmla="*/ 100201 w 143523"/>
                <a:gd name="connsiteY3" fmla="*/ 108556 h 137718"/>
                <a:gd name="connsiteX4" fmla="*/ 98990 w 143523"/>
                <a:gd name="connsiteY4" fmla="*/ 103376 h 137718"/>
                <a:gd name="connsiteX5" fmla="*/ 88090 w 143523"/>
                <a:gd name="connsiteY5" fmla="*/ 54017 h 137718"/>
                <a:gd name="connsiteX6" fmla="*/ 117764 w 143523"/>
                <a:gd name="connsiteY6" fmla="*/ 17150 h 137718"/>
                <a:gd name="connsiteX7" fmla="*/ 125031 w 143523"/>
                <a:gd name="connsiteY7" fmla="*/ 19587 h 137718"/>
                <a:gd name="connsiteX8" fmla="*/ 133206 w 143523"/>
                <a:gd name="connsiteY8" fmla="*/ 22330 h 137718"/>
                <a:gd name="connsiteX9" fmla="*/ 143804 w 143523"/>
                <a:gd name="connsiteY9" fmla="*/ 11361 h 137718"/>
                <a:gd name="connsiteX10" fmla="*/ 131389 w 143523"/>
                <a:gd name="connsiteY10" fmla="*/ 87 h 137718"/>
                <a:gd name="connsiteX11" fmla="*/ 85667 w 143523"/>
                <a:gd name="connsiteY11" fmla="*/ 43658 h 137718"/>
                <a:gd name="connsiteX12" fmla="*/ 82337 w 143523"/>
                <a:gd name="connsiteY12" fmla="*/ 26900 h 137718"/>
                <a:gd name="connsiteX13" fmla="*/ 66591 w 143523"/>
                <a:gd name="connsiteY13" fmla="*/ 87 h 137718"/>
                <a:gd name="connsiteX14" fmla="*/ 31165 w 143523"/>
                <a:gd name="connsiteY14" fmla="*/ 8923 h 137718"/>
                <a:gd name="connsiteX15" fmla="*/ 27834 w 143523"/>
                <a:gd name="connsiteY15" fmla="*/ 10142 h 137718"/>
                <a:gd name="connsiteX16" fmla="*/ 29045 w 143523"/>
                <a:gd name="connsiteY16" fmla="*/ 14712 h 137718"/>
                <a:gd name="connsiteX17" fmla="*/ 46002 w 143523"/>
                <a:gd name="connsiteY17" fmla="*/ 11361 h 137718"/>
                <a:gd name="connsiteX18" fmla="*/ 59627 w 143523"/>
                <a:gd name="connsiteY18" fmla="*/ 32384 h 137718"/>
                <a:gd name="connsiteX19" fmla="*/ 68408 w 143523"/>
                <a:gd name="connsiteY19" fmla="*/ 69861 h 137718"/>
                <a:gd name="connsiteX20" fmla="*/ 43579 w 143523"/>
                <a:gd name="connsiteY20" fmla="*/ 105509 h 137718"/>
                <a:gd name="connsiteX21" fmla="*/ 28137 w 143523"/>
                <a:gd name="connsiteY21" fmla="*/ 120134 h 137718"/>
                <a:gd name="connsiteX22" fmla="*/ 20264 w 143523"/>
                <a:gd name="connsiteY22" fmla="*/ 117392 h 137718"/>
                <a:gd name="connsiteX23" fmla="*/ 10575 w 143523"/>
                <a:gd name="connsiteY23" fmla="*/ 114345 h 137718"/>
                <a:gd name="connsiteX24" fmla="*/ 280 w 143523"/>
                <a:gd name="connsiteY24" fmla="*/ 125009 h 137718"/>
                <a:gd name="connsiteX25" fmla="*/ 15419 w 143523"/>
                <a:gd name="connsiteY25" fmla="*/ 137806 h 137718"/>
                <a:gd name="connsiteX26" fmla="*/ 43579 w 143523"/>
                <a:gd name="connsiteY26" fmla="*/ 116478 h 137718"/>
                <a:gd name="connsiteX27" fmla="*/ 70831 w 143523"/>
                <a:gd name="connsiteY27" fmla="*/ 80830 h 137718"/>
                <a:gd name="connsiteX28" fmla="*/ 79914 w 143523"/>
                <a:gd name="connsiteY28" fmla="*/ 117392 h 137718"/>
                <a:gd name="connsiteX29" fmla="*/ 97476 w 143523"/>
                <a:gd name="connsiteY29" fmla="*/ 137806 h 137718"/>
                <a:gd name="connsiteX30" fmla="*/ 134417 w 143523"/>
                <a:gd name="connsiteY30" fmla="*/ 103072 h 137718"/>
                <a:gd name="connsiteX31" fmla="*/ 130178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78" y="100634"/>
                  </a:moveTo>
                  <a:cubicBezTo>
                    <a:pt x="127756" y="103376"/>
                    <a:pt x="126242" y="105205"/>
                    <a:pt x="123517" y="108861"/>
                  </a:cubicBezTo>
                  <a:cubicBezTo>
                    <a:pt x="116552" y="118001"/>
                    <a:pt x="112919" y="121048"/>
                    <a:pt x="109588" y="121048"/>
                  </a:cubicBezTo>
                  <a:cubicBezTo>
                    <a:pt x="105046" y="121048"/>
                    <a:pt x="102321" y="117087"/>
                    <a:pt x="100201" y="108556"/>
                  </a:cubicBezTo>
                  <a:cubicBezTo>
                    <a:pt x="99596" y="106119"/>
                    <a:pt x="99293" y="104291"/>
                    <a:pt x="98990" y="103376"/>
                  </a:cubicBezTo>
                  <a:cubicBezTo>
                    <a:pt x="91420" y="72603"/>
                    <a:pt x="88090" y="58587"/>
                    <a:pt x="88090" y="54017"/>
                  </a:cubicBezTo>
                  <a:cubicBezTo>
                    <a:pt x="101413" y="30556"/>
                    <a:pt x="112313" y="17150"/>
                    <a:pt x="117764" y="17150"/>
                  </a:cubicBezTo>
                  <a:cubicBezTo>
                    <a:pt x="119580" y="17150"/>
                    <a:pt x="122003" y="18064"/>
                    <a:pt x="125031" y="19587"/>
                  </a:cubicBezTo>
                  <a:cubicBezTo>
                    <a:pt x="128664" y="21720"/>
                    <a:pt x="130784" y="22330"/>
                    <a:pt x="133206" y="22330"/>
                  </a:cubicBezTo>
                  <a:cubicBezTo>
                    <a:pt x="139565" y="22330"/>
                    <a:pt x="143804" y="17759"/>
                    <a:pt x="143804" y="11361"/>
                  </a:cubicBezTo>
                  <a:cubicBezTo>
                    <a:pt x="143804" y="4962"/>
                    <a:pt x="138656" y="87"/>
                    <a:pt x="131389" y="87"/>
                  </a:cubicBezTo>
                  <a:cubicBezTo>
                    <a:pt x="118066" y="87"/>
                    <a:pt x="106560" y="11056"/>
                    <a:pt x="85667" y="43658"/>
                  </a:cubicBezTo>
                  <a:lnTo>
                    <a:pt x="82337" y="26900"/>
                  </a:lnTo>
                  <a:cubicBezTo>
                    <a:pt x="78098" y="6181"/>
                    <a:pt x="74767" y="87"/>
                    <a:pt x="66591" y="87"/>
                  </a:cubicBezTo>
                  <a:cubicBezTo>
                    <a:pt x="59930" y="87"/>
                    <a:pt x="49635" y="2830"/>
                    <a:pt x="31165" y="8923"/>
                  </a:cubicBezTo>
                  <a:lnTo>
                    <a:pt x="27834" y="10142"/>
                  </a:lnTo>
                  <a:lnTo>
                    <a:pt x="29045" y="14712"/>
                  </a:lnTo>
                  <a:cubicBezTo>
                    <a:pt x="40551" y="11970"/>
                    <a:pt x="43276" y="11361"/>
                    <a:pt x="46002" y="11361"/>
                  </a:cubicBezTo>
                  <a:cubicBezTo>
                    <a:pt x="53571" y="11361"/>
                    <a:pt x="55388" y="14103"/>
                    <a:pt x="59627" y="32384"/>
                  </a:cubicBezTo>
                  <a:lnTo>
                    <a:pt x="68408" y="69861"/>
                  </a:lnTo>
                  <a:lnTo>
                    <a:pt x="43579" y="105509"/>
                  </a:lnTo>
                  <a:cubicBezTo>
                    <a:pt x="37523" y="114650"/>
                    <a:pt x="31467" y="120134"/>
                    <a:pt x="28137" y="120134"/>
                  </a:cubicBezTo>
                  <a:cubicBezTo>
                    <a:pt x="26320" y="120134"/>
                    <a:pt x="23292" y="119220"/>
                    <a:pt x="20264" y="117392"/>
                  </a:cubicBezTo>
                  <a:cubicBezTo>
                    <a:pt x="16328" y="115259"/>
                    <a:pt x="12997" y="114345"/>
                    <a:pt x="10575" y="114345"/>
                  </a:cubicBezTo>
                  <a:cubicBezTo>
                    <a:pt x="4822" y="114345"/>
                    <a:pt x="280" y="118916"/>
                    <a:pt x="280" y="125009"/>
                  </a:cubicBezTo>
                  <a:cubicBezTo>
                    <a:pt x="280" y="132931"/>
                    <a:pt x="6336" y="137806"/>
                    <a:pt x="15419" y="137806"/>
                  </a:cubicBezTo>
                  <a:cubicBezTo>
                    <a:pt x="24806" y="137806"/>
                    <a:pt x="28440" y="135064"/>
                    <a:pt x="43579" y="116478"/>
                  </a:cubicBezTo>
                  <a:cubicBezTo>
                    <a:pt x="51755" y="106728"/>
                    <a:pt x="58113" y="98501"/>
                    <a:pt x="70831" y="80830"/>
                  </a:cubicBezTo>
                  <a:lnTo>
                    <a:pt x="79914" y="117392"/>
                  </a:lnTo>
                  <a:cubicBezTo>
                    <a:pt x="83851" y="132931"/>
                    <a:pt x="87787" y="137806"/>
                    <a:pt x="97476" y="137806"/>
                  </a:cubicBezTo>
                  <a:cubicBezTo>
                    <a:pt x="108982" y="137806"/>
                    <a:pt x="116855" y="130494"/>
                    <a:pt x="134417" y="103072"/>
                  </a:cubicBezTo>
                  <a:lnTo>
                    <a:pt x="130178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A47850CA-2F42-9D07-80E8-5F7120FCC0E7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861011" y="7775893"/>
              <a:ext cx="103070" cy="152416"/>
            </a:xfrm>
            <a:custGeom>
              <a:avLst/>
              <a:gdLst>
                <a:gd name="connsiteX0" fmla="*/ 103354 w 103070"/>
                <a:gd name="connsiteY0" fmla="*/ 100423 h 152416"/>
                <a:gd name="connsiteX1" fmla="*/ 80499 w 103070"/>
                <a:gd name="connsiteY1" fmla="*/ 100423 h 152416"/>
                <a:gd name="connsiteX2" fmla="*/ 80499 w 103070"/>
                <a:gd name="connsiteY2" fmla="*/ 90 h 152416"/>
                <a:gd name="connsiteX3" fmla="*/ 70640 w 103070"/>
                <a:gd name="connsiteY3" fmla="*/ 90 h 152416"/>
                <a:gd name="connsiteX4" fmla="*/ 284 w 103070"/>
                <a:gd name="connsiteY4" fmla="*/ 100423 h 152416"/>
                <a:gd name="connsiteX5" fmla="*/ 284 w 103070"/>
                <a:gd name="connsiteY5" fmla="*/ 114853 h 152416"/>
                <a:gd name="connsiteX6" fmla="*/ 63246 w 103070"/>
                <a:gd name="connsiteY6" fmla="*/ 114853 h 152416"/>
                <a:gd name="connsiteX7" fmla="*/ 63246 w 103070"/>
                <a:gd name="connsiteY7" fmla="*/ 152506 h 152416"/>
                <a:gd name="connsiteX8" fmla="*/ 80499 w 103070"/>
                <a:gd name="connsiteY8" fmla="*/ 152506 h 152416"/>
                <a:gd name="connsiteX9" fmla="*/ 80499 w 103070"/>
                <a:gd name="connsiteY9" fmla="*/ 114853 h 152416"/>
                <a:gd name="connsiteX10" fmla="*/ 103354 w 103070"/>
                <a:gd name="connsiteY10" fmla="*/ 114853 h 152416"/>
                <a:gd name="connsiteX11" fmla="*/ 103354 w 103070"/>
                <a:gd name="connsiteY11" fmla="*/ 100423 h 152416"/>
                <a:gd name="connsiteX12" fmla="*/ 63022 w 103070"/>
                <a:gd name="connsiteY12" fmla="*/ 100423 h 152416"/>
                <a:gd name="connsiteX13" fmla="*/ 9246 w 103070"/>
                <a:gd name="connsiteY13" fmla="*/ 100423 h 152416"/>
                <a:gd name="connsiteX14" fmla="*/ 63022 w 103070"/>
                <a:gd name="connsiteY14" fmla="*/ 23088 h 152416"/>
                <a:gd name="connsiteX15" fmla="*/ 63022 w 103070"/>
                <a:gd name="connsiteY15" fmla="*/ 100423 h 1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070" h="152416">
                  <a:moveTo>
                    <a:pt x="103354" y="100423"/>
                  </a:moveTo>
                  <a:lnTo>
                    <a:pt x="80499" y="100423"/>
                  </a:lnTo>
                  <a:lnTo>
                    <a:pt x="80499" y="90"/>
                  </a:lnTo>
                  <a:lnTo>
                    <a:pt x="70640" y="90"/>
                  </a:lnTo>
                  <a:lnTo>
                    <a:pt x="284" y="100423"/>
                  </a:lnTo>
                  <a:lnTo>
                    <a:pt x="284" y="114853"/>
                  </a:lnTo>
                  <a:lnTo>
                    <a:pt x="63246" y="114853"/>
                  </a:lnTo>
                  <a:lnTo>
                    <a:pt x="63246" y="152506"/>
                  </a:lnTo>
                  <a:lnTo>
                    <a:pt x="80499" y="152506"/>
                  </a:lnTo>
                  <a:lnTo>
                    <a:pt x="80499" y="114853"/>
                  </a:lnTo>
                  <a:lnTo>
                    <a:pt x="103354" y="114853"/>
                  </a:lnTo>
                  <a:lnTo>
                    <a:pt x="103354" y="100423"/>
                  </a:lnTo>
                  <a:close/>
                  <a:moveTo>
                    <a:pt x="63022" y="100423"/>
                  </a:moveTo>
                  <a:lnTo>
                    <a:pt x="9246" y="100423"/>
                  </a:lnTo>
                  <a:lnTo>
                    <a:pt x="63022" y="23088"/>
                  </a:lnTo>
                  <a:lnTo>
                    <a:pt x="63022" y="10042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251D870D-FAD1-4B95-BE61-6756750BFF4B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003231" y="7653595"/>
              <a:ext cx="70248" cy="304687"/>
            </a:xfrm>
            <a:custGeom>
              <a:avLst/>
              <a:gdLst>
                <a:gd name="connsiteX0" fmla="*/ 70537 w 70248"/>
                <a:gd name="connsiteY0" fmla="*/ 152430 h 304687"/>
                <a:gd name="connsiteX1" fmla="*/ 50552 w 70248"/>
                <a:gd name="connsiteY1" fmla="*/ 57368 h 304687"/>
                <a:gd name="connsiteX2" fmla="*/ 3317 w 70248"/>
                <a:gd name="connsiteY2" fmla="*/ 87 h 304687"/>
                <a:gd name="connsiteX3" fmla="*/ 289 w 70248"/>
                <a:gd name="connsiteY3" fmla="*/ 3134 h 304687"/>
                <a:gd name="connsiteX4" fmla="*/ 6042 w 70248"/>
                <a:gd name="connsiteY4" fmla="*/ 10141 h 304687"/>
                <a:gd name="connsiteX5" fmla="*/ 52975 w 70248"/>
                <a:gd name="connsiteY5" fmla="*/ 152430 h 304687"/>
                <a:gd name="connsiteX6" fmla="*/ 4225 w 70248"/>
                <a:gd name="connsiteY6" fmla="*/ 296548 h 304687"/>
                <a:gd name="connsiteX7" fmla="*/ 289 w 70248"/>
                <a:gd name="connsiteY7" fmla="*/ 301727 h 304687"/>
                <a:gd name="connsiteX8" fmla="*/ 3317 w 70248"/>
                <a:gd name="connsiteY8" fmla="*/ 304774 h 304687"/>
                <a:gd name="connsiteX9" fmla="*/ 51461 w 70248"/>
                <a:gd name="connsiteY9" fmla="*/ 245360 h 304687"/>
                <a:gd name="connsiteX10" fmla="*/ 70537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37" y="152430"/>
                  </a:moveTo>
                  <a:cubicBezTo>
                    <a:pt x="70537" y="128665"/>
                    <a:pt x="67206" y="91798"/>
                    <a:pt x="50552" y="57368"/>
                  </a:cubicBezTo>
                  <a:cubicBezTo>
                    <a:pt x="32385" y="19891"/>
                    <a:pt x="6345" y="87"/>
                    <a:pt x="3317" y="87"/>
                  </a:cubicBezTo>
                  <a:cubicBezTo>
                    <a:pt x="1500" y="87"/>
                    <a:pt x="289" y="1305"/>
                    <a:pt x="289" y="3134"/>
                  </a:cubicBezTo>
                  <a:cubicBezTo>
                    <a:pt x="289" y="4048"/>
                    <a:pt x="289" y="4657"/>
                    <a:pt x="6042" y="10141"/>
                  </a:cubicBezTo>
                  <a:cubicBezTo>
                    <a:pt x="35716" y="40305"/>
                    <a:pt x="52975" y="88751"/>
                    <a:pt x="52975" y="152430"/>
                  </a:cubicBezTo>
                  <a:cubicBezTo>
                    <a:pt x="52975" y="204532"/>
                    <a:pt x="41771" y="258157"/>
                    <a:pt x="4225" y="296548"/>
                  </a:cubicBezTo>
                  <a:cubicBezTo>
                    <a:pt x="289" y="300204"/>
                    <a:pt x="289" y="300813"/>
                    <a:pt x="289" y="301727"/>
                  </a:cubicBezTo>
                  <a:cubicBezTo>
                    <a:pt x="289" y="303556"/>
                    <a:pt x="1500" y="304774"/>
                    <a:pt x="3317" y="304774"/>
                  </a:cubicBezTo>
                  <a:cubicBezTo>
                    <a:pt x="6345" y="304774"/>
                    <a:pt x="33596" y="284056"/>
                    <a:pt x="51461" y="245360"/>
                  </a:cubicBezTo>
                  <a:cubicBezTo>
                    <a:pt x="66903" y="211845"/>
                    <a:pt x="70537" y="178024"/>
                    <a:pt x="70537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B6D088F8-434F-E61E-B80B-0D185DA64B38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163060" y="7704478"/>
              <a:ext cx="201357" cy="202921"/>
            </a:xfrm>
            <a:custGeom>
              <a:avLst/>
              <a:gdLst>
                <a:gd name="connsiteX0" fmla="*/ 107181 w 201357"/>
                <a:gd name="connsiteY0" fmla="*/ 107641 h 202921"/>
                <a:gd name="connsiteX1" fmla="*/ 191660 w 201357"/>
                <a:gd name="connsiteY1" fmla="*/ 107641 h 202921"/>
                <a:gd name="connsiteX2" fmla="*/ 201652 w 201357"/>
                <a:gd name="connsiteY2" fmla="*/ 101548 h 202921"/>
                <a:gd name="connsiteX3" fmla="*/ 191660 w 201357"/>
                <a:gd name="connsiteY3" fmla="*/ 95454 h 202921"/>
                <a:gd name="connsiteX4" fmla="*/ 107181 w 201357"/>
                <a:gd name="connsiteY4" fmla="*/ 95454 h 202921"/>
                <a:gd name="connsiteX5" fmla="*/ 107181 w 201357"/>
                <a:gd name="connsiteY5" fmla="*/ 10141 h 202921"/>
                <a:gd name="connsiteX6" fmla="*/ 101125 w 201357"/>
                <a:gd name="connsiteY6" fmla="*/ 87 h 202921"/>
                <a:gd name="connsiteX7" fmla="*/ 95069 w 201357"/>
                <a:gd name="connsiteY7" fmla="*/ 10141 h 202921"/>
                <a:gd name="connsiteX8" fmla="*/ 95069 w 201357"/>
                <a:gd name="connsiteY8" fmla="*/ 95454 h 202921"/>
                <a:gd name="connsiteX9" fmla="*/ 10287 w 201357"/>
                <a:gd name="connsiteY9" fmla="*/ 95454 h 202921"/>
                <a:gd name="connsiteX10" fmla="*/ 295 w 201357"/>
                <a:gd name="connsiteY10" fmla="*/ 101548 h 202921"/>
                <a:gd name="connsiteX11" fmla="*/ 10287 w 201357"/>
                <a:gd name="connsiteY11" fmla="*/ 107641 h 202921"/>
                <a:gd name="connsiteX12" fmla="*/ 95069 w 201357"/>
                <a:gd name="connsiteY12" fmla="*/ 107641 h 202921"/>
                <a:gd name="connsiteX13" fmla="*/ 95069 w 201357"/>
                <a:gd name="connsiteY13" fmla="*/ 192954 h 202921"/>
                <a:gd name="connsiteX14" fmla="*/ 101125 w 201357"/>
                <a:gd name="connsiteY14" fmla="*/ 203009 h 202921"/>
                <a:gd name="connsiteX15" fmla="*/ 107181 w 201357"/>
                <a:gd name="connsiteY15" fmla="*/ 192954 h 202921"/>
                <a:gd name="connsiteX16" fmla="*/ 107181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81" y="107641"/>
                  </a:moveTo>
                  <a:lnTo>
                    <a:pt x="191660" y="107641"/>
                  </a:lnTo>
                  <a:cubicBezTo>
                    <a:pt x="195899" y="107641"/>
                    <a:pt x="201652" y="107641"/>
                    <a:pt x="201652" y="101548"/>
                  </a:cubicBezTo>
                  <a:cubicBezTo>
                    <a:pt x="201652" y="95454"/>
                    <a:pt x="195899" y="95454"/>
                    <a:pt x="191660" y="95454"/>
                  </a:cubicBezTo>
                  <a:lnTo>
                    <a:pt x="107181" y="95454"/>
                  </a:lnTo>
                  <a:lnTo>
                    <a:pt x="107181" y="10141"/>
                  </a:lnTo>
                  <a:cubicBezTo>
                    <a:pt x="107181" y="5876"/>
                    <a:pt x="107181" y="87"/>
                    <a:pt x="101125" y="87"/>
                  </a:cubicBezTo>
                  <a:cubicBezTo>
                    <a:pt x="95069" y="87"/>
                    <a:pt x="95069" y="5876"/>
                    <a:pt x="95069" y="10141"/>
                  </a:cubicBezTo>
                  <a:lnTo>
                    <a:pt x="95069" y="95454"/>
                  </a:lnTo>
                  <a:lnTo>
                    <a:pt x="10287" y="95454"/>
                  </a:lnTo>
                  <a:cubicBezTo>
                    <a:pt x="6048" y="95454"/>
                    <a:pt x="295" y="95454"/>
                    <a:pt x="295" y="101548"/>
                  </a:cubicBezTo>
                  <a:cubicBezTo>
                    <a:pt x="295" y="107641"/>
                    <a:pt x="6048" y="107641"/>
                    <a:pt x="10287" y="107641"/>
                  </a:cubicBezTo>
                  <a:lnTo>
                    <a:pt x="95069" y="107641"/>
                  </a:lnTo>
                  <a:lnTo>
                    <a:pt x="95069" y="192954"/>
                  </a:lnTo>
                  <a:cubicBezTo>
                    <a:pt x="95069" y="197220"/>
                    <a:pt x="95069" y="203009"/>
                    <a:pt x="101125" y="203009"/>
                  </a:cubicBezTo>
                  <a:cubicBezTo>
                    <a:pt x="107181" y="203009"/>
                    <a:pt x="107181" y="197220"/>
                    <a:pt x="107181" y="192954"/>
                  </a:cubicBezTo>
                  <a:lnTo>
                    <a:pt x="107181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4D485D47-BD5E-8302-7A65-2EA7EB7254F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437485" y="7676142"/>
              <a:ext cx="117786" cy="210234"/>
            </a:xfrm>
            <a:custGeom>
              <a:avLst/>
              <a:gdLst>
                <a:gd name="connsiteX0" fmla="*/ 33610 w 117786"/>
                <a:gd name="connsiteY0" fmla="*/ 105509 h 210234"/>
                <a:gd name="connsiteX1" fmla="*/ 65706 w 117786"/>
                <a:gd name="connsiteY1" fmla="*/ 108861 h 210234"/>
                <a:gd name="connsiteX2" fmla="*/ 96288 w 117786"/>
                <a:gd name="connsiteY2" fmla="*/ 153955 h 210234"/>
                <a:gd name="connsiteX3" fmla="*/ 56622 w 117786"/>
                <a:gd name="connsiteY3" fmla="*/ 199353 h 210234"/>
                <a:gd name="connsiteX4" fmla="*/ 31188 w 117786"/>
                <a:gd name="connsiteY4" fmla="*/ 189908 h 210234"/>
                <a:gd name="connsiteX5" fmla="*/ 11809 w 117786"/>
                <a:gd name="connsiteY5" fmla="*/ 182291 h 210234"/>
                <a:gd name="connsiteX6" fmla="*/ 303 w 117786"/>
                <a:gd name="connsiteY6" fmla="*/ 192955 h 210234"/>
                <a:gd name="connsiteX7" fmla="*/ 34518 w 117786"/>
                <a:gd name="connsiteY7" fmla="*/ 210322 h 210234"/>
                <a:gd name="connsiteX8" fmla="*/ 95985 w 117786"/>
                <a:gd name="connsiteY8" fmla="*/ 189908 h 210234"/>
                <a:gd name="connsiteX9" fmla="*/ 118089 w 117786"/>
                <a:gd name="connsiteY9" fmla="*/ 139330 h 210234"/>
                <a:gd name="connsiteX10" fmla="*/ 104464 w 117786"/>
                <a:gd name="connsiteY10" fmla="*/ 100025 h 210234"/>
                <a:gd name="connsiteX11" fmla="*/ 79332 w 117786"/>
                <a:gd name="connsiteY11" fmla="*/ 83876 h 210234"/>
                <a:gd name="connsiteX12" fmla="*/ 107794 w 117786"/>
                <a:gd name="connsiteY12" fmla="*/ 41830 h 210234"/>
                <a:gd name="connsiteX13" fmla="*/ 60559 w 117786"/>
                <a:gd name="connsiteY13" fmla="*/ 87 h 210234"/>
                <a:gd name="connsiteX14" fmla="*/ 21195 w 117786"/>
                <a:gd name="connsiteY14" fmla="*/ 15017 h 210234"/>
                <a:gd name="connsiteX15" fmla="*/ 908 w 117786"/>
                <a:gd name="connsiteY15" fmla="*/ 49447 h 210234"/>
                <a:gd name="connsiteX16" fmla="*/ 5450 w 117786"/>
                <a:gd name="connsiteY16" fmla="*/ 50666 h 210234"/>
                <a:gd name="connsiteX17" fmla="*/ 50566 w 117786"/>
                <a:gd name="connsiteY17" fmla="*/ 18369 h 210234"/>
                <a:gd name="connsiteX18" fmla="*/ 83874 w 117786"/>
                <a:gd name="connsiteY18" fmla="*/ 50970 h 210234"/>
                <a:gd name="connsiteX19" fmla="*/ 71762 w 117786"/>
                <a:gd name="connsiteY19" fmla="*/ 80525 h 210234"/>
                <a:gd name="connsiteX20" fmla="*/ 33610 w 117786"/>
                <a:gd name="connsiteY20" fmla="*/ 101548 h 210234"/>
                <a:gd name="connsiteX21" fmla="*/ 33610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610" y="105509"/>
                  </a:moveTo>
                  <a:cubicBezTo>
                    <a:pt x="51475" y="105509"/>
                    <a:pt x="58439" y="106119"/>
                    <a:pt x="65706" y="108861"/>
                  </a:cubicBezTo>
                  <a:cubicBezTo>
                    <a:pt x="84479" y="115564"/>
                    <a:pt x="96288" y="132931"/>
                    <a:pt x="96288" y="153955"/>
                  </a:cubicBezTo>
                  <a:cubicBezTo>
                    <a:pt x="96288" y="179548"/>
                    <a:pt x="79029" y="199353"/>
                    <a:pt x="56622" y="199353"/>
                  </a:cubicBezTo>
                  <a:cubicBezTo>
                    <a:pt x="48447" y="199353"/>
                    <a:pt x="42391" y="197220"/>
                    <a:pt x="31188" y="189908"/>
                  </a:cubicBezTo>
                  <a:cubicBezTo>
                    <a:pt x="22104" y="184423"/>
                    <a:pt x="16956" y="182291"/>
                    <a:pt x="11809" y="182291"/>
                  </a:cubicBezTo>
                  <a:cubicBezTo>
                    <a:pt x="4845" y="182291"/>
                    <a:pt x="303" y="186556"/>
                    <a:pt x="303" y="192955"/>
                  </a:cubicBezTo>
                  <a:cubicBezTo>
                    <a:pt x="303" y="203619"/>
                    <a:pt x="13323" y="210322"/>
                    <a:pt x="34518" y="210322"/>
                  </a:cubicBezTo>
                  <a:cubicBezTo>
                    <a:pt x="57833" y="210322"/>
                    <a:pt x="81754" y="202400"/>
                    <a:pt x="95985" y="189908"/>
                  </a:cubicBezTo>
                  <a:cubicBezTo>
                    <a:pt x="110217" y="177416"/>
                    <a:pt x="118089" y="159744"/>
                    <a:pt x="118089" y="139330"/>
                  </a:cubicBezTo>
                  <a:cubicBezTo>
                    <a:pt x="118089" y="123791"/>
                    <a:pt x="113245" y="109470"/>
                    <a:pt x="104464" y="100025"/>
                  </a:cubicBezTo>
                  <a:cubicBezTo>
                    <a:pt x="98408" y="93322"/>
                    <a:pt x="92655" y="89666"/>
                    <a:pt x="79332" y="83876"/>
                  </a:cubicBezTo>
                  <a:cubicBezTo>
                    <a:pt x="100225" y="69556"/>
                    <a:pt x="107794" y="58283"/>
                    <a:pt x="107794" y="41830"/>
                  </a:cubicBezTo>
                  <a:cubicBezTo>
                    <a:pt x="107794" y="17150"/>
                    <a:pt x="88416" y="87"/>
                    <a:pt x="60559" y="87"/>
                  </a:cubicBezTo>
                  <a:cubicBezTo>
                    <a:pt x="45419" y="87"/>
                    <a:pt x="32096" y="5267"/>
                    <a:pt x="21195" y="15017"/>
                  </a:cubicBezTo>
                  <a:cubicBezTo>
                    <a:pt x="12112" y="23244"/>
                    <a:pt x="7570" y="31165"/>
                    <a:pt x="908" y="49447"/>
                  </a:cubicBezTo>
                  <a:lnTo>
                    <a:pt x="5450" y="50666"/>
                  </a:lnTo>
                  <a:cubicBezTo>
                    <a:pt x="17865" y="28423"/>
                    <a:pt x="31490" y="18369"/>
                    <a:pt x="50566" y="18369"/>
                  </a:cubicBezTo>
                  <a:cubicBezTo>
                    <a:pt x="70248" y="18369"/>
                    <a:pt x="83874" y="31775"/>
                    <a:pt x="83874" y="50970"/>
                  </a:cubicBezTo>
                  <a:cubicBezTo>
                    <a:pt x="83874" y="61939"/>
                    <a:pt x="79332" y="72908"/>
                    <a:pt x="71762" y="80525"/>
                  </a:cubicBezTo>
                  <a:cubicBezTo>
                    <a:pt x="62678" y="89666"/>
                    <a:pt x="54200" y="94236"/>
                    <a:pt x="33610" y="101548"/>
                  </a:cubicBezTo>
                  <a:lnTo>
                    <a:pt x="33610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8765DF9B-DC99-FFDC-CE14-B64AD568A019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1577507" y="7675532"/>
              <a:ext cx="172894" cy="269648"/>
            </a:xfrm>
            <a:custGeom>
              <a:avLst/>
              <a:gdLst>
                <a:gd name="connsiteX0" fmla="*/ 55418 w 172894"/>
                <a:gd name="connsiteY0" fmla="*/ 86009 h 269648"/>
                <a:gd name="connsiteX1" fmla="*/ 82669 w 172894"/>
                <a:gd name="connsiteY1" fmla="*/ 86009 h 269648"/>
                <a:gd name="connsiteX2" fmla="*/ 56023 w 172894"/>
                <a:gd name="connsiteY2" fmla="*/ 213978 h 269648"/>
                <a:gd name="connsiteX3" fmla="*/ 26652 w 172894"/>
                <a:gd name="connsiteY3" fmla="*/ 263338 h 269648"/>
                <a:gd name="connsiteX4" fmla="*/ 20596 w 172894"/>
                <a:gd name="connsiteY4" fmla="*/ 258463 h 269648"/>
                <a:gd name="connsiteX5" fmla="*/ 21808 w 172894"/>
                <a:gd name="connsiteY5" fmla="*/ 255111 h 269648"/>
                <a:gd name="connsiteX6" fmla="*/ 23321 w 172894"/>
                <a:gd name="connsiteY6" fmla="*/ 250236 h 269648"/>
                <a:gd name="connsiteX7" fmla="*/ 11513 w 172894"/>
                <a:gd name="connsiteY7" fmla="*/ 238658 h 269648"/>
                <a:gd name="connsiteX8" fmla="*/ 309 w 172894"/>
                <a:gd name="connsiteY8" fmla="*/ 251150 h 269648"/>
                <a:gd name="connsiteX9" fmla="*/ 24230 w 172894"/>
                <a:gd name="connsiteY9" fmla="*/ 269736 h 269648"/>
                <a:gd name="connsiteX10" fmla="*/ 84789 w 172894"/>
                <a:gd name="connsiteY10" fmla="*/ 183509 h 269648"/>
                <a:gd name="connsiteX11" fmla="*/ 106590 w 172894"/>
                <a:gd name="connsiteY11" fmla="*/ 86009 h 269648"/>
                <a:gd name="connsiteX12" fmla="*/ 139594 w 172894"/>
                <a:gd name="connsiteY12" fmla="*/ 86009 h 269648"/>
                <a:gd name="connsiteX13" fmla="*/ 141411 w 172894"/>
                <a:gd name="connsiteY13" fmla="*/ 76259 h 269648"/>
                <a:gd name="connsiteX14" fmla="*/ 108709 w 172894"/>
                <a:gd name="connsiteY14" fmla="*/ 76259 h 269648"/>
                <a:gd name="connsiteX15" fmla="*/ 145650 w 172894"/>
                <a:gd name="connsiteY15" fmla="*/ 6790 h 269648"/>
                <a:gd name="connsiteX16" fmla="*/ 152311 w 172894"/>
                <a:gd name="connsiteY16" fmla="*/ 10447 h 269648"/>
                <a:gd name="connsiteX17" fmla="*/ 151100 w 172894"/>
                <a:gd name="connsiteY17" fmla="*/ 13494 h 269648"/>
                <a:gd name="connsiteX18" fmla="*/ 149283 w 172894"/>
                <a:gd name="connsiteY18" fmla="*/ 19892 h 269648"/>
                <a:gd name="connsiteX19" fmla="*/ 160487 w 172894"/>
                <a:gd name="connsiteY19" fmla="*/ 32080 h 269648"/>
                <a:gd name="connsiteX20" fmla="*/ 173204 w 172894"/>
                <a:gd name="connsiteY20" fmla="*/ 19892 h 269648"/>
                <a:gd name="connsiteX21" fmla="*/ 147164 w 172894"/>
                <a:gd name="connsiteY21" fmla="*/ 87 h 269648"/>
                <a:gd name="connsiteX22" fmla="*/ 109618 w 172894"/>
                <a:gd name="connsiteY22" fmla="*/ 21111 h 269648"/>
                <a:gd name="connsiteX23" fmla="*/ 85394 w 172894"/>
                <a:gd name="connsiteY23" fmla="*/ 76259 h 269648"/>
                <a:gd name="connsiteX24" fmla="*/ 57537 w 172894"/>
                <a:gd name="connsiteY24" fmla="*/ 76259 h 269648"/>
                <a:gd name="connsiteX25" fmla="*/ 55418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418" y="86009"/>
                  </a:moveTo>
                  <a:lnTo>
                    <a:pt x="82669" y="86009"/>
                  </a:lnTo>
                  <a:lnTo>
                    <a:pt x="56023" y="213978"/>
                  </a:lnTo>
                  <a:cubicBezTo>
                    <a:pt x="49362" y="246580"/>
                    <a:pt x="39370" y="263338"/>
                    <a:pt x="26652" y="263338"/>
                  </a:cubicBezTo>
                  <a:cubicBezTo>
                    <a:pt x="23019" y="263338"/>
                    <a:pt x="20596" y="261205"/>
                    <a:pt x="20596" y="258463"/>
                  </a:cubicBezTo>
                  <a:cubicBezTo>
                    <a:pt x="20596" y="257548"/>
                    <a:pt x="20899" y="256634"/>
                    <a:pt x="21808" y="255111"/>
                  </a:cubicBezTo>
                  <a:cubicBezTo>
                    <a:pt x="23019" y="253283"/>
                    <a:pt x="23321" y="252064"/>
                    <a:pt x="23321" y="250236"/>
                  </a:cubicBezTo>
                  <a:cubicBezTo>
                    <a:pt x="23321" y="243838"/>
                    <a:pt x="17871" y="238658"/>
                    <a:pt x="11513" y="238658"/>
                  </a:cubicBezTo>
                  <a:cubicBezTo>
                    <a:pt x="5154" y="238658"/>
                    <a:pt x="309" y="244142"/>
                    <a:pt x="309" y="251150"/>
                  </a:cubicBezTo>
                  <a:cubicBezTo>
                    <a:pt x="309" y="261509"/>
                    <a:pt x="10907" y="269736"/>
                    <a:pt x="24230" y="269736"/>
                  </a:cubicBezTo>
                  <a:cubicBezTo>
                    <a:pt x="51178" y="269736"/>
                    <a:pt x="72374" y="239572"/>
                    <a:pt x="84789" y="183509"/>
                  </a:cubicBezTo>
                  <a:lnTo>
                    <a:pt x="106590" y="86009"/>
                  </a:lnTo>
                  <a:lnTo>
                    <a:pt x="139594" y="86009"/>
                  </a:lnTo>
                  <a:lnTo>
                    <a:pt x="141411" y="76259"/>
                  </a:lnTo>
                  <a:lnTo>
                    <a:pt x="108709" y="76259"/>
                  </a:lnTo>
                  <a:cubicBezTo>
                    <a:pt x="117490" y="28423"/>
                    <a:pt x="128694" y="6790"/>
                    <a:pt x="145650" y="6790"/>
                  </a:cubicBezTo>
                  <a:cubicBezTo>
                    <a:pt x="149586" y="6790"/>
                    <a:pt x="152311" y="8314"/>
                    <a:pt x="152311" y="10447"/>
                  </a:cubicBezTo>
                  <a:cubicBezTo>
                    <a:pt x="152311" y="11361"/>
                    <a:pt x="152009" y="11970"/>
                    <a:pt x="151100" y="13494"/>
                  </a:cubicBezTo>
                  <a:cubicBezTo>
                    <a:pt x="149889" y="16236"/>
                    <a:pt x="149283" y="17759"/>
                    <a:pt x="149283" y="19892"/>
                  </a:cubicBezTo>
                  <a:cubicBezTo>
                    <a:pt x="149283" y="27205"/>
                    <a:pt x="153825" y="32080"/>
                    <a:pt x="160487" y="32080"/>
                  </a:cubicBezTo>
                  <a:cubicBezTo>
                    <a:pt x="167451" y="32080"/>
                    <a:pt x="173204" y="26595"/>
                    <a:pt x="173204" y="19892"/>
                  </a:cubicBezTo>
                  <a:cubicBezTo>
                    <a:pt x="173204" y="8619"/>
                    <a:pt x="162001" y="87"/>
                    <a:pt x="147164" y="87"/>
                  </a:cubicBezTo>
                  <a:cubicBezTo>
                    <a:pt x="132327" y="87"/>
                    <a:pt x="120518" y="6790"/>
                    <a:pt x="109618" y="21111"/>
                  </a:cubicBezTo>
                  <a:cubicBezTo>
                    <a:pt x="100534" y="32994"/>
                    <a:pt x="94478" y="47009"/>
                    <a:pt x="85394" y="76259"/>
                  </a:cubicBezTo>
                  <a:lnTo>
                    <a:pt x="57537" y="76259"/>
                  </a:lnTo>
                  <a:lnTo>
                    <a:pt x="55418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2FC1551C-D5B4-987B-C1B2-A68EA4A6DE2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780856" y="7653595"/>
              <a:ext cx="70247" cy="304687"/>
            </a:xfrm>
            <a:custGeom>
              <a:avLst/>
              <a:gdLst>
                <a:gd name="connsiteX0" fmla="*/ 70562 w 70247"/>
                <a:gd name="connsiteY0" fmla="*/ 301727 h 304687"/>
                <a:gd name="connsiteX1" fmla="*/ 65414 w 70247"/>
                <a:gd name="connsiteY1" fmla="*/ 295024 h 304687"/>
                <a:gd name="connsiteX2" fmla="*/ 17876 w 70247"/>
                <a:gd name="connsiteY2" fmla="*/ 152430 h 304687"/>
                <a:gd name="connsiteX3" fmla="*/ 66626 w 70247"/>
                <a:gd name="connsiteY3" fmla="*/ 8313 h 304687"/>
                <a:gd name="connsiteX4" fmla="*/ 70562 w 70247"/>
                <a:gd name="connsiteY4" fmla="*/ 3134 h 304687"/>
                <a:gd name="connsiteX5" fmla="*/ 67534 w 70247"/>
                <a:gd name="connsiteY5" fmla="*/ 87 h 304687"/>
                <a:gd name="connsiteX6" fmla="*/ 19390 w 70247"/>
                <a:gd name="connsiteY6" fmla="*/ 59501 h 304687"/>
                <a:gd name="connsiteX7" fmla="*/ 314 w 70247"/>
                <a:gd name="connsiteY7" fmla="*/ 152430 h 304687"/>
                <a:gd name="connsiteX8" fmla="*/ 20298 w 70247"/>
                <a:gd name="connsiteY8" fmla="*/ 247493 h 304687"/>
                <a:gd name="connsiteX9" fmla="*/ 67534 w 70247"/>
                <a:gd name="connsiteY9" fmla="*/ 304774 h 304687"/>
                <a:gd name="connsiteX10" fmla="*/ 70562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62" y="301727"/>
                  </a:moveTo>
                  <a:cubicBezTo>
                    <a:pt x="70562" y="300813"/>
                    <a:pt x="70562" y="300204"/>
                    <a:pt x="65414" y="295024"/>
                  </a:cubicBezTo>
                  <a:cubicBezTo>
                    <a:pt x="27565" y="256634"/>
                    <a:pt x="17876" y="199048"/>
                    <a:pt x="17876" y="152430"/>
                  </a:cubicBezTo>
                  <a:cubicBezTo>
                    <a:pt x="17876" y="99415"/>
                    <a:pt x="29382" y="46399"/>
                    <a:pt x="66626" y="8313"/>
                  </a:cubicBezTo>
                  <a:cubicBezTo>
                    <a:pt x="70562" y="4657"/>
                    <a:pt x="70562" y="4048"/>
                    <a:pt x="70562" y="3134"/>
                  </a:cubicBezTo>
                  <a:cubicBezTo>
                    <a:pt x="70562" y="1001"/>
                    <a:pt x="69351" y="87"/>
                    <a:pt x="67534" y="87"/>
                  </a:cubicBezTo>
                  <a:cubicBezTo>
                    <a:pt x="64506" y="87"/>
                    <a:pt x="37255" y="20805"/>
                    <a:pt x="19390" y="59501"/>
                  </a:cubicBezTo>
                  <a:cubicBezTo>
                    <a:pt x="3947" y="93016"/>
                    <a:pt x="314" y="126837"/>
                    <a:pt x="314" y="152430"/>
                  </a:cubicBezTo>
                  <a:cubicBezTo>
                    <a:pt x="314" y="176196"/>
                    <a:pt x="3645" y="213063"/>
                    <a:pt x="20298" y="247493"/>
                  </a:cubicBezTo>
                  <a:cubicBezTo>
                    <a:pt x="38466" y="284970"/>
                    <a:pt x="64506" y="304774"/>
                    <a:pt x="67534" y="304774"/>
                  </a:cubicBezTo>
                  <a:cubicBezTo>
                    <a:pt x="69351" y="304774"/>
                    <a:pt x="70562" y="303860"/>
                    <a:pt x="70562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BB8EFF57-74BD-A2A5-68FA-9052479302D3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860625" y="7747743"/>
              <a:ext cx="143523" cy="137718"/>
            </a:xfrm>
            <a:custGeom>
              <a:avLst/>
              <a:gdLst>
                <a:gd name="connsiteX0" fmla="*/ 130216 w 143523"/>
                <a:gd name="connsiteY0" fmla="*/ 100634 h 137718"/>
                <a:gd name="connsiteX1" fmla="*/ 123554 w 143523"/>
                <a:gd name="connsiteY1" fmla="*/ 108861 h 137718"/>
                <a:gd name="connsiteX2" fmla="*/ 109626 w 143523"/>
                <a:gd name="connsiteY2" fmla="*/ 121048 h 137718"/>
                <a:gd name="connsiteX3" fmla="*/ 100239 w 143523"/>
                <a:gd name="connsiteY3" fmla="*/ 108556 h 137718"/>
                <a:gd name="connsiteX4" fmla="*/ 99028 w 143523"/>
                <a:gd name="connsiteY4" fmla="*/ 103376 h 137718"/>
                <a:gd name="connsiteX5" fmla="*/ 88127 w 143523"/>
                <a:gd name="connsiteY5" fmla="*/ 54017 h 137718"/>
                <a:gd name="connsiteX6" fmla="*/ 117801 w 143523"/>
                <a:gd name="connsiteY6" fmla="*/ 17150 h 137718"/>
                <a:gd name="connsiteX7" fmla="*/ 125068 w 143523"/>
                <a:gd name="connsiteY7" fmla="*/ 19587 h 137718"/>
                <a:gd name="connsiteX8" fmla="*/ 133244 w 143523"/>
                <a:gd name="connsiteY8" fmla="*/ 22330 h 137718"/>
                <a:gd name="connsiteX9" fmla="*/ 143841 w 143523"/>
                <a:gd name="connsiteY9" fmla="*/ 11361 h 137718"/>
                <a:gd name="connsiteX10" fmla="*/ 131427 w 143523"/>
                <a:gd name="connsiteY10" fmla="*/ 87 h 137718"/>
                <a:gd name="connsiteX11" fmla="*/ 85705 w 143523"/>
                <a:gd name="connsiteY11" fmla="*/ 43658 h 137718"/>
                <a:gd name="connsiteX12" fmla="*/ 82374 w 143523"/>
                <a:gd name="connsiteY12" fmla="*/ 26900 h 137718"/>
                <a:gd name="connsiteX13" fmla="*/ 66629 w 143523"/>
                <a:gd name="connsiteY13" fmla="*/ 87 h 137718"/>
                <a:gd name="connsiteX14" fmla="*/ 31202 w 143523"/>
                <a:gd name="connsiteY14" fmla="*/ 8923 h 137718"/>
                <a:gd name="connsiteX15" fmla="*/ 27871 w 143523"/>
                <a:gd name="connsiteY15" fmla="*/ 10142 h 137718"/>
                <a:gd name="connsiteX16" fmla="*/ 29083 w 143523"/>
                <a:gd name="connsiteY16" fmla="*/ 14712 h 137718"/>
                <a:gd name="connsiteX17" fmla="*/ 46039 w 143523"/>
                <a:gd name="connsiteY17" fmla="*/ 11361 h 137718"/>
                <a:gd name="connsiteX18" fmla="*/ 59665 w 143523"/>
                <a:gd name="connsiteY18" fmla="*/ 32384 h 137718"/>
                <a:gd name="connsiteX19" fmla="*/ 68446 w 143523"/>
                <a:gd name="connsiteY19" fmla="*/ 69861 h 137718"/>
                <a:gd name="connsiteX20" fmla="*/ 43617 w 143523"/>
                <a:gd name="connsiteY20" fmla="*/ 105509 h 137718"/>
                <a:gd name="connsiteX21" fmla="*/ 28174 w 143523"/>
                <a:gd name="connsiteY21" fmla="*/ 120134 h 137718"/>
                <a:gd name="connsiteX22" fmla="*/ 20302 w 143523"/>
                <a:gd name="connsiteY22" fmla="*/ 117392 h 137718"/>
                <a:gd name="connsiteX23" fmla="*/ 10612 w 143523"/>
                <a:gd name="connsiteY23" fmla="*/ 114345 h 137718"/>
                <a:gd name="connsiteX24" fmla="*/ 317 w 143523"/>
                <a:gd name="connsiteY24" fmla="*/ 125009 h 137718"/>
                <a:gd name="connsiteX25" fmla="*/ 15457 w 143523"/>
                <a:gd name="connsiteY25" fmla="*/ 137806 h 137718"/>
                <a:gd name="connsiteX26" fmla="*/ 43617 w 143523"/>
                <a:gd name="connsiteY26" fmla="*/ 116478 h 137718"/>
                <a:gd name="connsiteX27" fmla="*/ 70868 w 143523"/>
                <a:gd name="connsiteY27" fmla="*/ 80830 h 137718"/>
                <a:gd name="connsiteX28" fmla="*/ 79952 w 143523"/>
                <a:gd name="connsiteY28" fmla="*/ 117392 h 137718"/>
                <a:gd name="connsiteX29" fmla="*/ 97514 w 143523"/>
                <a:gd name="connsiteY29" fmla="*/ 137806 h 137718"/>
                <a:gd name="connsiteX30" fmla="*/ 134455 w 143523"/>
                <a:gd name="connsiteY30" fmla="*/ 103072 h 137718"/>
                <a:gd name="connsiteX31" fmla="*/ 130216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216" y="100634"/>
                  </a:moveTo>
                  <a:cubicBezTo>
                    <a:pt x="127793" y="103376"/>
                    <a:pt x="126279" y="105205"/>
                    <a:pt x="123554" y="108861"/>
                  </a:cubicBezTo>
                  <a:cubicBezTo>
                    <a:pt x="116590" y="118001"/>
                    <a:pt x="112956" y="121048"/>
                    <a:pt x="109626" y="121048"/>
                  </a:cubicBezTo>
                  <a:cubicBezTo>
                    <a:pt x="105084" y="121048"/>
                    <a:pt x="102359" y="117087"/>
                    <a:pt x="100239" y="108556"/>
                  </a:cubicBezTo>
                  <a:cubicBezTo>
                    <a:pt x="99633" y="106119"/>
                    <a:pt x="99331" y="104291"/>
                    <a:pt x="99028" y="103376"/>
                  </a:cubicBezTo>
                  <a:cubicBezTo>
                    <a:pt x="91458" y="72603"/>
                    <a:pt x="88127" y="58587"/>
                    <a:pt x="88127" y="54017"/>
                  </a:cubicBezTo>
                  <a:cubicBezTo>
                    <a:pt x="101450" y="30556"/>
                    <a:pt x="112351" y="17150"/>
                    <a:pt x="117801" y="17150"/>
                  </a:cubicBezTo>
                  <a:cubicBezTo>
                    <a:pt x="119618" y="17150"/>
                    <a:pt x="122040" y="18064"/>
                    <a:pt x="125068" y="19587"/>
                  </a:cubicBezTo>
                  <a:cubicBezTo>
                    <a:pt x="128702" y="21720"/>
                    <a:pt x="130821" y="22330"/>
                    <a:pt x="133244" y="22330"/>
                  </a:cubicBezTo>
                  <a:cubicBezTo>
                    <a:pt x="139602" y="22330"/>
                    <a:pt x="143841" y="17759"/>
                    <a:pt x="143841" y="11361"/>
                  </a:cubicBezTo>
                  <a:cubicBezTo>
                    <a:pt x="143841" y="4962"/>
                    <a:pt x="138694" y="87"/>
                    <a:pt x="131427" y="87"/>
                  </a:cubicBezTo>
                  <a:cubicBezTo>
                    <a:pt x="118104" y="87"/>
                    <a:pt x="106598" y="11056"/>
                    <a:pt x="85705" y="43658"/>
                  </a:cubicBezTo>
                  <a:lnTo>
                    <a:pt x="82374" y="26900"/>
                  </a:lnTo>
                  <a:cubicBezTo>
                    <a:pt x="78135" y="6181"/>
                    <a:pt x="74804" y="87"/>
                    <a:pt x="66629" y="87"/>
                  </a:cubicBezTo>
                  <a:cubicBezTo>
                    <a:pt x="59968" y="87"/>
                    <a:pt x="49673" y="2830"/>
                    <a:pt x="31202" y="8923"/>
                  </a:cubicBezTo>
                  <a:lnTo>
                    <a:pt x="27871" y="10142"/>
                  </a:lnTo>
                  <a:lnTo>
                    <a:pt x="29083" y="14712"/>
                  </a:lnTo>
                  <a:cubicBezTo>
                    <a:pt x="40589" y="11970"/>
                    <a:pt x="43314" y="11361"/>
                    <a:pt x="46039" y="11361"/>
                  </a:cubicBezTo>
                  <a:cubicBezTo>
                    <a:pt x="53609" y="11361"/>
                    <a:pt x="55426" y="14103"/>
                    <a:pt x="59665" y="32384"/>
                  </a:cubicBezTo>
                  <a:lnTo>
                    <a:pt x="68446" y="69861"/>
                  </a:lnTo>
                  <a:lnTo>
                    <a:pt x="43617" y="105509"/>
                  </a:lnTo>
                  <a:cubicBezTo>
                    <a:pt x="37561" y="114650"/>
                    <a:pt x="31505" y="120134"/>
                    <a:pt x="28174" y="120134"/>
                  </a:cubicBezTo>
                  <a:cubicBezTo>
                    <a:pt x="26358" y="120134"/>
                    <a:pt x="23330" y="119220"/>
                    <a:pt x="20302" y="117392"/>
                  </a:cubicBezTo>
                  <a:cubicBezTo>
                    <a:pt x="16365" y="115259"/>
                    <a:pt x="13035" y="114345"/>
                    <a:pt x="10612" y="114345"/>
                  </a:cubicBezTo>
                  <a:cubicBezTo>
                    <a:pt x="4859" y="114345"/>
                    <a:pt x="317" y="118916"/>
                    <a:pt x="317" y="125009"/>
                  </a:cubicBezTo>
                  <a:cubicBezTo>
                    <a:pt x="317" y="132931"/>
                    <a:pt x="6373" y="137806"/>
                    <a:pt x="15457" y="137806"/>
                  </a:cubicBezTo>
                  <a:cubicBezTo>
                    <a:pt x="24844" y="137806"/>
                    <a:pt x="28477" y="135064"/>
                    <a:pt x="43617" y="116478"/>
                  </a:cubicBezTo>
                  <a:cubicBezTo>
                    <a:pt x="51792" y="106728"/>
                    <a:pt x="58151" y="98501"/>
                    <a:pt x="70868" y="80830"/>
                  </a:cubicBezTo>
                  <a:lnTo>
                    <a:pt x="79952" y="117392"/>
                  </a:lnTo>
                  <a:cubicBezTo>
                    <a:pt x="83888" y="132931"/>
                    <a:pt x="87825" y="137806"/>
                    <a:pt x="97514" y="137806"/>
                  </a:cubicBezTo>
                  <a:cubicBezTo>
                    <a:pt x="109020" y="137806"/>
                    <a:pt x="116893" y="130494"/>
                    <a:pt x="134455" y="103072"/>
                  </a:cubicBezTo>
                  <a:lnTo>
                    <a:pt x="130216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3384A8B-D5E8-23D1-B3FB-EFB8AE49F92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2010913" y="7776354"/>
              <a:ext cx="90971" cy="158278"/>
            </a:xfrm>
            <a:custGeom>
              <a:avLst/>
              <a:gdLst>
                <a:gd name="connsiteX0" fmla="*/ 33707 w 90971"/>
                <a:gd name="connsiteY0" fmla="*/ 23764 h 158278"/>
                <a:gd name="connsiteX1" fmla="*/ 77624 w 90971"/>
                <a:gd name="connsiteY1" fmla="*/ 23764 h 158278"/>
                <a:gd name="connsiteX2" fmla="*/ 82778 w 90971"/>
                <a:gd name="connsiteY2" fmla="*/ 21735 h 158278"/>
                <a:gd name="connsiteX3" fmla="*/ 91292 w 90971"/>
                <a:gd name="connsiteY3" fmla="*/ 1668 h 158278"/>
                <a:gd name="connsiteX4" fmla="*/ 89276 w 90971"/>
                <a:gd name="connsiteY4" fmla="*/ 90 h 158278"/>
                <a:gd name="connsiteX5" fmla="*/ 78969 w 90971"/>
                <a:gd name="connsiteY5" fmla="*/ 5952 h 158278"/>
                <a:gd name="connsiteX6" fmla="*/ 32139 w 90971"/>
                <a:gd name="connsiteY6" fmla="*/ 5952 h 158278"/>
                <a:gd name="connsiteX7" fmla="*/ 7715 w 90971"/>
                <a:gd name="connsiteY7" fmla="*/ 59388 h 158278"/>
                <a:gd name="connsiteX8" fmla="*/ 7491 w 90971"/>
                <a:gd name="connsiteY8" fmla="*/ 60515 h 158278"/>
                <a:gd name="connsiteX9" fmla="*/ 10180 w 90971"/>
                <a:gd name="connsiteY9" fmla="*/ 62319 h 158278"/>
                <a:gd name="connsiteX10" fmla="*/ 35500 w 90971"/>
                <a:gd name="connsiteY10" fmla="*/ 66829 h 158278"/>
                <a:gd name="connsiteX11" fmla="*/ 73143 w 90971"/>
                <a:gd name="connsiteY11" fmla="*/ 111471 h 158278"/>
                <a:gd name="connsiteX12" fmla="*/ 41998 w 90971"/>
                <a:gd name="connsiteY12" fmla="*/ 150026 h 158278"/>
                <a:gd name="connsiteX13" fmla="*/ 26985 w 90971"/>
                <a:gd name="connsiteY13" fmla="*/ 143488 h 158278"/>
                <a:gd name="connsiteX14" fmla="*/ 9956 w 90971"/>
                <a:gd name="connsiteY14" fmla="*/ 136047 h 158278"/>
                <a:gd name="connsiteX15" fmla="*/ 321 w 90971"/>
                <a:gd name="connsiteY15" fmla="*/ 144390 h 158278"/>
                <a:gd name="connsiteX16" fmla="*/ 27657 w 90971"/>
                <a:gd name="connsiteY16" fmla="*/ 158369 h 158278"/>
                <a:gd name="connsiteX17" fmla="*/ 73815 w 90971"/>
                <a:gd name="connsiteY17" fmla="*/ 140782 h 158278"/>
                <a:gd name="connsiteX18" fmla="*/ 88827 w 90971"/>
                <a:gd name="connsiteY18" fmla="*/ 100649 h 158278"/>
                <a:gd name="connsiteX19" fmla="*/ 73367 w 90971"/>
                <a:gd name="connsiteY19" fmla="*/ 62770 h 158278"/>
                <a:gd name="connsiteX20" fmla="*/ 24296 w 90971"/>
                <a:gd name="connsiteY20" fmla="*/ 42929 h 158278"/>
                <a:gd name="connsiteX21" fmla="*/ 33707 w 90971"/>
                <a:gd name="connsiteY21" fmla="*/ 23764 h 1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971" h="158278">
                  <a:moveTo>
                    <a:pt x="33707" y="23764"/>
                  </a:moveTo>
                  <a:lnTo>
                    <a:pt x="77624" y="23764"/>
                  </a:lnTo>
                  <a:cubicBezTo>
                    <a:pt x="81209" y="23764"/>
                    <a:pt x="82105" y="23313"/>
                    <a:pt x="82778" y="21735"/>
                  </a:cubicBezTo>
                  <a:lnTo>
                    <a:pt x="91292" y="1668"/>
                  </a:lnTo>
                  <a:lnTo>
                    <a:pt x="89276" y="90"/>
                  </a:lnTo>
                  <a:cubicBezTo>
                    <a:pt x="85915" y="4825"/>
                    <a:pt x="83674" y="5952"/>
                    <a:pt x="78969" y="5952"/>
                  </a:cubicBezTo>
                  <a:lnTo>
                    <a:pt x="32139" y="5952"/>
                  </a:lnTo>
                  <a:lnTo>
                    <a:pt x="7715" y="59388"/>
                  </a:lnTo>
                  <a:cubicBezTo>
                    <a:pt x="7491" y="59839"/>
                    <a:pt x="7491" y="60064"/>
                    <a:pt x="7491" y="60515"/>
                  </a:cubicBezTo>
                  <a:cubicBezTo>
                    <a:pt x="7491" y="61643"/>
                    <a:pt x="8388" y="62319"/>
                    <a:pt x="10180" y="62319"/>
                  </a:cubicBezTo>
                  <a:cubicBezTo>
                    <a:pt x="17350" y="62319"/>
                    <a:pt x="26313" y="63897"/>
                    <a:pt x="35500" y="66829"/>
                  </a:cubicBezTo>
                  <a:cubicBezTo>
                    <a:pt x="61267" y="75171"/>
                    <a:pt x="73143" y="89150"/>
                    <a:pt x="73143" y="111471"/>
                  </a:cubicBezTo>
                  <a:cubicBezTo>
                    <a:pt x="73143" y="133116"/>
                    <a:pt x="59475" y="150026"/>
                    <a:pt x="41998" y="150026"/>
                  </a:cubicBezTo>
                  <a:cubicBezTo>
                    <a:pt x="37516" y="150026"/>
                    <a:pt x="33707" y="148448"/>
                    <a:pt x="26985" y="143488"/>
                  </a:cubicBezTo>
                  <a:cubicBezTo>
                    <a:pt x="19815" y="138302"/>
                    <a:pt x="14661" y="136047"/>
                    <a:pt x="9956" y="136047"/>
                  </a:cubicBezTo>
                  <a:cubicBezTo>
                    <a:pt x="3458" y="136047"/>
                    <a:pt x="321" y="138753"/>
                    <a:pt x="321" y="144390"/>
                  </a:cubicBezTo>
                  <a:cubicBezTo>
                    <a:pt x="321" y="152958"/>
                    <a:pt x="10852" y="158369"/>
                    <a:pt x="27657" y="158369"/>
                  </a:cubicBezTo>
                  <a:cubicBezTo>
                    <a:pt x="46479" y="158369"/>
                    <a:pt x="62612" y="152281"/>
                    <a:pt x="73815" y="140782"/>
                  </a:cubicBezTo>
                  <a:cubicBezTo>
                    <a:pt x="84122" y="130636"/>
                    <a:pt x="88827" y="117784"/>
                    <a:pt x="88827" y="100649"/>
                  </a:cubicBezTo>
                  <a:cubicBezTo>
                    <a:pt x="88827" y="84415"/>
                    <a:pt x="84570" y="74044"/>
                    <a:pt x="73367" y="62770"/>
                  </a:cubicBezTo>
                  <a:cubicBezTo>
                    <a:pt x="63508" y="52849"/>
                    <a:pt x="50736" y="47664"/>
                    <a:pt x="24296" y="42929"/>
                  </a:cubicBezTo>
                  <a:lnTo>
                    <a:pt x="33707" y="2376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AF291605-C1EB-AE8D-475F-E8B73C800CB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2148652" y="7653595"/>
              <a:ext cx="70248" cy="304687"/>
            </a:xfrm>
            <a:custGeom>
              <a:avLst/>
              <a:gdLst>
                <a:gd name="connsiteX0" fmla="*/ 70574 w 70248"/>
                <a:gd name="connsiteY0" fmla="*/ 152430 h 304687"/>
                <a:gd name="connsiteX1" fmla="*/ 50590 w 70248"/>
                <a:gd name="connsiteY1" fmla="*/ 57368 h 304687"/>
                <a:gd name="connsiteX2" fmla="*/ 3354 w 70248"/>
                <a:gd name="connsiteY2" fmla="*/ 87 h 304687"/>
                <a:gd name="connsiteX3" fmla="*/ 326 w 70248"/>
                <a:gd name="connsiteY3" fmla="*/ 3134 h 304687"/>
                <a:gd name="connsiteX4" fmla="*/ 6079 w 70248"/>
                <a:gd name="connsiteY4" fmla="*/ 10141 h 304687"/>
                <a:gd name="connsiteX5" fmla="*/ 53012 w 70248"/>
                <a:gd name="connsiteY5" fmla="*/ 152430 h 304687"/>
                <a:gd name="connsiteX6" fmla="*/ 4263 w 70248"/>
                <a:gd name="connsiteY6" fmla="*/ 296548 h 304687"/>
                <a:gd name="connsiteX7" fmla="*/ 326 w 70248"/>
                <a:gd name="connsiteY7" fmla="*/ 301727 h 304687"/>
                <a:gd name="connsiteX8" fmla="*/ 3354 w 70248"/>
                <a:gd name="connsiteY8" fmla="*/ 304774 h 304687"/>
                <a:gd name="connsiteX9" fmla="*/ 51498 w 70248"/>
                <a:gd name="connsiteY9" fmla="*/ 245360 h 304687"/>
                <a:gd name="connsiteX10" fmla="*/ 70574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74" y="152430"/>
                  </a:moveTo>
                  <a:cubicBezTo>
                    <a:pt x="70574" y="128665"/>
                    <a:pt x="67244" y="91798"/>
                    <a:pt x="50590" y="57368"/>
                  </a:cubicBezTo>
                  <a:cubicBezTo>
                    <a:pt x="32422" y="19891"/>
                    <a:pt x="6382" y="87"/>
                    <a:pt x="3354" y="87"/>
                  </a:cubicBezTo>
                  <a:cubicBezTo>
                    <a:pt x="1538" y="87"/>
                    <a:pt x="326" y="1305"/>
                    <a:pt x="326" y="3134"/>
                  </a:cubicBezTo>
                  <a:cubicBezTo>
                    <a:pt x="326" y="4048"/>
                    <a:pt x="326" y="4657"/>
                    <a:pt x="6079" y="10141"/>
                  </a:cubicBezTo>
                  <a:cubicBezTo>
                    <a:pt x="35753" y="40305"/>
                    <a:pt x="53012" y="88751"/>
                    <a:pt x="53012" y="152430"/>
                  </a:cubicBezTo>
                  <a:cubicBezTo>
                    <a:pt x="53012" y="204532"/>
                    <a:pt x="41809" y="258157"/>
                    <a:pt x="4263" y="296548"/>
                  </a:cubicBezTo>
                  <a:cubicBezTo>
                    <a:pt x="326" y="300204"/>
                    <a:pt x="326" y="300813"/>
                    <a:pt x="326" y="301727"/>
                  </a:cubicBezTo>
                  <a:cubicBezTo>
                    <a:pt x="326" y="303556"/>
                    <a:pt x="1538" y="304774"/>
                    <a:pt x="3354" y="304774"/>
                  </a:cubicBezTo>
                  <a:cubicBezTo>
                    <a:pt x="6382" y="304774"/>
                    <a:pt x="33634" y="284056"/>
                    <a:pt x="51498" y="245360"/>
                  </a:cubicBezTo>
                  <a:cubicBezTo>
                    <a:pt x="66941" y="211845"/>
                    <a:pt x="70574" y="178024"/>
                    <a:pt x="70574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696A73F5-B5A9-4EFF-FC38-3EBCABA4CF0E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192790" y="8298243"/>
              <a:ext cx="201357" cy="202921"/>
            </a:xfrm>
            <a:custGeom>
              <a:avLst/>
              <a:gdLst>
                <a:gd name="connsiteX0" fmla="*/ 107116 w 201357"/>
                <a:gd name="connsiteY0" fmla="*/ 107661 h 202921"/>
                <a:gd name="connsiteX1" fmla="*/ 191595 w 201357"/>
                <a:gd name="connsiteY1" fmla="*/ 107661 h 202921"/>
                <a:gd name="connsiteX2" fmla="*/ 201587 w 201357"/>
                <a:gd name="connsiteY2" fmla="*/ 101567 h 202921"/>
                <a:gd name="connsiteX3" fmla="*/ 191595 w 201357"/>
                <a:gd name="connsiteY3" fmla="*/ 95473 h 202921"/>
                <a:gd name="connsiteX4" fmla="*/ 107116 w 201357"/>
                <a:gd name="connsiteY4" fmla="*/ 95473 h 202921"/>
                <a:gd name="connsiteX5" fmla="*/ 107116 w 201357"/>
                <a:gd name="connsiteY5" fmla="*/ 10161 h 202921"/>
                <a:gd name="connsiteX6" fmla="*/ 101060 w 201357"/>
                <a:gd name="connsiteY6" fmla="*/ 106 h 202921"/>
                <a:gd name="connsiteX7" fmla="*/ 95004 w 201357"/>
                <a:gd name="connsiteY7" fmla="*/ 10161 h 202921"/>
                <a:gd name="connsiteX8" fmla="*/ 95004 w 201357"/>
                <a:gd name="connsiteY8" fmla="*/ 95473 h 202921"/>
                <a:gd name="connsiteX9" fmla="*/ 10222 w 201357"/>
                <a:gd name="connsiteY9" fmla="*/ 95473 h 202921"/>
                <a:gd name="connsiteX10" fmla="*/ 230 w 201357"/>
                <a:gd name="connsiteY10" fmla="*/ 101567 h 202921"/>
                <a:gd name="connsiteX11" fmla="*/ 10222 w 201357"/>
                <a:gd name="connsiteY11" fmla="*/ 107661 h 202921"/>
                <a:gd name="connsiteX12" fmla="*/ 95004 w 201357"/>
                <a:gd name="connsiteY12" fmla="*/ 107661 h 202921"/>
                <a:gd name="connsiteX13" fmla="*/ 95004 w 201357"/>
                <a:gd name="connsiteY13" fmla="*/ 192973 h 202921"/>
                <a:gd name="connsiteX14" fmla="*/ 101060 w 201357"/>
                <a:gd name="connsiteY14" fmla="*/ 203028 h 202921"/>
                <a:gd name="connsiteX15" fmla="*/ 107116 w 201357"/>
                <a:gd name="connsiteY15" fmla="*/ 192973 h 202921"/>
                <a:gd name="connsiteX16" fmla="*/ 107116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16" y="107661"/>
                  </a:moveTo>
                  <a:lnTo>
                    <a:pt x="191595" y="107661"/>
                  </a:lnTo>
                  <a:cubicBezTo>
                    <a:pt x="195834" y="107661"/>
                    <a:pt x="201587" y="107661"/>
                    <a:pt x="201587" y="101567"/>
                  </a:cubicBezTo>
                  <a:cubicBezTo>
                    <a:pt x="201587" y="95473"/>
                    <a:pt x="195834" y="95473"/>
                    <a:pt x="191595" y="95473"/>
                  </a:cubicBezTo>
                  <a:lnTo>
                    <a:pt x="107116" y="95473"/>
                  </a:lnTo>
                  <a:lnTo>
                    <a:pt x="107116" y="10161"/>
                  </a:lnTo>
                  <a:cubicBezTo>
                    <a:pt x="107116" y="5895"/>
                    <a:pt x="107116" y="106"/>
                    <a:pt x="101060" y="106"/>
                  </a:cubicBezTo>
                  <a:cubicBezTo>
                    <a:pt x="95004" y="106"/>
                    <a:pt x="95004" y="5895"/>
                    <a:pt x="95004" y="10161"/>
                  </a:cubicBezTo>
                  <a:lnTo>
                    <a:pt x="95004" y="95473"/>
                  </a:lnTo>
                  <a:lnTo>
                    <a:pt x="10222" y="95473"/>
                  </a:lnTo>
                  <a:cubicBezTo>
                    <a:pt x="5983" y="95473"/>
                    <a:pt x="230" y="95473"/>
                    <a:pt x="230" y="101567"/>
                  </a:cubicBezTo>
                  <a:cubicBezTo>
                    <a:pt x="230" y="107661"/>
                    <a:pt x="5983" y="107661"/>
                    <a:pt x="10222" y="107661"/>
                  </a:cubicBezTo>
                  <a:lnTo>
                    <a:pt x="95004" y="107661"/>
                  </a:lnTo>
                  <a:lnTo>
                    <a:pt x="95004" y="192973"/>
                  </a:lnTo>
                  <a:cubicBezTo>
                    <a:pt x="95004" y="197239"/>
                    <a:pt x="95004" y="203028"/>
                    <a:pt x="101060" y="203028"/>
                  </a:cubicBezTo>
                  <a:cubicBezTo>
                    <a:pt x="107116" y="203028"/>
                    <a:pt x="107116" y="197239"/>
                    <a:pt x="107116" y="192973"/>
                  </a:cubicBezTo>
                  <a:lnTo>
                    <a:pt x="107116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BE879680-F221-3AF5-A0D4-0CBBCB624884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463278" y="8269907"/>
              <a:ext cx="134742" cy="205968"/>
            </a:xfrm>
            <a:custGeom>
              <a:avLst/>
              <a:gdLst>
                <a:gd name="connsiteX0" fmla="*/ 134981 w 134742"/>
                <a:gd name="connsiteY0" fmla="*/ 164333 h 205968"/>
                <a:gd name="connsiteX1" fmla="*/ 131045 w 134742"/>
                <a:gd name="connsiteY1" fmla="*/ 162810 h 205968"/>
                <a:gd name="connsiteX2" fmla="*/ 102279 w 134742"/>
                <a:gd name="connsiteY2" fmla="*/ 182919 h 205968"/>
                <a:gd name="connsiteX3" fmla="*/ 29912 w 134742"/>
                <a:gd name="connsiteY3" fmla="*/ 182919 h 205968"/>
                <a:gd name="connsiteX4" fmla="*/ 80781 w 134742"/>
                <a:gd name="connsiteY4" fmla="*/ 129294 h 205968"/>
                <a:gd name="connsiteX5" fmla="*/ 119539 w 134742"/>
                <a:gd name="connsiteY5" fmla="*/ 54036 h 205968"/>
                <a:gd name="connsiteX6" fmla="*/ 63522 w 134742"/>
                <a:gd name="connsiteY6" fmla="*/ 107 h 205968"/>
                <a:gd name="connsiteX7" fmla="*/ 19920 w 134742"/>
                <a:gd name="connsiteY7" fmla="*/ 18997 h 205968"/>
                <a:gd name="connsiteX8" fmla="*/ 541 w 134742"/>
                <a:gd name="connsiteY8" fmla="*/ 60740 h 205968"/>
                <a:gd name="connsiteX9" fmla="*/ 6900 w 134742"/>
                <a:gd name="connsiteY9" fmla="*/ 62263 h 205968"/>
                <a:gd name="connsiteX10" fmla="*/ 50805 w 134742"/>
                <a:gd name="connsiteY10" fmla="*/ 22654 h 205968"/>
                <a:gd name="connsiteX11" fmla="*/ 93498 w 134742"/>
                <a:gd name="connsiteY11" fmla="*/ 65615 h 205968"/>
                <a:gd name="connsiteX12" fmla="*/ 54135 w 134742"/>
                <a:gd name="connsiteY12" fmla="*/ 144833 h 205968"/>
                <a:gd name="connsiteX13" fmla="*/ 238 w 134742"/>
                <a:gd name="connsiteY13" fmla="*/ 202419 h 205968"/>
                <a:gd name="connsiteX14" fmla="*/ 238 w 134742"/>
                <a:gd name="connsiteY14" fmla="*/ 206076 h 205968"/>
                <a:gd name="connsiteX15" fmla="*/ 118327 w 134742"/>
                <a:gd name="connsiteY15" fmla="*/ 206076 h 205968"/>
                <a:gd name="connsiteX16" fmla="*/ 134981 w 134742"/>
                <a:gd name="connsiteY16" fmla="*/ 164333 h 2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42" h="205968">
                  <a:moveTo>
                    <a:pt x="134981" y="164333"/>
                  </a:moveTo>
                  <a:lnTo>
                    <a:pt x="131045" y="162810"/>
                  </a:lnTo>
                  <a:cubicBezTo>
                    <a:pt x="119841" y="180177"/>
                    <a:pt x="115905" y="182919"/>
                    <a:pt x="102279" y="182919"/>
                  </a:cubicBezTo>
                  <a:lnTo>
                    <a:pt x="29912" y="182919"/>
                  </a:lnTo>
                  <a:lnTo>
                    <a:pt x="80781" y="129294"/>
                  </a:lnTo>
                  <a:cubicBezTo>
                    <a:pt x="107730" y="100958"/>
                    <a:pt x="119539" y="77802"/>
                    <a:pt x="119539" y="54036"/>
                  </a:cubicBezTo>
                  <a:cubicBezTo>
                    <a:pt x="119539" y="23568"/>
                    <a:pt x="95012" y="107"/>
                    <a:pt x="63522" y="107"/>
                  </a:cubicBezTo>
                  <a:cubicBezTo>
                    <a:pt x="46868" y="107"/>
                    <a:pt x="31123" y="6810"/>
                    <a:pt x="19920" y="18997"/>
                  </a:cubicBezTo>
                  <a:cubicBezTo>
                    <a:pt x="10230" y="29357"/>
                    <a:pt x="5688" y="39107"/>
                    <a:pt x="541" y="60740"/>
                  </a:cubicBezTo>
                  <a:lnTo>
                    <a:pt x="6900" y="62263"/>
                  </a:lnTo>
                  <a:cubicBezTo>
                    <a:pt x="19011" y="32404"/>
                    <a:pt x="29912" y="22654"/>
                    <a:pt x="50805" y="22654"/>
                  </a:cubicBezTo>
                  <a:cubicBezTo>
                    <a:pt x="76239" y="22654"/>
                    <a:pt x="93498" y="40021"/>
                    <a:pt x="93498" y="65615"/>
                  </a:cubicBezTo>
                  <a:cubicBezTo>
                    <a:pt x="93498" y="89380"/>
                    <a:pt x="79570" y="117716"/>
                    <a:pt x="54135" y="144833"/>
                  </a:cubicBezTo>
                  <a:lnTo>
                    <a:pt x="238" y="202419"/>
                  </a:lnTo>
                  <a:lnTo>
                    <a:pt x="238" y="206076"/>
                  </a:lnTo>
                  <a:lnTo>
                    <a:pt x="118327" y="206076"/>
                  </a:lnTo>
                  <a:lnTo>
                    <a:pt x="134981" y="16433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00FA4FDC-7434-1D28-7F1B-593C1B767120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607237" y="8269297"/>
              <a:ext cx="172894" cy="269648"/>
            </a:xfrm>
            <a:custGeom>
              <a:avLst/>
              <a:gdLst>
                <a:gd name="connsiteX0" fmla="*/ 55353 w 172894"/>
                <a:gd name="connsiteY0" fmla="*/ 86029 h 269648"/>
                <a:gd name="connsiteX1" fmla="*/ 82604 w 172894"/>
                <a:gd name="connsiteY1" fmla="*/ 86029 h 269648"/>
                <a:gd name="connsiteX2" fmla="*/ 55959 w 172894"/>
                <a:gd name="connsiteY2" fmla="*/ 213997 h 269648"/>
                <a:gd name="connsiteX3" fmla="*/ 26588 w 172894"/>
                <a:gd name="connsiteY3" fmla="*/ 263357 h 269648"/>
                <a:gd name="connsiteX4" fmla="*/ 20532 w 172894"/>
                <a:gd name="connsiteY4" fmla="*/ 258482 h 269648"/>
                <a:gd name="connsiteX5" fmla="*/ 21743 w 172894"/>
                <a:gd name="connsiteY5" fmla="*/ 255130 h 269648"/>
                <a:gd name="connsiteX6" fmla="*/ 23257 w 172894"/>
                <a:gd name="connsiteY6" fmla="*/ 250255 h 269648"/>
                <a:gd name="connsiteX7" fmla="*/ 11448 w 172894"/>
                <a:gd name="connsiteY7" fmla="*/ 238677 h 269648"/>
                <a:gd name="connsiteX8" fmla="*/ 245 w 172894"/>
                <a:gd name="connsiteY8" fmla="*/ 251169 h 269648"/>
                <a:gd name="connsiteX9" fmla="*/ 24165 w 172894"/>
                <a:gd name="connsiteY9" fmla="*/ 269755 h 269648"/>
                <a:gd name="connsiteX10" fmla="*/ 84724 w 172894"/>
                <a:gd name="connsiteY10" fmla="*/ 183529 h 269648"/>
                <a:gd name="connsiteX11" fmla="*/ 106525 w 172894"/>
                <a:gd name="connsiteY11" fmla="*/ 86029 h 269648"/>
                <a:gd name="connsiteX12" fmla="*/ 139529 w 172894"/>
                <a:gd name="connsiteY12" fmla="*/ 86029 h 269648"/>
                <a:gd name="connsiteX13" fmla="*/ 141346 w 172894"/>
                <a:gd name="connsiteY13" fmla="*/ 76279 h 269648"/>
                <a:gd name="connsiteX14" fmla="*/ 108645 w 172894"/>
                <a:gd name="connsiteY14" fmla="*/ 76279 h 269648"/>
                <a:gd name="connsiteX15" fmla="*/ 145585 w 172894"/>
                <a:gd name="connsiteY15" fmla="*/ 6810 h 269648"/>
                <a:gd name="connsiteX16" fmla="*/ 152247 w 172894"/>
                <a:gd name="connsiteY16" fmla="*/ 10466 h 269648"/>
                <a:gd name="connsiteX17" fmla="*/ 151036 w 172894"/>
                <a:gd name="connsiteY17" fmla="*/ 13513 h 269648"/>
                <a:gd name="connsiteX18" fmla="*/ 149219 w 172894"/>
                <a:gd name="connsiteY18" fmla="*/ 19911 h 269648"/>
                <a:gd name="connsiteX19" fmla="*/ 160422 w 172894"/>
                <a:gd name="connsiteY19" fmla="*/ 32099 h 269648"/>
                <a:gd name="connsiteX20" fmla="*/ 173140 w 172894"/>
                <a:gd name="connsiteY20" fmla="*/ 19911 h 269648"/>
                <a:gd name="connsiteX21" fmla="*/ 147099 w 172894"/>
                <a:gd name="connsiteY21" fmla="*/ 107 h 269648"/>
                <a:gd name="connsiteX22" fmla="*/ 109553 w 172894"/>
                <a:gd name="connsiteY22" fmla="*/ 21130 h 269648"/>
                <a:gd name="connsiteX23" fmla="*/ 85330 w 172894"/>
                <a:gd name="connsiteY23" fmla="*/ 76279 h 269648"/>
                <a:gd name="connsiteX24" fmla="*/ 57473 w 172894"/>
                <a:gd name="connsiteY24" fmla="*/ 76279 h 269648"/>
                <a:gd name="connsiteX25" fmla="*/ 55353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53" y="86029"/>
                  </a:moveTo>
                  <a:lnTo>
                    <a:pt x="82604" y="86029"/>
                  </a:lnTo>
                  <a:lnTo>
                    <a:pt x="55959" y="213997"/>
                  </a:lnTo>
                  <a:cubicBezTo>
                    <a:pt x="49297" y="246599"/>
                    <a:pt x="39305" y="263357"/>
                    <a:pt x="26588" y="263357"/>
                  </a:cubicBezTo>
                  <a:cubicBezTo>
                    <a:pt x="22954" y="263357"/>
                    <a:pt x="20532" y="261224"/>
                    <a:pt x="20532" y="258482"/>
                  </a:cubicBezTo>
                  <a:cubicBezTo>
                    <a:pt x="20532" y="257568"/>
                    <a:pt x="20835" y="256654"/>
                    <a:pt x="21743" y="255130"/>
                  </a:cubicBezTo>
                  <a:cubicBezTo>
                    <a:pt x="22954" y="253302"/>
                    <a:pt x="23257" y="252083"/>
                    <a:pt x="23257" y="250255"/>
                  </a:cubicBezTo>
                  <a:cubicBezTo>
                    <a:pt x="23257" y="243857"/>
                    <a:pt x="17807" y="238677"/>
                    <a:pt x="11448" y="238677"/>
                  </a:cubicBezTo>
                  <a:cubicBezTo>
                    <a:pt x="5089" y="238677"/>
                    <a:pt x="245" y="244162"/>
                    <a:pt x="245" y="251169"/>
                  </a:cubicBezTo>
                  <a:cubicBezTo>
                    <a:pt x="245" y="261529"/>
                    <a:pt x="10842" y="269755"/>
                    <a:pt x="24165" y="269755"/>
                  </a:cubicBezTo>
                  <a:cubicBezTo>
                    <a:pt x="51114" y="269755"/>
                    <a:pt x="72309" y="239591"/>
                    <a:pt x="84724" y="183529"/>
                  </a:cubicBezTo>
                  <a:lnTo>
                    <a:pt x="106525" y="86029"/>
                  </a:lnTo>
                  <a:lnTo>
                    <a:pt x="139529" y="86029"/>
                  </a:lnTo>
                  <a:lnTo>
                    <a:pt x="141346" y="76279"/>
                  </a:lnTo>
                  <a:lnTo>
                    <a:pt x="108645" y="76279"/>
                  </a:lnTo>
                  <a:cubicBezTo>
                    <a:pt x="117426" y="28443"/>
                    <a:pt x="128629" y="6810"/>
                    <a:pt x="145585" y="6810"/>
                  </a:cubicBezTo>
                  <a:cubicBezTo>
                    <a:pt x="149522" y="6810"/>
                    <a:pt x="152247" y="8333"/>
                    <a:pt x="152247" y="10466"/>
                  </a:cubicBezTo>
                  <a:cubicBezTo>
                    <a:pt x="152247" y="11380"/>
                    <a:pt x="151944" y="11990"/>
                    <a:pt x="151036" y="13513"/>
                  </a:cubicBezTo>
                  <a:cubicBezTo>
                    <a:pt x="149824" y="16255"/>
                    <a:pt x="149219" y="17779"/>
                    <a:pt x="149219" y="19911"/>
                  </a:cubicBezTo>
                  <a:cubicBezTo>
                    <a:pt x="149219" y="27224"/>
                    <a:pt x="153761" y="32099"/>
                    <a:pt x="160422" y="32099"/>
                  </a:cubicBezTo>
                  <a:cubicBezTo>
                    <a:pt x="167386" y="32099"/>
                    <a:pt x="173140" y="26615"/>
                    <a:pt x="173140" y="19911"/>
                  </a:cubicBezTo>
                  <a:cubicBezTo>
                    <a:pt x="173140" y="8638"/>
                    <a:pt x="161936" y="107"/>
                    <a:pt x="147099" y="107"/>
                  </a:cubicBezTo>
                  <a:cubicBezTo>
                    <a:pt x="132262" y="107"/>
                    <a:pt x="120454" y="6810"/>
                    <a:pt x="109553" y="21130"/>
                  </a:cubicBezTo>
                  <a:cubicBezTo>
                    <a:pt x="100469" y="33013"/>
                    <a:pt x="94413" y="47029"/>
                    <a:pt x="85330" y="76279"/>
                  </a:cubicBezTo>
                  <a:lnTo>
                    <a:pt x="57473" y="76279"/>
                  </a:lnTo>
                  <a:lnTo>
                    <a:pt x="55353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4ABE7EC-DBB5-E9A4-03CA-6AD4A27F048F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810586" y="8247360"/>
              <a:ext cx="70247" cy="304687"/>
            </a:xfrm>
            <a:custGeom>
              <a:avLst/>
              <a:gdLst>
                <a:gd name="connsiteX0" fmla="*/ 70497 w 70247"/>
                <a:gd name="connsiteY0" fmla="*/ 301747 h 304687"/>
                <a:gd name="connsiteX1" fmla="*/ 65350 w 70247"/>
                <a:gd name="connsiteY1" fmla="*/ 295044 h 304687"/>
                <a:gd name="connsiteX2" fmla="*/ 17811 w 70247"/>
                <a:gd name="connsiteY2" fmla="*/ 152450 h 304687"/>
                <a:gd name="connsiteX3" fmla="*/ 66561 w 70247"/>
                <a:gd name="connsiteY3" fmla="*/ 8333 h 304687"/>
                <a:gd name="connsiteX4" fmla="*/ 70497 w 70247"/>
                <a:gd name="connsiteY4" fmla="*/ 3153 h 304687"/>
                <a:gd name="connsiteX5" fmla="*/ 67469 w 70247"/>
                <a:gd name="connsiteY5" fmla="*/ 106 h 304687"/>
                <a:gd name="connsiteX6" fmla="*/ 19325 w 70247"/>
                <a:gd name="connsiteY6" fmla="*/ 59520 h 304687"/>
                <a:gd name="connsiteX7" fmla="*/ 249 w 70247"/>
                <a:gd name="connsiteY7" fmla="*/ 152450 h 304687"/>
                <a:gd name="connsiteX8" fmla="*/ 20234 w 70247"/>
                <a:gd name="connsiteY8" fmla="*/ 247512 h 304687"/>
                <a:gd name="connsiteX9" fmla="*/ 67469 w 70247"/>
                <a:gd name="connsiteY9" fmla="*/ 304794 h 304687"/>
                <a:gd name="connsiteX10" fmla="*/ 70497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97" y="301747"/>
                  </a:moveTo>
                  <a:cubicBezTo>
                    <a:pt x="70497" y="300833"/>
                    <a:pt x="70497" y="300223"/>
                    <a:pt x="65350" y="295044"/>
                  </a:cubicBezTo>
                  <a:cubicBezTo>
                    <a:pt x="27501" y="256653"/>
                    <a:pt x="17811" y="199067"/>
                    <a:pt x="17811" y="152450"/>
                  </a:cubicBezTo>
                  <a:cubicBezTo>
                    <a:pt x="17811" y="99434"/>
                    <a:pt x="29318" y="46419"/>
                    <a:pt x="66561" y="8333"/>
                  </a:cubicBezTo>
                  <a:cubicBezTo>
                    <a:pt x="70497" y="4676"/>
                    <a:pt x="70497" y="4067"/>
                    <a:pt x="70497" y="3153"/>
                  </a:cubicBezTo>
                  <a:cubicBezTo>
                    <a:pt x="70497" y="1020"/>
                    <a:pt x="69286" y="106"/>
                    <a:pt x="67469" y="106"/>
                  </a:cubicBezTo>
                  <a:cubicBezTo>
                    <a:pt x="64442" y="106"/>
                    <a:pt x="37190" y="20825"/>
                    <a:pt x="19325" y="59520"/>
                  </a:cubicBezTo>
                  <a:cubicBezTo>
                    <a:pt x="3883" y="93036"/>
                    <a:pt x="249" y="126856"/>
                    <a:pt x="249" y="152450"/>
                  </a:cubicBezTo>
                  <a:cubicBezTo>
                    <a:pt x="249" y="176215"/>
                    <a:pt x="3580" y="213083"/>
                    <a:pt x="20234" y="247512"/>
                  </a:cubicBezTo>
                  <a:cubicBezTo>
                    <a:pt x="38401" y="284989"/>
                    <a:pt x="64442" y="304794"/>
                    <a:pt x="67469" y="304794"/>
                  </a:cubicBezTo>
                  <a:cubicBezTo>
                    <a:pt x="69286" y="304794"/>
                    <a:pt x="70497" y="303880"/>
                    <a:pt x="70497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BBDBB1D5-3EEB-3F3C-828B-C4EF3095F7A1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890355" y="8341508"/>
              <a:ext cx="143523" cy="137718"/>
            </a:xfrm>
            <a:custGeom>
              <a:avLst/>
              <a:gdLst>
                <a:gd name="connsiteX0" fmla="*/ 130151 w 143523"/>
                <a:gd name="connsiteY0" fmla="*/ 100654 h 137718"/>
                <a:gd name="connsiteX1" fmla="*/ 123490 w 143523"/>
                <a:gd name="connsiteY1" fmla="*/ 108880 h 137718"/>
                <a:gd name="connsiteX2" fmla="*/ 109561 w 143523"/>
                <a:gd name="connsiteY2" fmla="*/ 121068 h 137718"/>
                <a:gd name="connsiteX3" fmla="*/ 100174 w 143523"/>
                <a:gd name="connsiteY3" fmla="*/ 108575 h 137718"/>
                <a:gd name="connsiteX4" fmla="*/ 98963 w 143523"/>
                <a:gd name="connsiteY4" fmla="*/ 103396 h 137718"/>
                <a:gd name="connsiteX5" fmla="*/ 88063 w 143523"/>
                <a:gd name="connsiteY5" fmla="*/ 54036 h 137718"/>
                <a:gd name="connsiteX6" fmla="*/ 117736 w 143523"/>
                <a:gd name="connsiteY6" fmla="*/ 17169 h 137718"/>
                <a:gd name="connsiteX7" fmla="*/ 125004 w 143523"/>
                <a:gd name="connsiteY7" fmla="*/ 19607 h 137718"/>
                <a:gd name="connsiteX8" fmla="*/ 133179 w 143523"/>
                <a:gd name="connsiteY8" fmla="*/ 22349 h 137718"/>
                <a:gd name="connsiteX9" fmla="*/ 143777 w 143523"/>
                <a:gd name="connsiteY9" fmla="*/ 11380 h 137718"/>
                <a:gd name="connsiteX10" fmla="*/ 131362 w 143523"/>
                <a:gd name="connsiteY10" fmla="*/ 107 h 137718"/>
                <a:gd name="connsiteX11" fmla="*/ 85640 w 143523"/>
                <a:gd name="connsiteY11" fmla="*/ 43677 h 137718"/>
                <a:gd name="connsiteX12" fmla="*/ 82310 w 143523"/>
                <a:gd name="connsiteY12" fmla="*/ 26919 h 137718"/>
                <a:gd name="connsiteX13" fmla="*/ 66564 w 143523"/>
                <a:gd name="connsiteY13" fmla="*/ 107 h 137718"/>
                <a:gd name="connsiteX14" fmla="*/ 31138 w 143523"/>
                <a:gd name="connsiteY14" fmla="*/ 8943 h 137718"/>
                <a:gd name="connsiteX15" fmla="*/ 27807 w 143523"/>
                <a:gd name="connsiteY15" fmla="*/ 10161 h 137718"/>
                <a:gd name="connsiteX16" fmla="*/ 29018 w 143523"/>
                <a:gd name="connsiteY16" fmla="*/ 14732 h 137718"/>
                <a:gd name="connsiteX17" fmla="*/ 45974 w 143523"/>
                <a:gd name="connsiteY17" fmla="*/ 11380 h 137718"/>
                <a:gd name="connsiteX18" fmla="*/ 59600 w 143523"/>
                <a:gd name="connsiteY18" fmla="*/ 32404 h 137718"/>
                <a:gd name="connsiteX19" fmla="*/ 68381 w 143523"/>
                <a:gd name="connsiteY19" fmla="*/ 69880 h 137718"/>
                <a:gd name="connsiteX20" fmla="*/ 43552 w 143523"/>
                <a:gd name="connsiteY20" fmla="*/ 105529 h 137718"/>
                <a:gd name="connsiteX21" fmla="*/ 28110 w 143523"/>
                <a:gd name="connsiteY21" fmla="*/ 120154 h 137718"/>
                <a:gd name="connsiteX22" fmla="*/ 20237 w 143523"/>
                <a:gd name="connsiteY22" fmla="*/ 117411 h 137718"/>
                <a:gd name="connsiteX23" fmla="*/ 10548 w 143523"/>
                <a:gd name="connsiteY23" fmla="*/ 114365 h 137718"/>
                <a:gd name="connsiteX24" fmla="*/ 253 w 143523"/>
                <a:gd name="connsiteY24" fmla="*/ 125029 h 137718"/>
                <a:gd name="connsiteX25" fmla="*/ 15392 w 143523"/>
                <a:gd name="connsiteY25" fmla="*/ 137826 h 137718"/>
                <a:gd name="connsiteX26" fmla="*/ 43552 w 143523"/>
                <a:gd name="connsiteY26" fmla="*/ 116497 h 137718"/>
                <a:gd name="connsiteX27" fmla="*/ 70804 w 143523"/>
                <a:gd name="connsiteY27" fmla="*/ 80849 h 137718"/>
                <a:gd name="connsiteX28" fmla="*/ 79887 w 143523"/>
                <a:gd name="connsiteY28" fmla="*/ 117411 h 137718"/>
                <a:gd name="connsiteX29" fmla="*/ 97449 w 143523"/>
                <a:gd name="connsiteY29" fmla="*/ 137826 h 137718"/>
                <a:gd name="connsiteX30" fmla="*/ 134390 w 143523"/>
                <a:gd name="connsiteY30" fmla="*/ 103091 h 137718"/>
                <a:gd name="connsiteX31" fmla="*/ 130151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51" y="100654"/>
                  </a:moveTo>
                  <a:cubicBezTo>
                    <a:pt x="127729" y="103396"/>
                    <a:pt x="126215" y="105224"/>
                    <a:pt x="123490" y="108880"/>
                  </a:cubicBezTo>
                  <a:cubicBezTo>
                    <a:pt x="116525" y="118021"/>
                    <a:pt x="112892" y="121068"/>
                    <a:pt x="109561" y="121068"/>
                  </a:cubicBezTo>
                  <a:cubicBezTo>
                    <a:pt x="105019" y="121068"/>
                    <a:pt x="102294" y="117107"/>
                    <a:pt x="100174" y="108575"/>
                  </a:cubicBezTo>
                  <a:cubicBezTo>
                    <a:pt x="99569" y="106138"/>
                    <a:pt x="99266" y="104310"/>
                    <a:pt x="98963" y="103396"/>
                  </a:cubicBezTo>
                  <a:cubicBezTo>
                    <a:pt x="91393" y="72622"/>
                    <a:pt x="88063" y="58607"/>
                    <a:pt x="88063" y="54036"/>
                  </a:cubicBezTo>
                  <a:cubicBezTo>
                    <a:pt x="101386" y="30575"/>
                    <a:pt x="112286" y="17169"/>
                    <a:pt x="117736" y="17169"/>
                  </a:cubicBezTo>
                  <a:cubicBezTo>
                    <a:pt x="119553" y="17169"/>
                    <a:pt x="121976" y="18083"/>
                    <a:pt x="125004" y="19607"/>
                  </a:cubicBezTo>
                  <a:cubicBezTo>
                    <a:pt x="128637" y="21740"/>
                    <a:pt x="130757" y="22349"/>
                    <a:pt x="133179" y="22349"/>
                  </a:cubicBezTo>
                  <a:cubicBezTo>
                    <a:pt x="139538" y="22349"/>
                    <a:pt x="143777" y="17779"/>
                    <a:pt x="143777" y="11380"/>
                  </a:cubicBezTo>
                  <a:cubicBezTo>
                    <a:pt x="143777" y="4982"/>
                    <a:pt x="138629" y="107"/>
                    <a:pt x="131362" y="107"/>
                  </a:cubicBezTo>
                  <a:cubicBezTo>
                    <a:pt x="118039" y="107"/>
                    <a:pt x="106533" y="11075"/>
                    <a:pt x="85640" y="43677"/>
                  </a:cubicBezTo>
                  <a:lnTo>
                    <a:pt x="82310" y="26919"/>
                  </a:lnTo>
                  <a:cubicBezTo>
                    <a:pt x="78071" y="6200"/>
                    <a:pt x="74740" y="107"/>
                    <a:pt x="66564" y="107"/>
                  </a:cubicBezTo>
                  <a:cubicBezTo>
                    <a:pt x="59903" y="107"/>
                    <a:pt x="49608" y="2849"/>
                    <a:pt x="31138" y="8943"/>
                  </a:cubicBezTo>
                  <a:lnTo>
                    <a:pt x="27807" y="10161"/>
                  </a:lnTo>
                  <a:lnTo>
                    <a:pt x="29018" y="14732"/>
                  </a:lnTo>
                  <a:cubicBezTo>
                    <a:pt x="40524" y="11989"/>
                    <a:pt x="43249" y="11380"/>
                    <a:pt x="45974" y="11380"/>
                  </a:cubicBezTo>
                  <a:cubicBezTo>
                    <a:pt x="53544" y="11380"/>
                    <a:pt x="55361" y="14122"/>
                    <a:pt x="59600" y="32404"/>
                  </a:cubicBezTo>
                  <a:lnTo>
                    <a:pt x="68381" y="69880"/>
                  </a:lnTo>
                  <a:lnTo>
                    <a:pt x="43552" y="105529"/>
                  </a:lnTo>
                  <a:cubicBezTo>
                    <a:pt x="37496" y="114669"/>
                    <a:pt x="31440" y="120154"/>
                    <a:pt x="28110" y="120154"/>
                  </a:cubicBezTo>
                  <a:cubicBezTo>
                    <a:pt x="26293" y="120154"/>
                    <a:pt x="23265" y="119240"/>
                    <a:pt x="20237" y="117411"/>
                  </a:cubicBezTo>
                  <a:cubicBezTo>
                    <a:pt x="16301" y="115279"/>
                    <a:pt x="12970" y="114365"/>
                    <a:pt x="10548" y="114365"/>
                  </a:cubicBezTo>
                  <a:cubicBezTo>
                    <a:pt x="4795" y="114365"/>
                    <a:pt x="253" y="118935"/>
                    <a:pt x="253" y="125029"/>
                  </a:cubicBezTo>
                  <a:cubicBezTo>
                    <a:pt x="253" y="132951"/>
                    <a:pt x="6309" y="137826"/>
                    <a:pt x="15392" y="137826"/>
                  </a:cubicBezTo>
                  <a:cubicBezTo>
                    <a:pt x="24779" y="137826"/>
                    <a:pt x="28412" y="135083"/>
                    <a:pt x="43552" y="116497"/>
                  </a:cubicBezTo>
                  <a:cubicBezTo>
                    <a:pt x="51728" y="106747"/>
                    <a:pt x="58086" y="98521"/>
                    <a:pt x="70804" y="80849"/>
                  </a:cubicBezTo>
                  <a:lnTo>
                    <a:pt x="79887" y="117411"/>
                  </a:lnTo>
                  <a:cubicBezTo>
                    <a:pt x="83824" y="132951"/>
                    <a:pt x="87760" y="137826"/>
                    <a:pt x="97449" y="137826"/>
                  </a:cubicBezTo>
                  <a:cubicBezTo>
                    <a:pt x="108955" y="137826"/>
                    <a:pt x="116828" y="130513"/>
                    <a:pt x="134390" y="103091"/>
                  </a:cubicBezTo>
                  <a:lnTo>
                    <a:pt x="130151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61BF6DD5-C12B-411E-062B-3933077DCC04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0041091" y="8371021"/>
              <a:ext cx="97244" cy="157377"/>
            </a:xfrm>
            <a:custGeom>
              <a:avLst/>
              <a:gdLst>
                <a:gd name="connsiteX0" fmla="*/ 92572 w 97244"/>
                <a:gd name="connsiteY0" fmla="*/ 109 h 157377"/>
                <a:gd name="connsiteX1" fmla="*/ 37676 w 97244"/>
                <a:gd name="connsiteY1" fmla="*/ 18147 h 157377"/>
                <a:gd name="connsiteX2" fmla="*/ 256 w 97244"/>
                <a:gd name="connsiteY2" fmla="*/ 91424 h 157377"/>
                <a:gd name="connsiteX3" fmla="*/ 15941 w 97244"/>
                <a:gd name="connsiteY3" fmla="*/ 142154 h 157377"/>
                <a:gd name="connsiteX4" fmla="*/ 50447 w 97244"/>
                <a:gd name="connsiteY4" fmla="*/ 157486 h 157377"/>
                <a:gd name="connsiteX5" fmla="*/ 97501 w 97244"/>
                <a:gd name="connsiteY5" fmla="*/ 104952 h 157377"/>
                <a:gd name="connsiteX6" fmla="*/ 55377 w 97244"/>
                <a:gd name="connsiteY6" fmla="*/ 57829 h 157377"/>
                <a:gd name="connsiteX7" fmla="*/ 26696 w 97244"/>
                <a:gd name="connsiteY7" fmla="*/ 67975 h 157377"/>
                <a:gd name="connsiteX8" fmla="*/ 93020 w 97244"/>
                <a:gd name="connsiteY8" fmla="*/ 3717 h 157377"/>
                <a:gd name="connsiteX9" fmla="*/ 92572 w 97244"/>
                <a:gd name="connsiteY9" fmla="*/ 109 h 157377"/>
                <a:gd name="connsiteX10" fmla="*/ 46862 w 97244"/>
                <a:gd name="connsiteY10" fmla="*/ 68201 h 157377"/>
                <a:gd name="connsiteX11" fmla="*/ 77335 w 97244"/>
                <a:gd name="connsiteY11" fmla="*/ 112618 h 157377"/>
                <a:gd name="connsiteX12" fmla="*/ 52912 w 97244"/>
                <a:gd name="connsiteY12" fmla="*/ 151173 h 157377"/>
                <a:gd name="connsiteX13" fmla="*/ 21095 w 97244"/>
                <a:gd name="connsiteY13" fmla="*/ 95031 h 157377"/>
                <a:gd name="connsiteX14" fmla="*/ 27369 w 97244"/>
                <a:gd name="connsiteY14" fmla="*/ 73837 h 157377"/>
                <a:gd name="connsiteX15" fmla="*/ 46862 w 97244"/>
                <a:gd name="connsiteY15" fmla="*/ 68201 h 15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7244" h="157377">
                  <a:moveTo>
                    <a:pt x="92572" y="109"/>
                  </a:moveTo>
                  <a:cubicBezTo>
                    <a:pt x="67028" y="2364"/>
                    <a:pt x="54032" y="6648"/>
                    <a:pt x="37676" y="18147"/>
                  </a:cubicBezTo>
                  <a:cubicBezTo>
                    <a:pt x="13476" y="35508"/>
                    <a:pt x="256" y="61211"/>
                    <a:pt x="256" y="91424"/>
                  </a:cubicBezTo>
                  <a:cubicBezTo>
                    <a:pt x="256" y="111040"/>
                    <a:pt x="6306" y="130881"/>
                    <a:pt x="15941" y="142154"/>
                  </a:cubicBezTo>
                  <a:cubicBezTo>
                    <a:pt x="24456" y="152075"/>
                    <a:pt x="36555" y="157486"/>
                    <a:pt x="50447" y="157486"/>
                  </a:cubicBezTo>
                  <a:cubicBezTo>
                    <a:pt x="78232" y="157486"/>
                    <a:pt x="97501" y="136067"/>
                    <a:pt x="97501" y="104952"/>
                  </a:cubicBezTo>
                  <a:cubicBezTo>
                    <a:pt x="97501" y="76092"/>
                    <a:pt x="81145" y="57829"/>
                    <a:pt x="55377" y="57829"/>
                  </a:cubicBezTo>
                  <a:cubicBezTo>
                    <a:pt x="45518" y="57829"/>
                    <a:pt x="40813" y="59407"/>
                    <a:pt x="26696" y="67975"/>
                  </a:cubicBezTo>
                  <a:cubicBezTo>
                    <a:pt x="32746" y="33929"/>
                    <a:pt x="57842" y="9579"/>
                    <a:pt x="93020" y="3717"/>
                  </a:cubicBezTo>
                  <a:lnTo>
                    <a:pt x="92572" y="109"/>
                  </a:lnTo>
                  <a:close/>
                  <a:moveTo>
                    <a:pt x="46862" y="68201"/>
                  </a:moveTo>
                  <a:cubicBezTo>
                    <a:pt x="66132" y="68201"/>
                    <a:pt x="77335" y="84434"/>
                    <a:pt x="77335" y="112618"/>
                  </a:cubicBezTo>
                  <a:cubicBezTo>
                    <a:pt x="77335" y="137420"/>
                    <a:pt x="68597" y="151173"/>
                    <a:pt x="52912" y="151173"/>
                  </a:cubicBezTo>
                  <a:cubicBezTo>
                    <a:pt x="33194" y="151173"/>
                    <a:pt x="21095" y="129979"/>
                    <a:pt x="21095" y="95031"/>
                  </a:cubicBezTo>
                  <a:cubicBezTo>
                    <a:pt x="21095" y="83533"/>
                    <a:pt x="22887" y="77219"/>
                    <a:pt x="27369" y="73837"/>
                  </a:cubicBezTo>
                  <a:cubicBezTo>
                    <a:pt x="32074" y="70230"/>
                    <a:pt x="39020" y="68201"/>
                    <a:pt x="46862" y="68201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B1332EF3-87C3-8EA1-4160-31DFEFFFC12A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178382" y="8247360"/>
              <a:ext cx="70248" cy="304687"/>
            </a:xfrm>
            <a:custGeom>
              <a:avLst/>
              <a:gdLst>
                <a:gd name="connsiteX0" fmla="*/ 70510 w 70248"/>
                <a:gd name="connsiteY0" fmla="*/ 152450 h 304687"/>
                <a:gd name="connsiteX1" fmla="*/ 50525 w 70248"/>
                <a:gd name="connsiteY1" fmla="*/ 57387 h 304687"/>
                <a:gd name="connsiteX2" fmla="*/ 3290 w 70248"/>
                <a:gd name="connsiteY2" fmla="*/ 106 h 304687"/>
                <a:gd name="connsiteX3" fmla="*/ 262 w 70248"/>
                <a:gd name="connsiteY3" fmla="*/ 3153 h 304687"/>
                <a:gd name="connsiteX4" fmla="*/ 6015 w 70248"/>
                <a:gd name="connsiteY4" fmla="*/ 10161 h 304687"/>
                <a:gd name="connsiteX5" fmla="*/ 52948 w 70248"/>
                <a:gd name="connsiteY5" fmla="*/ 152450 h 304687"/>
                <a:gd name="connsiteX6" fmla="*/ 4198 w 70248"/>
                <a:gd name="connsiteY6" fmla="*/ 296567 h 304687"/>
                <a:gd name="connsiteX7" fmla="*/ 262 w 70248"/>
                <a:gd name="connsiteY7" fmla="*/ 301747 h 304687"/>
                <a:gd name="connsiteX8" fmla="*/ 3290 w 70248"/>
                <a:gd name="connsiteY8" fmla="*/ 304794 h 304687"/>
                <a:gd name="connsiteX9" fmla="*/ 51434 w 70248"/>
                <a:gd name="connsiteY9" fmla="*/ 245380 h 304687"/>
                <a:gd name="connsiteX10" fmla="*/ 70510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10" y="152450"/>
                  </a:moveTo>
                  <a:cubicBezTo>
                    <a:pt x="70510" y="128684"/>
                    <a:pt x="67179" y="91817"/>
                    <a:pt x="50525" y="57387"/>
                  </a:cubicBezTo>
                  <a:cubicBezTo>
                    <a:pt x="32358" y="19911"/>
                    <a:pt x="6318" y="106"/>
                    <a:pt x="3290" y="106"/>
                  </a:cubicBezTo>
                  <a:cubicBezTo>
                    <a:pt x="1473" y="106"/>
                    <a:pt x="262" y="1325"/>
                    <a:pt x="262" y="3153"/>
                  </a:cubicBezTo>
                  <a:cubicBezTo>
                    <a:pt x="262" y="4067"/>
                    <a:pt x="262" y="4676"/>
                    <a:pt x="6015" y="10161"/>
                  </a:cubicBezTo>
                  <a:cubicBezTo>
                    <a:pt x="35689" y="40325"/>
                    <a:pt x="52948" y="88770"/>
                    <a:pt x="52948" y="152450"/>
                  </a:cubicBezTo>
                  <a:cubicBezTo>
                    <a:pt x="52948" y="204551"/>
                    <a:pt x="41744" y="258176"/>
                    <a:pt x="4198" y="296567"/>
                  </a:cubicBezTo>
                  <a:cubicBezTo>
                    <a:pt x="262" y="300223"/>
                    <a:pt x="262" y="300833"/>
                    <a:pt x="262" y="301747"/>
                  </a:cubicBezTo>
                  <a:cubicBezTo>
                    <a:pt x="262" y="303575"/>
                    <a:pt x="1473" y="304794"/>
                    <a:pt x="3290" y="304794"/>
                  </a:cubicBezTo>
                  <a:cubicBezTo>
                    <a:pt x="6318" y="304794"/>
                    <a:pt x="33569" y="284075"/>
                    <a:pt x="51434" y="245380"/>
                  </a:cubicBezTo>
                  <a:cubicBezTo>
                    <a:pt x="66876" y="211864"/>
                    <a:pt x="70510" y="178044"/>
                    <a:pt x="70510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99EF572E-B3C4-875B-D355-F75B6148435A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338211" y="8298243"/>
              <a:ext cx="201357" cy="202921"/>
            </a:xfrm>
            <a:custGeom>
              <a:avLst/>
              <a:gdLst>
                <a:gd name="connsiteX0" fmla="*/ 107154 w 201357"/>
                <a:gd name="connsiteY0" fmla="*/ 107661 h 202921"/>
                <a:gd name="connsiteX1" fmla="*/ 191633 w 201357"/>
                <a:gd name="connsiteY1" fmla="*/ 107661 h 202921"/>
                <a:gd name="connsiteX2" fmla="*/ 201625 w 201357"/>
                <a:gd name="connsiteY2" fmla="*/ 101567 h 202921"/>
                <a:gd name="connsiteX3" fmla="*/ 191633 w 201357"/>
                <a:gd name="connsiteY3" fmla="*/ 95473 h 202921"/>
                <a:gd name="connsiteX4" fmla="*/ 107154 w 201357"/>
                <a:gd name="connsiteY4" fmla="*/ 95473 h 202921"/>
                <a:gd name="connsiteX5" fmla="*/ 107154 w 201357"/>
                <a:gd name="connsiteY5" fmla="*/ 10161 h 202921"/>
                <a:gd name="connsiteX6" fmla="*/ 101098 w 201357"/>
                <a:gd name="connsiteY6" fmla="*/ 106 h 202921"/>
                <a:gd name="connsiteX7" fmla="*/ 95042 w 201357"/>
                <a:gd name="connsiteY7" fmla="*/ 10161 h 202921"/>
                <a:gd name="connsiteX8" fmla="*/ 95042 w 201357"/>
                <a:gd name="connsiteY8" fmla="*/ 95473 h 202921"/>
                <a:gd name="connsiteX9" fmla="*/ 10260 w 201357"/>
                <a:gd name="connsiteY9" fmla="*/ 95473 h 202921"/>
                <a:gd name="connsiteX10" fmla="*/ 268 w 201357"/>
                <a:gd name="connsiteY10" fmla="*/ 101567 h 202921"/>
                <a:gd name="connsiteX11" fmla="*/ 10260 w 201357"/>
                <a:gd name="connsiteY11" fmla="*/ 107661 h 202921"/>
                <a:gd name="connsiteX12" fmla="*/ 95042 w 201357"/>
                <a:gd name="connsiteY12" fmla="*/ 107661 h 202921"/>
                <a:gd name="connsiteX13" fmla="*/ 95042 w 201357"/>
                <a:gd name="connsiteY13" fmla="*/ 192973 h 202921"/>
                <a:gd name="connsiteX14" fmla="*/ 101098 w 201357"/>
                <a:gd name="connsiteY14" fmla="*/ 203028 h 202921"/>
                <a:gd name="connsiteX15" fmla="*/ 107154 w 201357"/>
                <a:gd name="connsiteY15" fmla="*/ 192973 h 202921"/>
                <a:gd name="connsiteX16" fmla="*/ 107154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54" y="107661"/>
                  </a:moveTo>
                  <a:lnTo>
                    <a:pt x="191633" y="107661"/>
                  </a:lnTo>
                  <a:cubicBezTo>
                    <a:pt x="195872" y="107661"/>
                    <a:pt x="201625" y="107661"/>
                    <a:pt x="201625" y="101567"/>
                  </a:cubicBezTo>
                  <a:cubicBezTo>
                    <a:pt x="201625" y="95473"/>
                    <a:pt x="195872" y="95473"/>
                    <a:pt x="191633" y="95473"/>
                  </a:cubicBezTo>
                  <a:lnTo>
                    <a:pt x="107154" y="95473"/>
                  </a:lnTo>
                  <a:lnTo>
                    <a:pt x="107154" y="10161"/>
                  </a:lnTo>
                  <a:cubicBezTo>
                    <a:pt x="107154" y="5895"/>
                    <a:pt x="107154" y="106"/>
                    <a:pt x="101098" y="106"/>
                  </a:cubicBezTo>
                  <a:cubicBezTo>
                    <a:pt x="95042" y="106"/>
                    <a:pt x="95042" y="5895"/>
                    <a:pt x="95042" y="10161"/>
                  </a:cubicBezTo>
                  <a:lnTo>
                    <a:pt x="95042" y="95473"/>
                  </a:lnTo>
                  <a:lnTo>
                    <a:pt x="10260" y="95473"/>
                  </a:lnTo>
                  <a:cubicBezTo>
                    <a:pt x="6021" y="95473"/>
                    <a:pt x="268" y="95473"/>
                    <a:pt x="268" y="101567"/>
                  </a:cubicBezTo>
                  <a:cubicBezTo>
                    <a:pt x="268" y="107661"/>
                    <a:pt x="6021" y="107661"/>
                    <a:pt x="10260" y="107661"/>
                  </a:cubicBezTo>
                  <a:lnTo>
                    <a:pt x="95042" y="107661"/>
                  </a:lnTo>
                  <a:lnTo>
                    <a:pt x="95042" y="192973"/>
                  </a:lnTo>
                  <a:cubicBezTo>
                    <a:pt x="95042" y="197239"/>
                    <a:pt x="95042" y="203028"/>
                    <a:pt x="101098" y="203028"/>
                  </a:cubicBezTo>
                  <a:cubicBezTo>
                    <a:pt x="107154" y="203028"/>
                    <a:pt x="107154" y="197239"/>
                    <a:pt x="107154" y="192973"/>
                  </a:cubicBezTo>
                  <a:lnTo>
                    <a:pt x="107154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5981E0AD-F09B-8CB8-C974-F74FE19A7D25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612636" y="8269907"/>
              <a:ext cx="117786" cy="210234"/>
            </a:xfrm>
            <a:custGeom>
              <a:avLst/>
              <a:gdLst>
                <a:gd name="connsiteX0" fmla="*/ 33583 w 117786"/>
                <a:gd name="connsiteY0" fmla="*/ 105529 h 210234"/>
                <a:gd name="connsiteX1" fmla="*/ 65679 w 117786"/>
                <a:gd name="connsiteY1" fmla="*/ 108880 h 210234"/>
                <a:gd name="connsiteX2" fmla="*/ 96261 w 117786"/>
                <a:gd name="connsiteY2" fmla="*/ 153974 h 210234"/>
                <a:gd name="connsiteX3" fmla="*/ 56595 w 117786"/>
                <a:gd name="connsiteY3" fmla="*/ 199372 h 210234"/>
                <a:gd name="connsiteX4" fmla="*/ 31161 w 117786"/>
                <a:gd name="connsiteY4" fmla="*/ 189927 h 210234"/>
                <a:gd name="connsiteX5" fmla="*/ 11782 w 117786"/>
                <a:gd name="connsiteY5" fmla="*/ 182310 h 210234"/>
                <a:gd name="connsiteX6" fmla="*/ 276 w 117786"/>
                <a:gd name="connsiteY6" fmla="*/ 192974 h 210234"/>
                <a:gd name="connsiteX7" fmla="*/ 34491 w 117786"/>
                <a:gd name="connsiteY7" fmla="*/ 210341 h 210234"/>
                <a:gd name="connsiteX8" fmla="*/ 95958 w 117786"/>
                <a:gd name="connsiteY8" fmla="*/ 189927 h 210234"/>
                <a:gd name="connsiteX9" fmla="*/ 118062 w 117786"/>
                <a:gd name="connsiteY9" fmla="*/ 139349 h 210234"/>
                <a:gd name="connsiteX10" fmla="*/ 104437 w 117786"/>
                <a:gd name="connsiteY10" fmla="*/ 100044 h 210234"/>
                <a:gd name="connsiteX11" fmla="*/ 79305 w 117786"/>
                <a:gd name="connsiteY11" fmla="*/ 83896 h 210234"/>
                <a:gd name="connsiteX12" fmla="*/ 107767 w 117786"/>
                <a:gd name="connsiteY12" fmla="*/ 41849 h 210234"/>
                <a:gd name="connsiteX13" fmla="*/ 60532 w 117786"/>
                <a:gd name="connsiteY13" fmla="*/ 107 h 210234"/>
                <a:gd name="connsiteX14" fmla="*/ 21168 w 117786"/>
                <a:gd name="connsiteY14" fmla="*/ 15036 h 210234"/>
                <a:gd name="connsiteX15" fmla="*/ 881 w 117786"/>
                <a:gd name="connsiteY15" fmla="*/ 49466 h 210234"/>
                <a:gd name="connsiteX16" fmla="*/ 5423 w 117786"/>
                <a:gd name="connsiteY16" fmla="*/ 50685 h 210234"/>
                <a:gd name="connsiteX17" fmla="*/ 50539 w 117786"/>
                <a:gd name="connsiteY17" fmla="*/ 18388 h 210234"/>
                <a:gd name="connsiteX18" fmla="*/ 83847 w 117786"/>
                <a:gd name="connsiteY18" fmla="*/ 50990 h 210234"/>
                <a:gd name="connsiteX19" fmla="*/ 71735 w 117786"/>
                <a:gd name="connsiteY19" fmla="*/ 80544 h 210234"/>
                <a:gd name="connsiteX20" fmla="*/ 33583 w 117786"/>
                <a:gd name="connsiteY20" fmla="*/ 101568 h 210234"/>
                <a:gd name="connsiteX21" fmla="*/ 33583 w 117786"/>
                <a:gd name="connsiteY21" fmla="*/ 10552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583" y="105529"/>
                  </a:moveTo>
                  <a:cubicBezTo>
                    <a:pt x="51448" y="105529"/>
                    <a:pt x="58412" y="106138"/>
                    <a:pt x="65679" y="108880"/>
                  </a:cubicBezTo>
                  <a:cubicBezTo>
                    <a:pt x="84452" y="115583"/>
                    <a:pt x="96261" y="132951"/>
                    <a:pt x="96261" y="153974"/>
                  </a:cubicBezTo>
                  <a:cubicBezTo>
                    <a:pt x="96261" y="179568"/>
                    <a:pt x="79002" y="199372"/>
                    <a:pt x="56595" y="199372"/>
                  </a:cubicBezTo>
                  <a:cubicBezTo>
                    <a:pt x="48420" y="199372"/>
                    <a:pt x="42364" y="197240"/>
                    <a:pt x="31161" y="189927"/>
                  </a:cubicBezTo>
                  <a:cubicBezTo>
                    <a:pt x="22077" y="184443"/>
                    <a:pt x="16929" y="182310"/>
                    <a:pt x="11782" y="182310"/>
                  </a:cubicBezTo>
                  <a:cubicBezTo>
                    <a:pt x="4818" y="182310"/>
                    <a:pt x="276" y="186576"/>
                    <a:pt x="276" y="192974"/>
                  </a:cubicBezTo>
                  <a:cubicBezTo>
                    <a:pt x="276" y="203638"/>
                    <a:pt x="13296" y="210341"/>
                    <a:pt x="34491" y="210341"/>
                  </a:cubicBezTo>
                  <a:cubicBezTo>
                    <a:pt x="57806" y="210341"/>
                    <a:pt x="81727" y="202419"/>
                    <a:pt x="95958" y="189927"/>
                  </a:cubicBezTo>
                  <a:cubicBezTo>
                    <a:pt x="110190" y="177435"/>
                    <a:pt x="118062" y="159763"/>
                    <a:pt x="118062" y="139349"/>
                  </a:cubicBezTo>
                  <a:cubicBezTo>
                    <a:pt x="118062" y="123810"/>
                    <a:pt x="113218" y="109490"/>
                    <a:pt x="104437" y="100044"/>
                  </a:cubicBezTo>
                  <a:cubicBezTo>
                    <a:pt x="98381" y="93341"/>
                    <a:pt x="92628" y="89685"/>
                    <a:pt x="79305" y="83896"/>
                  </a:cubicBezTo>
                  <a:cubicBezTo>
                    <a:pt x="100197" y="69575"/>
                    <a:pt x="107767" y="58302"/>
                    <a:pt x="107767" y="41849"/>
                  </a:cubicBezTo>
                  <a:cubicBezTo>
                    <a:pt x="107767" y="17169"/>
                    <a:pt x="88389" y="107"/>
                    <a:pt x="60532" y="107"/>
                  </a:cubicBezTo>
                  <a:cubicBezTo>
                    <a:pt x="45392" y="107"/>
                    <a:pt x="32069" y="5286"/>
                    <a:pt x="21168" y="15036"/>
                  </a:cubicBezTo>
                  <a:cubicBezTo>
                    <a:pt x="12085" y="23263"/>
                    <a:pt x="7543" y="31185"/>
                    <a:pt x="881" y="49466"/>
                  </a:cubicBezTo>
                  <a:lnTo>
                    <a:pt x="5423" y="50685"/>
                  </a:lnTo>
                  <a:cubicBezTo>
                    <a:pt x="17838" y="28443"/>
                    <a:pt x="31463" y="18388"/>
                    <a:pt x="50539" y="18388"/>
                  </a:cubicBezTo>
                  <a:cubicBezTo>
                    <a:pt x="70221" y="18388"/>
                    <a:pt x="83847" y="31794"/>
                    <a:pt x="83847" y="50990"/>
                  </a:cubicBezTo>
                  <a:cubicBezTo>
                    <a:pt x="83847" y="61958"/>
                    <a:pt x="79305" y="72927"/>
                    <a:pt x="71735" y="80544"/>
                  </a:cubicBezTo>
                  <a:cubicBezTo>
                    <a:pt x="62651" y="89685"/>
                    <a:pt x="54173" y="94255"/>
                    <a:pt x="33583" y="101568"/>
                  </a:cubicBezTo>
                  <a:lnTo>
                    <a:pt x="33583" y="1055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E4510F6D-8BA4-BEFB-B08C-59817566FF59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752658" y="8269297"/>
              <a:ext cx="172894" cy="269648"/>
            </a:xfrm>
            <a:custGeom>
              <a:avLst/>
              <a:gdLst>
                <a:gd name="connsiteX0" fmla="*/ 55391 w 172894"/>
                <a:gd name="connsiteY0" fmla="*/ 86029 h 269648"/>
                <a:gd name="connsiteX1" fmla="*/ 82642 w 172894"/>
                <a:gd name="connsiteY1" fmla="*/ 86029 h 269648"/>
                <a:gd name="connsiteX2" fmla="*/ 55996 w 172894"/>
                <a:gd name="connsiteY2" fmla="*/ 213997 h 269648"/>
                <a:gd name="connsiteX3" fmla="*/ 26625 w 172894"/>
                <a:gd name="connsiteY3" fmla="*/ 263357 h 269648"/>
                <a:gd name="connsiteX4" fmla="*/ 20569 w 172894"/>
                <a:gd name="connsiteY4" fmla="*/ 258482 h 269648"/>
                <a:gd name="connsiteX5" fmla="*/ 21780 w 172894"/>
                <a:gd name="connsiteY5" fmla="*/ 255130 h 269648"/>
                <a:gd name="connsiteX6" fmla="*/ 23294 w 172894"/>
                <a:gd name="connsiteY6" fmla="*/ 250255 h 269648"/>
                <a:gd name="connsiteX7" fmla="*/ 11486 w 172894"/>
                <a:gd name="connsiteY7" fmla="*/ 238677 h 269648"/>
                <a:gd name="connsiteX8" fmla="*/ 282 w 172894"/>
                <a:gd name="connsiteY8" fmla="*/ 251169 h 269648"/>
                <a:gd name="connsiteX9" fmla="*/ 24203 w 172894"/>
                <a:gd name="connsiteY9" fmla="*/ 269755 h 269648"/>
                <a:gd name="connsiteX10" fmla="*/ 84761 w 172894"/>
                <a:gd name="connsiteY10" fmla="*/ 183529 h 269648"/>
                <a:gd name="connsiteX11" fmla="*/ 106563 w 172894"/>
                <a:gd name="connsiteY11" fmla="*/ 86029 h 269648"/>
                <a:gd name="connsiteX12" fmla="*/ 139567 w 172894"/>
                <a:gd name="connsiteY12" fmla="*/ 86029 h 269648"/>
                <a:gd name="connsiteX13" fmla="*/ 141384 w 172894"/>
                <a:gd name="connsiteY13" fmla="*/ 76279 h 269648"/>
                <a:gd name="connsiteX14" fmla="*/ 108682 w 172894"/>
                <a:gd name="connsiteY14" fmla="*/ 76279 h 269648"/>
                <a:gd name="connsiteX15" fmla="*/ 145623 w 172894"/>
                <a:gd name="connsiteY15" fmla="*/ 6810 h 269648"/>
                <a:gd name="connsiteX16" fmla="*/ 152284 w 172894"/>
                <a:gd name="connsiteY16" fmla="*/ 10466 h 269648"/>
                <a:gd name="connsiteX17" fmla="*/ 151073 w 172894"/>
                <a:gd name="connsiteY17" fmla="*/ 13513 h 269648"/>
                <a:gd name="connsiteX18" fmla="*/ 149256 w 172894"/>
                <a:gd name="connsiteY18" fmla="*/ 19911 h 269648"/>
                <a:gd name="connsiteX19" fmla="*/ 160460 w 172894"/>
                <a:gd name="connsiteY19" fmla="*/ 32099 h 269648"/>
                <a:gd name="connsiteX20" fmla="*/ 173177 w 172894"/>
                <a:gd name="connsiteY20" fmla="*/ 19911 h 269648"/>
                <a:gd name="connsiteX21" fmla="*/ 147137 w 172894"/>
                <a:gd name="connsiteY21" fmla="*/ 107 h 269648"/>
                <a:gd name="connsiteX22" fmla="*/ 109591 w 172894"/>
                <a:gd name="connsiteY22" fmla="*/ 21130 h 269648"/>
                <a:gd name="connsiteX23" fmla="*/ 85367 w 172894"/>
                <a:gd name="connsiteY23" fmla="*/ 76279 h 269648"/>
                <a:gd name="connsiteX24" fmla="*/ 57510 w 172894"/>
                <a:gd name="connsiteY24" fmla="*/ 76279 h 269648"/>
                <a:gd name="connsiteX25" fmla="*/ 55391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91" y="86029"/>
                  </a:moveTo>
                  <a:lnTo>
                    <a:pt x="82642" y="86029"/>
                  </a:lnTo>
                  <a:lnTo>
                    <a:pt x="55996" y="213997"/>
                  </a:lnTo>
                  <a:cubicBezTo>
                    <a:pt x="49335" y="246599"/>
                    <a:pt x="39342" y="263357"/>
                    <a:pt x="26625" y="263357"/>
                  </a:cubicBezTo>
                  <a:cubicBezTo>
                    <a:pt x="22992" y="263357"/>
                    <a:pt x="20569" y="261224"/>
                    <a:pt x="20569" y="258482"/>
                  </a:cubicBezTo>
                  <a:cubicBezTo>
                    <a:pt x="20569" y="257568"/>
                    <a:pt x="20872" y="256654"/>
                    <a:pt x="21780" y="255130"/>
                  </a:cubicBezTo>
                  <a:cubicBezTo>
                    <a:pt x="22992" y="253302"/>
                    <a:pt x="23294" y="252083"/>
                    <a:pt x="23294" y="250255"/>
                  </a:cubicBezTo>
                  <a:cubicBezTo>
                    <a:pt x="23294" y="243857"/>
                    <a:pt x="17844" y="238677"/>
                    <a:pt x="11486" y="238677"/>
                  </a:cubicBezTo>
                  <a:cubicBezTo>
                    <a:pt x="5127" y="238677"/>
                    <a:pt x="282" y="244162"/>
                    <a:pt x="282" y="251169"/>
                  </a:cubicBezTo>
                  <a:cubicBezTo>
                    <a:pt x="282" y="261529"/>
                    <a:pt x="10880" y="269755"/>
                    <a:pt x="24203" y="269755"/>
                  </a:cubicBezTo>
                  <a:cubicBezTo>
                    <a:pt x="51151" y="269755"/>
                    <a:pt x="72347" y="239591"/>
                    <a:pt x="84761" y="183529"/>
                  </a:cubicBezTo>
                  <a:lnTo>
                    <a:pt x="106563" y="86029"/>
                  </a:lnTo>
                  <a:lnTo>
                    <a:pt x="139567" y="86029"/>
                  </a:lnTo>
                  <a:lnTo>
                    <a:pt x="141384" y="76279"/>
                  </a:lnTo>
                  <a:lnTo>
                    <a:pt x="108682" y="76279"/>
                  </a:lnTo>
                  <a:cubicBezTo>
                    <a:pt x="117463" y="28443"/>
                    <a:pt x="128666" y="6810"/>
                    <a:pt x="145623" y="6810"/>
                  </a:cubicBezTo>
                  <a:cubicBezTo>
                    <a:pt x="149559" y="6810"/>
                    <a:pt x="152284" y="8333"/>
                    <a:pt x="152284" y="10466"/>
                  </a:cubicBezTo>
                  <a:cubicBezTo>
                    <a:pt x="152284" y="11380"/>
                    <a:pt x="151982" y="11990"/>
                    <a:pt x="151073" y="13513"/>
                  </a:cubicBezTo>
                  <a:cubicBezTo>
                    <a:pt x="149862" y="16255"/>
                    <a:pt x="149256" y="17779"/>
                    <a:pt x="149256" y="19911"/>
                  </a:cubicBezTo>
                  <a:cubicBezTo>
                    <a:pt x="149256" y="27224"/>
                    <a:pt x="153798" y="32099"/>
                    <a:pt x="160460" y="32099"/>
                  </a:cubicBezTo>
                  <a:cubicBezTo>
                    <a:pt x="167424" y="32099"/>
                    <a:pt x="173177" y="26615"/>
                    <a:pt x="173177" y="19911"/>
                  </a:cubicBezTo>
                  <a:cubicBezTo>
                    <a:pt x="173177" y="8638"/>
                    <a:pt x="161974" y="107"/>
                    <a:pt x="147137" y="107"/>
                  </a:cubicBezTo>
                  <a:cubicBezTo>
                    <a:pt x="132300" y="107"/>
                    <a:pt x="120491" y="6810"/>
                    <a:pt x="109591" y="21130"/>
                  </a:cubicBezTo>
                  <a:cubicBezTo>
                    <a:pt x="100507" y="33013"/>
                    <a:pt x="94451" y="47029"/>
                    <a:pt x="85367" y="76279"/>
                  </a:cubicBezTo>
                  <a:lnTo>
                    <a:pt x="57510" y="76279"/>
                  </a:lnTo>
                  <a:lnTo>
                    <a:pt x="55391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6C1806E4-8CF0-6119-6D7A-D707ABF4159E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956007" y="8247360"/>
              <a:ext cx="70247" cy="304687"/>
            </a:xfrm>
            <a:custGeom>
              <a:avLst/>
              <a:gdLst>
                <a:gd name="connsiteX0" fmla="*/ 70535 w 70247"/>
                <a:gd name="connsiteY0" fmla="*/ 301747 h 304687"/>
                <a:gd name="connsiteX1" fmla="*/ 65387 w 70247"/>
                <a:gd name="connsiteY1" fmla="*/ 295044 h 304687"/>
                <a:gd name="connsiteX2" fmla="*/ 17849 w 70247"/>
                <a:gd name="connsiteY2" fmla="*/ 152450 h 304687"/>
                <a:gd name="connsiteX3" fmla="*/ 66599 w 70247"/>
                <a:gd name="connsiteY3" fmla="*/ 8333 h 304687"/>
                <a:gd name="connsiteX4" fmla="*/ 70535 w 70247"/>
                <a:gd name="connsiteY4" fmla="*/ 3153 h 304687"/>
                <a:gd name="connsiteX5" fmla="*/ 67507 w 70247"/>
                <a:gd name="connsiteY5" fmla="*/ 106 h 304687"/>
                <a:gd name="connsiteX6" fmla="*/ 19363 w 70247"/>
                <a:gd name="connsiteY6" fmla="*/ 59520 h 304687"/>
                <a:gd name="connsiteX7" fmla="*/ 287 w 70247"/>
                <a:gd name="connsiteY7" fmla="*/ 152450 h 304687"/>
                <a:gd name="connsiteX8" fmla="*/ 20271 w 70247"/>
                <a:gd name="connsiteY8" fmla="*/ 247512 h 304687"/>
                <a:gd name="connsiteX9" fmla="*/ 67507 w 70247"/>
                <a:gd name="connsiteY9" fmla="*/ 304794 h 304687"/>
                <a:gd name="connsiteX10" fmla="*/ 70535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35" y="301747"/>
                  </a:moveTo>
                  <a:cubicBezTo>
                    <a:pt x="70535" y="300833"/>
                    <a:pt x="70535" y="300223"/>
                    <a:pt x="65387" y="295044"/>
                  </a:cubicBezTo>
                  <a:cubicBezTo>
                    <a:pt x="27538" y="256653"/>
                    <a:pt x="17849" y="199067"/>
                    <a:pt x="17849" y="152450"/>
                  </a:cubicBezTo>
                  <a:cubicBezTo>
                    <a:pt x="17849" y="99434"/>
                    <a:pt x="29355" y="46419"/>
                    <a:pt x="66599" y="8333"/>
                  </a:cubicBezTo>
                  <a:cubicBezTo>
                    <a:pt x="70535" y="4676"/>
                    <a:pt x="70535" y="4067"/>
                    <a:pt x="70535" y="3153"/>
                  </a:cubicBezTo>
                  <a:cubicBezTo>
                    <a:pt x="70535" y="1020"/>
                    <a:pt x="69324" y="106"/>
                    <a:pt x="67507" y="106"/>
                  </a:cubicBezTo>
                  <a:cubicBezTo>
                    <a:pt x="64479" y="106"/>
                    <a:pt x="37228" y="20825"/>
                    <a:pt x="19363" y="59520"/>
                  </a:cubicBezTo>
                  <a:cubicBezTo>
                    <a:pt x="3920" y="93036"/>
                    <a:pt x="287" y="126856"/>
                    <a:pt x="287" y="152450"/>
                  </a:cubicBezTo>
                  <a:cubicBezTo>
                    <a:pt x="287" y="176215"/>
                    <a:pt x="3618" y="213083"/>
                    <a:pt x="20271" y="247512"/>
                  </a:cubicBezTo>
                  <a:cubicBezTo>
                    <a:pt x="38439" y="284989"/>
                    <a:pt x="64479" y="304794"/>
                    <a:pt x="67507" y="304794"/>
                  </a:cubicBezTo>
                  <a:cubicBezTo>
                    <a:pt x="69324" y="304794"/>
                    <a:pt x="70535" y="303880"/>
                    <a:pt x="70535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7B0F2EDD-3E65-8A8B-8AEB-EBB53234AEA0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1035776" y="8341508"/>
              <a:ext cx="143523" cy="137718"/>
            </a:xfrm>
            <a:custGeom>
              <a:avLst/>
              <a:gdLst>
                <a:gd name="connsiteX0" fmla="*/ 130189 w 143523"/>
                <a:gd name="connsiteY0" fmla="*/ 100654 h 137718"/>
                <a:gd name="connsiteX1" fmla="*/ 123527 w 143523"/>
                <a:gd name="connsiteY1" fmla="*/ 108880 h 137718"/>
                <a:gd name="connsiteX2" fmla="*/ 109599 w 143523"/>
                <a:gd name="connsiteY2" fmla="*/ 121068 h 137718"/>
                <a:gd name="connsiteX3" fmla="*/ 100212 w 143523"/>
                <a:gd name="connsiteY3" fmla="*/ 108575 h 137718"/>
                <a:gd name="connsiteX4" fmla="*/ 99001 w 143523"/>
                <a:gd name="connsiteY4" fmla="*/ 103396 h 137718"/>
                <a:gd name="connsiteX5" fmla="*/ 88100 w 143523"/>
                <a:gd name="connsiteY5" fmla="*/ 54036 h 137718"/>
                <a:gd name="connsiteX6" fmla="*/ 117774 w 143523"/>
                <a:gd name="connsiteY6" fmla="*/ 17169 h 137718"/>
                <a:gd name="connsiteX7" fmla="*/ 125041 w 143523"/>
                <a:gd name="connsiteY7" fmla="*/ 19607 h 137718"/>
                <a:gd name="connsiteX8" fmla="*/ 133216 w 143523"/>
                <a:gd name="connsiteY8" fmla="*/ 22349 h 137718"/>
                <a:gd name="connsiteX9" fmla="*/ 143814 w 143523"/>
                <a:gd name="connsiteY9" fmla="*/ 11380 h 137718"/>
                <a:gd name="connsiteX10" fmla="*/ 131400 w 143523"/>
                <a:gd name="connsiteY10" fmla="*/ 107 h 137718"/>
                <a:gd name="connsiteX11" fmla="*/ 85678 w 143523"/>
                <a:gd name="connsiteY11" fmla="*/ 43677 h 137718"/>
                <a:gd name="connsiteX12" fmla="*/ 82347 w 143523"/>
                <a:gd name="connsiteY12" fmla="*/ 26919 h 137718"/>
                <a:gd name="connsiteX13" fmla="*/ 66602 w 143523"/>
                <a:gd name="connsiteY13" fmla="*/ 107 h 137718"/>
                <a:gd name="connsiteX14" fmla="*/ 31175 w 143523"/>
                <a:gd name="connsiteY14" fmla="*/ 8943 h 137718"/>
                <a:gd name="connsiteX15" fmla="*/ 27844 w 143523"/>
                <a:gd name="connsiteY15" fmla="*/ 10161 h 137718"/>
                <a:gd name="connsiteX16" fmla="*/ 29056 w 143523"/>
                <a:gd name="connsiteY16" fmla="*/ 14732 h 137718"/>
                <a:gd name="connsiteX17" fmla="*/ 46012 w 143523"/>
                <a:gd name="connsiteY17" fmla="*/ 11380 h 137718"/>
                <a:gd name="connsiteX18" fmla="*/ 59638 w 143523"/>
                <a:gd name="connsiteY18" fmla="*/ 32404 h 137718"/>
                <a:gd name="connsiteX19" fmla="*/ 68419 w 143523"/>
                <a:gd name="connsiteY19" fmla="*/ 69880 h 137718"/>
                <a:gd name="connsiteX20" fmla="*/ 43590 w 143523"/>
                <a:gd name="connsiteY20" fmla="*/ 105529 h 137718"/>
                <a:gd name="connsiteX21" fmla="*/ 28147 w 143523"/>
                <a:gd name="connsiteY21" fmla="*/ 120154 h 137718"/>
                <a:gd name="connsiteX22" fmla="*/ 20275 w 143523"/>
                <a:gd name="connsiteY22" fmla="*/ 117411 h 137718"/>
                <a:gd name="connsiteX23" fmla="*/ 10585 w 143523"/>
                <a:gd name="connsiteY23" fmla="*/ 114365 h 137718"/>
                <a:gd name="connsiteX24" fmla="*/ 290 w 143523"/>
                <a:gd name="connsiteY24" fmla="*/ 125029 h 137718"/>
                <a:gd name="connsiteX25" fmla="*/ 15430 w 143523"/>
                <a:gd name="connsiteY25" fmla="*/ 137826 h 137718"/>
                <a:gd name="connsiteX26" fmla="*/ 43590 w 143523"/>
                <a:gd name="connsiteY26" fmla="*/ 116497 h 137718"/>
                <a:gd name="connsiteX27" fmla="*/ 70841 w 143523"/>
                <a:gd name="connsiteY27" fmla="*/ 80849 h 137718"/>
                <a:gd name="connsiteX28" fmla="*/ 79925 w 143523"/>
                <a:gd name="connsiteY28" fmla="*/ 117411 h 137718"/>
                <a:gd name="connsiteX29" fmla="*/ 97487 w 143523"/>
                <a:gd name="connsiteY29" fmla="*/ 137826 h 137718"/>
                <a:gd name="connsiteX30" fmla="*/ 134428 w 143523"/>
                <a:gd name="connsiteY30" fmla="*/ 103091 h 137718"/>
                <a:gd name="connsiteX31" fmla="*/ 130189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89" y="100654"/>
                  </a:moveTo>
                  <a:cubicBezTo>
                    <a:pt x="127766" y="103396"/>
                    <a:pt x="126252" y="105224"/>
                    <a:pt x="123527" y="108880"/>
                  </a:cubicBezTo>
                  <a:cubicBezTo>
                    <a:pt x="116563" y="118021"/>
                    <a:pt x="112929" y="121068"/>
                    <a:pt x="109599" y="121068"/>
                  </a:cubicBezTo>
                  <a:cubicBezTo>
                    <a:pt x="105057" y="121068"/>
                    <a:pt x="102332" y="117107"/>
                    <a:pt x="100212" y="108575"/>
                  </a:cubicBezTo>
                  <a:cubicBezTo>
                    <a:pt x="99606" y="106138"/>
                    <a:pt x="99304" y="104310"/>
                    <a:pt x="99001" y="103396"/>
                  </a:cubicBezTo>
                  <a:cubicBezTo>
                    <a:pt x="91431" y="72622"/>
                    <a:pt x="88100" y="58607"/>
                    <a:pt x="88100" y="54036"/>
                  </a:cubicBezTo>
                  <a:cubicBezTo>
                    <a:pt x="101423" y="30575"/>
                    <a:pt x="112324" y="17169"/>
                    <a:pt x="117774" y="17169"/>
                  </a:cubicBezTo>
                  <a:cubicBezTo>
                    <a:pt x="119591" y="17169"/>
                    <a:pt x="122013" y="18083"/>
                    <a:pt x="125041" y="19607"/>
                  </a:cubicBezTo>
                  <a:cubicBezTo>
                    <a:pt x="128675" y="21740"/>
                    <a:pt x="130794" y="22349"/>
                    <a:pt x="133216" y="22349"/>
                  </a:cubicBezTo>
                  <a:cubicBezTo>
                    <a:pt x="139575" y="22349"/>
                    <a:pt x="143814" y="17779"/>
                    <a:pt x="143814" y="11380"/>
                  </a:cubicBezTo>
                  <a:cubicBezTo>
                    <a:pt x="143814" y="4982"/>
                    <a:pt x="138667" y="107"/>
                    <a:pt x="131400" y="107"/>
                  </a:cubicBezTo>
                  <a:cubicBezTo>
                    <a:pt x="118077" y="107"/>
                    <a:pt x="106571" y="11075"/>
                    <a:pt x="85678" y="43677"/>
                  </a:cubicBezTo>
                  <a:lnTo>
                    <a:pt x="82347" y="26919"/>
                  </a:lnTo>
                  <a:cubicBezTo>
                    <a:pt x="78108" y="6200"/>
                    <a:pt x="74777" y="107"/>
                    <a:pt x="66602" y="107"/>
                  </a:cubicBezTo>
                  <a:cubicBezTo>
                    <a:pt x="59940" y="107"/>
                    <a:pt x="49646" y="2849"/>
                    <a:pt x="31175" y="8943"/>
                  </a:cubicBezTo>
                  <a:lnTo>
                    <a:pt x="27844" y="10161"/>
                  </a:lnTo>
                  <a:lnTo>
                    <a:pt x="29056" y="14732"/>
                  </a:lnTo>
                  <a:cubicBezTo>
                    <a:pt x="40562" y="11989"/>
                    <a:pt x="43287" y="11380"/>
                    <a:pt x="46012" y="11380"/>
                  </a:cubicBezTo>
                  <a:cubicBezTo>
                    <a:pt x="53582" y="11380"/>
                    <a:pt x="55399" y="14122"/>
                    <a:pt x="59638" y="32404"/>
                  </a:cubicBezTo>
                  <a:lnTo>
                    <a:pt x="68419" y="69880"/>
                  </a:lnTo>
                  <a:lnTo>
                    <a:pt x="43590" y="105529"/>
                  </a:lnTo>
                  <a:cubicBezTo>
                    <a:pt x="37534" y="114669"/>
                    <a:pt x="31478" y="120154"/>
                    <a:pt x="28147" y="120154"/>
                  </a:cubicBezTo>
                  <a:cubicBezTo>
                    <a:pt x="26330" y="120154"/>
                    <a:pt x="23303" y="119240"/>
                    <a:pt x="20275" y="117411"/>
                  </a:cubicBezTo>
                  <a:cubicBezTo>
                    <a:pt x="16338" y="115279"/>
                    <a:pt x="13008" y="114365"/>
                    <a:pt x="10585" y="114365"/>
                  </a:cubicBezTo>
                  <a:cubicBezTo>
                    <a:pt x="4832" y="114365"/>
                    <a:pt x="290" y="118935"/>
                    <a:pt x="290" y="125029"/>
                  </a:cubicBezTo>
                  <a:cubicBezTo>
                    <a:pt x="290" y="132951"/>
                    <a:pt x="6346" y="137826"/>
                    <a:pt x="15430" y="137826"/>
                  </a:cubicBezTo>
                  <a:cubicBezTo>
                    <a:pt x="24817" y="137826"/>
                    <a:pt x="28450" y="135083"/>
                    <a:pt x="43590" y="116497"/>
                  </a:cubicBezTo>
                  <a:cubicBezTo>
                    <a:pt x="51765" y="106747"/>
                    <a:pt x="58124" y="98521"/>
                    <a:pt x="70841" y="80849"/>
                  </a:cubicBezTo>
                  <a:lnTo>
                    <a:pt x="79925" y="117411"/>
                  </a:lnTo>
                  <a:cubicBezTo>
                    <a:pt x="83861" y="132951"/>
                    <a:pt x="87797" y="137826"/>
                    <a:pt x="97487" y="137826"/>
                  </a:cubicBezTo>
                  <a:cubicBezTo>
                    <a:pt x="108993" y="137826"/>
                    <a:pt x="116866" y="130513"/>
                    <a:pt x="134428" y="103091"/>
                  </a:cubicBezTo>
                  <a:lnTo>
                    <a:pt x="130189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B2219085-6E47-B644-32CB-AAACE43E395A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1183375" y="8372814"/>
              <a:ext cx="96124" cy="151063"/>
            </a:xfrm>
            <a:custGeom>
              <a:avLst/>
              <a:gdLst>
                <a:gd name="connsiteX0" fmla="*/ 96419 w 96124"/>
                <a:gd name="connsiteY0" fmla="*/ 109 h 151063"/>
                <a:gd name="connsiteX1" fmla="*/ 13514 w 96124"/>
                <a:gd name="connsiteY1" fmla="*/ 109 h 151063"/>
                <a:gd name="connsiteX2" fmla="*/ 294 w 96124"/>
                <a:gd name="connsiteY2" fmla="*/ 33253 h 151063"/>
                <a:gd name="connsiteX3" fmla="*/ 4103 w 96124"/>
                <a:gd name="connsiteY3" fmla="*/ 35057 h 151063"/>
                <a:gd name="connsiteX4" fmla="*/ 30095 w 96124"/>
                <a:gd name="connsiteY4" fmla="*/ 16794 h 151063"/>
                <a:gd name="connsiteX5" fmla="*/ 78717 w 96124"/>
                <a:gd name="connsiteY5" fmla="*/ 16794 h 151063"/>
                <a:gd name="connsiteX6" fmla="*/ 34352 w 96124"/>
                <a:gd name="connsiteY6" fmla="*/ 151173 h 151063"/>
                <a:gd name="connsiteX7" fmla="*/ 48917 w 96124"/>
                <a:gd name="connsiteY7" fmla="*/ 151173 h 151063"/>
                <a:gd name="connsiteX8" fmla="*/ 96419 w 96124"/>
                <a:gd name="connsiteY8" fmla="*/ 3717 h 151063"/>
                <a:gd name="connsiteX9" fmla="*/ 96419 w 96124"/>
                <a:gd name="connsiteY9" fmla="*/ 109 h 15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124" h="151063">
                  <a:moveTo>
                    <a:pt x="96419" y="109"/>
                  </a:moveTo>
                  <a:lnTo>
                    <a:pt x="13514" y="109"/>
                  </a:lnTo>
                  <a:lnTo>
                    <a:pt x="294" y="33253"/>
                  </a:lnTo>
                  <a:lnTo>
                    <a:pt x="4103" y="35057"/>
                  </a:lnTo>
                  <a:cubicBezTo>
                    <a:pt x="13738" y="19725"/>
                    <a:pt x="17771" y="16794"/>
                    <a:pt x="30095" y="16794"/>
                  </a:cubicBezTo>
                  <a:lnTo>
                    <a:pt x="78717" y="16794"/>
                  </a:lnTo>
                  <a:lnTo>
                    <a:pt x="34352" y="151173"/>
                  </a:lnTo>
                  <a:lnTo>
                    <a:pt x="48917" y="151173"/>
                  </a:lnTo>
                  <a:lnTo>
                    <a:pt x="96419" y="3717"/>
                  </a:lnTo>
                  <a:lnTo>
                    <a:pt x="96419" y="1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6FD2E0BD-14BD-10EC-77D4-BC4B6BFE7D4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1323803" y="8247360"/>
              <a:ext cx="70248" cy="304687"/>
            </a:xfrm>
            <a:custGeom>
              <a:avLst/>
              <a:gdLst>
                <a:gd name="connsiteX0" fmla="*/ 70547 w 70248"/>
                <a:gd name="connsiteY0" fmla="*/ 152450 h 304687"/>
                <a:gd name="connsiteX1" fmla="*/ 50563 w 70248"/>
                <a:gd name="connsiteY1" fmla="*/ 57387 h 304687"/>
                <a:gd name="connsiteX2" fmla="*/ 3327 w 70248"/>
                <a:gd name="connsiteY2" fmla="*/ 106 h 304687"/>
                <a:gd name="connsiteX3" fmla="*/ 299 w 70248"/>
                <a:gd name="connsiteY3" fmla="*/ 3153 h 304687"/>
                <a:gd name="connsiteX4" fmla="*/ 6052 w 70248"/>
                <a:gd name="connsiteY4" fmla="*/ 10161 h 304687"/>
                <a:gd name="connsiteX5" fmla="*/ 52985 w 70248"/>
                <a:gd name="connsiteY5" fmla="*/ 152450 h 304687"/>
                <a:gd name="connsiteX6" fmla="*/ 4236 w 70248"/>
                <a:gd name="connsiteY6" fmla="*/ 296567 h 304687"/>
                <a:gd name="connsiteX7" fmla="*/ 299 w 70248"/>
                <a:gd name="connsiteY7" fmla="*/ 301747 h 304687"/>
                <a:gd name="connsiteX8" fmla="*/ 3327 w 70248"/>
                <a:gd name="connsiteY8" fmla="*/ 304794 h 304687"/>
                <a:gd name="connsiteX9" fmla="*/ 51471 w 70248"/>
                <a:gd name="connsiteY9" fmla="*/ 245380 h 304687"/>
                <a:gd name="connsiteX10" fmla="*/ 70547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47" y="152450"/>
                  </a:moveTo>
                  <a:cubicBezTo>
                    <a:pt x="70547" y="128684"/>
                    <a:pt x="67217" y="91817"/>
                    <a:pt x="50563" y="57387"/>
                  </a:cubicBezTo>
                  <a:cubicBezTo>
                    <a:pt x="32395" y="19911"/>
                    <a:pt x="6355" y="106"/>
                    <a:pt x="3327" y="106"/>
                  </a:cubicBezTo>
                  <a:cubicBezTo>
                    <a:pt x="1510" y="106"/>
                    <a:pt x="299" y="1325"/>
                    <a:pt x="299" y="3153"/>
                  </a:cubicBezTo>
                  <a:cubicBezTo>
                    <a:pt x="299" y="4067"/>
                    <a:pt x="299" y="4676"/>
                    <a:pt x="6052" y="10161"/>
                  </a:cubicBezTo>
                  <a:cubicBezTo>
                    <a:pt x="35726" y="40325"/>
                    <a:pt x="52985" y="88770"/>
                    <a:pt x="52985" y="152450"/>
                  </a:cubicBezTo>
                  <a:cubicBezTo>
                    <a:pt x="52985" y="204551"/>
                    <a:pt x="41782" y="258176"/>
                    <a:pt x="4236" y="296567"/>
                  </a:cubicBezTo>
                  <a:cubicBezTo>
                    <a:pt x="299" y="300223"/>
                    <a:pt x="299" y="300833"/>
                    <a:pt x="299" y="301747"/>
                  </a:cubicBezTo>
                  <a:cubicBezTo>
                    <a:pt x="299" y="303575"/>
                    <a:pt x="1510" y="304794"/>
                    <a:pt x="3327" y="304794"/>
                  </a:cubicBezTo>
                  <a:cubicBezTo>
                    <a:pt x="6355" y="304794"/>
                    <a:pt x="33607" y="284075"/>
                    <a:pt x="51471" y="245380"/>
                  </a:cubicBezTo>
                  <a:cubicBezTo>
                    <a:pt x="66914" y="211864"/>
                    <a:pt x="70547" y="178044"/>
                    <a:pt x="70547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8F049834-0616-978F-24DD-C016FC6C019C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483632" y="8298243"/>
              <a:ext cx="201357" cy="202921"/>
            </a:xfrm>
            <a:custGeom>
              <a:avLst/>
              <a:gdLst>
                <a:gd name="connsiteX0" fmla="*/ 107191 w 201357"/>
                <a:gd name="connsiteY0" fmla="*/ 107661 h 202921"/>
                <a:gd name="connsiteX1" fmla="*/ 191670 w 201357"/>
                <a:gd name="connsiteY1" fmla="*/ 107661 h 202921"/>
                <a:gd name="connsiteX2" fmla="*/ 201663 w 201357"/>
                <a:gd name="connsiteY2" fmla="*/ 101567 h 202921"/>
                <a:gd name="connsiteX3" fmla="*/ 191670 w 201357"/>
                <a:gd name="connsiteY3" fmla="*/ 95473 h 202921"/>
                <a:gd name="connsiteX4" fmla="*/ 107191 w 201357"/>
                <a:gd name="connsiteY4" fmla="*/ 95473 h 202921"/>
                <a:gd name="connsiteX5" fmla="*/ 107191 w 201357"/>
                <a:gd name="connsiteY5" fmla="*/ 10161 h 202921"/>
                <a:gd name="connsiteX6" fmla="*/ 101135 w 201357"/>
                <a:gd name="connsiteY6" fmla="*/ 106 h 202921"/>
                <a:gd name="connsiteX7" fmla="*/ 95079 w 201357"/>
                <a:gd name="connsiteY7" fmla="*/ 10161 h 202921"/>
                <a:gd name="connsiteX8" fmla="*/ 95079 w 201357"/>
                <a:gd name="connsiteY8" fmla="*/ 95473 h 202921"/>
                <a:gd name="connsiteX9" fmla="*/ 10297 w 201357"/>
                <a:gd name="connsiteY9" fmla="*/ 95473 h 202921"/>
                <a:gd name="connsiteX10" fmla="*/ 305 w 201357"/>
                <a:gd name="connsiteY10" fmla="*/ 101567 h 202921"/>
                <a:gd name="connsiteX11" fmla="*/ 10297 w 201357"/>
                <a:gd name="connsiteY11" fmla="*/ 107661 h 202921"/>
                <a:gd name="connsiteX12" fmla="*/ 95079 w 201357"/>
                <a:gd name="connsiteY12" fmla="*/ 107661 h 202921"/>
                <a:gd name="connsiteX13" fmla="*/ 95079 w 201357"/>
                <a:gd name="connsiteY13" fmla="*/ 192973 h 202921"/>
                <a:gd name="connsiteX14" fmla="*/ 101135 w 201357"/>
                <a:gd name="connsiteY14" fmla="*/ 203028 h 202921"/>
                <a:gd name="connsiteX15" fmla="*/ 107191 w 201357"/>
                <a:gd name="connsiteY15" fmla="*/ 192973 h 202921"/>
                <a:gd name="connsiteX16" fmla="*/ 107191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91" y="107661"/>
                  </a:moveTo>
                  <a:lnTo>
                    <a:pt x="191670" y="107661"/>
                  </a:lnTo>
                  <a:cubicBezTo>
                    <a:pt x="195909" y="107661"/>
                    <a:pt x="201663" y="107661"/>
                    <a:pt x="201663" y="101567"/>
                  </a:cubicBezTo>
                  <a:cubicBezTo>
                    <a:pt x="201663" y="95473"/>
                    <a:pt x="195909" y="95473"/>
                    <a:pt x="191670" y="95473"/>
                  </a:cubicBezTo>
                  <a:lnTo>
                    <a:pt x="107191" y="95473"/>
                  </a:lnTo>
                  <a:lnTo>
                    <a:pt x="107191" y="10161"/>
                  </a:lnTo>
                  <a:cubicBezTo>
                    <a:pt x="107191" y="5895"/>
                    <a:pt x="107191" y="106"/>
                    <a:pt x="101135" y="106"/>
                  </a:cubicBezTo>
                  <a:cubicBezTo>
                    <a:pt x="95079" y="106"/>
                    <a:pt x="95079" y="5895"/>
                    <a:pt x="95079" y="10161"/>
                  </a:cubicBezTo>
                  <a:lnTo>
                    <a:pt x="95079" y="95473"/>
                  </a:lnTo>
                  <a:lnTo>
                    <a:pt x="10297" y="95473"/>
                  </a:lnTo>
                  <a:cubicBezTo>
                    <a:pt x="6058" y="95473"/>
                    <a:pt x="305" y="95473"/>
                    <a:pt x="305" y="101567"/>
                  </a:cubicBezTo>
                  <a:cubicBezTo>
                    <a:pt x="305" y="107661"/>
                    <a:pt x="6058" y="107661"/>
                    <a:pt x="10297" y="107661"/>
                  </a:cubicBezTo>
                  <a:lnTo>
                    <a:pt x="95079" y="107661"/>
                  </a:lnTo>
                  <a:lnTo>
                    <a:pt x="95079" y="192973"/>
                  </a:lnTo>
                  <a:cubicBezTo>
                    <a:pt x="95079" y="197239"/>
                    <a:pt x="95079" y="203028"/>
                    <a:pt x="101135" y="203028"/>
                  </a:cubicBezTo>
                  <a:cubicBezTo>
                    <a:pt x="107191" y="203028"/>
                    <a:pt x="107191" y="197239"/>
                    <a:pt x="107191" y="192973"/>
                  </a:cubicBezTo>
                  <a:lnTo>
                    <a:pt x="107191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84DE72AA-6239-89DA-08EE-D901DFF018BE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758057" y="8269907"/>
              <a:ext cx="117786" cy="210234"/>
            </a:xfrm>
            <a:custGeom>
              <a:avLst/>
              <a:gdLst>
                <a:gd name="connsiteX0" fmla="*/ 33620 w 117786"/>
                <a:gd name="connsiteY0" fmla="*/ 105529 h 210234"/>
                <a:gd name="connsiteX1" fmla="*/ 65717 w 117786"/>
                <a:gd name="connsiteY1" fmla="*/ 108880 h 210234"/>
                <a:gd name="connsiteX2" fmla="*/ 96299 w 117786"/>
                <a:gd name="connsiteY2" fmla="*/ 153974 h 210234"/>
                <a:gd name="connsiteX3" fmla="*/ 56633 w 117786"/>
                <a:gd name="connsiteY3" fmla="*/ 199372 h 210234"/>
                <a:gd name="connsiteX4" fmla="*/ 31198 w 117786"/>
                <a:gd name="connsiteY4" fmla="*/ 189927 h 210234"/>
                <a:gd name="connsiteX5" fmla="*/ 11819 w 117786"/>
                <a:gd name="connsiteY5" fmla="*/ 182310 h 210234"/>
                <a:gd name="connsiteX6" fmla="*/ 313 w 117786"/>
                <a:gd name="connsiteY6" fmla="*/ 192974 h 210234"/>
                <a:gd name="connsiteX7" fmla="*/ 34529 w 117786"/>
                <a:gd name="connsiteY7" fmla="*/ 210341 h 210234"/>
                <a:gd name="connsiteX8" fmla="*/ 95996 w 117786"/>
                <a:gd name="connsiteY8" fmla="*/ 189927 h 210234"/>
                <a:gd name="connsiteX9" fmla="*/ 118100 w 117786"/>
                <a:gd name="connsiteY9" fmla="*/ 139349 h 210234"/>
                <a:gd name="connsiteX10" fmla="*/ 104474 w 117786"/>
                <a:gd name="connsiteY10" fmla="*/ 100044 h 210234"/>
                <a:gd name="connsiteX11" fmla="*/ 79342 w 117786"/>
                <a:gd name="connsiteY11" fmla="*/ 83896 h 210234"/>
                <a:gd name="connsiteX12" fmla="*/ 107805 w 117786"/>
                <a:gd name="connsiteY12" fmla="*/ 41849 h 210234"/>
                <a:gd name="connsiteX13" fmla="*/ 60569 w 117786"/>
                <a:gd name="connsiteY13" fmla="*/ 107 h 210234"/>
                <a:gd name="connsiteX14" fmla="*/ 21206 w 117786"/>
                <a:gd name="connsiteY14" fmla="*/ 15036 h 210234"/>
                <a:gd name="connsiteX15" fmla="*/ 919 w 117786"/>
                <a:gd name="connsiteY15" fmla="*/ 49466 h 210234"/>
                <a:gd name="connsiteX16" fmla="*/ 5461 w 117786"/>
                <a:gd name="connsiteY16" fmla="*/ 50685 h 210234"/>
                <a:gd name="connsiteX17" fmla="*/ 50577 w 117786"/>
                <a:gd name="connsiteY17" fmla="*/ 18388 h 210234"/>
                <a:gd name="connsiteX18" fmla="*/ 83884 w 117786"/>
                <a:gd name="connsiteY18" fmla="*/ 50990 h 210234"/>
                <a:gd name="connsiteX19" fmla="*/ 71772 w 117786"/>
                <a:gd name="connsiteY19" fmla="*/ 80544 h 210234"/>
                <a:gd name="connsiteX20" fmla="*/ 33620 w 117786"/>
                <a:gd name="connsiteY20" fmla="*/ 101568 h 210234"/>
                <a:gd name="connsiteX21" fmla="*/ 33620 w 117786"/>
                <a:gd name="connsiteY21" fmla="*/ 10552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620" y="105529"/>
                  </a:moveTo>
                  <a:cubicBezTo>
                    <a:pt x="51485" y="105529"/>
                    <a:pt x="58450" y="106138"/>
                    <a:pt x="65717" y="108880"/>
                  </a:cubicBezTo>
                  <a:cubicBezTo>
                    <a:pt x="84490" y="115583"/>
                    <a:pt x="96299" y="132951"/>
                    <a:pt x="96299" y="153974"/>
                  </a:cubicBezTo>
                  <a:cubicBezTo>
                    <a:pt x="96299" y="179568"/>
                    <a:pt x="79039" y="199372"/>
                    <a:pt x="56633" y="199372"/>
                  </a:cubicBezTo>
                  <a:cubicBezTo>
                    <a:pt x="48457" y="199372"/>
                    <a:pt x="42401" y="197240"/>
                    <a:pt x="31198" y="189927"/>
                  </a:cubicBezTo>
                  <a:cubicBezTo>
                    <a:pt x="22114" y="184443"/>
                    <a:pt x="16967" y="182310"/>
                    <a:pt x="11819" y="182310"/>
                  </a:cubicBezTo>
                  <a:cubicBezTo>
                    <a:pt x="4855" y="182310"/>
                    <a:pt x="313" y="186576"/>
                    <a:pt x="313" y="192974"/>
                  </a:cubicBezTo>
                  <a:cubicBezTo>
                    <a:pt x="313" y="203638"/>
                    <a:pt x="13333" y="210341"/>
                    <a:pt x="34529" y="210341"/>
                  </a:cubicBezTo>
                  <a:cubicBezTo>
                    <a:pt x="57844" y="210341"/>
                    <a:pt x="81765" y="202419"/>
                    <a:pt x="95996" y="189927"/>
                  </a:cubicBezTo>
                  <a:cubicBezTo>
                    <a:pt x="110227" y="177435"/>
                    <a:pt x="118100" y="159763"/>
                    <a:pt x="118100" y="139349"/>
                  </a:cubicBezTo>
                  <a:cubicBezTo>
                    <a:pt x="118100" y="123810"/>
                    <a:pt x="113255" y="109490"/>
                    <a:pt x="104474" y="100044"/>
                  </a:cubicBezTo>
                  <a:cubicBezTo>
                    <a:pt x="98418" y="93341"/>
                    <a:pt x="92665" y="89685"/>
                    <a:pt x="79342" y="83896"/>
                  </a:cubicBezTo>
                  <a:cubicBezTo>
                    <a:pt x="100235" y="69575"/>
                    <a:pt x="107805" y="58302"/>
                    <a:pt x="107805" y="41849"/>
                  </a:cubicBezTo>
                  <a:cubicBezTo>
                    <a:pt x="107805" y="17169"/>
                    <a:pt x="88426" y="107"/>
                    <a:pt x="60569" y="107"/>
                  </a:cubicBezTo>
                  <a:cubicBezTo>
                    <a:pt x="45429" y="107"/>
                    <a:pt x="32107" y="5286"/>
                    <a:pt x="21206" y="15036"/>
                  </a:cubicBezTo>
                  <a:cubicBezTo>
                    <a:pt x="12122" y="23263"/>
                    <a:pt x="7580" y="31185"/>
                    <a:pt x="919" y="49466"/>
                  </a:cubicBezTo>
                  <a:lnTo>
                    <a:pt x="5461" y="50685"/>
                  </a:lnTo>
                  <a:cubicBezTo>
                    <a:pt x="17875" y="28443"/>
                    <a:pt x="31501" y="18388"/>
                    <a:pt x="50577" y="18388"/>
                  </a:cubicBezTo>
                  <a:cubicBezTo>
                    <a:pt x="70258" y="18388"/>
                    <a:pt x="83884" y="31794"/>
                    <a:pt x="83884" y="50990"/>
                  </a:cubicBezTo>
                  <a:cubicBezTo>
                    <a:pt x="83884" y="61958"/>
                    <a:pt x="79342" y="72927"/>
                    <a:pt x="71772" y="80544"/>
                  </a:cubicBezTo>
                  <a:cubicBezTo>
                    <a:pt x="62689" y="89685"/>
                    <a:pt x="54210" y="94255"/>
                    <a:pt x="33620" y="101568"/>
                  </a:cubicBezTo>
                  <a:lnTo>
                    <a:pt x="33620" y="1055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492B73F8-DC9C-F7F5-DA6C-E0DD27DA69B7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898079" y="8269297"/>
              <a:ext cx="172894" cy="269648"/>
            </a:xfrm>
            <a:custGeom>
              <a:avLst/>
              <a:gdLst>
                <a:gd name="connsiteX0" fmla="*/ 55428 w 172894"/>
                <a:gd name="connsiteY0" fmla="*/ 86029 h 269648"/>
                <a:gd name="connsiteX1" fmla="*/ 82679 w 172894"/>
                <a:gd name="connsiteY1" fmla="*/ 86029 h 269648"/>
                <a:gd name="connsiteX2" fmla="*/ 56034 w 172894"/>
                <a:gd name="connsiteY2" fmla="*/ 213997 h 269648"/>
                <a:gd name="connsiteX3" fmla="*/ 26663 w 172894"/>
                <a:gd name="connsiteY3" fmla="*/ 263357 h 269648"/>
                <a:gd name="connsiteX4" fmla="*/ 20607 w 172894"/>
                <a:gd name="connsiteY4" fmla="*/ 258482 h 269648"/>
                <a:gd name="connsiteX5" fmla="*/ 21818 w 172894"/>
                <a:gd name="connsiteY5" fmla="*/ 255130 h 269648"/>
                <a:gd name="connsiteX6" fmla="*/ 23332 w 172894"/>
                <a:gd name="connsiteY6" fmla="*/ 250255 h 269648"/>
                <a:gd name="connsiteX7" fmla="*/ 11523 w 172894"/>
                <a:gd name="connsiteY7" fmla="*/ 238677 h 269648"/>
                <a:gd name="connsiteX8" fmla="*/ 320 w 172894"/>
                <a:gd name="connsiteY8" fmla="*/ 251169 h 269648"/>
                <a:gd name="connsiteX9" fmla="*/ 24240 w 172894"/>
                <a:gd name="connsiteY9" fmla="*/ 269755 h 269648"/>
                <a:gd name="connsiteX10" fmla="*/ 84799 w 172894"/>
                <a:gd name="connsiteY10" fmla="*/ 183529 h 269648"/>
                <a:gd name="connsiteX11" fmla="*/ 106600 w 172894"/>
                <a:gd name="connsiteY11" fmla="*/ 86029 h 269648"/>
                <a:gd name="connsiteX12" fmla="*/ 139605 w 172894"/>
                <a:gd name="connsiteY12" fmla="*/ 86029 h 269648"/>
                <a:gd name="connsiteX13" fmla="*/ 141421 w 172894"/>
                <a:gd name="connsiteY13" fmla="*/ 76279 h 269648"/>
                <a:gd name="connsiteX14" fmla="*/ 108720 w 172894"/>
                <a:gd name="connsiteY14" fmla="*/ 76279 h 269648"/>
                <a:gd name="connsiteX15" fmla="*/ 145660 w 172894"/>
                <a:gd name="connsiteY15" fmla="*/ 6810 h 269648"/>
                <a:gd name="connsiteX16" fmla="*/ 152322 w 172894"/>
                <a:gd name="connsiteY16" fmla="*/ 10466 h 269648"/>
                <a:gd name="connsiteX17" fmla="*/ 151111 w 172894"/>
                <a:gd name="connsiteY17" fmla="*/ 13513 h 269648"/>
                <a:gd name="connsiteX18" fmla="*/ 149294 w 172894"/>
                <a:gd name="connsiteY18" fmla="*/ 19911 h 269648"/>
                <a:gd name="connsiteX19" fmla="*/ 160497 w 172894"/>
                <a:gd name="connsiteY19" fmla="*/ 32099 h 269648"/>
                <a:gd name="connsiteX20" fmla="*/ 173215 w 172894"/>
                <a:gd name="connsiteY20" fmla="*/ 19911 h 269648"/>
                <a:gd name="connsiteX21" fmla="*/ 147174 w 172894"/>
                <a:gd name="connsiteY21" fmla="*/ 107 h 269648"/>
                <a:gd name="connsiteX22" fmla="*/ 109628 w 172894"/>
                <a:gd name="connsiteY22" fmla="*/ 21130 h 269648"/>
                <a:gd name="connsiteX23" fmla="*/ 85405 w 172894"/>
                <a:gd name="connsiteY23" fmla="*/ 76279 h 269648"/>
                <a:gd name="connsiteX24" fmla="*/ 57548 w 172894"/>
                <a:gd name="connsiteY24" fmla="*/ 76279 h 269648"/>
                <a:gd name="connsiteX25" fmla="*/ 55428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428" y="86029"/>
                  </a:moveTo>
                  <a:lnTo>
                    <a:pt x="82679" y="86029"/>
                  </a:lnTo>
                  <a:lnTo>
                    <a:pt x="56034" y="213997"/>
                  </a:lnTo>
                  <a:cubicBezTo>
                    <a:pt x="49372" y="246599"/>
                    <a:pt x="39380" y="263357"/>
                    <a:pt x="26663" y="263357"/>
                  </a:cubicBezTo>
                  <a:cubicBezTo>
                    <a:pt x="23029" y="263357"/>
                    <a:pt x="20607" y="261224"/>
                    <a:pt x="20607" y="258482"/>
                  </a:cubicBezTo>
                  <a:cubicBezTo>
                    <a:pt x="20607" y="257568"/>
                    <a:pt x="20910" y="256654"/>
                    <a:pt x="21818" y="255130"/>
                  </a:cubicBezTo>
                  <a:cubicBezTo>
                    <a:pt x="23029" y="253302"/>
                    <a:pt x="23332" y="252083"/>
                    <a:pt x="23332" y="250255"/>
                  </a:cubicBezTo>
                  <a:cubicBezTo>
                    <a:pt x="23332" y="243857"/>
                    <a:pt x="17882" y="238677"/>
                    <a:pt x="11523" y="238677"/>
                  </a:cubicBezTo>
                  <a:cubicBezTo>
                    <a:pt x="5164" y="238677"/>
                    <a:pt x="320" y="244162"/>
                    <a:pt x="320" y="251169"/>
                  </a:cubicBezTo>
                  <a:cubicBezTo>
                    <a:pt x="320" y="261529"/>
                    <a:pt x="10917" y="269755"/>
                    <a:pt x="24240" y="269755"/>
                  </a:cubicBezTo>
                  <a:cubicBezTo>
                    <a:pt x="51189" y="269755"/>
                    <a:pt x="72384" y="239591"/>
                    <a:pt x="84799" y="183529"/>
                  </a:cubicBezTo>
                  <a:lnTo>
                    <a:pt x="106600" y="86029"/>
                  </a:lnTo>
                  <a:lnTo>
                    <a:pt x="139605" y="86029"/>
                  </a:lnTo>
                  <a:lnTo>
                    <a:pt x="141421" y="76279"/>
                  </a:lnTo>
                  <a:lnTo>
                    <a:pt x="108720" y="76279"/>
                  </a:lnTo>
                  <a:cubicBezTo>
                    <a:pt x="117501" y="28443"/>
                    <a:pt x="128704" y="6810"/>
                    <a:pt x="145660" y="6810"/>
                  </a:cubicBezTo>
                  <a:cubicBezTo>
                    <a:pt x="149597" y="6810"/>
                    <a:pt x="152322" y="8333"/>
                    <a:pt x="152322" y="10466"/>
                  </a:cubicBezTo>
                  <a:cubicBezTo>
                    <a:pt x="152322" y="11380"/>
                    <a:pt x="152019" y="11990"/>
                    <a:pt x="151111" y="13513"/>
                  </a:cubicBezTo>
                  <a:cubicBezTo>
                    <a:pt x="149900" y="16255"/>
                    <a:pt x="149294" y="17779"/>
                    <a:pt x="149294" y="19911"/>
                  </a:cubicBezTo>
                  <a:cubicBezTo>
                    <a:pt x="149294" y="27224"/>
                    <a:pt x="153836" y="32099"/>
                    <a:pt x="160497" y="32099"/>
                  </a:cubicBezTo>
                  <a:cubicBezTo>
                    <a:pt x="167462" y="32099"/>
                    <a:pt x="173215" y="26615"/>
                    <a:pt x="173215" y="19911"/>
                  </a:cubicBezTo>
                  <a:cubicBezTo>
                    <a:pt x="173215" y="8638"/>
                    <a:pt x="162011" y="107"/>
                    <a:pt x="147174" y="107"/>
                  </a:cubicBezTo>
                  <a:cubicBezTo>
                    <a:pt x="132338" y="107"/>
                    <a:pt x="120529" y="6810"/>
                    <a:pt x="109628" y="21130"/>
                  </a:cubicBezTo>
                  <a:cubicBezTo>
                    <a:pt x="100544" y="33013"/>
                    <a:pt x="94488" y="47029"/>
                    <a:pt x="85405" y="76279"/>
                  </a:cubicBezTo>
                  <a:lnTo>
                    <a:pt x="57548" y="76279"/>
                  </a:lnTo>
                  <a:lnTo>
                    <a:pt x="55428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2B7DE33D-A829-44A0-8DEB-CC0F693DABB7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2101428" y="8247360"/>
              <a:ext cx="70247" cy="304687"/>
            </a:xfrm>
            <a:custGeom>
              <a:avLst/>
              <a:gdLst>
                <a:gd name="connsiteX0" fmla="*/ 70572 w 70247"/>
                <a:gd name="connsiteY0" fmla="*/ 301747 h 304687"/>
                <a:gd name="connsiteX1" fmla="*/ 65425 w 70247"/>
                <a:gd name="connsiteY1" fmla="*/ 295044 h 304687"/>
                <a:gd name="connsiteX2" fmla="*/ 17886 w 70247"/>
                <a:gd name="connsiteY2" fmla="*/ 152450 h 304687"/>
                <a:gd name="connsiteX3" fmla="*/ 66636 w 70247"/>
                <a:gd name="connsiteY3" fmla="*/ 8333 h 304687"/>
                <a:gd name="connsiteX4" fmla="*/ 70572 w 70247"/>
                <a:gd name="connsiteY4" fmla="*/ 3153 h 304687"/>
                <a:gd name="connsiteX5" fmla="*/ 67545 w 70247"/>
                <a:gd name="connsiteY5" fmla="*/ 106 h 304687"/>
                <a:gd name="connsiteX6" fmla="*/ 19400 w 70247"/>
                <a:gd name="connsiteY6" fmla="*/ 59520 h 304687"/>
                <a:gd name="connsiteX7" fmla="*/ 324 w 70247"/>
                <a:gd name="connsiteY7" fmla="*/ 152450 h 304687"/>
                <a:gd name="connsiteX8" fmla="*/ 20309 w 70247"/>
                <a:gd name="connsiteY8" fmla="*/ 247512 h 304687"/>
                <a:gd name="connsiteX9" fmla="*/ 67545 w 70247"/>
                <a:gd name="connsiteY9" fmla="*/ 304794 h 304687"/>
                <a:gd name="connsiteX10" fmla="*/ 70572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72" y="301747"/>
                  </a:moveTo>
                  <a:cubicBezTo>
                    <a:pt x="70572" y="300833"/>
                    <a:pt x="70572" y="300223"/>
                    <a:pt x="65425" y="295044"/>
                  </a:cubicBezTo>
                  <a:cubicBezTo>
                    <a:pt x="27576" y="256653"/>
                    <a:pt x="17886" y="199067"/>
                    <a:pt x="17886" y="152450"/>
                  </a:cubicBezTo>
                  <a:cubicBezTo>
                    <a:pt x="17886" y="99434"/>
                    <a:pt x="29393" y="46419"/>
                    <a:pt x="66636" y="8333"/>
                  </a:cubicBezTo>
                  <a:cubicBezTo>
                    <a:pt x="70572" y="4676"/>
                    <a:pt x="70572" y="4067"/>
                    <a:pt x="70572" y="3153"/>
                  </a:cubicBezTo>
                  <a:cubicBezTo>
                    <a:pt x="70572" y="1020"/>
                    <a:pt x="69361" y="106"/>
                    <a:pt x="67545" y="106"/>
                  </a:cubicBezTo>
                  <a:cubicBezTo>
                    <a:pt x="64517" y="106"/>
                    <a:pt x="37265" y="20825"/>
                    <a:pt x="19400" y="59520"/>
                  </a:cubicBezTo>
                  <a:cubicBezTo>
                    <a:pt x="3958" y="93036"/>
                    <a:pt x="324" y="126856"/>
                    <a:pt x="324" y="152450"/>
                  </a:cubicBezTo>
                  <a:cubicBezTo>
                    <a:pt x="324" y="176215"/>
                    <a:pt x="3655" y="213083"/>
                    <a:pt x="20309" y="247512"/>
                  </a:cubicBezTo>
                  <a:cubicBezTo>
                    <a:pt x="38476" y="284989"/>
                    <a:pt x="64517" y="304794"/>
                    <a:pt x="67545" y="304794"/>
                  </a:cubicBezTo>
                  <a:cubicBezTo>
                    <a:pt x="69361" y="304794"/>
                    <a:pt x="70572" y="303880"/>
                    <a:pt x="70572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D7C789E7-E43B-7969-D911-2CADB9A8132F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2181197" y="8341508"/>
              <a:ext cx="143523" cy="137718"/>
            </a:xfrm>
            <a:custGeom>
              <a:avLst/>
              <a:gdLst>
                <a:gd name="connsiteX0" fmla="*/ 130226 w 143523"/>
                <a:gd name="connsiteY0" fmla="*/ 100654 h 137718"/>
                <a:gd name="connsiteX1" fmla="*/ 123565 w 143523"/>
                <a:gd name="connsiteY1" fmla="*/ 108880 h 137718"/>
                <a:gd name="connsiteX2" fmla="*/ 109636 w 143523"/>
                <a:gd name="connsiteY2" fmla="*/ 121068 h 137718"/>
                <a:gd name="connsiteX3" fmla="*/ 100250 w 143523"/>
                <a:gd name="connsiteY3" fmla="*/ 108575 h 137718"/>
                <a:gd name="connsiteX4" fmla="*/ 99038 w 143523"/>
                <a:gd name="connsiteY4" fmla="*/ 103396 h 137718"/>
                <a:gd name="connsiteX5" fmla="*/ 88138 w 143523"/>
                <a:gd name="connsiteY5" fmla="*/ 54036 h 137718"/>
                <a:gd name="connsiteX6" fmla="*/ 117812 w 143523"/>
                <a:gd name="connsiteY6" fmla="*/ 17169 h 137718"/>
                <a:gd name="connsiteX7" fmla="*/ 125079 w 143523"/>
                <a:gd name="connsiteY7" fmla="*/ 19607 h 137718"/>
                <a:gd name="connsiteX8" fmla="*/ 133254 w 143523"/>
                <a:gd name="connsiteY8" fmla="*/ 22349 h 137718"/>
                <a:gd name="connsiteX9" fmla="*/ 143852 w 143523"/>
                <a:gd name="connsiteY9" fmla="*/ 11380 h 137718"/>
                <a:gd name="connsiteX10" fmla="*/ 131437 w 143523"/>
                <a:gd name="connsiteY10" fmla="*/ 107 h 137718"/>
                <a:gd name="connsiteX11" fmla="*/ 85715 w 143523"/>
                <a:gd name="connsiteY11" fmla="*/ 43677 h 137718"/>
                <a:gd name="connsiteX12" fmla="*/ 82385 w 143523"/>
                <a:gd name="connsiteY12" fmla="*/ 26919 h 137718"/>
                <a:gd name="connsiteX13" fmla="*/ 66640 w 143523"/>
                <a:gd name="connsiteY13" fmla="*/ 107 h 137718"/>
                <a:gd name="connsiteX14" fmla="*/ 31213 w 143523"/>
                <a:gd name="connsiteY14" fmla="*/ 8943 h 137718"/>
                <a:gd name="connsiteX15" fmla="*/ 27882 w 143523"/>
                <a:gd name="connsiteY15" fmla="*/ 10161 h 137718"/>
                <a:gd name="connsiteX16" fmla="*/ 29093 w 143523"/>
                <a:gd name="connsiteY16" fmla="*/ 14732 h 137718"/>
                <a:gd name="connsiteX17" fmla="*/ 46050 w 143523"/>
                <a:gd name="connsiteY17" fmla="*/ 11380 h 137718"/>
                <a:gd name="connsiteX18" fmla="*/ 59675 w 143523"/>
                <a:gd name="connsiteY18" fmla="*/ 32404 h 137718"/>
                <a:gd name="connsiteX19" fmla="*/ 68456 w 143523"/>
                <a:gd name="connsiteY19" fmla="*/ 69880 h 137718"/>
                <a:gd name="connsiteX20" fmla="*/ 43627 w 143523"/>
                <a:gd name="connsiteY20" fmla="*/ 105529 h 137718"/>
                <a:gd name="connsiteX21" fmla="*/ 28185 w 143523"/>
                <a:gd name="connsiteY21" fmla="*/ 120154 h 137718"/>
                <a:gd name="connsiteX22" fmla="*/ 20312 w 143523"/>
                <a:gd name="connsiteY22" fmla="*/ 117411 h 137718"/>
                <a:gd name="connsiteX23" fmla="*/ 10623 w 143523"/>
                <a:gd name="connsiteY23" fmla="*/ 114365 h 137718"/>
                <a:gd name="connsiteX24" fmla="*/ 328 w 143523"/>
                <a:gd name="connsiteY24" fmla="*/ 125029 h 137718"/>
                <a:gd name="connsiteX25" fmla="*/ 15467 w 143523"/>
                <a:gd name="connsiteY25" fmla="*/ 137826 h 137718"/>
                <a:gd name="connsiteX26" fmla="*/ 43627 w 143523"/>
                <a:gd name="connsiteY26" fmla="*/ 116497 h 137718"/>
                <a:gd name="connsiteX27" fmla="*/ 70879 w 143523"/>
                <a:gd name="connsiteY27" fmla="*/ 80849 h 137718"/>
                <a:gd name="connsiteX28" fmla="*/ 79962 w 143523"/>
                <a:gd name="connsiteY28" fmla="*/ 117411 h 137718"/>
                <a:gd name="connsiteX29" fmla="*/ 97524 w 143523"/>
                <a:gd name="connsiteY29" fmla="*/ 137826 h 137718"/>
                <a:gd name="connsiteX30" fmla="*/ 134465 w 143523"/>
                <a:gd name="connsiteY30" fmla="*/ 103091 h 137718"/>
                <a:gd name="connsiteX31" fmla="*/ 130226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226" y="100654"/>
                  </a:moveTo>
                  <a:cubicBezTo>
                    <a:pt x="127804" y="103396"/>
                    <a:pt x="126290" y="105224"/>
                    <a:pt x="123565" y="108880"/>
                  </a:cubicBezTo>
                  <a:cubicBezTo>
                    <a:pt x="116600" y="118021"/>
                    <a:pt x="112967" y="121068"/>
                    <a:pt x="109636" y="121068"/>
                  </a:cubicBezTo>
                  <a:cubicBezTo>
                    <a:pt x="105094" y="121068"/>
                    <a:pt x="102369" y="117107"/>
                    <a:pt x="100250" y="108575"/>
                  </a:cubicBezTo>
                  <a:cubicBezTo>
                    <a:pt x="99644" y="106138"/>
                    <a:pt x="99341" y="104310"/>
                    <a:pt x="99038" y="103396"/>
                  </a:cubicBezTo>
                  <a:cubicBezTo>
                    <a:pt x="91469" y="72622"/>
                    <a:pt x="88138" y="58607"/>
                    <a:pt x="88138" y="54036"/>
                  </a:cubicBezTo>
                  <a:cubicBezTo>
                    <a:pt x="101461" y="30575"/>
                    <a:pt x="112361" y="17169"/>
                    <a:pt x="117812" y="17169"/>
                  </a:cubicBezTo>
                  <a:cubicBezTo>
                    <a:pt x="119628" y="17169"/>
                    <a:pt x="122051" y="18083"/>
                    <a:pt x="125079" y="19607"/>
                  </a:cubicBezTo>
                  <a:cubicBezTo>
                    <a:pt x="128712" y="21740"/>
                    <a:pt x="130832" y="22349"/>
                    <a:pt x="133254" y="22349"/>
                  </a:cubicBezTo>
                  <a:cubicBezTo>
                    <a:pt x="139613" y="22349"/>
                    <a:pt x="143852" y="17779"/>
                    <a:pt x="143852" y="11380"/>
                  </a:cubicBezTo>
                  <a:cubicBezTo>
                    <a:pt x="143852" y="4982"/>
                    <a:pt x="138704" y="107"/>
                    <a:pt x="131437" y="107"/>
                  </a:cubicBezTo>
                  <a:cubicBezTo>
                    <a:pt x="118114" y="107"/>
                    <a:pt x="106608" y="11075"/>
                    <a:pt x="85715" y="43677"/>
                  </a:cubicBezTo>
                  <a:lnTo>
                    <a:pt x="82385" y="26919"/>
                  </a:lnTo>
                  <a:cubicBezTo>
                    <a:pt x="78146" y="6200"/>
                    <a:pt x="74815" y="107"/>
                    <a:pt x="66640" y="107"/>
                  </a:cubicBezTo>
                  <a:cubicBezTo>
                    <a:pt x="59978" y="107"/>
                    <a:pt x="49683" y="2849"/>
                    <a:pt x="31213" y="8943"/>
                  </a:cubicBezTo>
                  <a:lnTo>
                    <a:pt x="27882" y="10161"/>
                  </a:lnTo>
                  <a:lnTo>
                    <a:pt x="29093" y="14732"/>
                  </a:lnTo>
                  <a:cubicBezTo>
                    <a:pt x="40599" y="11989"/>
                    <a:pt x="43324" y="11380"/>
                    <a:pt x="46050" y="11380"/>
                  </a:cubicBezTo>
                  <a:cubicBezTo>
                    <a:pt x="53619" y="11380"/>
                    <a:pt x="55436" y="14122"/>
                    <a:pt x="59675" y="32404"/>
                  </a:cubicBezTo>
                  <a:lnTo>
                    <a:pt x="68456" y="69880"/>
                  </a:lnTo>
                  <a:lnTo>
                    <a:pt x="43627" y="105529"/>
                  </a:lnTo>
                  <a:cubicBezTo>
                    <a:pt x="37571" y="114669"/>
                    <a:pt x="31515" y="120154"/>
                    <a:pt x="28185" y="120154"/>
                  </a:cubicBezTo>
                  <a:cubicBezTo>
                    <a:pt x="26368" y="120154"/>
                    <a:pt x="23340" y="119240"/>
                    <a:pt x="20312" y="117411"/>
                  </a:cubicBezTo>
                  <a:cubicBezTo>
                    <a:pt x="16376" y="115279"/>
                    <a:pt x="13045" y="114365"/>
                    <a:pt x="10623" y="114365"/>
                  </a:cubicBezTo>
                  <a:cubicBezTo>
                    <a:pt x="4870" y="114365"/>
                    <a:pt x="328" y="118935"/>
                    <a:pt x="328" y="125029"/>
                  </a:cubicBezTo>
                  <a:cubicBezTo>
                    <a:pt x="328" y="132951"/>
                    <a:pt x="6384" y="137826"/>
                    <a:pt x="15467" y="137826"/>
                  </a:cubicBezTo>
                  <a:cubicBezTo>
                    <a:pt x="24854" y="137826"/>
                    <a:pt x="28488" y="135083"/>
                    <a:pt x="43627" y="116497"/>
                  </a:cubicBezTo>
                  <a:cubicBezTo>
                    <a:pt x="51803" y="106747"/>
                    <a:pt x="58161" y="98521"/>
                    <a:pt x="70879" y="80849"/>
                  </a:cubicBezTo>
                  <a:lnTo>
                    <a:pt x="79962" y="117411"/>
                  </a:lnTo>
                  <a:cubicBezTo>
                    <a:pt x="83899" y="132951"/>
                    <a:pt x="87835" y="137826"/>
                    <a:pt x="97524" y="137826"/>
                  </a:cubicBezTo>
                  <a:cubicBezTo>
                    <a:pt x="109031" y="137826"/>
                    <a:pt x="116903" y="130513"/>
                    <a:pt x="134465" y="103091"/>
                  </a:cubicBezTo>
                  <a:lnTo>
                    <a:pt x="130226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0A26B1D8-F2E6-F5ED-F221-F7DF066C4B6B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336863" y="8369658"/>
              <a:ext cx="87161" cy="155573"/>
            </a:xfrm>
            <a:custGeom>
              <a:avLst/>
              <a:gdLst>
                <a:gd name="connsiteX0" fmla="*/ 52763 w 87161"/>
                <a:gd name="connsiteY0" fmla="*/ 68877 h 155573"/>
                <a:gd name="connsiteX1" fmla="*/ 82788 w 87161"/>
                <a:gd name="connsiteY1" fmla="*/ 32126 h 155573"/>
                <a:gd name="connsiteX2" fmla="*/ 44249 w 87161"/>
                <a:gd name="connsiteY2" fmla="*/ 109 h 155573"/>
                <a:gd name="connsiteX3" fmla="*/ 1676 w 87161"/>
                <a:gd name="connsiteY3" fmla="*/ 35733 h 155573"/>
                <a:gd name="connsiteX4" fmla="*/ 29460 w 87161"/>
                <a:gd name="connsiteY4" fmla="*/ 77670 h 155573"/>
                <a:gd name="connsiteX5" fmla="*/ 332 w 87161"/>
                <a:gd name="connsiteY5" fmla="*/ 118480 h 155573"/>
                <a:gd name="connsiteX6" fmla="*/ 43352 w 87161"/>
                <a:gd name="connsiteY6" fmla="*/ 155682 h 155573"/>
                <a:gd name="connsiteX7" fmla="*/ 87494 w 87161"/>
                <a:gd name="connsiteY7" fmla="*/ 117578 h 155573"/>
                <a:gd name="connsiteX8" fmla="*/ 52763 w 87161"/>
                <a:gd name="connsiteY8" fmla="*/ 68877 h 155573"/>
                <a:gd name="connsiteX9" fmla="*/ 48730 w 87161"/>
                <a:gd name="connsiteY9" fmla="*/ 92100 h 155573"/>
                <a:gd name="connsiteX10" fmla="*/ 70464 w 87161"/>
                <a:gd name="connsiteY10" fmla="*/ 124568 h 155573"/>
                <a:gd name="connsiteX11" fmla="*/ 45817 w 87161"/>
                <a:gd name="connsiteY11" fmla="*/ 149369 h 155573"/>
                <a:gd name="connsiteX12" fmla="*/ 17361 w 87161"/>
                <a:gd name="connsiteY12" fmla="*/ 116676 h 155573"/>
                <a:gd name="connsiteX13" fmla="*/ 35286 w 87161"/>
                <a:gd name="connsiteY13" fmla="*/ 82180 h 155573"/>
                <a:gd name="connsiteX14" fmla="*/ 48730 w 87161"/>
                <a:gd name="connsiteY14" fmla="*/ 92100 h 155573"/>
                <a:gd name="connsiteX15" fmla="*/ 46265 w 87161"/>
                <a:gd name="connsiteY15" fmla="*/ 64819 h 155573"/>
                <a:gd name="connsiteX16" fmla="*/ 18257 w 87161"/>
                <a:gd name="connsiteY16" fmla="*/ 28744 h 155573"/>
                <a:gd name="connsiteX17" fmla="*/ 42456 w 87161"/>
                <a:gd name="connsiteY17" fmla="*/ 6422 h 155573"/>
                <a:gd name="connsiteX18" fmla="*/ 67328 w 87161"/>
                <a:gd name="connsiteY18" fmla="*/ 31900 h 155573"/>
                <a:gd name="connsiteX19" fmla="*/ 48282 w 87161"/>
                <a:gd name="connsiteY19" fmla="*/ 63466 h 155573"/>
                <a:gd name="connsiteX20" fmla="*/ 46265 w 87161"/>
                <a:gd name="connsiteY20" fmla="*/ 64819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7161" h="155573">
                  <a:moveTo>
                    <a:pt x="52763" y="68877"/>
                  </a:moveTo>
                  <a:cubicBezTo>
                    <a:pt x="74946" y="56927"/>
                    <a:pt x="82788" y="47457"/>
                    <a:pt x="82788" y="32126"/>
                  </a:cubicBezTo>
                  <a:cubicBezTo>
                    <a:pt x="82788" y="13637"/>
                    <a:pt x="66655" y="109"/>
                    <a:pt x="44249" y="109"/>
                  </a:cubicBezTo>
                  <a:cubicBezTo>
                    <a:pt x="19825" y="109"/>
                    <a:pt x="1676" y="15215"/>
                    <a:pt x="1676" y="35733"/>
                  </a:cubicBezTo>
                  <a:cubicBezTo>
                    <a:pt x="1676" y="50389"/>
                    <a:pt x="5933" y="56927"/>
                    <a:pt x="29460" y="77670"/>
                  </a:cubicBezTo>
                  <a:cubicBezTo>
                    <a:pt x="5261" y="96159"/>
                    <a:pt x="332" y="103148"/>
                    <a:pt x="332" y="118480"/>
                  </a:cubicBezTo>
                  <a:cubicBezTo>
                    <a:pt x="332" y="140351"/>
                    <a:pt x="18033" y="155682"/>
                    <a:pt x="43352" y="155682"/>
                  </a:cubicBezTo>
                  <a:cubicBezTo>
                    <a:pt x="70240" y="155682"/>
                    <a:pt x="87494" y="140801"/>
                    <a:pt x="87494" y="117578"/>
                  </a:cubicBezTo>
                  <a:cubicBezTo>
                    <a:pt x="87494" y="100217"/>
                    <a:pt x="79875" y="89169"/>
                    <a:pt x="52763" y="68877"/>
                  </a:cubicBezTo>
                  <a:close/>
                  <a:moveTo>
                    <a:pt x="48730" y="92100"/>
                  </a:moveTo>
                  <a:cubicBezTo>
                    <a:pt x="65087" y="103825"/>
                    <a:pt x="70464" y="111941"/>
                    <a:pt x="70464" y="124568"/>
                  </a:cubicBezTo>
                  <a:cubicBezTo>
                    <a:pt x="70464" y="139223"/>
                    <a:pt x="60381" y="149369"/>
                    <a:pt x="45817" y="149369"/>
                  </a:cubicBezTo>
                  <a:cubicBezTo>
                    <a:pt x="28788" y="149369"/>
                    <a:pt x="17361" y="136292"/>
                    <a:pt x="17361" y="116676"/>
                  </a:cubicBezTo>
                  <a:cubicBezTo>
                    <a:pt x="17361" y="102246"/>
                    <a:pt x="22290" y="92777"/>
                    <a:pt x="35286" y="82180"/>
                  </a:cubicBezTo>
                  <a:lnTo>
                    <a:pt x="48730" y="92100"/>
                  </a:lnTo>
                  <a:close/>
                  <a:moveTo>
                    <a:pt x="46265" y="64819"/>
                  </a:moveTo>
                  <a:cubicBezTo>
                    <a:pt x="26323" y="51741"/>
                    <a:pt x="18257" y="41370"/>
                    <a:pt x="18257" y="28744"/>
                  </a:cubicBezTo>
                  <a:cubicBezTo>
                    <a:pt x="18257" y="15666"/>
                    <a:pt x="28340" y="6422"/>
                    <a:pt x="42456" y="6422"/>
                  </a:cubicBezTo>
                  <a:cubicBezTo>
                    <a:pt x="57693" y="6422"/>
                    <a:pt x="67328" y="16343"/>
                    <a:pt x="67328" y="31900"/>
                  </a:cubicBezTo>
                  <a:cubicBezTo>
                    <a:pt x="67328" y="44752"/>
                    <a:pt x="61054" y="54898"/>
                    <a:pt x="48282" y="63466"/>
                  </a:cubicBezTo>
                  <a:cubicBezTo>
                    <a:pt x="47161" y="64142"/>
                    <a:pt x="47161" y="64142"/>
                    <a:pt x="46265" y="64819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09B341D0-AFE9-8A26-3A9C-E14CB5705865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469224" y="8247360"/>
              <a:ext cx="70248" cy="304687"/>
            </a:xfrm>
            <a:custGeom>
              <a:avLst/>
              <a:gdLst>
                <a:gd name="connsiteX0" fmla="*/ 70585 w 70248"/>
                <a:gd name="connsiteY0" fmla="*/ 152450 h 304687"/>
                <a:gd name="connsiteX1" fmla="*/ 50600 w 70248"/>
                <a:gd name="connsiteY1" fmla="*/ 57387 h 304687"/>
                <a:gd name="connsiteX2" fmla="*/ 3365 w 70248"/>
                <a:gd name="connsiteY2" fmla="*/ 106 h 304687"/>
                <a:gd name="connsiteX3" fmla="*/ 337 w 70248"/>
                <a:gd name="connsiteY3" fmla="*/ 3153 h 304687"/>
                <a:gd name="connsiteX4" fmla="*/ 6090 w 70248"/>
                <a:gd name="connsiteY4" fmla="*/ 10161 h 304687"/>
                <a:gd name="connsiteX5" fmla="*/ 53023 w 70248"/>
                <a:gd name="connsiteY5" fmla="*/ 152450 h 304687"/>
                <a:gd name="connsiteX6" fmla="*/ 4273 w 70248"/>
                <a:gd name="connsiteY6" fmla="*/ 296567 h 304687"/>
                <a:gd name="connsiteX7" fmla="*/ 337 w 70248"/>
                <a:gd name="connsiteY7" fmla="*/ 301747 h 304687"/>
                <a:gd name="connsiteX8" fmla="*/ 3365 w 70248"/>
                <a:gd name="connsiteY8" fmla="*/ 304794 h 304687"/>
                <a:gd name="connsiteX9" fmla="*/ 51509 w 70248"/>
                <a:gd name="connsiteY9" fmla="*/ 245380 h 304687"/>
                <a:gd name="connsiteX10" fmla="*/ 70585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85" y="152450"/>
                  </a:moveTo>
                  <a:cubicBezTo>
                    <a:pt x="70585" y="128684"/>
                    <a:pt x="67254" y="91817"/>
                    <a:pt x="50600" y="57387"/>
                  </a:cubicBezTo>
                  <a:cubicBezTo>
                    <a:pt x="32433" y="19911"/>
                    <a:pt x="6393" y="106"/>
                    <a:pt x="3365" y="106"/>
                  </a:cubicBezTo>
                  <a:cubicBezTo>
                    <a:pt x="1548" y="106"/>
                    <a:pt x="337" y="1325"/>
                    <a:pt x="337" y="3153"/>
                  </a:cubicBezTo>
                  <a:cubicBezTo>
                    <a:pt x="337" y="4067"/>
                    <a:pt x="337" y="4676"/>
                    <a:pt x="6090" y="10161"/>
                  </a:cubicBezTo>
                  <a:cubicBezTo>
                    <a:pt x="35764" y="40325"/>
                    <a:pt x="53023" y="88770"/>
                    <a:pt x="53023" y="152450"/>
                  </a:cubicBezTo>
                  <a:cubicBezTo>
                    <a:pt x="53023" y="204551"/>
                    <a:pt x="41820" y="258176"/>
                    <a:pt x="4273" y="296567"/>
                  </a:cubicBezTo>
                  <a:cubicBezTo>
                    <a:pt x="337" y="300223"/>
                    <a:pt x="337" y="300833"/>
                    <a:pt x="337" y="301747"/>
                  </a:cubicBezTo>
                  <a:cubicBezTo>
                    <a:pt x="337" y="303575"/>
                    <a:pt x="1548" y="304794"/>
                    <a:pt x="3365" y="304794"/>
                  </a:cubicBezTo>
                  <a:cubicBezTo>
                    <a:pt x="6393" y="304794"/>
                    <a:pt x="33644" y="284075"/>
                    <a:pt x="51509" y="245380"/>
                  </a:cubicBezTo>
                  <a:cubicBezTo>
                    <a:pt x="66951" y="211864"/>
                    <a:pt x="70585" y="178044"/>
                    <a:pt x="70585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C5EA5074-1760-1077-190F-1EFED4AF3959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2629053" y="8298243"/>
              <a:ext cx="201357" cy="202921"/>
            </a:xfrm>
            <a:custGeom>
              <a:avLst/>
              <a:gdLst>
                <a:gd name="connsiteX0" fmla="*/ 107229 w 201357"/>
                <a:gd name="connsiteY0" fmla="*/ 107661 h 202921"/>
                <a:gd name="connsiteX1" fmla="*/ 191708 w 201357"/>
                <a:gd name="connsiteY1" fmla="*/ 107661 h 202921"/>
                <a:gd name="connsiteX2" fmla="*/ 201700 w 201357"/>
                <a:gd name="connsiteY2" fmla="*/ 101567 h 202921"/>
                <a:gd name="connsiteX3" fmla="*/ 191708 w 201357"/>
                <a:gd name="connsiteY3" fmla="*/ 95473 h 202921"/>
                <a:gd name="connsiteX4" fmla="*/ 107229 w 201357"/>
                <a:gd name="connsiteY4" fmla="*/ 95473 h 202921"/>
                <a:gd name="connsiteX5" fmla="*/ 107229 w 201357"/>
                <a:gd name="connsiteY5" fmla="*/ 10161 h 202921"/>
                <a:gd name="connsiteX6" fmla="*/ 101173 w 201357"/>
                <a:gd name="connsiteY6" fmla="*/ 106 h 202921"/>
                <a:gd name="connsiteX7" fmla="*/ 95117 w 201357"/>
                <a:gd name="connsiteY7" fmla="*/ 10161 h 202921"/>
                <a:gd name="connsiteX8" fmla="*/ 95117 w 201357"/>
                <a:gd name="connsiteY8" fmla="*/ 95473 h 202921"/>
                <a:gd name="connsiteX9" fmla="*/ 10335 w 201357"/>
                <a:gd name="connsiteY9" fmla="*/ 95473 h 202921"/>
                <a:gd name="connsiteX10" fmla="*/ 343 w 201357"/>
                <a:gd name="connsiteY10" fmla="*/ 101567 h 202921"/>
                <a:gd name="connsiteX11" fmla="*/ 10335 w 201357"/>
                <a:gd name="connsiteY11" fmla="*/ 107661 h 202921"/>
                <a:gd name="connsiteX12" fmla="*/ 95117 w 201357"/>
                <a:gd name="connsiteY12" fmla="*/ 107661 h 202921"/>
                <a:gd name="connsiteX13" fmla="*/ 95117 w 201357"/>
                <a:gd name="connsiteY13" fmla="*/ 192973 h 202921"/>
                <a:gd name="connsiteX14" fmla="*/ 101173 w 201357"/>
                <a:gd name="connsiteY14" fmla="*/ 203028 h 202921"/>
                <a:gd name="connsiteX15" fmla="*/ 107229 w 201357"/>
                <a:gd name="connsiteY15" fmla="*/ 192973 h 202921"/>
                <a:gd name="connsiteX16" fmla="*/ 107229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229" y="107661"/>
                  </a:moveTo>
                  <a:lnTo>
                    <a:pt x="191708" y="107661"/>
                  </a:lnTo>
                  <a:cubicBezTo>
                    <a:pt x="195947" y="107661"/>
                    <a:pt x="201700" y="107661"/>
                    <a:pt x="201700" y="101567"/>
                  </a:cubicBezTo>
                  <a:cubicBezTo>
                    <a:pt x="201700" y="95473"/>
                    <a:pt x="195947" y="95473"/>
                    <a:pt x="191708" y="95473"/>
                  </a:cubicBezTo>
                  <a:lnTo>
                    <a:pt x="107229" y="95473"/>
                  </a:lnTo>
                  <a:lnTo>
                    <a:pt x="107229" y="10161"/>
                  </a:lnTo>
                  <a:cubicBezTo>
                    <a:pt x="107229" y="5895"/>
                    <a:pt x="107229" y="106"/>
                    <a:pt x="101173" y="106"/>
                  </a:cubicBezTo>
                  <a:cubicBezTo>
                    <a:pt x="95117" y="106"/>
                    <a:pt x="95117" y="5895"/>
                    <a:pt x="95117" y="10161"/>
                  </a:cubicBezTo>
                  <a:lnTo>
                    <a:pt x="95117" y="95473"/>
                  </a:lnTo>
                  <a:lnTo>
                    <a:pt x="10335" y="95473"/>
                  </a:lnTo>
                  <a:cubicBezTo>
                    <a:pt x="6096" y="95473"/>
                    <a:pt x="343" y="95473"/>
                    <a:pt x="343" y="101567"/>
                  </a:cubicBezTo>
                  <a:cubicBezTo>
                    <a:pt x="343" y="107661"/>
                    <a:pt x="6096" y="107661"/>
                    <a:pt x="10335" y="107661"/>
                  </a:cubicBezTo>
                  <a:lnTo>
                    <a:pt x="95117" y="107661"/>
                  </a:lnTo>
                  <a:lnTo>
                    <a:pt x="95117" y="192973"/>
                  </a:lnTo>
                  <a:cubicBezTo>
                    <a:pt x="95117" y="197239"/>
                    <a:pt x="95117" y="203028"/>
                    <a:pt x="101173" y="203028"/>
                  </a:cubicBezTo>
                  <a:cubicBezTo>
                    <a:pt x="107229" y="203028"/>
                    <a:pt x="107229" y="197239"/>
                    <a:pt x="107229" y="192973"/>
                  </a:cubicBezTo>
                  <a:lnTo>
                    <a:pt x="107229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73A2B1EB-D860-1118-AA9C-B6A25989B4EF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2891536" y="8269297"/>
              <a:ext cx="172894" cy="269648"/>
            </a:xfrm>
            <a:custGeom>
              <a:avLst/>
              <a:gdLst>
                <a:gd name="connsiteX0" fmla="*/ 55461 w 172894"/>
                <a:gd name="connsiteY0" fmla="*/ 86029 h 269648"/>
                <a:gd name="connsiteX1" fmla="*/ 82712 w 172894"/>
                <a:gd name="connsiteY1" fmla="*/ 86029 h 269648"/>
                <a:gd name="connsiteX2" fmla="*/ 56066 w 172894"/>
                <a:gd name="connsiteY2" fmla="*/ 213997 h 269648"/>
                <a:gd name="connsiteX3" fmla="*/ 26695 w 172894"/>
                <a:gd name="connsiteY3" fmla="*/ 263357 h 269648"/>
                <a:gd name="connsiteX4" fmla="*/ 20639 w 172894"/>
                <a:gd name="connsiteY4" fmla="*/ 258482 h 269648"/>
                <a:gd name="connsiteX5" fmla="*/ 21851 w 172894"/>
                <a:gd name="connsiteY5" fmla="*/ 255130 h 269648"/>
                <a:gd name="connsiteX6" fmla="*/ 23365 w 172894"/>
                <a:gd name="connsiteY6" fmla="*/ 250255 h 269648"/>
                <a:gd name="connsiteX7" fmla="*/ 11556 w 172894"/>
                <a:gd name="connsiteY7" fmla="*/ 238677 h 269648"/>
                <a:gd name="connsiteX8" fmla="*/ 352 w 172894"/>
                <a:gd name="connsiteY8" fmla="*/ 251169 h 269648"/>
                <a:gd name="connsiteX9" fmla="*/ 24273 w 172894"/>
                <a:gd name="connsiteY9" fmla="*/ 269755 h 269648"/>
                <a:gd name="connsiteX10" fmla="*/ 84832 w 172894"/>
                <a:gd name="connsiteY10" fmla="*/ 183529 h 269648"/>
                <a:gd name="connsiteX11" fmla="*/ 106633 w 172894"/>
                <a:gd name="connsiteY11" fmla="*/ 86029 h 269648"/>
                <a:gd name="connsiteX12" fmla="*/ 139637 w 172894"/>
                <a:gd name="connsiteY12" fmla="*/ 86029 h 269648"/>
                <a:gd name="connsiteX13" fmla="*/ 141454 w 172894"/>
                <a:gd name="connsiteY13" fmla="*/ 76279 h 269648"/>
                <a:gd name="connsiteX14" fmla="*/ 108752 w 172894"/>
                <a:gd name="connsiteY14" fmla="*/ 76279 h 269648"/>
                <a:gd name="connsiteX15" fmla="*/ 145693 w 172894"/>
                <a:gd name="connsiteY15" fmla="*/ 6810 h 269648"/>
                <a:gd name="connsiteX16" fmla="*/ 152354 w 172894"/>
                <a:gd name="connsiteY16" fmla="*/ 10466 h 269648"/>
                <a:gd name="connsiteX17" fmla="*/ 151143 w 172894"/>
                <a:gd name="connsiteY17" fmla="*/ 13513 h 269648"/>
                <a:gd name="connsiteX18" fmla="*/ 149327 w 172894"/>
                <a:gd name="connsiteY18" fmla="*/ 19911 h 269648"/>
                <a:gd name="connsiteX19" fmla="*/ 160530 w 172894"/>
                <a:gd name="connsiteY19" fmla="*/ 32099 h 269648"/>
                <a:gd name="connsiteX20" fmla="*/ 173247 w 172894"/>
                <a:gd name="connsiteY20" fmla="*/ 19911 h 269648"/>
                <a:gd name="connsiteX21" fmla="*/ 147207 w 172894"/>
                <a:gd name="connsiteY21" fmla="*/ 107 h 269648"/>
                <a:gd name="connsiteX22" fmla="*/ 109661 w 172894"/>
                <a:gd name="connsiteY22" fmla="*/ 21130 h 269648"/>
                <a:gd name="connsiteX23" fmla="*/ 85437 w 172894"/>
                <a:gd name="connsiteY23" fmla="*/ 76279 h 269648"/>
                <a:gd name="connsiteX24" fmla="*/ 57580 w 172894"/>
                <a:gd name="connsiteY24" fmla="*/ 76279 h 269648"/>
                <a:gd name="connsiteX25" fmla="*/ 55461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461" y="86029"/>
                  </a:moveTo>
                  <a:lnTo>
                    <a:pt x="82712" y="86029"/>
                  </a:lnTo>
                  <a:lnTo>
                    <a:pt x="56066" y="213997"/>
                  </a:lnTo>
                  <a:cubicBezTo>
                    <a:pt x="49405" y="246599"/>
                    <a:pt x="39413" y="263357"/>
                    <a:pt x="26695" y="263357"/>
                  </a:cubicBezTo>
                  <a:cubicBezTo>
                    <a:pt x="23062" y="263357"/>
                    <a:pt x="20639" y="261224"/>
                    <a:pt x="20639" y="258482"/>
                  </a:cubicBezTo>
                  <a:cubicBezTo>
                    <a:pt x="20639" y="257568"/>
                    <a:pt x="20942" y="256654"/>
                    <a:pt x="21851" y="255130"/>
                  </a:cubicBezTo>
                  <a:cubicBezTo>
                    <a:pt x="23062" y="253302"/>
                    <a:pt x="23365" y="252083"/>
                    <a:pt x="23365" y="250255"/>
                  </a:cubicBezTo>
                  <a:cubicBezTo>
                    <a:pt x="23365" y="243857"/>
                    <a:pt x="17914" y="238677"/>
                    <a:pt x="11556" y="238677"/>
                  </a:cubicBezTo>
                  <a:cubicBezTo>
                    <a:pt x="5197" y="238677"/>
                    <a:pt x="352" y="244162"/>
                    <a:pt x="352" y="251169"/>
                  </a:cubicBezTo>
                  <a:cubicBezTo>
                    <a:pt x="352" y="261529"/>
                    <a:pt x="10950" y="269755"/>
                    <a:pt x="24273" y="269755"/>
                  </a:cubicBezTo>
                  <a:cubicBezTo>
                    <a:pt x="51222" y="269755"/>
                    <a:pt x="72417" y="239591"/>
                    <a:pt x="84832" y="183529"/>
                  </a:cubicBezTo>
                  <a:lnTo>
                    <a:pt x="106633" y="86029"/>
                  </a:lnTo>
                  <a:lnTo>
                    <a:pt x="139637" y="86029"/>
                  </a:lnTo>
                  <a:lnTo>
                    <a:pt x="141454" y="76279"/>
                  </a:lnTo>
                  <a:lnTo>
                    <a:pt x="108752" y="76279"/>
                  </a:lnTo>
                  <a:cubicBezTo>
                    <a:pt x="117533" y="28443"/>
                    <a:pt x="128737" y="6810"/>
                    <a:pt x="145693" y="6810"/>
                  </a:cubicBezTo>
                  <a:cubicBezTo>
                    <a:pt x="149629" y="6810"/>
                    <a:pt x="152354" y="8333"/>
                    <a:pt x="152354" y="10466"/>
                  </a:cubicBezTo>
                  <a:cubicBezTo>
                    <a:pt x="152354" y="11380"/>
                    <a:pt x="152052" y="11990"/>
                    <a:pt x="151143" y="13513"/>
                  </a:cubicBezTo>
                  <a:cubicBezTo>
                    <a:pt x="149932" y="16255"/>
                    <a:pt x="149327" y="17779"/>
                    <a:pt x="149327" y="19911"/>
                  </a:cubicBezTo>
                  <a:cubicBezTo>
                    <a:pt x="149327" y="27224"/>
                    <a:pt x="153868" y="32099"/>
                    <a:pt x="160530" y="32099"/>
                  </a:cubicBezTo>
                  <a:cubicBezTo>
                    <a:pt x="167494" y="32099"/>
                    <a:pt x="173247" y="26615"/>
                    <a:pt x="173247" y="19911"/>
                  </a:cubicBezTo>
                  <a:cubicBezTo>
                    <a:pt x="173247" y="8638"/>
                    <a:pt x="162044" y="107"/>
                    <a:pt x="147207" y="107"/>
                  </a:cubicBezTo>
                  <a:cubicBezTo>
                    <a:pt x="132370" y="107"/>
                    <a:pt x="120561" y="6810"/>
                    <a:pt x="109661" y="21130"/>
                  </a:cubicBezTo>
                  <a:cubicBezTo>
                    <a:pt x="100577" y="33013"/>
                    <a:pt x="94521" y="47029"/>
                    <a:pt x="85437" y="76279"/>
                  </a:cubicBezTo>
                  <a:lnTo>
                    <a:pt x="57580" y="76279"/>
                  </a:lnTo>
                  <a:lnTo>
                    <a:pt x="55461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826A43BA-FBF6-FBC0-FBC7-3BF91BA52F99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3094885" y="8247360"/>
              <a:ext cx="70247" cy="304687"/>
            </a:xfrm>
            <a:custGeom>
              <a:avLst/>
              <a:gdLst>
                <a:gd name="connsiteX0" fmla="*/ 70605 w 70247"/>
                <a:gd name="connsiteY0" fmla="*/ 301747 h 304687"/>
                <a:gd name="connsiteX1" fmla="*/ 65458 w 70247"/>
                <a:gd name="connsiteY1" fmla="*/ 295044 h 304687"/>
                <a:gd name="connsiteX2" fmla="*/ 17919 w 70247"/>
                <a:gd name="connsiteY2" fmla="*/ 152450 h 304687"/>
                <a:gd name="connsiteX3" fmla="*/ 66669 w 70247"/>
                <a:gd name="connsiteY3" fmla="*/ 8333 h 304687"/>
                <a:gd name="connsiteX4" fmla="*/ 70605 w 70247"/>
                <a:gd name="connsiteY4" fmla="*/ 3153 h 304687"/>
                <a:gd name="connsiteX5" fmla="*/ 67577 w 70247"/>
                <a:gd name="connsiteY5" fmla="*/ 106 h 304687"/>
                <a:gd name="connsiteX6" fmla="*/ 19433 w 70247"/>
                <a:gd name="connsiteY6" fmla="*/ 59520 h 304687"/>
                <a:gd name="connsiteX7" fmla="*/ 357 w 70247"/>
                <a:gd name="connsiteY7" fmla="*/ 152450 h 304687"/>
                <a:gd name="connsiteX8" fmla="*/ 20341 w 70247"/>
                <a:gd name="connsiteY8" fmla="*/ 247512 h 304687"/>
                <a:gd name="connsiteX9" fmla="*/ 67577 w 70247"/>
                <a:gd name="connsiteY9" fmla="*/ 304794 h 304687"/>
                <a:gd name="connsiteX10" fmla="*/ 70605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605" y="301747"/>
                  </a:moveTo>
                  <a:cubicBezTo>
                    <a:pt x="70605" y="300833"/>
                    <a:pt x="70605" y="300223"/>
                    <a:pt x="65458" y="295044"/>
                  </a:cubicBezTo>
                  <a:cubicBezTo>
                    <a:pt x="27608" y="256653"/>
                    <a:pt x="17919" y="199067"/>
                    <a:pt x="17919" y="152450"/>
                  </a:cubicBezTo>
                  <a:cubicBezTo>
                    <a:pt x="17919" y="99434"/>
                    <a:pt x="29425" y="46419"/>
                    <a:pt x="66669" y="8333"/>
                  </a:cubicBezTo>
                  <a:cubicBezTo>
                    <a:pt x="70605" y="4676"/>
                    <a:pt x="70605" y="4067"/>
                    <a:pt x="70605" y="3153"/>
                  </a:cubicBezTo>
                  <a:cubicBezTo>
                    <a:pt x="70605" y="1020"/>
                    <a:pt x="69394" y="106"/>
                    <a:pt x="67577" y="106"/>
                  </a:cubicBezTo>
                  <a:cubicBezTo>
                    <a:pt x="64549" y="106"/>
                    <a:pt x="37298" y="20825"/>
                    <a:pt x="19433" y="59520"/>
                  </a:cubicBezTo>
                  <a:cubicBezTo>
                    <a:pt x="3991" y="93036"/>
                    <a:pt x="357" y="126856"/>
                    <a:pt x="357" y="152450"/>
                  </a:cubicBezTo>
                  <a:cubicBezTo>
                    <a:pt x="357" y="176215"/>
                    <a:pt x="3688" y="213083"/>
                    <a:pt x="20341" y="247512"/>
                  </a:cubicBezTo>
                  <a:cubicBezTo>
                    <a:pt x="38509" y="284989"/>
                    <a:pt x="64549" y="304794"/>
                    <a:pt x="67577" y="304794"/>
                  </a:cubicBezTo>
                  <a:cubicBezTo>
                    <a:pt x="69394" y="304794"/>
                    <a:pt x="70605" y="303880"/>
                    <a:pt x="70605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001EE4D1-43D7-C800-0500-477CF9E03C13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3174654" y="8341508"/>
              <a:ext cx="143523" cy="137718"/>
            </a:xfrm>
            <a:custGeom>
              <a:avLst/>
              <a:gdLst>
                <a:gd name="connsiteX0" fmla="*/ 130259 w 143523"/>
                <a:gd name="connsiteY0" fmla="*/ 100654 h 137718"/>
                <a:gd name="connsiteX1" fmla="*/ 123597 w 143523"/>
                <a:gd name="connsiteY1" fmla="*/ 108880 h 137718"/>
                <a:gd name="connsiteX2" fmla="*/ 109669 w 143523"/>
                <a:gd name="connsiteY2" fmla="*/ 121068 h 137718"/>
                <a:gd name="connsiteX3" fmla="*/ 100282 w 143523"/>
                <a:gd name="connsiteY3" fmla="*/ 108575 h 137718"/>
                <a:gd name="connsiteX4" fmla="*/ 99071 w 143523"/>
                <a:gd name="connsiteY4" fmla="*/ 103396 h 137718"/>
                <a:gd name="connsiteX5" fmla="*/ 88170 w 143523"/>
                <a:gd name="connsiteY5" fmla="*/ 54036 h 137718"/>
                <a:gd name="connsiteX6" fmla="*/ 117844 w 143523"/>
                <a:gd name="connsiteY6" fmla="*/ 17169 h 137718"/>
                <a:gd name="connsiteX7" fmla="*/ 125111 w 143523"/>
                <a:gd name="connsiteY7" fmla="*/ 19607 h 137718"/>
                <a:gd name="connsiteX8" fmla="*/ 133287 w 143523"/>
                <a:gd name="connsiteY8" fmla="*/ 22349 h 137718"/>
                <a:gd name="connsiteX9" fmla="*/ 143884 w 143523"/>
                <a:gd name="connsiteY9" fmla="*/ 11380 h 137718"/>
                <a:gd name="connsiteX10" fmla="*/ 131470 w 143523"/>
                <a:gd name="connsiteY10" fmla="*/ 107 h 137718"/>
                <a:gd name="connsiteX11" fmla="*/ 85748 w 143523"/>
                <a:gd name="connsiteY11" fmla="*/ 43677 h 137718"/>
                <a:gd name="connsiteX12" fmla="*/ 82417 w 143523"/>
                <a:gd name="connsiteY12" fmla="*/ 26919 h 137718"/>
                <a:gd name="connsiteX13" fmla="*/ 66672 w 143523"/>
                <a:gd name="connsiteY13" fmla="*/ 107 h 137718"/>
                <a:gd name="connsiteX14" fmla="*/ 31245 w 143523"/>
                <a:gd name="connsiteY14" fmla="*/ 8943 h 137718"/>
                <a:gd name="connsiteX15" fmla="*/ 27915 w 143523"/>
                <a:gd name="connsiteY15" fmla="*/ 10161 h 137718"/>
                <a:gd name="connsiteX16" fmla="*/ 29126 w 143523"/>
                <a:gd name="connsiteY16" fmla="*/ 14732 h 137718"/>
                <a:gd name="connsiteX17" fmla="*/ 46082 w 143523"/>
                <a:gd name="connsiteY17" fmla="*/ 11380 h 137718"/>
                <a:gd name="connsiteX18" fmla="*/ 59708 w 143523"/>
                <a:gd name="connsiteY18" fmla="*/ 32404 h 137718"/>
                <a:gd name="connsiteX19" fmla="*/ 68489 w 143523"/>
                <a:gd name="connsiteY19" fmla="*/ 69880 h 137718"/>
                <a:gd name="connsiteX20" fmla="*/ 43660 w 143523"/>
                <a:gd name="connsiteY20" fmla="*/ 105529 h 137718"/>
                <a:gd name="connsiteX21" fmla="*/ 28217 w 143523"/>
                <a:gd name="connsiteY21" fmla="*/ 120154 h 137718"/>
                <a:gd name="connsiteX22" fmla="*/ 20345 w 143523"/>
                <a:gd name="connsiteY22" fmla="*/ 117411 h 137718"/>
                <a:gd name="connsiteX23" fmla="*/ 10655 w 143523"/>
                <a:gd name="connsiteY23" fmla="*/ 114365 h 137718"/>
                <a:gd name="connsiteX24" fmla="*/ 360 w 143523"/>
                <a:gd name="connsiteY24" fmla="*/ 125029 h 137718"/>
                <a:gd name="connsiteX25" fmla="*/ 15500 w 143523"/>
                <a:gd name="connsiteY25" fmla="*/ 137826 h 137718"/>
                <a:gd name="connsiteX26" fmla="*/ 43660 w 143523"/>
                <a:gd name="connsiteY26" fmla="*/ 116497 h 137718"/>
                <a:gd name="connsiteX27" fmla="*/ 70911 w 143523"/>
                <a:gd name="connsiteY27" fmla="*/ 80849 h 137718"/>
                <a:gd name="connsiteX28" fmla="*/ 79995 w 143523"/>
                <a:gd name="connsiteY28" fmla="*/ 117411 h 137718"/>
                <a:gd name="connsiteX29" fmla="*/ 97557 w 143523"/>
                <a:gd name="connsiteY29" fmla="*/ 137826 h 137718"/>
                <a:gd name="connsiteX30" fmla="*/ 134498 w 143523"/>
                <a:gd name="connsiteY30" fmla="*/ 103091 h 137718"/>
                <a:gd name="connsiteX31" fmla="*/ 130259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259" y="100654"/>
                  </a:moveTo>
                  <a:cubicBezTo>
                    <a:pt x="127836" y="103396"/>
                    <a:pt x="126322" y="105224"/>
                    <a:pt x="123597" y="108880"/>
                  </a:cubicBezTo>
                  <a:cubicBezTo>
                    <a:pt x="116633" y="118021"/>
                    <a:pt x="112999" y="121068"/>
                    <a:pt x="109669" y="121068"/>
                  </a:cubicBezTo>
                  <a:cubicBezTo>
                    <a:pt x="105127" y="121068"/>
                    <a:pt x="102402" y="117107"/>
                    <a:pt x="100282" y="108575"/>
                  </a:cubicBezTo>
                  <a:cubicBezTo>
                    <a:pt x="99677" y="106138"/>
                    <a:pt x="99374" y="104310"/>
                    <a:pt x="99071" y="103396"/>
                  </a:cubicBezTo>
                  <a:cubicBezTo>
                    <a:pt x="91501" y="72622"/>
                    <a:pt x="88170" y="58607"/>
                    <a:pt x="88170" y="54036"/>
                  </a:cubicBezTo>
                  <a:cubicBezTo>
                    <a:pt x="101493" y="30575"/>
                    <a:pt x="112394" y="17169"/>
                    <a:pt x="117844" y="17169"/>
                  </a:cubicBezTo>
                  <a:cubicBezTo>
                    <a:pt x="119661" y="17169"/>
                    <a:pt x="122083" y="18083"/>
                    <a:pt x="125111" y="19607"/>
                  </a:cubicBezTo>
                  <a:cubicBezTo>
                    <a:pt x="128745" y="21740"/>
                    <a:pt x="130864" y="22349"/>
                    <a:pt x="133287" y="22349"/>
                  </a:cubicBezTo>
                  <a:cubicBezTo>
                    <a:pt x="139645" y="22349"/>
                    <a:pt x="143884" y="17779"/>
                    <a:pt x="143884" y="11380"/>
                  </a:cubicBezTo>
                  <a:cubicBezTo>
                    <a:pt x="143884" y="4982"/>
                    <a:pt x="138737" y="107"/>
                    <a:pt x="131470" y="107"/>
                  </a:cubicBezTo>
                  <a:cubicBezTo>
                    <a:pt x="118147" y="107"/>
                    <a:pt x="106641" y="11075"/>
                    <a:pt x="85748" y="43677"/>
                  </a:cubicBezTo>
                  <a:lnTo>
                    <a:pt x="82417" y="26919"/>
                  </a:lnTo>
                  <a:cubicBezTo>
                    <a:pt x="78178" y="6200"/>
                    <a:pt x="74847" y="107"/>
                    <a:pt x="66672" y="107"/>
                  </a:cubicBezTo>
                  <a:cubicBezTo>
                    <a:pt x="60011" y="107"/>
                    <a:pt x="49716" y="2849"/>
                    <a:pt x="31245" y="8943"/>
                  </a:cubicBezTo>
                  <a:lnTo>
                    <a:pt x="27915" y="10161"/>
                  </a:lnTo>
                  <a:lnTo>
                    <a:pt x="29126" y="14732"/>
                  </a:lnTo>
                  <a:cubicBezTo>
                    <a:pt x="40632" y="11989"/>
                    <a:pt x="43357" y="11380"/>
                    <a:pt x="46082" y="11380"/>
                  </a:cubicBezTo>
                  <a:cubicBezTo>
                    <a:pt x="53652" y="11380"/>
                    <a:pt x="55469" y="14122"/>
                    <a:pt x="59708" y="32404"/>
                  </a:cubicBezTo>
                  <a:lnTo>
                    <a:pt x="68489" y="69880"/>
                  </a:lnTo>
                  <a:lnTo>
                    <a:pt x="43660" y="105529"/>
                  </a:lnTo>
                  <a:cubicBezTo>
                    <a:pt x="37604" y="114669"/>
                    <a:pt x="31548" y="120154"/>
                    <a:pt x="28217" y="120154"/>
                  </a:cubicBezTo>
                  <a:cubicBezTo>
                    <a:pt x="26401" y="120154"/>
                    <a:pt x="23373" y="119240"/>
                    <a:pt x="20345" y="117411"/>
                  </a:cubicBezTo>
                  <a:cubicBezTo>
                    <a:pt x="16408" y="115279"/>
                    <a:pt x="13078" y="114365"/>
                    <a:pt x="10655" y="114365"/>
                  </a:cubicBezTo>
                  <a:cubicBezTo>
                    <a:pt x="4902" y="114365"/>
                    <a:pt x="360" y="118935"/>
                    <a:pt x="360" y="125029"/>
                  </a:cubicBezTo>
                  <a:cubicBezTo>
                    <a:pt x="360" y="132951"/>
                    <a:pt x="6416" y="137826"/>
                    <a:pt x="15500" y="137826"/>
                  </a:cubicBezTo>
                  <a:cubicBezTo>
                    <a:pt x="24887" y="137826"/>
                    <a:pt x="28520" y="135083"/>
                    <a:pt x="43660" y="116497"/>
                  </a:cubicBezTo>
                  <a:cubicBezTo>
                    <a:pt x="51835" y="106747"/>
                    <a:pt x="58194" y="98521"/>
                    <a:pt x="70911" y="80849"/>
                  </a:cubicBezTo>
                  <a:lnTo>
                    <a:pt x="79995" y="117411"/>
                  </a:lnTo>
                  <a:cubicBezTo>
                    <a:pt x="83931" y="132951"/>
                    <a:pt x="87868" y="137826"/>
                    <a:pt x="97557" y="137826"/>
                  </a:cubicBezTo>
                  <a:cubicBezTo>
                    <a:pt x="109063" y="137826"/>
                    <a:pt x="116936" y="130513"/>
                    <a:pt x="134498" y="103091"/>
                  </a:cubicBezTo>
                  <a:lnTo>
                    <a:pt x="130259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D0E2F4AC-ECD3-2E22-56E4-4182CD5887AD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3324494" y="8369658"/>
              <a:ext cx="96124" cy="157377"/>
            </a:xfrm>
            <a:custGeom>
              <a:avLst/>
              <a:gdLst>
                <a:gd name="connsiteX0" fmla="*/ 6862 w 96124"/>
                <a:gd name="connsiteY0" fmla="*/ 157486 h 157377"/>
                <a:gd name="connsiteX1" fmla="*/ 59518 w 96124"/>
                <a:gd name="connsiteY1" fmla="*/ 139223 h 157377"/>
                <a:gd name="connsiteX2" fmla="*/ 96489 w 96124"/>
                <a:gd name="connsiteY2" fmla="*/ 63691 h 157377"/>
                <a:gd name="connsiteX3" fmla="*/ 46970 w 96124"/>
                <a:gd name="connsiteY3" fmla="*/ 109 h 157377"/>
                <a:gd name="connsiteX4" fmla="*/ 364 w 96124"/>
                <a:gd name="connsiteY4" fmla="*/ 53320 h 157377"/>
                <a:gd name="connsiteX5" fmla="*/ 40696 w 96124"/>
                <a:gd name="connsiteY5" fmla="*/ 99090 h 157377"/>
                <a:gd name="connsiteX6" fmla="*/ 74306 w 96124"/>
                <a:gd name="connsiteY6" fmla="*/ 86238 h 157377"/>
                <a:gd name="connsiteX7" fmla="*/ 6190 w 96124"/>
                <a:gd name="connsiteY7" fmla="*/ 152977 h 157377"/>
                <a:gd name="connsiteX8" fmla="*/ 6862 w 96124"/>
                <a:gd name="connsiteY8" fmla="*/ 157486 h 157377"/>
                <a:gd name="connsiteX9" fmla="*/ 74754 w 96124"/>
                <a:gd name="connsiteY9" fmla="*/ 72484 h 157377"/>
                <a:gd name="connsiteX10" fmla="*/ 71393 w 96124"/>
                <a:gd name="connsiteY10" fmla="*/ 81052 h 157377"/>
                <a:gd name="connsiteX11" fmla="*/ 48763 w 96124"/>
                <a:gd name="connsiteY11" fmla="*/ 89395 h 157377"/>
                <a:gd name="connsiteX12" fmla="*/ 20978 w 96124"/>
                <a:gd name="connsiteY12" fmla="*/ 45654 h 157377"/>
                <a:gd name="connsiteX13" fmla="*/ 29269 w 96124"/>
                <a:gd name="connsiteY13" fmla="*/ 13412 h 157377"/>
                <a:gd name="connsiteX14" fmla="*/ 45177 w 96124"/>
                <a:gd name="connsiteY14" fmla="*/ 6422 h 157377"/>
                <a:gd name="connsiteX15" fmla="*/ 74754 w 96124"/>
                <a:gd name="connsiteY15" fmla="*/ 63691 h 157377"/>
                <a:gd name="connsiteX16" fmla="*/ 74754 w 96124"/>
                <a:gd name="connsiteY16" fmla="*/ 72484 h 15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6124" h="157377">
                  <a:moveTo>
                    <a:pt x="6862" y="157486"/>
                  </a:moveTo>
                  <a:cubicBezTo>
                    <a:pt x="31958" y="154555"/>
                    <a:pt x="44281" y="150271"/>
                    <a:pt x="59518" y="139223"/>
                  </a:cubicBezTo>
                  <a:cubicBezTo>
                    <a:pt x="82821" y="122088"/>
                    <a:pt x="96489" y="94129"/>
                    <a:pt x="96489" y="63691"/>
                  </a:cubicBezTo>
                  <a:cubicBezTo>
                    <a:pt x="96489" y="26489"/>
                    <a:pt x="75875" y="109"/>
                    <a:pt x="46970" y="109"/>
                  </a:cubicBezTo>
                  <a:cubicBezTo>
                    <a:pt x="20306" y="109"/>
                    <a:pt x="364" y="22881"/>
                    <a:pt x="364" y="53320"/>
                  </a:cubicBezTo>
                  <a:cubicBezTo>
                    <a:pt x="364" y="80827"/>
                    <a:pt x="16497" y="99090"/>
                    <a:pt x="40696" y="99090"/>
                  </a:cubicBezTo>
                  <a:cubicBezTo>
                    <a:pt x="53020" y="99090"/>
                    <a:pt x="62431" y="95482"/>
                    <a:pt x="74306" y="86238"/>
                  </a:cubicBezTo>
                  <a:cubicBezTo>
                    <a:pt x="65119" y="122989"/>
                    <a:pt x="40248" y="147115"/>
                    <a:pt x="6190" y="152977"/>
                  </a:cubicBezTo>
                  <a:lnTo>
                    <a:pt x="6862" y="157486"/>
                  </a:lnTo>
                  <a:close/>
                  <a:moveTo>
                    <a:pt x="74754" y="72484"/>
                  </a:moveTo>
                  <a:cubicBezTo>
                    <a:pt x="74754" y="76994"/>
                    <a:pt x="73858" y="79023"/>
                    <a:pt x="71393" y="81052"/>
                  </a:cubicBezTo>
                  <a:cubicBezTo>
                    <a:pt x="65119" y="86464"/>
                    <a:pt x="56829" y="89395"/>
                    <a:pt x="48763" y="89395"/>
                  </a:cubicBezTo>
                  <a:cubicBezTo>
                    <a:pt x="31733" y="89395"/>
                    <a:pt x="20978" y="72484"/>
                    <a:pt x="20978" y="45654"/>
                  </a:cubicBezTo>
                  <a:cubicBezTo>
                    <a:pt x="20978" y="32802"/>
                    <a:pt x="24563" y="19274"/>
                    <a:pt x="29269" y="13412"/>
                  </a:cubicBezTo>
                  <a:cubicBezTo>
                    <a:pt x="33078" y="8902"/>
                    <a:pt x="38680" y="6422"/>
                    <a:pt x="45177" y="6422"/>
                  </a:cubicBezTo>
                  <a:cubicBezTo>
                    <a:pt x="64671" y="6422"/>
                    <a:pt x="74754" y="25812"/>
                    <a:pt x="74754" y="63691"/>
                  </a:cubicBezTo>
                  <a:lnTo>
                    <a:pt x="74754" y="7248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6B035AE9-56D5-99BD-13D4-3C0139B53C54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3462681" y="8247360"/>
              <a:ext cx="70248" cy="304687"/>
            </a:xfrm>
            <a:custGeom>
              <a:avLst/>
              <a:gdLst>
                <a:gd name="connsiteX0" fmla="*/ 70617 w 70248"/>
                <a:gd name="connsiteY0" fmla="*/ 152450 h 304687"/>
                <a:gd name="connsiteX1" fmla="*/ 50633 w 70248"/>
                <a:gd name="connsiteY1" fmla="*/ 57387 h 304687"/>
                <a:gd name="connsiteX2" fmla="*/ 3397 w 70248"/>
                <a:gd name="connsiteY2" fmla="*/ 106 h 304687"/>
                <a:gd name="connsiteX3" fmla="*/ 369 w 70248"/>
                <a:gd name="connsiteY3" fmla="*/ 3153 h 304687"/>
                <a:gd name="connsiteX4" fmla="*/ 6122 w 70248"/>
                <a:gd name="connsiteY4" fmla="*/ 10161 h 304687"/>
                <a:gd name="connsiteX5" fmla="*/ 53055 w 70248"/>
                <a:gd name="connsiteY5" fmla="*/ 152450 h 304687"/>
                <a:gd name="connsiteX6" fmla="*/ 4306 w 70248"/>
                <a:gd name="connsiteY6" fmla="*/ 296567 h 304687"/>
                <a:gd name="connsiteX7" fmla="*/ 369 w 70248"/>
                <a:gd name="connsiteY7" fmla="*/ 301747 h 304687"/>
                <a:gd name="connsiteX8" fmla="*/ 3397 w 70248"/>
                <a:gd name="connsiteY8" fmla="*/ 304794 h 304687"/>
                <a:gd name="connsiteX9" fmla="*/ 51541 w 70248"/>
                <a:gd name="connsiteY9" fmla="*/ 245380 h 304687"/>
                <a:gd name="connsiteX10" fmla="*/ 70617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617" y="152450"/>
                  </a:moveTo>
                  <a:cubicBezTo>
                    <a:pt x="70617" y="128684"/>
                    <a:pt x="67287" y="91817"/>
                    <a:pt x="50633" y="57387"/>
                  </a:cubicBezTo>
                  <a:cubicBezTo>
                    <a:pt x="32465" y="19911"/>
                    <a:pt x="6425" y="106"/>
                    <a:pt x="3397" y="106"/>
                  </a:cubicBezTo>
                  <a:cubicBezTo>
                    <a:pt x="1581" y="106"/>
                    <a:pt x="369" y="1325"/>
                    <a:pt x="369" y="3153"/>
                  </a:cubicBezTo>
                  <a:cubicBezTo>
                    <a:pt x="369" y="4067"/>
                    <a:pt x="369" y="4676"/>
                    <a:pt x="6122" y="10161"/>
                  </a:cubicBezTo>
                  <a:cubicBezTo>
                    <a:pt x="35796" y="40325"/>
                    <a:pt x="53055" y="88770"/>
                    <a:pt x="53055" y="152450"/>
                  </a:cubicBezTo>
                  <a:cubicBezTo>
                    <a:pt x="53055" y="204551"/>
                    <a:pt x="41852" y="258176"/>
                    <a:pt x="4306" y="296567"/>
                  </a:cubicBezTo>
                  <a:cubicBezTo>
                    <a:pt x="369" y="300223"/>
                    <a:pt x="369" y="300833"/>
                    <a:pt x="369" y="301747"/>
                  </a:cubicBezTo>
                  <a:cubicBezTo>
                    <a:pt x="369" y="303575"/>
                    <a:pt x="1581" y="304794"/>
                    <a:pt x="3397" y="304794"/>
                  </a:cubicBezTo>
                  <a:cubicBezTo>
                    <a:pt x="6425" y="304794"/>
                    <a:pt x="33677" y="284075"/>
                    <a:pt x="51541" y="245380"/>
                  </a:cubicBezTo>
                  <a:cubicBezTo>
                    <a:pt x="66984" y="211864"/>
                    <a:pt x="70617" y="178044"/>
                    <a:pt x="70617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280CFD13-F686-DE34-5BC1-B0F00D2F4EE3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3570004" y="8247360"/>
              <a:ext cx="41482" cy="304687"/>
            </a:xfrm>
            <a:custGeom>
              <a:avLst/>
              <a:gdLst>
                <a:gd name="connsiteX0" fmla="*/ 41856 w 41482"/>
                <a:gd name="connsiteY0" fmla="*/ 106 h 304687"/>
                <a:gd name="connsiteX1" fmla="*/ 373 w 41482"/>
                <a:gd name="connsiteY1" fmla="*/ 106 h 304687"/>
                <a:gd name="connsiteX2" fmla="*/ 373 w 41482"/>
                <a:gd name="connsiteY2" fmla="*/ 12294 h 304687"/>
                <a:gd name="connsiteX3" fmla="*/ 29744 w 41482"/>
                <a:gd name="connsiteY3" fmla="*/ 12294 h 304687"/>
                <a:gd name="connsiteX4" fmla="*/ 29744 w 41482"/>
                <a:gd name="connsiteY4" fmla="*/ 292606 h 304687"/>
                <a:gd name="connsiteX5" fmla="*/ 373 w 41482"/>
                <a:gd name="connsiteY5" fmla="*/ 292606 h 304687"/>
                <a:gd name="connsiteX6" fmla="*/ 373 w 41482"/>
                <a:gd name="connsiteY6" fmla="*/ 304794 h 304687"/>
                <a:gd name="connsiteX7" fmla="*/ 41856 w 41482"/>
                <a:gd name="connsiteY7" fmla="*/ 304794 h 304687"/>
                <a:gd name="connsiteX8" fmla="*/ 41856 w 41482"/>
                <a:gd name="connsiteY8" fmla="*/ 106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82" h="304687">
                  <a:moveTo>
                    <a:pt x="41856" y="106"/>
                  </a:moveTo>
                  <a:lnTo>
                    <a:pt x="373" y="106"/>
                  </a:lnTo>
                  <a:lnTo>
                    <a:pt x="373" y="12294"/>
                  </a:lnTo>
                  <a:lnTo>
                    <a:pt x="29744" y="12294"/>
                  </a:lnTo>
                  <a:lnTo>
                    <a:pt x="29744" y="292606"/>
                  </a:lnTo>
                  <a:lnTo>
                    <a:pt x="373" y="292606"/>
                  </a:lnTo>
                  <a:lnTo>
                    <a:pt x="373" y="304794"/>
                  </a:lnTo>
                  <a:lnTo>
                    <a:pt x="41856" y="304794"/>
                  </a:lnTo>
                  <a:lnTo>
                    <a:pt x="41856" y="10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1242" name="Oval 1241">
            <a:extLst>
              <a:ext uri="{FF2B5EF4-FFF2-40B4-BE49-F238E27FC236}">
                <a16:creationId xmlns:a16="http://schemas.microsoft.com/office/drawing/2014/main" id="{E9DF5D2B-8DA3-5E9E-7AB9-7B82D414B27C}"/>
              </a:ext>
            </a:extLst>
          </p:cNvPr>
          <p:cNvSpPr/>
          <p:nvPr/>
        </p:nvSpPr>
        <p:spPr>
          <a:xfrm>
            <a:off x="6248270" y="5273616"/>
            <a:ext cx="987136" cy="5247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3" name="Oval 1242">
            <a:extLst>
              <a:ext uri="{FF2B5EF4-FFF2-40B4-BE49-F238E27FC236}">
                <a16:creationId xmlns:a16="http://schemas.microsoft.com/office/drawing/2014/main" id="{A8B7377F-5BB0-A6A7-7F3A-B8C2FFFDB2CF}"/>
              </a:ext>
            </a:extLst>
          </p:cNvPr>
          <p:cNvSpPr/>
          <p:nvPr/>
        </p:nvSpPr>
        <p:spPr>
          <a:xfrm>
            <a:off x="6573200" y="5868843"/>
            <a:ext cx="987136" cy="5247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52" name="Group 1251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knots}&#10;\end{align*}&#10;}&#10;\end{document}" title="IguanaTex Shape Display">
            <a:extLst>
              <a:ext uri="{FF2B5EF4-FFF2-40B4-BE49-F238E27FC236}">
                <a16:creationId xmlns:a16="http://schemas.microsoft.com/office/drawing/2014/main" id="{5B0BD8E6-EC6A-1056-6A02-51F09DB7CDEC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4557336" y="6030115"/>
            <a:ext cx="635760" cy="202163"/>
            <a:chOff x="9256755" y="4829690"/>
            <a:chExt cx="635760" cy="202163"/>
          </a:xfrm>
          <a:solidFill>
            <a:srgbClr val="FF0000"/>
          </a:solidFill>
        </p:grpSpPr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E2041422-8F59-3596-0524-80CF33F6476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256755" y="4829690"/>
              <a:ext cx="148946" cy="199246"/>
            </a:xfrm>
            <a:custGeom>
              <a:avLst/>
              <a:gdLst>
                <a:gd name="connsiteX0" fmla="*/ 223 w 148946"/>
                <a:gd name="connsiteY0" fmla="*/ 17588 h 199246"/>
                <a:gd name="connsiteX1" fmla="*/ 9794 w 148946"/>
                <a:gd name="connsiteY1" fmla="*/ 17005 h 199246"/>
                <a:gd name="connsiteX2" fmla="*/ 22654 w 148946"/>
                <a:gd name="connsiteY2" fmla="*/ 34800 h 199246"/>
                <a:gd name="connsiteX3" fmla="*/ 22654 w 148946"/>
                <a:gd name="connsiteY3" fmla="*/ 175410 h 199246"/>
                <a:gd name="connsiteX4" fmla="*/ 223 w 148946"/>
                <a:gd name="connsiteY4" fmla="*/ 194955 h 199246"/>
                <a:gd name="connsiteX5" fmla="*/ 223 w 148946"/>
                <a:gd name="connsiteY5" fmla="*/ 199331 h 199246"/>
                <a:gd name="connsiteX6" fmla="*/ 70210 w 148946"/>
                <a:gd name="connsiteY6" fmla="*/ 199331 h 199246"/>
                <a:gd name="connsiteX7" fmla="*/ 70210 w 148946"/>
                <a:gd name="connsiteY7" fmla="*/ 194955 h 199246"/>
                <a:gd name="connsiteX8" fmla="*/ 64228 w 148946"/>
                <a:gd name="connsiteY8" fmla="*/ 194663 h 199246"/>
                <a:gd name="connsiteX9" fmla="*/ 47778 w 148946"/>
                <a:gd name="connsiteY9" fmla="*/ 179786 h 199246"/>
                <a:gd name="connsiteX10" fmla="*/ 47778 w 148946"/>
                <a:gd name="connsiteY10" fmla="*/ 126109 h 199246"/>
                <a:gd name="connsiteX11" fmla="*/ 89650 w 148946"/>
                <a:gd name="connsiteY11" fmla="*/ 180661 h 199246"/>
                <a:gd name="connsiteX12" fmla="*/ 90548 w 148946"/>
                <a:gd name="connsiteY12" fmla="*/ 181828 h 199246"/>
                <a:gd name="connsiteX13" fmla="*/ 92641 w 148946"/>
                <a:gd name="connsiteY13" fmla="*/ 184453 h 199246"/>
                <a:gd name="connsiteX14" fmla="*/ 95931 w 148946"/>
                <a:gd name="connsiteY14" fmla="*/ 190579 h 199246"/>
                <a:gd name="connsiteX15" fmla="*/ 89650 w 148946"/>
                <a:gd name="connsiteY15" fmla="*/ 194955 h 199246"/>
                <a:gd name="connsiteX16" fmla="*/ 83968 w 148946"/>
                <a:gd name="connsiteY16" fmla="*/ 194955 h 199246"/>
                <a:gd name="connsiteX17" fmla="*/ 83968 w 148946"/>
                <a:gd name="connsiteY17" fmla="*/ 199331 h 199246"/>
                <a:gd name="connsiteX18" fmla="*/ 149169 w 148946"/>
                <a:gd name="connsiteY18" fmla="*/ 199331 h 199246"/>
                <a:gd name="connsiteX19" fmla="*/ 149169 w 148946"/>
                <a:gd name="connsiteY19" fmla="*/ 194955 h 199246"/>
                <a:gd name="connsiteX20" fmla="*/ 114176 w 148946"/>
                <a:gd name="connsiteY20" fmla="*/ 173659 h 199246"/>
                <a:gd name="connsiteX21" fmla="*/ 68415 w 148946"/>
                <a:gd name="connsiteY21" fmla="*/ 117065 h 199246"/>
                <a:gd name="connsiteX22" fmla="*/ 77089 w 148946"/>
                <a:gd name="connsiteY22" fmla="*/ 109189 h 199246"/>
                <a:gd name="connsiteX23" fmla="*/ 125541 w 148946"/>
                <a:gd name="connsiteY23" fmla="*/ 74182 h 199246"/>
                <a:gd name="connsiteX24" fmla="*/ 139299 w 148946"/>
                <a:gd name="connsiteY24" fmla="*/ 72432 h 199246"/>
                <a:gd name="connsiteX25" fmla="*/ 141692 w 148946"/>
                <a:gd name="connsiteY25" fmla="*/ 72432 h 199246"/>
                <a:gd name="connsiteX26" fmla="*/ 141692 w 148946"/>
                <a:gd name="connsiteY26" fmla="*/ 68056 h 199246"/>
                <a:gd name="connsiteX27" fmla="*/ 80678 w 148946"/>
                <a:gd name="connsiteY27" fmla="*/ 68056 h 199246"/>
                <a:gd name="connsiteX28" fmla="*/ 80678 w 148946"/>
                <a:gd name="connsiteY28" fmla="*/ 72140 h 199246"/>
                <a:gd name="connsiteX29" fmla="*/ 95632 w 148946"/>
                <a:gd name="connsiteY29" fmla="*/ 77683 h 199246"/>
                <a:gd name="connsiteX30" fmla="*/ 88753 w 148946"/>
                <a:gd name="connsiteY30" fmla="*/ 87601 h 199246"/>
                <a:gd name="connsiteX31" fmla="*/ 47778 w 148946"/>
                <a:gd name="connsiteY31" fmla="*/ 123191 h 199246"/>
                <a:gd name="connsiteX32" fmla="*/ 47778 w 148946"/>
                <a:gd name="connsiteY32" fmla="*/ 668 h 199246"/>
                <a:gd name="connsiteX33" fmla="*/ 46582 w 148946"/>
                <a:gd name="connsiteY33" fmla="*/ 85 h 199246"/>
                <a:gd name="connsiteX34" fmla="*/ 9196 w 148946"/>
                <a:gd name="connsiteY34" fmla="*/ 10587 h 199246"/>
                <a:gd name="connsiteX35" fmla="*/ 223 w 148946"/>
                <a:gd name="connsiteY35" fmla="*/ 12920 h 199246"/>
                <a:gd name="connsiteX36" fmla="*/ 223 w 148946"/>
                <a:gd name="connsiteY36" fmla="*/ 17588 h 19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8946" h="199246">
                  <a:moveTo>
                    <a:pt x="223" y="17588"/>
                  </a:moveTo>
                  <a:cubicBezTo>
                    <a:pt x="4111" y="17296"/>
                    <a:pt x="6803" y="17005"/>
                    <a:pt x="9794" y="17005"/>
                  </a:cubicBezTo>
                  <a:cubicBezTo>
                    <a:pt x="19664" y="17005"/>
                    <a:pt x="22654" y="20797"/>
                    <a:pt x="22654" y="34800"/>
                  </a:cubicBezTo>
                  <a:lnTo>
                    <a:pt x="22654" y="175410"/>
                  </a:lnTo>
                  <a:cubicBezTo>
                    <a:pt x="22654" y="190579"/>
                    <a:pt x="21757" y="191455"/>
                    <a:pt x="223" y="194955"/>
                  </a:cubicBezTo>
                  <a:lnTo>
                    <a:pt x="223" y="199331"/>
                  </a:lnTo>
                  <a:lnTo>
                    <a:pt x="70210" y="199331"/>
                  </a:lnTo>
                  <a:lnTo>
                    <a:pt x="70210" y="194955"/>
                  </a:lnTo>
                  <a:lnTo>
                    <a:pt x="64228" y="194663"/>
                  </a:lnTo>
                  <a:cubicBezTo>
                    <a:pt x="52264" y="194080"/>
                    <a:pt x="47778" y="189996"/>
                    <a:pt x="47778" y="179786"/>
                  </a:cubicBezTo>
                  <a:lnTo>
                    <a:pt x="47778" y="126109"/>
                  </a:lnTo>
                  <a:lnTo>
                    <a:pt x="89650" y="180661"/>
                  </a:lnTo>
                  <a:lnTo>
                    <a:pt x="90548" y="181828"/>
                  </a:lnTo>
                  <a:cubicBezTo>
                    <a:pt x="91146" y="182703"/>
                    <a:pt x="91744" y="183578"/>
                    <a:pt x="92641" y="184453"/>
                  </a:cubicBezTo>
                  <a:cubicBezTo>
                    <a:pt x="95034" y="187370"/>
                    <a:pt x="95931" y="189121"/>
                    <a:pt x="95931" y="190579"/>
                  </a:cubicBezTo>
                  <a:cubicBezTo>
                    <a:pt x="95931" y="193205"/>
                    <a:pt x="93239" y="194955"/>
                    <a:pt x="89650" y="194955"/>
                  </a:cubicBezTo>
                  <a:lnTo>
                    <a:pt x="83968" y="194955"/>
                  </a:lnTo>
                  <a:lnTo>
                    <a:pt x="83968" y="199331"/>
                  </a:lnTo>
                  <a:lnTo>
                    <a:pt x="149169" y="199331"/>
                  </a:lnTo>
                  <a:lnTo>
                    <a:pt x="149169" y="194955"/>
                  </a:lnTo>
                  <a:cubicBezTo>
                    <a:pt x="136009" y="194080"/>
                    <a:pt x="126737" y="188537"/>
                    <a:pt x="114176" y="173659"/>
                  </a:cubicBezTo>
                  <a:lnTo>
                    <a:pt x="68415" y="117065"/>
                  </a:lnTo>
                  <a:lnTo>
                    <a:pt x="77089" y="109189"/>
                  </a:lnTo>
                  <a:cubicBezTo>
                    <a:pt x="98324" y="89935"/>
                    <a:pt x="116868" y="76516"/>
                    <a:pt x="125541" y="74182"/>
                  </a:cubicBezTo>
                  <a:cubicBezTo>
                    <a:pt x="130027" y="73015"/>
                    <a:pt x="134215" y="72432"/>
                    <a:pt x="139299" y="72432"/>
                  </a:cubicBezTo>
                  <a:lnTo>
                    <a:pt x="141692" y="72432"/>
                  </a:lnTo>
                  <a:lnTo>
                    <a:pt x="141692" y="68056"/>
                  </a:lnTo>
                  <a:lnTo>
                    <a:pt x="80678" y="68056"/>
                  </a:lnTo>
                  <a:lnTo>
                    <a:pt x="80678" y="72140"/>
                  </a:lnTo>
                  <a:cubicBezTo>
                    <a:pt x="92342" y="72432"/>
                    <a:pt x="95632" y="73599"/>
                    <a:pt x="95632" y="77683"/>
                  </a:cubicBezTo>
                  <a:cubicBezTo>
                    <a:pt x="95632" y="80017"/>
                    <a:pt x="92940" y="84101"/>
                    <a:pt x="88753" y="87601"/>
                  </a:cubicBezTo>
                  <a:lnTo>
                    <a:pt x="47778" y="123191"/>
                  </a:lnTo>
                  <a:lnTo>
                    <a:pt x="47778" y="668"/>
                  </a:lnTo>
                  <a:lnTo>
                    <a:pt x="46582" y="85"/>
                  </a:lnTo>
                  <a:cubicBezTo>
                    <a:pt x="35216" y="3585"/>
                    <a:pt x="26543" y="5919"/>
                    <a:pt x="9196" y="10587"/>
                  </a:cubicBezTo>
                  <a:lnTo>
                    <a:pt x="223" y="12920"/>
                  </a:lnTo>
                  <a:lnTo>
                    <a:pt x="223" y="17588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5BF7FDB6-6CA7-5AAB-9328-795A597CE6B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409552" y="4894744"/>
              <a:ext cx="140272" cy="134192"/>
            </a:xfrm>
            <a:custGeom>
              <a:avLst/>
              <a:gdLst>
                <a:gd name="connsiteX0" fmla="*/ 228 w 140272"/>
                <a:gd name="connsiteY0" fmla="*/ 18171 h 134192"/>
                <a:gd name="connsiteX1" fmla="*/ 8303 w 140272"/>
                <a:gd name="connsiteY1" fmla="*/ 17005 h 134192"/>
                <a:gd name="connsiteX2" fmla="*/ 19370 w 140272"/>
                <a:gd name="connsiteY2" fmla="*/ 35675 h 134192"/>
                <a:gd name="connsiteX3" fmla="*/ 19370 w 140272"/>
                <a:gd name="connsiteY3" fmla="*/ 108022 h 134192"/>
                <a:gd name="connsiteX4" fmla="*/ 826 w 140272"/>
                <a:gd name="connsiteY4" fmla="*/ 129901 h 134192"/>
                <a:gd name="connsiteX5" fmla="*/ 826 w 140272"/>
                <a:gd name="connsiteY5" fmla="*/ 134277 h 134192"/>
                <a:gd name="connsiteX6" fmla="*/ 64233 w 140272"/>
                <a:gd name="connsiteY6" fmla="*/ 134277 h 134192"/>
                <a:gd name="connsiteX7" fmla="*/ 64233 w 140272"/>
                <a:gd name="connsiteY7" fmla="*/ 129901 h 134192"/>
                <a:gd name="connsiteX8" fmla="*/ 44493 w 140272"/>
                <a:gd name="connsiteY8" fmla="*/ 114732 h 134192"/>
                <a:gd name="connsiteX9" fmla="*/ 44493 w 140272"/>
                <a:gd name="connsiteY9" fmla="*/ 32758 h 134192"/>
                <a:gd name="connsiteX10" fmla="*/ 75299 w 140272"/>
                <a:gd name="connsiteY10" fmla="*/ 16129 h 134192"/>
                <a:gd name="connsiteX11" fmla="*/ 97133 w 140272"/>
                <a:gd name="connsiteY11" fmla="*/ 44426 h 134192"/>
                <a:gd name="connsiteX12" fmla="*/ 97133 w 140272"/>
                <a:gd name="connsiteY12" fmla="*/ 105396 h 134192"/>
                <a:gd name="connsiteX13" fmla="*/ 78290 w 140272"/>
                <a:gd name="connsiteY13" fmla="*/ 129901 h 134192"/>
                <a:gd name="connsiteX14" fmla="*/ 78290 w 140272"/>
                <a:gd name="connsiteY14" fmla="*/ 134277 h 134192"/>
                <a:gd name="connsiteX15" fmla="*/ 140501 w 140272"/>
                <a:gd name="connsiteY15" fmla="*/ 134277 h 134192"/>
                <a:gd name="connsiteX16" fmla="*/ 140501 w 140272"/>
                <a:gd name="connsiteY16" fmla="*/ 129901 h 134192"/>
                <a:gd name="connsiteX17" fmla="*/ 122256 w 140272"/>
                <a:gd name="connsiteY17" fmla="*/ 110647 h 134192"/>
                <a:gd name="connsiteX18" fmla="*/ 122256 w 140272"/>
                <a:gd name="connsiteY18" fmla="*/ 43843 h 134192"/>
                <a:gd name="connsiteX19" fmla="*/ 86964 w 140272"/>
                <a:gd name="connsiteY19" fmla="*/ 85 h 134192"/>
                <a:gd name="connsiteX20" fmla="*/ 43596 w 140272"/>
                <a:gd name="connsiteY20" fmla="*/ 23714 h 134192"/>
                <a:gd name="connsiteX21" fmla="*/ 43596 w 140272"/>
                <a:gd name="connsiteY21" fmla="*/ 668 h 134192"/>
                <a:gd name="connsiteX22" fmla="*/ 41502 w 140272"/>
                <a:gd name="connsiteY22" fmla="*/ 85 h 134192"/>
                <a:gd name="connsiteX23" fmla="*/ 228 w 140272"/>
                <a:gd name="connsiteY23" fmla="*/ 13212 h 134192"/>
                <a:gd name="connsiteX24" fmla="*/ 228 w 140272"/>
                <a:gd name="connsiteY24" fmla="*/ 18171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72" h="134192">
                  <a:moveTo>
                    <a:pt x="228" y="18171"/>
                  </a:moveTo>
                  <a:cubicBezTo>
                    <a:pt x="2022" y="17296"/>
                    <a:pt x="5013" y="17005"/>
                    <a:pt x="8303" y="17005"/>
                  </a:cubicBezTo>
                  <a:cubicBezTo>
                    <a:pt x="16678" y="17005"/>
                    <a:pt x="19370" y="21380"/>
                    <a:pt x="19370" y="35675"/>
                  </a:cubicBezTo>
                  <a:lnTo>
                    <a:pt x="19370" y="108022"/>
                  </a:lnTo>
                  <a:cubicBezTo>
                    <a:pt x="19370" y="124650"/>
                    <a:pt x="16080" y="128734"/>
                    <a:pt x="826" y="129901"/>
                  </a:cubicBezTo>
                  <a:lnTo>
                    <a:pt x="826" y="134277"/>
                  </a:lnTo>
                  <a:lnTo>
                    <a:pt x="64233" y="134277"/>
                  </a:lnTo>
                  <a:lnTo>
                    <a:pt x="64233" y="129901"/>
                  </a:lnTo>
                  <a:cubicBezTo>
                    <a:pt x="48979" y="128734"/>
                    <a:pt x="44493" y="125234"/>
                    <a:pt x="44493" y="114732"/>
                  </a:cubicBezTo>
                  <a:lnTo>
                    <a:pt x="44493" y="32758"/>
                  </a:lnTo>
                  <a:cubicBezTo>
                    <a:pt x="58849" y="19630"/>
                    <a:pt x="65429" y="16129"/>
                    <a:pt x="75299" y="16129"/>
                  </a:cubicBezTo>
                  <a:cubicBezTo>
                    <a:pt x="89955" y="16129"/>
                    <a:pt x="97133" y="25173"/>
                    <a:pt x="97133" y="44426"/>
                  </a:cubicBezTo>
                  <a:lnTo>
                    <a:pt x="97133" y="105396"/>
                  </a:lnTo>
                  <a:cubicBezTo>
                    <a:pt x="97133" y="123775"/>
                    <a:pt x="93244" y="128734"/>
                    <a:pt x="78290" y="129901"/>
                  </a:cubicBezTo>
                  <a:lnTo>
                    <a:pt x="78290" y="134277"/>
                  </a:lnTo>
                  <a:lnTo>
                    <a:pt x="140501" y="134277"/>
                  </a:lnTo>
                  <a:lnTo>
                    <a:pt x="140501" y="129901"/>
                  </a:lnTo>
                  <a:cubicBezTo>
                    <a:pt x="125845" y="128442"/>
                    <a:pt x="122256" y="124942"/>
                    <a:pt x="122256" y="110647"/>
                  </a:cubicBezTo>
                  <a:lnTo>
                    <a:pt x="122256" y="43843"/>
                  </a:lnTo>
                  <a:cubicBezTo>
                    <a:pt x="122256" y="16421"/>
                    <a:pt x="109096" y="85"/>
                    <a:pt x="86964" y="85"/>
                  </a:cubicBezTo>
                  <a:cubicBezTo>
                    <a:pt x="73206" y="85"/>
                    <a:pt x="63934" y="5044"/>
                    <a:pt x="43596" y="23714"/>
                  </a:cubicBezTo>
                  <a:lnTo>
                    <a:pt x="43596" y="668"/>
                  </a:lnTo>
                  <a:lnTo>
                    <a:pt x="41502" y="85"/>
                  </a:lnTo>
                  <a:cubicBezTo>
                    <a:pt x="26847" y="5336"/>
                    <a:pt x="16678" y="8545"/>
                    <a:pt x="228" y="13212"/>
                  </a:cubicBezTo>
                  <a:lnTo>
                    <a:pt x="228" y="18171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A89ACD18-F794-8B45-B061-CE37046F2E9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563545" y="4894744"/>
              <a:ext cx="131898" cy="137109"/>
            </a:xfrm>
            <a:custGeom>
              <a:avLst/>
              <a:gdLst>
                <a:gd name="connsiteX0" fmla="*/ 66331 w 131898"/>
                <a:gd name="connsiteY0" fmla="*/ 85 h 137109"/>
                <a:gd name="connsiteX1" fmla="*/ 233 w 131898"/>
                <a:gd name="connsiteY1" fmla="*/ 68348 h 137109"/>
                <a:gd name="connsiteX2" fmla="*/ 65733 w 131898"/>
                <a:gd name="connsiteY2" fmla="*/ 137194 h 137109"/>
                <a:gd name="connsiteX3" fmla="*/ 132131 w 131898"/>
                <a:gd name="connsiteY3" fmla="*/ 66014 h 137109"/>
                <a:gd name="connsiteX4" fmla="*/ 66331 w 131898"/>
                <a:gd name="connsiteY4" fmla="*/ 85 h 137109"/>
                <a:gd name="connsiteX5" fmla="*/ 62443 w 131898"/>
                <a:gd name="connsiteY5" fmla="*/ 8253 h 137109"/>
                <a:gd name="connsiteX6" fmla="*/ 105213 w 131898"/>
                <a:gd name="connsiteY6" fmla="*/ 76224 h 137109"/>
                <a:gd name="connsiteX7" fmla="*/ 69322 w 131898"/>
                <a:gd name="connsiteY7" fmla="*/ 129026 h 137109"/>
                <a:gd name="connsiteX8" fmla="*/ 40311 w 131898"/>
                <a:gd name="connsiteY8" fmla="*/ 110356 h 137109"/>
                <a:gd name="connsiteX9" fmla="*/ 27151 w 131898"/>
                <a:gd name="connsiteY9" fmla="*/ 54053 h 137109"/>
                <a:gd name="connsiteX10" fmla="*/ 62443 w 131898"/>
                <a:gd name="connsiteY10" fmla="*/ 8253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1898" h="137109">
                  <a:moveTo>
                    <a:pt x="66331" y="85"/>
                  </a:moveTo>
                  <a:cubicBezTo>
                    <a:pt x="27450" y="85"/>
                    <a:pt x="233" y="28090"/>
                    <a:pt x="233" y="68348"/>
                  </a:cubicBezTo>
                  <a:cubicBezTo>
                    <a:pt x="233" y="107730"/>
                    <a:pt x="28048" y="137194"/>
                    <a:pt x="65733" y="137194"/>
                  </a:cubicBezTo>
                  <a:cubicBezTo>
                    <a:pt x="103419" y="137194"/>
                    <a:pt x="132131" y="106272"/>
                    <a:pt x="132131" y="66014"/>
                  </a:cubicBezTo>
                  <a:cubicBezTo>
                    <a:pt x="132131" y="27798"/>
                    <a:pt x="104615" y="85"/>
                    <a:pt x="66331" y="85"/>
                  </a:cubicBezTo>
                  <a:close/>
                  <a:moveTo>
                    <a:pt x="62443" y="8253"/>
                  </a:moveTo>
                  <a:cubicBezTo>
                    <a:pt x="87567" y="8253"/>
                    <a:pt x="105213" y="36258"/>
                    <a:pt x="105213" y="76224"/>
                  </a:cubicBezTo>
                  <a:cubicBezTo>
                    <a:pt x="105213" y="109189"/>
                    <a:pt x="91754" y="129026"/>
                    <a:pt x="69322" y="129026"/>
                  </a:cubicBezTo>
                  <a:cubicBezTo>
                    <a:pt x="57658" y="129026"/>
                    <a:pt x="46592" y="122025"/>
                    <a:pt x="40311" y="110356"/>
                  </a:cubicBezTo>
                  <a:cubicBezTo>
                    <a:pt x="31936" y="95186"/>
                    <a:pt x="27151" y="74766"/>
                    <a:pt x="27151" y="54053"/>
                  </a:cubicBezTo>
                  <a:cubicBezTo>
                    <a:pt x="27151" y="26340"/>
                    <a:pt x="41208" y="8253"/>
                    <a:pt x="62443" y="8253"/>
                  </a:cubicBez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4F54607D-D55E-C65B-1216-9C55FB6D884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708865" y="4860029"/>
              <a:ext cx="79557" cy="171824"/>
            </a:xfrm>
            <a:custGeom>
              <a:avLst/>
              <a:gdLst>
                <a:gd name="connsiteX0" fmla="*/ 72617 w 79557"/>
                <a:gd name="connsiteY0" fmla="*/ 37717 h 171824"/>
                <a:gd name="connsiteX1" fmla="*/ 42409 w 79557"/>
                <a:gd name="connsiteY1" fmla="*/ 37717 h 171824"/>
                <a:gd name="connsiteX2" fmla="*/ 42409 w 79557"/>
                <a:gd name="connsiteY2" fmla="*/ 3877 h 171824"/>
                <a:gd name="connsiteX3" fmla="*/ 40316 w 79557"/>
                <a:gd name="connsiteY3" fmla="*/ 85 h 171824"/>
                <a:gd name="connsiteX4" fmla="*/ 34334 w 79557"/>
                <a:gd name="connsiteY4" fmla="*/ 8253 h 171824"/>
                <a:gd name="connsiteX5" fmla="*/ 5322 w 79557"/>
                <a:gd name="connsiteY5" fmla="*/ 39467 h 171824"/>
                <a:gd name="connsiteX6" fmla="*/ 238 w 79557"/>
                <a:gd name="connsiteY6" fmla="*/ 45010 h 171824"/>
                <a:gd name="connsiteX7" fmla="*/ 1434 w 79557"/>
                <a:gd name="connsiteY7" fmla="*/ 47052 h 171824"/>
                <a:gd name="connsiteX8" fmla="*/ 17286 w 79557"/>
                <a:gd name="connsiteY8" fmla="*/ 47052 h 171824"/>
                <a:gd name="connsiteX9" fmla="*/ 17286 w 79557"/>
                <a:gd name="connsiteY9" fmla="*/ 134860 h 171824"/>
                <a:gd name="connsiteX10" fmla="*/ 43905 w 79557"/>
                <a:gd name="connsiteY10" fmla="*/ 171909 h 171824"/>
                <a:gd name="connsiteX11" fmla="*/ 79795 w 79557"/>
                <a:gd name="connsiteY11" fmla="*/ 149738 h 171824"/>
                <a:gd name="connsiteX12" fmla="*/ 75907 w 79557"/>
                <a:gd name="connsiteY12" fmla="*/ 146529 h 171824"/>
                <a:gd name="connsiteX13" fmla="*/ 57962 w 79557"/>
                <a:gd name="connsiteY13" fmla="*/ 156740 h 171824"/>
                <a:gd name="connsiteX14" fmla="*/ 42409 w 79557"/>
                <a:gd name="connsiteY14" fmla="*/ 130485 h 171824"/>
                <a:gd name="connsiteX15" fmla="*/ 42409 w 79557"/>
                <a:gd name="connsiteY15" fmla="*/ 47052 h 171824"/>
                <a:gd name="connsiteX16" fmla="*/ 72617 w 79557"/>
                <a:gd name="connsiteY16" fmla="*/ 47052 h 171824"/>
                <a:gd name="connsiteX17" fmla="*/ 72617 w 79557"/>
                <a:gd name="connsiteY17" fmla="*/ 37717 h 17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557" h="171824">
                  <a:moveTo>
                    <a:pt x="72617" y="37717"/>
                  </a:moveTo>
                  <a:lnTo>
                    <a:pt x="42409" y="37717"/>
                  </a:lnTo>
                  <a:lnTo>
                    <a:pt x="42409" y="3877"/>
                  </a:lnTo>
                  <a:cubicBezTo>
                    <a:pt x="42409" y="960"/>
                    <a:pt x="42110" y="85"/>
                    <a:pt x="40316" y="85"/>
                  </a:cubicBezTo>
                  <a:cubicBezTo>
                    <a:pt x="38222" y="2710"/>
                    <a:pt x="36428" y="5336"/>
                    <a:pt x="34334" y="8253"/>
                  </a:cubicBezTo>
                  <a:cubicBezTo>
                    <a:pt x="22969" y="24298"/>
                    <a:pt x="10108" y="38300"/>
                    <a:pt x="5322" y="39467"/>
                  </a:cubicBezTo>
                  <a:cubicBezTo>
                    <a:pt x="2032" y="41509"/>
                    <a:pt x="238" y="43551"/>
                    <a:pt x="238" y="45010"/>
                  </a:cubicBezTo>
                  <a:cubicBezTo>
                    <a:pt x="238" y="45885"/>
                    <a:pt x="537" y="46469"/>
                    <a:pt x="1434" y="47052"/>
                  </a:cubicBezTo>
                  <a:lnTo>
                    <a:pt x="17286" y="47052"/>
                  </a:lnTo>
                  <a:lnTo>
                    <a:pt x="17286" y="134860"/>
                  </a:lnTo>
                  <a:cubicBezTo>
                    <a:pt x="17286" y="159365"/>
                    <a:pt x="26259" y="171909"/>
                    <a:pt x="43905" y="171909"/>
                  </a:cubicBezTo>
                  <a:cubicBezTo>
                    <a:pt x="58560" y="171909"/>
                    <a:pt x="69926" y="164908"/>
                    <a:pt x="79795" y="149738"/>
                  </a:cubicBezTo>
                  <a:lnTo>
                    <a:pt x="75907" y="146529"/>
                  </a:lnTo>
                  <a:cubicBezTo>
                    <a:pt x="69626" y="153822"/>
                    <a:pt x="64542" y="156740"/>
                    <a:pt x="57962" y="156740"/>
                  </a:cubicBezTo>
                  <a:cubicBezTo>
                    <a:pt x="46896" y="156740"/>
                    <a:pt x="42409" y="148863"/>
                    <a:pt x="42409" y="130485"/>
                  </a:cubicBezTo>
                  <a:lnTo>
                    <a:pt x="42409" y="47052"/>
                  </a:lnTo>
                  <a:lnTo>
                    <a:pt x="72617" y="47052"/>
                  </a:lnTo>
                  <a:lnTo>
                    <a:pt x="72617" y="37717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F34EF5F2-5654-35EA-457F-E25323A157E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803686" y="4895036"/>
              <a:ext cx="88829" cy="136817"/>
            </a:xfrm>
            <a:custGeom>
              <a:avLst/>
              <a:gdLst>
                <a:gd name="connsiteX0" fmla="*/ 79200 w 88829"/>
                <a:gd name="connsiteY0" fmla="*/ 42384 h 136817"/>
                <a:gd name="connsiteX1" fmla="*/ 78004 w 88829"/>
                <a:gd name="connsiteY1" fmla="*/ 2710 h 136817"/>
                <a:gd name="connsiteX2" fmla="*/ 74714 w 88829"/>
                <a:gd name="connsiteY2" fmla="*/ 2710 h 136817"/>
                <a:gd name="connsiteX3" fmla="*/ 74116 w 88829"/>
                <a:gd name="connsiteY3" fmla="*/ 3294 h 136817"/>
                <a:gd name="connsiteX4" fmla="*/ 69928 w 88829"/>
                <a:gd name="connsiteY4" fmla="*/ 5627 h 136817"/>
                <a:gd name="connsiteX5" fmla="*/ 61853 w 88829"/>
                <a:gd name="connsiteY5" fmla="*/ 3585 h 136817"/>
                <a:gd name="connsiteX6" fmla="*/ 40917 w 88829"/>
                <a:gd name="connsiteY6" fmla="*/ 85 h 136817"/>
                <a:gd name="connsiteX7" fmla="*/ 241 w 88829"/>
                <a:gd name="connsiteY7" fmla="*/ 35967 h 136817"/>
                <a:gd name="connsiteX8" fmla="*/ 35234 w 88829"/>
                <a:gd name="connsiteY8" fmla="*/ 77975 h 136817"/>
                <a:gd name="connsiteX9" fmla="*/ 52581 w 88829"/>
                <a:gd name="connsiteY9" fmla="*/ 87601 h 136817"/>
                <a:gd name="connsiteX10" fmla="*/ 68134 w 88829"/>
                <a:gd name="connsiteY10" fmla="*/ 109481 h 136817"/>
                <a:gd name="connsiteX11" fmla="*/ 43309 w 88829"/>
                <a:gd name="connsiteY11" fmla="*/ 130485 h 136817"/>
                <a:gd name="connsiteX12" fmla="*/ 18186 w 88829"/>
                <a:gd name="connsiteY12" fmla="*/ 120274 h 136817"/>
                <a:gd name="connsiteX13" fmla="*/ 5325 w 88829"/>
                <a:gd name="connsiteY13" fmla="*/ 89643 h 136817"/>
                <a:gd name="connsiteX14" fmla="*/ 540 w 88829"/>
                <a:gd name="connsiteY14" fmla="*/ 89643 h 136817"/>
                <a:gd name="connsiteX15" fmla="*/ 540 w 88829"/>
                <a:gd name="connsiteY15" fmla="*/ 135152 h 136817"/>
                <a:gd name="connsiteX16" fmla="*/ 4428 w 88829"/>
                <a:gd name="connsiteY16" fmla="*/ 135152 h 136817"/>
                <a:gd name="connsiteX17" fmla="*/ 11307 w 88829"/>
                <a:gd name="connsiteY17" fmla="*/ 131651 h 136817"/>
                <a:gd name="connsiteX18" fmla="*/ 25065 w 88829"/>
                <a:gd name="connsiteY18" fmla="*/ 133985 h 136817"/>
                <a:gd name="connsiteX19" fmla="*/ 46898 w 88829"/>
                <a:gd name="connsiteY19" fmla="*/ 136902 h 136817"/>
                <a:gd name="connsiteX20" fmla="*/ 89070 w 88829"/>
                <a:gd name="connsiteY20" fmla="*/ 99562 h 136817"/>
                <a:gd name="connsiteX21" fmla="*/ 63947 w 88829"/>
                <a:gd name="connsiteY21" fmla="*/ 64847 h 136817"/>
                <a:gd name="connsiteX22" fmla="*/ 31645 w 88829"/>
                <a:gd name="connsiteY22" fmla="*/ 46177 h 136817"/>
                <a:gd name="connsiteX23" fmla="*/ 18784 w 88829"/>
                <a:gd name="connsiteY23" fmla="*/ 26340 h 136817"/>
                <a:gd name="connsiteX24" fmla="*/ 41814 w 88829"/>
                <a:gd name="connsiteY24" fmla="*/ 6503 h 136817"/>
                <a:gd name="connsiteX25" fmla="*/ 74714 w 88829"/>
                <a:gd name="connsiteY25" fmla="*/ 42384 h 136817"/>
                <a:gd name="connsiteX26" fmla="*/ 79200 w 88829"/>
                <a:gd name="connsiteY26" fmla="*/ 42384 h 13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8829" h="136817">
                  <a:moveTo>
                    <a:pt x="79200" y="42384"/>
                  </a:moveTo>
                  <a:lnTo>
                    <a:pt x="78004" y="2710"/>
                  </a:lnTo>
                  <a:lnTo>
                    <a:pt x="74714" y="2710"/>
                  </a:lnTo>
                  <a:lnTo>
                    <a:pt x="74116" y="3294"/>
                  </a:lnTo>
                  <a:cubicBezTo>
                    <a:pt x="71424" y="5336"/>
                    <a:pt x="71125" y="5627"/>
                    <a:pt x="69928" y="5627"/>
                  </a:cubicBezTo>
                  <a:cubicBezTo>
                    <a:pt x="68134" y="5627"/>
                    <a:pt x="65143" y="5044"/>
                    <a:pt x="61853" y="3585"/>
                  </a:cubicBezTo>
                  <a:cubicBezTo>
                    <a:pt x="55273" y="1252"/>
                    <a:pt x="48693" y="85"/>
                    <a:pt x="40917" y="85"/>
                  </a:cubicBezTo>
                  <a:cubicBezTo>
                    <a:pt x="17289" y="85"/>
                    <a:pt x="241" y="14963"/>
                    <a:pt x="241" y="35967"/>
                  </a:cubicBezTo>
                  <a:cubicBezTo>
                    <a:pt x="241" y="52303"/>
                    <a:pt x="9811" y="63972"/>
                    <a:pt x="35234" y="77975"/>
                  </a:cubicBezTo>
                  <a:lnTo>
                    <a:pt x="52581" y="87601"/>
                  </a:lnTo>
                  <a:cubicBezTo>
                    <a:pt x="63049" y="93436"/>
                    <a:pt x="68134" y="100437"/>
                    <a:pt x="68134" y="109481"/>
                  </a:cubicBezTo>
                  <a:cubicBezTo>
                    <a:pt x="68134" y="122316"/>
                    <a:pt x="58563" y="130485"/>
                    <a:pt x="43309" y="130485"/>
                  </a:cubicBezTo>
                  <a:cubicBezTo>
                    <a:pt x="33140" y="130485"/>
                    <a:pt x="23869" y="126692"/>
                    <a:pt x="18186" y="120274"/>
                  </a:cubicBezTo>
                  <a:cubicBezTo>
                    <a:pt x="11905" y="112981"/>
                    <a:pt x="9213" y="106272"/>
                    <a:pt x="5325" y="89643"/>
                  </a:cubicBezTo>
                  <a:lnTo>
                    <a:pt x="540" y="89643"/>
                  </a:lnTo>
                  <a:lnTo>
                    <a:pt x="540" y="135152"/>
                  </a:lnTo>
                  <a:lnTo>
                    <a:pt x="4428" y="135152"/>
                  </a:lnTo>
                  <a:cubicBezTo>
                    <a:pt x="6521" y="132235"/>
                    <a:pt x="7718" y="131651"/>
                    <a:pt x="11307" y="131651"/>
                  </a:cubicBezTo>
                  <a:cubicBezTo>
                    <a:pt x="13999" y="131651"/>
                    <a:pt x="18186" y="132235"/>
                    <a:pt x="25065" y="133985"/>
                  </a:cubicBezTo>
                  <a:cubicBezTo>
                    <a:pt x="33439" y="135736"/>
                    <a:pt x="41515" y="136902"/>
                    <a:pt x="46898" y="136902"/>
                  </a:cubicBezTo>
                  <a:cubicBezTo>
                    <a:pt x="69928" y="136902"/>
                    <a:pt x="89070" y="119983"/>
                    <a:pt x="89070" y="99562"/>
                  </a:cubicBezTo>
                  <a:cubicBezTo>
                    <a:pt x="89070" y="84976"/>
                    <a:pt x="81892" y="75349"/>
                    <a:pt x="63947" y="64847"/>
                  </a:cubicBezTo>
                  <a:lnTo>
                    <a:pt x="31645" y="46177"/>
                  </a:lnTo>
                  <a:cubicBezTo>
                    <a:pt x="23270" y="41509"/>
                    <a:pt x="18784" y="34216"/>
                    <a:pt x="18784" y="26340"/>
                  </a:cubicBezTo>
                  <a:cubicBezTo>
                    <a:pt x="18784" y="14671"/>
                    <a:pt x="28056" y="6503"/>
                    <a:pt x="41814" y="6503"/>
                  </a:cubicBezTo>
                  <a:cubicBezTo>
                    <a:pt x="58862" y="6503"/>
                    <a:pt x="67835" y="16421"/>
                    <a:pt x="74714" y="42384"/>
                  </a:cubicBezTo>
                  <a:lnTo>
                    <a:pt x="79200" y="42384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54" name="Straight Arrow Connector 1253">
            <a:extLst>
              <a:ext uri="{FF2B5EF4-FFF2-40B4-BE49-F238E27FC236}">
                <a16:creationId xmlns:a16="http://schemas.microsoft.com/office/drawing/2014/main" id="{FDCD83FD-6726-7703-FB09-074958FB06FA}"/>
              </a:ext>
            </a:extLst>
          </p:cNvPr>
          <p:cNvCxnSpPr>
            <a:cxnSpLocks/>
          </p:cNvCxnSpPr>
          <p:nvPr/>
        </p:nvCxnSpPr>
        <p:spPr>
          <a:xfrm flipV="1">
            <a:off x="5269584" y="5777931"/>
            <a:ext cx="1063675" cy="2552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5" name="Straight Arrow Connector 1254">
            <a:extLst>
              <a:ext uri="{FF2B5EF4-FFF2-40B4-BE49-F238E27FC236}">
                <a16:creationId xmlns:a16="http://schemas.microsoft.com/office/drawing/2014/main" id="{E4B2A19C-F160-5B72-E62B-BD21A5008FCC}"/>
              </a:ext>
            </a:extLst>
          </p:cNvPr>
          <p:cNvCxnSpPr>
            <a:cxnSpLocks/>
          </p:cNvCxnSpPr>
          <p:nvPr/>
        </p:nvCxnSpPr>
        <p:spPr>
          <a:xfrm flipV="1">
            <a:off x="5269584" y="6005964"/>
            <a:ext cx="1303616" cy="1252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380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067DD-6C71-7F58-0EA1-D32D124E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D703-6DE8-2949-F771-13C96C857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19D9C-E7CD-6704-660E-5D351F95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19920F-C8E5-1418-4C5A-DD610C474FA9}"/>
                  </a:ext>
                </a:extLst>
              </p:cNvPr>
              <p:cNvSpPr txBox="1"/>
              <p:nvPr/>
            </p:nvSpPr>
            <p:spPr>
              <a:xfrm>
                <a:off x="1619852" y="229092"/>
                <a:ext cx="9676737" cy="561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Example: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2400" dirty="0"/>
                  <a:t>, using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US" sz="2400" dirty="0"/>
                  <a:t> with Simpson’s 3/8</a:t>
                </a:r>
                <a:r>
                  <a:rPr lang="en-US" sz="2400" baseline="30000" dirty="0"/>
                  <a:t>th</a:t>
                </a:r>
                <a:r>
                  <a:rPr lang="en-US" sz="2400" dirty="0"/>
                  <a:t> Rule.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19920F-C8E5-1418-4C5A-DD610C474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852" y="229092"/>
                <a:ext cx="9676737" cy="561564"/>
              </a:xfrm>
              <a:prstGeom prst="rect">
                <a:avLst/>
              </a:prstGeom>
              <a:blipFill>
                <a:blip r:embed="rId118"/>
                <a:stretch>
                  <a:fillRect l="-1008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 \frac{3h}{8} [ &#10;f(x_0)+3 f(x_1)+3 f(x_2)+&amp; 2 f(x_3) + &#10;3 f(x_4)+3 f(x_5) \\ &amp;+ 2 f(x_6) + &#10;3 f(x_7)+3 f(x_8)+ f(x_9)&#10;]&#10;\end{align*}&#10;}&#10;\end{document}" title="IguanaTex Shape Display">
            <a:extLst>
              <a:ext uri="{FF2B5EF4-FFF2-40B4-BE49-F238E27FC236}">
                <a16:creationId xmlns:a16="http://schemas.microsoft.com/office/drawing/2014/main" id="{6E4F2C56-2F39-5399-D27B-75757C5C83F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173889" y="1114097"/>
            <a:ext cx="8629145" cy="1085082"/>
            <a:chOff x="4982341" y="7466965"/>
            <a:chExt cx="8629145" cy="108508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43512BF-072C-8177-377D-444F87CEE0AB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4982341" y="7683150"/>
              <a:ext cx="118694" cy="198961"/>
            </a:xfrm>
            <a:custGeom>
              <a:avLst/>
              <a:gdLst>
                <a:gd name="connsiteX0" fmla="*/ 92 w 118694"/>
                <a:gd name="connsiteY0" fmla="*/ 199048 h 198961"/>
                <a:gd name="connsiteX1" fmla="*/ 73973 w 118694"/>
                <a:gd name="connsiteY1" fmla="*/ 199048 h 198961"/>
                <a:gd name="connsiteX2" fmla="*/ 73973 w 118694"/>
                <a:gd name="connsiteY2" fmla="*/ 194173 h 198961"/>
                <a:gd name="connsiteX3" fmla="*/ 53383 w 118694"/>
                <a:gd name="connsiteY3" fmla="*/ 181681 h 198961"/>
                <a:gd name="connsiteX4" fmla="*/ 56714 w 118694"/>
                <a:gd name="connsiteY4" fmla="*/ 162486 h 198961"/>
                <a:gd name="connsiteX5" fmla="*/ 93958 w 118694"/>
                <a:gd name="connsiteY5" fmla="*/ 27509 h 198961"/>
                <a:gd name="connsiteX6" fmla="*/ 118787 w 118694"/>
                <a:gd name="connsiteY6" fmla="*/ 4962 h 198961"/>
                <a:gd name="connsiteX7" fmla="*/ 118787 w 118694"/>
                <a:gd name="connsiteY7" fmla="*/ 87 h 198961"/>
                <a:gd name="connsiteX8" fmla="*/ 43997 w 118694"/>
                <a:gd name="connsiteY8" fmla="*/ 87 h 198961"/>
                <a:gd name="connsiteX9" fmla="*/ 43997 w 118694"/>
                <a:gd name="connsiteY9" fmla="*/ 4962 h 198961"/>
                <a:gd name="connsiteX10" fmla="*/ 65192 w 118694"/>
                <a:gd name="connsiteY10" fmla="*/ 18064 h 198961"/>
                <a:gd name="connsiteX11" fmla="*/ 61861 w 118694"/>
                <a:gd name="connsiteY11" fmla="*/ 36955 h 198961"/>
                <a:gd name="connsiteX12" fmla="*/ 24618 w 118694"/>
                <a:gd name="connsiteY12" fmla="*/ 171626 h 198961"/>
                <a:gd name="connsiteX13" fmla="*/ 92 w 118694"/>
                <a:gd name="connsiteY13" fmla="*/ 194173 h 198961"/>
                <a:gd name="connsiteX14" fmla="*/ 92 w 118694"/>
                <a:gd name="connsiteY14" fmla="*/ 199048 h 19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694" h="198961">
                  <a:moveTo>
                    <a:pt x="92" y="199048"/>
                  </a:moveTo>
                  <a:lnTo>
                    <a:pt x="73973" y="199048"/>
                  </a:lnTo>
                  <a:lnTo>
                    <a:pt x="73973" y="194173"/>
                  </a:lnTo>
                  <a:cubicBezTo>
                    <a:pt x="56714" y="192041"/>
                    <a:pt x="53383" y="190212"/>
                    <a:pt x="53383" y="181681"/>
                  </a:cubicBezTo>
                  <a:cubicBezTo>
                    <a:pt x="53383" y="175892"/>
                    <a:pt x="53989" y="172236"/>
                    <a:pt x="56714" y="162486"/>
                  </a:cubicBezTo>
                  <a:lnTo>
                    <a:pt x="93958" y="27509"/>
                  </a:lnTo>
                  <a:cubicBezTo>
                    <a:pt x="99408" y="9837"/>
                    <a:pt x="101527" y="8009"/>
                    <a:pt x="118787" y="4962"/>
                  </a:cubicBezTo>
                  <a:lnTo>
                    <a:pt x="118787" y="87"/>
                  </a:lnTo>
                  <a:lnTo>
                    <a:pt x="43997" y="87"/>
                  </a:lnTo>
                  <a:lnTo>
                    <a:pt x="43997" y="4962"/>
                  </a:lnTo>
                  <a:cubicBezTo>
                    <a:pt x="61559" y="7095"/>
                    <a:pt x="65192" y="9533"/>
                    <a:pt x="65192" y="18064"/>
                  </a:cubicBezTo>
                  <a:cubicBezTo>
                    <a:pt x="65192" y="22330"/>
                    <a:pt x="63981" y="29337"/>
                    <a:pt x="61861" y="36955"/>
                  </a:cubicBezTo>
                  <a:lnTo>
                    <a:pt x="24618" y="171626"/>
                  </a:lnTo>
                  <a:cubicBezTo>
                    <a:pt x="19168" y="189298"/>
                    <a:pt x="17048" y="191127"/>
                    <a:pt x="92" y="194173"/>
                  </a:cubicBezTo>
                  <a:lnTo>
                    <a:pt x="92" y="199048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D42A8D7-7190-01FF-5635-B26FC2CF79C0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5185659" y="7688943"/>
              <a:ext cx="201963" cy="71296"/>
            </a:xfrm>
            <a:custGeom>
              <a:avLst/>
              <a:gdLst>
                <a:gd name="connsiteX0" fmla="*/ 202061 w 201963"/>
                <a:gd name="connsiteY0" fmla="*/ 10139 h 71296"/>
                <a:gd name="connsiteX1" fmla="*/ 197822 w 201963"/>
                <a:gd name="connsiteY1" fmla="*/ 389 h 71296"/>
                <a:gd name="connsiteX2" fmla="*/ 193583 w 201963"/>
                <a:gd name="connsiteY2" fmla="*/ 8311 h 71296"/>
                <a:gd name="connsiteX3" fmla="*/ 151191 w 201963"/>
                <a:gd name="connsiteY3" fmla="*/ 54319 h 71296"/>
                <a:gd name="connsiteX4" fmla="*/ 102745 w 201963"/>
                <a:gd name="connsiteY4" fmla="*/ 28116 h 71296"/>
                <a:gd name="connsiteX5" fmla="*/ 50967 w 201963"/>
                <a:gd name="connsiteY5" fmla="*/ 85 h 71296"/>
                <a:gd name="connsiteX6" fmla="*/ 98 w 201963"/>
                <a:gd name="connsiteY6" fmla="*/ 61327 h 71296"/>
                <a:gd name="connsiteX7" fmla="*/ 4337 w 201963"/>
                <a:gd name="connsiteY7" fmla="*/ 71077 h 71296"/>
                <a:gd name="connsiteX8" fmla="*/ 8576 w 201963"/>
                <a:gd name="connsiteY8" fmla="*/ 64069 h 71296"/>
                <a:gd name="connsiteX9" fmla="*/ 50967 w 201963"/>
                <a:gd name="connsiteY9" fmla="*/ 17147 h 71296"/>
                <a:gd name="connsiteX10" fmla="*/ 99414 w 201963"/>
                <a:gd name="connsiteY10" fmla="*/ 43350 h 71296"/>
                <a:gd name="connsiteX11" fmla="*/ 151191 w 201963"/>
                <a:gd name="connsiteY11" fmla="*/ 71382 h 71296"/>
                <a:gd name="connsiteX12" fmla="*/ 202061 w 201963"/>
                <a:gd name="connsiteY12" fmla="*/ 10139 h 7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1963" h="71296">
                  <a:moveTo>
                    <a:pt x="202061" y="10139"/>
                  </a:moveTo>
                  <a:cubicBezTo>
                    <a:pt x="202061" y="3436"/>
                    <a:pt x="200244" y="389"/>
                    <a:pt x="197822" y="389"/>
                  </a:cubicBezTo>
                  <a:cubicBezTo>
                    <a:pt x="196308" y="389"/>
                    <a:pt x="193885" y="2522"/>
                    <a:pt x="193583" y="8311"/>
                  </a:cubicBezTo>
                  <a:cubicBezTo>
                    <a:pt x="192371" y="37561"/>
                    <a:pt x="172387" y="54319"/>
                    <a:pt x="151191" y="54319"/>
                  </a:cubicBezTo>
                  <a:cubicBezTo>
                    <a:pt x="132116" y="54319"/>
                    <a:pt x="117581" y="41218"/>
                    <a:pt x="102745" y="28116"/>
                  </a:cubicBezTo>
                  <a:cubicBezTo>
                    <a:pt x="87302" y="14100"/>
                    <a:pt x="71557" y="85"/>
                    <a:pt x="50967" y="85"/>
                  </a:cubicBezTo>
                  <a:cubicBezTo>
                    <a:pt x="17962" y="85"/>
                    <a:pt x="98" y="33600"/>
                    <a:pt x="98" y="61327"/>
                  </a:cubicBezTo>
                  <a:cubicBezTo>
                    <a:pt x="98" y="71077"/>
                    <a:pt x="4034" y="71077"/>
                    <a:pt x="4337" y="71077"/>
                  </a:cubicBezTo>
                  <a:cubicBezTo>
                    <a:pt x="7668" y="71077"/>
                    <a:pt x="8576" y="64983"/>
                    <a:pt x="8576" y="64069"/>
                  </a:cubicBezTo>
                  <a:cubicBezTo>
                    <a:pt x="9787" y="30553"/>
                    <a:pt x="32497" y="17147"/>
                    <a:pt x="50967" y="17147"/>
                  </a:cubicBezTo>
                  <a:cubicBezTo>
                    <a:pt x="70043" y="17147"/>
                    <a:pt x="84577" y="30249"/>
                    <a:pt x="99414" y="43350"/>
                  </a:cubicBezTo>
                  <a:cubicBezTo>
                    <a:pt x="114856" y="57366"/>
                    <a:pt x="130602" y="71382"/>
                    <a:pt x="151191" y="71382"/>
                  </a:cubicBezTo>
                  <a:cubicBezTo>
                    <a:pt x="184196" y="71382"/>
                    <a:pt x="202061" y="37866"/>
                    <a:pt x="202061" y="10139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DD825-9FD7-AF24-6493-031B920A5155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5185962" y="7785582"/>
              <a:ext cx="201357" cy="71296"/>
            </a:xfrm>
            <a:custGeom>
              <a:avLst/>
              <a:gdLst>
                <a:gd name="connsiteX0" fmla="*/ 191161 w 201357"/>
                <a:gd name="connsiteY0" fmla="*/ 12275 h 71296"/>
                <a:gd name="connsiteX1" fmla="*/ 201456 w 201357"/>
                <a:gd name="connsiteY1" fmla="*/ 6181 h 71296"/>
                <a:gd name="connsiteX2" fmla="*/ 191464 w 201357"/>
                <a:gd name="connsiteY2" fmla="*/ 87 h 71296"/>
                <a:gd name="connsiteX3" fmla="*/ 10091 w 201357"/>
                <a:gd name="connsiteY3" fmla="*/ 87 h 71296"/>
                <a:gd name="connsiteX4" fmla="*/ 99 w 201357"/>
                <a:gd name="connsiteY4" fmla="*/ 6181 h 71296"/>
                <a:gd name="connsiteX5" fmla="*/ 10394 w 201357"/>
                <a:gd name="connsiteY5" fmla="*/ 12275 h 71296"/>
                <a:gd name="connsiteX6" fmla="*/ 191161 w 201357"/>
                <a:gd name="connsiteY6" fmla="*/ 12275 h 71296"/>
                <a:gd name="connsiteX7" fmla="*/ 191464 w 201357"/>
                <a:gd name="connsiteY7" fmla="*/ 71384 h 71296"/>
                <a:gd name="connsiteX8" fmla="*/ 201456 w 201357"/>
                <a:gd name="connsiteY8" fmla="*/ 65290 h 71296"/>
                <a:gd name="connsiteX9" fmla="*/ 191161 w 201357"/>
                <a:gd name="connsiteY9" fmla="*/ 59197 h 71296"/>
                <a:gd name="connsiteX10" fmla="*/ 10394 w 201357"/>
                <a:gd name="connsiteY10" fmla="*/ 59197 h 71296"/>
                <a:gd name="connsiteX11" fmla="*/ 99 w 201357"/>
                <a:gd name="connsiteY11" fmla="*/ 65290 h 71296"/>
                <a:gd name="connsiteX12" fmla="*/ 10091 w 201357"/>
                <a:gd name="connsiteY12" fmla="*/ 71384 h 71296"/>
                <a:gd name="connsiteX13" fmla="*/ 191464 w 201357"/>
                <a:gd name="connsiteY13" fmla="*/ 71384 h 7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57" h="71296">
                  <a:moveTo>
                    <a:pt x="191161" y="12275"/>
                  </a:moveTo>
                  <a:cubicBezTo>
                    <a:pt x="195703" y="12275"/>
                    <a:pt x="201456" y="12275"/>
                    <a:pt x="201456" y="6181"/>
                  </a:cubicBezTo>
                  <a:cubicBezTo>
                    <a:pt x="201456" y="87"/>
                    <a:pt x="195703" y="87"/>
                    <a:pt x="191464" y="87"/>
                  </a:cubicBezTo>
                  <a:lnTo>
                    <a:pt x="10091" y="87"/>
                  </a:lnTo>
                  <a:cubicBezTo>
                    <a:pt x="5852" y="87"/>
                    <a:pt x="99" y="87"/>
                    <a:pt x="99" y="6181"/>
                  </a:cubicBezTo>
                  <a:cubicBezTo>
                    <a:pt x="99" y="12275"/>
                    <a:pt x="5852" y="12275"/>
                    <a:pt x="10394" y="12275"/>
                  </a:cubicBezTo>
                  <a:lnTo>
                    <a:pt x="191161" y="12275"/>
                  </a:lnTo>
                  <a:close/>
                  <a:moveTo>
                    <a:pt x="191464" y="71384"/>
                  </a:moveTo>
                  <a:cubicBezTo>
                    <a:pt x="195703" y="71384"/>
                    <a:pt x="201456" y="71384"/>
                    <a:pt x="201456" y="65290"/>
                  </a:cubicBezTo>
                  <a:cubicBezTo>
                    <a:pt x="201456" y="59197"/>
                    <a:pt x="195703" y="59197"/>
                    <a:pt x="191161" y="59197"/>
                  </a:cubicBezTo>
                  <a:lnTo>
                    <a:pt x="10394" y="59197"/>
                  </a:lnTo>
                  <a:cubicBezTo>
                    <a:pt x="5852" y="59197"/>
                    <a:pt x="99" y="59197"/>
                    <a:pt x="99" y="65290"/>
                  </a:cubicBezTo>
                  <a:cubicBezTo>
                    <a:pt x="99" y="71384"/>
                    <a:pt x="5852" y="71384"/>
                    <a:pt x="10091" y="71384"/>
                  </a:cubicBezTo>
                  <a:lnTo>
                    <a:pt x="191464" y="7138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DF3CED4-4F1E-9EE9-8A12-6AA3F75A930D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5522184" y="7469098"/>
              <a:ext cx="117786" cy="210234"/>
            </a:xfrm>
            <a:custGeom>
              <a:avLst/>
              <a:gdLst>
                <a:gd name="connsiteX0" fmla="*/ 33416 w 117786"/>
                <a:gd name="connsiteY0" fmla="*/ 105503 h 210234"/>
                <a:gd name="connsiteX1" fmla="*/ 65512 w 117786"/>
                <a:gd name="connsiteY1" fmla="*/ 108854 h 210234"/>
                <a:gd name="connsiteX2" fmla="*/ 96094 w 117786"/>
                <a:gd name="connsiteY2" fmla="*/ 153948 h 210234"/>
                <a:gd name="connsiteX3" fmla="*/ 56428 w 117786"/>
                <a:gd name="connsiteY3" fmla="*/ 199346 h 210234"/>
                <a:gd name="connsiteX4" fmla="*/ 30994 w 117786"/>
                <a:gd name="connsiteY4" fmla="*/ 189901 h 210234"/>
                <a:gd name="connsiteX5" fmla="*/ 11615 w 117786"/>
                <a:gd name="connsiteY5" fmla="*/ 182284 h 210234"/>
                <a:gd name="connsiteX6" fmla="*/ 109 w 117786"/>
                <a:gd name="connsiteY6" fmla="*/ 192948 h 210234"/>
                <a:gd name="connsiteX7" fmla="*/ 34324 w 117786"/>
                <a:gd name="connsiteY7" fmla="*/ 210315 h 210234"/>
                <a:gd name="connsiteX8" fmla="*/ 95791 w 117786"/>
                <a:gd name="connsiteY8" fmla="*/ 189901 h 210234"/>
                <a:gd name="connsiteX9" fmla="*/ 117895 w 117786"/>
                <a:gd name="connsiteY9" fmla="*/ 139323 h 210234"/>
                <a:gd name="connsiteX10" fmla="*/ 104270 w 117786"/>
                <a:gd name="connsiteY10" fmla="*/ 100018 h 210234"/>
                <a:gd name="connsiteX11" fmla="*/ 79138 w 117786"/>
                <a:gd name="connsiteY11" fmla="*/ 83870 h 210234"/>
                <a:gd name="connsiteX12" fmla="*/ 107600 w 117786"/>
                <a:gd name="connsiteY12" fmla="*/ 41823 h 210234"/>
                <a:gd name="connsiteX13" fmla="*/ 60365 w 117786"/>
                <a:gd name="connsiteY13" fmla="*/ 81 h 210234"/>
                <a:gd name="connsiteX14" fmla="*/ 21002 w 117786"/>
                <a:gd name="connsiteY14" fmla="*/ 15010 h 210234"/>
                <a:gd name="connsiteX15" fmla="*/ 714 w 117786"/>
                <a:gd name="connsiteY15" fmla="*/ 49440 h 210234"/>
                <a:gd name="connsiteX16" fmla="*/ 5256 w 117786"/>
                <a:gd name="connsiteY16" fmla="*/ 50659 h 210234"/>
                <a:gd name="connsiteX17" fmla="*/ 50373 w 117786"/>
                <a:gd name="connsiteY17" fmla="*/ 18362 h 210234"/>
                <a:gd name="connsiteX18" fmla="*/ 83680 w 117786"/>
                <a:gd name="connsiteY18" fmla="*/ 50963 h 210234"/>
                <a:gd name="connsiteX19" fmla="*/ 71568 w 117786"/>
                <a:gd name="connsiteY19" fmla="*/ 80518 h 210234"/>
                <a:gd name="connsiteX20" fmla="*/ 33416 w 117786"/>
                <a:gd name="connsiteY20" fmla="*/ 101542 h 210234"/>
                <a:gd name="connsiteX21" fmla="*/ 33416 w 117786"/>
                <a:gd name="connsiteY21" fmla="*/ 105503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416" y="105503"/>
                  </a:moveTo>
                  <a:cubicBezTo>
                    <a:pt x="51281" y="105503"/>
                    <a:pt x="58245" y="106112"/>
                    <a:pt x="65512" y="108854"/>
                  </a:cubicBezTo>
                  <a:cubicBezTo>
                    <a:pt x="84285" y="115557"/>
                    <a:pt x="96094" y="132924"/>
                    <a:pt x="96094" y="153948"/>
                  </a:cubicBezTo>
                  <a:cubicBezTo>
                    <a:pt x="96094" y="179542"/>
                    <a:pt x="78835" y="199346"/>
                    <a:pt x="56428" y="199346"/>
                  </a:cubicBezTo>
                  <a:cubicBezTo>
                    <a:pt x="48253" y="199346"/>
                    <a:pt x="42197" y="197214"/>
                    <a:pt x="30994" y="189901"/>
                  </a:cubicBezTo>
                  <a:cubicBezTo>
                    <a:pt x="21910" y="184417"/>
                    <a:pt x="16762" y="182284"/>
                    <a:pt x="11615" y="182284"/>
                  </a:cubicBezTo>
                  <a:cubicBezTo>
                    <a:pt x="4651" y="182284"/>
                    <a:pt x="109" y="186549"/>
                    <a:pt x="109" y="192948"/>
                  </a:cubicBezTo>
                  <a:cubicBezTo>
                    <a:pt x="109" y="203612"/>
                    <a:pt x="13129" y="210315"/>
                    <a:pt x="34324" y="210315"/>
                  </a:cubicBezTo>
                  <a:cubicBezTo>
                    <a:pt x="57640" y="210315"/>
                    <a:pt x="81560" y="202393"/>
                    <a:pt x="95791" y="189901"/>
                  </a:cubicBezTo>
                  <a:cubicBezTo>
                    <a:pt x="110023" y="177409"/>
                    <a:pt x="117895" y="159737"/>
                    <a:pt x="117895" y="139323"/>
                  </a:cubicBezTo>
                  <a:cubicBezTo>
                    <a:pt x="117895" y="123784"/>
                    <a:pt x="113051" y="109463"/>
                    <a:pt x="104270" y="100018"/>
                  </a:cubicBezTo>
                  <a:cubicBezTo>
                    <a:pt x="98214" y="93315"/>
                    <a:pt x="92461" y="89659"/>
                    <a:pt x="79138" y="83870"/>
                  </a:cubicBezTo>
                  <a:cubicBezTo>
                    <a:pt x="100031" y="69549"/>
                    <a:pt x="107600" y="58276"/>
                    <a:pt x="107600" y="41823"/>
                  </a:cubicBezTo>
                  <a:cubicBezTo>
                    <a:pt x="107600" y="17143"/>
                    <a:pt x="88222" y="81"/>
                    <a:pt x="60365" y="81"/>
                  </a:cubicBezTo>
                  <a:cubicBezTo>
                    <a:pt x="45225" y="81"/>
                    <a:pt x="31902" y="5260"/>
                    <a:pt x="21002" y="15010"/>
                  </a:cubicBezTo>
                  <a:cubicBezTo>
                    <a:pt x="11918" y="23237"/>
                    <a:pt x="7376" y="31159"/>
                    <a:pt x="714" y="49440"/>
                  </a:cubicBezTo>
                  <a:lnTo>
                    <a:pt x="5256" y="50659"/>
                  </a:lnTo>
                  <a:cubicBezTo>
                    <a:pt x="17671" y="28417"/>
                    <a:pt x="31297" y="18362"/>
                    <a:pt x="50373" y="18362"/>
                  </a:cubicBezTo>
                  <a:cubicBezTo>
                    <a:pt x="70054" y="18362"/>
                    <a:pt x="83680" y="31768"/>
                    <a:pt x="83680" y="50963"/>
                  </a:cubicBezTo>
                  <a:cubicBezTo>
                    <a:pt x="83680" y="61932"/>
                    <a:pt x="79138" y="72901"/>
                    <a:pt x="71568" y="80518"/>
                  </a:cubicBezTo>
                  <a:cubicBezTo>
                    <a:pt x="62484" y="89659"/>
                    <a:pt x="54006" y="94229"/>
                    <a:pt x="33416" y="101542"/>
                  </a:cubicBezTo>
                  <a:lnTo>
                    <a:pt x="33416" y="10550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9BBE8D-DF96-8416-99A5-4A0368883A2C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5666882" y="7466965"/>
              <a:ext cx="138982" cy="210843"/>
            </a:xfrm>
            <a:custGeom>
              <a:avLst/>
              <a:gdLst>
                <a:gd name="connsiteX0" fmla="*/ 135160 w 138982"/>
                <a:gd name="connsiteY0" fmla="*/ 172534 h 210843"/>
                <a:gd name="connsiteX1" fmla="*/ 110331 w 138982"/>
                <a:gd name="connsiteY1" fmla="*/ 196604 h 210843"/>
                <a:gd name="connsiteX2" fmla="*/ 105486 w 138982"/>
                <a:gd name="connsiteY2" fmla="*/ 191120 h 210843"/>
                <a:gd name="connsiteX3" fmla="*/ 115478 w 138982"/>
                <a:gd name="connsiteY3" fmla="*/ 153034 h 210843"/>
                <a:gd name="connsiteX4" fmla="*/ 130012 w 138982"/>
                <a:gd name="connsiteY4" fmla="*/ 94229 h 210843"/>
                <a:gd name="connsiteX5" fmla="*/ 110028 w 138982"/>
                <a:gd name="connsiteY5" fmla="*/ 73815 h 210843"/>
                <a:gd name="connsiteX6" fmla="*/ 40688 w 138982"/>
                <a:gd name="connsiteY6" fmla="*/ 138104 h 210843"/>
                <a:gd name="connsiteX7" fmla="*/ 77023 w 138982"/>
                <a:gd name="connsiteY7" fmla="*/ 1604 h 210843"/>
                <a:gd name="connsiteX8" fmla="*/ 75509 w 138982"/>
                <a:gd name="connsiteY8" fmla="*/ 81 h 210843"/>
                <a:gd name="connsiteX9" fmla="*/ 27971 w 138982"/>
                <a:gd name="connsiteY9" fmla="*/ 8307 h 210843"/>
                <a:gd name="connsiteX10" fmla="*/ 27971 w 138982"/>
                <a:gd name="connsiteY10" fmla="*/ 12877 h 210843"/>
                <a:gd name="connsiteX11" fmla="*/ 35843 w 138982"/>
                <a:gd name="connsiteY11" fmla="*/ 12877 h 210843"/>
                <a:gd name="connsiteX12" fmla="*/ 36752 w 138982"/>
                <a:gd name="connsiteY12" fmla="*/ 12573 h 210843"/>
                <a:gd name="connsiteX13" fmla="*/ 48258 w 138982"/>
                <a:gd name="connsiteY13" fmla="*/ 20190 h 210843"/>
                <a:gd name="connsiteX14" fmla="*/ 44019 w 138982"/>
                <a:gd name="connsiteY14" fmla="*/ 40909 h 210843"/>
                <a:gd name="connsiteX15" fmla="*/ 40991 w 138982"/>
                <a:gd name="connsiteY15" fmla="*/ 52182 h 210843"/>
                <a:gd name="connsiteX16" fmla="*/ 114 w 138982"/>
                <a:gd name="connsiteY16" fmla="*/ 208182 h 210843"/>
                <a:gd name="connsiteX17" fmla="*/ 22823 w 138982"/>
                <a:gd name="connsiteY17" fmla="*/ 208182 h 210843"/>
                <a:gd name="connsiteX18" fmla="*/ 50983 w 138982"/>
                <a:gd name="connsiteY18" fmla="*/ 132315 h 210843"/>
                <a:gd name="connsiteX19" fmla="*/ 97916 w 138982"/>
                <a:gd name="connsiteY19" fmla="*/ 89354 h 210843"/>
                <a:gd name="connsiteX20" fmla="*/ 106394 w 138982"/>
                <a:gd name="connsiteY20" fmla="*/ 96971 h 210843"/>
                <a:gd name="connsiteX21" fmla="*/ 104275 w 138982"/>
                <a:gd name="connsiteY21" fmla="*/ 107026 h 210843"/>
                <a:gd name="connsiteX22" fmla="*/ 87621 w 138982"/>
                <a:gd name="connsiteY22" fmla="*/ 170096 h 210843"/>
                <a:gd name="connsiteX23" fmla="*/ 81565 w 138982"/>
                <a:gd name="connsiteY23" fmla="*/ 198128 h 210843"/>
                <a:gd name="connsiteX24" fmla="*/ 94888 w 138982"/>
                <a:gd name="connsiteY24" fmla="*/ 210924 h 210843"/>
                <a:gd name="connsiteX25" fmla="*/ 139096 w 138982"/>
                <a:gd name="connsiteY25" fmla="*/ 176190 h 210843"/>
                <a:gd name="connsiteX26" fmla="*/ 135160 w 138982"/>
                <a:gd name="connsiteY26" fmla="*/ 172534 h 210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982" h="210843">
                  <a:moveTo>
                    <a:pt x="135160" y="172534"/>
                  </a:moveTo>
                  <a:cubicBezTo>
                    <a:pt x="118809" y="193253"/>
                    <a:pt x="115175" y="196604"/>
                    <a:pt x="110331" y="196604"/>
                  </a:cubicBezTo>
                  <a:cubicBezTo>
                    <a:pt x="107605" y="196604"/>
                    <a:pt x="105486" y="193862"/>
                    <a:pt x="105486" y="191120"/>
                  </a:cubicBezTo>
                  <a:cubicBezTo>
                    <a:pt x="105486" y="188073"/>
                    <a:pt x="110331" y="168878"/>
                    <a:pt x="115478" y="153034"/>
                  </a:cubicBezTo>
                  <a:cubicBezTo>
                    <a:pt x="124259" y="124088"/>
                    <a:pt x="130012" y="101542"/>
                    <a:pt x="130012" y="94229"/>
                  </a:cubicBezTo>
                  <a:cubicBezTo>
                    <a:pt x="130012" y="82042"/>
                    <a:pt x="121837" y="73815"/>
                    <a:pt x="110028" y="73815"/>
                  </a:cubicBezTo>
                  <a:cubicBezTo>
                    <a:pt x="90346" y="73815"/>
                    <a:pt x="68848" y="93924"/>
                    <a:pt x="40688" y="138104"/>
                  </a:cubicBezTo>
                  <a:lnTo>
                    <a:pt x="77023" y="1604"/>
                  </a:lnTo>
                  <a:lnTo>
                    <a:pt x="75509" y="81"/>
                  </a:lnTo>
                  <a:cubicBezTo>
                    <a:pt x="57947" y="4042"/>
                    <a:pt x="46138" y="6174"/>
                    <a:pt x="27971" y="8307"/>
                  </a:cubicBezTo>
                  <a:lnTo>
                    <a:pt x="27971" y="12877"/>
                  </a:lnTo>
                  <a:lnTo>
                    <a:pt x="35843" y="12877"/>
                  </a:lnTo>
                  <a:cubicBezTo>
                    <a:pt x="36146" y="12877"/>
                    <a:pt x="36449" y="12877"/>
                    <a:pt x="36752" y="12573"/>
                  </a:cubicBezTo>
                  <a:cubicBezTo>
                    <a:pt x="40991" y="10745"/>
                    <a:pt x="48258" y="15924"/>
                    <a:pt x="48258" y="20190"/>
                  </a:cubicBezTo>
                  <a:cubicBezTo>
                    <a:pt x="48258" y="24456"/>
                    <a:pt x="46744" y="32073"/>
                    <a:pt x="44019" y="40909"/>
                  </a:cubicBezTo>
                  <a:cubicBezTo>
                    <a:pt x="43716" y="41213"/>
                    <a:pt x="42808" y="45479"/>
                    <a:pt x="40991" y="52182"/>
                  </a:cubicBezTo>
                  <a:lnTo>
                    <a:pt x="114" y="208182"/>
                  </a:lnTo>
                  <a:lnTo>
                    <a:pt x="22823" y="208182"/>
                  </a:lnTo>
                  <a:cubicBezTo>
                    <a:pt x="34935" y="161260"/>
                    <a:pt x="38871" y="150901"/>
                    <a:pt x="50983" y="132315"/>
                  </a:cubicBezTo>
                  <a:cubicBezTo>
                    <a:pt x="66728" y="108245"/>
                    <a:pt x="87318" y="89354"/>
                    <a:pt x="97916" y="89354"/>
                  </a:cubicBezTo>
                  <a:cubicBezTo>
                    <a:pt x="102458" y="89354"/>
                    <a:pt x="106394" y="93010"/>
                    <a:pt x="106394" y="96971"/>
                  </a:cubicBezTo>
                  <a:cubicBezTo>
                    <a:pt x="106394" y="98190"/>
                    <a:pt x="105486" y="102151"/>
                    <a:pt x="104275" y="107026"/>
                  </a:cubicBezTo>
                  <a:lnTo>
                    <a:pt x="87621" y="170096"/>
                  </a:lnTo>
                  <a:cubicBezTo>
                    <a:pt x="83685" y="185026"/>
                    <a:pt x="81565" y="194471"/>
                    <a:pt x="81565" y="198128"/>
                  </a:cubicBezTo>
                  <a:cubicBezTo>
                    <a:pt x="81565" y="206049"/>
                    <a:pt x="86713" y="210924"/>
                    <a:pt x="94888" y="210924"/>
                  </a:cubicBezTo>
                  <a:cubicBezTo>
                    <a:pt x="110331" y="210924"/>
                    <a:pt x="120928" y="202698"/>
                    <a:pt x="139096" y="176190"/>
                  </a:cubicBezTo>
                  <a:lnTo>
                    <a:pt x="135160" y="1725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05DFF5A-232A-BB1F-3568-233DDCB2CB3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5509164" y="7799538"/>
              <a:ext cx="303928" cy="12230"/>
            </a:xfrm>
            <a:custGeom>
              <a:avLst/>
              <a:gdLst>
                <a:gd name="connsiteX0" fmla="*/ 0 w 303928"/>
                <a:gd name="connsiteY0" fmla="*/ 0 h 12230"/>
                <a:gd name="connsiteX1" fmla="*/ 303929 w 303928"/>
                <a:gd name="connsiteY1" fmla="*/ 0 h 12230"/>
                <a:gd name="connsiteX2" fmla="*/ 303929 w 303928"/>
                <a:gd name="connsiteY2" fmla="*/ 12230 h 12230"/>
                <a:gd name="connsiteX3" fmla="*/ 0 w 303928"/>
                <a:gd name="connsiteY3" fmla="*/ 12230 h 1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928" h="12230">
                  <a:moveTo>
                    <a:pt x="0" y="0"/>
                  </a:moveTo>
                  <a:lnTo>
                    <a:pt x="303929" y="0"/>
                  </a:lnTo>
                  <a:lnTo>
                    <a:pt x="303929" y="12230"/>
                  </a:lnTo>
                  <a:lnTo>
                    <a:pt x="0" y="1223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3509D9F-873F-C47A-82CE-7D36183A450B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5602103" y="7885941"/>
              <a:ext cx="117786" cy="210234"/>
            </a:xfrm>
            <a:custGeom>
              <a:avLst/>
              <a:gdLst>
                <a:gd name="connsiteX0" fmla="*/ 70965 w 117786"/>
                <a:gd name="connsiteY0" fmla="*/ 93024 h 210234"/>
                <a:gd name="connsiteX1" fmla="*/ 111539 w 117786"/>
                <a:gd name="connsiteY1" fmla="*/ 43360 h 210234"/>
                <a:gd name="connsiteX2" fmla="*/ 59459 w 117786"/>
                <a:gd name="connsiteY2" fmla="*/ 94 h 210234"/>
                <a:gd name="connsiteX3" fmla="*/ 1928 w 117786"/>
                <a:gd name="connsiteY3" fmla="*/ 48235 h 210234"/>
                <a:gd name="connsiteX4" fmla="*/ 39474 w 117786"/>
                <a:gd name="connsiteY4" fmla="*/ 104907 h 210234"/>
                <a:gd name="connsiteX5" fmla="*/ 111 w 117786"/>
                <a:gd name="connsiteY5" fmla="*/ 160055 h 210234"/>
                <a:gd name="connsiteX6" fmla="*/ 58248 w 117786"/>
                <a:gd name="connsiteY6" fmla="*/ 210329 h 210234"/>
                <a:gd name="connsiteX7" fmla="*/ 117898 w 117786"/>
                <a:gd name="connsiteY7" fmla="*/ 158836 h 210234"/>
                <a:gd name="connsiteX8" fmla="*/ 70965 w 117786"/>
                <a:gd name="connsiteY8" fmla="*/ 93024 h 210234"/>
                <a:gd name="connsiteX9" fmla="*/ 65515 w 117786"/>
                <a:gd name="connsiteY9" fmla="*/ 124407 h 210234"/>
                <a:gd name="connsiteX10" fmla="*/ 94886 w 117786"/>
                <a:gd name="connsiteY10" fmla="*/ 168282 h 210234"/>
                <a:gd name="connsiteX11" fmla="*/ 61578 w 117786"/>
                <a:gd name="connsiteY11" fmla="*/ 201797 h 210234"/>
                <a:gd name="connsiteX12" fmla="*/ 23124 w 117786"/>
                <a:gd name="connsiteY12" fmla="*/ 157618 h 210234"/>
                <a:gd name="connsiteX13" fmla="*/ 47347 w 117786"/>
                <a:gd name="connsiteY13" fmla="*/ 111001 h 210234"/>
                <a:gd name="connsiteX14" fmla="*/ 65515 w 117786"/>
                <a:gd name="connsiteY14" fmla="*/ 124407 h 210234"/>
                <a:gd name="connsiteX15" fmla="*/ 62184 w 117786"/>
                <a:gd name="connsiteY15" fmla="*/ 87540 h 210234"/>
                <a:gd name="connsiteX16" fmla="*/ 24335 w 117786"/>
                <a:gd name="connsiteY16" fmla="*/ 38790 h 210234"/>
                <a:gd name="connsiteX17" fmla="*/ 57036 w 117786"/>
                <a:gd name="connsiteY17" fmla="*/ 8625 h 210234"/>
                <a:gd name="connsiteX18" fmla="*/ 90646 w 117786"/>
                <a:gd name="connsiteY18" fmla="*/ 43055 h 210234"/>
                <a:gd name="connsiteX19" fmla="*/ 64909 w 117786"/>
                <a:gd name="connsiteY19" fmla="*/ 85711 h 210234"/>
                <a:gd name="connsiteX20" fmla="*/ 62184 w 117786"/>
                <a:gd name="connsiteY20" fmla="*/ 87540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86" h="210234">
                  <a:moveTo>
                    <a:pt x="70965" y="93024"/>
                  </a:moveTo>
                  <a:cubicBezTo>
                    <a:pt x="100941" y="76875"/>
                    <a:pt x="111539" y="64079"/>
                    <a:pt x="111539" y="43360"/>
                  </a:cubicBezTo>
                  <a:cubicBezTo>
                    <a:pt x="111539" y="18375"/>
                    <a:pt x="89738" y="94"/>
                    <a:pt x="59459" y="94"/>
                  </a:cubicBezTo>
                  <a:cubicBezTo>
                    <a:pt x="26454" y="94"/>
                    <a:pt x="1928" y="20508"/>
                    <a:pt x="1928" y="48235"/>
                  </a:cubicBezTo>
                  <a:cubicBezTo>
                    <a:pt x="1928" y="68040"/>
                    <a:pt x="7681" y="76875"/>
                    <a:pt x="39474" y="104907"/>
                  </a:cubicBezTo>
                  <a:cubicBezTo>
                    <a:pt x="6773" y="129891"/>
                    <a:pt x="111" y="139336"/>
                    <a:pt x="111" y="160055"/>
                  </a:cubicBezTo>
                  <a:cubicBezTo>
                    <a:pt x="111" y="189610"/>
                    <a:pt x="24032" y="210329"/>
                    <a:pt x="58248" y="210329"/>
                  </a:cubicBezTo>
                  <a:cubicBezTo>
                    <a:pt x="94583" y="210329"/>
                    <a:pt x="117898" y="190219"/>
                    <a:pt x="117898" y="158836"/>
                  </a:cubicBezTo>
                  <a:cubicBezTo>
                    <a:pt x="117898" y="135376"/>
                    <a:pt x="107603" y="120446"/>
                    <a:pt x="70965" y="93024"/>
                  </a:cubicBezTo>
                  <a:close/>
                  <a:moveTo>
                    <a:pt x="65515" y="124407"/>
                  </a:moveTo>
                  <a:cubicBezTo>
                    <a:pt x="87619" y="140251"/>
                    <a:pt x="94886" y="151219"/>
                    <a:pt x="94886" y="168282"/>
                  </a:cubicBezTo>
                  <a:cubicBezTo>
                    <a:pt x="94886" y="188086"/>
                    <a:pt x="81260" y="201797"/>
                    <a:pt x="61578" y="201797"/>
                  </a:cubicBezTo>
                  <a:cubicBezTo>
                    <a:pt x="38566" y="201797"/>
                    <a:pt x="23124" y="184126"/>
                    <a:pt x="23124" y="157618"/>
                  </a:cubicBezTo>
                  <a:cubicBezTo>
                    <a:pt x="23124" y="138118"/>
                    <a:pt x="29785" y="125321"/>
                    <a:pt x="47347" y="111001"/>
                  </a:cubicBezTo>
                  <a:lnTo>
                    <a:pt x="65515" y="124407"/>
                  </a:lnTo>
                  <a:close/>
                  <a:moveTo>
                    <a:pt x="62184" y="87540"/>
                  </a:moveTo>
                  <a:cubicBezTo>
                    <a:pt x="35235" y="69868"/>
                    <a:pt x="24335" y="55852"/>
                    <a:pt x="24335" y="38790"/>
                  </a:cubicBezTo>
                  <a:cubicBezTo>
                    <a:pt x="24335" y="21118"/>
                    <a:pt x="37960" y="8625"/>
                    <a:pt x="57036" y="8625"/>
                  </a:cubicBezTo>
                  <a:cubicBezTo>
                    <a:pt x="77626" y="8625"/>
                    <a:pt x="90646" y="22032"/>
                    <a:pt x="90646" y="43055"/>
                  </a:cubicBezTo>
                  <a:cubicBezTo>
                    <a:pt x="90646" y="60422"/>
                    <a:pt x="82168" y="74133"/>
                    <a:pt x="64909" y="85711"/>
                  </a:cubicBezTo>
                  <a:cubicBezTo>
                    <a:pt x="63395" y="86625"/>
                    <a:pt x="63395" y="86625"/>
                    <a:pt x="62184" y="8754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5B8210-F928-39D6-889A-C63F4A2DD265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5885294" y="7653595"/>
              <a:ext cx="41482" cy="304687"/>
            </a:xfrm>
            <a:custGeom>
              <a:avLst/>
              <a:gdLst>
                <a:gd name="connsiteX0" fmla="*/ 41603 w 41482"/>
                <a:gd name="connsiteY0" fmla="*/ 304774 h 304687"/>
                <a:gd name="connsiteX1" fmla="*/ 41603 w 41482"/>
                <a:gd name="connsiteY1" fmla="*/ 292587 h 304687"/>
                <a:gd name="connsiteX2" fmla="*/ 12232 w 41482"/>
                <a:gd name="connsiteY2" fmla="*/ 292587 h 304687"/>
                <a:gd name="connsiteX3" fmla="*/ 12232 w 41482"/>
                <a:gd name="connsiteY3" fmla="*/ 12274 h 304687"/>
                <a:gd name="connsiteX4" fmla="*/ 41603 w 41482"/>
                <a:gd name="connsiteY4" fmla="*/ 12274 h 304687"/>
                <a:gd name="connsiteX5" fmla="*/ 41603 w 41482"/>
                <a:gd name="connsiteY5" fmla="*/ 87 h 304687"/>
                <a:gd name="connsiteX6" fmla="*/ 120 w 41482"/>
                <a:gd name="connsiteY6" fmla="*/ 87 h 304687"/>
                <a:gd name="connsiteX7" fmla="*/ 120 w 41482"/>
                <a:gd name="connsiteY7" fmla="*/ 304774 h 304687"/>
                <a:gd name="connsiteX8" fmla="*/ 41603 w 41482"/>
                <a:gd name="connsiteY8" fmla="*/ 304774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82" h="304687">
                  <a:moveTo>
                    <a:pt x="41603" y="304774"/>
                  </a:moveTo>
                  <a:lnTo>
                    <a:pt x="41603" y="292587"/>
                  </a:lnTo>
                  <a:lnTo>
                    <a:pt x="12232" y="292587"/>
                  </a:lnTo>
                  <a:lnTo>
                    <a:pt x="12232" y="12274"/>
                  </a:lnTo>
                  <a:lnTo>
                    <a:pt x="41603" y="12274"/>
                  </a:lnTo>
                  <a:lnTo>
                    <a:pt x="41603" y="87"/>
                  </a:lnTo>
                  <a:lnTo>
                    <a:pt x="120" y="87"/>
                  </a:lnTo>
                  <a:lnTo>
                    <a:pt x="120" y="304774"/>
                  </a:lnTo>
                  <a:lnTo>
                    <a:pt x="41603" y="30477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B31EDF-47FE-8338-99E7-CEB46CD1B8F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5934828" y="7675532"/>
              <a:ext cx="172894" cy="269648"/>
            </a:xfrm>
            <a:custGeom>
              <a:avLst/>
              <a:gdLst>
                <a:gd name="connsiteX0" fmla="*/ 55233 w 172894"/>
                <a:gd name="connsiteY0" fmla="*/ 86009 h 269648"/>
                <a:gd name="connsiteX1" fmla="*/ 82484 w 172894"/>
                <a:gd name="connsiteY1" fmla="*/ 86009 h 269648"/>
                <a:gd name="connsiteX2" fmla="*/ 55838 w 172894"/>
                <a:gd name="connsiteY2" fmla="*/ 213978 h 269648"/>
                <a:gd name="connsiteX3" fmla="*/ 26467 w 172894"/>
                <a:gd name="connsiteY3" fmla="*/ 263338 h 269648"/>
                <a:gd name="connsiteX4" fmla="*/ 20411 w 172894"/>
                <a:gd name="connsiteY4" fmla="*/ 258463 h 269648"/>
                <a:gd name="connsiteX5" fmla="*/ 21623 w 172894"/>
                <a:gd name="connsiteY5" fmla="*/ 255111 h 269648"/>
                <a:gd name="connsiteX6" fmla="*/ 23137 w 172894"/>
                <a:gd name="connsiteY6" fmla="*/ 250236 h 269648"/>
                <a:gd name="connsiteX7" fmla="*/ 11328 w 172894"/>
                <a:gd name="connsiteY7" fmla="*/ 238658 h 269648"/>
                <a:gd name="connsiteX8" fmla="*/ 124 w 172894"/>
                <a:gd name="connsiteY8" fmla="*/ 251150 h 269648"/>
                <a:gd name="connsiteX9" fmla="*/ 24045 w 172894"/>
                <a:gd name="connsiteY9" fmla="*/ 269736 h 269648"/>
                <a:gd name="connsiteX10" fmla="*/ 84604 w 172894"/>
                <a:gd name="connsiteY10" fmla="*/ 183509 h 269648"/>
                <a:gd name="connsiteX11" fmla="*/ 106405 w 172894"/>
                <a:gd name="connsiteY11" fmla="*/ 86009 h 269648"/>
                <a:gd name="connsiteX12" fmla="*/ 139409 w 172894"/>
                <a:gd name="connsiteY12" fmla="*/ 86009 h 269648"/>
                <a:gd name="connsiteX13" fmla="*/ 141226 w 172894"/>
                <a:gd name="connsiteY13" fmla="*/ 76259 h 269648"/>
                <a:gd name="connsiteX14" fmla="*/ 108524 w 172894"/>
                <a:gd name="connsiteY14" fmla="*/ 76259 h 269648"/>
                <a:gd name="connsiteX15" fmla="*/ 145465 w 172894"/>
                <a:gd name="connsiteY15" fmla="*/ 6790 h 269648"/>
                <a:gd name="connsiteX16" fmla="*/ 152126 w 172894"/>
                <a:gd name="connsiteY16" fmla="*/ 10447 h 269648"/>
                <a:gd name="connsiteX17" fmla="*/ 150915 w 172894"/>
                <a:gd name="connsiteY17" fmla="*/ 13494 h 269648"/>
                <a:gd name="connsiteX18" fmla="*/ 149099 w 172894"/>
                <a:gd name="connsiteY18" fmla="*/ 19892 h 269648"/>
                <a:gd name="connsiteX19" fmla="*/ 160302 w 172894"/>
                <a:gd name="connsiteY19" fmla="*/ 32080 h 269648"/>
                <a:gd name="connsiteX20" fmla="*/ 173019 w 172894"/>
                <a:gd name="connsiteY20" fmla="*/ 19892 h 269648"/>
                <a:gd name="connsiteX21" fmla="*/ 146979 w 172894"/>
                <a:gd name="connsiteY21" fmla="*/ 87 h 269648"/>
                <a:gd name="connsiteX22" fmla="*/ 109433 w 172894"/>
                <a:gd name="connsiteY22" fmla="*/ 21111 h 269648"/>
                <a:gd name="connsiteX23" fmla="*/ 85209 w 172894"/>
                <a:gd name="connsiteY23" fmla="*/ 76259 h 269648"/>
                <a:gd name="connsiteX24" fmla="*/ 57352 w 172894"/>
                <a:gd name="connsiteY24" fmla="*/ 76259 h 269648"/>
                <a:gd name="connsiteX25" fmla="*/ 55233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233" y="86009"/>
                  </a:moveTo>
                  <a:lnTo>
                    <a:pt x="82484" y="86009"/>
                  </a:lnTo>
                  <a:lnTo>
                    <a:pt x="55838" y="213978"/>
                  </a:lnTo>
                  <a:cubicBezTo>
                    <a:pt x="49177" y="246580"/>
                    <a:pt x="39185" y="263338"/>
                    <a:pt x="26467" y="263338"/>
                  </a:cubicBezTo>
                  <a:cubicBezTo>
                    <a:pt x="22834" y="263338"/>
                    <a:pt x="20411" y="261205"/>
                    <a:pt x="20411" y="258463"/>
                  </a:cubicBezTo>
                  <a:cubicBezTo>
                    <a:pt x="20411" y="257548"/>
                    <a:pt x="20714" y="256634"/>
                    <a:pt x="21623" y="255111"/>
                  </a:cubicBezTo>
                  <a:cubicBezTo>
                    <a:pt x="22834" y="253283"/>
                    <a:pt x="23137" y="252064"/>
                    <a:pt x="23137" y="250236"/>
                  </a:cubicBezTo>
                  <a:cubicBezTo>
                    <a:pt x="23137" y="243838"/>
                    <a:pt x="17686" y="238658"/>
                    <a:pt x="11328" y="238658"/>
                  </a:cubicBezTo>
                  <a:cubicBezTo>
                    <a:pt x="4969" y="238658"/>
                    <a:pt x="124" y="244142"/>
                    <a:pt x="124" y="251150"/>
                  </a:cubicBezTo>
                  <a:cubicBezTo>
                    <a:pt x="124" y="261509"/>
                    <a:pt x="10722" y="269736"/>
                    <a:pt x="24045" y="269736"/>
                  </a:cubicBezTo>
                  <a:cubicBezTo>
                    <a:pt x="50994" y="269736"/>
                    <a:pt x="72189" y="239572"/>
                    <a:pt x="84604" y="183509"/>
                  </a:cubicBezTo>
                  <a:lnTo>
                    <a:pt x="106405" y="86009"/>
                  </a:lnTo>
                  <a:lnTo>
                    <a:pt x="139409" y="86009"/>
                  </a:lnTo>
                  <a:lnTo>
                    <a:pt x="141226" y="76259"/>
                  </a:lnTo>
                  <a:lnTo>
                    <a:pt x="108524" y="76259"/>
                  </a:lnTo>
                  <a:cubicBezTo>
                    <a:pt x="117305" y="28423"/>
                    <a:pt x="128509" y="6790"/>
                    <a:pt x="145465" y="6790"/>
                  </a:cubicBezTo>
                  <a:cubicBezTo>
                    <a:pt x="149401" y="6790"/>
                    <a:pt x="152126" y="8314"/>
                    <a:pt x="152126" y="10447"/>
                  </a:cubicBezTo>
                  <a:cubicBezTo>
                    <a:pt x="152126" y="11361"/>
                    <a:pt x="151824" y="11970"/>
                    <a:pt x="150915" y="13494"/>
                  </a:cubicBezTo>
                  <a:cubicBezTo>
                    <a:pt x="149704" y="16236"/>
                    <a:pt x="149099" y="17759"/>
                    <a:pt x="149099" y="19892"/>
                  </a:cubicBezTo>
                  <a:cubicBezTo>
                    <a:pt x="149099" y="27205"/>
                    <a:pt x="153640" y="32080"/>
                    <a:pt x="160302" y="32080"/>
                  </a:cubicBezTo>
                  <a:cubicBezTo>
                    <a:pt x="167266" y="32080"/>
                    <a:pt x="173019" y="26595"/>
                    <a:pt x="173019" y="19892"/>
                  </a:cubicBezTo>
                  <a:cubicBezTo>
                    <a:pt x="173019" y="8619"/>
                    <a:pt x="161816" y="87"/>
                    <a:pt x="146979" y="87"/>
                  </a:cubicBezTo>
                  <a:cubicBezTo>
                    <a:pt x="132142" y="87"/>
                    <a:pt x="120333" y="6790"/>
                    <a:pt x="109433" y="21111"/>
                  </a:cubicBezTo>
                  <a:cubicBezTo>
                    <a:pt x="100349" y="32994"/>
                    <a:pt x="94293" y="47009"/>
                    <a:pt x="85209" y="76259"/>
                  </a:cubicBezTo>
                  <a:lnTo>
                    <a:pt x="57352" y="76259"/>
                  </a:lnTo>
                  <a:lnTo>
                    <a:pt x="55233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09B785-4EFB-E3D7-03DB-D79A0174E7F2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6138177" y="7653595"/>
              <a:ext cx="70247" cy="304687"/>
            </a:xfrm>
            <a:custGeom>
              <a:avLst/>
              <a:gdLst>
                <a:gd name="connsiteX0" fmla="*/ 70377 w 70247"/>
                <a:gd name="connsiteY0" fmla="*/ 301727 h 304687"/>
                <a:gd name="connsiteX1" fmla="*/ 65230 w 70247"/>
                <a:gd name="connsiteY1" fmla="*/ 295024 h 304687"/>
                <a:gd name="connsiteX2" fmla="*/ 17691 w 70247"/>
                <a:gd name="connsiteY2" fmla="*/ 152430 h 304687"/>
                <a:gd name="connsiteX3" fmla="*/ 66441 w 70247"/>
                <a:gd name="connsiteY3" fmla="*/ 8313 h 304687"/>
                <a:gd name="connsiteX4" fmla="*/ 70377 w 70247"/>
                <a:gd name="connsiteY4" fmla="*/ 3134 h 304687"/>
                <a:gd name="connsiteX5" fmla="*/ 67349 w 70247"/>
                <a:gd name="connsiteY5" fmla="*/ 87 h 304687"/>
                <a:gd name="connsiteX6" fmla="*/ 19205 w 70247"/>
                <a:gd name="connsiteY6" fmla="*/ 59501 h 304687"/>
                <a:gd name="connsiteX7" fmla="*/ 129 w 70247"/>
                <a:gd name="connsiteY7" fmla="*/ 152430 h 304687"/>
                <a:gd name="connsiteX8" fmla="*/ 20113 w 70247"/>
                <a:gd name="connsiteY8" fmla="*/ 247493 h 304687"/>
                <a:gd name="connsiteX9" fmla="*/ 67349 w 70247"/>
                <a:gd name="connsiteY9" fmla="*/ 304774 h 304687"/>
                <a:gd name="connsiteX10" fmla="*/ 70377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377" y="301727"/>
                  </a:moveTo>
                  <a:cubicBezTo>
                    <a:pt x="70377" y="300813"/>
                    <a:pt x="70377" y="300204"/>
                    <a:pt x="65230" y="295024"/>
                  </a:cubicBezTo>
                  <a:cubicBezTo>
                    <a:pt x="27380" y="256634"/>
                    <a:pt x="17691" y="199048"/>
                    <a:pt x="17691" y="152430"/>
                  </a:cubicBezTo>
                  <a:cubicBezTo>
                    <a:pt x="17691" y="99415"/>
                    <a:pt x="29197" y="46399"/>
                    <a:pt x="66441" y="8313"/>
                  </a:cubicBezTo>
                  <a:cubicBezTo>
                    <a:pt x="70377" y="4657"/>
                    <a:pt x="70377" y="4048"/>
                    <a:pt x="70377" y="3134"/>
                  </a:cubicBezTo>
                  <a:cubicBezTo>
                    <a:pt x="70377" y="1001"/>
                    <a:pt x="69166" y="87"/>
                    <a:pt x="67349" y="87"/>
                  </a:cubicBezTo>
                  <a:cubicBezTo>
                    <a:pt x="64321" y="87"/>
                    <a:pt x="37070" y="20805"/>
                    <a:pt x="19205" y="59501"/>
                  </a:cubicBezTo>
                  <a:cubicBezTo>
                    <a:pt x="3763" y="93016"/>
                    <a:pt x="129" y="126837"/>
                    <a:pt x="129" y="152430"/>
                  </a:cubicBezTo>
                  <a:cubicBezTo>
                    <a:pt x="129" y="176196"/>
                    <a:pt x="3460" y="213063"/>
                    <a:pt x="20113" y="247493"/>
                  </a:cubicBezTo>
                  <a:cubicBezTo>
                    <a:pt x="38281" y="284970"/>
                    <a:pt x="64321" y="304774"/>
                    <a:pt x="67349" y="304774"/>
                  </a:cubicBezTo>
                  <a:cubicBezTo>
                    <a:pt x="69166" y="304774"/>
                    <a:pt x="70377" y="303860"/>
                    <a:pt x="70377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8FC884E-BE0D-7578-E1DF-64517DB0D9C5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6217946" y="7747743"/>
              <a:ext cx="143523" cy="137718"/>
            </a:xfrm>
            <a:custGeom>
              <a:avLst/>
              <a:gdLst>
                <a:gd name="connsiteX0" fmla="*/ 130031 w 143523"/>
                <a:gd name="connsiteY0" fmla="*/ 100634 h 137718"/>
                <a:gd name="connsiteX1" fmla="*/ 123369 w 143523"/>
                <a:gd name="connsiteY1" fmla="*/ 108861 h 137718"/>
                <a:gd name="connsiteX2" fmla="*/ 109441 w 143523"/>
                <a:gd name="connsiteY2" fmla="*/ 121048 h 137718"/>
                <a:gd name="connsiteX3" fmla="*/ 100054 w 143523"/>
                <a:gd name="connsiteY3" fmla="*/ 108556 h 137718"/>
                <a:gd name="connsiteX4" fmla="*/ 98843 w 143523"/>
                <a:gd name="connsiteY4" fmla="*/ 103376 h 137718"/>
                <a:gd name="connsiteX5" fmla="*/ 87942 w 143523"/>
                <a:gd name="connsiteY5" fmla="*/ 54017 h 137718"/>
                <a:gd name="connsiteX6" fmla="*/ 117616 w 143523"/>
                <a:gd name="connsiteY6" fmla="*/ 17150 h 137718"/>
                <a:gd name="connsiteX7" fmla="*/ 124883 w 143523"/>
                <a:gd name="connsiteY7" fmla="*/ 19587 h 137718"/>
                <a:gd name="connsiteX8" fmla="*/ 133059 w 143523"/>
                <a:gd name="connsiteY8" fmla="*/ 22330 h 137718"/>
                <a:gd name="connsiteX9" fmla="*/ 143656 w 143523"/>
                <a:gd name="connsiteY9" fmla="*/ 11361 h 137718"/>
                <a:gd name="connsiteX10" fmla="*/ 131242 w 143523"/>
                <a:gd name="connsiteY10" fmla="*/ 87 h 137718"/>
                <a:gd name="connsiteX11" fmla="*/ 85520 w 143523"/>
                <a:gd name="connsiteY11" fmla="*/ 43658 h 137718"/>
                <a:gd name="connsiteX12" fmla="*/ 82189 w 143523"/>
                <a:gd name="connsiteY12" fmla="*/ 26900 h 137718"/>
                <a:gd name="connsiteX13" fmla="*/ 66444 w 143523"/>
                <a:gd name="connsiteY13" fmla="*/ 87 h 137718"/>
                <a:gd name="connsiteX14" fmla="*/ 31017 w 143523"/>
                <a:gd name="connsiteY14" fmla="*/ 8923 h 137718"/>
                <a:gd name="connsiteX15" fmla="*/ 27687 w 143523"/>
                <a:gd name="connsiteY15" fmla="*/ 10142 h 137718"/>
                <a:gd name="connsiteX16" fmla="*/ 28898 w 143523"/>
                <a:gd name="connsiteY16" fmla="*/ 14712 h 137718"/>
                <a:gd name="connsiteX17" fmla="*/ 45854 w 143523"/>
                <a:gd name="connsiteY17" fmla="*/ 11361 h 137718"/>
                <a:gd name="connsiteX18" fmla="*/ 59480 w 143523"/>
                <a:gd name="connsiteY18" fmla="*/ 32384 h 137718"/>
                <a:gd name="connsiteX19" fmla="*/ 68261 w 143523"/>
                <a:gd name="connsiteY19" fmla="*/ 69861 h 137718"/>
                <a:gd name="connsiteX20" fmla="*/ 43432 w 143523"/>
                <a:gd name="connsiteY20" fmla="*/ 105509 h 137718"/>
                <a:gd name="connsiteX21" fmla="*/ 27989 w 143523"/>
                <a:gd name="connsiteY21" fmla="*/ 120134 h 137718"/>
                <a:gd name="connsiteX22" fmla="*/ 20117 w 143523"/>
                <a:gd name="connsiteY22" fmla="*/ 117392 h 137718"/>
                <a:gd name="connsiteX23" fmla="*/ 10427 w 143523"/>
                <a:gd name="connsiteY23" fmla="*/ 114345 h 137718"/>
                <a:gd name="connsiteX24" fmla="*/ 132 w 143523"/>
                <a:gd name="connsiteY24" fmla="*/ 125009 h 137718"/>
                <a:gd name="connsiteX25" fmla="*/ 15272 w 143523"/>
                <a:gd name="connsiteY25" fmla="*/ 137806 h 137718"/>
                <a:gd name="connsiteX26" fmla="*/ 43432 w 143523"/>
                <a:gd name="connsiteY26" fmla="*/ 116478 h 137718"/>
                <a:gd name="connsiteX27" fmla="*/ 70683 w 143523"/>
                <a:gd name="connsiteY27" fmla="*/ 80830 h 137718"/>
                <a:gd name="connsiteX28" fmla="*/ 79767 w 143523"/>
                <a:gd name="connsiteY28" fmla="*/ 117392 h 137718"/>
                <a:gd name="connsiteX29" fmla="*/ 97329 w 143523"/>
                <a:gd name="connsiteY29" fmla="*/ 137806 h 137718"/>
                <a:gd name="connsiteX30" fmla="*/ 134270 w 143523"/>
                <a:gd name="connsiteY30" fmla="*/ 103072 h 137718"/>
                <a:gd name="connsiteX31" fmla="*/ 130031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031" y="100634"/>
                  </a:moveTo>
                  <a:cubicBezTo>
                    <a:pt x="127608" y="103376"/>
                    <a:pt x="126094" y="105205"/>
                    <a:pt x="123369" y="108861"/>
                  </a:cubicBezTo>
                  <a:cubicBezTo>
                    <a:pt x="116405" y="118001"/>
                    <a:pt x="112771" y="121048"/>
                    <a:pt x="109441" y="121048"/>
                  </a:cubicBezTo>
                  <a:cubicBezTo>
                    <a:pt x="104899" y="121048"/>
                    <a:pt x="102174" y="117087"/>
                    <a:pt x="100054" y="108556"/>
                  </a:cubicBezTo>
                  <a:cubicBezTo>
                    <a:pt x="99448" y="106119"/>
                    <a:pt x="99146" y="104291"/>
                    <a:pt x="98843" y="103376"/>
                  </a:cubicBezTo>
                  <a:cubicBezTo>
                    <a:pt x="91273" y="72603"/>
                    <a:pt x="87942" y="58587"/>
                    <a:pt x="87942" y="54017"/>
                  </a:cubicBezTo>
                  <a:cubicBezTo>
                    <a:pt x="101265" y="30556"/>
                    <a:pt x="112166" y="17150"/>
                    <a:pt x="117616" y="17150"/>
                  </a:cubicBezTo>
                  <a:cubicBezTo>
                    <a:pt x="119433" y="17150"/>
                    <a:pt x="121855" y="18064"/>
                    <a:pt x="124883" y="19587"/>
                  </a:cubicBezTo>
                  <a:cubicBezTo>
                    <a:pt x="128517" y="21720"/>
                    <a:pt x="130636" y="22330"/>
                    <a:pt x="133059" y="22330"/>
                  </a:cubicBezTo>
                  <a:cubicBezTo>
                    <a:pt x="139417" y="22330"/>
                    <a:pt x="143656" y="17759"/>
                    <a:pt x="143656" y="11361"/>
                  </a:cubicBezTo>
                  <a:cubicBezTo>
                    <a:pt x="143656" y="4962"/>
                    <a:pt x="138509" y="87"/>
                    <a:pt x="131242" y="87"/>
                  </a:cubicBezTo>
                  <a:cubicBezTo>
                    <a:pt x="117919" y="87"/>
                    <a:pt x="106413" y="11056"/>
                    <a:pt x="85520" y="43658"/>
                  </a:cubicBezTo>
                  <a:lnTo>
                    <a:pt x="82189" y="26900"/>
                  </a:lnTo>
                  <a:cubicBezTo>
                    <a:pt x="77950" y="6181"/>
                    <a:pt x="74619" y="87"/>
                    <a:pt x="66444" y="87"/>
                  </a:cubicBezTo>
                  <a:cubicBezTo>
                    <a:pt x="59783" y="87"/>
                    <a:pt x="49488" y="2830"/>
                    <a:pt x="31017" y="8923"/>
                  </a:cubicBezTo>
                  <a:lnTo>
                    <a:pt x="27687" y="10142"/>
                  </a:lnTo>
                  <a:lnTo>
                    <a:pt x="28898" y="14712"/>
                  </a:lnTo>
                  <a:cubicBezTo>
                    <a:pt x="40404" y="11970"/>
                    <a:pt x="43129" y="11361"/>
                    <a:pt x="45854" y="11361"/>
                  </a:cubicBezTo>
                  <a:cubicBezTo>
                    <a:pt x="53424" y="11361"/>
                    <a:pt x="55241" y="14103"/>
                    <a:pt x="59480" y="32384"/>
                  </a:cubicBezTo>
                  <a:lnTo>
                    <a:pt x="68261" y="69861"/>
                  </a:lnTo>
                  <a:lnTo>
                    <a:pt x="43432" y="105509"/>
                  </a:lnTo>
                  <a:cubicBezTo>
                    <a:pt x="37376" y="114650"/>
                    <a:pt x="31320" y="120134"/>
                    <a:pt x="27989" y="120134"/>
                  </a:cubicBezTo>
                  <a:cubicBezTo>
                    <a:pt x="26173" y="120134"/>
                    <a:pt x="23145" y="119220"/>
                    <a:pt x="20117" y="117392"/>
                  </a:cubicBezTo>
                  <a:cubicBezTo>
                    <a:pt x="16180" y="115259"/>
                    <a:pt x="12850" y="114345"/>
                    <a:pt x="10427" y="114345"/>
                  </a:cubicBezTo>
                  <a:cubicBezTo>
                    <a:pt x="4674" y="114345"/>
                    <a:pt x="132" y="118916"/>
                    <a:pt x="132" y="125009"/>
                  </a:cubicBezTo>
                  <a:cubicBezTo>
                    <a:pt x="132" y="132931"/>
                    <a:pt x="6188" y="137806"/>
                    <a:pt x="15272" y="137806"/>
                  </a:cubicBezTo>
                  <a:cubicBezTo>
                    <a:pt x="24659" y="137806"/>
                    <a:pt x="28292" y="135064"/>
                    <a:pt x="43432" y="116478"/>
                  </a:cubicBezTo>
                  <a:cubicBezTo>
                    <a:pt x="51607" y="106728"/>
                    <a:pt x="57966" y="98501"/>
                    <a:pt x="70683" y="80830"/>
                  </a:cubicBezTo>
                  <a:lnTo>
                    <a:pt x="79767" y="117392"/>
                  </a:lnTo>
                  <a:cubicBezTo>
                    <a:pt x="83703" y="132931"/>
                    <a:pt x="87640" y="137806"/>
                    <a:pt x="97329" y="137806"/>
                  </a:cubicBezTo>
                  <a:cubicBezTo>
                    <a:pt x="108835" y="137806"/>
                    <a:pt x="116708" y="130494"/>
                    <a:pt x="134270" y="103072"/>
                  </a:cubicBezTo>
                  <a:lnTo>
                    <a:pt x="130031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4C38D4C-772B-6432-6F67-AEA173123C7E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366441" y="7775893"/>
              <a:ext cx="101278" cy="155573"/>
            </a:xfrm>
            <a:custGeom>
              <a:avLst/>
              <a:gdLst>
                <a:gd name="connsiteX0" fmla="*/ 51671 w 101278"/>
                <a:gd name="connsiteY0" fmla="*/ 90 h 155573"/>
                <a:gd name="connsiteX1" fmla="*/ 21647 w 101278"/>
                <a:gd name="connsiteY1" fmla="*/ 11814 h 155573"/>
                <a:gd name="connsiteX2" fmla="*/ 136 w 101278"/>
                <a:gd name="connsiteY2" fmla="*/ 76749 h 155573"/>
                <a:gd name="connsiteX3" fmla="*/ 18061 w 101278"/>
                <a:gd name="connsiteY3" fmla="*/ 140331 h 155573"/>
                <a:gd name="connsiteX4" fmla="*/ 50775 w 101278"/>
                <a:gd name="connsiteY4" fmla="*/ 155663 h 155573"/>
                <a:gd name="connsiteX5" fmla="*/ 79904 w 101278"/>
                <a:gd name="connsiteY5" fmla="*/ 143939 h 155573"/>
                <a:gd name="connsiteX6" fmla="*/ 101414 w 101278"/>
                <a:gd name="connsiteY6" fmla="*/ 78102 h 155573"/>
                <a:gd name="connsiteX7" fmla="*/ 51671 w 101278"/>
                <a:gd name="connsiteY7" fmla="*/ 90 h 155573"/>
                <a:gd name="connsiteX8" fmla="*/ 50999 w 101278"/>
                <a:gd name="connsiteY8" fmla="*/ 5952 h 155573"/>
                <a:gd name="connsiteX9" fmla="*/ 79904 w 101278"/>
                <a:gd name="connsiteY9" fmla="*/ 78553 h 155573"/>
                <a:gd name="connsiteX10" fmla="*/ 50775 w 101278"/>
                <a:gd name="connsiteY10" fmla="*/ 149801 h 155573"/>
                <a:gd name="connsiteX11" fmla="*/ 21647 w 101278"/>
                <a:gd name="connsiteY11" fmla="*/ 78778 h 155573"/>
                <a:gd name="connsiteX12" fmla="*/ 50999 w 101278"/>
                <a:gd name="connsiteY12" fmla="*/ 5952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278" h="155573">
                  <a:moveTo>
                    <a:pt x="51671" y="90"/>
                  </a:moveTo>
                  <a:cubicBezTo>
                    <a:pt x="39348" y="90"/>
                    <a:pt x="29937" y="3923"/>
                    <a:pt x="21647" y="11814"/>
                  </a:cubicBezTo>
                  <a:cubicBezTo>
                    <a:pt x="8651" y="24440"/>
                    <a:pt x="136" y="50369"/>
                    <a:pt x="136" y="76749"/>
                  </a:cubicBezTo>
                  <a:cubicBezTo>
                    <a:pt x="136" y="101325"/>
                    <a:pt x="7530" y="127705"/>
                    <a:pt x="18061" y="140331"/>
                  </a:cubicBezTo>
                  <a:cubicBezTo>
                    <a:pt x="26352" y="150252"/>
                    <a:pt x="37779" y="155663"/>
                    <a:pt x="50775" y="155663"/>
                  </a:cubicBezTo>
                  <a:cubicBezTo>
                    <a:pt x="62203" y="155663"/>
                    <a:pt x="71837" y="151830"/>
                    <a:pt x="79904" y="143939"/>
                  </a:cubicBezTo>
                  <a:cubicBezTo>
                    <a:pt x="92900" y="131538"/>
                    <a:pt x="101414" y="105384"/>
                    <a:pt x="101414" y="78102"/>
                  </a:cubicBezTo>
                  <a:cubicBezTo>
                    <a:pt x="101414" y="31881"/>
                    <a:pt x="81024" y="90"/>
                    <a:pt x="51671" y="90"/>
                  </a:cubicBezTo>
                  <a:close/>
                  <a:moveTo>
                    <a:pt x="50999" y="5952"/>
                  </a:moveTo>
                  <a:cubicBezTo>
                    <a:pt x="69821" y="5952"/>
                    <a:pt x="79904" y="31430"/>
                    <a:pt x="79904" y="78553"/>
                  </a:cubicBezTo>
                  <a:cubicBezTo>
                    <a:pt x="79904" y="125676"/>
                    <a:pt x="70045" y="149801"/>
                    <a:pt x="50775" y="149801"/>
                  </a:cubicBezTo>
                  <a:cubicBezTo>
                    <a:pt x="31505" y="149801"/>
                    <a:pt x="21647" y="125676"/>
                    <a:pt x="21647" y="78778"/>
                  </a:cubicBezTo>
                  <a:cubicBezTo>
                    <a:pt x="21647" y="30979"/>
                    <a:pt x="31730" y="5952"/>
                    <a:pt x="50999" y="5952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1FC0C0-0FEB-CDBC-B662-4E917E9E4EC8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505973" y="7653595"/>
              <a:ext cx="70248" cy="304687"/>
            </a:xfrm>
            <a:custGeom>
              <a:avLst/>
              <a:gdLst>
                <a:gd name="connsiteX0" fmla="*/ 70389 w 70248"/>
                <a:gd name="connsiteY0" fmla="*/ 152430 h 304687"/>
                <a:gd name="connsiteX1" fmla="*/ 50405 w 70248"/>
                <a:gd name="connsiteY1" fmla="*/ 57368 h 304687"/>
                <a:gd name="connsiteX2" fmla="*/ 3169 w 70248"/>
                <a:gd name="connsiteY2" fmla="*/ 87 h 304687"/>
                <a:gd name="connsiteX3" fmla="*/ 141 w 70248"/>
                <a:gd name="connsiteY3" fmla="*/ 3134 h 304687"/>
                <a:gd name="connsiteX4" fmla="*/ 5894 w 70248"/>
                <a:gd name="connsiteY4" fmla="*/ 10141 h 304687"/>
                <a:gd name="connsiteX5" fmla="*/ 52827 w 70248"/>
                <a:gd name="connsiteY5" fmla="*/ 152430 h 304687"/>
                <a:gd name="connsiteX6" fmla="*/ 4078 w 70248"/>
                <a:gd name="connsiteY6" fmla="*/ 296548 h 304687"/>
                <a:gd name="connsiteX7" fmla="*/ 141 w 70248"/>
                <a:gd name="connsiteY7" fmla="*/ 301727 h 304687"/>
                <a:gd name="connsiteX8" fmla="*/ 3169 w 70248"/>
                <a:gd name="connsiteY8" fmla="*/ 304774 h 304687"/>
                <a:gd name="connsiteX9" fmla="*/ 51313 w 70248"/>
                <a:gd name="connsiteY9" fmla="*/ 245360 h 304687"/>
                <a:gd name="connsiteX10" fmla="*/ 70389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389" y="152430"/>
                  </a:moveTo>
                  <a:cubicBezTo>
                    <a:pt x="70389" y="128665"/>
                    <a:pt x="67059" y="91798"/>
                    <a:pt x="50405" y="57368"/>
                  </a:cubicBezTo>
                  <a:cubicBezTo>
                    <a:pt x="32237" y="19891"/>
                    <a:pt x="6197" y="87"/>
                    <a:pt x="3169" y="87"/>
                  </a:cubicBezTo>
                  <a:cubicBezTo>
                    <a:pt x="1353" y="87"/>
                    <a:pt x="141" y="1305"/>
                    <a:pt x="141" y="3134"/>
                  </a:cubicBezTo>
                  <a:cubicBezTo>
                    <a:pt x="141" y="4048"/>
                    <a:pt x="141" y="4657"/>
                    <a:pt x="5894" y="10141"/>
                  </a:cubicBezTo>
                  <a:cubicBezTo>
                    <a:pt x="35568" y="40305"/>
                    <a:pt x="52827" y="88751"/>
                    <a:pt x="52827" y="152430"/>
                  </a:cubicBezTo>
                  <a:cubicBezTo>
                    <a:pt x="52827" y="204532"/>
                    <a:pt x="41624" y="258157"/>
                    <a:pt x="4078" y="296548"/>
                  </a:cubicBezTo>
                  <a:cubicBezTo>
                    <a:pt x="141" y="300204"/>
                    <a:pt x="141" y="300813"/>
                    <a:pt x="141" y="301727"/>
                  </a:cubicBezTo>
                  <a:cubicBezTo>
                    <a:pt x="141" y="303556"/>
                    <a:pt x="1353" y="304774"/>
                    <a:pt x="3169" y="304774"/>
                  </a:cubicBezTo>
                  <a:cubicBezTo>
                    <a:pt x="6197" y="304774"/>
                    <a:pt x="33449" y="284056"/>
                    <a:pt x="51313" y="245360"/>
                  </a:cubicBezTo>
                  <a:cubicBezTo>
                    <a:pt x="66756" y="211845"/>
                    <a:pt x="70389" y="178024"/>
                    <a:pt x="70389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99D6B72-A055-32F8-58C0-6F56D6D7281F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6665802" y="7704478"/>
              <a:ext cx="201357" cy="202921"/>
            </a:xfrm>
            <a:custGeom>
              <a:avLst/>
              <a:gdLst>
                <a:gd name="connsiteX0" fmla="*/ 107033 w 201357"/>
                <a:gd name="connsiteY0" fmla="*/ 107641 h 202921"/>
                <a:gd name="connsiteX1" fmla="*/ 191512 w 201357"/>
                <a:gd name="connsiteY1" fmla="*/ 107641 h 202921"/>
                <a:gd name="connsiteX2" fmla="*/ 201505 w 201357"/>
                <a:gd name="connsiteY2" fmla="*/ 101548 h 202921"/>
                <a:gd name="connsiteX3" fmla="*/ 191512 w 201357"/>
                <a:gd name="connsiteY3" fmla="*/ 95454 h 202921"/>
                <a:gd name="connsiteX4" fmla="*/ 107033 w 201357"/>
                <a:gd name="connsiteY4" fmla="*/ 95454 h 202921"/>
                <a:gd name="connsiteX5" fmla="*/ 107033 w 201357"/>
                <a:gd name="connsiteY5" fmla="*/ 10141 h 202921"/>
                <a:gd name="connsiteX6" fmla="*/ 100977 w 201357"/>
                <a:gd name="connsiteY6" fmla="*/ 87 h 202921"/>
                <a:gd name="connsiteX7" fmla="*/ 94921 w 201357"/>
                <a:gd name="connsiteY7" fmla="*/ 10141 h 202921"/>
                <a:gd name="connsiteX8" fmla="*/ 94921 w 201357"/>
                <a:gd name="connsiteY8" fmla="*/ 95454 h 202921"/>
                <a:gd name="connsiteX9" fmla="*/ 10139 w 201357"/>
                <a:gd name="connsiteY9" fmla="*/ 95454 h 202921"/>
                <a:gd name="connsiteX10" fmla="*/ 147 w 201357"/>
                <a:gd name="connsiteY10" fmla="*/ 101548 h 202921"/>
                <a:gd name="connsiteX11" fmla="*/ 10139 w 201357"/>
                <a:gd name="connsiteY11" fmla="*/ 107641 h 202921"/>
                <a:gd name="connsiteX12" fmla="*/ 94921 w 201357"/>
                <a:gd name="connsiteY12" fmla="*/ 107641 h 202921"/>
                <a:gd name="connsiteX13" fmla="*/ 94921 w 201357"/>
                <a:gd name="connsiteY13" fmla="*/ 192954 h 202921"/>
                <a:gd name="connsiteX14" fmla="*/ 100977 w 201357"/>
                <a:gd name="connsiteY14" fmla="*/ 203009 h 202921"/>
                <a:gd name="connsiteX15" fmla="*/ 107033 w 201357"/>
                <a:gd name="connsiteY15" fmla="*/ 192954 h 202921"/>
                <a:gd name="connsiteX16" fmla="*/ 107033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033" y="107641"/>
                  </a:moveTo>
                  <a:lnTo>
                    <a:pt x="191512" y="107641"/>
                  </a:lnTo>
                  <a:cubicBezTo>
                    <a:pt x="195752" y="107641"/>
                    <a:pt x="201505" y="107641"/>
                    <a:pt x="201505" y="101548"/>
                  </a:cubicBezTo>
                  <a:cubicBezTo>
                    <a:pt x="201505" y="95454"/>
                    <a:pt x="195752" y="95454"/>
                    <a:pt x="191512" y="95454"/>
                  </a:cubicBezTo>
                  <a:lnTo>
                    <a:pt x="107033" y="95454"/>
                  </a:lnTo>
                  <a:lnTo>
                    <a:pt x="107033" y="10141"/>
                  </a:lnTo>
                  <a:cubicBezTo>
                    <a:pt x="107033" y="5876"/>
                    <a:pt x="107033" y="87"/>
                    <a:pt x="100977" y="87"/>
                  </a:cubicBezTo>
                  <a:cubicBezTo>
                    <a:pt x="94921" y="87"/>
                    <a:pt x="94921" y="5876"/>
                    <a:pt x="94921" y="10141"/>
                  </a:cubicBezTo>
                  <a:lnTo>
                    <a:pt x="94921" y="95454"/>
                  </a:lnTo>
                  <a:lnTo>
                    <a:pt x="10139" y="95454"/>
                  </a:lnTo>
                  <a:cubicBezTo>
                    <a:pt x="5900" y="95454"/>
                    <a:pt x="147" y="95454"/>
                    <a:pt x="147" y="101548"/>
                  </a:cubicBezTo>
                  <a:cubicBezTo>
                    <a:pt x="147" y="107641"/>
                    <a:pt x="5900" y="107641"/>
                    <a:pt x="10139" y="107641"/>
                  </a:cubicBezTo>
                  <a:lnTo>
                    <a:pt x="94921" y="107641"/>
                  </a:lnTo>
                  <a:lnTo>
                    <a:pt x="94921" y="192954"/>
                  </a:lnTo>
                  <a:cubicBezTo>
                    <a:pt x="94921" y="197220"/>
                    <a:pt x="94921" y="203009"/>
                    <a:pt x="100977" y="203009"/>
                  </a:cubicBezTo>
                  <a:cubicBezTo>
                    <a:pt x="107033" y="203009"/>
                    <a:pt x="107033" y="197220"/>
                    <a:pt x="107033" y="192954"/>
                  </a:cubicBezTo>
                  <a:lnTo>
                    <a:pt x="107033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E49D46F-A85C-1116-1D44-2FADC7218A2C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6940226" y="7676142"/>
              <a:ext cx="117786" cy="210234"/>
            </a:xfrm>
            <a:custGeom>
              <a:avLst/>
              <a:gdLst>
                <a:gd name="connsiteX0" fmla="*/ 33463 w 117786"/>
                <a:gd name="connsiteY0" fmla="*/ 105509 h 210234"/>
                <a:gd name="connsiteX1" fmla="*/ 65559 w 117786"/>
                <a:gd name="connsiteY1" fmla="*/ 108861 h 210234"/>
                <a:gd name="connsiteX2" fmla="*/ 96141 w 117786"/>
                <a:gd name="connsiteY2" fmla="*/ 153955 h 210234"/>
                <a:gd name="connsiteX3" fmla="*/ 56475 w 117786"/>
                <a:gd name="connsiteY3" fmla="*/ 199353 h 210234"/>
                <a:gd name="connsiteX4" fmla="*/ 31040 w 117786"/>
                <a:gd name="connsiteY4" fmla="*/ 189908 h 210234"/>
                <a:gd name="connsiteX5" fmla="*/ 11661 w 117786"/>
                <a:gd name="connsiteY5" fmla="*/ 182291 h 210234"/>
                <a:gd name="connsiteX6" fmla="*/ 155 w 117786"/>
                <a:gd name="connsiteY6" fmla="*/ 192955 h 210234"/>
                <a:gd name="connsiteX7" fmla="*/ 34371 w 117786"/>
                <a:gd name="connsiteY7" fmla="*/ 210322 h 210234"/>
                <a:gd name="connsiteX8" fmla="*/ 95838 w 117786"/>
                <a:gd name="connsiteY8" fmla="*/ 189908 h 210234"/>
                <a:gd name="connsiteX9" fmla="*/ 117942 w 117786"/>
                <a:gd name="connsiteY9" fmla="*/ 139330 h 210234"/>
                <a:gd name="connsiteX10" fmla="*/ 104316 w 117786"/>
                <a:gd name="connsiteY10" fmla="*/ 100025 h 210234"/>
                <a:gd name="connsiteX11" fmla="*/ 79184 w 117786"/>
                <a:gd name="connsiteY11" fmla="*/ 83876 h 210234"/>
                <a:gd name="connsiteX12" fmla="*/ 107647 w 117786"/>
                <a:gd name="connsiteY12" fmla="*/ 41830 h 210234"/>
                <a:gd name="connsiteX13" fmla="*/ 60411 w 117786"/>
                <a:gd name="connsiteY13" fmla="*/ 87 h 210234"/>
                <a:gd name="connsiteX14" fmla="*/ 21048 w 117786"/>
                <a:gd name="connsiteY14" fmla="*/ 15017 h 210234"/>
                <a:gd name="connsiteX15" fmla="*/ 761 w 117786"/>
                <a:gd name="connsiteY15" fmla="*/ 49447 h 210234"/>
                <a:gd name="connsiteX16" fmla="*/ 5303 w 117786"/>
                <a:gd name="connsiteY16" fmla="*/ 50666 h 210234"/>
                <a:gd name="connsiteX17" fmla="*/ 50419 w 117786"/>
                <a:gd name="connsiteY17" fmla="*/ 18369 h 210234"/>
                <a:gd name="connsiteX18" fmla="*/ 83726 w 117786"/>
                <a:gd name="connsiteY18" fmla="*/ 50970 h 210234"/>
                <a:gd name="connsiteX19" fmla="*/ 71615 w 117786"/>
                <a:gd name="connsiteY19" fmla="*/ 80525 h 210234"/>
                <a:gd name="connsiteX20" fmla="*/ 33463 w 117786"/>
                <a:gd name="connsiteY20" fmla="*/ 101548 h 210234"/>
                <a:gd name="connsiteX21" fmla="*/ 33463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463" y="105509"/>
                  </a:moveTo>
                  <a:cubicBezTo>
                    <a:pt x="51327" y="105509"/>
                    <a:pt x="58292" y="106119"/>
                    <a:pt x="65559" y="108861"/>
                  </a:cubicBezTo>
                  <a:cubicBezTo>
                    <a:pt x="84332" y="115564"/>
                    <a:pt x="96141" y="132931"/>
                    <a:pt x="96141" y="153955"/>
                  </a:cubicBezTo>
                  <a:cubicBezTo>
                    <a:pt x="96141" y="179548"/>
                    <a:pt x="78882" y="199353"/>
                    <a:pt x="56475" y="199353"/>
                  </a:cubicBezTo>
                  <a:cubicBezTo>
                    <a:pt x="48299" y="199353"/>
                    <a:pt x="42244" y="197220"/>
                    <a:pt x="31040" y="189908"/>
                  </a:cubicBezTo>
                  <a:cubicBezTo>
                    <a:pt x="21956" y="184423"/>
                    <a:pt x="16809" y="182291"/>
                    <a:pt x="11661" y="182291"/>
                  </a:cubicBezTo>
                  <a:cubicBezTo>
                    <a:pt x="4697" y="182291"/>
                    <a:pt x="155" y="186556"/>
                    <a:pt x="155" y="192955"/>
                  </a:cubicBezTo>
                  <a:cubicBezTo>
                    <a:pt x="155" y="203619"/>
                    <a:pt x="13175" y="210322"/>
                    <a:pt x="34371" y="210322"/>
                  </a:cubicBezTo>
                  <a:cubicBezTo>
                    <a:pt x="57686" y="210322"/>
                    <a:pt x="81607" y="202400"/>
                    <a:pt x="95838" y="189908"/>
                  </a:cubicBezTo>
                  <a:cubicBezTo>
                    <a:pt x="110069" y="177416"/>
                    <a:pt x="117942" y="159744"/>
                    <a:pt x="117942" y="139330"/>
                  </a:cubicBezTo>
                  <a:cubicBezTo>
                    <a:pt x="117942" y="123791"/>
                    <a:pt x="113097" y="109470"/>
                    <a:pt x="104316" y="100025"/>
                  </a:cubicBezTo>
                  <a:cubicBezTo>
                    <a:pt x="98260" y="93322"/>
                    <a:pt x="92507" y="89666"/>
                    <a:pt x="79184" y="83876"/>
                  </a:cubicBezTo>
                  <a:cubicBezTo>
                    <a:pt x="100077" y="69556"/>
                    <a:pt x="107647" y="58283"/>
                    <a:pt x="107647" y="41830"/>
                  </a:cubicBezTo>
                  <a:cubicBezTo>
                    <a:pt x="107647" y="17150"/>
                    <a:pt x="88268" y="87"/>
                    <a:pt x="60411" y="87"/>
                  </a:cubicBezTo>
                  <a:cubicBezTo>
                    <a:pt x="45272" y="87"/>
                    <a:pt x="31949" y="5267"/>
                    <a:pt x="21048" y="15017"/>
                  </a:cubicBezTo>
                  <a:cubicBezTo>
                    <a:pt x="11964" y="23244"/>
                    <a:pt x="7422" y="31165"/>
                    <a:pt x="761" y="49447"/>
                  </a:cubicBezTo>
                  <a:lnTo>
                    <a:pt x="5303" y="50666"/>
                  </a:lnTo>
                  <a:cubicBezTo>
                    <a:pt x="17717" y="28423"/>
                    <a:pt x="31343" y="18369"/>
                    <a:pt x="50419" y="18369"/>
                  </a:cubicBezTo>
                  <a:cubicBezTo>
                    <a:pt x="70101" y="18369"/>
                    <a:pt x="83726" y="31775"/>
                    <a:pt x="83726" y="50970"/>
                  </a:cubicBezTo>
                  <a:cubicBezTo>
                    <a:pt x="83726" y="61939"/>
                    <a:pt x="79184" y="72908"/>
                    <a:pt x="71615" y="80525"/>
                  </a:cubicBezTo>
                  <a:cubicBezTo>
                    <a:pt x="62531" y="89666"/>
                    <a:pt x="54053" y="94236"/>
                    <a:pt x="33463" y="101548"/>
                  </a:cubicBezTo>
                  <a:lnTo>
                    <a:pt x="33463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8092CF-9FFF-CF16-6BCE-3AE532C5409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080249" y="7675532"/>
              <a:ext cx="172894" cy="269648"/>
            </a:xfrm>
            <a:custGeom>
              <a:avLst/>
              <a:gdLst>
                <a:gd name="connsiteX0" fmla="*/ 55270 w 172894"/>
                <a:gd name="connsiteY0" fmla="*/ 86009 h 269648"/>
                <a:gd name="connsiteX1" fmla="*/ 82522 w 172894"/>
                <a:gd name="connsiteY1" fmla="*/ 86009 h 269648"/>
                <a:gd name="connsiteX2" fmla="*/ 55876 w 172894"/>
                <a:gd name="connsiteY2" fmla="*/ 213978 h 269648"/>
                <a:gd name="connsiteX3" fmla="*/ 26505 w 172894"/>
                <a:gd name="connsiteY3" fmla="*/ 263338 h 269648"/>
                <a:gd name="connsiteX4" fmla="*/ 20449 w 172894"/>
                <a:gd name="connsiteY4" fmla="*/ 258463 h 269648"/>
                <a:gd name="connsiteX5" fmla="*/ 21660 w 172894"/>
                <a:gd name="connsiteY5" fmla="*/ 255111 h 269648"/>
                <a:gd name="connsiteX6" fmla="*/ 23174 w 172894"/>
                <a:gd name="connsiteY6" fmla="*/ 250236 h 269648"/>
                <a:gd name="connsiteX7" fmla="*/ 11365 w 172894"/>
                <a:gd name="connsiteY7" fmla="*/ 238658 h 269648"/>
                <a:gd name="connsiteX8" fmla="*/ 162 w 172894"/>
                <a:gd name="connsiteY8" fmla="*/ 251150 h 269648"/>
                <a:gd name="connsiteX9" fmla="*/ 24082 w 172894"/>
                <a:gd name="connsiteY9" fmla="*/ 269736 h 269648"/>
                <a:gd name="connsiteX10" fmla="*/ 84641 w 172894"/>
                <a:gd name="connsiteY10" fmla="*/ 183509 h 269648"/>
                <a:gd name="connsiteX11" fmla="*/ 106442 w 172894"/>
                <a:gd name="connsiteY11" fmla="*/ 86009 h 269648"/>
                <a:gd name="connsiteX12" fmla="*/ 139447 w 172894"/>
                <a:gd name="connsiteY12" fmla="*/ 86009 h 269648"/>
                <a:gd name="connsiteX13" fmla="*/ 141263 w 172894"/>
                <a:gd name="connsiteY13" fmla="*/ 76259 h 269648"/>
                <a:gd name="connsiteX14" fmla="*/ 108562 w 172894"/>
                <a:gd name="connsiteY14" fmla="*/ 76259 h 269648"/>
                <a:gd name="connsiteX15" fmla="*/ 145503 w 172894"/>
                <a:gd name="connsiteY15" fmla="*/ 6790 h 269648"/>
                <a:gd name="connsiteX16" fmla="*/ 152164 w 172894"/>
                <a:gd name="connsiteY16" fmla="*/ 10447 h 269648"/>
                <a:gd name="connsiteX17" fmla="*/ 150953 w 172894"/>
                <a:gd name="connsiteY17" fmla="*/ 13494 h 269648"/>
                <a:gd name="connsiteX18" fmla="*/ 149136 w 172894"/>
                <a:gd name="connsiteY18" fmla="*/ 19892 h 269648"/>
                <a:gd name="connsiteX19" fmla="*/ 160339 w 172894"/>
                <a:gd name="connsiteY19" fmla="*/ 32080 h 269648"/>
                <a:gd name="connsiteX20" fmla="*/ 173057 w 172894"/>
                <a:gd name="connsiteY20" fmla="*/ 19892 h 269648"/>
                <a:gd name="connsiteX21" fmla="*/ 147017 w 172894"/>
                <a:gd name="connsiteY21" fmla="*/ 87 h 269648"/>
                <a:gd name="connsiteX22" fmla="*/ 109470 w 172894"/>
                <a:gd name="connsiteY22" fmla="*/ 21111 h 269648"/>
                <a:gd name="connsiteX23" fmla="*/ 85247 w 172894"/>
                <a:gd name="connsiteY23" fmla="*/ 76259 h 269648"/>
                <a:gd name="connsiteX24" fmla="*/ 57390 w 172894"/>
                <a:gd name="connsiteY24" fmla="*/ 76259 h 269648"/>
                <a:gd name="connsiteX25" fmla="*/ 55270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270" y="86009"/>
                  </a:moveTo>
                  <a:lnTo>
                    <a:pt x="82522" y="86009"/>
                  </a:lnTo>
                  <a:lnTo>
                    <a:pt x="55876" y="213978"/>
                  </a:lnTo>
                  <a:cubicBezTo>
                    <a:pt x="49214" y="246580"/>
                    <a:pt x="39222" y="263338"/>
                    <a:pt x="26505" y="263338"/>
                  </a:cubicBezTo>
                  <a:cubicBezTo>
                    <a:pt x="22871" y="263338"/>
                    <a:pt x="20449" y="261205"/>
                    <a:pt x="20449" y="258463"/>
                  </a:cubicBezTo>
                  <a:cubicBezTo>
                    <a:pt x="20449" y="257548"/>
                    <a:pt x="20752" y="256634"/>
                    <a:pt x="21660" y="255111"/>
                  </a:cubicBezTo>
                  <a:cubicBezTo>
                    <a:pt x="22871" y="253283"/>
                    <a:pt x="23174" y="252064"/>
                    <a:pt x="23174" y="250236"/>
                  </a:cubicBezTo>
                  <a:cubicBezTo>
                    <a:pt x="23174" y="243838"/>
                    <a:pt x="17724" y="238658"/>
                    <a:pt x="11365" y="238658"/>
                  </a:cubicBezTo>
                  <a:cubicBezTo>
                    <a:pt x="5006" y="238658"/>
                    <a:pt x="162" y="244142"/>
                    <a:pt x="162" y="251150"/>
                  </a:cubicBezTo>
                  <a:cubicBezTo>
                    <a:pt x="162" y="261509"/>
                    <a:pt x="10760" y="269736"/>
                    <a:pt x="24082" y="269736"/>
                  </a:cubicBezTo>
                  <a:cubicBezTo>
                    <a:pt x="51031" y="269736"/>
                    <a:pt x="72227" y="239572"/>
                    <a:pt x="84641" y="183509"/>
                  </a:cubicBezTo>
                  <a:lnTo>
                    <a:pt x="106442" y="86009"/>
                  </a:lnTo>
                  <a:lnTo>
                    <a:pt x="139447" y="86009"/>
                  </a:lnTo>
                  <a:lnTo>
                    <a:pt x="141263" y="76259"/>
                  </a:lnTo>
                  <a:lnTo>
                    <a:pt x="108562" y="76259"/>
                  </a:lnTo>
                  <a:cubicBezTo>
                    <a:pt x="117343" y="28423"/>
                    <a:pt x="128546" y="6790"/>
                    <a:pt x="145503" y="6790"/>
                  </a:cubicBezTo>
                  <a:cubicBezTo>
                    <a:pt x="149439" y="6790"/>
                    <a:pt x="152164" y="8314"/>
                    <a:pt x="152164" y="10447"/>
                  </a:cubicBezTo>
                  <a:cubicBezTo>
                    <a:pt x="152164" y="11361"/>
                    <a:pt x="151861" y="11970"/>
                    <a:pt x="150953" y="13494"/>
                  </a:cubicBezTo>
                  <a:cubicBezTo>
                    <a:pt x="149742" y="16236"/>
                    <a:pt x="149136" y="17759"/>
                    <a:pt x="149136" y="19892"/>
                  </a:cubicBezTo>
                  <a:cubicBezTo>
                    <a:pt x="149136" y="27205"/>
                    <a:pt x="153678" y="32080"/>
                    <a:pt x="160339" y="32080"/>
                  </a:cubicBezTo>
                  <a:cubicBezTo>
                    <a:pt x="167304" y="32080"/>
                    <a:pt x="173057" y="26595"/>
                    <a:pt x="173057" y="19892"/>
                  </a:cubicBezTo>
                  <a:cubicBezTo>
                    <a:pt x="173057" y="8619"/>
                    <a:pt x="161853" y="87"/>
                    <a:pt x="147017" y="87"/>
                  </a:cubicBezTo>
                  <a:cubicBezTo>
                    <a:pt x="132180" y="87"/>
                    <a:pt x="120371" y="6790"/>
                    <a:pt x="109470" y="21111"/>
                  </a:cubicBezTo>
                  <a:cubicBezTo>
                    <a:pt x="100386" y="32994"/>
                    <a:pt x="94330" y="47009"/>
                    <a:pt x="85247" y="76259"/>
                  </a:cubicBezTo>
                  <a:lnTo>
                    <a:pt x="57390" y="76259"/>
                  </a:lnTo>
                  <a:lnTo>
                    <a:pt x="55270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5EFC81-A3C5-FA6F-DB05-19499FA9E7C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283598" y="7653595"/>
              <a:ext cx="70247" cy="304687"/>
            </a:xfrm>
            <a:custGeom>
              <a:avLst/>
              <a:gdLst>
                <a:gd name="connsiteX0" fmla="*/ 70415 w 70247"/>
                <a:gd name="connsiteY0" fmla="*/ 301727 h 304687"/>
                <a:gd name="connsiteX1" fmla="*/ 65267 w 70247"/>
                <a:gd name="connsiteY1" fmla="*/ 295024 h 304687"/>
                <a:gd name="connsiteX2" fmla="*/ 17729 w 70247"/>
                <a:gd name="connsiteY2" fmla="*/ 152430 h 304687"/>
                <a:gd name="connsiteX3" fmla="*/ 66478 w 70247"/>
                <a:gd name="connsiteY3" fmla="*/ 8313 h 304687"/>
                <a:gd name="connsiteX4" fmla="*/ 70415 w 70247"/>
                <a:gd name="connsiteY4" fmla="*/ 3134 h 304687"/>
                <a:gd name="connsiteX5" fmla="*/ 67387 w 70247"/>
                <a:gd name="connsiteY5" fmla="*/ 87 h 304687"/>
                <a:gd name="connsiteX6" fmla="*/ 19243 w 70247"/>
                <a:gd name="connsiteY6" fmla="*/ 59501 h 304687"/>
                <a:gd name="connsiteX7" fmla="*/ 167 w 70247"/>
                <a:gd name="connsiteY7" fmla="*/ 152430 h 304687"/>
                <a:gd name="connsiteX8" fmla="*/ 20151 w 70247"/>
                <a:gd name="connsiteY8" fmla="*/ 247493 h 304687"/>
                <a:gd name="connsiteX9" fmla="*/ 67387 w 70247"/>
                <a:gd name="connsiteY9" fmla="*/ 304774 h 304687"/>
                <a:gd name="connsiteX10" fmla="*/ 70415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15" y="301727"/>
                  </a:moveTo>
                  <a:cubicBezTo>
                    <a:pt x="70415" y="300813"/>
                    <a:pt x="70415" y="300204"/>
                    <a:pt x="65267" y="295024"/>
                  </a:cubicBezTo>
                  <a:cubicBezTo>
                    <a:pt x="27418" y="256634"/>
                    <a:pt x="17729" y="199048"/>
                    <a:pt x="17729" y="152430"/>
                  </a:cubicBezTo>
                  <a:cubicBezTo>
                    <a:pt x="17729" y="99415"/>
                    <a:pt x="29235" y="46399"/>
                    <a:pt x="66478" y="8313"/>
                  </a:cubicBezTo>
                  <a:cubicBezTo>
                    <a:pt x="70415" y="4657"/>
                    <a:pt x="70415" y="4048"/>
                    <a:pt x="70415" y="3134"/>
                  </a:cubicBezTo>
                  <a:cubicBezTo>
                    <a:pt x="70415" y="1001"/>
                    <a:pt x="69203" y="87"/>
                    <a:pt x="67387" y="87"/>
                  </a:cubicBezTo>
                  <a:cubicBezTo>
                    <a:pt x="64359" y="87"/>
                    <a:pt x="37107" y="20805"/>
                    <a:pt x="19243" y="59501"/>
                  </a:cubicBezTo>
                  <a:cubicBezTo>
                    <a:pt x="3800" y="93016"/>
                    <a:pt x="167" y="126837"/>
                    <a:pt x="167" y="152430"/>
                  </a:cubicBezTo>
                  <a:cubicBezTo>
                    <a:pt x="167" y="176196"/>
                    <a:pt x="3497" y="213063"/>
                    <a:pt x="20151" y="247493"/>
                  </a:cubicBezTo>
                  <a:cubicBezTo>
                    <a:pt x="38318" y="284970"/>
                    <a:pt x="64359" y="304774"/>
                    <a:pt x="67387" y="304774"/>
                  </a:cubicBezTo>
                  <a:cubicBezTo>
                    <a:pt x="69203" y="304774"/>
                    <a:pt x="70415" y="303860"/>
                    <a:pt x="70415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3AE1033-C38A-215E-284F-54A941AC50FD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363367" y="7747743"/>
              <a:ext cx="143523" cy="137718"/>
            </a:xfrm>
            <a:custGeom>
              <a:avLst/>
              <a:gdLst>
                <a:gd name="connsiteX0" fmla="*/ 130068 w 143523"/>
                <a:gd name="connsiteY0" fmla="*/ 100634 h 137718"/>
                <a:gd name="connsiteX1" fmla="*/ 123407 w 143523"/>
                <a:gd name="connsiteY1" fmla="*/ 108861 h 137718"/>
                <a:gd name="connsiteX2" fmla="*/ 109478 w 143523"/>
                <a:gd name="connsiteY2" fmla="*/ 121048 h 137718"/>
                <a:gd name="connsiteX3" fmla="*/ 100092 w 143523"/>
                <a:gd name="connsiteY3" fmla="*/ 108556 h 137718"/>
                <a:gd name="connsiteX4" fmla="*/ 98880 w 143523"/>
                <a:gd name="connsiteY4" fmla="*/ 103376 h 137718"/>
                <a:gd name="connsiteX5" fmla="*/ 87980 w 143523"/>
                <a:gd name="connsiteY5" fmla="*/ 54017 h 137718"/>
                <a:gd name="connsiteX6" fmla="*/ 117654 w 143523"/>
                <a:gd name="connsiteY6" fmla="*/ 17150 h 137718"/>
                <a:gd name="connsiteX7" fmla="*/ 124921 w 143523"/>
                <a:gd name="connsiteY7" fmla="*/ 19587 h 137718"/>
                <a:gd name="connsiteX8" fmla="*/ 133096 w 143523"/>
                <a:gd name="connsiteY8" fmla="*/ 22330 h 137718"/>
                <a:gd name="connsiteX9" fmla="*/ 143694 w 143523"/>
                <a:gd name="connsiteY9" fmla="*/ 11361 h 137718"/>
                <a:gd name="connsiteX10" fmla="*/ 131279 w 143523"/>
                <a:gd name="connsiteY10" fmla="*/ 87 h 137718"/>
                <a:gd name="connsiteX11" fmla="*/ 85558 w 143523"/>
                <a:gd name="connsiteY11" fmla="*/ 43658 h 137718"/>
                <a:gd name="connsiteX12" fmla="*/ 82227 w 143523"/>
                <a:gd name="connsiteY12" fmla="*/ 26900 h 137718"/>
                <a:gd name="connsiteX13" fmla="*/ 66482 w 143523"/>
                <a:gd name="connsiteY13" fmla="*/ 87 h 137718"/>
                <a:gd name="connsiteX14" fmla="*/ 31055 w 143523"/>
                <a:gd name="connsiteY14" fmla="*/ 8923 h 137718"/>
                <a:gd name="connsiteX15" fmla="*/ 27724 w 143523"/>
                <a:gd name="connsiteY15" fmla="*/ 10142 h 137718"/>
                <a:gd name="connsiteX16" fmla="*/ 28935 w 143523"/>
                <a:gd name="connsiteY16" fmla="*/ 14712 h 137718"/>
                <a:gd name="connsiteX17" fmla="*/ 45892 w 143523"/>
                <a:gd name="connsiteY17" fmla="*/ 11361 h 137718"/>
                <a:gd name="connsiteX18" fmla="*/ 59517 w 143523"/>
                <a:gd name="connsiteY18" fmla="*/ 32384 h 137718"/>
                <a:gd name="connsiteX19" fmla="*/ 68298 w 143523"/>
                <a:gd name="connsiteY19" fmla="*/ 69861 h 137718"/>
                <a:gd name="connsiteX20" fmla="*/ 43469 w 143523"/>
                <a:gd name="connsiteY20" fmla="*/ 105509 h 137718"/>
                <a:gd name="connsiteX21" fmla="*/ 28027 w 143523"/>
                <a:gd name="connsiteY21" fmla="*/ 120134 h 137718"/>
                <a:gd name="connsiteX22" fmla="*/ 20154 w 143523"/>
                <a:gd name="connsiteY22" fmla="*/ 117392 h 137718"/>
                <a:gd name="connsiteX23" fmla="*/ 10465 w 143523"/>
                <a:gd name="connsiteY23" fmla="*/ 114345 h 137718"/>
                <a:gd name="connsiteX24" fmla="*/ 170 w 143523"/>
                <a:gd name="connsiteY24" fmla="*/ 125009 h 137718"/>
                <a:gd name="connsiteX25" fmla="*/ 15310 w 143523"/>
                <a:gd name="connsiteY25" fmla="*/ 137806 h 137718"/>
                <a:gd name="connsiteX26" fmla="*/ 43469 w 143523"/>
                <a:gd name="connsiteY26" fmla="*/ 116478 h 137718"/>
                <a:gd name="connsiteX27" fmla="*/ 70721 w 143523"/>
                <a:gd name="connsiteY27" fmla="*/ 80830 h 137718"/>
                <a:gd name="connsiteX28" fmla="*/ 79804 w 143523"/>
                <a:gd name="connsiteY28" fmla="*/ 117392 h 137718"/>
                <a:gd name="connsiteX29" fmla="*/ 97366 w 143523"/>
                <a:gd name="connsiteY29" fmla="*/ 137806 h 137718"/>
                <a:gd name="connsiteX30" fmla="*/ 134307 w 143523"/>
                <a:gd name="connsiteY30" fmla="*/ 103072 h 137718"/>
                <a:gd name="connsiteX31" fmla="*/ 130068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068" y="100634"/>
                  </a:moveTo>
                  <a:cubicBezTo>
                    <a:pt x="127646" y="103376"/>
                    <a:pt x="126132" y="105205"/>
                    <a:pt x="123407" y="108861"/>
                  </a:cubicBezTo>
                  <a:cubicBezTo>
                    <a:pt x="116442" y="118001"/>
                    <a:pt x="112809" y="121048"/>
                    <a:pt x="109478" y="121048"/>
                  </a:cubicBezTo>
                  <a:cubicBezTo>
                    <a:pt x="104936" y="121048"/>
                    <a:pt x="102211" y="117087"/>
                    <a:pt x="100092" y="108556"/>
                  </a:cubicBezTo>
                  <a:cubicBezTo>
                    <a:pt x="99486" y="106119"/>
                    <a:pt x="99183" y="104291"/>
                    <a:pt x="98880" y="103376"/>
                  </a:cubicBezTo>
                  <a:cubicBezTo>
                    <a:pt x="91311" y="72603"/>
                    <a:pt x="87980" y="58587"/>
                    <a:pt x="87980" y="54017"/>
                  </a:cubicBezTo>
                  <a:cubicBezTo>
                    <a:pt x="101303" y="30556"/>
                    <a:pt x="112203" y="17150"/>
                    <a:pt x="117654" y="17150"/>
                  </a:cubicBezTo>
                  <a:cubicBezTo>
                    <a:pt x="119470" y="17150"/>
                    <a:pt x="121893" y="18064"/>
                    <a:pt x="124921" y="19587"/>
                  </a:cubicBezTo>
                  <a:cubicBezTo>
                    <a:pt x="128554" y="21720"/>
                    <a:pt x="130674" y="22330"/>
                    <a:pt x="133096" y="22330"/>
                  </a:cubicBezTo>
                  <a:cubicBezTo>
                    <a:pt x="139455" y="22330"/>
                    <a:pt x="143694" y="17759"/>
                    <a:pt x="143694" y="11361"/>
                  </a:cubicBezTo>
                  <a:cubicBezTo>
                    <a:pt x="143694" y="4962"/>
                    <a:pt x="138546" y="87"/>
                    <a:pt x="131279" y="87"/>
                  </a:cubicBezTo>
                  <a:cubicBezTo>
                    <a:pt x="117956" y="87"/>
                    <a:pt x="106450" y="11056"/>
                    <a:pt x="85558" y="43658"/>
                  </a:cubicBezTo>
                  <a:lnTo>
                    <a:pt x="82227" y="26900"/>
                  </a:lnTo>
                  <a:cubicBezTo>
                    <a:pt x="77988" y="6181"/>
                    <a:pt x="74657" y="87"/>
                    <a:pt x="66482" y="87"/>
                  </a:cubicBezTo>
                  <a:cubicBezTo>
                    <a:pt x="59820" y="87"/>
                    <a:pt x="49525" y="2830"/>
                    <a:pt x="31055" y="8923"/>
                  </a:cubicBezTo>
                  <a:lnTo>
                    <a:pt x="27724" y="10142"/>
                  </a:lnTo>
                  <a:lnTo>
                    <a:pt x="28935" y="14712"/>
                  </a:lnTo>
                  <a:cubicBezTo>
                    <a:pt x="40441" y="11970"/>
                    <a:pt x="43166" y="11361"/>
                    <a:pt x="45892" y="11361"/>
                  </a:cubicBezTo>
                  <a:cubicBezTo>
                    <a:pt x="53461" y="11361"/>
                    <a:pt x="55278" y="14103"/>
                    <a:pt x="59517" y="32384"/>
                  </a:cubicBezTo>
                  <a:lnTo>
                    <a:pt x="68298" y="69861"/>
                  </a:lnTo>
                  <a:lnTo>
                    <a:pt x="43469" y="105509"/>
                  </a:lnTo>
                  <a:cubicBezTo>
                    <a:pt x="37413" y="114650"/>
                    <a:pt x="31358" y="120134"/>
                    <a:pt x="28027" y="120134"/>
                  </a:cubicBezTo>
                  <a:cubicBezTo>
                    <a:pt x="26210" y="120134"/>
                    <a:pt x="23182" y="119220"/>
                    <a:pt x="20154" y="117392"/>
                  </a:cubicBezTo>
                  <a:cubicBezTo>
                    <a:pt x="16218" y="115259"/>
                    <a:pt x="12887" y="114345"/>
                    <a:pt x="10465" y="114345"/>
                  </a:cubicBezTo>
                  <a:cubicBezTo>
                    <a:pt x="4712" y="114345"/>
                    <a:pt x="170" y="118916"/>
                    <a:pt x="170" y="125009"/>
                  </a:cubicBezTo>
                  <a:cubicBezTo>
                    <a:pt x="170" y="132931"/>
                    <a:pt x="6226" y="137806"/>
                    <a:pt x="15310" y="137806"/>
                  </a:cubicBezTo>
                  <a:cubicBezTo>
                    <a:pt x="24696" y="137806"/>
                    <a:pt x="28330" y="135064"/>
                    <a:pt x="43469" y="116478"/>
                  </a:cubicBezTo>
                  <a:cubicBezTo>
                    <a:pt x="51645" y="106728"/>
                    <a:pt x="58003" y="98501"/>
                    <a:pt x="70721" y="80830"/>
                  </a:cubicBezTo>
                  <a:lnTo>
                    <a:pt x="79804" y="117392"/>
                  </a:lnTo>
                  <a:cubicBezTo>
                    <a:pt x="83741" y="132931"/>
                    <a:pt x="87677" y="137806"/>
                    <a:pt x="97366" y="137806"/>
                  </a:cubicBezTo>
                  <a:cubicBezTo>
                    <a:pt x="108873" y="137806"/>
                    <a:pt x="116745" y="130494"/>
                    <a:pt x="134307" y="103072"/>
                  </a:cubicBezTo>
                  <a:lnTo>
                    <a:pt x="130068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FD4CB6-458E-6F46-72EC-8888748AC980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531356" y="7775893"/>
              <a:ext cx="63410" cy="152416"/>
            </a:xfrm>
            <a:custGeom>
              <a:avLst/>
              <a:gdLst>
                <a:gd name="connsiteX0" fmla="*/ 40506 w 63410"/>
                <a:gd name="connsiteY0" fmla="*/ 90 h 152416"/>
                <a:gd name="connsiteX1" fmla="*/ 174 w 63410"/>
                <a:gd name="connsiteY1" fmla="*/ 20607 h 152416"/>
                <a:gd name="connsiteX2" fmla="*/ 174 w 63410"/>
                <a:gd name="connsiteY2" fmla="*/ 23764 h 152416"/>
                <a:gd name="connsiteX3" fmla="*/ 6223 w 63410"/>
                <a:gd name="connsiteY3" fmla="*/ 21284 h 152416"/>
                <a:gd name="connsiteX4" fmla="*/ 16306 w 63410"/>
                <a:gd name="connsiteY4" fmla="*/ 18804 h 152416"/>
                <a:gd name="connsiteX5" fmla="*/ 23028 w 63410"/>
                <a:gd name="connsiteY5" fmla="*/ 29401 h 152416"/>
                <a:gd name="connsiteX6" fmla="*/ 23028 w 63410"/>
                <a:gd name="connsiteY6" fmla="*/ 131538 h 152416"/>
                <a:gd name="connsiteX7" fmla="*/ 17651 w 63410"/>
                <a:gd name="connsiteY7" fmla="*/ 146193 h 152416"/>
                <a:gd name="connsiteX8" fmla="*/ 1742 w 63410"/>
                <a:gd name="connsiteY8" fmla="*/ 149124 h 152416"/>
                <a:gd name="connsiteX9" fmla="*/ 1742 w 63410"/>
                <a:gd name="connsiteY9" fmla="*/ 152506 h 152416"/>
                <a:gd name="connsiteX10" fmla="*/ 63584 w 63410"/>
                <a:gd name="connsiteY10" fmla="*/ 152506 h 152416"/>
                <a:gd name="connsiteX11" fmla="*/ 63584 w 63410"/>
                <a:gd name="connsiteY11" fmla="*/ 149124 h 152416"/>
                <a:gd name="connsiteX12" fmla="*/ 42298 w 63410"/>
                <a:gd name="connsiteY12" fmla="*/ 135822 h 152416"/>
                <a:gd name="connsiteX13" fmla="*/ 42298 w 63410"/>
                <a:gd name="connsiteY13" fmla="*/ 541 h 152416"/>
                <a:gd name="connsiteX14" fmla="*/ 40506 w 63410"/>
                <a:gd name="connsiteY14" fmla="*/ 90 h 1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410" h="152416">
                  <a:moveTo>
                    <a:pt x="40506" y="90"/>
                  </a:moveTo>
                  <a:lnTo>
                    <a:pt x="174" y="20607"/>
                  </a:lnTo>
                  <a:lnTo>
                    <a:pt x="174" y="23764"/>
                  </a:lnTo>
                  <a:cubicBezTo>
                    <a:pt x="2862" y="22637"/>
                    <a:pt x="5327" y="21735"/>
                    <a:pt x="6223" y="21284"/>
                  </a:cubicBezTo>
                  <a:cubicBezTo>
                    <a:pt x="10257" y="19705"/>
                    <a:pt x="14066" y="18804"/>
                    <a:pt x="16306" y="18804"/>
                  </a:cubicBezTo>
                  <a:cubicBezTo>
                    <a:pt x="21012" y="18804"/>
                    <a:pt x="23028" y="22186"/>
                    <a:pt x="23028" y="29401"/>
                  </a:cubicBezTo>
                  <a:lnTo>
                    <a:pt x="23028" y="131538"/>
                  </a:lnTo>
                  <a:cubicBezTo>
                    <a:pt x="23028" y="138978"/>
                    <a:pt x="21236" y="144164"/>
                    <a:pt x="17651" y="146193"/>
                  </a:cubicBezTo>
                  <a:cubicBezTo>
                    <a:pt x="14290" y="148223"/>
                    <a:pt x="11153" y="148899"/>
                    <a:pt x="1742" y="149124"/>
                  </a:cubicBezTo>
                  <a:lnTo>
                    <a:pt x="1742" y="152506"/>
                  </a:lnTo>
                  <a:lnTo>
                    <a:pt x="63584" y="152506"/>
                  </a:lnTo>
                  <a:lnTo>
                    <a:pt x="63584" y="149124"/>
                  </a:lnTo>
                  <a:cubicBezTo>
                    <a:pt x="45883" y="148899"/>
                    <a:pt x="42298" y="146644"/>
                    <a:pt x="42298" y="135822"/>
                  </a:cubicBezTo>
                  <a:lnTo>
                    <a:pt x="42298" y="541"/>
                  </a:lnTo>
                  <a:lnTo>
                    <a:pt x="40506" y="90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5A892F3-6B4D-FE2A-4FC4-0DB536C57268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651394" y="7653595"/>
              <a:ext cx="70248" cy="304687"/>
            </a:xfrm>
            <a:custGeom>
              <a:avLst/>
              <a:gdLst>
                <a:gd name="connsiteX0" fmla="*/ 70427 w 70248"/>
                <a:gd name="connsiteY0" fmla="*/ 152430 h 304687"/>
                <a:gd name="connsiteX1" fmla="*/ 50443 w 70248"/>
                <a:gd name="connsiteY1" fmla="*/ 57368 h 304687"/>
                <a:gd name="connsiteX2" fmla="*/ 3207 w 70248"/>
                <a:gd name="connsiteY2" fmla="*/ 87 h 304687"/>
                <a:gd name="connsiteX3" fmla="*/ 179 w 70248"/>
                <a:gd name="connsiteY3" fmla="*/ 3134 h 304687"/>
                <a:gd name="connsiteX4" fmla="*/ 5932 w 70248"/>
                <a:gd name="connsiteY4" fmla="*/ 10141 h 304687"/>
                <a:gd name="connsiteX5" fmla="*/ 52865 w 70248"/>
                <a:gd name="connsiteY5" fmla="*/ 152430 h 304687"/>
                <a:gd name="connsiteX6" fmla="*/ 4115 w 70248"/>
                <a:gd name="connsiteY6" fmla="*/ 296548 h 304687"/>
                <a:gd name="connsiteX7" fmla="*/ 179 w 70248"/>
                <a:gd name="connsiteY7" fmla="*/ 301727 h 304687"/>
                <a:gd name="connsiteX8" fmla="*/ 3207 w 70248"/>
                <a:gd name="connsiteY8" fmla="*/ 304774 h 304687"/>
                <a:gd name="connsiteX9" fmla="*/ 51351 w 70248"/>
                <a:gd name="connsiteY9" fmla="*/ 245360 h 304687"/>
                <a:gd name="connsiteX10" fmla="*/ 70427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427" y="152430"/>
                  </a:moveTo>
                  <a:cubicBezTo>
                    <a:pt x="70427" y="128665"/>
                    <a:pt x="67096" y="91798"/>
                    <a:pt x="50443" y="57368"/>
                  </a:cubicBezTo>
                  <a:cubicBezTo>
                    <a:pt x="32275" y="19891"/>
                    <a:pt x="6235" y="87"/>
                    <a:pt x="3207" y="87"/>
                  </a:cubicBezTo>
                  <a:cubicBezTo>
                    <a:pt x="1390" y="87"/>
                    <a:pt x="179" y="1305"/>
                    <a:pt x="179" y="3134"/>
                  </a:cubicBezTo>
                  <a:cubicBezTo>
                    <a:pt x="179" y="4048"/>
                    <a:pt x="179" y="4657"/>
                    <a:pt x="5932" y="10141"/>
                  </a:cubicBezTo>
                  <a:cubicBezTo>
                    <a:pt x="35606" y="40305"/>
                    <a:pt x="52865" y="88751"/>
                    <a:pt x="52865" y="152430"/>
                  </a:cubicBezTo>
                  <a:cubicBezTo>
                    <a:pt x="52865" y="204532"/>
                    <a:pt x="41662" y="258157"/>
                    <a:pt x="4115" y="296548"/>
                  </a:cubicBezTo>
                  <a:cubicBezTo>
                    <a:pt x="179" y="300204"/>
                    <a:pt x="179" y="300813"/>
                    <a:pt x="179" y="301727"/>
                  </a:cubicBezTo>
                  <a:cubicBezTo>
                    <a:pt x="179" y="303556"/>
                    <a:pt x="1390" y="304774"/>
                    <a:pt x="3207" y="304774"/>
                  </a:cubicBezTo>
                  <a:cubicBezTo>
                    <a:pt x="6235" y="304774"/>
                    <a:pt x="33486" y="284056"/>
                    <a:pt x="51351" y="245360"/>
                  </a:cubicBezTo>
                  <a:cubicBezTo>
                    <a:pt x="66793" y="211845"/>
                    <a:pt x="70427" y="178024"/>
                    <a:pt x="70427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3E9C4D1-AE07-AE7C-618A-A0A36F1CF70D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811223" y="7704478"/>
              <a:ext cx="201357" cy="202921"/>
            </a:xfrm>
            <a:custGeom>
              <a:avLst/>
              <a:gdLst>
                <a:gd name="connsiteX0" fmla="*/ 107071 w 201357"/>
                <a:gd name="connsiteY0" fmla="*/ 107641 h 202921"/>
                <a:gd name="connsiteX1" fmla="*/ 191550 w 201357"/>
                <a:gd name="connsiteY1" fmla="*/ 107641 h 202921"/>
                <a:gd name="connsiteX2" fmla="*/ 201542 w 201357"/>
                <a:gd name="connsiteY2" fmla="*/ 101548 h 202921"/>
                <a:gd name="connsiteX3" fmla="*/ 191550 w 201357"/>
                <a:gd name="connsiteY3" fmla="*/ 95454 h 202921"/>
                <a:gd name="connsiteX4" fmla="*/ 107071 w 201357"/>
                <a:gd name="connsiteY4" fmla="*/ 95454 h 202921"/>
                <a:gd name="connsiteX5" fmla="*/ 107071 w 201357"/>
                <a:gd name="connsiteY5" fmla="*/ 10141 h 202921"/>
                <a:gd name="connsiteX6" fmla="*/ 101015 w 201357"/>
                <a:gd name="connsiteY6" fmla="*/ 87 h 202921"/>
                <a:gd name="connsiteX7" fmla="*/ 94959 w 201357"/>
                <a:gd name="connsiteY7" fmla="*/ 10141 h 202921"/>
                <a:gd name="connsiteX8" fmla="*/ 94959 w 201357"/>
                <a:gd name="connsiteY8" fmla="*/ 95454 h 202921"/>
                <a:gd name="connsiteX9" fmla="*/ 10177 w 201357"/>
                <a:gd name="connsiteY9" fmla="*/ 95454 h 202921"/>
                <a:gd name="connsiteX10" fmla="*/ 185 w 201357"/>
                <a:gd name="connsiteY10" fmla="*/ 101548 h 202921"/>
                <a:gd name="connsiteX11" fmla="*/ 10177 w 201357"/>
                <a:gd name="connsiteY11" fmla="*/ 107641 h 202921"/>
                <a:gd name="connsiteX12" fmla="*/ 94959 w 201357"/>
                <a:gd name="connsiteY12" fmla="*/ 107641 h 202921"/>
                <a:gd name="connsiteX13" fmla="*/ 94959 w 201357"/>
                <a:gd name="connsiteY13" fmla="*/ 192954 h 202921"/>
                <a:gd name="connsiteX14" fmla="*/ 101015 w 201357"/>
                <a:gd name="connsiteY14" fmla="*/ 203009 h 202921"/>
                <a:gd name="connsiteX15" fmla="*/ 107071 w 201357"/>
                <a:gd name="connsiteY15" fmla="*/ 192954 h 202921"/>
                <a:gd name="connsiteX16" fmla="*/ 107071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071" y="107641"/>
                  </a:moveTo>
                  <a:lnTo>
                    <a:pt x="191550" y="107641"/>
                  </a:lnTo>
                  <a:cubicBezTo>
                    <a:pt x="195789" y="107641"/>
                    <a:pt x="201542" y="107641"/>
                    <a:pt x="201542" y="101548"/>
                  </a:cubicBezTo>
                  <a:cubicBezTo>
                    <a:pt x="201542" y="95454"/>
                    <a:pt x="195789" y="95454"/>
                    <a:pt x="191550" y="95454"/>
                  </a:cubicBezTo>
                  <a:lnTo>
                    <a:pt x="107071" y="95454"/>
                  </a:lnTo>
                  <a:lnTo>
                    <a:pt x="107071" y="10141"/>
                  </a:lnTo>
                  <a:cubicBezTo>
                    <a:pt x="107071" y="5876"/>
                    <a:pt x="107071" y="87"/>
                    <a:pt x="101015" y="87"/>
                  </a:cubicBezTo>
                  <a:cubicBezTo>
                    <a:pt x="94959" y="87"/>
                    <a:pt x="94959" y="5876"/>
                    <a:pt x="94959" y="10141"/>
                  </a:cubicBezTo>
                  <a:lnTo>
                    <a:pt x="94959" y="95454"/>
                  </a:lnTo>
                  <a:lnTo>
                    <a:pt x="10177" y="95454"/>
                  </a:lnTo>
                  <a:cubicBezTo>
                    <a:pt x="5938" y="95454"/>
                    <a:pt x="185" y="95454"/>
                    <a:pt x="185" y="101548"/>
                  </a:cubicBezTo>
                  <a:cubicBezTo>
                    <a:pt x="185" y="107641"/>
                    <a:pt x="5938" y="107641"/>
                    <a:pt x="10177" y="107641"/>
                  </a:cubicBezTo>
                  <a:lnTo>
                    <a:pt x="94959" y="107641"/>
                  </a:lnTo>
                  <a:lnTo>
                    <a:pt x="94959" y="192954"/>
                  </a:lnTo>
                  <a:cubicBezTo>
                    <a:pt x="94959" y="197220"/>
                    <a:pt x="94959" y="203009"/>
                    <a:pt x="101015" y="203009"/>
                  </a:cubicBezTo>
                  <a:cubicBezTo>
                    <a:pt x="107071" y="203009"/>
                    <a:pt x="107071" y="197220"/>
                    <a:pt x="107071" y="192954"/>
                  </a:cubicBezTo>
                  <a:lnTo>
                    <a:pt x="107071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A4040A6-E2F5-C7E2-F30F-53931439F6A3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085647" y="7676142"/>
              <a:ext cx="117786" cy="210234"/>
            </a:xfrm>
            <a:custGeom>
              <a:avLst/>
              <a:gdLst>
                <a:gd name="connsiteX0" fmla="*/ 33500 w 117786"/>
                <a:gd name="connsiteY0" fmla="*/ 105509 h 210234"/>
                <a:gd name="connsiteX1" fmla="*/ 65596 w 117786"/>
                <a:gd name="connsiteY1" fmla="*/ 108861 h 210234"/>
                <a:gd name="connsiteX2" fmla="*/ 96178 w 117786"/>
                <a:gd name="connsiteY2" fmla="*/ 153955 h 210234"/>
                <a:gd name="connsiteX3" fmla="*/ 56512 w 117786"/>
                <a:gd name="connsiteY3" fmla="*/ 199353 h 210234"/>
                <a:gd name="connsiteX4" fmla="*/ 31078 w 117786"/>
                <a:gd name="connsiteY4" fmla="*/ 189908 h 210234"/>
                <a:gd name="connsiteX5" fmla="*/ 11699 w 117786"/>
                <a:gd name="connsiteY5" fmla="*/ 182291 h 210234"/>
                <a:gd name="connsiteX6" fmla="*/ 193 w 117786"/>
                <a:gd name="connsiteY6" fmla="*/ 192955 h 210234"/>
                <a:gd name="connsiteX7" fmla="*/ 34408 w 117786"/>
                <a:gd name="connsiteY7" fmla="*/ 210322 h 210234"/>
                <a:gd name="connsiteX8" fmla="*/ 95876 w 117786"/>
                <a:gd name="connsiteY8" fmla="*/ 189908 h 210234"/>
                <a:gd name="connsiteX9" fmla="*/ 117979 w 117786"/>
                <a:gd name="connsiteY9" fmla="*/ 139330 h 210234"/>
                <a:gd name="connsiteX10" fmla="*/ 104354 w 117786"/>
                <a:gd name="connsiteY10" fmla="*/ 100025 h 210234"/>
                <a:gd name="connsiteX11" fmla="*/ 79222 w 117786"/>
                <a:gd name="connsiteY11" fmla="*/ 83876 h 210234"/>
                <a:gd name="connsiteX12" fmla="*/ 107684 w 117786"/>
                <a:gd name="connsiteY12" fmla="*/ 41830 h 210234"/>
                <a:gd name="connsiteX13" fmla="*/ 60449 w 117786"/>
                <a:gd name="connsiteY13" fmla="*/ 87 h 210234"/>
                <a:gd name="connsiteX14" fmla="*/ 21086 w 117786"/>
                <a:gd name="connsiteY14" fmla="*/ 15017 h 210234"/>
                <a:gd name="connsiteX15" fmla="*/ 798 w 117786"/>
                <a:gd name="connsiteY15" fmla="*/ 49447 h 210234"/>
                <a:gd name="connsiteX16" fmla="*/ 5340 w 117786"/>
                <a:gd name="connsiteY16" fmla="*/ 50666 h 210234"/>
                <a:gd name="connsiteX17" fmla="*/ 50457 w 117786"/>
                <a:gd name="connsiteY17" fmla="*/ 18369 h 210234"/>
                <a:gd name="connsiteX18" fmla="*/ 83764 w 117786"/>
                <a:gd name="connsiteY18" fmla="*/ 50970 h 210234"/>
                <a:gd name="connsiteX19" fmla="*/ 71652 w 117786"/>
                <a:gd name="connsiteY19" fmla="*/ 80525 h 210234"/>
                <a:gd name="connsiteX20" fmla="*/ 33500 w 117786"/>
                <a:gd name="connsiteY20" fmla="*/ 101548 h 210234"/>
                <a:gd name="connsiteX21" fmla="*/ 33500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500" y="105509"/>
                  </a:moveTo>
                  <a:cubicBezTo>
                    <a:pt x="51365" y="105509"/>
                    <a:pt x="58329" y="106119"/>
                    <a:pt x="65596" y="108861"/>
                  </a:cubicBezTo>
                  <a:cubicBezTo>
                    <a:pt x="84369" y="115564"/>
                    <a:pt x="96178" y="132931"/>
                    <a:pt x="96178" y="153955"/>
                  </a:cubicBezTo>
                  <a:cubicBezTo>
                    <a:pt x="96178" y="179548"/>
                    <a:pt x="78919" y="199353"/>
                    <a:pt x="56512" y="199353"/>
                  </a:cubicBezTo>
                  <a:cubicBezTo>
                    <a:pt x="48337" y="199353"/>
                    <a:pt x="42281" y="197220"/>
                    <a:pt x="31078" y="189908"/>
                  </a:cubicBezTo>
                  <a:cubicBezTo>
                    <a:pt x="21994" y="184423"/>
                    <a:pt x="16846" y="182291"/>
                    <a:pt x="11699" y="182291"/>
                  </a:cubicBezTo>
                  <a:cubicBezTo>
                    <a:pt x="4735" y="182291"/>
                    <a:pt x="193" y="186556"/>
                    <a:pt x="193" y="192955"/>
                  </a:cubicBezTo>
                  <a:cubicBezTo>
                    <a:pt x="193" y="203619"/>
                    <a:pt x="13213" y="210322"/>
                    <a:pt x="34408" y="210322"/>
                  </a:cubicBezTo>
                  <a:cubicBezTo>
                    <a:pt x="57724" y="210322"/>
                    <a:pt x="81644" y="202400"/>
                    <a:pt x="95876" y="189908"/>
                  </a:cubicBezTo>
                  <a:cubicBezTo>
                    <a:pt x="110107" y="177416"/>
                    <a:pt x="117979" y="159744"/>
                    <a:pt x="117979" y="139330"/>
                  </a:cubicBezTo>
                  <a:cubicBezTo>
                    <a:pt x="117979" y="123791"/>
                    <a:pt x="113135" y="109470"/>
                    <a:pt x="104354" y="100025"/>
                  </a:cubicBezTo>
                  <a:cubicBezTo>
                    <a:pt x="98298" y="93322"/>
                    <a:pt x="92545" y="89666"/>
                    <a:pt x="79222" y="83876"/>
                  </a:cubicBezTo>
                  <a:cubicBezTo>
                    <a:pt x="100115" y="69556"/>
                    <a:pt x="107684" y="58283"/>
                    <a:pt x="107684" y="41830"/>
                  </a:cubicBezTo>
                  <a:cubicBezTo>
                    <a:pt x="107684" y="17150"/>
                    <a:pt x="88306" y="87"/>
                    <a:pt x="60449" y="87"/>
                  </a:cubicBezTo>
                  <a:cubicBezTo>
                    <a:pt x="45309" y="87"/>
                    <a:pt x="31986" y="5267"/>
                    <a:pt x="21086" y="15017"/>
                  </a:cubicBezTo>
                  <a:cubicBezTo>
                    <a:pt x="12002" y="23244"/>
                    <a:pt x="7460" y="31165"/>
                    <a:pt x="798" y="49447"/>
                  </a:cubicBezTo>
                  <a:lnTo>
                    <a:pt x="5340" y="50666"/>
                  </a:lnTo>
                  <a:cubicBezTo>
                    <a:pt x="17755" y="28423"/>
                    <a:pt x="31381" y="18369"/>
                    <a:pt x="50457" y="18369"/>
                  </a:cubicBezTo>
                  <a:cubicBezTo>
                    <a:pt x="70138" y="18369"/>
                    <a:pt x="83764" y="31775"/>
                    <a:pt x="83764" y="50970"/>
                  </a:cubicBezTo>
                  <a:cubicBezTo>
                    <a:pt x="83764" y="61939"/>
                    <a:pt x="79222" y="72908"/>
                    <a:pt x="71652" y="80525"/>
                  </a:cubicBezTo>
                  <a:cubicBezTo>
                    <a:pt x="62568" y="89666"/>
                    <a:pt x="54090" y="94236"/>
                    <a:pt x="33500" y="101548"/>
                  </a:cubicBezTo>
                  <a:lnTo>
                    <a:pt x="33500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2397F63-18F8-C141-B302-275F29952985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225670" y="7675532"/>
              <a:ext cx="172894" cy="269648"/>
            </a:xfrm>
            <a:custGeom>
              <a:avLst/>
              <a:gdLst>
                <a:gd name="connsiteX0" fmla="*/ 55308 w 172894"/>
                <a:gd name="connsiteY0" fmla="*/ 86009 h 269648"/>
                <a:gd name="connsiteX1" fmla="*/ 82559 w 172894"/>
                <a:gd name="connsiteY1" fmla="*/ 86009 h 269648"/>
                <a:gd name="connsiteX2" fmla="*/ 55913 w 172894"/>
                <a:gd name="connsiteY2" fmla="*/ 213978 h 269648"/>
                <a:gd name="connsiteX3" fmla="*/ 26542 w 172894"/>
                <a:gd name="connsiteY3" fmla="*/ 263338 h 269648"/>
                <a:gd name="connsiteX4" fmla="*/ 20486 w 172894"/>
                <a:gd name="connsiteY4" fmla="*/ 258463 h 269648"/>
                <a:gd name="connsiteX5" fmla="*/ 21698 w 172894"/>
                <a:gd name="connsiteY5" fmla="*/ 255111 h 269648"/>
                <a:gd name="connsiteX6" fmla="*/ 23212 w 172894"/>
                <a:gd name="connsiteY6" fmla="*/ 250236 h 269648"/>
                <a:gd name="connsiteX7" fmla="*/ 11403 w 172894"/>
                <a:gd name="connsiteY7" fmla="*/ 238658 h 269648"/>
                <a:gd name="connsiteX8" fmla="*/ 199 w 172894"/>
                <a:gd name="connsiteY8" fmla="*/ 251150 h 269648"/>
                <a:gd name="connsiteX9" fmla="*/ 24120 w 172894"/>
                <a:gd name="connsiteY9" fmla="*/ 269736 h 269648"/>
                <a:gd name="connsiteX10" fmla="*/ 84679 w 172894"/>
                <a:gd name="connsiteY10" fmla="*/ 183509 h 269648"/>
                <a:gd name="connsiteX11" fmla="*/ 106480 w 172894"/>
                <a:gd name="connsiteY11" fmla="*/ 86009 h 269648"/>
                <a:gd name="connsiteX12" fmla="*/ 139484 w 172894"/>
                <a:gd name="connsiteY12" fmla="*/ 86009 h 269648"/>
                <a:gd name="connsiteX13" fmla="*/ 141301 w 172894"/>
                <a:gd name="connsiteY13" fmla="*/ 76259 h 269648"/>
                <a:gd name="connsiteX14" fmla="*/ 108599 w 172894"/>
                <a:gd name="connsiteY14" fmla="*/ 76259 h 269648"/>
                <a:gd name="connsiteX15" fmla="*/ 145540 w 172894"/>
                <a:gd name="connsiteY15" fmla="*/ 6790 h 269648"/>
                <a:gd name="connsiteX16" fmla="*/ 152202 w 172894"/>
                <a:gd name="connsiteY16" fmla="*/ 10447 h 269648"/>
                <a:gd name="connsiteX17" fmla="*/ 150990 w 172894"/>
                <a:gd name="connsiteY17" fmla="*/ 13494 h 269648"/>
                <a:gd name="connsiteX18" fmla="*/ 149174 w 172894"/>
                <a:gd name="connsiteY18" fmla="*/ 19892 h 269648"/>
                <a:gd name="connsiteX19" fmla="*/ 160377 w 172894"/>
                <a:gd name="connsiteY19" fmla="*/ 32080 h 269648"/>
                <a:gd name="connsiteX20" fmla="*/ 173094 w 172894"/>
                <a:gd name="connsiteY20" fmla="*/ 19892 h 269648"/>
                <a:gd name="connsiteX21" fmla="*/ 147054 w 172894"/>
                <a:gd name="connsiteY21" fmla="*/ 87 h 269648"/>
                <a:gd name="connsiteX22" fmla="*/ 109508 w 172894"/>
                <a:gd name="connsiteY22" fmla="*/ 21111 h 269648"/>
                <a:gd name="connsiteX23" fmla="*/ 85284 w 172894"/>
                <a:gd name="connsiteY23" fmla="*/ 76259 h 269648"/>
                <a:gd name="connsiteX24" fmla="*/ 57427 w 172894"/>
                <a:gd name="connsiteY24" fmla="*/ 76259 h 269648"/>
                <a:gd name="connsiteX25" fmla="*/ 55308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08" y="86009"/>
                  </a:moveTo>
                  <a:lnTo>
                    <a:pt x="82559" y="86009"/>
                  </a:lnTo>
                  <a:lnTo>
                    <a:pt x="55913" y="213978"/>
                  </a:lnTo>
                  <a:cubicBezTo>
                    <a:pt x="49252" y="246580"/>
                    <a:pt x="39260" y="263338"/>
                    <a:pt x="26542" y="263338"/>
                  </a:cubicBezTo>
                  <a:cubicBezTo>
                    <a:pt x="22909" y="263338"/>
                    <a:pt x="20486" y="261205"/>
                    <a:pt x="20486" y="258463"/>
                  </a:cubicBezTo>
                  <a:cubicBezTo>
                    <a:pt x="20486" y="257548"/>
                    <a:pt x="20789" y="256634"/>
                    <a:pt x="21698" y="255111"/>
                  </a:cubicBezTo>
                  <a:cubicBezTo>
                    <a:pt x="22909" y="253283"/>
                    <a:pt x="23212" y="252064"/>
                    <a:pt x="23212" y="250236"/>
                  </a:cubicBezTo>
                  <a:cubicBezTo>
                    <a:pt x="23212" y="243838"/>
                    <a:pt x="17761" y="238658"/>
                    <a:pt x="11403" y="238658"/>
                  </a:cubicBezTo>
                  <a:cubicBezTo>
                    <a:pt x="5044" y="238658"/>
                    <a:pt x="199" y="244142"/>
                    <a:pt x="199" y="251150"/>
                  </a:cubicBezTo>
                  <a:cubicBezTo>
                    <a:pt x="199" y="261509"/>
                    <a:pt x="10797" y="269736"/>
                    <a:pt x="24120" y="269736"/>
                  </a:cubicBezTo>
                  <a:cubicBezTo>
                    <a:pt x="51069" y="269736"/>
                    <a:pt x="72264" y="239572"/>
                    <a:pt x="84679" y="183509"/>
                  </a:cubicBezTo>
                  <a:lnTo>
                    <a:pt x="106480" y="86009"/>
                  </a:lnTo>
                  <a:lnTo>
                    <a:pt x="139484" y="86009"/>
                  </a:lnTo>
                  <a:lnTo>
                    <a:pt x="141301" y="76259"/>
                  </a:lnTo>
                  <a:lnTo>
                    <a:pt x="108599" y="76259"/>
                  </a:lnTo>
                  <a:cubicBezTo>
                    <a:pt x="117380" y="28423"/>
                    <a:pt x="128584" y="6790"/>
                    <a:pt x="145540" y="6790"/>
                  </a:cubicBezTo>
                  <a:cubicBezTo>
                    <a:pt x="149476" y="6790"/>
                    <a:pt x="152202" y="8314"/>
                    <a:pt x="152202" y="10447"/>
                  </a:cubicBezTo>
                  <a:cubicBezTo>
                    <a:pt x="152202" y="11361"/>
                    <a:pt x="151899" y="11970"/>
                    <a:pt x="150990" y="13494"/>
                  </a:cubicBezTo>
                  <a:cubicBezTo>
                    <a:pt x="149779" y="16236"/>
                    <a:pt x="149174" y="17759"/>
                    <a:pt x="149174" y="19892"/>
                  </a:cubicBezTo>
                  <a:cubicBezTo>
                    <a:pt x="149174" y="27205"/>
                    <a:pt x="153715" y="32080"/>
                    <a:pt x="160377" y="32080"/>
                  </a:cubicBezTo>
                  <a:cubicBezTo>
                    <a:pt x="167341" y="32080"/>
                    <a:pt x="173094" y="26595"/>
                    <a:pt x="173094" y="19892"/>
                  </a:cubicBezTo>
                  <a:cubicBezTo>
                    <a:pt x="173094" y="8619"/>
                    <a:pt x="161891" y="87"/>
                    <a:pt x="147054" y="87"/>
                  </a:cubicBezTo>
                  <a:cubicBezTo>
                    <a:pt x="132217" y="87"/>
                    <a:pt x="120408" y="6790"/>
                    <a:pt x="109508" y="21111"/>
                  </a:cubicBezTo>
                  <a:cubicBezTo>
                    <a:pt x="100424" y="32994"/>
                    <a:pt x="94368" y="47009"/>
                    <a:pt x="85284" y="76259"/>
                  </a:cubicBezTo>
                  <a:lnTo>
                    <a:pt x="57427" y="76259"/>
                  </a:lnTo>
                  <a:lnTo>
                    <a:pt x="55308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701894-4DAC-B7A8-0C16-565FA4DAB51D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429019" y="7653595"/>
              <a:ext cx="70247" cy="304687"/>
            </a:xfrm>
            <a:custGeom>
              <a:avLst/>
              <a:gdLst>
                <a:gd name="connsiteX0" fmla="*/ 70452 w 70247"/>
                <a:gd name="connsiteY0" fmla="*/ 301727 h 304687"/>
                <a:gd name="connsiteX1" fmla="*/ 65305 w 70247"/>
                <a:gd name="connsiteY1" fmla="*/ 295024 h 304687"/>
                <a:gd name="connsiteX2" fmla="*/ 17766 w 70247"/>
                <a:gd name="connsiteY2" fmla="*/ 152430 h 304687"/>
                <a:gd name="connsiteX3" fmla="*/ 66516 w 70247"/>
                <a:gd name="connsiteY3" fmla="*/ 8313 h 304687"/>
                <a:gd name="connsiteX4" fmla="*/ 70452 w 70247"/>
                <a:gd name="connsiteY4" fmla="*/ 3134 h 304687"/>
                <a:gd name="connsiteX5" fmla="*/ 67424 w 70247"/>
                <a:gd name="connsiteY5" fmla="*/ 87 h 304687"/>
                <a:gd name="connsiteX6" fmla="*/ 19280 w 70247"/>
                <a:gd name="connsiteY6" fmla="*/ 59501 h 304687"/>
                <a:gd name="connsiteX7" fmla="*/ 204 w 70247"/>
                <a:gd name="connsiteY7" fmla="*/ 152430 h 304687"/>
                <a:gd name="connsiteX8" fmla="*/ 20188 w 70247"/>
                <a:gd name="connsiteY8" fmla="*/ 247493 h 304687"/>
                <a:gd name="connsiteX9" fmla="*/ 67424 w 70247"/>
                <a:gd name="connsiteY9" fmla="*/ 304774 h 304687"/>
                <a:gd name="connsiteX10" fmla="*/ 70452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52" y="301727"/>
                  </a:moveTo>
                  <a:cubicBezTo>
                    <a:pt x="70452" y="300813"/>
                    <a:pt x="70452" y="300204"/>
                    <a:pt x="65305" y="295024"/>
                  </a:cubicBezTo>
                  <a:cubicBezTo>
                    <a:pt x="27455" y="256634"/>
                    <a:pt x="17766" y="199048"/>
                    <a:pt x="17766" y="152430"/>
                  </a:cubicBezTo>
                  <a:cubicBezTo>
                    <a:pt x="17766" y="99415"/>
                    <a:pt x="29272" y="46399"/>
                    <a:pt x="66516" y="8313"/>
                  </a:cubicBezTo>
                  <a:cubicBezTo>
                    <a:pt x="70452" y="4657"/>
                    <a:pt x="70452" y="4048"/>
                    <a:pt x="70452" y="3134"/>
                  </a:cubicBezTo>
                  <a:cubicBezTo>
                    <a:pt x="70452" y="1001"/>
                    <a:pt x="69241" y="87"/>
                    <a:pt x="67424" y="87"/>
                  </a:cubicBezTo>
                  <a:cubicBezTo>
                    <a:pt x="64396" y="87"/>
                    <a:pt x="37145" y="20805"/>
                    <a:pt x="19280" y="59501"/>
                  </a:cubicBezTo>
                  <a:cubicBezTo>
                    <a:pt x="3838" y="93016"/>
                    <a:pt x="204" y="126837"/>
                    <a:pt x="204" y="152430"/>
                  </a:cubicBezTo>
                  <a:cubicBezTo>
                    <a:pt x="204" y="176196"/>
                    <a:pt x="3535" y="213063"/>
                    <a:pt x="20188" y="247493"/>
                  </a:cubicBezTo>
                  <a:cubicBezTo>
                    <a:pt x="38356" y="284970"/>
                    <a:pt x="64396" y="304774"/>
                    <a:pt x="67424" y="304774"/>
                  </a:cubicBezTo>
                  <a:cubicBezTo>
                    <a:pt x="69241" y="304774"/>
                    <a:pt x="70452" y="303860"/>
                    <a:pt x="70452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145F066-0559-F999-539A-E85285248798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508788" y="7747743"/>
              <a:ext cx="143523" cy="137718"/>
            </a:xfrm>
            <a:custGeom>
              <a:avLst/>
              <a:gdLst>
                <a:gd name="connsiteX0" fmla="*/ 130106 w 143523"/>
                <a:gd name="connsiteY0" fmla="*/ 100634 h 137718"/>
                <a:gd name="connsiteX1" fmla="*/ 123444 w 143523"/>
                <a:gd name="connsiteY1" fmla="*/ 108861 h 137718"/>
                <a:gd name="connsiteX2" fmla="*/ 109516 w 143523"/>
                <a:gd name="connsiteY2" fmla="*/ 121048 h 137718"/>
                <a:gd name="connsiteX3" fmla="*/ 100129 w 143523"/>
                <a:gd name="connsiteY3" fmla="*/ 108556 h 137718"/>
                <a:gd name="connsiteX4" fmla="*/ 98918 w 143523"/>
                <a:gd name="connsiteY4" fmla="*/ 103376 h 137718"/>
                <a:gd name="connsiteX5" fmla="*/ 88017 w 143523"/>
                <a:gd name="connsiteY5" fmla="*/ 54017 h 137718"/>
                <a:gd name="connsiteX6" fmla="*/ 117691 w 143523"/>
                <a:gd name="connsiteY6" fmla="*/ 17150 h 137718"/>
                <a:gd name="connsiteX7" fmla="*/ 124958 w 143523"/>
                <a:gd name="connsiteY7" fmla="*/ 19587 h 137718"/>
                <a:gd name="connsiteX8" fmla="*/ 133134 w 143523"/>
                <a:gd name="connsiteY8" fmla="*/ 22330 h 137718"/>
                <a:gd name="connsiteX9" fmla="*/ 143731 w 143523"/>
                <a:gd name="connsiteY9" fmla="*/ 11361 h 137718"/>
                <a:gd name="connsiteX10" fmla="*/ 131317 w 143523"/>
                <a:gd name="connsiteY10" fmla="*/ 87 h 137718"/>
                <a:gd name="connsiteX11" fmla="*/ 85595 w 143523"/>
                <a:gd name="connsiteY11" fmla="*/ 43658 h 137718"/>
                <a:gd name="connsiteX12" fmla="*/ 82264 w 143523"/>
                <a:gd name="connsiteY12" fmla="*/ 26900 h 137718"/>
                <a:gd name="connsiteX13" fmla="*/ 66519 w 143523"/>
                <a:gd name="connsiteY13" fmla="*/ 87 h 137718"/>
                <a:gd name="connsiteX14" fmla="*/ 31092 w 143523"/>
                <a:gd name="connsiteY14" fmla="*/ 8923 h 137718"/>
                <a:gd name="connsiteX15" fmla="*/ 27762 w 143523"/>
                <a:gd name="connsiteY15" fmla="*/ 10142 h 137718"/>
                <a:gd name="connsiteX16" fmla="*/ 28973 w 143523"/>
                <a:gd name="connsiteY16" fmla="*/ 14712 h 137718"/>
                <a:gd name="connsiteX17" fmla="*/ 45929 w 143523"/>
                <a:gd name="connsiteY17" fmla="*/ 11361 h 137718"/>
                <a:gd name="connsiteX18" fmla="*/ 59555 w 143523"/>
                <a:gd name="connsiteY18" fmla="*/ 32384 h 137718"/>
                <a:gd name="connsiteX19" fmla="*/ 68336 w 143523"/>
                <a:gd name="connsiteY19" fmla="*/ 69861 h 137718"/>
                <a:gd name="connsiteX20" fmla="*/ 43507 w 143523"/>
                <a:gd name="connsiteY20" fmla="*/ 105509 h 137718"/>
                <a:gd name="connsiteX21" fmla="*/ 28064 w 143523"/>
                <a:gd name="connsiteY21" fmla="*/ 120134 h 137718"/>
                <a:gd name="connsiteX22" fmla="*/ 20192 w 143523"/>
                <a:gd name="connsiteY22" fmla="*/ 117392 h 137718"/>
                <a:gd name="connsiteX23" fmla="*/ 10502 w 143523"/>
                <a:gd name="connsiteY23" fmla="*/ 114345 h 137718"/>
                <a:gd name="connsiteX24" fmla="*/ 207 w 143523"/>
                <a:gd name="connsiteY24" fmla="*/ 125009 h 137718"/>
                <a:gd name="connsiteX25" fmla="*/ 15347 w 143523"/>
                <a:gd name="connsiteY25" fmla="*/ 137806 h 137718"/>
                <a:gd name="connsiteX26" fmla="*/ 43507 w 143523"/>
                <a:gd name="connsiteY26" fmla="*/ 116478 h 137718"/>
                <a:gd name="connsiteX27" fmla="*/ 70758 w 143523"/>
                <a:gd name="connsiteY27" fmla="*/ 80830 h 137718"/>
                <a:gd name="connsiteX28" fmla="*/ 79842 w 143523"/>
                <a:gd name="connsiteY28" fmla="*/ 117392 h 137718"/>
                <a:gd name="connsiteX29" fmla="*/ 97404 w 143523"/>
                <a:gd name="connsiteY29" fmla="*/ 137806 h 137718"/>
                <a:gd name="connsiteX30" fmla="*/ 134345 w 143523"/>
                <a:gd name="connsiteY30" fmla="*/ 103072 h 137718"/>
                <a:gd name="connsiteX31" fmla="*/ 130106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06" y="100634"/>
                  </a:moveTo>
                  <a:cubicBezTo>
                    <a:pt x="127683" y="103376"/>
                    <a:pt x="126169" y="105205"/>
                    <a:pt x="123444" y="108861"/>
                  </a:cubicBezTo>
                  <a:cubicBezTo>
                    <a:pt x="116480" y="118001"/>
                    <a:pt x="112846" y="121048"/>
                    <a:pt x="109516" y="121048"/>
                  </a:cubicBezTo>
                  <a:cubicBezTo>
                    <a:pt x="104974" y="121048"/>
                    <a:pt x="102249" y="117087"/>
                    <a:pt x="100129" y="108556"/>
                  </a:cubicBezTo>
                  <a:cubicBezTo>
                    <a:pt x="99524" y="106119"/>
                    <a:pt x="99221" y="104291"/>
                    <a:pt x="98918" y="103376"/>
                  </a:cubicBezTo>
                  <a:cubicBezTo>
                    <a:pt x="91348" y="72603"/>
                    <a:pt x="88017" y="58587"/>
                    <a:pt x="88017" y="54017"/>
                  </a:cubicBezTo>
                  <a:cubicBezTo>
                    <a:pt x="101340" y="30556"/>
                    <a:pt x="112241" y="17150"/>
                    <a:pt x="117691" y="17150"/>
                  </a:cubicBezTo>
                  <a:cubicBezTo>
                    <a:pt x="119508" y="17150"/>
                    <a:pt x="121930" y="18064"/>
                    <a:pt x="124958" y="19587"/>
                  </a:cubicBezTo>
                  <a:cubicBezTo>
                    <a:pt x="128592" y="21720"/>
                    <a:pt x="130711" y="22330"/>
                    <a:pt x="133134" y="22330"/>
                  </a:cubicBezTo>
                  <a:cubicBezTo>
                    <a:pt x="139492" y="22330"/>
                    <a:pt x="143731" y="17759"/>
                    <a:pt x="143731" y="11361"/>
                  </a:cubicBezTo>
                  <a:cubicBezTo>
                    <a:pt x="143731" y="4962"/>
                    <a:pt x="138584" y="87"/>
                    <a:pt x="131317" y="87"/>
                  </a:cubicBezTo>
                  <a:cubicBezTo>
                    <a:pt x="117994" y="87"/>
                    <a:pt x="106488" y="11056"/>
                    <a:pt x="85595" y="43658"/>
                  </a:cubicBezTo>
                  <a:lnTo>
                    <a:pt x="82264" y="26900"/>
                  </a:lnTo>
                  <a:cubicBezTo>
                    <a:pt x="78025" y="6181"/>
                    <a:pt x="74695" y="87"/>
                    <a:pt x="66519" y="87"/>
                  </a:cubicBezTo>
                  <a:cubicBezTo>
                    <a:pt x="59858" y="87"/>
                    <a:pt x="49563" y="2830"/>
                    <a:pt x="31092" y="8923"/>
                  </a:cubicBezTo>
                  <a:lnTo>
                    <a:pt x="27762" y="10142"/>
                  </a:lnTo>
                  <a:lnTo>
                    <a:pt x="28973" y="14712"/>
                  </a:lnTo>
                  <a:cubicBezTo>
                    <a:pt x="40479" y="11970"/>
                    <a:pt x="43204" y="11361"/>
                    <a:pt x="45929" y="11361"/>
                  </a:cubicBezTo>
                  <a:cubicBezTo>
                    <a:pt x="53499" y="11361"/>
                    <a:pt x="55316" y="14103"/>
                    <a:pt x="59555" y="32384"/>
                  </a:cubicBezTo>
                  <a:lnTo>
                    <a:pt x="68336" y="69861"/>
                  </a:lnTo>
                  <a:lnTo>
                    <a:pt x="43507" y="105509"/>
                  </a:lnTo>
                  <a:cubicBezTo>
                    <a:pt x="37451" y="114650"/>
                    <a:pt x="31395" y="120134"/>
                    <a:pt x="28064" y="120134"/>
                  </a:cubicBezTo>
                  <a:cubicBezTo>
                    <a:pt x="26248" y="120134"/>
                    <a:pt x="23220" y="119220"/>
                    <a:pt x="20192" y="117392"/>
                  </a:cubicBezTo>
                  <a:cubicBezTo>
                    <a:pt x="16255" y="115259"/>
                    <a:pt x="12925" y="114345"/>
                    <a:pt x="10502" y="114345"/>
                  </a:cubicBezTo>
                  <a:cubicBezTo>
                    <a:pt x="4749" y="114345"/>
                    <a:pt x="207" y="118916"/>
                    <a:pt x="207" y="125009"/>
                  </a:cubicBezTo>
                  <a:cubicBezTo>
                    <a:pt x="207" y="132931"/>
                    <a:pt x="6263" y="137806"/>
                    <a:pt x="15347" y="137806"/>
                  </a:cubicBezTo>
                  <a:cubicBezTo>
                    <a:pt x="24734" y="137806"/>
                    <a:pt x="28367" y="135064"/>
                    <a:pt x="43507" y="116478"/>
                  </a:cubicBezTo>
                  <a:cubicBezTo>
                    <a:pt x="51682" y="106728"/>
                    <a:pt x="58041" y="98501"/>
                    <a:pt x="70758" y="80830"/>
                  </a:cubicBezTo>
                  <a:lnTo>
                    <a:pt x="79842" y="117392"/>
                  </a:lnTo>
                  <a:cubicBezTo>
                    <a:pt x="83778" y="132931"/>
                    <a:pt x="87715" y="137806"/>
                    <a:pt x="97404" y="137806"/>
                  </a:cubicBezTo>
                  <a:cubicBezTo>
                    <a:pt x="108910" y="137806"/>
                    <a:pt x="116783" y="130494"/>
                    <a:pt x="134345" y="103072"/>
                  </a:cubicBezTo>
                  <a:lnTo>
                    <a:pt x="130106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E1E4B41-31C0-0AA5-A13E-EE19BAB63296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8658628" y="7775893"/>
              <a:ext cx="99709" cy="152416"/>
            </a:xfrm>
            <a:custGeom>
              <a:avLst/>
              <a:gdLst>
                <a:gd name="connsiteX0" fmla="*/ 99921 w 99709"/>
                <a:gd name="connsiteY0" fmla="*/ 121617 h 152416"/>
                <a:gd name="connsiteX1" fmla="*/ 97008 w 99709"/>
                <a:gd name="connsiteY1" fmla="*/ 120490 h 152416"/>
                <a:gd name="connsiteX2" fmla="*/ 75722 w 99709"/>
                <a:gd name="connsiteY2" fmla="*/ 135371 h 152416"/>
                <a:gd name="connsiteX3" fmla="*/ 22170 w 99709"/>
                <a:gd name="connsiteY3" fmla="*/ 135371 h 152416"/>
                <a:gd name="connsiteX4" fmla="*/ 59813 w 99709"/>
                <a:gd name="connsiteY4" fmla="*/ 95688 h 152416"/>
                <a:gd name="connsiteX5" fmla="*/ 88493 w 99709"/>
                <a:gd name="connsiteY5" fmla="*/ 39998 h 152416"/>
                <a:gd name="connsiteX6" fmla="*/ 47041 w 99709"/>
                <a:gd name="connsiteY6" fmla="*/ 90 h 152416"/>
                <a:gd name="connsiteX7" fmla="*/ 14776 w 99709"/>
                <a:gd name="connsiteY7" fmla="*/ 14069 h 152416"/>
                <a:gd name="connsiteX8" fmla="*/ 435 w 99709"/>
                <a:gd name="connsiteY8" fmla="*/ 44958 h 152416"/>
                <a:gd name="connsiteX9" fmla="*/ 5141 w 99709"/>
                <a:gd name="connsiteY9" fmla="*/ 46085 h 152416"/>
                <a:gd name="connsiteX10" fmla="*/ 37630 w 99709"/>
                <a:gd name="connsiteY10" fmla="*/ 16774 h 152416"/>
                <a:gd name="connsiteX11" fmla="*/ 69224 w 99709"/>
                <a:gd name="connsiteY11" fmla="*/ 48565 h 152416"/>
                <a:gd name="connsiteX12" fmla="*/ 40095 w 99709"/>
                <a:gd name="connsiteY12" fmla="*/ 107187 h 152416"/>
                <a:gd name="connsiteX13" fmla="*/ 211 w 99709"/>
                <a:gd name="connsiteY13" fmla="*/ 149801 h 152416"/>
                <a:gd name="connsiteX14" fmla="*/ 211 w 99709"/>
                <a:gd name="connsiteY14" fmla="*/ 152506 h 152416"/>
                <a:gd name="connsiteX15" fmla="*/ 87597 w 99709"/>
                <a:gd name="connsiteY15" fmla="*/ 152506 h 152416"/>
                <a:gd name="connsiteX16" fmla="*/ 99921 w 99709"/>
                <a:gd name="connsiteY16" fmla="*/ 121617 h 1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9709" h="152416">
                  <a:moveTo>
                    <a:pt x="99921" y="121617"/>
                  </a:moveTo>
                  <a:lnTo>
                    <a:pt x="97008" y="120490"/>
                  </a:lnTo>
                  <a:cubicBezTo>
                    <a:pt x="88718" y="133342"/>
                    <a:pt x="85805" y="135371"/>
                    <a:pt x="75722" y="135371"/>
                  </a:cubicBezTo>
                  <a:lnTo>
                    <a:pt x="22170" y="135371"/>
                  </a:lnTo>
                  <a:lnTo>
                    <a:pt x="59813" y="95688"/>
                  </a:lnTo>
                  <a:cubicBezTo>
                    <a:pt x="79755" y="74720"/>
                    <a:pt x="88493" y="57584"/>
                    <a:pt x="88493" y="39998"/>
                  </a:cubicBezTo>
                  <a:cubicBezTo>
                    <a:pt x="88493" y="17451"/>
                    <a:pt x="70344" y="90"/>
                    <a:pt x="47041" y="90"/>
                  </a:cubicBezTo>
                  <a:cubicBezTo>
                    <a:pt x="34717" y="90"/>
                    <a:pt x="23066" y="5050"/>
                    <a:pt x="14776" y="14069"/>
                  </a:cubicBezTo>
                  <a:cubicBezTo>
                    <a:pt x="7605" y="21735"/>
                    <a:pt x="4244" y="28950"/>
                    <a:pt x="435" y="44958"/>
                  </a:cubicBezTo>
                  <a:lnTo>
                    <a:pt x="5141" y="46085"/>
                  </a:lnTo>
                  <a:cubicBezTo>
                    <a:pt x="14103" y="23989"/>
                    <a:pt x="22170" y="16774"/>
                    <a:pt x="37630" y="16774"/>
                  </a:cubicBezTo>
                  <a:cubicBezTo>
                    <a:pt x="56452" y="16774"/>
                    <a:pt x="69224" y="29626"/>
                    <a:pt x="69224" y="48565"/>
                  </a:cubicBezTo>
                  <a:cubicBezTo>
                    <a:pt x="69224" y="66152"/>
                    <a:pt x="58917" y="87121"/>
                    <a:pt x="40095" y="107187"/>
                  </a:cubicBezTo>
                  <a:lnTo>
                    <a:pt x="211" y="149801"/>
                  </a:lnTo>
                  <a:lnTo>
                    <a:pt x="211" y="152506"/>
                  </a:lnTo>
                  <a:lnTo>
                    <a:pt x="87597" y="152506"/>
                  </a:lnTo>
                  <a:lnTo>
                    <a:pt x="99921" y="121617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9AF03FC-3D59-359D-F86D-8339D7C3086A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8796815" y="7653595"/>
              <a:ext cx="70248" cy="304687"/>
            </a:xfrm>
            <a:custGeom>
              <a:avLst/>
              <a:gdLst>
                <a:gd name="connsiteX0" fmla="*/ 70464 w 70248"/>
                <a:gd name="connsiteY0" fmla="*/ 152430 h 304687"/>
                <a:gd name="connsiteX1" fmla="*/ 50480 w 70248"/>
                <a:gd name="connsiteY1" fmla="*/ 57368 h 304687"/>
                <a:gd name="connsiteX2" fmla="*/ 3244 w 70248"/>
                <a:gd name="connsiteY2" fmla="*/ 87 h 304687"/>
                <a:gd name="connsiteX3" fmla="*/ 216 w 70248"/>
                <a:gd name="connsiteY3" fmla="*/ 3134 h 304687"/>
                <a:gd name="connsiteX4" fmla="*/ 5970 w 70248"/>
                <a:gd name="connsiteY4" fmla="*/ 10141 h 304687"/>
                <a:gd name="connsiteX5" fmla="*/ 52902 w 70248"/>
                <a:gd name="connsiteY5" fmla="*/ 152430 h 304687"/>
                <a:gd name="connsiteX6" fmla="*/ 4153 w 70248"/>
                <a:gd name="connsiteY6" fmla="*/ 296548 h 304687"/>
                <a:gd name="connsiteX7" fmla="*/ 216 w 70248"/>
                <a:gd name="connsiteY7" fmla="*/ 301727 h 304687"/>
                <a:gd name="connsiteX8" fmla="*/ 3244 w 70248"/>
                <a:gd name="connsiteY8" fmla="*/ 304774 h 304687"/>
                <a:gd name="connsiteX9" fmla="*/ 51389 w 70248"/>
                <a:gd name="connsiteY9" fmla="*/ 245360 h 304687"/>
                <a:gd name="connsiteX10" fmla="*/ 70464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464" y="152430"/>
                  </a:moveTo>
                  <a:cubicBezTo>
                    <a:pt x="70464" y="128665"/>
                    <a:pt x="67134" y="91798"/>
                    <a:pt x="50480" y="57368"/>
                  </a:cubicBezTo>
                  <a:cubicBezTo>
                    <a:pt x="32313" y="19891"/>
                    <a:pt x="6272" y="87"/>
                    <a:pt x="3244" y="87"/>
                  </a:cubicBezTo>
                  <a:cubicBezTo>
                    <a:pt x="1428" y="87"/>
                    <a:pt x="216" y="1305"/>
                    <a:pt x="216" y="3134"/>
                  </a:cubicBezTo>
                  <a:cubicBezTo>
                    <a:pt x="216" y="4048"/>
                    <a:pt x="216" y="4657"/>
                    <a:pt x="5970" y="10141"/>
                  </a:cubicBezTo>
                  <a:cubicBezTo>
                    <a:pt x="35643" y="40305"/>
                    <a:pt x="52902" y="88751"/>
                    <a:pt x="52902" y="152430"/>
                  </a:cubicBezTo>
                  <a:cubicBezTo>
                    <a:pt x="52902" y="204532"/>
                    <a:pt x="41699" y="258157"/>
                    <a:pt x="4153" y="296548"/>
                  </a:cubicBezTo>
                  <a:cubicBezTo>
                    <a:pt x="216" y="300204"/>
                    <a:pt x="216" y="300813"/>
                    <a:pt x="216" y="301727"/>
                  </a:cubicBezTo>
                  <a:cubicBezTo>
                    <a:pt x="216" y="303556"/>
                    <a:pt x="1428" y="304774"/>
                    <a:pt x="3244" y="304774"/>
                  </a:cubicBezTo>
                  <a:cubicBezTo>
                    <a:pt x="6272" y="304774"/>
                    <a:pt x="33524" y="284056"/>
                    <a:pt x="51389" y="245360"/>
                  </a:cubicBezTo>
                  <a:cubicBezTo>
                    <a:pt x="66831" y="211845"/>
                    <a:pt x="70464" y="178024"/>
                    <a:pt x="70464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42763E8-F12A-04D7-1F8A-C3D5EB2138AC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8914433" y="7704478"/>
              <a:ext cx="201357" cy="202921"/>
            </a:xfrm>
            <a:custGeom>
              <a:avLst/>
              <a:gdLst>
                <a:gd name="connsiteX0" fmla="*/ 107107 w 201357"/>
                <a:gd name="connsiteY0" fmla="*/ 107641 h 202921"/>
                <a:gd name="connsiteX1" fmla="*/ 191586 w 201357"/>
                <a:gd name="connsiteY1" fmla="*/ 107641 h 202921"/>
                <a:gd name="connsiteX2" fmla="*/ 201578 w 201357"/>
                <a:gd name="connsiteY2" fmla="*/ 101548 h 202921"/>
                <a:gd name="connsiteX3" fmla="*/ 191586 w 201357"/>
                <a:gd name="connsiteY3" fmla="*/ 95454 h 202921"/>
                <a:gd name="connsiteX4" fmla="*/ 107107 w 201357"/>
                <a:gd name="connsiteY4" fmla="*/ 95454 h 202921"/>
                <a:gd name="connsiteX5" fmla="*/ 107107 w 201357"/>
                <a:gd name="connsiteY5" fmla="*/ 10141 h 202921"/>
                <a:gd name="connsiteX6" fmla="*/ 101051 w 201357"/>
                <a:gd name="connsiteY6" fmla="*/ 87 h 202921"/>
                <a:gd name="connsiteX7" fmla="*/ 94995 w 201357"/>
                <a:gd name="connsiteY7" fmla="*/ 10141 h 202921"/>
                <a:gd name="connsiteX8" fmla="*/ 94995 w 201357"/>
                <a:gd name="connsiteY8" fmla="*/ 95454 h 202921"/>
                <a:gd name="connsiteX9" fmla="*/ 10213 w 201357"/>
                <a:gd name="connsiteY9" fmla="*/ 95454 h 202921"/>
                <a:gd name="connsiteX10" fmla="*/ 221 w 201357"/>
                <a:gd name="connsiteY10" fmla="*/ 101548 h 202921"/>
                <a:gd name="connsiteX11" fmla="*/ 10213 w 201357"/>
                <a:gd name="connsiteY11" fmla="*/ 107641 h 202921"/>
                <a:gd name="connsiteX12" fmla="*/ 94995 w 201357"/>
                <a:gd name="connsiteY12" fmla="*/ 107641 h 202921"/>
                <a:gd name="connsiteX13" fmla="*/ 94995 w 201357"/>
                <a:gd name="connsiteY13" fmla="*/ 192954 h 202921"/>
                <a:gd name="connsiteX14" fmla="*/ 101051 w 201357"/>
                <a:gd name="connsiteY14" fmla="*/ 203009 h 202921"/>
                <a:gd name="connsiteX15" fmla="*/ 107107 w 201357"/>
                <a:gd name="connsiteY15" fmla="*/ 192954 h 202921"/>
                <a:gd name="connsiteX16" fmla="*/ 107107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07" y="107641"/>
                  </a:moveTo>
                  <a:lnTo>
                    <a:pt x="191586" y="107641"/>
                  </a:lnTo>
                  <a:cubicBezTo>
                    <a:pt x="195825" y="107641"/>
                    <a:pt x="201578" y="107641"/>
                    <a:pt x="201578" y="101548"/>
                  </a:cubicBezTo>
                  <a:cubicBezTo>
                    <a:pt x="201578" y="95454"/>
                    <a:pt x="195825" y="95454"/>
                    <a:pt x="191586" y="95454"/>
                  </a:cubicBezTo>
                  <a:lnTo>
                    <a:pt x="107107" y="95454"/>
                  </a:lnTo>
                  <a:lnTo>
                    <a:pt x="107107" y="10141"/>
                  </a:lnTo>
                  <a:cubicBezTo>
                    <a:pt x="107107" y="5876"/>
                    <a:pt x="107107" y="87"/>
                    <a:pt x="101051" y="87"/>
                  </a:cubicBezTo>
                  <a:cubicBezTo>
                    <a:pt x="94995" y="87"/>
                    <a:pt x="94995" y="5876"/>
                    <a:pt x="94995" y="10141"/>
                  </a:cubicBezTo>
                  <a:lnTo>
                    <a:pt x="94995" y="95454"/>
                  </a:lnTo>
                  <a:lnTo>
                    <a:pt x="10213" y="95454"/>
                  </a:lnTo>
                  <a:cubicBezTo>
                    <a:pt x="5974" y="95454"/>
                    <a:pt x="221" y="95454"/>
                    <a:pt x="221" y="101548"/>
                  </a:cubicBezTo>
                  <a:cubicBezTo>
                    <a:pt x="221" y="107641"/>
                    <a:pt x="5974" y="107641"/>
                    <a:pt x="10213" y="107641"/>
                  </a:cubicBezTo>
                  <a:lnTo>
                    <a:pt x="94995" y="107641"/>
                  </a:lnTo>
                  <a:lnTo>
                    <a:pt x="94995" y="192954"/>
                  </a:lnTo>
                  <a:cubicBezTo>
                    <a:pt x="94995" y="197220"/>
                    <a:pt x="94995" y="203009"/>
                    <a:pt x="101051" y="203009"/>
                  </a:cubicBezTo>
                  <a:cubicBezTo>
                    <a:pt x="107107" y="203009"/>
                    <a:pt x="107107" y="197220"/>
                    <a:pt x="107107" y="192954"/>
                  </a:cubicBezTo>
                  <a:lnTo>
                    <a:pt x="107107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3753A16-DEB0-800A-2204-7B6E29B7A8D8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142706" y="7676142"/>
              <a:ext cx="134742" cy="205968"/>
            </a:xfrm>
            <a:custGeom>
              <a:avLst/>
              <a:gdLst>
                <a:gd name="connsiteX0" fmla="*/ 134971 w 134742"/>
                <a:gd name="connsiteY0" fmla="*/ 164314 h 205968"/>
                <a:gd name="connsiteX1" fmla="*/ 131034 w 134742"/>
                <a:gd name="connsiteY1" fmla="*/ 162791 h 205968"/>
                <a:gd name="connsiteX2" fmla="*/ 102269 w 134742"/>
                <a:gd name="connsiteY2" fmla="*/ 182900 h 205968"/>
                <a:gd name="connsiteX3" fmla="*/ 29901 w 134742"/>
                <a:gd name="connsiteY3" fmla="*/ 182900 h 205968"/>
                <a:gd name="connsiteX4" fmla="*/ 80771 w 134742"/>
                <a:gd name="connsiteY4" fmla="*/ 129275 h 205968"/>
                <a:gd name="connsiteX5" fmla="*/ 119528 w 134742"/>
                <a:gd name="connsiteY5" fmla="*/ 54017 h 205968"/>
                <a:gd name="connsiteX6" fmla="*/ 63511 w 134742"/>
                <a:gd name="connsiteY6" fmla="*/ 87 h 205968"/>
                <a:gd name="connsiteX7" fmla="*/ 19909 w 134742"/>
                <a:gd name="connsiteY7" fmla="*/ 18978 h 205968"/>
                <a:gd name="connsiteX8" fmla="*/ 530 w 134742"/>
                <a:gd name="connsiteY8" fmla="*/ 60720 h 205968"/>
                <a:gd name="connsiteX9" fmla="*/ 6889 w 134742"/>
                <a:gd name="connsiteY9" fmla="*/ 62244 h 205968"/>
                <a:gd name="connsiteX10" fmla="*/ 50794 w 134742"/>
                <a:gd name="connsiteY10" fmla="*/ 22634 h 205968"/>
                <a:gd name="connsiteX11" fmla="*/ 93488 w 134742"/>
                <a:gd name="connsiteY11" fmla="*/ 65595 h 205968"/>
                <a:gd name="connsiteX12" fmla="*/ 54125 w 134742"/>
                <a:gd name="connsiteY12" fmla="*/ 144814 h 205968"/>
                <a:gd name="connsiteX13" fmla="*/ 228 w 134742"/>
                <a:gd name="connsiteY13" fmla="*/ 202400 h 205968"/>
                <a:gd name="connsiteX14" fmla="*/ 228 w 134742"/>
                <a:gd name="connsiteY14" fmla="*/ 206056 h 205968"/>
                <a:gd name="connsiteX15" fmla="*/ 118317 w 134742"/>
                <a:gd name="connsiteY15" fmla="*/ 206056 h 205968"/>
                <a:gd name="connsiteX16" fmla="*/ 134971 w 134742"/>
                <a:gd name="connsiteY16" fmla="*/ 164314 h 2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42" h="205968">
                  <a:moveTo>
                    <a:pt x="134971" y="164314"/>
                  </a:moveTo>
                  <a:lnTo>
                    <a:pt x="131034" y="162791"/>
                  </a:lnTo>
                  <a:cubicBezTo>
                    <a:pt x="119831" y="180158"/>
                    <a:pt x="115895" y="182900"/>
                    <a:pt x="102269" y="182900"/>
                  </a:cubicBezTo>
                  <a:lnTo>
                    <a:pt x="29901" y="182900"/>
                  </a:lnTo>
                  <a:lnTo>
                    <a:pt x="80771" y="129275"/>
                  </a:lnTo>
                  <a:cubicBezTo>
                    <a:pt x="107719" y="100939"/>
                    <a:pt x="119528" y="77783"/>
                    <a:pt x="119528" y="54017"/>
                  </a:cubicBezTo>
                  <a:cubicBezTo>
                    <a:pt x="119528" y="23548"/>
                    <a:pt x="95002" y="87"/>
                    <a:pt x="63511" y="87"/>
                  </a:cubicBezTo>
                  <a:cubicBezTo>
                    <a:pt x="46858" y="87"/>
                    <a:pt x="31113" y="6790"/>
                    <a:pt x="19909" y="18978"/>
                  </a:cubicBezTo>
                  <a:cubicBezTo>
                    <a:pt x="10220" y="29337"/>
                    <a:pt x="5678" y="39087"/>
                    <a:pt x="530" y="60720"/>
                  </a:cubicBezTo>
                  <a:lnTo>
                    <a:pt x="6889" y="62244"/>
                  </a:lnTo>
                  <a:cubicBezTo>
                    <a:pt x="19001" y="32384"/>
                    <a:pt x="29901" y="22634"/>
                    <a:pt x="50794" y="22634"/>
                  </a:cubicBezTo>
                  <a:cubicBezTo>
                    <a:pt x="76229" y="22634"/>
                    <a:pt x="93488" y="40001"/>
                    <a:pt x="93488" y="65595"/>
                  </a:cubicBezTo>
                  <a:cubicBezTo>
                    <a:pt x="93488" y="89361"/>
                    <a:pt x="79559" y="117697"/>
                    <a:pt x="54125" y="144814"/>
                  </a:cubicBezTo>
                  <a:lnTo>
                    <a:pt x="228" y="202400"/>
                  </a:lnTo>
                  <a:lnTo>
                    <a:pt x="228" y="206056"/>
                  </a:lnTo>
                  <a:lnTo>
                    <a:pt x="118317" y="206056"/>
                  </a:lnTo>
                  <a:lnTo>
                    <a:pt x="134971" y="16431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7FCCB16-0F47-2749-450B-CCC825EEDB45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286665" y="7675532"/>
              <a:ext cx="172894" cy="269648"/>
            </a:xfrm>
            <a:custGeom>
              <a:avLst/>
              <a:gdLst>
                <a:gd name="connsiteX0" fmla="*/ 55342 w 172894"/>
                <a:gd name="connsiteY0" fmla="*/ 86009 h 269648"/>
                <a:gd name="connsiteX1" fmla="*/ 82594 w 172894"/>
                <a:gd name="connsiteY1" fmla="*/ 86009 h 269648"/>
                <a:gd name="connsiteX2" fmla="*/ 55948 w 172894"/>
                <a:gd name="connsiteY2" fmla="*/ 213978 h 269648"/>
                <a:gd name="connsiteX3" fmla="*/ 26577 w 172894"/>
                <a:gd name="connsiteY3" fmla="*/ 263338 h 269648"/>
                <a:gd name="connsiteX4" fmla="*/ 20521 w 172894"/>
                <a:gd name="connsiteY4" fmla="*/ 258463 h 269648"/>
                <a:gd name="connsiteX5" fmla="*/ 21732 w 172894"/>
                <a:gd name="connsiteY5" fmla="*/ 255111 h 269648"/>
                <a:gd name="connsiteX6" fmla="*/ 23246 w 172894"/>
                <a:gd name="connsiteY6" fmla="*/ 250236 h 269648"/>
                <a:gd name="connsiteX7" fmla="*/ 11437 w 172894"/>
                <a:gd name="connsiteY7" fmla="*/ 238658 h 269648"/>
                <a:gd name="connsiteX8" fmla="*/ 234 w 172894"/>
                <a:gd name="connsiteY8" fmla="*/ 251150 h 269648"/>
                <a:gd name="connsiteX9" fmla="*/ 24155 w 172894"/>
                <a:gd name="connsiteY9" fmla="*/ 269736 h 269648"/>
                <a:gd name="connsiteX10" fmla="*/ 84713 w 172894"/>
                <a:gd name="connsiteY10" fmla="*/ 183509 h 269648"/>
                <a:gd name="connsiteX11" fmla="*/ 106515 w 172894"/>
                <a:gd name="connsiteY11" fmla="*/ 86009 h 269648"/>
                <a:gd name="connsiteX12" fmla="*/ 139519 w 172894"/>
                <a:gd name="connsiteY12" fmla="*/ 86009 h 269648"/>
                <a:gd name="connsiteX13" fmla="*/ 141336 w 172894"/>
                <a:gd name="connsiteY13" fmla="*/ 76259 h 269648"/>
                <a:gd name="connsiteX14" fmla="*/ 108634 w 172894"/>
                <a:gd name="connsiteY14" fmla="*/ 76259 h 269648"/>
                <a:gd name="connsiteX15" fmla="*/ 145575 w 172894"/>
                <a:gd name="connsiteY15" fmla="*/ 6790 h 269648"/>
                <a:gd name="connsiteX16" fmla="*/ 152236 w 172894"/>
                <a:gd name="connsiteY16" fmla="*/ 10447 h 269648"/>
                <a:gd name="connsiteX17" fmla="*/ 151025 w 172894"/>
                <a:gd name="connsiteY17" fmla="*/ 13494 h 269648"/>
                <a:gd name="connsiteX18" fmla="*/ 149208 w 172894"/>
                <a:gd name="connsiteY18" fmla="*/ 19892 h 269648"/>
                <a:gd name="connsiteX19" fmla="*/ 160412 w 172894"/>
                <a:gd name="connsiteY19" fmla="*/ 32080 h 269648"/>
                <a:gd name="connsiteX20" fmla="*/ 173129 w 172894"/>
                <a:gd name="connsiteY20" fmla="*/ 19892 h 269648"/>
                <a:gd name="connsiteX21" fmla="*/ 147089 w 172894"/>
                <a:gd name="connsiteY21" fmla="*/ 87 h 269648"/>
                <a:gd name="connsiteX22" fmla="*/ 109542 w 172894"/>
                <a:gd name="connsiteY22" fmla="*/ 21111 h 269648"/>
                <a:gd name="connsiteX23" fmla="*/ 85319 w 172894"/>
                <a:gd name="connsiteY23" fmla="*/ 76259 h 269648"/>
                <a:gd name="connsiteX24" fmla="*/ 57462 w 172894"/>
                <a:gd name="connsiteY24" fmla="*/ 76259 h 269648"/>
                <a:gd name="connsiteX25" fmla="*/ 55342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42" y="86009"/>
                  </a:moveTo>
                  <a:lnTo>
                    <a:pt x="82594" y="86009"/>
                  </a:lnTo>
                  <a:lnTo>
                    <a:pt x="55948" y="213978"/>
                  </a:lnTo>
                  <a:cubicBezTo>
                    <a:pt x="49287" y="246580"/>
                    <a:pt x="39294" y="263338"/>
                    <a:pt x="26577" y="263338"/>
                  </a:cubicBezTo>
                  <a:cubicBezTo>
                    <a:pt x="22944" y="263338"/>
                    <a:pt x="20521" y="261205"/>
                    <a:pt x="20521" y="258463"/>
                  </a:cubicBezTo>
                  <a:cubicBezTo>
                    <a:pt x="20521" y="257548"/>
                    <a:pt x="20824" y="256634"/>
                    <a:pt x="21732" y="255111"/>
                  </a:cubicBezTo>
                  <a:cubicBezTo>
                    <a:pt x="22944" y="253283"/>
                    <a:pt x="23246" y="252064"/>
                    <a:pt x="23246" y="250236"/>
                  </a:cubicBezTo>
                  <a:cubicBezTo>
                    <a:pt x="23246" y="243838"/>
                    <a:pt x="17796" y="238658"/>
                    <a:pt x="11437" y="238658"/>
                  </a:cubicBezTo>
                  <a:cubicBezTo>
                    <a:pt x="5079" y="238658"/>
                    <a:pt x="234" y="244142"/>
                    <a:pt x="234" y="251150"/>
                  </a:cubicBezTo>
                  <a:cubicBezTo>
                    <a:pt x="234" y="261509"/>
                    <a:pt x="10832" y="269736"/>
                    <a:pt x="24155" y="269736"/>
                  </a:cubicBezTo>
                  <a:cubicBezTo>
                    <a:pt x="51103" y="269736"/>
                    <a:pt x="72299" y="239572"/>
                    <a:pt x="84713" y="183509"/>
                  </a:cubicBezTo>
                  <a:lnTo>
                    <a:pt x="106515" y="86009"/>
                  </a:lnTo>
                  <a:lnTo>
                    <a:pt x="139519" y="86009"/>
                  </a:lnTo>
                  <a:lnTo>
                    <a:pt x="141336" y="76259"/>
                  </a:lnTo>
                  <a:lnTo>
                    <a:pt x="108634" y="76259"/>
                  </a:lnTo>
                  <a:cubicBezTo>
                    <a:pt x="117415" y="28423"/>
                    <a:pt x="128618" y="6790"/>
                    <a:pt x="145575" y="6790"/>
                  </a:cubicBezTo>
                  <a:cubicBezTo>
                    <a:pt x="149511" y="6790"/>
                    <a:pt x="152236" y="8314"/>
                    <a:pt x="152236" y="10447"/>
                  </a:cubicBezTo>
                  <a:cubicBezTo>
                    <a:pt x="152236" y="11361"/>
                    <a:pt x="151934" y="11970"/>
                    <a:pt x="151025" y="13494"/>
                  </a:cubicBezTo>
                  <a:cubicBezTo>
                    <a:pt x="149814" y="16236"/>
                    <a:pt x="149208" y="17759"/>
                    <a:pt x="149208" y="19892"/>
                  </a:cubicBezTo>
                  <a:cubicBezTo>
                    <a:pt x="149208" y="27205"/>
                    <a:pt x="153750" y="32080"/>
                    <a:pt x="160412" y="32080"/>
                  </a:cubicBezTo>
                  <a:cubicBezTo>
                    <a:pt x="167376" y="32080"/>
                    <a:pt x="173129" y="26595"/>
                    <a:pt x="173129" y="19892"/>
                  </a:cubicBezTo>
                  <a:cubicBezTo>
                    <a:pt x="173129" y="8619"/>
                    <a:pt x="161926" y="87"/>
                    <a:pt x="147089" y="87"/>
                  </a:cubicBezTo>
                  <a:cubicBezTo>
                    <a:pt x="132252" y="87"/>
                    <a:pt x="120443" y="6790"/>
                    <a:pt x="109542" y="21111"/>
                  </a:cubicBezTo>
                  <a:cubicBezTo>
                    <a:pt x="100459" y="32994"/>
                    <a:pt x="94403" y="47009"/>
                    <a:pt x="85319" y="76259"/>
                  </a:cubicBezTo>
                  <a:lnTo>
                    <a:pt x="57462" y="76259"/>
                  </a:lnTo>
                  <a:lnTo>
                    <a:pt x="55342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AC7AAA5-606D-BF22-ADB9-B2E4B551F834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490014" y="7653595"/>
              <a:ext cx="70247" cy="304687"/>
            </a:xfrm>
            <a:custGeom>
              <a:avLst/>
              <a:gdLst>
                <a:gd name="connsiteX0" fmla="*/ 70487 w 70247"/>
                <a:gd name="connsiteY0" fmla="*/ 301727 h 304687"/>
                <a:gd name="connsiteX1" fmla="*/ 65339 w 70247"/>
                <a:gd name="connsiteY1" fmla="*/ 295024 h 304687"/>
                <a:gd name="connsiteX2" fmla="*/ 17801 w 70247"/>
                <a:gd name="connsiteY2" fmla="*/ 152430 h 304687"/>
                <a:gd name="connsiteX3" fmla="*/ 66551 w 70247"/>
                <a:gd name="connsiteY3" fmla="*/ 8313 h 304687"/>
                <a:gd name="connsiteX4" fmla="*/ 70487 w 70247"/>
                <a:gd name="connsiteY4" fmla="*/ 3134 h 304687"/>
                <a:gd name="connsiteX5" fmla="*/ 67459 w 70247"/>
                <a:gd name="connsiteY5" fmla="*/ 87 h 304687"/>
                <a:gd name="connsiteX6" fmla="*/ 19315 w 70247"/>
                <a:gd name="connsiteY6" fmla="*/ 59501 h 304687"/>
                <a:gd name="connsiteX7" fmla="*/ 239 w 70247"/>
                <a:gd name="connsiteY7" fmla="*/ 152430 h 304687"/>
                <a:gd name="connsiteX8" fmla="*/ 20223 w 70247"/>
                <a:gd name="connsiteY8" fmla="*/ 247493 h 304687"/>
                <a:gd name="connsiteX9" fmla="*/ 67459 w 70247"/>
                <a:gd name="connsiteY9" fmla="*/ 304774 h 304687"/>
                <a:gd name="connsiteX10" fmla="*/ 70487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87" y="301727"/>
                  </a:moveTo>
                  <a:cubicBezTo>
                    <a:pt x="70487" y="300813"/>
                    <a:pt x="70487" y="300204"/>
                    <a:pt x="65339" y="295024"/>
                  </a:cubicBezTo>
                  <a:cubicBezTo>
                    <a:pt x="27490" y="256634"/>
                    <a:pt x="17801" y="199048"/>
                    <a:pt x="17801" y="152430"/>
                  </a:cubicBezTo>
                  <a:cubicBezTo>
                    <a:pt x="17801" y="99415"/>
                    <a:pt x="29307" y="46399"/>
                    <a:pt x="66551" y="8313"/>
                  </a:cubicBezTo>
                  <a:cubicBezTo>
                    <a:pt x="70487" y="4657"/>
                    <a:pt x="70487" y="4048"/>
                    <a:pt x="70487" y="3134"/>
                  </a:cubicBezTo>
                  <a:cubicBezTo>
                    <a:pt x="70487" y="1001"/>
                    <a:pt x="69276" y="87"/>
                    <a:pt x="67459" y="87"/>
                  </a:cubicBezTo>
                  <a:cubicBezTo>
                    <a:pt x="64431" y="87"/>
                    <a:pt x="37180" y="20805"/>
                    <a:pt x="19315" y="59501"/>
                  </a:cubicBezTo>
                  <a:cubicBezTo>
                    <a:pt x="3872" y="93016"/>
                    <a:pt x="239" y="126837"/>
                    <a:pt x="239" y="152430"/>
                  </a:cubicBezTo>
                  <a:cubicBezTo>
                    <a:pt x="239" y="176196"/>
                    <a:pt x="3570" y="213063"/>
                    <a:pt x="20223" y="247493"/>
                  </a:cubicBezTo>
                  <a:cubicBezTo>
                    <a:pt x="38391" y="284970"/>
                    <a:pt x="64431" y="304774"/>
                    <a:pt x="67459" y="304774"/>
                  </a:cubicBezTo>
                  <a:cubicBezTo>
                    <a:pt x="69276" y="304774"/>
                    <a:pt x="70487" y="303860"/>
                    <a:pt x="70487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8E0114E-373D-A396-91C9-63D3C2663BB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9569783" y="7747743"/>
              <a:ext cx="143523" cy="137718"/>
            </a:xfrm>
            <a:custGeom>
              <a:avLst/>
              <a:gdLst>
                <a:gd name="connsiteX0" fmla="*/ 130140 w 143523"/>
                <a:gd name="connsiteY0" fmla="*/ 100634 h 137718"/>
                <a:gd name="connsiteX1" fmla="*/ 123479 w 143523"/>
                <a:gd name="connsiteY1" fmla="*/ 108861 h 137718"/>
                <a:gd name="connsiteX2" fmla="*/ 109551 w 143523"/>
                <a:gd name="connsiteY2" fmla="*/ 121048 h 137718"/>
                <a:gd name="connsiteX3" fmla="*/ 100164 w 143523"/>
                <a:gd name="connsiteY3" fmla="*/ 108556 h 137718"/>
                <a:gd name="connsiteX4" fmla="*/ 98953 w 143523"/>
                <a:gd name="connsiteY4" fmla="*/ 103376 h 137718"/>
                <a:gd name="connsiteX5" fmla="*/ 88052 w 143523"/>
                <a:gd name="connsiteY5" fmla="*/ 54017 h 137718"/>
                <a:gd name="connsiteX6" fmla="*/ 117726 w 143523"/>
                <a:gd name="connsiteY6" fmla="*/ 17150 h 137718"/>
                <a:gd name="connsiteX7" fmla="*/ 124993 w 143523"/>
                <a:gd name="connsiteY7" fmla="*/ 19587 h 137718"/>
                <a:gd name="connsiteX8" fmla="*/ 133168 w 143523"/>
                <a:gd name="connsiteY8" fmla="*/ 22330 h 137718"/>
                <a:gd name="connsiteX9" fmla="*/ 143766 w 143523"/>
                <a:gd name="connsiteY9" fmla="*/ 11361 h 137718"/>
                <a:gd name="connsiteX10" fmla="*/ 131352 w 143523"/>
                <a:gd name="connsiteY10" fmla="*/ 87 h 137718"/>
                <a:gd name="connsiteX11" fmla="*/ 85630 w 143523"/>
                <a:gd name="connsiteY11" fmla="*/ 43658 h 137718"/>
                <a:gd name="connsiteX12" fmla="*/ 82299 w 143523"/>
                <a:gd name="connsiteY12" fmla="*/ 26900 h 137718"/>
                <a:gd name="connsiteX13" fmla="*/ 66554 w 143523"/>
                <a:gd name="connsiteY13" fmla="*/ 87 h 137718"/>
                <a:gd name="connsiteX14" fmla="*/ 31127 w 143523"/>
                <a:gd name="connsiteY14" fmla="*/ 8923 h 137718"/>
                <a:gd name="connsiteX15" fmla="*/ 27796 w 143523"/>
                <a:gd name="connsiteY15" fmla="*/ 10142 h 137718"/>
                <a:gd name="connsiteX16" fmla="*/ 29008 w 143523"/>
                <a:gd name="connsiteY16" fmla="*/ 14712 h 137718"/>
                <a:gd name="connsiteX17" fmla="*/ 45964 w 143523"/>
                <a:gd name="connsiteY17" fmla="*/ 11361 h 137718"/>
                <a:gd name="connsiteX18" fmla="*/ 59590 w 143523"/>
                <a:gd name="connsiteY18" fmla="*/ 32384 h 137718"/>
                <a:gd name="connsiteX19" fmla="*/ 68371 w 143523"/>
                <a:gd name="connsiteY19" fmla="*/ 69861 h 137718"/>
                <a:gd name="connsiteX20" fmla="*/ 43542 w 143523"/>
                <a:gd name="connsiteY20" fmla="*/ 105509 h 137718"/>
                <a:gd name="connsiteX21" fmla="*/ 28099 w 143523"/>
                <a:gd name="connsiteY21" fmla="*/ 120134 h 137718"/>
                <a:gd name="connsiteX22" fmla="*/ 20227 w 143523"/>
                <a:gd name="connsiteY22" fmla="*/ 117392 h 137718"/>
                <a:gd name="connsiteX23" fmla="*/ 10537 w 143523"/>
                <a:gd name="connsiteY23" fmla="*/ 114345 h 137718"/>
                <a:gd name="connsiteX24" fmla="*/ 242 w 143523"/>
                <a:gd name="connsiteY24" fmla="*/ 125009 h 137718"/>
                <a:gd name="connsiteX25" fmla="*/ 15382 w 143523"/>
                <a:gd name="connsiteY25" fmla="*/ 137806 h 137718"/>
                <a:gd name="connsiteX26" fmla="*/ 43542 w 143523"/>
                <a:gd name="connsiteY26" fmla="*/ 116478 h 137718"/>
                <a:gd name="connsiteX27" fmla="*/ 70793 w 143523"/>
                <a:gd name="connsiteY27" fmla="*/ 80830 h 137718"/>
                <a:gd name="connsiteX28" fmla="*/ 79877 w 143523"/>
                <a:gd name="connsiteY28" fmla="*/ 117392 h 137718"/>
                <a:gd name="connsiteX29" fmla="*/ 97439 w 143523"/>
                <a:gd name="connsiteY29" fmla="*/ 137806 h 137718"/>
                <a:gd name="connsiteX30" fmla="*/ 134380 w 143523"/>
                <a:gd name="connsiteY30" fmla="*/ 103072 h 137718"/>
                <a:gd name="connsiteX31" fmla="*/ 130140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40" y="100634"/>
                  </a:moveTo>
                  <a:cubicBezTo>
                    <a:pt x="127718" y="103376"/>
                    <a:pt x="126204" y="105205"/>
                    <a:pt x="123479" y="108861"/>
                  </a:cubicBezTo>
                  <a:cubicBezTo>
                    <a:pt x="116515" y="118001"/>
                    <a:pt x="112881" y="121048"/>
                    <a:pt x="109551" y="121048"/>
                  </a:cubicBezTo>
                  <a:cubicBezTo>
                    <a:pt x="105009" y="121048"/>
                    <a:pt x="102283" y="117087"/>
                    <a:pt x="100164" y="108556"/>
                  </a:cubicBezTo>
                  <a:cubicBezTo>
                    <a:pt x="99558" y="106119"/>
                    <a:pt x="99256" y="104291"/>
                    <a:pt x="98953" y="103376"/>
                  </a:cubicBezTo>
                  <a:cubicBezTo>
                    <a:pt x="91383" y="72603"/>
                    <a:pt x="88052" y="58587"/>
                    <a:pt x="88052" y="54017"/>
                  </a:cubicBezTo>
                  <a:cubicBezTo>
                    <a:pt x="101375" y="30556"/>
                    <a:pt x="112276" y="17150"/>
                    <a:pt x="117726" y="17150"/>
                  </a:cubicBezTo>
                  <a:cubicBezTo>
                    <a:pt x="119543" y="17150"/>
                    <a:pt x="121965" y="18064"/>
                    <a:pt x="124993" y="19587"/>
                  </a:cubicBezTo>
                  <a:cubicBezTo>
                    <a:pt x="128627" y="21720"/>
                    <a:pt x="130746" y="22330"/>
                    <a:pt x="133168" y="22330"/>
                  </a:cubicBezTo>
                  <a:cubicBezTo>
                    <a:pt x="139527" y="22330"/>
                    <a:pt x="143766" y="17759"/>
                    <a:pt x="143766" y="11361"/>
                  </a:cubicBezTo>
                  <a:cubicBezTo>
                    <a:pt x="143766" y="4962"/>
                    <a:pt x="138619" y="87"/>
                    <a:pt x="131352" y="87"/>
                  </a:cubicBezTo>
                  <a:cubicBezTo>
                    <a:pt x="118029" y="87"/>
                    <a:pt x="106523" y="11056"/>
                    <a:pt x="85630" y="43658"/>
                  </a:cubicBezTo>
                  <a:lnTo>
                    <a:pt x="82299" y="26900"/>
                  </a:lnTo>
                  <a:cubicBezTo>
                    <a:pt x="78060" y="6181"/>
                    <a:pt x="74729" y="87"/>
                    <a:pt x="66554" y="87"/>
                  </a:cubicBezTo>
                  <a:cubicBezTo>
                    <a:pt x="59892" y="87"/>
                    <a:pt x="49597" y="2830"/>
                    <a:pt x="31127" y="8923"/>
                  </a:cubicBezTo>
                  <a:lnTo>
                    <a:pt x="27796" y="10142"/>
                  </a:lnTo>
                  <a:lnTo>
                    <a:pt x="29008" y="14712"/>
                  </a:lnTo>
                  <a:cubicBezTo>
                    <a:pt x="40514" y="11970"/>
                    <a:pt x="43239" y="11361"/>
                    <a:pt x="45964" y="11361"/>
                  </a:cubicBezTo>
                  <a:cubicBezTo>
                    <a:pt x="53534" y="11361"/>
                    <a:pt x="55351" y="14103"/>
                    <a:pt x="59590" y="32384"/>
                  </a:cubicBezTo>
                  <a:lnTo>
                    <a:pt x="68371" y="69861"/>
                  </a:lnTo>
                  <a:lnTo>
                    <a:pt x="43542" y="105509"/>
                  </a:lnTo>
                  <a:cubicBezTo>
                    <a:pt x="37486" y="114650"/>
                    <a:pt x="31430" y="120134"/>
                    <a:pt x="28099" y="120134"/>
                  </a:cubicBezTo>
                  <a:cubicBezTo>
                    <a:pt x="26282" y="120134"/>
                    <a:pt x="23254" y="119220"/>
                    <a:pt x="20227" y="117392"/>
                  </a:cubicBezTo>
                  <a:cubicBezTo>
                    <a:pt x="16290" y="115259"/>
                    <a:pt x="12960" y="114345"/>
                    <a:pt x="10537" y="114345"/>
                  </a:cubicBezTo>
                  <a:cubicBezTo>
                    <a:pt x="4784" y="114345"/>
                    <a:pt x="242" y="118916"/>
                    <a:pt x="242" y="125009"/>
                  </a:cubicBezTo>
                  <a:cubicBezTo>
                    <a:pt x="242" y="132931"/>
                    <a:pt x="6298" y="137806"/>
                    <a:pt x="15382" y="137806"/>
                  </a:cubicBezTo>
                  <a:cubicBezTo>
                    <a:pt x="24768" y="137806"/>
                    <a:pt x="28402" y="135064"/>
                    <a:pt x="43542" y="116478"/>
                  </a:cubicBezTo>
                  <a:cubicBezTo>
                    <a:pt x="51717" y="106728"/>
                    <a:pt x="58076" y="98501"/>
                    <a:pt x="70793" y="80830"/>
                  </a:cubicBezTo>
                  <a:lnTo>
                    <a:pt x="79877" y="117392"/>
                  </a:lnTo>
                  <a:cubicBezTo>
                    <a:pt x="83813" y="132931"/>
                    <a:pt x="87749" y="137806"/>
                    <a:pt x="97439" y="137806"/>
                  </a:cubicBezTo>
                  <a:cubicBezTo>
                    <a:pt x="108945" y="137806"/>
                    <a:pt x="116818" y="130494"/>
                    <a:pt x="134380" y="103072"/>
                  </a:cubicBezTo>
                  <a:lnTo>
                    <a:pt x="130140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DB54348-8833-6AEA-40E4-5DAD10E5C336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9722536" y="7775893"/>
              <a:ext cx="87161" cy="155573"/>
            </a:xfrm>
            <a:custGeom>
              <a:avLst/>
              <a:gdLst>
                <a:gd name="connsiteX0" fmla="*/ 24893 w 87161"/>
                <a:gd name="connsiteY0" fmla="*/ 78102 h 155573"/>
                <a:gd name="connsiteX1" fmla="*/ 48644 w 87161"/>
                <a:gd name="connsiteY1" fmla="*/ 80582 h 155573"/>
                <a:gd name="connsiteX2" fmla="*/ 71275 w 87161"/>
                <a:gd name="connsiteY2" fmla="*/ 113951 h 155573"/>
                <a:gd name="connsiteX3" fmla="*/ 41922 w 87161"/>
                <a:gd name="connsiteY3" fmla="*/ 147546 h 155573"/>
                <a:gd name="connsiteX4" fmla="*/ 23101 w 87161"/>
                <a:gd name="connsiteY4" fmla="*/ 140557 h 155573"/>
                <a:gd name="connsiteX5" fmla="*/ 8761 w 87161"/>
                <a:gd name="connsiteY5" fmla="*/ 134920 h 155573"/>
                <a:gd name="connsiteX6" fmla="*/ 246 w 87161"/>
                <a:gd name="connsiteY6" fmla="*/ 142811 h 155573"/>
                <a:gd name="connsiteX7" fmla="*/ 25566 w 87161"/>
                <a:gd name="connsiteY7" fmla="*/ 155663 h 155573"/>
                <a:gd name="connsiteX8" fmla="*/ 71051 w 87161"/>
                <a:gd name="connsiteY8" fmla="*/ 140557 h 155573"/>
                <a:gd name="connsiteX9" fmla="*/ 87408 w 87161"/>
                <a:gd name="connsiteY9" fmla="*/ 103129 h 155573"/>
                <a:gd name="connsiteX10" fmla="*/ 77325 w 87161"/>
                <a:gd name="connsiteY10" fmla="*/ 74043 h 155573"/>
                <a:gd name="connsiteX11" fmla="*/ 58727 w 87161"/>
                <a:gd name="connsiteY11" fmla="*/ 62094 h 155573"/>
                <a:gd name="connsiteX12" fmla="*/ 79790 w 87161"/>
                <a:gd name="connsiteY12" fmla="*/ 30979 h 155573"/>
                <a:gd name="connsiteX13" fmla="*/ 44835 w 87161"/>
                <a:gd name="connsiteY13" fmla="*/ 90 h 155573"/>
                <a:gd name="connsiteX14" fmla="*/ 15707 w 87161"/>
                <a:gd name="connsiteY14" fmla="*/ 11138 h 155573"/>
                <a:gd name="connsiteX15" fmla="*/ 694 w 87161"/>
                <a:gd name="connsiteY15" fmla="*/ 36616 h 155573"/>
                <a:gd name="connsiteX16" fmla="*/ 4055 w 87161"/>
                <a:gd name="connsiteY16" fmla="*/ 37517 h 155573"/>
                <a:gd name="connsiteX17" fmla="*/ 37441 w 87161"/>
                <a:gd name="connsiteY17" fmla="*/ 13618 h 155573"/>
                <a:gd name="connsiteX18" fmla="*/ 62088 w 87161"/>
                <a:gd name="connsiteY18" fmla="*/ 37743 h 155573"/>
                <a:gd name="connsiteX19" fmla="*/ 53126 w 87161"/>
                <a:gd name="connsiteY19" fmla="*/ 59613 h 155573"/>
                <a:gd name="connsiteX20" fmla="*/ 24893 w 87161"/>
                <a:gd name="connsiteY20" fmla="*/ 75171 h 155573"/>
                <a:gd name="connsiteX21" fmla="*/ 24893 w 87161"/>
                <a:gd name="connsiteY21" fmla="*/ 78102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7161" h="155573">
                  <a:moveTo>
                    <a:pt x="24893" y="78102"/>
                  </a:moveTo>
                  <a:cubicBezTo>
                    <a:pt x="38113" y="78102"/>
                    <a:pt x="43267" y="78553"/>
                    <a:pt x="48644" y="80582"/>
                  </a:cubicBezTo>
                  <a:cubicBezTo>
                    <a:pt x="62537" y="85542"/>
                    <a:pt x="71275" y="98394"/>
                    <a:pt x="71275" y="113951"/>
                  </a:cubicBezTo>
                  <a:cubicBezTo>
                    <a:pt x="71275" y="132891"/>
                    <a:pt x="58503" y="147546"/>
                    <a:pt x="41922" y="147546"/>
                  </a:cubicBezTo>
                  <a:cubicBezTo>
                    <a:pt x="35873" y="147546"/>
                    <a:pt x="31391" y="145968"/>
                    <a:pt x="23101" y="140557"/>
                  </a:cubicBezTo>
                  <a:cubicBezTo>
                    <a:pt x="16379" y="136498"/>
                    <a:pt x="12570" y="134920"/>
                    <a:pt x="8761" y="134920"/>
                  </a:cubicBezTo>
                  <a:cubicBezTo>
                    <a:pt x="3607" y="134920"/>
                    <a:pt x="246" y="138076"/>
                    <a:pt x="246" y="142811"/>
                  </a:cubicBezTo>
                  <a:cubicBezTo>
                    <a:pt x="246" y="150703"/>
                    <a:pt x="9881" y="155663"/>
                    <a:pt x="25566" y="155663"/>
                  </a:cubicBezTo>
                  <a:cubicBezTo>
                    <a:pt x="42819" y="155663"/>
                    <a:pt x="60520" y="149801"/>
                    <a:pt x="71051" y="140557"/>
                  </a:cubicBezTo>
                  <a:cubicBezTo>
                    <a:pt x="81582" y="131312"/>
                    <a:pt x="87408" y="118235"/>
                    <a:pt x="87408" y="103129"/>
                  </a:cubicBezTo>
                  <a:cubicBezTo>
                    <a:pt x="87408" y="91630"/>
                    <a:pt x="83823" y="81033"/>
                    <a:pt x="77325" y="74043"/>
                  </a:cubicBezTo>
                  <a:cubicBezTo>
                    <a:pt x="72844" y="69083"/>
                    <a:pt x="68586" y="66377"/>
                    <a:pt x="58727" y="62094"/>
                  </a:cubicBezTo>
                  <a:cubicBezTo>
                    <a:pt x="74188" y="51497"/>
                    <a:pt x="79790" y="43154"/>
                    <a:pt x="79790" y="30979"/>
                  </a:cubicBezTo>
                  <a:cubicBezTo>
                    <a:pt x="79790" y="12716"/>
                    <a:pt x="65449" y="90"/>
                    <a:pt x="44835" y="90"/>
                  </a:cubicBezTo>
                  <a:cubicBezTo>
                    <a:pt x="33632" y="90"/>
                    <a:pt x="23773" y="3923"/>
                    <a:pt x="15707" y="11138"/>
                  </a:cubicBezTo>
                  <a:cubicBezTo>
                    <a:pt x="8985" y="17225"/>
                    <a:pt x="5624" y="23087"/>
                    <a:pt x="694" y="36616"/>
                  </a:cubicBezTo>
                  <a:lnTo>
                    <a:pt x="4055" y="37517"/>
                  </a:lnTo>
                  <a:cubicBezTo>
                    <a:pt x="13242" y="21058"/>
                    <a:pt x="23325" y="13618"/>
                    <a:pt x="37441" y="13618"/>
                  </a:cubicBezTo>
                  <a:cubicBezTo>
                    <a:pt x="52005" y="13618"/>
                    <a:pt x="62088" y="23538"/>
                    <a:pt x="62088" y="37743"/>
                  </a:cubicBezTo>
                  <a:cubicBezTo>
                    <a:pt x="62088" y="45860"/>
                    <a:pt x="58727" y="53977"/>
                    <a:pt x="53126" y="59613"/>
                  </a:cubicBezTo>
                  <a:cubicBezTo>
                    <a:pt x="46404" y="66377"/>
                    <a:pt x="40130" y="69759"/>
                    <a:pt x="24893" y="75171"/>
                  </a:cubicBezTo>
                  <a:lnTo>
                    <a:pt x="24893" y="78102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839444-D80C-293B-0BEE-76803041575E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9857810" y="7653595"/>
              <a:ext cx="70248" cy="304687"/>
            </a:xfrm>
            <a:custGeom>
              <a:avLst/>
              <a:gdLst>
                <a:gd name="connsiteX0" fmla="*/ 70499 w 70248"/>
                <a:gd name="connsiteY0" fmla="*/ 152430 h 304687"/>
                <a:gd name="connsiteX1" fmla="*/ 50515 w 70248"/>
                <a:gd name="connsiteY1" fmla="*/ 57368 h 304687"/>
                <a:gd name="connsiteX2" fmla="*/ 3279 w 70248"/>
                <a:gd name="connsiteY2" fmla="*/ 87 h 304687"/>
                <a:gd name="connsiteX3" fmla="*/ 251 w 70248"/>
                <a:gd name="connsiteY3" fmla="*/ 3134 h 304687"/>
                <a:gd name="connsiteX4" fmla="*/ 6004 w 70248"/>
                <a:gd name="connsiteY4" fmla="*/ 10141 h 304687"/>
                <a:gd name="connsiteX5" fmla="*/ 52937 w 70248"/>
                <a:gd name="connsiteY5" fmla="*/ 152430 h 304687"/>
                <a:gd name="connsiteX6" fmla="*/ 4188 w 70248"/>
                <a:gd name="connsiteY6" fmla="*/ 296548 h 304687"/>
                <a:gd name="connsiteX7" fmla="*/ 251 w 70248"/>
                <a:gd name="connsiteY7" fmla="*/ 301727 h 304687"/>
                <a:gd name="connsiteX8" fmla="*/ 3279 w 70248"/>
                <a:gd name="connsiteY8" fmla="*/ 304774 h 304687"/>
                <a:gd name="connsiteX9" fmla="*/ 51423 w 70248"/>
                <a:gd name="connsiteY9" fmla="*/ 245360 h 304687"/>
                <a:gd name="connsiteX10" fmla="*/ 70499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499" y="152430"/>
                  </a:moveTo>
                  <a:cubicBezTo>
                    <a:pt x="70499" y="128665"/>
                    <a:pt x="67169" y="91798"/>
                    <a:pt x="50515" y="57368"/>
                  </a:cubicBezTo>
                  <a:cubicBezTo>
                    <a:pt x="32347" y="19891"/>
                    <a:pt x="6307" y="87"/>
                    <a:pt x="3279" y="87"/>
                  </a:cubicBezTo>
                  <a:cubicBezTo>
                    <a:pt x="1462" y="87"/>
                    <a:pt x="251" y="1305"/>
                    <a:pt x="251" y="3134"/>
                  </a:cubicBezTo>
                  <a:cubicBezTo>
                    <a:pt x="251" y="4048"/>
                    <a:pt x="251" y="4657"/>
                    <a:pt x="6004" y="10141"/>
                  </a:cubicBezTo>
                  <a:cubicBezTo>
                    <a:pt x="35678" y="40305"/>
                    <a:pt x="52937" y="88751"/>
                    <a:pt x="52937" y="152430"/>
                  </a:cubicBezTo>
                  <a:cubicBezTo>
                    <a:pt x="52937" y="204532"/>
                    <a:pt x="41734" y="258157"/>
                    <a:pt x="4188" y="296548"/>
                  </a:cubicBezTo>
                  <a:cubicBezTo>
                    <a:pt x="251" y="300204"/>
                    <a:pt x="251" y="300813"/>
                    <a:pt x="251" y="301727"/>
                  </a:cubicBezTo>
                  <a:cubicBezTo>
                    <a:pt x="251" y="303556"/>
                    <a:pt x="1462" y="304774"/>
                    <a:pt x="3279" y="304774"/>
                  </a:cubicBezTo>
                  <a:cubicBezTo>
                    <a:pt x="6307" y="304774"/>
                    <a:pt x="33558" y="284056"/>
                    <a:pt x="51423" y="245360"/>
                  </a:cubicBezTo>
                  <a:cubicBezTo>
                    <a:pt x="66866" y="211845"/>
                    <a:pt x="70499" y="178024"/>
                    <a:pt x="70499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24D94-BEAE-870E-85D8-AF8A1E75BF5A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017639" y="7704478"/>
              <a:ext cx="201357" cy="202921"/>
            </a:xfrm>
            <a:custGeom>
              <a:avLst/>
              <a:gdLst>
                <a:gd name="connsiteX0" fmla="*/ 107143 w 201357"/>
                <a:gd name="connsiteY0" fmla="*/ 107641 h 202921"/>
                <a:gd name="connsiteX1" fmla="*/ 191622 w 201357"/>
                <a:gd name="connsiteY1" fmla="*/ 107641 h 202921"/>
                <a:gd name="connsiteX2" fmla="*/ 201614 w 201357"/>
                <a:gd name="connsiteY2" fmla="*/ 101548 h 202921"/>
                <a:gd name="connsiteX3" fmla="*/ 191622 w 201357"/>
                <a:gd name="connsiteY3" fmla="*/ 95454 h 202921"/>
                <a:gd name="connsiteX4" fmla="*/ 107143 w 201357"/>
                <a:gd name="connsiteY4" fmla="*/ 95454 h 202921"/>
                <a:gd name="connsiteX5" fmla="*/ 107143 w 201357"/>
                <a:gd name="connsiteY5" fmla="*/ 10141 h 202921"/>
                <a:gd name="connsiteX6" fmla="*/ 101087 w 201357"/>
                <a:gd name="connsiteY6" fmla="*/ 87 h 202921"/>
                <a:gd name="connsiteX7" fmla="*/ 95031 w 201357"/>
                <a:gd name="connsiteY7" fmla="*/ 10141 h 202921"/>
                <a:gd name="connsiteX8" fmla="*/ 95031 w 201357"/>
                <a:gd name="connsiteY8" fmla="*/ 95454 h 202921"/>
                <a:gd name="connsiteX9" fmla="*/ 10249 w 201357"/>
                <a:gd name="connsiteY9" fmla="*/ 95454 h 202921"/>
                <a:gd name="connsiteX10" fmla="*/ 257 w 201357"/>
                <a:gd name="connsiteY10" fmla="*/ 101548 h 202921"/>
                <a:gd name="connsiteX11" fmla="*/ 10249 w 201357"/>
                <a:gd name="connsiteY11" fmla="*/ 107641 h 202921"/>
                <a:gd name="connsiteX12" fmla="*/ 95031 w 201357"/>
                <a:gd name="connsiteY12" fmla="*/ 107641 h 202921"/>
                <a:gd name="connsiteX13" fmla="*/ 95031 w 201357"/>
                <a:gd name="connsiteY13" fmla="*/ 192954 h 202921"/>
                <a:gd name="connsiteX14" fmla="*/ 101087 w 201357"/>
                <a:gd name="connsiteY14" fmla="*/ 203009 h 202921"/>
                <a:gd name="connsiteX15" fmla="*/ 107143 w 201357"/>
                <a:gd name="connsiteY15" fmla="*/ 192954 h 202921"/>
                <a:gd name="connsiteX16" fmla="*/ 107143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43" y="107641"/>
                  </a:moveTo>
                  <a:lnTo>
                    <a:pt x="191622" y="107641"/>
                  </a:lnTo>
                  <a:cubicBezTo>
                    <a:pt x="195861" y="107641"/>
                    <a:pt x="201614" y="107641"/>
                    <a:pt x="201614" y="101548"/>
                  </a:cubicBezTo>
                  <a:cubicBezTo>
                    <a:pt x="201614" y="95454"/>
                    <a:pt x="195861" y="95454"/>
                    <a:pt x="191622" y="95454"/>
                  </a:cubicBezTo>
                  <a:lnTo>
                    <a:pt x="107143" y="95454"/>
                  </a:lnTo>
                  <a:lnTo>
                    <a:pt x="107143" y="10141"/>
                  </a:lnTo>
                  <a:cubicBezTo>
                    <a:pt x="107143" y="5876"/>
                    <a:pt x="107143" y="87"/>
                    <a:pt x="101087" y="87"/>
                  </a:cubicBezTo>
                  <a:cubicBezTo>
                    <a:pt x="95031" y="87"/>
                    <a:pt x="95031" y="5876"/>
                    <a:pt x="95031" y="10141"/>
                  </a:cubicBezTo>
                  <a:lnTo>
                    <a:pt x="95031" y="95454"/>
                  </a:lnTo>
                  <a:lnTo>
                    <a:pt x="10249" y="95454"/>
                  </a:lnTo>
                  <a:cubicBezTo>
                    <a:pt x="6010" y="95454"/>
                    <a:pt x="257" y="95454"/>
                    <a:pt x="257" y="101548"/>
                  </a:cubicBezTo>
                  <a:cubicBezTo>
                    <a:pt x="257" y="107641"/>
                    <a:pt x="6010" y="107641"/>
                    <a:pt x="10249" y="107641"/>
                  </a:cubicBezTo>
                  <a:lnTo>
                    <a:pt x="95031" y="107641"/>
                  </a:lnTo>
                  <a:lnTo>
                    <a:pt x="95031" y="192954"/>
                  </a:lnTo>
                  <a:cubicBezTo>
                    <a:pt x="95031" y="197220"/>
                    <a:pt x="95031" y="203009"/>
                    <a:pt x="101087" y="203009"/>
                  </a:cubicBezTo>
                  <a:cubicBezTo>
                    <a:pt x="107143" y="203009"/>
                    <a:pt x="107143" y="197220"/>
                    <a:pt x="107143" y="192954"/>
                  </a:cubicBezTo>
                  <a:lnTo>
                    <a:pt x="107143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B9F3157-5CDD-B114-BBFB-ACC2A903B5DC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292064" y="7676142"/>
              <a:ext cx="117786" cy="210234"/>
            </a:xfrm>
            <a:custGeom>
              <a:avLst/>
              <a:gdLst>
                <a:gd name="connsiteX0" fmla="*/ 33572 w 117786"/>
                <a:gd name="connsiteY0" fmla="*/ 105509 h 210234"/>
                <a:gd name="connsiteX1" fmla="*/ 65669 w 117786"/>
                <a:gd name="connsiteY1" fmla="*/ 108861 h 210234"/>
                <a:gd name="connsiteX2" fmla="*/ 96251 w 117786"/>
                <a:gd name="connsiteY2" fmla="*/ 153955 h 210234"/>
                <a:gd name="connsiteX3" fmla="*/ 56585 w 117786"/>
                <a:gd name="connsiteY3" fmla="*/ 199353 h 210234"/>
                <a:gd name="connsiteX4" fmla="*/ 31150 w 117786"/>
                <a:gd name="connsiteY4" fmla="*/ 189908 h 210234"/>
                <a:gd name="connsiteX5" fmla="*/ 11771 w 117786"/>
                <a:gd name="connsiteY5" fmla="*/ 182291 h 210234"/>
                <a:gd name="connsiteX6" fmla="*/ 265 w 117786"/>
                <a:gd name="connsiteY6" fmla="*/ 192955 h 210234"/>
                <a:gd name="connsiteX7" fmla="*/ 34481 w 117786"/>
                <a:gd name="connsiteY7" fmla="*/ 210322 h 210234"/>
                <a:gd name="connsiteX8" fmla="*/ 95948 w 117786"/>
                <a:gd name="connsiteY8" fmla="*/ 189908 h 210234"/>
                <a:gd name="connsiteX9" fmla="*/ 118052 w 117786"/>
                <a:gd name="connsiteY9" fmla="*/ 139330 h 210234"/>
                <a:gd name="connsiteX10" fmla="*/ 104426 w 117786"/>
                <a:gd name="connsiteY10" fmla="*/ 100025 h 210234"/>
                <a:gd name="connsiteX11" fmla="*/ 79294 w 117786"/>
                <a:gd name="connsiteY11" fmla="*/ 83876 h 210234"/>
                <a:gd name="connsiteX12" fmla="*/ 107757 w 117786"/>
                <a:gd name="connsiteY12" fmla="*/ 41830 h 210234"/>
                <a:gd name="connsiteX13" fmla="*/ 60521 w 117786"/>
                <a:gd name="connsiteY13" fmla="*/ 87 h 210234"/>
                <a:gd name="connsiteX14" fmla="*/ 21158 w 117786"/>
                <a:gd name="connsiteY14" fmla="*/ 15017 h 210234"/>
                <a:gd name="connsiteX15" fmla="*/ 871 w 117786"/>
                <a:gd name="connsiteY15" fmla="*/ 49447 h 210234"/>
                <a:gd name="connsiteX16" fmla="*/ 5413 w 117786"/>
                <a:gd name="connsiteY16" fmla="*/ 50666 h 210234"/>
                <a:gd name="connsiteX17" fmla="*/ 50529 w 117786"/>
                <a:gd name="connsiteY17" fmla="*/ 18369 h 210234"/>
                <a:gd name="connsiteX18" fmla="*/ 83836 w 117786"/>
                <a:gd name="connsiteY18" fmla="*/ 50970 h 210234"/>
                <a:gd name="connsiteX19" fmla="*/ 71724 w 117786"/>
                <a:gd name="connsiteY19" fmla="*/ 80525 h 210234"/>
                <a:gd name="connsiteX20" fmla="*/ 33572 w 117786"/>
                <a:gd name="connsiteY20" fmla="*/ 101548 h 210234"/>
                <a:gd name="connsiteX21" fmla="*/ 33572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572" y="105509"/>
                  </a:moveTo>
                  <a:cubicBezTo>
                    <a:pt x="51437" y="105509"/>
                    <a:pt x="58401" y="106119"/>
                    <a:pt x="65669" y="108861"/>
                  </a:cubicBezTo>
                  <a:cubicBezTo>
                    <a:pt x="84442" y="115564"/>
                    <a:pt x="96251" y="132931"/>
                    <a:pt x="96251" y="153955"/>
                  </a:cubicBezTo>
                  <a:cubicBezTo>
                    <a:pt x="96251" y="179548"/>
                    <a:pt x="78991" y="199353"/>
                    <a:pt x="56585" y="199353"/>
                  </a:cubicBezTo>
                  <a:cubicBezTo>
                    <a:pt x="48409" y="199353"/>
                    <a:pt x="42353" y="197220"/>
                    <a:pt x="31150" y="189908"/>
                  </a:cubicBezTo>
                  <a:cubicBezTo>
                    <a:pt x="22066" y="184423"/>
                    <a:pt x="16919" y="182291"/>
                    <a:pt x="11771" y="182291"/>
                  </a:cubicBezTo>
                  <a:cubicBezTo>
                    <a:pt x="4807" y="182291"/>
                    <a:pt x="265" y="186556"/>
                    <a:pt x="265" y="192955"/>
                  </a:cubicBezTo>
                  <a:cubicBezTo>
                    <a:pt x="265" y="203619"/>
                    <a:pt x="13285" y="210322"/>
                    <a:pt x="34481" y="210322"/>
                  </a:cubicBezTo>
                  <a:cubicBezTo>
                    <a:pt x="57796" y="210322"/>
                    <a:pt x="81717" y="202400"/>
                    <a:pt x="95948" y="189908"/>
                  </a:cubicBezTo>
                  <a:cubicBezTo>
                    <a:pt x="110179" y="177416"/>
                    <a:pt x="118052" y="159744"/>
                    <a:pt x="118052" y="139330"/>
                  </a:cubicBezTo>
                  <a:cubicBezTo>
                    <a:pt x="118052" y="123791"/>
                    <a:pt x="113207" y="109470"/>
                    <a:pt x="104426" y="100025"/>
                  </a:cubicBezTo>
                  <a:cubicBezTo>
                    <a:pt x="98370" y="93322"/>
                    <a:pt x="92617" y="89666"/>
                    <a:pt x="79294" y="83876"/>
                  </a:cubicBezTo>
                  <a:cubicBezTo>
                    <a:pt x="100187" y="69556"/>
                    <a:pt x="107757" y="58283"/>
                    <a:pt x="107757" y="41830"/>
                  </a:cubicBezTo>
                  <a:cubicBezTo>
                    <a:pt x="107757" y="17150"/>
                    <a:pt x="88378" y="87"/>
                    <a:pt x="60521" y="87"/>
                  </a:cubicBezTo>
                  <a:cubicBezTo>
                    <a:pt x="45381" y="87"/>
                    <a:pt x="32058" y="5267"/>
                    <a:pt x="21158" y="15017"/>
                  </a:cubicBezTo>
                  <a:cubicBezTo>
                    <a:pt x="12074" y="23244"/>
                    <a:pt x="7532" y="31165"/>
                    <a:pt x="871" y="49447"/>
                  </a:cubicBezTo>
                  <a:lnTo>
                    <a:pt x="5413" y="50666"/>
                  </a:lnTo>
                  <a:cubicBezTo>
                    <a:pt x="17827" y="28423"/>
                    <a:pt x="31453" y="18369"/>
                    <a:pt x="50529" y="18369"/>
                  </a:cubicBezTo>
                  <a:cubicBezTo>
                    <a:pt x="70210" y="18369"/>
                    <a:pt x="83836" y="31775"/>
                    <a:pt x="83836" y="50970"/>
                  </a:cubicBezTo>
                  <a:cubicBezTo>
                    <a:pt x="83836" y="61939"/>
                    <a:pt x="79294" y="72908"/>
                    <a:pt x="71724" y="80525"/>
                  </a:cubicBezTo>
                  <a:cubicBezTo>
                    <a:pt x="62641" y="89666"/>
                    <a:pt x="54162" y="94236"/>
                    <a:pt x="33572" y="101548"/>
                  </a:cubicBezTo>
                  <a:lnTo>
                    <a:pt x="33572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0BC0458-75DB-6A59-E36C-A3B3508AF727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432086" y="7675532"/>
              <a:ext cx="172894" cy="269648"/>
            </a:xfrm>
            <a:custGeom>
              <a:avLst/>
              <a:gdLst>
                <a:gd name="connsiteX0" fmla="*/ 55380 w 172894"/>
                <a:gd name="connsiteY0" fmla="*/ 86009 h 269648"/>
                <a:gd name="connsiteX1" fmla="*/ 82631 w 172894"/>
                <a:gd name="connsiteY1" fmla="*/ 86009 h 269648"/>
                <a:gd name="connsiteX2" fmla="*/ 55986 w 172894"/>
                <a:gd name="connsiteY2" fmla="*/ 213978 h 269648"/>
                <a:gd name="connsiteX3" fmla="*/ 26615 w 172894"/>
                <a:gd name="connsiteY3" fmla="*/ 263338 h 269648"/>
                <a:gd name="connsiteX4" fmla="*/ 20559 w 172894"/>
                <a:gd name="connsiteY4" fmla="*/ 258463 h 269648"/>
                <a:gd name="connsiteX5" fmla="*/ 21770 w 172894"/>
                <a:gd name="connsiteY5" fmla="*/ 255111 h 269648"/>
                <a:gd name="connsiteX6" fmla="*/ 23284 w 172894"/>
                <a:gd name="connsiteY6" fmla="*/ 250236 h 269648"/>
                <a:gd name="connsiteX7" fmla="*/ 11475 w 172894"/>
                <a:gd name="connsiteY7" fmla="*/ 238658 h 269648"/>
                <a:gd name="connsiteX8" fmla="*/ 272 w 172894"/>
                <a:gd name="connsiteY8" fmla="*/ 251150 h 269648"/>
                <a:gd name="connsiteX9" fmla="*/ 24192 w 172894"/>
                <a:gd name="connsiteY9" fmla="*/ 269736 h 269648"/>
                <a:gd name="connsiteX10" fmla="*/ 84751 w 172894"/>
                <a:gd name="connsiteY10" fmla="*/ 183509 h 269648"/>
                <a:gd name="connsiteX11" fmla="*/ 106552 w 172894"/>
                <a:gd name="connsiteY11" fmla="*/ 86009 h 269648"/>
                <a:gd name="connsiteX12" fmla="*/ 139557 w 172894"/>
                <a:gd name="connsiteY12" fmla="*/ 86009 h 269648"/>
                <a:gd name="connsiteX13" fmla="*/ 141373 w 172894"/>
                <a:gd name="connsiteY13" fmla="*/ 76259 h 269648"/>
                <a:gd name="connsiteX14" fmla="*/ 108672 w 172894"/>
                <a:gd name="connsiteY14" fmla="*/ 76259 h 269648"/>
                <a:gd name="connsiteX15" fmla="*/ 145612 w 172894"/>
                <a:gd name="connsiteY15" fmla="*/ 6790 h 269648"/>
                <a:gd name="connsiteX16" fmla="*/ 152274 w 172894"/>
                <a:gd name="connsiteY16" fmla="*/ 10447 h 269648"/>
                <a:gd name="connsiteX17" fmla="*/ 151063 w 172894"/>
                <a:gd name="connsiteY17" fmla="*/ 13494 h 269648"/>
                <a:gd name="connsiteX18" fmla="*/ 149246 w 172894"/>
                <a:gd name="connsiteY18" fmla="*/ 19892 h 269648"/>
                <a:gd name="connsiteX19" fmla="*/ 160449 w 172894"/>
                <a:gd name="connsiteY19" fmla="*/ 32080 h 269648"/>
                <a:gd name="connsiteX20" fmla="*/ 173167 w 172894"/>
                <a:gd name="connsiteY20" fmla="*/ 19892 h 269648"/>
                <a:gd name="connsiteX21" fmla="*/ 147126 w 172894"/>
                <a:gd name="connsiteY21" fmla="*/ 87 h 269648"/>
                <a:gd name="connsiteX22" fmla="*/ 109580 w 172894"/>
                <a:gd name="connsiteY22" fmla="*/ 21111 h 269648"/>
                <a:gd name="connsiteX23" fmla="*/ 85357 w 172894"/>
                <a:gd name="connsiteY23" fmla="*/ 76259 h 269648"/>
                <a:gd name="connsiteX24" fmla="*/ 57500 w 172894"/>
                <a:gd name="connsiteY24" fmla="*/ 76259 h 269648"/>
                <a:gd name="connsiteX25" fmla="*/ 55380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80" y="86009"/>
                  </a:moveTo>
                  <a:lnTo>
                    <a:pt x="82631" y="86009"/>
                  </a:lnTo>
                  <a:lnTo>
                    <a:pt x="55986" y="213978"/>
                  </a:lnTo>
                  <a:cubicBezTo>
                    <a:pt x="49324" y="246580"/>
                    <a:pt x="39332" y="263338"/>
                    <a:pt x="26615" y="263338"/>
                  </a:cubicBezTo>
                  <a:cubicBezTo>
                    <a:pt x="22981" y="263338"/>
                    <a:pt x="20559" y="261205"/>
                    <a:pt x="20559" y="258463"/>
                  </a:cubicBezTo>
                  <a:cubicBezTo>
                    <a:pt x="20559" y="257548"/>
                    <a:pt x="20862" y="256634"/>
                    <a:pt x="21770" y="255111"/>
                  </a:cubicBezTo>
                  <a:cubicBezTo>
                    <a:pt x="22981" y="253283"/>
                    <a:pt x="23284" y="252064"/>
                    <a:pt x="23284" y="250236"/>
                  </a:cubicBezTo>
                  <a:cubicBezTo>
                    <a:pt x="23284" y="243838"/>
                    <a:pt x="17834" y="238658"/>
                    <a:pt x="11475" y="238658"/>
                  </a:cubicBezTo>
                  <a:cubicBezTo>
                    <a:pt x="5116" y="238658"/>
                    <a:pt x="272" y="244142"/>
                    <a:pt x="272" y="251150"/>
                  </a:cubicBezTo>
                  <a:cubicBezTo>
                    <a:pt x="272" y="261509"/>
                    <a:pt x="10869" y="269736"/>
                    <a:pt x="24192" y="269736"/>
                  </a:cubicBezTo>
                  <a:cubicBezTo>
                    <a:pt x="51141" y="269736"/>
                    <a:pt x="72336" y="239572"/>
                    <a:pt x="84751" y="183509"/>
                  </a:cubicBezTo>
                  <a:lnTo>
                    <a:pt x="106552" y="86009"/>
                  </a:lnTo>
                  <a:lnTo>
                    <a:pt x="139557" y="86009"/>
                  </a:lnTo>
                  <a:lnTo>
                    <a:pt x="141373" y="76259"/>
                  </a:lnTo>
                  <a:lnTo>
                    <a:pt x="108672" y="76259"/>
                  </a:lnTo>
                  <a:cubicBezTo>
                    <a:pt x="117453" y="28423"/>
                    <a:pt x="128656" y="6790"/>
                    <a:pt x="145612" y="6790"/>
                  </a:cubicBezTo>
                  <a:cubicBezTo>
                    <a:pt x="149549" y="6790"/>
                    <a:pt x="152274" y="8314"/>
                    <a:pt x="152274" y="10447"/>
                  </a:cubicBezTo>
                  <a:cubicBezTo>
                    <a:pt x="152274" y="11361"/>
                    <a:pt x="151971" y="11970"/>
                    <a:pt x="151063" y="13494"/>
                  </a:cubicBezTo>
                  <a:cubicBezTo>
                    <a:pt x="149852" y="16236"/>
                    <a:pt x="149246" y="17759"/>
                    <a:pt x="149246" y="19892"/>
                  </a:cubicBezTo>
                  <a:cubicBezTo>
                    <a:pt x="149246" y="27205"/>
                    <a:pt x="153788" y="32080"/>
                    <a:pt x="160449" y="32080"/>
                  </a:cubicBezTo>
                  <a:cubicBezTo>
                    <a:pt x="167414" y="32080"/>
                    <a:pt x="173167" y="26595"/>
                    <a:pt x="173167" y="19892"/>
                  </a:cubicBezTo>
                  <a:cubicBezTo>
                    <a:pt x="173167" y="8619"/>
                    <a:pt x="161963" y="87"/>
                    <a:pt x="147126" y="87"/>
                  </a:cubicBezTo>
                  <a:cubicBezTo>
                    <a:pt x="132290" y="87"/>
                    <a:pt x="120481" y="6790"/>
                    <a:pt x="109580" y="21111"/>
                  </a:cubicBezTo>
                  <a:cubicBezTo>
                    <a:pt x="100496" y="32994"/>
                    <a:pt x="94440" y="47009"/>
                    <a:pt x="85357" y="76259"/>
                  </a:cubicBezTo>
                  <a:lnTo>
                    <a:pt x="57500" y="76259"/>
                  </a:lnTo>
                  <a:lnTo>
                    <a:pt x="55380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56920B4-550E-BD15-60DB-B3BC3F1EBE08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0635435" y="7653595"/>
              <a:ext cx="70247" cy="304687"/>
            </a:xfrm>
            <a:custGeom>
              <a:avLst/>
              <a:gdLst>
                <a:gd name="connsiteX0" fmla="*/ 70524 w 70247"/>
                <a:gd name="connsiteY0" fmla="*/ 301727 h 304687"/>
                <a:gd name="connsiteX1" fmla="*/ 65377 w 70247"/>
                <a:gd name="connsiteY1" fmla="*/ 295024 h 304687"/>
                <a:gd name="connsiteX2" fmla="*/ 17838 w 70247"/>
                <a:gd name="connsiteY2" fmla="*/ 152430 h 304687"/>
                <a:gd name="connsiteX3" fmla="*/ 66588 w 70247"/>
                <a:gd name="connsiteY3" fmla="*/ 8313 h 304687"/>
                <a:gd name="connsiteX4" fmla="*/ 70524 w 70247"/>
                <a:gd name="connsiteY4" fmla="*/ 3134 h 304687"/>
                <a:gd name="connsiteX5" fmla="*/ 67496 w 70247"/>
                <a:gd name="connsiteY5" fmla="*/ 87 h 304687"/>
                <a:gd name="connsiteX6" fmla="*/ 19352 w 70247"/>
                <a:gd name="connsiteY6" fmla="*/ 59501 h 304687"/>
                <a:gd name="connsiteX7" fmla="*/ 276 w 70247"/>
                <a:gd name="connsiteY7" fmla="*/ 152430 h 304687"/>
                <a:gd name="connsiteX8" fmla="*/ 20261 w 70247"/>
                <a:gd name="connsiteY8" fmla="*/ 247493 h 304687"/>
                <a:gd name="connsiteX9" fmla="*/ 67496 w 70247"/>
                <a:gd name="connsiteY9" fmla="*/ 304774 h 304687"/>
                <a:gd name="connsiteX10" fmla="*/ 70524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24" y="301727"/>
                  </a:moveTo>
                  <a:cubicBezTo>
                    <a:pt x="70524" y="300813"/>
                    <a:pt x="70524" y="300204"/>
                    <a:pt x="65377" y="295024"/>
                  </a:cubicBezTo>
                  <a:cubicBezTo>
                    <a:pt x="27528" y="256634"/>
                    <a:pt x="17838" y="199048"/>
                    <a:pt x="17838" y="152430"/>
                  </a:cubicBezTo>
                  <a:cubicBezTo>
                    <a:pt x="17838" y="99415"/>
                    <a:pt x="29345" y="46399"/>
                    <a:pt x="66588" y="8313"/>
                  </a:cubicBezTo>
                  <a:cubicBezTo>
                    <a:pt x="70524" y="4657"/>
                    <a:pt x="70524" y="4048"/>
                    <a:pt x="70524" y="3134"/>
                  </a:cubicBezTo>
                  <a:cubicBezTo>
                    <a:pt x="70524" y="1001"/>
                    <a:pt x="69313" y="87"/>
                    <a:pt x="67496" y="87"/>
                  </a:cubicBezTo>
                  <a:cubicBezTo>
                    <a:pt x="64469" y="87"/>
                    <a:pt x="37217" y="20805"/>
                    <a:pt x="19352" y="59501"/>
                  </a:cubicBezTo>
                  <a:cubicBezTo>
                    <a:pt x="3910" y="93016"/>
                    <a:pt x="276" y="126837"/>
                    <a:pt x="276" y="152430"/>
                  </a:cubicBezTo>
                  <a:cubicBezTo>
                    <a:pt x="276" y="176196"/>
                    <a:pt x="3607" y="213063"/>
                    <a:pt x="20261" y="247493"/>
                  </a:cubicBezTo>
                  <a:cubicBezTo>
                    <a:pt x="38428" y="284970"/>
                    <a:pt x="64469" y="304774"/>
                    <a:pt x="67496" y="304774"/>
                  </a:cubicBezTo>
                  <a:cubicBezTo>
                    <a:pt x="69313" y="304774"/>
                    <a:pt x="70524" y="303860"/>
                    <a:pt x="70524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F3886CE-67EC-BA06-9DA5-CAC745CDE392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0715204" y="7747743"/>
              <a:ext cx="143523" cy="137718"/>
            </a:xfrm>
            <a:custGeom>
              <a:avLst/>
              <a:gdLst>
                <a:gd name="connsiteX0" fmla="*/ 130178 w 143523"/>
                <a:gd name="connsiteY0" fmla="*/ 100634 h 137718"/>
                <a:gd name="connsiteX1" fmla="*/ 123517 w 143523"/>
                <a:gd name="connsiteY1" fmla="*/ 108861 h 137718"/>
                <a:gd name="connsiteX2" fmla="*/ 109588 w 143523"/>
                <a:gd name="connsiteY2" fmla="*/ 121048 h 137718"/>
                <a:gd name="connsiteX3" fmla="*/ 100201 w 143523"/>
                <a:gd name="connsiteY3" fmla="*/ 108556 h 137718"/>
                <a:gd name="connsiteX4" fmla="*/ 98990 w 143523"/>
                <a:gd name="connsiteY4" fmla="*/ 103376 h 137718"/>
                <a:gd name="connsiteX5" fmla="*/ 88090 w 143523"/>
                <a:gd name="connsiteY5" fmla="*/ 54017 h 137718"/>
                <a:gd name="connsiteX6" fmla="*/ 117764 w 143523"/>
                <a:gd name="connsiteY6" fmla="*/ 17150 h 137718"/>
                <a:gd name="connsiteX7" fmla="*/ 125031 w 143523"/>
                <a:gd name="connsiteY7" fmla="*/ 19587 h 137718"/>
                <a:gd name="connsiteX8" fmla="*/ 133206 w 143523"/>
                <a:gd name="connsiteY8" fmla="*/ 22330 h 137718"/>
                <a:gd name="connsiteX9" fmla="*/ 143804 w 143523"/>
                <a:gd name="connsiteY9" fmla="*/ 11361 h 137718"/>
                <a:gd name="connsiteX10" fmla="*/ 131389 w 143523"/>
                <a:gd name="connsiteY10" fmla="*/ 87 h 137718"/>
                <a:gd name="connsiteX11" fmla="*/ 85667 w 143523"/>
                <a:gd name="connsiteY11" fmla="*/ 43658 h 137718"/>
                <a:gd name="connsiteX12" fmla="*/ 82337 w 143523"/>
                <a:gd name="connsiteY12" fmla="*/ 26900 h 137718"/>
                <a:gd name="connsiteX13" fmla="*/ 66591 w 143523"/>
                <a:gd name="connsiteY13" fmla="*/ 87 h 137718"/>
                <a:gd name="connsiteX14" fmla="*/ 31165 w 143523"/>
                <a:gd name="connsiteY14" fmla="*/ 8923 h 137718"/>
                <a:gd name="connsiteX15" fmla="*/ 27834 w 143523"/>
                <a:gd name="connsiteY15" fmla="*/ 10142 h 137718"/>
                <a:gd name="connsiteX16" fmla="*/ 29045 w 143523"/>
                <a:gd name="connsiteY16" fmla="*/ 14712 h 137718"/>
                <a:gd name="connsiteX17" fmla="*/ 46002 w 143523"/>
                <a:gd name="connsiteY17" fmla="*/ 11361 h 137718"/>
                <a:gd name="connsiteX18" fmla="*/ 59627 w 143523"/>
                <a:gd name="connsiteY18" fmla="*/ 32384 h 137718"/>
                <a:gd name="connsiteX19" fmla="*/ 68408 w 143523"/>
                <a:gd name="connsiteY19" fmla="*/ 69861 h 137718"/>
                <a:gd name="connsiteX20" fmla="*/ 43579 w 143523"/>
                <a:gd name="connsiteY20" fmla="*/ 105509 h 137718"/>
                <a:gd name="connsiteX21" fmla="*/ 28137 w 143523"/>
                <a:gd name="connsiteY21" fmla="*/ 120134 h 137718"/>
                <a:gd name="connsiteX22" fmla="*/ 20264 w 143523"/>
                <a:gd name="connsiteY22" fmla="*/ 117392 h 137718"/>
                <a:gd name="connsiteX23" fmla="*/ 10575 w 143523"/>
                <a:gd name="connsiteY23" fmla="*/ 114345 h 137718"/>
                <a:gd name="connsiteX24" fmla="*/ 280 w 143523"/>
                <a:gd name="connsiteY24" fmla="*/ 125009 h 137718"/>
                <a:gd name="connsiteX25" fmla="*/ 15419 w 143523"/>
                <a:gd name="connsiteY25" fmla="*/ 137806 h 137718"/>
                <a:gd name="connsiteX26" fmla="*/ 43579 w 143523"/>
                <a:gd name="connsiteY26" fmla="*/ 116478 h 137718"/>
                <a:gd name="connsiteX27" fmla="*/ 70831 w 143523"/>
                <a:gd name="connsiteY27" fmla="*/ 80830 h 137718"/>
                <a:gd name="connsiteX28" fmla="*/ 79914 w 143523"/>
                <a:gd name="connsiteY28" fmla="*/ 117392 h 137718"/>
                <a:gd name="connsiteX29" fmla="*/ 97476 w 143523"/>
                <a:gd name="connsiteY29" fmla="*/ 137806 h 137718"/>
                <a:gd name="connsiteX30" fmla="*/ 134417 w 143523"/>
                <a:gd name="connsiteY30" fmla="*/ 103072 h 137718"/>
                <a:gd name="connsiteX31" fmla="*/ 130178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78" y="100634"/>
                  </a:moveTo>
                  <a:cubicBezTo>
                    <a:pt x="127756" y="103376"/>
                    <a:pt x="126242" y="105205"/>
                    <a:pt x="123517" y="108861"/>
                  </a:cubicBezTo>
                  <a:cubicBezTo>
                    <a:pt x="116552" y="118001"/>
                    <a:pt x="112919" y="121048"/>
                    <a:pt x="109588" y="121048"/>
                  </a:cubicBezTo>
                  <a:cubicBezTo>
                    <a:pt x="105046" y="121048"/>
                    <a:pt x="102321" y="117087"/>
                    <a:pt x="100201" y="108556"/>
                  </a:cubicBezTo>
                  <a:cubicBezTo>
                    <a:pt x="99596" y="106119"/>
                    <a:pt x="99293" y="104291"/>
                    <a:pt x="98990" y="103376"/>
                  </a:cubicBezTo>
                  <a:cubicBezTo>
                    <a:pt x="91420" y="72603"/>
                    <a:pt x="88090" y="58587"/>
                    <a:pt x="88090" y="54017"/>
                  </a:cubicBezTo>
                  <a:cubicBezTo>
                    <a:pt x="101413" y="30556"/>
                    <a:pt x="112313" y="17150"/>
                    <a:pt x="117764" y="17150"/>
                  </a:cubicBezTo>
                  <a:cubicBezTo>
                    <a:pt x="119580" y="17150"/>
                    <a:pt x="122003" y="18064"/>
                    <a:pt x="125031" y="19587"/>
                  </a:cubicBezTo>
                  <a:cubicBezTo>
                    <a:pt x="128664" y="21720"/>
                    <a:pt x="130784" y="22330"/>
                    <a:pt x="133206" y="22330"/>
                  </a:cubicBezTo>
                  <a:cubicBezTo>
                    <a:pt x="139565" y="22330"/>
                    <a:pt x="143804" y="17759"/>
                    <a:pt x="143804" y="11361"/>
                  </a:cubicBezTo>
                  <a:cubicBezTo>
                    <a:pt x="143804" y="4962"/>
                    <a:pt x="138656" y="87"/>
                    <a:pt x="131389" y="87"/>
                  </a:cubicBezTo>
                  <a:cubicBezTo>
                    <a:pt x="118066" y="87"/>
                    <a:pt x="106560" y="11056"/>
                    <a:pt x="85667" y="43658"/>
                  </a:cubicBezTo>
                  <a:lnTo>
                    <a:pt x="82337" y="26900"/>
                  </a:lnTo>
                  <a:cubicBezTo>
                    <a:pt x="78098" y="6181"/>
                    <a:pt x="74767" y="87"/>
                    <a:pt x="66591" y="87"/>
                  </a:cubicBezTo>
                  <a:cubicBezTo>
                    <a:pt x="59930" y="87"/>
                    <a:pt x="49635" y="2830"/>
                    <a:pt x="31165" y="8923"/>
                  </a:cubicBezTo>
                  <a:lnTo>
                    <a:pt x="27834" y="10142"/>
                  </a:lnTo>
                  <a:lnTo>
                    <a:pt x="29045" y="14712"/>
                  </a:lnTo>
                  <a:cubicBezTo>
                    <a:pt x="40551" y="11970"/>
                    <a:pt x="43276" y="11361"/>
                    <a:pt x="46002" y="11361"/>
                  </a:cubicBezTo>
                  <a:cubicBezTo>
                    <a:pt x="53571" y="11361"/>
                    <a:pt x="55388" y="14103"/>
                    <a:pt x="59627" y="32384"/>
                  </a:cubicBezTo>
                  <a:lnTo>
                    <a:pt x="68408" y="69861"/>
                  </a:lnTo>
                  <a:lnTo>
                    <a:pt x="43579" y="105509"/>
                  </a:lnTo>
                  <a:cubicBezTo>
                    <a:pt x="37523" y="114650"/>
                    <a:pt x="31467" y="120134"/>
                    <a:pt x="28137" y="120134"/>
                  </a:cubicBezTo>
                  <a:cubicBezTo>
                    <a:pt x="26320" y="120134"/>
                    <a:pt x="23292" y="119220"/>
                    <a:pt x="20264" y="117392"/>
                  </a:cubicBezTo>
                  <a:cubicBezTo>
                    <a:pt x="16328" y="115259"/>
                    <a:pt x="12997" y="114345"/>
                    <a:pt x="10575" y="114345"/>
                  </a:cubicBezTo>
                  <a:cubicBezTo>
                    <a:pt x="4822" y="114345"/>
                    <a:pt x="280" y="118916"/>
                    <a:pt x="280" y="125009"/>
                  </a:cubicBezTo>
                  <a:cubicBezTo>
                    <a:pt x="280" y="132931"/>
                    <a:pt x="6336" y="137806"/>
                    <a:pt x="15419" y="137806"/>
                  </a:cubicBezTo>
                  <a:cubicBezTo>
                    <a:pt x="24806" y="137806"/>
                    <a:pt x="28440" y="135064"/>
                    <a:pt x="43579" y="116478"/>
                  </a:cubicBezTo>
                  <a:cubicBezTo>
                    <a:pt x="51755" y="106728"/>
                    <a:pt x="58113" y="98501"/>
                    <a:pt x="70831" y="80830"/>
                  </a:cubicBezTo>
                  <a:lnTo>
                    <a:pt x="79914" y="117392"/>
                  </a:lnTo>
                  <a:cubicBezTo>
                    <a:pt x="83851" y="132931"/>
                    <a:pt x="87787" y="137806"/>
                    <a:pt x="97476" y="137806"/>
                  </a:cubicBezTo>
                  <a:cubicBezTo>
                    <a:pt x="108982" y="137806"/>
                    <a:pt x="116855" y="130494"/>
                    <a:pt x="134417" y="103072"/>
                  </a:cubicBezTo>
                  <a:lnTo>
                    <a:pt x="130178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0A8D249-2456-2F19-5FB2-79563796CD67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0861011" y="7775893"/>
              <a:ext cx="103070" cy="152416"/>
            </a:xfrm>
            <a:custGeom>
              <a:avLst/>
              <a:gdLst>
                <a:gd name="connsiteX0" fmla="*/ 103354 w 103070"/>
                <a:gd name="connsiteY0" fmla="*/ 100423 h 152416"/>
                <a:gd name="connsiteX1" fmla="*/ 80499 w 103070"/>
                <a:gd name="connsiteY1" fmla="*/ 100423 h 152416"/>
                <a:gd name="connsiteX2" fmla="*/ 80499 w 103070"/>
                <a:gd name="connsiteY2" fmla="*/ 90 h 152416"/>
                <a:gd name="connsiteX3" fmla="*/ 70640 w 103070"/>
                <a:gd name="connsiteY3" fmla="*/ 90 h 152416"/>
                <a:gd name="connsiteX4" fmla="*/ 284 w 103070"/>
                <a:gd name="connsiteY4" fmla="*/ 100423 h 152416"/>
                <a:gd name="connsiteX5" fmla="*/ 284 w 103070"/>
                <a:gd name="connsiteY5" fmla="*/ 114853 h 152416"/>
                <a:gd name="connsiteX6" fmla="*/ 63246 w 103070"/>
                <a:gd name="connsiteY6" fmla="*/ 114853 h 152416"/>
                <a:gd name="connsiteX7" fmla="*/ 63246 w 103070"/>
                <a:gd name="connsiteY7" fmla="*/ 152506 h 152416"/>
                <a:gd name="connsiteX8" fmla="*/ 80499 w 103070"/>
                <a:gd name="connsiteY8" fmla="*/ 152506 h 152416"/>
                <a:gd name="connsiteX9" fmla="*/ 80499 w 103070"/>
                <a:gd name="connsiteY9" fmla="*/ 114853 h 152416"/>
                <a:gd name="connsiteX10" fmla="*/ 103354 w 103070"/>
                <a:gd name="connsiteY10" fmla="*/ 114853 h 152416"/>
                <a:gd name="connsiteX11" fmla="*/ 103354 w 103070"/>
                <a:gd name="connsiteY11" fmla="*/ 100423 h 152416"/>
                <a:gd name="connsiteX12" fmla="*/ 63022 w 103070"/>
                <a:gd name="connsiteY12" fmla="*/ 100423 h 152416"/>
                <a:gd name="connsiteX13" fmla="*/ 9246 w 103070"/>
                <a:gd name="connsiteY13" fmla="*/ 100423 h 152416"/>
                <a:gd name="connsiteX14" fmla="*/ 63022 w 103070"/>
                <a:gd name="connsiteY14" fmla="*/ 23088 h 152416"/>
                <a:gd name="connsiteX15" fmla="*/ 63022 w 103070"/>
                <a:gd name="connsiteY15" fmla="*/ 100423 h 15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070" h="152416">
                  <a:moveTo>
                    <a:pt x="103354" y="100423"/>
                  </a:moveTo>
                  <a:lnTo>
                    <a:pt x="80499" y="100423"/>
                  </a:lnTo>
                  <a:lnTo>
                    <a:pt x="80499" y="90"/>
                  </a:lnTo>
                  <a:lnTo>
                    <a:pt x="70640" y="90"/>
                  </a:lnTo>
                  <a:lnTo>
                    <a:pt x="284" y="100423"/>
                  </a:lnTo>
                  <a:lnTo>
                    <a:pt x="284" y="114853"/>
                  </a:lnTo>
                  <a:lnTo>
                    <a:pt x="63246" y="114853"/>
                  </a:lnTo>
                  <a:lnTo>
                    <a:pt x="63246" y="152506"/>
                  </a:lnTo>
                  <a:lnTo>
                    <a:pt x="80499" y="152506"/>
                  </a:lnTo>
                  <a:lnTo>
                    <a:pt x="80499" y="114853"/>
                  </a:lnTo>
                  <a:lnTo>
                    <a:pt x="103354" y="114853"/>
                  </a:lnTo>
                  <a:lnTo>
                    <a:pt x="103354" y="100423"/>
                  </a:lnTo>
                  <a:close/>
                  <a:moveTo>
                    <a:pt x="63022" y="100423"/>
                  </a:moveTo>
                  <a:lnTo>
                    <a:pt x="9246" y="100423"/>
                  </a:lnTo>
                  <a:lnTo>
                    <a:pt x="63022" y="23088"/>
                  </a:lnTo>
                  <a:lnTo>
                    <a:pt x="63022" y="10042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F4E33DA-BEA7-2773-ED70-6C75BC8D0E64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003231" y="7653595"/>
              <a:ext cx="70248" cy="304687"/>
            </a:xfrm>
            <a:custGeom>
              <a:avLst/>
              <a:gdLst>
                <a:gd name="connsiteX0" fmla="*/ 70537 w 70248"/>
                <a:gd name="connsiteY0" fmla="*/ 152430 h 304687"/>
                <a:gd name="connsiteX1" fmla="*/ 50552 w 70248"/>
                <a:gd name="connsiteY1" fmla="*/ 57368 h 304687"/>
                <a:gd name="connsiteX2" fmla="*/ 3317 w 70248"/>
                <a:gd name="connsiteY2" fmla="*/ 87 h 304687"/>
                <a:gd name="connsiteX3" fmla="*/ 289 w 70248"/>
                <a:gd name="connsiteY3" fmla="*/ 3134 h 304687"/>
                <a:gd name="connsiteX4" fmla="*/ 6042 w 70248"/>
                <a:gd name="connsiteY4" fmla="*/ 10141 h 304687"/>
                <a:gd name="connsiteX5" fmla="*/ 52975 w 70248"/>
                <a:gd name="connsiteY5" fmla="*/ 152430 h 304687"/>
                <a:gd name="connsiteX6" fmla="*/ 4225 w 70248"/>
                <a:gd name="connsiteY6" fmla="*/ 296548 h 304687"/>
                <a:gd name="connsiteX7" fmla="*/ 289 w 70248"/>
                <a:gd name="connsiteY7" fmla="*/ 301727 h 304687"/>
                <a:gd name="connsiteX8" fmla="*/ 3317 w 70248"/>
                <a:gd name="connsiteY8" fmla="*/ 304774 h 304687"/>
                <a:gd name="connsiteX9" fmla="*/ 51461 w 70248"/>
                <a:gd name="connsiteY9" fmla="*/ 245360 h 304687"/>
                <a:gd name="connsiteX10" fmla="*/ 70537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37" y="152430"/>
                  </a:moveTo>
                  <a:cubicBezTo>
                    <a:pt x="70537" y="128665"/>
                    <a:pt x="67206" y="91798"/>
                    <a:pt x="50552" y="57368"/>
                  </a:cubicBezTo>
                  <a:cubicBezTo>
                    <a:pt x="32385" y="19891"/>
                    <a:pt x="6345" y="87"/>
                    <a:pt x="3317" y="87"/>
                  </a:cubicBezTo>
                  <a:cubicBezTo>
                    <a:pt x="1500" y="87"/>
                    <a:pt x="289" y="1305"/>
                    <a:pt x="289" y="3134"/>
                  </a:cubicBezTo>
                  <a:cubicBezTo>
                    <a:pt x="289" y="4048"/>
                    <a:pt x="289" y="4657"/>
                    <a:pt x="6042" y="10141"/>
                  </a:cubicBezTo>
                  <a:cubicBezTo>
                    <a:pt x="35716" y="40305"/>
                    <a:pt x="52975" y="88751"/>
                    <a:pt x="52975" y="152430"/>
                  </a:cubicBezTo>
                  <a:cubicBezTo>
                    <a:pt x="52975" y="204532"/>
                    <a:pt x="41771" y="258157"/>
                    <a:pt x="4225" y="296548"/>
                  </a:cubicBezTo>
                  <a:cubicBezTo>
                    <a:pt x="289" y="300204"/>
                    <a:pt x="289" y="300813"/>
                    <a:pt x="289" y="301727"/>
                  </a:cubicBezTo>
                  <a:cubicBezTo>
                    <a:pt x="289" y="303556"/>
                    <a:pt x="1500" y="304774"/>
                    <a:pt x="3317" y="304774"/>
                  </a:cubicBezTo>
                  <a:cubicBezTo>
                    <a:pt x="6345" y="304774"/>
                    <a:pt x="33596" y="284056"/>
                    <a:pt x="51461" y="245360"/>
                  </a:cubicBezTo>
                  <a:cubicBezTo>
                    <a:pt x="66903" y="211845"/>
                    <a:pt x="70537" y="178024"/>
                    <a:pt x="70537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E84083-0FC6-3754-BD8C-4745C8F13DE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1163060" y="7704478"/>
              <a:ext cx="201357" cy="202921"/>
            </a:xfrm>
            <a:custGeom>
              <a:avLst/>
              <a:gdLst>
                <a:gd name="connsiteX0" fmla="*/ 107181 w 201357"/>
                <a:gd name="connsiteY0" fmla="*/ 107641 h 202921"/>
                <a:gd name="connsiteX1" fmla="*/ 191660 w 201357"/>
                <a:gd name="connsiteY1" fmla="*/ 107641 h 202921"/>
                <a:gd name="connsiteX2" fmla="*/ 201652 w 201357"/>
                <a:gd name="connsiteY2" fmla="*/ 101548 h 202921"/>
                <a:gd name="connsiteX3" fmla="*/ 191660 w 201357"/>
                <a:gd name="connsiteY3" fmla="*/ 95454 h 202921"/>
                <a:gd name="connsiteX4" fmla="*/ 107181 w 201357"/>
                <a:gd name="connsiteY4" fmla="*/ 95454 h 202921"/>
                <a:gd name="connsiteX5" fmla="*/ 107181 w 201357"/>
                <a:gd name="connsiteY5" fmla="*/ 10141 h 202921"/>
                <a:gd name="connsiteX6" fmla="*/ 101125 w 201357"/>
                <a:gd name="connsiteY6" fmla="*/ 87 h 202921"/>
                <a:gd name="connsiteX7" fmla="*/ 95069 w 201357"/>
                <a:gd name="connsiteY7" fmla="*/ 10141 h 202921"/>
                <a:gd name="connsiteX8" fmla="*/ 95069 w 201357"/>
                <a:gd name="connsiteY8" fmla="*/ 95454 h 202921"/>
                <a:gd name="connsiteX9" fmla="*/ 10287 w 201357"/>
                <a:gd name="connsiteY9" fmla="*/ 95454 h 202921"/>
                <a:gd name="connsiteX10" fmla="*/ 295 w 201357"/>
                <a:gd name="connsiteY10" fmla="*/ 101548 h 202921"/>
                <a:gd name="connsiteX11" fmla="*/ 10287 w 201357"/>
                <a:gd name="connsiteY11" fmla="*/ 107641 h 202921"/>
                <a:gd name="connsiteX12" fmla="*/ 95069 w 201357"/>
                <a:gd name="connsiteY12" fmla="*/ 107641 h 202921"/>
                <a:gd name="connsiteX13" fmla="*/ 95069 w 201357"/>
                <a:gd name="connsiteY13" fmla="*/ 192954 h 202921"/>
                <a:gd name="connsiteX14" fmla="*/ 101125 w 201357"/>
                <a:gd name="connsiteY14" fmla="*/ 203009 h 202921"/>
                <a:gd name="connsiteX15" fmla="*/ 107181 w 201357"/>
                <a:gd name="connsiteY15" fmla="*/ 192954 h 202921"/>
                <a:gd name="connsiteX16" fmla="*/ 107181 w 201357"/>
                <a:gd name="connsiteY16" fmla="*/ 10764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81" y="107641"/>
                  </a:moveTo>
                  <a:lnTo>
                    <a:pt x="191660" y="107641"/>
                  </a:lnTo>
                  <a:cubicBezTo>
                    <a:pt x="195899" y="107641"/>
                    <a:pt x="201652" y="107641"/>
                    <a:pt x="201652" y="101548"/>
                  </a:cubicBezTo>
                  <a:cubicBezTo>
                    <a:pt x="201652" y="95454"/>
                    <a:pt x="195899" y="95454"/>
                    <a:pt x="191660" y="95454"/>
                  </a:cubicBezTo>
                  <a:lnTo>
                    <a:pt x="107181" y="95454"/>
                  </a:lnTo>
                  <a:lnTo>
                    <a:pt x="107181" y="10141"/>
                  </a:lnTo>
                  <a:cubicBezTo>
                    <a:pt x="107181" y="5876"/>
                    <a:pt x="107181" y="87"/>
                    <a:pt x="101125" y="87"/>
                  </a:cubicBezTo>
                  <a:cubicBezTo>
                    <a:pt x="95069" y="87"/>
                    <a:pt x="95069" y="5876"/>
                    <a:pt x="95069" y="10141"/>
                  </a:cubicBezTo>
                  <a:lnTo>
                    <a:pt x="95069" y="95454"/>
                  </a:lnTo>
                  <a:lnTo>
                    <a:pt x="10287" y="95454"/>
                  </a:lnTo>
                  <a:cubicBezTo>
                    <a:pt x="6048" y="95454"/>
                    <a:pt x="295" y="95454"/>
                    <a:pt x="295" y="101548"/>
                  </a:cubicBezTo>
                  <a:cubicBezTo>
                    <a:pt x="295" y="107641"/>
                    <a:pt x="6048" y="107641"/>
                    <a:pt x="10287" y="107641"/>
                  </a:cubicBezTo>
                  <a:lnTo>
                    <a:pt x="95069" y="107641"/>
                  </a:lnTo>
                  <a:lnTo>
                    <a:pt x="95069" y="192954"/>
                  </a:lnTo>
                  <a:cubicBezTo>
                    <a:pt x="95069" y="197220"/>
                    <a:pt x="95069" y="203009"/>
                    <a:pt x="101125" y="203009"/>
                  </a:cubicBezTo>
                  <a:cubicBezTo>
                    <a:pt x="107181" y="203009"/>
                    <a:pt x="107181" y="197220"/>
                    <a:pt x="107181" y="192954"/>
                  </a:cubicBezTo>
                  <a:lnTo>
                    <a:pt x="107181" y="10764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F8BBE0A-9CF6-3D55-AEF9-142BC6B77AB3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1437485" y="7676142"/>
              <a:ext cx="117786" cy="210234"/>
            </a:xfrm>
            <a:custGeom>
              <a:avLst/>
              <a:gdLst>
                <a:gd name="connsiteX0" fmla="*/ 33610 w 117786"/>
                <a:gd name="connsiteY0" fmla="*/ 105509 h 210234"/>
                <a:gd name="connsiteX1" fmla="*/ 65706 w 117786"/>
                <a:gd name="connsiteY1" fmla="*/ 108861 h 210234"/>
                <a:gd name="connsiteX2" fmla="*/ 96288 w 117786"/>
                <a:gd name="connsiteY2" fmla="*/ 153955 h 210234"/>
                <a:gd name="connsiteX3" fmla="*/ 56622 w 117786"/>
                <a:gd name="connsiteY3" fmla="*/ 199353 h 210234"/>
                <a:gd name="connsiteX4" fmla="*/ 31188 w 117786"/>
                <a:gd name="connsiteY4" fmla="*/ 189908 h 210234"/>
                <a:gd name="connsiteX5" fmla="*/ 11809 w 117786"/>
                <a:gd name="connsiteY5" fmla="*/ 182291 h 210234"/>
                <a:gd name="connsiteX6" fmla="*/ 303 w 117786"/>
                <a:gd name="connsiteY6" fmla="*/ 192955 h 210234"/>
                <a:gd name="connsiteX7" fmla="*/ 34518 w 117786"/>
                <a:gd name="connsiteY7" fmla="*/ 210322 h 210234"/>
                <a:gd name="connsiteX8" fmla="*/ 95985 w 117786"/>
                <a:gd name="connsiteY8" fmla="*/ 189908 h 210234"/>
                <a:gd name="connsiteX9" fmla="*/ 118089 w 117786"/>
                <a:gd name="connsiteY9" fmla="*/ 139330 h 210234"/>
                <a:gd name="connsiteX10" fmla="*/ 104464 w 117786"/>
                <a:gd name="connsiteY10" fmla="*/ 100025 h 210234"/>
                <a:gd name="connsiteX11" fmla="*/ 79332 w 117786"/>
                <a:gd name="connsiteY11" fmla="*/ 83876 h 210234"/>
                <a:gd name="connsiteX12" fmla="*/ 107794 w 117786"/>
                <a:gd name="connsiteY12" fmla="*/ 41830 h 210234"/>
                <a:gd name="connsiteX13" fmla="*/ 60559 w 117786"/>
                <a:gd name="connsiteY13" fmla="*/ 87 h 210234"/>
                <a:gd name="connsiteX14" fmla="*/ 21195 w 117786"/>
                <a:gd name="connsiteY14" fmla="*/ 15017 h 210234"/>
                <a:gd name="connsiteX15" fmla="*/ 908 w 117786"/>
                <a:gd name="connsiteY15" fmla="*/ 49447 h 210234"/>
                <a:gd name="connsiteX16" fmla="*/ 5450 w 117786"/>
                <a:gd name="connsiteY16" fmla="*/ 50666 h 210234"/>
                <a:gd name="connsiteX17" fmla="*/ 50566 w 117786"/>
                <a:gd name="connsiteY17" fmla="*/ 18369 h 210234"/>
                <a:gd name="connsiteX18" fmla="*/ 83874 w 117786"/>
                <a:gd name="connsiteY18" fmla="*/ 50970 h 210234"/>
                <a:gd name="connsiteX19" fmla="*/ 71762 w 117786"/>
                <a:gd name="connsiteY19" fmla="*/ 80525 h 210234"/>
                <a:gd name="connsiteX20" fmla="*/ 33610 w 117786"/>
                <a:gd name="connsiteY20" fmla="*/ 101548 h 210234"/>
                <a:gd name="connsiteX21" fmla="*/ 33610 w 117786"/>
                <a:gd name="connsiteY21" fmla="*/ 10550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610" y="105509"/>
                  </a:moveTo>
                  <a:cubicBezTo>
                    <a:pt x="51475" y="105509"/>
                    <a:pt x="58439" y="106119"/>
                    <a:pt x="65706" y="108861"/>
                  </a:cubicBezTo>
                  <a:cubicBezTo>
                    <a:pt x="84479" y="115564"/>
                    <a:pt x="96288" y="132931"/>
                    <a:pt x="96288" y="153955"/>
                  </a:cubicBezTo>
                  <a:cubicBezTo>
                    <a:pt x="96288" y="179548"/>
                    <a:pt x="79029" y="199353"/>
                    <a:pt x="56622" y="199353"/>
                  </a:cubicBezTo>
                  <a:cubicBezTo>
                    <a:pt x="48447" y="199353"/>
                    <a:pt x="42391" y="197220"/>
                    <a:pt x="31188" y="189908"/>
                  </a:cubicBezTo>
                  <a:cubicBezTo>
                    <a:pt x="22104" y="184423"/>
                    <a:pt x="16956" y="182291"/>
                    <a:pt x="11809" y="182291"/>
                  </a:cubicBezTo>
                  <a:cubicBezTo>
                    <a:pt x="4845" y="182291"/>
                    <a:pt x="303" y="186556"/>
                    <a:pt x="303" y="192955"/>
                  </a:cubicBezTo>
                  <a:cubicBezTo>
                    <a:pt x="303" y="203619"/>
                    <a:pt x="13323" y="210322"/>
                    <a:pt x="34518" y="210322"/>
                  </a:cubicBezTo>
                  <a:cubicBezTo>
                    <a:pt x="57833" y="210322"/>
                    <a:pt x="81754" y="202400"/>
                    <a:pt x="95985" y="189908"/>
                  </a:cubicBezTo>
                  <a:cubicBezTo>
                    <a:pt x="110217" y="177416"/>
                    <a:pt x="118089" y="159744"/>
                    <a:pt x="118089" y="139330"/>
                  </a:cubicBezTo>
                  <a:cubicBezTo>
                    <a:pt x="118089" y="123791"/>
                    <a:pt x="113245" y="109470"/>
                    <a:pt x="104464" y="100025"/>
                  </a:cubicBezTo>
                  <a:cubicBezTo>
                    <a:pt x="98408" y="93322"/>
                    <a:pt x="92655" y="89666"/>
                    <a:pt x="79332" y="83876"/>
                  </a:cubicBezTo>
                  <a:cubicBezTo>
                    <a:pt x="100225" y="69556"/>
                    <a:pt x="107794" y="58283"/>
                    <a:pt x="107794" y="41830"/>
                  </a:cubicBezTo>
                  <a:cubicBezTo>
                    <a:pt x="107794" y="17150"/>
                    <a:pt x="88416" y="87"/>
                    <a:pt x="60559" y="87"/>
                  </a:cubicBezTo>
                  <a:cubicBezTo>
                    <a:pt x="45419" y="87"/>
                    <a:pt x="32096" y="5267"/>
                    <a:pt x="21195" y="15017"/>
                  </a:cubicBezTo>
                  <a:cubicBezTo>
                    <a:pt x="12112" y="23244"/>
                    <a:pt x="7570" y="31165"/>
                    <a:pt x="908" y="49447"/>
                  </a:cubicBezTo>
                  <a:lnTo>
                    <a:pt x="5450" y="50666"/>
                  </a:lnTo>
                  <a:cubicBezTo>
                    <a:pt x="17865" y="28423"/>
                    <a:pt x="31490" y="18369"/>
                    <a:pt x="50566" y="18369"/>
                  </a:cubicBezTo>
                  <a:cubicBezTo>
                    <a:pt x="70248" y="18369"/>
                    <a:pt x="83874" y="31775"/>
                    <a:pt x="83874" y="50970"/>
                  </a:cubicBezTo>
                  <a:cubicBezTo>
                    <a:pt x="83874" y="61939"/>
                    <a:pt x="79332" y="72908"/>
                    <a:pt x="71762" y="80525"/>
                  </a:cubicBezTo>
                  <a:cubicBezTo>
                    <a:pt x="62678" y="89666"/>
                    <a:pt x="54200" y="94236"/>
                    <a:pt x="33610" y="101548"/>
                  </a:cubicBezTo>
                  <a:lnTo>
                    <a:pt x="33610" y="1055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B86D08A-E67B-E6C7-39D4-6AD12F39259A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1577507" y="7675532"/>
              <a:ext cx="172894" cy="269648"/>
            </a:xfrm>
            <a:custGeom>
              <a:avLst/>
              <a:gdLst>
                <a:gd name="connsiteX0" fmla="*/ 55418 w 172894"/>
                <a:gd name="connsiteY0" fmla="*/ 86009 h 269648"/>
                <a:gd name="connsiteX1" fmla="*/ 82669 w 172894"/>
                <a:gd name="connsiteY1" fmla="*/ 86009 h 269648"/>
                <a:gd name="connsiteX2" fmla="*/ 56023 w 172894"/>
                <a:gd name="connsiteY2" fmla="*/ 213978 h 269648"/>
                <a:gd name="connsiteX3" fmla="*/ 26652 w 172894"/>
                <a:gd name="connsiteY3" fmla="*/ 263338 h 269648"/>
                <a:gd name="connsiteX4" fmla="*/ 20596 w 172894"/>
                <a:gd name="connsiteY4" fmla="*/ 258463 h 269648"/>
                <a:gd name="connsiteX5" fmla="*/ 21808 w 172894"/>
                <a:gd name="connsiteY5" fmla="*/ 255111 h 269648"/>
                <a:gd name="connsiteX6" fmla="*/ 23321 w 172894"/>
                <a:gd name="connsiteY6" fmla="*/ 250236 h 269648"/>
                <a:gd name="connsiteX7" fmla="*/ 11513 w 172894"/>
                <a:gd name="connsiteY7" fmla="*/ 238658 h 269648"/>
                <a:gd name="connsiteX8" fmla="*/ 309 w 172894"/>
                <a:gd name="connsiteY8" fmla="*/ 251150 h 269648"/>
                <a:gd name="connsiteX9" fmla="*/ 24230 w 172894"/>
                <a:gd name="connsiteY9" fmla="*/ 269736 h 269648"/>
                <a:gd name="connsiteX10" fmla="*/ 84789 w 172894"/>
                <a:gd name="connsiteY10" fmla="*/ 183509 h 269648"/>
                <a:gd name="connsiteX11" fmla="*/ 106590 w 172894"/>
                <a:gd name="connsiteY11" fmla="*/ 86009 h 269648"/>
                <a:gd name="connsiteX12" fmla="*/ 139594 w 172894"/>
                <a:gd name="connsiteY12" fmla="*/ 86009 h 269648"/>
                <a:gd name="connsiteX13" fmla="*/ 141411 w 172894"/>
                <a:gd name="connsiteY13" fmla="*/ 76259 h 269648"/>
                <a:gd name="connsiteX14" fmla="*/ 108709 w 172894"/>
                <a:gd name="connsiteY14" fmla="*/ 76259 h 269648"/>
                <a:gd name="connsiteX15" fmla="*/ 145650 w 172894"/>
                <a:gd name="connsiteY15" fmla="*/ 6790 h 269648"/>
                <a:gd name="connsiteX16" fmla="*/ 152311 w 172894"/>
                <a:gd name="connsiteY16" fmla="*/ 10447 h 269648"/>
                <a:gd name="connsiteX17" fmla="*/ 151100 w 172894"/>
                <a:gd name="connsiteY17" fmla="*/ 13494 h 269648"/>
                <a:gd name="connsiteX18" fmla="*/ 149283 w 172894"/>
                <a:gd name="connsiteY18" fmla="*/ 19892 h 269648"/>
                <a:gd name="connsiteX19" fmla="*/ 160487 w 172894"/>
                <a:gd name="connsiteY19" fmla="*/ 32080 h 269648"/>
                <a:gd name="connsiteX20" fmla="*/ 173204 w 172894"/>
                <a:gd name="connsiteY20" fmla="*/ 19892 h 269648"/>
                <a:gd name="connsiteX21" fmla="*/ 147164 w 172894"/>
                <a:gd name="connsiteY21" fmla="*/ 87 h 269648"/>
                <a:gd name="connsiteX22" fmla="*/ 109618 w 172894"/>
                <a:gd name="connsiteY22" fmla="*/ 21111 h 269648"/>
                <a:gd name="connsiteX23" fmla="*/ 85394 w 172894"/>
                <a:gd name="connsiteY23" fmla="*/ 76259 h 269648"/>
                <a:gd name="connsiteX24" fmla="*/ 57537 w 172894"/>
                <a:gd name="connsiteY24" fmla="*/ 76259 h 269648"/>
                <a:gd name="connsiteX25" fmla="*/ 55418 w 172894"/>
                <a:gd name="connsiteY25" fmla="*/ 8600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418" y="86009"/>
                  </a:moveTo>
                  <a:lnTo>
                    <a:pt x="82669" y="86009"/>
                  </a:lnTo>
                  <a:lnTo>
                    <a:pt x="56023" y="213978"/>
                  </a:lnTo>
                  <a:cubicBezTo>
                    <a:pt x="49362" y="246580"/>
                    <a:pt x="39370" y="263338"/>
                    <a:pt x="26652" y="263338"/>
                  </a:cubicBezTo>
                  <a:cubicBezTo>
                    <a:pt x="23019" y="263338"/>
                    <a:pt x="20596" y="261205"/>
                    <a:pt x="20596" y="258463"/>
                  </a:cubicBezTo>
                  <a:cubicBezTo>
                    <a:pt x="20596" y="257548"/>
                    <a:pt x="20899" y="256634"/>
                    <a:pt x="21808" y="255111"/>
                  </a:cubicBezTo>
                  <a:cubicBezTo>
                    <a:pt x="23019" y="253283"/>
                    <a:pt x="23321" y="252064"/>
                    <a:pt x="23321" y="250236"/>
                  </a:cubicBezTo>
                  <a:cubicBezTo>
                    <a:pt x="23321" y="243838"/>
                    <a:pt x="17871" y="238658"/>
                    <a:pt x="11513" y="238658"/>
                  </a:cubicBezTo>
                  <a:cubicBezTo>
                    <a:pt x="5154" y="238658"/>
                    <a:pt x="309" y="244142"/>
                    <a:pt x="309" y="251150"/>
                  </a:cubicBezTo>
                  <a:cubicBezTo>
                    <a:pt x="309" y="261509"/>
                    <a:pt x="10907" y="269736"/>
                    <a:pt x="24230" y="269736"/>
                  </a:cubicBezTo>
                  <a:cubicBezTo>
                    <a:pt x="51178" y="269736"/>
                    <a:pt x="72374" y="239572"/>
                    <a:pt x="84789" y="183509"/>
                  </a:cubicBezTo>
                  <a:lnTo>
                    <a:pt x="106590" y="86009"/>
                  </a:lnTo>
                  <a:lnTo>
                    <a:pt x="139594" y="86009"/>
                  </a:lnTo>
                  <a:lnTo>
                    <a:pt x="141411" y="76259"/>
                  </a:lnTo>
                  <a:lnTo>
                    <a:pt x="108709" y="76259"/>
                  </a:lnTo>
                  <a:cubicBezTo>
                    <a:pt x="117490" y="28423"/>
                    <a:pt x="128694" y="6790"/>
                    <a:pt x="145650" y="6790"/>
                  </a:cubicBezTo>
                  <a:cubicBezTo>
                    <a:pt x="149586" y="6790"/>
                    <a:pt x="152311" y="8314"/>
                    <a:pt x="152311" y="10447"/>
                  </a:cubicBezTo>
                  <a:cubicBezTo>
                    <a:pt x="152311" y="11361"/>
                    <a:pt x="152009" y="11970"/>
                    <a:pt x="151100" y="13494"/>
                  </a:cubicBezTo>
                  <a:cubicBezTo>
                    <a:pt x="149889" y="16236"/>
                    <a:pt x="149283" y="17759"/>
                    <a:pt x="149283" y="19892"/>
                  </a:cubicBezTo>
                  <a:cubicBezTo>
                    <a:pt x="149283" y="27205"/>
                    <a:pt x="153825" y="32080"/>
                    <a:pt x="160487" y="32080"/>
                  </a:cubicBezTo>
                  <a:cubicBezTo>
                    <a:pt x="167451" y="32080"/>
                    <a:pt x="173204" y="26595"/>
                    <a:pt x="173204" y="19892"/>
                  </a:cubicBezTo>
                  <a:cubicBezTo>
                    <a:pt x="173204" y="8619"/>
                    <a:pt x="162001" y="87"/>
                    <a:pt x="147164" y="87"/>
                  </a:cubicBezTo>
                  <a:cubicBezTo>
                    <a:pt x="132327" y="87"/>
                    <a:pt x="120518" y="6790"/>
                    <a:pt x="109618" y="21111"/>
                  </a:cubicBezTo>
                  <a:cubicBezTo>
                    <a:pt x="100534" y="32994"/>
                    <a:pt x="94478" y="47009"/>
                    <a:pt x="85394" y="76259"/>
                  </a:cubicBezTo>
                  <a:lnTo>
                    <a:pt x="57537" y="76259"/>
                  </a:lnTo>
                  <a:lnTo>
                    <a:pt x="55418" y="860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83FF387-A94B-15DC-C3E4-DAB77C2D06A6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1780856" y="7653595"/>
              <a:ext cx="70247" cy="304687"/>
            </a:xfrm>
            <a:custGeom>
              <a:avLst/>
              <a:gdLst>
                <a:gd name="connsiteX0" fmla="*/ 70562 w 70247"/>
                <a:gd name="connsiteY0" fmla="*/ 301727 h 304687"/>
                <a:gd name="connsiteX1" fmla="*/ 65414 w 70247"/>
                <a:gd name="connsiteY1" fmla="*/ 295024 h 304687"/>
                <a:gd name="connsiteX2" fmla="*/ 17876 w 70247"/>
                <a:gd name="connsiteY2" fmla="*/ 152430 h 304687"/>
                <a:gd name="connsiteX3" fmla="*/ 66626 w 70247"/>
                <a:gd name="connsiteY3" fmla="*/ 8313 h 304687"/>
                <a:gd name="connsiteX4" fmla="*/ 70562 w 70247"/>
                <a:gd name="connsiteY4" fmla="*/ 3134 h 304687"/>
                <a:gd name="connsiteX5" fmla="*/ 67534 w 70247"/>
                <a:gd name="connsiteY5" fmla="*/ 87 h 304687"/>
                <a:gd name="connsiteX6" fmla="*/ 19390 w 70247"/>
                <a:gd name="connsiteY6" fmla="*/ 59501 h 304687"/>
                <a:gd name="connsiteX7" fmla="*/ 314 w 70247"/>
                <a:gd name="connsiteY7" fmla="*/ 152430 h 304687"/>
                <a:gd name="connsiteX8" fmla="*/ 20298 w 70247"/>
                <a:gd name="connsiteY8" fmla="*/ 247493 h 304687"/>
                <a:gd name="connsiteX9" fmla="*/ 67534 w 70247"/>
                <a:gd name="connsiteY9" fmla="*/ 304774 h 304687"/>
                <a:gd name="connsiteX10" fmla="*/ 70562 w 70247"/>
                <a:gd name="connsiteY10" fmla="*/ 30172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62" y="301727"/>
                  </a:moveTo>
                  <a:cubicBezTo>
                    <a:pt x="70562" y="300813"/>
                    <a:pt x="70562" y="300204"/>
                    <a:pt x="65414" y="295024"/>
                  </a:cubicBezTo>
                  <a:cubicBezTo>
                    <a:pt x="27565" y="256634"/>
                    <a:pt x="17876" y="199048"/>
                    <a:pt x="17876" y="152430"/>
                  </a:cubicBezTo>
                  <a:cubicBezTo>
                    <a:pt x="17876" y="99415"/>
                    <a:pt x="29382" y="46399"/>
                    <a:pt x="66626" y="8313"/>
                  </a:cubicBezTo>
                  <a:cubicBezTo>
                    <a:pt x="70562" y="4657"/>
                    <a:pt x="70562" y="4048"/>
                    <a:pt x="70562" y="3134"/>
                  </a:cubicBezTo>
                  <a:cubicBezTo>
                    <a:pt x="70562" y="1001"/>
                    <a:pt x="69351" y="87"/>
                    <a:pt x="67534" y="87"/>
                  </a:cubicBezTo>
                  <a:cubicBezTo>
                    <a:pt x="64506" y="87"/>
                    <a:pt x="37255" y="20805"/>
                    <a:pt x="19390" y="59501"/>
                  </a:cubicBezTo>
                  <a:cubicBezTo>
                    <a:pt x="3947" y="93016"/>
                    <a:pt x="314" y="126837"/>
                    <a:pt x="314" y="152430"/>
                  </a:cubicBezTo>
                  <a:cubicBezTo>
                    <a:pt x="314" y="176196"/>
                    <a:pt x="3645" y="213063"/>
                    <a:pt x="20298" y="247493"/>
                  </a:cubicBezTo>
                  <a:cubicBezTo>
                    <a:pt x="38466" y="284970"/>
                    <a:pt x="64506" y="304774"/>
                    <a:pt x="67534" y="304774"/>
                  </a:cubicBezTo>
                  <a:cubicBezTo>
                    <a:pt x="69351" y="304774"/>
                    <a:pt x="70562" y="303860"/>
                    <a:pt x="70562" y="30172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0C94A4F-001A-32BF-BA07-8A4659B0B170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1860625" y="7747743"/>
              <a:ext cx="143523" cy="137718"/>
            </a:xfrm>
            <a:custGeom>
              <a:avLst/>
              <a:gdLst>
                <a:gd name="connsiteX0" fmla="*/ 130216 w 143523"/>
                <a:gd name="connsiteY0" fmla="*/ 100634 h 137718"/>
                <a:gd name="connsiteX1" fmla="*/ 123554 w 143523"/>
                <a:gd name="connsiteY1" fmla="*/ 108861 h 137718"/>
                <a:gd name="connsiteX2" fmla="*/ 109626 w 143523"/>
                <a:gd name="connsiteY2" fmla="*/ 121048 h 137718"/>
                <a:gd name="connsiteX3" fmla="*/ 100239 w 143523"/>
                <a:gd name="connsiteY3" fmla="*/ 108556 h 137718"/>
                <a:gd name="connsiteX4" fmla="*/ 99028 w 143523"/>
                <a:gd name="connsiteY4" fmla="*/ 103376 h 137718"/>
                <a:gd name="connsiteX5" fmla="*/ 88127 w 143523"/>
                <a:gd name="connsiteY5" fmla="*/ 54017 h 137718"/>
                <a:gd name="connsiteX6" fmla="*/ 117801 w 143523"/>
                <a:gd name="connsiteY6" fmla="*/ 17150 h 137718"/>
                <a:gd name="connsiteX7" fmla="*/ 125068 w 143523"/>
                <a:gd name="connsiteY7" fmla="*/ 19587 h 137718"/>
                <a:gd name="connsiteX8" fmla="*/ 133244 w 143523"/>
                <a:gd name="connsiteY8" fmla="*/ 22330 h 137718"/>
                <a:gd name="connsiteX9" fmla="*/ 143841 w 143523"/>
                <a:gd name="connsiteY9" fmla="*/ 11361 h 137718"/>
                <a:gd name="connsiteX10" fmla="*/ 131427 w 143523"/>
                <a:gd name="connsiteY10" fmla="*/ 87 h 137718"/>
                <a:gd name="connsiteX11" fmla="*/ 85705 w 143523"/>
                <a:gd name="connsiteY11" fmla="*/ 43658 h 137718"/>
                <a:gd name="connsiteX12" fmla="*/ 82374 w 143523"/>
                <a:gd name="connsiteY12" fmla="*/ 26900 h 137718"/>
                <a:gd name="connsiteX13" fmla="*/ 66629 w 143523"/>
                <a:gd name="connsiteY13" fmla="*/ 87 h 137718"/>
                <a:gd name="connsiteX14" fmla="*/ 31202 w 143523"/>
                <a:gd name="connsiteY14" fmla="*/ 8923 h 137718"/>
                <a:gd name="connsiteX15" fmla="*/ 27871 w 143523"/>
                <a:gd name="connsiteY15" fmla="*/ 10142 h 137718"/>
                <a:gd name="connsiteX16" fmla="*/ 29083 w 143523"/>
                <a:gd name="connsiteY16" fmla="*/ 14712 h 137718"/>
                <a:gd name="connsiteX17" fmla="*/ 46039 w 143523"/>
                <a:gd name="connsiteY17" fmla="*/ 11361 h 137718"/>
                <a:gd name="connsiteX18" fmla="*/ 59665 w 143523"/>
                <a:gd name="connsiteY18" fmla="*/ 32384 h 137718"/>
                <a:gd name="connsiteX19" fmla="*/ 68446 w 143523"/>
                <a:gd name="connsiteY19" fmla="*/ 69861 h 137718"/>
                <a:gd name="connsiteX20" fmla="*/ 43617 w 143523"/>
                <a:gd name="connsiteY20" fmla="*/ 105509 h 137718"/>
                <a:gd name="connsiteX21" fmla="*/ 28174 w 143523"/>
                <a:gd name="connsiteY21" fmla="*/ 120134 h 137718"/>
                <a:gd name="connsiteX22" fmla="*/ 20302 w 143523"/>
                <a:gd name="connsiteY22" fmla="*/ 117392 h 137718"/>
                <a:gd name="connsiteX23" fmla="*/ 10612 w 143523"/>
                <a:gd name="connsiteY23" fmla="*/ 114345 h 137718"/>
                <a:gd name="connsiteX24" fmla="*/ 317 w 143523"/>
                <a:gd name="connsiteY24" fmla="*/ 125009 h 137718"/>
                <a:gd name="connsiteX25" fmla="*/ 15457 w 143523"/>
                <a:gd name="connsiteY25" fmla="*/ 137806 h 137718"/>
                <a:gd name="connsiteX26" fmla="*/ 43617 w 143523"/>
                <a:gd name="connsiteY26" fmla="*/ 116478 h 137718"/>
                <a:gd name="connsiteX27" fmla="*/ 70868 w 143523"/>
                <a:gd name="connsiteY27" fmla="*/ 80830 h 137718"/>
                <a:gd name="connsiteX28" fmla="*/ 79952 w 143523"/>
                <a:gd name="connsiteY28" fmla="*/ 117392 h 137718"/>
                <a:gd name="connsiteX29" fmla="*/ 97514 w 143523"/>
                <a:gd name="connsiteY29" fmla="*/ 137806 h 137718"/>
                <a:gd name="connsiteX30" fmla="*/ 134455 w 143523"/>
                <a:gd name="connsiteY30" fmla="*/ 103072 h 137718"/>
                <a:gd name="connsiteX31" fmla="*/ 130216 w 143523"/>
                <a:gd name="connsiteY31" fmla="*/ 10063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216" y="100634"/>
                  </a:moveTo>
                  <a:cubicBezTo>
                    <a:pt x="127793" y="103376"/>
                    <a:pt x="126279" y="105205"/>
                    <a:pt x="123554" y="108861"/>
                  </a:cubicBezTo>
                  <a:cubicBezTo>
                    <a:pt x="116590" y="118001"/>
                    <a:pt x="112956" y="121048"/>
                    <a:pt x="109626" y="121048"/>
                  </a:cubicBezTo>
                  <a:cubicBezTo>
                    <a:pt x="105084" y="121048"/>
                    <a:pt x="102359" y="117087"/>
                    <a:pt x="100239" y="108556"/>
                  </a:cubicBezTo>
                  <a:cubicBezTo>
                    <a:pt x="99633" y="106119"/>
                    <a:pt x="99331" y="104291"/>
                    <a:pt x="99028" y="103376"/>
                  </a:cubicBezTo>
                  <a:cubicBezTo>
                    <a:pt x="91458" y="72603"/>
                    <a:pt x="88127" y="58587"/>
                    <a:pt x="88127" y="54017"/>
                  </a:cubicBezTo>
                  <a:cubicBezTo>
                    <a:pt x="101450" y="30556"/>
                    <a:pt x="112351" y="17150"/>
                    <a:pt x="117801" y="17150"/>
                  </a:cubicBezTo>
                  <a:cubicBezTo>
                    <a:pt x="119618" y="17150"/>
                    <a:pt x="122040" y="18064"/>
                    <a:pt x="125068" y="19587"/>
                  </a:cubicBezTo>
                  <a:cubicBezTo>
                    <a:pt x="128702" y="21720"/>
                    <a:pt x="130821" y="22330"/>
                    <a:pt x="133244" y="22330"/>
                  </a:cubicBezTo>
                  <a:cubicBezTo>
                    <a:pt x="139602" y="22330"/>
                    <a:pt x="143841" y="17759"/>
                    <a:pt x="143841" y="11361"/>
                  </a:cubicBezTo>
                  <a:cubicBezTo>
                    <a:pt x="143841" y="4962"/>
                    <a:pt x="138694" y="87"/>
                    <a:pt x="131427" y="87"/>
                  </a:cubicBezTo>
                  <a:cubicBezTo>
                    <a:pt x="118104" y="87"/>
                    <a:pt x="106598" y="11056"/>
                    <a:pt x="85705" y="43658"/>
                  </a:cubicBezTo>
                  <a:lnTo>
                    <a:pt x="82374" y="26900"/>
                  </a:lnTo>
                  <a:cubicBezTo>
                    <a:pt x="78135" y="6181"/>
                    <a:pt x="74804" y="87"/>
                    <a:pt x="66629" y="87"/>
                  </a:cubicBezTo>
                  <a:cubicBezTo>
                    <a:pt x="59968" y="87"/>
                    <a:pt x="49673" y="2830"/>
                    <a:pt x="31202" y="8923"/>
                  </a:cubicBezTo>
                  <a:lnTo>
                    <a:pt x="27871" y="10142"/>
                  </a:lnTo>
                  <a:lnTo>
                    <a:pt x="29083" y="14712"/>
                  </a:lnTo>
                  <a:cubicBezTo>
                    <a:pt x="40589" y="11970"/>
                    <a:pt x="43314" y="11361"/>
                    <a:pt x="46039" y="11361"/>
                  </a:cubicBezTo>
                  <a:cubicBezTo>
                    <a:pt x="53609" y="11361"/>
                    <a:pt x="55426" y="14103"/>
                    <a:pt x="59665" y="32384"/>
                  </a:cubicBezTo>
                  <a:lnTo>
                    <a:pt x="68446" y="69861"/>
                  </a:lnTo>
                  <a:lnTo>
                    <a:pt x="43617" y="105509"/>
                  </a:lnTo>
                  <a:cubicBezTo>
                    <a:pt x="37561" y="114650"/>
                    <a:pt x="31505" y="120134"/>
                    <a:pt x="28174" y="120134"/>
                  </a:cubicBezTo>
                  <a:cubicBezTo>
                    <a:pt x="26358" y="120134"/>
                    <a:pt x="23330" y="119220"/>
                    <a:pt x="20302" y="117392"/>
                  </a:cubicBezTo>
                  <a:cubicBezTo>
                    <a:pt x="16365" y="115259"/>
                    <a:pt x="13035" y="114345"/>
                    <a:pt x="10612" y="114345"/>
                  </a:cubicBezTo>
                  <a:cubicBezTo>
                    <a:pt x="4859" y="114345"/>
                    <a:pt x="317" y="118916"/>
                    <a:pt x="317" y="125009"/>
                  </a:cubicBezTo>
                  <a:cubicBezTo>
                    <a:pt x="317" y="132931"/>
                    <a:pt x="6373" y="137806"/>
                    <a:pt x="15457" y="137806"/>
                  </a:cubicBezTo>
                  <a:cubicBezTo>
                    <a:pt x="24844" y="137806"/>
                    <a:pt x="28477" y="135064"/>
                    <a:pt x="43617" y="116478"/>
                  </a:cubicBezTo>
                  <a:cubicBezTo>
                    <a:pt x="51792" y="106728"/>
                    <a:pt x="58151" y="98501"/>
                    <a:pt x="70868" y="80830"/>
                  </a:cubicBezTo>
                  <a:lnTo>
                    <a:pt x="79952" y="117392"/>
                  </a:lnTo>
                  <a:cubicBezTo>
                    <a:pt x="83888" y="132931"/>
                    <a:pt x="87825" y="137806"/>
                    <a:pt x="97514" y="137806"/>
                  </a:cubicBezTo>
                  <a:cubicBezTo>
                    <a:pt x="109020" y="137806"/>
                    <a:pt x="116893" y="130494"/>
                    <a:pt x="134455" y="103072"/>
                  </a:cubicBezTo>
                  <a:lnTo>
                    <a:pt x="130216" y="10063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D6248F3-81B9-2C40-1400-D0E048BFC567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2010913" y="7776354"/>
              <a:ext cx="90971" cy="158278"/>
            </a:xfrm>
            <a:custGeom>
              <a:avLst/>
              <a:gdLst>
                <a:gd name="connsiteX0" fmla="*/ 33707 w 90971"/>
                <a:gd name="connsiteY0" fmla="*/ 23764 h 158278"/>
                <a:gd name="connsiteX1" fmla="*/ 77624 w 90971"/>
                <a:gd name="connsiteY1" fmla="*/ 23764 h 158278"/>
                <a:gd name="connsiteX2" fmla="*/ 82778 w 90971"/>
                <a:gd name="connsiteY2" fmla="*/ 21735 h 158278"/>
                <a:gd name="connsiteX3" fmla="*/ 91292 w 90971"/>
                <a:gd name="connsiteY3" fmla="*/ 1668 h 158278"/>
                <a:gd name="connsiteX4" fmla="*/ 89276 w 90971"/>
                <a:gd name="connsiteY4" fmla="*/ 90 h 158278"/>
                <a:gd name="connsiteX5" fmla="*/ 78969 w 90971"/>
                <a:gd name="connsiteY5" fmla="*/ 5952 h 158278"/>
                <a:gd name="connsiteX6" fmla="*/ 32139 w 90971"/>
                <a:gd name="connsiteY6" fmla="*/ 5952 h 158278"/>
                <a:gd name="connsiteX7" fmla="*/ 7715 w 90971"/>
                <a:gd name="connsiteY7" fmla="*/ 59388 h 158278"/>
                <a:gd name="connsiteX8" fmla="*/ 7491 w 90971"/>
                <a:gd name="connsiteY8" fmla="*/ 60515 h 158278"/>
                <a:gd name="connsiteX9" fmla="*/ 10180 w 90971"/>
                <a:gd name="connsiteY9" fmla="*/ 62319 h 158278"/>
                <a:gd name="connsiteX10" fmla="*/ 35500 w 90971"/>
                <a:gd name="connsiteY10" fmla="*/ 66829 h 158278"/>
                <a:gd name="connsiteX11" fmla="*/ 73143 w 90971"/>
                <a:gd name="connsiteY11" fmla="*/ 111471 h 158278"/>
                <a:gd name="connsiteX12" fmla="*/ 41998 w 90971"/>
                <a:gd name="connsiteY12" fmla="*/ 150026 h 158278"/>
                <a:gd name="connsiteX13" fmla="*/ 26985 w 90971"/>
                <a:gd name="connsiteY13" fmla="*/ 143488 h 158278"/>
                <a:gd name="connsiteX14" fmla="*/ 9956 w 90971"/>
                <a:gd name="connsiteY14" fmla="*/ 136047 h 158278"/>
                <a:gd name="connsiteX15" fmla="*/ 321 w 90971"/>
                <a:gd name="connsiteY15" fmla="*/ 144390 h 158278"/>
                <a:gd name="connsiteX16" fmla="*/ 27657 w 90971"/>
                <a:gd name="connsiteY16" fmla="*/ 158369 h 158278"/>
                <a:gd name="connsiteX17" fmla="*/ 73815 w 90971"/>
                <a:gd name="connsiteY17" fmla="*/ 140782 h 158278"/>
                <a:gd name="connsiteX18" fmla="*/ 88827 w 90971"/>
                <a:gd name="connsiteY18" fmla="*/ 100649 h 158278"/>
                <a:gd name="connsiteX19" fmla="*/ 73367 w 90971"/>
                <a:gd name="connsiteY19" fmla="*/ 62770 h 158278"/>
                <a:gd name="connsiteX20" fmla="*/ 24296 w 90971"/>
                <a:gd name="connsiteY20" fmla="*/ 42929 h 158278"/>
                <a:gd name="connsiteX21" fmla="*/ 33707 w 90971"/>
                <a:gd name="connsiteY21" fmla="*/ 23764 h 1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971" h="158278">
                  <a:moveTo>
                    <a:pt x="33707" y="23764"/>
                  </a:moveTo>
                  <a:lnTo>
                    <a:pt x="77624" y="23764"/>
                  </a:lnTo>
                  <a:cubicBezTo>
                    <a:pt x="81209" y="23764"/>
                    <a:pt x="82105" y="23313"/>
                    <a:pt x="82778" y="21735"/>
                  </a:cubicBezTo>
                  <a:lnTo>
                    <a:pt x="91292" y="1668"/>
                  </a:lnTo>
                  <a:lnTo>
                    <a:pt x="89276" y="90"/>
                  </a:lnTo>
                  <a:cubicBezTo>
                    <a:pt x="85915" y="4825"/>
                    <a:pt x="83674" y="5952"/>
                    <a:pt x="78969" y="5952"/>
                  </a:cubicBezTo>
                  <a:lnTo>
                    <a:pt x="32139" y="5952"/>
                  </a:lnTo>
                  <a:lnTo>
                    <a:pt x="7715" y="59388"/>
                  </a:lnTo>
                  <a:cubicBezTo>
                    <a:pt x="7491" y="59839"/>
                    <a:pt x="7491" y="60064"/>
                    <a:pt x="7491" y="60515"/>
                  </a:cubicBezTo>
                  <a:cubicBezTo>
                    <a:pt x="7491" y="61643"/>
                    <a:pt x="8388" y="62319"/>
                    <a:pt x="10180" y="62319"/>
                  </a:cubicBezTo>
                  <a:cubicBezTo>
                    <a:pt x="17350" y="62319"/>
                    <a:pt x="26313" y="63897"/>
                    <a:pt x="35500" y="66829"/>
                  </a:cubicBezTo>
                  <a:cubicBezTo>
                    <a:pt x="61267" y="75171"/>
                    <a:pt x="73143" y="89150"/>
                    <a:pt x="73143" y="111471"/>
                  </a:cubicBezTo>
                  <a:cubicBezTo>
                    <a:pt x="73143" y="133116"/>
                    <a:pt x="59475" y="150026"/>
                    <a:pt x="41998" y="150026"/>
                  </a:cubicBezTo>
                  <a:cubicBezTo>
                    <a:pt x="37516" y="150026"/>
                    <a:pt x="33707" y="148448"/>
                    <a:pt x="26985" y="143488"/>
                  </a:cubicBezTo>
                  <a:cubicBezTo>
                    <a:pt x="19815" y="138302"/>
                    <a:pt x="14661" y="136047"/>
                    <a:pt x="9956" y="136047"/>
                  </a:cubicBezTo>
                  <a:cubicBezTo>
                    <a:pt x="3458" y="136047"/>
                    <a:pt x="321" y="138753"/>
                    <a:pt x="321" y="144390"/>
                  </a:cubicBezTo>
                  <a:cubicBezTo>
                    <a:pt x="321" y="152958"/>
                    <a:pt x="10852" y="158369"/>
                    <a:pt x="27657" y="158369"/>
                  </a:cubicBezTo>
                  <a:cubicBezTo>
                    <a:pt x="46479" y="158369"/>
                    <a:pt x="62612" y="152281"/>
                    <a:pt x="73815" y="140782"/>
                  </a:cubicBezTo>
                  <a:cubicBezTo>
                    <a:pt x="84122" y="130636"/>
                    <a:pt x="88827" y="117784"/>
                    <a:pt x="88827" y="100649"/>
                  </a:cubicBezTo>
                  <a:cubicBezTo>
                    <a:pt x="88827" y="84415"/>
                    <a:pt x="84570" y="74044"/>
                    <a:pt x="73367" y="62770"/>
                  </a:cubicBezTo>
                  <a:cubicBezTo>
                    <a:pt x="63508" y="52849"/>
                    <a:pt x="50736" y="47664"/>
                    <a:pt x="24296" y="42929"/>
                  </a:cubicBezTo>
                  <a:lnTo>
                    <a:pt x="33707" y="2376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9BAF0EF-3D31-3EF8-5E96-E5CE5FBB2FB8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2148652" y="7653595"/>
              <a:ext cx="70248" cy="304687"/>
            </a:xfrm>
            <a:custGeom>
              <a:avLst/>
              <a:gdLst>
                <a:gd name="connsiteX0" fmla="*/ 70574 w 70248"/>
                <a:gd name="connsiteY0" fmla="*/ 152430 h 304687"/>
                <a:gd name="connsiteX1" fmla="*/ 50590 w 70248"/>
                <a:gd name="connsiteY1" fmla="*/ 57368 h 304687"/>
                <a:gd name="connsiteX2" fmla="*/ 3354 w 70248"/>
                <a:gd name="connsiteY2" fmla="*/ 87 h 304687"/>
                <a:gd name="connsiteX3" fmla="*/ 326 w 70248"/>
                <a:gd name="connsiteY3" fmla="*/ 3134 h 304687"/>
                <a:gd name="connsiteX4" fmla="*/ 6079 w 70248"/>
                <a:gd name="connsiteY4" fmla="*/ 10141 h 304687"/>
                <a:gd name="connsiteX5" fmla="*/ 53012 w 70248"/>
                <a:gd name="connsiteY5" fmla="*/ 152430 h 304687"/>
                <a:gd name="connsiteX6" fmla="*/ 4263 w 70248"/>
                <a:gd name="connsiteY6" fmla="*/ 296548 h 304687"/>
                <a:gd name="connsiteX7" fmla="*/ 326 w 70248"/>
                <a:gd name="connsiteY7" fmla="*/ 301727 h 304687"/>
                <a:gd name="connsiteX8" fmla="*/ 3354 w 70248"/>
                <a:gd name="connsiteY8" fmla="*/ 304774 h 304687"/>
                <a:gd name="connsiteX9" fmla="*/ 51498 w 70248"/>
                <a:gd name="connsiteY9" fmla="*/ 245360 h 304687"/>
                <a:gd name="connsiteX10" fmla="*/ 70574 w 70248"/>
                <a:gd name="connsiteY10" fmla="*/ 15243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74" y="152430"/>
                  </a:moveTo>
                  <a:cubicBezTo>
                    <a:pt x="70574" y="128665"/>
                    <a:pt x="67244" y="91798"/>
                    <a:pt x="50590" y="57368"/>
                  </a:cubicBezTo>
                  <a:cubicBezTo>
                    <a:pt x="32422" y="19891"/>
                    <a:pt x="6382" y="87"/>
                    <a:pt x="3354" y="87"/>
                  </a:cubicBezTo>
                  <a:cubicBezTo>
                    <a:pt x="1538" y="87"/>
                    <a:pt x="326" y="1305"/>
                    <a:pt x="326" y="3134"/>
                  </a:cubicBezTo>
                  <a:cubicBezTo>
                    <a:pt x="326" y="4048"/>
                    <a:pt x="326" y="4657"/>
                    <a:pt x="6079" y="10141"/>
                  </a:cubicBezTo>
                  <a:cubicBezTo>
                    <a:pt x="35753" y="40305"/>
                    <a:pt x="53012" y="88751"/>
                    <a:pt x="53012" y="152430"/>
                  </a:cubicBezTo>
                  <a:cubicBezTo>
                    <a:pt x="53012" y="204532"/>
                    <a:pt x="41809" y="258157"/>
                    <a:pt x="4263" y="296548"/>
                  </a:cubicBezTo>
                  <a:cubicBezTo>
                    <a:pt x="326" y="300204"/>
                    <a:pt x="326" y="300813"/>
                    <a:pt x="326" y="301727"/>
                  </a:cubicBezTo>
                  <a:cubicBezTo>
                    <a:pt x="326" y="303556"/>
                    <a:pt x="1538" y="304774"/>
                    <a:pt x="3354" y="304774"/>
                  </a:cubicBezTo>
                  <a:cubicBezTo>
                    <a:pt x="6382" y="304774"/>
                    <a:pt x="33634" y="284056"/>
                    <a:pt x="51498" y="245360"/>
                  </a:cubicBezTo>
                  <a:cubicBezTo>
                    <a:pt x="66941" y="211845"/>
                    <a:pt x="70574" y="178024"/>
                    <a:pt x="70574" y="15243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F1DDD3D-2514-6B64-2149-7E07C6D55B8A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9192790" y="8298243"/>
              <a:ext cx="201357" cy="202921"/>
            </a:xfrm>
            <a:custGeom>
              <a:avLst/>
              <a:gdLst>
                <a:gd name="connsiteX0" fmla="*/ 107116 w 201357"/>
                <a:gd name="connsiteY0" fmla="*/ 107661 h 202921"/>
                <a:gd name="connsiteX1" fmla="*/ 191595 w 201357"/>
                <a:gd name="connsiteY1" fmla="*/ 107661 h 202921"/>
                <a:gd name="connsiteX2" fmla="*/ 201587 w 201357"/>
                <a:gd name="connsiteY2" fmla="*/ 101567 h 202921"/>
                <a:gd name="connsiteX3" fmla="*/ 191595 w 201357"/>
                <a:gd name="connsiteY3" fmla="*/ 95473 h 202921"/>
                <a:gd name="connsiteX4" fmla="*/ 107116 w 201357"/>
                <a:gd name="connsiteY4" fmla="*/ 95473 h 202921"/>
                <a:gd name="connsiteX5" fmla="*/ 107116 w 201357"/>
                <a:gd name="connsiteY5" fmla="*/ 10161 h 202921"/>
                <a:gd name="connsiteX6" fmla="*/ 101060 w 201357"/>
                <a:gd name="connsiteY6" fmla="*/ 106 h 202921"/>
                <a:gd name="connsiteX7" fmla="*/ 95004 w 201357"/>
                <a:gd name="connsiteY7" fmla="*/ 10161 h 202921"/>
                <a:gd name="connsiteX8" fmla="*/ 95004 w 201357"/>
                <a:gd name="connsiteY8" fmla="*/ 95473 h 202921"/>
                <a:gd name="connsiteX9" fmla="*/ 10222 w 201357"/>
                <a:gd name="connsiteY9" fmla="*/ 95473 h 202921"/>
                <a:gd name="connsiteX10" fmla="*/ 230 w 201357"/>
                <a:gd name="connsiteY10" fmla="*/ 101567 h 202921"/>
                <a:gd name="connsiteX11" fmla="*/ 10222 w 201357"/>
                <a:gd name="connsiteY11" fmla="*/ 107661 h 202921"/>
                <a:gd name="connsiteX12" fmla="*/ 95004 w 201357"/>
                <a:gd name="connsiteY12" fmla="*/ 107661 h 202921"/>
                <a:gd name="connsiteX13" fmla="*/ 95004 w 201357"/>
                <a:gd name="connsiteY13" fmla="*/ 192973 h 202921"/>
                <a:gd name="connsiteX14" fmla="*/ 101060 w 201357"/>
                <a:gd name="connsiteY14" fmla="*/ 203028 h 202921"/>
                <a:gd name="connsiteX15" fmla="*/ 107116 w 201357"/>
                <a:gd name="connsiteY15" fmla="*/ 192973 h 202921"/>
                <a:gd name="connsiteX16" fmla="*/ 107116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16" y="107661"/>
                  </a:moveTo>
                  <a:lnTo>
                    <a:pt x="191595" y="107661"/>
                  </a:lnTo>
                  <a:cubicBezTo>
                    <a:pt x="195834" y="107661"/>
                    <a:pt x="201587" y="107661"/>
                    <a:pt x="201587" y="101567"/>
                  </a:cubicBezTo>
                  <a:cubicBezTo>
                    <a:pt x="201587" y="95473"/>
                    <a:pt x="195834" y="95473"/>
                    <a:pt x="191595" y="95473"/>
                  </a:cubicBezTo>
                  <a:lnTo>
                    <a:pt x="107116" y="95473"/>
                  </a:lnTo>
                  <a:lnTo>
                    <a:pt x="107116" y="10161"/>
                  </a:lnTo>
                  <a:cubicBezTo>
                    <a:pt x="107116" y="5895"/>
                    <a:pt x="107116" y="106"/>
                    <a:pt x="101060" y="106"/>
                  </a:cubicBezTo>
                  <a:cubicBezTo>
                    <a:pt x="95004" y="106"/>
                    <a:pt x="95004" y="5895"/>
                    <a:pt x="95004" y="10161"/>
                  </a:cubicBezTo>
                  <a:lnTo>
                    <a:pt x="95004" y="95473"/>
                  </a:lnTo>
                  <a:lnTo>
                    <a:pt x="10222" y="95473"/>
                  </a:lnTo>
                  <a:cubicBezTo>
                    <a:pt x="5983" y="95473"/>
                    <a:pt x="230" y="95473"/>
                    <a:pt x="230" y="101567"/>
                  </a:cubicBezTo>
                  <a:cubicBezTo>
                    <a:pt x="230" y="107661"/>
                    <a:pt x="5983" y="107661"/>
                    <a:pt x="10222" y="107661"/>
                  </a:cubicBezTo>
                  <a:lnTo>
                    <a:pt x="95004" y="107661"/>
                  </a:lnTo>
                  <a:lnTo>
                    <a:pt x="95004" y="192973"/>
                  </a:lnTo>
                  <a:cubicBezTo>
                    <a:pt x="95004" y="197239"/>
                    <a:pt x="95004" y="203028"/>
                    <a:pt x="101060" y="203028"/>
                  </a:cubicBezTo>
                  <a:cubicBezTo>
                    <a:pt x="107116" y="203028"/>
                    <a:pt x="107116" y="197239"/>
                    <a:pt x="107116" y="192973"/>
                  </a:cubicBezTo>
                  <a:lnTo>
                    <a:pt x="107116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D110EC-6976-96A8-524E-B353D7AF214A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9463278" y="8269907"/>
              <a:ext cx="134742" cy="205968"/>
            </a:xfrm>
            <a:custGeom>
              <a:avLst/>
              <a:gdLst>
                <a:gd name="connsiteX0" fmla="*/ 134981 w 134742"/>
                <a:gd name="connsiteY0" fmla="*/ 164333 h 205968"/>
                <a:gd name="connsiteX1" fmla="*/ 131045 w 134742"/>
                <a:gd name="connsiteY1" fmla="*/ 162810 h 205968"/>
                <a:gd name="connsiteX2" fmla="*/ 102279 w 134742"/>
                <a:gd name="connsiteY2" fmla="*/ 182919 h 205968"/>
                <a:gd name="connsiteX3" fmla="*/ 29912 w 134742"/>
                <a:gd name="connsiteY3" fmla="*/ 182919 h 205968"/>
                <a:gd name="connsiteX4" fmla="*/ 80781 w 134742"/>
                <a:gd name="connsiteY4" fmla="*/ 129294 h 205968"/>
                <a:gd name="connsiteX5" fmla="*/ 119539 w 134742"/>
                <a:gd name="connsiteY5" fmla="*/ 54036 h 205968"/>
                <a:gd name="connsiteX6" fmla="*/ 63522 w 134742"/>
                <a:gd name="connsiteY6" fmla="*/ 107 h 205968"/>
                <a:gd name="connsiteX7" fmla="*/ 19920 w 134742"/>
                <a:gd name="connsiteY7" fmla="*/ 18997 h 205968"/>
                <a:gd name="connsiteX8" fmla="*/ 541 w 134742"/>
                <a:gd name="connsiteY8" fmla="*/ 60740 h 205968"/>
                <a:gd name="connsiteX9" fmla="*/ 6900 w 134742"/>
                <a:gd name="connsiteY9" fmla="*/ 62263 h 205968"/>
                <a:gd name="connsiteX10" fmla="*/ 50805 w 134742"/>
                <a:gd name="connsiteY10" fmla="*/ 22654 h 205968"/>
                <a:gd name="connsiteX11" fmla="*/ 93498 w 134742"/>
                <a:gd name="connsiteY11" fmla="*/ 65615 h 205968"/>
                <a:gd name="connsiteX12" fmla="*/ 54135 w 134742"/>
                <a:gd name="connsiteY12" fmla="*/ 144833 h 205968"/>
                <a:gd name="connsiteX13" fmla="*/ 238 w 134742"/>
                <a:gd name="connsiteY13" fmla="*/ 202419 h 205968"/>
                <a:gd name="connsiteX14" fmla="*/ 238 w 134742"/>
                <a:gd name="connsiteY14" fmla="*/ 206076 h 205968"/>
                <a:gd name="connsiteX15" fmla="*/ 118327 w 134742"/>
                <a:gd name="connsiteY15" fmla="*/ 206076 h 205968"/>
                <a:gd name="connsiteX16" fmla="*/ 134981 w 134742"/>
                <a:gd name="connsiteY16" fmla="*/ 164333 h 20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42" h="205968">
                  <a:moveTo>
                    <a:pt x="134981" y="164333"/>
                  </a:moveTo>
                  <a:lnTo>
                    <a:pt x="131045" y="162810"/>
                  </a:lnTo>
                  <a:cubicBezTo>
                    <a:pt x="119841" y="180177"/>
                    <a:pt x="115905" y="182919"/>
                    <a:pt x="102279" y="182919"/>
                  </a:cubicBezTo>
                  <a:lnTo>
                    <a:pt x="29912" y="182919"/>
                  </a:lnTo>
                  <a:lnTo>
                    <a:pt x="80781" y="129294"/>
                  </a:lnTo>
                  <a:cubicBezTo>
                    <a:pt x="107730" y="100958"/>
                    <a:pt x="119539" y="77802"/>
                    <a:pt x="119539" y="54036"/>
                  </a:cubicBezTo>
                  <a:cubicBezTo>
                    <a:pt x="119539" y="23568"/>
                    <a:pt x="95012" y="107"/>
                    <a:pt x="63522" y="107"/>
                  </a:cubicBezTo>
                  <a:cubicBezTo>
                    <a:pt x="46868" y="107"/>
                    <a:pt x="31123" y="6810"/>
                    <a:pt x="19920" y="18997"/>
                  </a:cubicBezTo>
                  <a:cubicBezTo>
                    <a:pt x="10230" y="29357"/>
                    <a:pt x="5688" y="39107"/>
                    <a:pt x="541" y="60740"/>
                  </a:cubicBezTo>
                  <a:lnTo>
                    <a:pt x="6900" y="62263"/>
                  </a:lnTo>
                  <a:cubicBezTo>
                    <a:pt x="19011" y="32404"/>
                    <a:pt x="29912" y="22654"/>
                    <a:pt x="50805" y="22654"/>
                  </a:cubicBezTo>
                  <a:cubicBezTo>
                    <a:pt x="76239" y="22654"/>
                    <a:pt x="93498" y="40021"/>
                    <a:pt x="93498" y="65615"/>
                  </a:cubicBezTo>
                  <a:cubicBezTo>
                    <a:pt x="93498" y="89380"/>
                    <a:pt x="79570" y="117716"/>
                    <a:pt x="54135" y="144833"/>
                  </a:cubicBezTo>
                  <a:lnTo>
                    <a:pt x="238" y="202419"/>
                  </a:lnTo>
                  <a:lnTo>
                    <a:pt x="238" y="206076"/>
                  </a:lnTo>
                  <a:lnTo>
                    <a:pt x="118327" y="206076"/>
                  </a:lnTo>
                  <a:lnTo>
                    <a:pt x="134981" y="164333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02E36BE-1740-D5D0-99FA-0925D61A524E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9607237" y="8269297"/>
              <a:ext cx="172894" cy="269648"/>
            </a:xfrm>
            <a:custGeom>
              <a:avLst/>
              <a:gdLst>
                <a:gd name="connsiteX0" fmla="*/ 55353 w 172894"/>
                <a:gd name="connsiteY0" fmla="*/ 86029 h 269648"/>
                <a:gd name="connsiteX1" fmla="*/ 82604 w 172894"/>
                <a:gd name="connsiteY1" fmla="*/ 86029 h 269648"/>
                <a:gd name="connsiteX2" fmla="*/ 55959 w 172894"/>
                <a:gd name="connsiteY2" fmla="*/ 213997 h 269648"/>
                <a:gd name="connsiteX3" fmla="*/ 26588 w 172894"/>
                <a:gd name="connsiteY3" fmla="*/ 263357 h 269648"/>
                <a:gd name="connsiteX4" fmla="*/ 20532 w 172894"/>
                <a:gd name="connsiteY4" fmla="*/ 258482 h 269648"/>
                <a:gd name="connsiteX5" fmla="*/ 21743 w 172894"/>
                <a:gd name="connsiteY5" fmla="*/ 255130 h 269648"/>
                <a:gd name="connsiteX6" fmla="*/ 23257 w 172894"/>
                <a:gd name="connsiteY6" fmla="*/ 250255 h 269648"/>
                <a:gd name="connsiteX7" fmla="*/ 11448 w 172894"/>
                <a:gd name="connsiteY7" fmla="*/ 238677 h 269648"/>
                <a:gd name="connsiteX8" fmla="*/ 245 w 172894"/>
                <a:gd name="connsiteY8" fmla="*/ 251169 h 269648"/>
                <a:gd name="connsiteX9" fmla="*/ 24165 w 172894"/>
                <a:gd name="connsiteY9" fmla="*/ 269755 h 269648"/>
                <a:gd name="connsiteX10" fmla="*/ 84724 w 172894"/>
                <a:gd name="connsiteY10" fmla="*/ 183529 h 269648"/>
                <a:gd name="connsiteX11" fmla="*/ 106525 w 172894"/>
                <a:gd name="connsiteY11" fmla="*/ 86029 h 269648"/>
                <a:gd name="connsiteX12" fmla="*/ 139529 w 172894"/>
                <a:gd name="connsiteY12" fmla="*/ 86029 h 269648"/>
                <a:gd name="connsiteX13" fmla="*/ 141346 w 172894"/>
                <a:gd name="connsiteY13" fmla="*/ 76279 h 269648"/>
                <a:gd name="connsiteX14" fmla="*/ 108645 w 172894"/>
                <a:gd name="connsiteY14" fmla="*/ 76279 h 269648"/>
                <a:gd name="connsiteX15" fmla="*/ 145585 w 172894"/>
                <a:gd name="connsiteY15" fmla="*/ 6810 h 269648"/>
                <a:gd name="connsiteX16" fmla="*/ 152247 w 172894"/>
                <a:gd name="connsiteY16" fmla="*/ 10466 h 269648"/>
                <a:gd name="connsiteX17" fmla="*/ 151036 w 172894"/>
                <a:gd name="connsiteY17" fmla="*/ 13513 h 269648"/>
                <a:gd name="connsiteX18" fmla="*/ 149219 w 172894"/>
                <a:gd name="connsiteY18" fmla="*/ 19911 h 269648"/>
                <a:gd name="connsiteX19" fmla="*/ 160422 w 172894"/>
                <a:gd name="connsiteY19" fmla="*/ 32099 h 269648"/>
                <a:gd name="connsiteX20" fmla="*/ 173140 w 172894"/>
                <a:gd name="connsiteY20" fmla="*/ 19911 h 269648"/>
                <a:gd name="connsiteX21" fmla="*/ 147099 w 172894"/>
                <a:gd name="connsiteY21" fmla="*/ 107 h 269648"/>
                <a:gd name="connsiteX22" fmla="*/ 109553 w 172894"/>
                <a:gd name="connsiteY22" fmla="*/ 21130 h 269648"/>
                <a:gd name="connsiteX23" fmla="*/ 85330 w 172894"/>
                <a:gd name="connsiteY23" fmla="*/ 76279 h 269648"/>
                <a:gd name="connsiteX24" fmla="*/ 57473 w 172894"/>
                <a:gd name="connsiteY24" fmla="*/ 76279 h 269648"/>
                <a:gd name="connsiteX25" fmla="*/ 55353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53" y="86029"/>
                  </a:moveTo>
                  <a:lnTo>
                    <a:pt x="82604" y="86029"/>
                  </a:lnTo>
                  <a:lnTo>
                    <a:pt x="55959" y="213997"/>
                  </a:lnTo>
                  <a:cubicBezTo>
                    <a:pt x="49297" y="246599"/>
                    <a:pt x="39305" y="263357"/>
                    <a:pt x="26588" y="263357"/>
                  </a:cubicBezTo>
                  <a:cubicBezTo>
                    <a:pt x="22954" y="263357"/>
                    <a:pt x="20532" y="261224"/>
                    <a:pt x="20532" y="258482"/>
                  </a:cubicBezTo>
                  <a:cubicBezTo>
                    <a:pt x="20532" y="257568"/>
                    <a:pt x="20835" y="256654"/>
                    <a:pt x="21743" y="255130"/>
                  </a:cubicBezTo>
                  <a:cubicBezTo>
                    <a:pt x="22954" y="253302"/>
                    <a:pt x="23257" y="252083"/>
                    <a:pt x="23257" y="250255"/>
                  </a:cubicBezTo>
                  <a:cubicBezTo>
                    <a:pt x="23257" y="243857"/>
                    <a:pt x="17807" y="238677"/>
                    <a:pt x="11448" y="238677"/>
                  </a:cubicBezTo>
                  <a:cubicBezTo>
                    <a:pt x="5089" y="238677"/>
                    <a:pt x="245" y="244162"/>
                    <a:pt x="245" y="251169"/>
                  </a:cubicBezTo>
                  <a:cubicBezTo>
                    <a:pt x="245" y="261529"/>
                    <a:pt x="10842" y="269755"/>
                    <a:pt x="24165" y="269755"/>
                  </a:cubicBezTo>
                  <a:cubicBezTo>
                    <a:pt x="51114" y="269755"/>
                    <a:pt x="72309" y="239591"/>
                    <a:pt x="84724" y="183529"/>
                  </a:cubicBezTo>
                  <a:lnTo>
                    <a:pt x="106525" y="86029"/>
                  </a:lnTo>
                  <a:lnTo>
                    <a:pt x="139529" y="86029"/>
                  </a:lnTo>
                  <a:lnTo>
                    <a:pt x="141346" y="76279"/>
                  </a:lnTo>
                  <a:lnTo>
                    <a:pt x="108645" y="76279"/>
                  </a:lnTo>
                  <a:cubicBezTo>
                    <a:pt x="117426" y="28443"/>
                    <a:pt x="128629" y="6810"/>
                    <a:pt x="145585" y="6810"/>
                  </a:cubicBezTo>
                  <a:cubicBezTo>
                    <a:pt x="149522" y="6810"/>
                    <a:pt x="152247" y="8333"/>
                    <a:pt x="152247" y="10466"/>
                  </a:cubicBezTo>
                  <a:cubicBezTo>
                    <a:pt x="152247" y="11380"/>
                    <a:pt x="151944" y="11990"/>
                    <a:pt x="151036" y="13513"/>
                  </a:cubicBezTo>
                  <a:cubicBezTo>
                    <a:pt x="149824" y="16255"/>
                    <a:pt x="149219" y="17779"/>
                    <a:pt x="149219" y="19911"/>
                  </a:cubicBezTo>
                  <a:cubicBezTo>
                    <a:pt x="149219" y="27224"/>
                    <a:pt x="153761" y="32099"/>
                    <a:pt x="160422" y="32099"/>
                  </a:cubicBezTo>
                  <a:cubicBezTo>
                    <a:pt x="167386" y="32099"/>
                    <a:pt x="173140" y="26615"/>
                    <a:pt x="173140" y="19911"/>
                  </a:cubicBezTo>
                  <a:cubicBezTo>
                    <a:pt x="173140" y="8638"/>
                    <a:pt x="161936" y="107"/>
                    <a:pt x="147099" y="107"/>
                  </a:cubicBezTo>
                  <a:cubicBezTo>
                    <a:pt x="132262" y="107"/>
                    <a:pt x="120454" y="6810"/>
                    <a:pt x="109553" y="21130"/>
                  </a:cubicBezTo>
                  <a:cubicBezTo>
                    <a:pt x="100469" y="33013"/>
                    <a:pt x="94413" y="47029"/>
                    <a:pt x="85330" y="76279"/>
                  </a:cubicBezTo>
                  <a:lnTo>
                    <a:pt x="57473" y="76279"/>
                  </a:lnTo>
                  <a:lnTo>
                    <a:pt x="55353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C6CF71D-B23D-510B-0B32-26A3FDB2A994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9810586" y="8247360"/>
              <a:ext cx="70247" cy="304687"/>
            </a:xfrm>
            <a:custGeom>
              <a:avLst/>
              <a:gdLst>
                <a:gd name="connsiteX0" fmla="*/ 70497 w 70247"/>
                <a:gd name="connsiteY0" fmla="*/ 301747 h 304687"/>
                <a:gd name="connsiteX1" fmla="*/ 65350 w 70247"/>
                <a:gd name="connsiteY1" fmla="*/ 295044 h 304687"/>
                <a:gd name="connsiteX2" fmla="*/ 17811 w 70247"/>
                <a:gd name="connsiteY2" fmla="*/ 152450 h 304687"/>
                <a:gd name="connsiteX3" fmla="*/ 66561 w 70247"/>
                <a:gd name="connsiteY3" fmla="*/ 8333 h 304687"/>
                <a:gd name="connsiteX4" fmla="*/ 70497 w 70247"/>
                <a:gd name="connsiteY4" fmla="*/ 3153 h 304687"/>
                <a:gd name="connsiteX5" fmla="*/ 67469 w 70247"/>
                <a:gd name="connsiteY5" fmla="*/ 106 h 304687"/>
                <a:gd name="connsiteX6" fmla="*/ 19325 w 70247"/>
                <a:gd name="connsiteY6" fmla="*/ 59520 h 304687"/>
                <a:gd name="connsiteX7" fmla="*/ 249 w 70247"/>
                <a:gd name="connsiteY7" fmla="*/ 152450 h 304687"/>
                <a:gd name="connsiteX8" fmla="*/ 20234 w 70247"/>
                <a:gd name="connsiteY8" fmla="*/ 247512 h 304687"/>
                <a:gd name="connsiteX9" fmla="*/ 67469 w 70247"/>
                <a:gd name="connsiteY9" fmla="*/ 304794 h 304687"/>
                <a:gd name="connsiteX10" fmla="*/ 70497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497" y="301747"/>
                  </a:moveTo>
                  <a:cubicBezTo>
                    <a:pt x="70497" y="300833"/>
                    <a:pt x="70497" y="300223"/>
                    <a:pt x="65350" y="295044"/>
                  </a:cubicBezTo>
                  <a:cubicBezTo>
                    <a:pt x="27501" y="256653"/>
                    <a:pt x="17811" y="199067"/>
                    <a:pt x="17811" y="152450"/>
                  </a:cubicBezTo>
                  <a:cubicBezTo>
                    <a:pt x="17811" y="99434"/>
                    <a:pt x="29318" y="46419"/>
                    <a:pt x="66561" y="8333"/>
                  </a:cubicBezTo>
                  <a:cubicBezTo>
                    <a:pt x="70497" y="4676"/>
                    <a:pt x="70497" y="4067"/>
                    <a:pt x="70497" y="3153"/>
                  </a:cubicBezTo>
                  <a:cubicBezTo>
                    <a:pt x="70497" y="1020"/>
                    <a:pt x="69286" y="106"/>
                    <a:pt x="67469" y="106"/>
                  </a:cubicBezTo>
                  <a:cubicBezTo>
                    <a:pt x="64442" y="106"/>
                    <a:pt x="37190" y="20825"/>
                    <a:pt x="19325" y="59520"/>
                  </a:cubicBezTo>
                  <a:cubicBezTo>
                    <a:pt x="3883" y="93036"/>
                    <a:pt x="249" y="126856"/>
                    <a:pt x="249" y="152450"/>
                  </a:cubicBezTo>
                  <a:cubicBezTo>
                    <a:pt x="249" y="176215"/>
                    <a:pt x="3580" y="213083"/>
                    <a:pt x="20234" y="247512"/>
                  </a:cubicBezTo>
                  <a:cubicBezTo>
                    <a:pt x="38401" y="284989"/>
                    <a:pt x="64442" y="304794"/>
                    <a:pt x="67469" y="304794"/>
                  </a:cubicBezTo>
                  <a:cubicBezTo>
                    <a:pt x="69286" y="304794"/>
                    <a:pt x="70497" y="303880"/>
                    <a:pt x="70497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4A25AC9-5D7D-826B-14B9-ED37AA01457D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9890355" y="8341508"/>
              <a:ext cx="143523" cy="137718"/>
            </a:xfrm>
            <a:custGeom>
              <a:avLst/>
              <a:gdLst>
                <a:gd name="connsiteX0" fmla="*/ 130151 w 143523"/>
                <a:gd name="connsiteY0" fmla="*/ 100654 h 137718"/>
                <a:gd name="connsiteX1" fmla="*/ 123490 w 143523"/>
                <a:gd name="connsiteY1" fmla="*/ 108880 h 137718"/>
                <a:gd name="connsiteX2" fmla="*/ 109561 w 143523"/>
                <a:gd name="connsiteY2" fmla="*/ 121068 h 137718"/>
                <a:gd name="connsiteX3" fmla="*/ 100174 w 143523"/>
                <a:gd name="connsiteY3" fmla="*/ 108575 h 137718"/>
                <a:gd name="connsiteX4" fmla="*/ 98963 w 143523"/>
                <a:gd name="connsiteY4" fmla="*/ 103396 h 137718"/>
                <a:gd name="connsiteX5" fmla="*/ 88063 w 143523"/>
                <a:gd name="connsiteY5" fmla="*/ 54036 h 137718"/>
                <a:gd name="connsiteX6" fmla="*/ 117736 w 143523"/>
                <a:gd name="connsiteY6" fmla="*/ 17169 h 137718"/>
                <a:gd name="connsiteX7" fmla="*/ 125004 w 143523"/>
                <a:gd name="connsiteY7" fmla="*/ 19607 h 137718"/>
                <a:gd name="connsiteX8" fmla="*/ 133179 w 143523"/>
                <a:gd name="connsiteY8" fmla="*/ 22349 h 137718"/>
                <a:gd name="connsiteX9" fmla="*/ 143777 w 143523"/>
                <a:gd name="connsiteY9" fmla="*/ 11380 h 137718"/>
                <a:gd name="connsiteX10" fmla="*/ 131362 w 143523"/>
                <a:gd name="connsiteY10" fmla="*/ 107 h 137718"/>
                <a:gd name="connsiteX11" fmla="*/ 85640 w 143523"/>
                <a:gd name="connsiteY11" fmla="*/ 43677 h 137718"/>
                <a:gd name="connsiteX12" fmla="*/ 82310 w 143523"/>
                <a:gd name="connsiteY12" fmla="*/ 26919 h 137718"/>
                <a:gd name="connsiteX13" fmla="*/ 66564 w 143523"/>
                <a:gd name="connsiteY13" fmla="*/ 107 h 137718"/>
                <a:gd name="connsiteX14" fmla="*/ 31138 w 143523"/>
                <a:gd name="connsiteY14" fmla="*/ 8943 h 137718"/>
                <a:gd name="connsiteX15" fmla="*/ 27807 w 143523"/>
                <a:gd name="connsiteY15" fmla="*/ 10161 h 137718"/>
                <a:gd name="connsiteX16" fmla="*/ 29018 w 143523"/>
                <a:gd name="connsiteY16" fmla="*/ 14732 h 137718"/>
                <a:gd name="connsiteX17" fmla="*/ 45974 w 143523"/>
                <a:gd name="connsiteY17" fmla="*/ 11380 h 137718"/>
                <a:gd name="connsiteX18" fmla="*/ 59600 w 143523"/>
                <a:gd name="connsiteY18" fmla="*/ 32404 h 137718"/>
                <a:gd name="connsiteX19" fmla="*/ 68381 w 143523"/>
                <a:gd name="connsiteY19" fmla="*/ 69880 h 137718"/>
                <a:gd name="connsiteX20" fmla="*/ 43552 w 143523"/>
                <a:gd name="connsiteY20" fmla="*/ 105529 h 137718"/>
                <a:gd name="connsiteX21" fmla="*/ 28110 w 143523"/>
                <a:gd name="connsiteY21" fmla="*/ 120154 h 137718"/>
                <a:gd name="connsiteX22" fmla="*/ 20237 w 143523"/>
                <a:gd name="connsiteY22" fmla="*/ 117411 h 137718"/>
                <a:gd name="connsiteX23" fmla="*/ 10548 w 143523"/>
                <a:gd name="connsiteY23" fmla="*/ 114365 h 137718"/>
                <a:gd name="connsiteX24" fmla="*/ 253 w 143523"/>
                <a:gd name="connsiteY24" fmla="*/ 125029 h 137718"/>
                <a:gd name="connsiteX25" fmla="*/ 15392 w 143523"/>
                <a:gd name="connsiteY25" fmla="*/ 137826 h 137718"/>
                <a:gd name="connsiteX26" fmla="*/ 43552 w 143523"/>
                <a:gd name="connsiteY26" fmla="*/ 116497 h 137718"/>
                <a:gd name="connsiteX27" fmla="*/ 70804 w 143523"/>
                <a:gd name="connsiteY27" fmla="*/ 80849 h 137718"/>
                <a:gd name="connsiteX28" fmla="*/ 79887 w 143523"/>
                <a:gd name="connsiteY28" fmla="*/ 117411 h 137718"/>
                <a:gd name="connsiteX29" fmla="*/ 97449 w 143523"/>
                <a:gd name="connsiteY29" fmla="*/ 137826 h 137718"/>
                <a:gd name="connsiteX30" fmla="*/ 134390 w 143523"/>
                <a:gd name="connsiteY30" fmla="*/ 103091 h 137718"/>
                <a:gd name="connsiteX31" fmla="*/ 130151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51" y="100654"/>
                  </a:moveTo>
                  <a:cubicBezTo>
                    <a:pt x="127729" y="103396"/>
                    <a:pt x="126215" y="105224"/>
                    <a:pt x="123490" y="108880"/>
                  </a:cubicBezTo>
                  <a:cubicBezTo>
                    <a:pt x="116525" y="118021"/>
                    <a:pt x="112892" y="121068"/>
                    <a:pt x="109561" y="121068"/>
                  </a:cubicBezTo>
                  <a:cubicBezTo>
                    <a:pt x="105019" y="121068"/>
                    <a:pt x="102294" y="117107"/>
                    <a:pt x="100174" y="108575"/>
                  </a:cubicBezTo>
                  <a:cubicBezTo>
                    <a:pt x="99569" y="106138"/>
                    <a:pt x="99266" y="104310"/>
                    <a:pt x="98963" y="103396"/>
                  </a:cubicBezTo>
                  <a:cubicBezTo>
                    <a:pt x="91393" y="72622"/>
                    <a:pt x="88063" y="58607"/>
                    <a:pt x="88063" y="54036"/>
                  </a:cubicBezTo>
                  <a:cubicBezTo>
                    <a:pt x="101386" y="30575"/>
                    <a:pt x="112286" y="17169"/>
                    <a:pt x="117736" y="17169"/>
                  </a:cubicBezTo>
                  <a:cubicBezTo>
                    <a:pt x="119553" y="17169"/>
                    <a:pt x="121976" y="18083"/>
                    <a:pt x="125004" y="19607"/>
                  </a:cubicBezTo>
                  <a:cubicBezTo>
                    <a:pt x="128637" y="21740"/>
                    <a:pt x="130757" y="22349"/>
                    <a:pt x="133179" y="22349"/>
                  </a:cubicBezTo>
                  <a:cubicBezTo>
                    <a:pt x="139538" y="22349"/>
                    <a:pt x="143777" y="17779"/>
                    <a:pt x="143777" y="11380"/>
                  </a:cubicBezTo>
                  <a:cubicBezTo>
                    <a:pt x="143777" y="4982"/>
                    <a:pt x="138629" y="107"/>
                    <a:pt x="131362" y="107"/>
                  </a:cubicBezTo>
                  <a:cubicBezTo>
                    <a:pt x="118039" y="107"/>
                    <a:pt x="106533" y="11075"/>
                    <a:pt x="85640" y="43677"/>
                  </a:cubicBezTo>
                  <a:lnTo>
                    <a:pt x="82310" y="26919"/>
                  </a:lnTo>
                  <a:cubicBezTo>
                    <a:pt x="78071" y="6200"/>
                    <a:pt x="74740" y="107"/>
                    <a:pt x="66564" y="107"/>
                  </a:cubicBezTo>
                  <a:cubicBezTo>
                    <a:pt x="59903" y="107"/>
                    <a:pt x="49608" y="2849"/>
                    <a:pt x="31138" y="8943"/>
                  </a:cubicBezTo>
                  <a:lnTo>
                    <a:pt x="27807" y="10161"/>
                  </a:lnTo>
                  <a:lnTo>
                    <a:pt x="29018" y="14732"/>
                  </a:lnTo>
                  <a:cubicBezTo>
                    <a:pt x="40524" y="11989"/>
                    <a:pt x="43249" y="11380"/>
                    <a:pt x="45974" y="11380"/>
                  </a:cubicBezTo>
                  <a:cubicBezTo>
                    <a:pt x="53544" y="11380"/>
                    <a:pt x="55361" y="14122"/>
                    <a:pt x="59600" y="32404"/>
                  </a:cubicBezTo>
                  <a:lnTo>
                    <a:pt x="68381" y="69880"/>
                  </a:lnTo>
                  <a:lnTo>
                    <a:pt x="43552" y="105529"/>
                  </a:lnTo>
                  <a:cubicBezTo>
                    <a:pt x="37496" y="114669"/>
                    <a:pt x="31440" y="120154"/>
                    <a:pt x="28110" y="120154"/>
                  </a:cubicBezTo>
                  <a:cubicBezTo>
                    <a:pt x="26293" y="120154"/>
                    <a:pt x="23265" y="119240"/>
                    <a:pt x="20237" y="117411"/>
                  </a:cubicBezTo>
                  <a:cubicBezTo>
                    <a:pt x="16301" y="115279"/>
                    <a:pt x="12970" y="114365"/>
                    <a:pt x="10548" y="114365"/>
                  </a:cubicBezTo>
                  <a:cubicBezTo>
                    <a:pt x="4795" y="114365"/>
                    <a:pt x="253" y="118935"/>
                    <a:pt x="253" y="125029"/>
                  </a:cubicBezTo>
                  <a:cubicBezTo>
                    <a:pt x="253" y="132951"/>
                    <a:pt x="6309" y="137826"/>
                    <a:pt x="15392" y="137826"/>
                  </a:cubicBezTo>
                  <a:cubicBezTo>
                    <a:pt x="24779" y="137826"/>
                    <a:pt x="28412" y="135083"/>
                    <a:pt x="43552" y="116497"/>
                  </a:cubicBezTo>
                  <a:cubicBezTo>
                    <a:pt x="51728" y="106747"/>
                    <a:pt x="58086" y="98521"/>
                    <a:pt x="70804" y="80849"/>
                  </a:cubicBezTo>
                  <a:lnTo>
                    <a:pt x="79887" y="117411"/>
                  </a:lnTo>
                  <a:cubicBezTo>
                    <a:pt x="83824" y="132951"/>
                    <a:pt x="87760" y="137826"/>
                    <a:pt x="97449" y="137826"/>
                  </a:cubicBezTo>
                  <a:cubicBezTo>
                    <a:pt x="108955" y="137826"/>
                    <a:pt x="116828" y="130513"/>
                    <a:pt x="134390" y="103091"/>
                  </a:cubicBezTo>
                  <a:lnTo>
                    <a:pt x="130151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BBDB6E0-15FA-670A-9C60-8782DD65BC3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0041091" y="8371021"/>
              <a:ext cx="97244" cy="157377"/>
            </a:xfrm>
            <a:custGeom>
              <a:avLst/>
              <a:gdLst>
                <a:gd name="connsiteX0" fmla="*/ 92572 w 97244"/>
                <a:gd name="connsiteY0" fmla="*/ 109 h 157377"/>
                <a:gd name="connsiteX1" fmla="*/ 37676 w 97244"/>
                <a:gd name="connsiteY1" fmla="*/ 18147 h 157377"/>
                <a:gd name="connsiteX2" fmla="*/ 256 w 97244"/>
                <a:gd name="connsiteY2" fmla="*/ 91424 h 157377"/>
                <a:gd name="connsiteX3" fmla="*/ 15941 w 97244"/>
                <a:gd name="connsiteY3" fmla="*/ 142154 h 157377"/>
                <a:gd name="connsiteX4" fmla="*/ 50447 w 97244"/>
                <a:gd name="connsiteY4" fmla="*/ 157486 h 157377"/>
                <a:gd name="connsiteX5" fmla="*/ 97501 w 97244"/>
                <a:gd name="connsiteY5" fmla="*/ 104952 h 157377"/>
                <a:gd name="connsiteX6" fmla="*/ 55377 w 97244"/>
                <a:gd name="connsiteY6" fmla="*/ 57829 h 157377"/>
                <a:gd name="connsiteX7" fmla="*/ 26696 w 97244"/>
                <a:gd name="connsiteY7" fmla="*/ 67975 h 157377"/>
                <a:gd name="connsiteX8" fmla="*/ 93020 w 97244"/>
                <a:gd name="connsiteY8" fmla="*/ 3717 h 157377"/>
                <a:gd name="connsiteX9" fmla="*/ 92572 w 97244"/>
                <a:gd name="connsiteY9" fmla="*/ 109 h 157377"/>
                <a:gd name="connsiteX10" fmla="*/ 46862 w 97244"/>
                <a:gd name="connsiteY10" fmla="*/ 68201 h 157377"/>
                <a:gd name="connsiteX11" fmla="*/ 77335 w 97244"/>
                <a:gd name="connsiteY11" fmla="*/ 112618 h 157377"/>
                <a:gd name="connsiteX12" fmla="*/ 52912 w 97244"/>
                <a:gd name="connsiteY12" fmla="*/ 151173 h 157377"/>
                <a:gd name="connsiteX13" fmla="*/ 21095 w 97244"/>
                <a:gd name="connsiteY13" fmla="*/ 95031 h 157377"/>
                <a:gd name="connsiteX14" fmla="*/ 27369 w 97244"/>
                <a:gd name="connsiteY14" fmla="*/ 73837 h 157377"/>
                <a:gd name="connsiteX15" fmla="*/ 46862 w 97244"/>
                <a:gd name="connsiteY15" fmla="*/ 68201 h 15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7244" h="157377">
                  <a:moveTo>
                    <a:pt x="92572" y="109"/>
                  </a:moveTo>
                  <a:cubicBezTo>
                    <a:pt x="67028" y="2364"/>
                    <a:pt x="54032" y="6648"/>
                    <a:pt x="37676" y="18147"/>
                  </a:cubicBezTo>
                  <a:cubicBezTo>
                    <a:pt x="13476" y="35508"/>
                    <a:pt x="256" y="61211"/>
                    <a:pt x="256" y="91424"/>
                  </a:cubicBezTo>
                  <a:cubicBezTo>
                    <a:pt x="256" y="111040"/>
                    <a:pt x="6306" y="130881"/>
                    <a:pt x="15941" y="142154"/>
                  </a:cubicBezTo>
                  <a:cubicBezTo>
                    <a:pt x="24456" y="152075"/>
                    <a:pt x="36555" y="157486"/>
                    <a:pt x="50447" y="157486"/>
                  </a:cubicBezTo>
                  <a:cubicBezTo>
                    <a:pt x="78232" y="157486"/>
                    <a:pt x="97501" y="136067"/>
                    <a:pt x="97501" y="104952"/>
                  </a:cubicBezTo>
                  <a:cubicBezTo>
                    <a:pt x="97501" y="76092"/>
                    <a:pt x="81145" y="57829"/>
                    <a:pt x="55377" y="57829"/>
                  </a:cubicBezTo>
                  <a:cubicBezTo>
                    <a:pt x="45518" y="57829"/>
                    <a:pt x="40813" y="59407"/>
                    <a:pt x="26696" y="67975"/>
                  </a:cubicBezTo>
                  <a:cubicBezTo>
                    <a:pt x="32746" y="33929"/>
                    <a:pt x="57842" y="9579"/>
                    <a:pt x="93020" y="3717"/>
                  </a:cubicBezTo>
                  <a:lnTo>
                    <a:pt x="92572" y="109"/>
                  </a:lnTo>
                  <a:close/>
                  <a:moveTo>
                    <a:pt x="46862" y="68201"/>
                  </a:moveTo>
                  <a:cubicBezTo>
                    <a:pt x="66132" y="68201"/>
                    <a:pt x="77335" y="84434"/>
                    <a:pt x="77335" y="112618"/>
                  </a:cubicBezTo>
                  <a:cubicBezTo>
                    <a:pt x="77335" y="137420"/>
                    <a:pt x="68597" y="151173"/>
                    <a:pt x="52912" y="151173"/>
                  </a:cubicBezTo>
                  <a:cubicBezTo>
                    <a:pt x="33194" y="151173"/>
                    <a:pt x="21095" y="129979"/>
                    <a:pt x="21095" y="95031"/>
                  </a:cubicBezTo>
                  <a:cubicBezTo>
                    <a:pt x="21095" y="83533"/>
                    <a:pt x="22887" y="77219"/>
                    <a:pt x="27369" y="73837"/>
                  </a:cubicBezTo>
                  <a:cubicBezTo>
                    <a:pt x="32074" y="70230"/>
                    <a:pt x="39020" y="68201"/>
                    <a:pt x="46862" y="68201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BBD1C46-1068-B907-1EC1-644115B4078E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0178382" y="8247360"/>
              <a:ext cx="70248" cy="304687"/>
            </a:xfrm>
            <a:custGeom>
              <a:avLst/>
              <a:gdLst>
                <a:gd name="connsiteX0" fmla="*/ 70510 w 70248"/>
                <a:gd name="connsiteY0" fmla="*/ 152450 h 304687"/>
                <a:gd name="connsiteX1" fmla="*/ 50525 w 70248"/>
                <a:gd name="connsiteY1" fmla="*/ 57387 h 304687"/>
                <a:gd name="connsiteX2" fmla="*/ 3290 w 70248"/>
                <a:gd name="connsiteY2" fmla="*/ 106 h 304687"/>
                <a:gd name="connsiteX3" fmla="*/ 262 w 70248"/>
                <a:gd name="connsiteY3" fmla="*/ 3153 h 304687"/>
                <a:gd name="connsiteX4" fmla="*/ 6015 w 70248"/>
                <a:gd name="connsiteY4" fmla="*/ 10161 h 304687"/>
                <a:gd name="connsiteX5" fmla="*/ 52948 w 70248"/>
                <a:gd name="connsiteY5" fmla="*/ 152450 h 304687"/>
                <a:gd name="connsiteX6" fmla="*/ 4198 w 70248"/>
                <a:gd name="connsiteY6" fmla="*/ 296567 h 304687"/>
                <a:gd name="connsiteX7" fmla="*/ 262 w 70248"/>
                <a:gd name="connsiteY7" fmla="*/ 301747 h 304687"/>
                <a:gd name="connsiteX8" fmla="*/ 3290 w 70248"/>
                <a:gd name="connsiteY8" fmla="*/ 304794 h 304687"/>
                <a:gd name="connsiteX9" fmla="*/ 51434 w 70248"/>
                <a:gd name="connsiteY9" fmla="*/ 245380 h 304687"/>
                <a:gd name="connsiteX10" fmla="*/ 70510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10" y="152450"/>
                  </a:moveTo>
                  <a:cubicBezTo>
                    <a:pt x="70510" y="128684"/>
                    <a:pt x="67179" y="91817"/>
                    <a:pt x="50525" y="57387"/>
                  </a:cubicBezTo>
                  <a:cubicBezTo>
                    <a:pt x="32358" y="19911"/>
                    <a:pt x="6318" y="106"/>
                    <a:pt x="3290" y="106"/>
                  </a:cubicBezTo>
                  <a:cubicBezTo>
                    <a:pt x="1473" y="106"/>
                    <a:pt x="262" y="1325"/>
                    <a:pt x="262" y="3153"/>
                  </a:cubicBezTo>
                  <a:cubicBezTo>
                    <a:pt x="262" y="4067"/>
                    <a:pt x="262" y="4676"/>
                    <a:pt x="6015" y="10161"/>
                  </a:cubicBezTo>
                  <a:cubicBezTo>
                    <a:pt x="35689" y="40325"/>
                    <a:pt x="52948" y="88770"/>
                    <a:pt x="52948" y="152450"/>
                  </a:cubicBezTo>
                  <a:cubicBezTo>
                    <a:pt x="52948" y="204551"/>
                    <a:pt x="41744" y="258176"/>
                    <a:pt x="4198" y="296567"/>
                  </a:cubicBezTo>
                  <a:cubicBezTo>
                    <a:pt x="262" y="300223"/>
                    <a:pt x="262" y="300833"/>
                    <a:pt x="262" y="301747"/>
                  </a:cubicBezTo>
                  <a:cubicBezTo>
                    <a:pt x="262" y="303575"/>
                    <a:pt x="1473" y="304794"/>
                    <a:pt x="3290" y="304794"/>
                  </a:cubicBezTo>
                  <a:cubicBezTo>
                    <a:pt x="6318" y="304794"/>
                    <a:pt x="33569" y="284075"/>
                    <a:pt x="51434" y="245380"/>
                  </a:cubicBezTo>
                  <a:cubicBezTo>
                    <a:pt x="66876" y="211864"/>
                    <a:pt x="70510" y="178044"/>
                    <a:pt x="70510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9E42981-B00E-6FD4-1243-25A7E18C152B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0338211" y="8298243"/>
              <a:ext cx="201357" cy="202921"/>
            </a:xfrm>
            <a:custGeom>
              <a:avLst/>
              <a:gdLst>
                <a:gd name="connsiteX0" fmla="*/ 107154 w 201357"/>
                <a:gd name="connsiteY0" fmla="*/ 107661 h 202921"/>
                <a:gd name="connsiteX1" fmla="*/ 191633 w 201357"/>
                <a:gd name="connsiteY1" fmla="*/ 107661 h 202921"/>
                <a:gd name="connsiteX2" fmla="*/ 201625 w 201357"/>
                <a:gd name="connsiteY2" fmla="*/ 101567 h 202921"/>
                <a:gd name="connsiteX3" fmla="*/ 191633 w 201357"/>
                <a:gd name="connsiteY3" fmla="*/ 95473 h 202921"/>
                <a:gd name="connsiteX4" fmla="*/ 107154 w 201357"/>
                <a:gd name="connsiteY4" fmla="*/ 95473 h 202921"/>
                <a:gd name="connsiteX5" fmla="*/ 107154 w 201357"/>
                <a:gd name="connsiteY5" fmla="*/ 10161 h 202921"/>
                <a:gd name="connsiteX6" fmla="*/ 101098 w 201357"/>
                <a:gd name="connsiteY6" fmla="*/ 106 h 202921"/>
                <a:gd name="connsiteX7" fmla="*/ 95042 w 201357"/>
                <a:gd name="connsiteY7" fmla="*/ 10161 h 202921"/>
                <a:gd name="connsiteX8" fmla="*/ 95042 w 201357"/>
                <a:gd name="connsiteY8" fmla="*/ 95473 h 202921"/>
                <a:gd name="connsiteX9" fmla="*/ 10260 w 201357"/>
                <a:gd name="connsiteY9" fmla="*/ 95473 h 202921"/>
                <a:gd name="connsiteX10" fmla="*/ 268 w 201357"/>
                <a:gd name="connsiteY10" fmla="*/ 101567 h 202921"/>
                <a:gd name="connsiteX11" fmla="*/ 10260 w 201357"/>
                <a:gd name="connsiteY11" fmla="*/ 107661 h 202921"/>
                <a:gd name="connsiteX12" fmla="*/ 95042 w 201357"/>
                <a:gd name="connsiteY12" fmla="*/ 107661 h 202921"/>
                <a:gd name="connsiteX13" fmla="*/ 95042 w 201357"/>
                <a:gd name="connsiteY13" fmla="*/ 192973 h 202921"/>
                <a:gd name="connsiteX14" fmla="*/ 101098 w 201357"/>
                <a:gd name="connsiteY14" fmla="*/ 203028 h 202921"/>
                <a:gd name="connsiteX15" fmla="*/ 107154 w 201357"/>
                <a:gd name="connsiteY15" fmla="*/ 192973 h 202921"/>
                <a:gd name="connsiteX16" fmla="*/ 107154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54" y="107661"/>
                  </a:moveTo>
                  <a:lnTo>
                    <a:pt x="191633" y="107661"/>
                  </a:lnTo>
                  <a:cubicBezTo>
                    <a:pt x="195872" y="107661"/>
                    <a:pt x="201625" y="107661"/>
                    <a:pt x="201625" y="101567"/>
                  </a:cubicBezTo>
                  <a:cubicBezTo>
                    <a:pt x="201625" y="95473"/>
                    <a:pt x="195872" y="95473"/>
                    <a:pt x="191633" y="95473"/>
                  </a:cubicBezTo>
                  <a:lnTo>
                    <a:pt x="107154" y="95473"/>
                  </a:lnTo>
                  <a:lnTo>
                    <a:pt x="107154" y="10161"/>
                  </a:lnTo>
                  <a:cubicBezTo>
                    <a:pt x="107154" y="5895"/>
                    <a:pt x="107154" y="106"/>
                    <a:pt x="101098" y="106"/>
                  </a:cubicBezTo>
                  <a:cubicBezTo>
                    <a:pt x="95042" y="106"/>
                    <a:pt x="95042" y="5895"/>
                    <a:pt x="95042" y="10161"/>
                  </a:cubicBezTo>
                  <a:lnTo>
                    <a:pt x="95042" y="95473"/>
                  </a:lnTo>
                  <a:lnTo>
                    <a:pt x="10260" y="95473"/>
                  </a:lnTo>
                  <a:cubicBezTo>
                    <a:pt x="6021" y="95473"/>
                    <a:pt x="268" y="95473"/>
                    <a:pt x="268" y="101567"/>
                  </a:cubicBezTo>
                  <a:cubicBezTo>
                    <a:pt x="268" y="107661"/>
                    <a:pt x="6021" y="107661"/>
                    <a:pt x="10260" y="107661"/>
                  </a:cubicBezTo>
                  <a:lnTo>
                    <a:pt x="95042" y="107661"/>
                  </a:lnTo>
                  <a:lnTo>
                    <a:pt x="95042" y="192973"/>
                  </a:lnTo>
                  <a:cubicBezTo>
                    <a:pt x="95042" y="197239"/>
                    <a:pt x="95042" y="203028"/>
                    <a:pt x="101098" y="203028"/>
                  </a:cubicBezTo>
                  <a:cubicBezTo>
                    <a:pt x="107154" y="203028"/>
                    <a:pt x="107154" y="197239"/>
                    <a:pt x="107154" y="192973"/>
                  </a:cubicBezTo>
                  <a:lnTo>
                    <a:pt x="107154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FA540D9-DE86-D8D0-9830-E2BE00B1BEE4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0612636" y="8269907"/>
              <a:ext cx="117786" cy="210234"/>
            </a:xfrm>
            <a:custGeom>
              <a:avLst/>
              <a:gdLst>
                <a:gd name="connsiteX0" fmla="*/ 33583 w 117786"/>
                <a:gd name="connsiteY0" fmla="*/ 105529 h 210234"/>
                <a:gd name="connsiteX1" fmla="*/ 65679 w 117786"/>
                <a:gd name="connsiteY1" fmla="*/ 108880 h 210234"/>
                <a:gd name="connsiteX2" fmla="*/ 96261 w 117786"/>
                <a:gd name="connsiteY2" fmla="*/ 153974 h 210234"/>
                <a:gd name="connsiteX3" fmla="*/ 56595 w 117786"/>
                <a:gd name="connsiteY3" fmla="*/ 199372 h 210234"/>
                <a:gd name="connsiteX4" fmla="*/ 31161 w 117786"/>
                <a:gd name="connsiteY4" fmla="*/ 189927 h 210234"/>
                <a:gd name="connsiteX5" fmla="*/ 11782 w 117786"/>
                <a:gd name="connsiteY5" fmla="*/ 182310 h 210234"/>
                <a:gd name="connsiteX6" fmla="*/ 276 w 117786"/>
                <a:gd name="connsiteY6" fmla="*/ 192974 h 210234"/>
                <a:gd name="connsiteX7" fmla="*/ 34491 w 117786"/>
                <a:gd name="connsiteY7" fmla="*/ 210341 h 210234"/>
                <a:gd name="connsiteX8" fmla="*/ 95958 w 117786"/>
                <a:gd name="connsiteY8" fmla="*/ 189927 h 210234"/>
                <a:gd name="connsiteX9" fmla="*/ 118062 w 117786"/>
                <a:gd name="connsiteY9" fmla="*/ 139349 h 210234"/>
                <a:gd name="connsiteX10" fmla="*/ 104437 w 117786"/>
                <a:gd name="connsiteY10" fmla="*/ 100044 h 210234"/>
                <a:gd name="connsiteX11" fmla="*/ 79305 w 117786"/>
                <a:gd name="connsiteY11" fmla="*/ 83896 h 210234"/>
                <a:gd name="connsiteX12" fmla="*/ 107767 w 117786"/>
                <a:gd name="connsiteY12" fmla="*/ 41849 h 210234"/>
                <a:gd name="connsiteX13" fmla="*/ 60532 w 117786"/>
                <a:gd name="connsiteY13" fmla="*/ 107 h 210234"/>
                <a:gd name="connsiteX14" fmla="*/ 21168 w 117786"/>
                <a:gd name="connsiteY14" fmla="*/ 15036 h 210234"/>
                <a:gd name="connsiteX15" fmla="*/ 881 w 117786"/>
                <a:gd name="connsiteY15" fmla="*/ 49466 h 210234"/>
                <a:gd name="connsiteX16" fmla="*/ 5423 w 117786"/>
                <a:gd name="connsiteY16" fmla="*/ 50685 h 210234"/>
                <a:gd name="connsiteX17" fmla="*/ 50539 w 117786"/>
                <a:gd name="connsiteY17" fmla="*/ 18388 h 210234"/>
                <a:gd name="connsiteX18" fmla="*/ 83847 w 117786"/>
                <a:gd name="connsiteY18" fmla="*/ 50990 h 210234"/>
                <a:gd name="connsiteX19" fmla="*/ 71735 w 117786"/>
                <a:gd name="connsiteY19" fmla="*/ 80544 h 210234"/>
                <a:gd name="connsiteX20" fmla="*/ 33583 w 117786"/>
                <a:gd name="connsiteY20" fmla="*/ 101568 h 210234"/>
                <a:gd name="connsiteX21" fmla="*/ 33583 w 117786"/>
                <a:gd name="connsiteY21" fmla="*/ 10552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583" y="105529"/>
                  </a:moveTo>
                  <a:cubicBezTo>
                    <a:pt x="51448" y="105529"/>
                    <a:pt x="58412" y="106138"/>
                    <a:pt x="65679" y="108880"/>
                  </a:cubicBezTo>
                  <a:cubicBezTo>
                    <a:pt x="84452" y="115583"/>
                    <a:pt x="96261" y="132951"/>
                    <a:pt x="96261" y="153974"/>
                  </a:cubicBezTo>
                  <a:cubicBezTo>
                    <a:pt x="96261" y="179568"/>
                    <a:pt x="79002" y="199372"/>
                    <a:pt x="56595" y="199372"/>
                  </a:cubicBezTo>
                  <a:cubicBezTo>
                    <a:pt x="48420" y="199372"/>
                    <a:pt x="42364" y="197240"/>
                    <a:pt x="31161" y="189927"/>
                  </a:cubicBezTo>
                  <a:cubicBezTo>
                    <a:pt x="22077" y="184443"/>
                    <a:pt x="16929" y="182310"/>
                    <a:pt x="11782" y="182310"/>
                  </a:cubicBezTo>
                  <a:cubicBezTo>
                    <a:pt x="4818" y="182310"/>
                    <a:pt x="276" y="186576"/>
                    <a:pt x="276" y="192974"/>
                  </a:cubicBezTo>
                  <a:cubicBezTo>
                    <a:pt x="276" y="203638"/>
                    <a:pt x="13296" y="210341"/>
                    <a:pt x="34491" y="210341"/>
                  </a:cubicBezTo>
                  <a:cubicBezTo>
                    <a:pt x="57806" y="210341"/>
                    <a:pt x="81727" y="202419"/>
                    <a:pt x="95958" y="189927"/>
                  </a:cubicBezTo>
                  <a:cubicBezTo>
                    <a:pt x="110190" y="177435"/>
                    <a:pt x="118062" y="159763"/>
                    <a:pt x="118062" y="139349"/>
                  </a:cubicBezTo>
                  <a:cubicBezTo>
                    <a:pt x="118062" y="123810"/>
                    <a:pt x="113218" y="109490"/>
                    <a:pt x="104437" y="100044"/>
                  </a:cubicBezTo>
                  <a:cubicBezTo>
                    <a:pt x="98381" y="93341"/>
                    <a:pt x="92628" y="89685"/>
                    <a:pt x="79305" y="83896"/>
                  </a:cubicBezTo>
                  <a:cubicBezTo>
                    <a:pt x="100197" y="69575"/>
                    <a:pt x="107767" y="58302"/>
                    <a:pt x="107767" y="41849"/>
                  </a:cubicBezTo>
                  <a:cubicBezTo>
                    <a:pt x="107767" y="17169"/>
                    <a:pt x="88389" y="107"/>
                    <a:pt x="60532" y="107"/>
                  </a:cubicBezTo>
                  <a:cubicBezTo>
                    <a:pt x="45392" y="107"/>
                    <a:pt x="32069" y="5286"/>
                    <a:pt x="21168" y="15036"/>
                  </a:cubicBezTo>
                  <a:cubicBezTo>
                    <a:pt x="12085" y="23263"/>
                    <a:pt x="7543" y="31185"/>
                    <a:pt x="881" y="49466"/>
                  </a:cubicBezTo>
                  <a:lnTo>
                    <a:pt x="5423" y="50685"/>
                  </a:lnTo>
                  <a:cubicBezTo>
                    <a:pt x="17838" y="28443"/>
                    <a:pt x="31463" y="18388"/>
                    <a:pt x="50539" y="18388"/>
                  </a:cubicBezTo>
                  <a:cubicBezTo>
                    <a:pt x="70221" y="18388"/>
                    <a:pt x="83847" y="31794"/>
                    <a:pt x="83847" y="50990"/>
                  </a:cubicBezTo>
                  <a:cubicBezTo>
                    <a:pt x="83847" y="61958"/>
                    <a:pt x="79305" y="72927"/>
                    <a:pt x="71735" y="80544"/>
                  </a:cubicBezTo>
                  <a:cubicBezTo>
                    <a:pt x="62651" y="89685"/>
                    <a:pt x="54173" y="94255"/>
                    <a:pt x="33583" y="101568"/>
                  </a:cubicBezTo>
                  <a:lnTo>
                    <a:pt x="33583" y="1055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18AB178A-9819-4C4B-48D7-432F698BC488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0752658" y="8269297"/>
              <a:ext cx="172894" cy="269648"/>
            </a:xfrm>
            <a:custGeom>
              <a:avLst/>
              <a:gdLst>
                <a:gd name="connsiteX0" fmla="*/ 55391 w 172894"/>
                <a:gd name="connsiteY0" fmla="*/ 86029 h 269648"/>
                <a:gd name="connsiteX1" fmla="*/ 82642 w 172894"/>
                <a:gd name="connsiteY1" fmla="*/ 86029 h 269648"/>
                <a:gd name="connsiteX2" fmla="*/ 55996 w 172894"/>
                <a:gd name="connsiteY2" fmla="*/ 213997 h 269648"/>
                <a:gd name="connsiteX3" fmla="*/ 26625 w 172894"/>
                <a:gd name="connsiteY3" fmla="*/ 263357 h 269648"/>
                <a:gd name="connsiteX4" fmla="*/ 20569 w 172894"/>
                <a:gd name="connsiteY4" fmla="*/ 258482 h 269648"/>
                <a:gd name="connsiteX5" fmla="*/ 21780 w 172894"/>
                <a:gd name="connsiteY5" fmla="*/ 255130 h 269648"/>
                <a:gd name="connsiteX6" fmla="*/ 23294 w 172894"/>
                <a:gd name="connsiteY6" fmla="*/ 250255 h 269648"/>
                <a:gd name="connsiteX7" fmla="*/ 11486 w 172894"/>
                <a:gd name="connsiteY7" fmla="*/ 238677 h 269648"/>
                <a:gd name="connsiteX8" fmla="*/ 282 w 172894"/>
                <a:gd name="connsiteY8" fmla="*/ 251169 h 269648"/>
                <a:gd name="connsiteX9" fmla="*/ 24203 w 172894"/>
                <a:gd name="connsiteY9" fmla="*/ 269755 h 269648"/>
                <a:gd name="connsiteX10" fmla="*/ 84761 w 172894"/>
                <a:gd name="connsiteY10" fmla="*/ 183529 h 269648"/>
                <a:gd name="connsiteX11" fmla="*/ 106563 w 172894"/>
                <a:gd name="connsiteY11" fmla="*/ 86029 h 269648"/>
                <a:gd name="connsiteX12" fmla="*/ 139567 w 172894"/>
                <a:gd name="connsiteY12" fmla="*/ 86029 h 269648"/>
                <a:gd name="connsiteX13" fmla="*/ 141384 w 172894"/>
                <a:gd name="connsiteY13" fmla="*/ 76279 h 269648"/>
                <a:gd name="connsiteX14" fmla="*/ 108682 w 172894"/>
                <a:gd name="connsiteY14" fmla="*/ 76279 h 269648"/>
                <a:gd name="connsiteX15" fmla="*/ 145623 w 172894"/>
                <a:gd name="connsiteY15" fmla="*/ 6810 h 269648"/>
                <a:gd name="connsiteX16" fmla="*/ 152284 w 172894"/>
                <a:gd name="connsiteY16" fmla="*/ 10466 h 269648"/>
                <a:gd name="connsiteX17" fmla="*/ 151073 w 172894"/>
                <a:gd name="connsiteY17" fmla="*/ 13513 h 269648"/>
                <a:gd name="connsiteX18" fmla="*/ 149256 w 172894"/>
                <a:gd name="connsiteY18" fmla="*/ 19911 h 269648"/>
                <a:gd name="connsiteX19" fmla="*/ 160460 w 172894"/>
                <a:gd name="connsiteY19" fmla="*/ 32099 h 269648"/>
                <a:gd name="connsiteX20" fmla="*/ 173177 w 172894"/>
                <a:gd name="connsiteY20" fmla="*/ 19911 h 269648"/>
                <a:gd name="connsiteX21" fmla="*/ 147137 w 172894"/>
                <a:gd name="connsiteY21" fmla="*/ 107 h 269648"/>
                <a:gd name="connsiteX22" fmla="*/ 109591 w 172894"/>
                <a:gd name="connsiteY22" fmla="*/ 21130 h 269648"/>
                <a:gd name="connsiteX23" fmla="*/ 85367 w 172894"/>
                <a:gd name="connsiteY23" fmla="*/ 76279 h 269648"/>
                <a:gd name="connsiteX24" fmla="*/ 57510 w 172894"/>
                <a:gd name="connsiteY24" fmla="*/ 76279 h 269648"/>
                <a:gd name="connsiteX25" fmla="*/ 55391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391" y="86029"/>
                  </a:moveTo>
                  <a:lnTo>
                    <a:pt x="82642" y="86029"/>
                  </a:lnTo>
                  <a:lnTo>
                    <a:pt x="55996" y="213997"/>
                  </a:lnTo>
                  <a:cubicBezTo>
                    <a:pt x="49335" y="246599"/>
                    <a:pt x="39342" y="263357"/>
                    <a:pt x="26625" y="263357"/>
                  </a:cubicBezTo>
                  <a:cubicBezTo>
                    <a:pt x="22992" y="263357"/>
                    <a:pt x="20569" y="261224"/>
                    <a:pt x="20569" y="258482"/>
                  </a:cubicBezTo>
                  <a:cubicBezTo>
                    <a:pt x="20569" y="257568"/>
                    <a:pt x="20872" y="256654"/>
                    <a:pt x="21780" y="255130"/>
                  </a:cubicBezTo>
                  <a:cubicBezTo>
                    <a:pt x="22992" y="253302"/>
                    <a:pt x="23294" y="252083"/>
                    <a:pt x="23294" y="250255"/>
                  </a:cubicBezTo>
                  <a:cubicBezTo>
                    <a:pt x="23294" y="243857"/>
                    <a:pt x="17844" y="238677"/>
                    <a:pt x="11486" y="238677"/>
                  </a:cubicBezTo>
                  <a:cubicBezTo>
                    <a:pt x="5127" y="238677"/>
                    <a:pt x="282" y="244162"/>
                    <a:pt x="282" y="251169"/>
                  </a:cubicBezTo>
                  <a:cubicBezTo>
                    <a:pt x="282" y="261529"/>
                    <a:pt x="10880" y="269755"/>
                    <a:pt x="24203" y="269755"/>
                  </a:cubicBezTo>
                  <a:cubicBezTo>
                    <a:pt x="51151" y="269755"/>
                    <a:pt x="72347" y="239591"/>
                    <a:pt x="84761" y="183529"/>
                  </a:cubicBezTo>
                  <a:lnTo>
                    <a:pt x="106563" y="86029"/>
                  </a:lnTo>
                  <a:lnTo>
                    <a:pt x="139567" y="86029"/>
                  </a:lnTo>
                  <a:lnTo>
                    <a:pt x="141384" y="76279"/>
                  </a:lnTo>
                  <a:lnTo>
                    <a:pt x="108682" y="76279"/>
                  </a:lnTo>
                  <a:cubicBezTo>
                    <a:pt x="117463" y="28443"/>
                    <a:pt x="128666" y="6810"/>
                    <a:pt x="145623" y="6810"/>
                  </a:cubicBezTo>
                  <a:cubicBezTo>
                    <a:pt x="149559" y="6810"/>
                    <a:pt x="152284" y="8333"/>
                    <a:pt x="152284" y="10466"/>
                  </a:cubicBezTo>
                  <a:cubicBezTo>
                    <a:pt x="152284" y="11380"/>
                    <a:pt x="151982" y="11990"/>
                    <a:pt x="151073" y="13513"/>
                  </a:cubicBezTo>
                  <a:cubicBezTo>
                    <a:pt x="149862" y="16255"/>
                    <a:pt x="149256" y="17779"/>
                    <a:pt x="149256" y="19911"/>
                  </a:cubicBezTo>
                  <a:cubicBezTo>
                    <a:pt x="149256" y="27224"/>
                    <a:pt x="153798" y="32099"/>
                    <a:pt x="160460" y="32099"/>
                  </a:cubicBezTo>
                  <a:cubicBezTo>
                    <a:pt x="167424" y="32099"/>
                    <a:pt x="173177" y="26615"/>
                    <a:pt x="173177" y="19911"/>
                  </a:cubicBezTo>
                  <a:cubicBezTo>
                    <a:pt x="173177" y="8638"/>
                    <a:pt x="161974" y="107"/>
                    <a:pt x="147137" y="107"/>
                  </a:cubicBezTo>
                  <a:cubicBezTo>
                    <a:pt x="132300" y="107"/>
                    <a:pt x="120491" y="6810"/>
                    <a:pt x="109591" y="21130"/>
                  </a:cubicBezTo>
                  <a:cubicBezTo>
                    <a:pt x="100507" y="33013"/>
                    <a:pt x="94451" y="47029"/>
                    <a:pt x="85367" y="76279"/>
                  </a:cubicBezTo>
                  <a:lnTo>
                    <a:pt x="57510" y="76279"/>
                  </a:lnTo>
                  <a:lnTo>
                    <a:pt x="55391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F85A3C2-8FF1-2B99-EF7A-B7222B93CBE9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0956007" y="8247360"/>
              <a:ext cx="70247" cy="304687"/>
            </a:xfrm>
            <a:custGeom>
              <a:avLst/>
              <a:gdLst>
                <a:gd name="connsiteX0" fmla="*/ 70535 w 70247"/>
                <a:gd name="connsiteY0" fmla="*/ 301747 h 304687"/>
                <a:gd name="connsiteX1" fmla="*/ 65387 w 70247"/>
                <a:gd name="connsiteY1" fmla="*/ 295044 h 304687"/>
                <a:gd name="connsiteX2" fmla="*/ 17849 w 70247"/>
                <a:gd name="connsiteY2" fmla="*/ 152450 h 304687"/>
                <a:gd name="connsiteX3" fmla="*/ 66599 w 70247"/>
                <a:gd name="connsiteY3" fmla="*/ 8333 h 304687"/>
                <a:gd name="connsiteX4" fmla="*/ 70535 w 70247"/>
                <a:gd name="connsiteY4" fmla="*/ 3153 h 304687"/>
                <a:gd name="connsiteX5" fmla="*/ 67507 w 70247"/>
                <a:gd name="connsiteY5" fmla="*/ 106 h 304687"/>
                <a:gd name="connsiteX6" fmla="*/ 19363 w 70247"/>
                <a:gd name="connsiteY6" fmla="*/ 59520 h 304687"/>
                <a:gd name="connsiteX7" fmla="*/ 287 w 70247"/>
                <a:gd name="connsiteY7" fmla="*/ 152450 h 304687"/>
                <a:gd name="connsiteX8" fmla="*/ 20271 w 70247"/>
                <a:gd name="connsiteY8" fmla="*/ 247512 h 304687"/>
                <a:gd name="connsiteX9" fmla="*/ 67507 w 70247"/>
                <a:gd name="connsiteY9" fmla="*/ 304794 h 304687"/>
                <a:gd name="connsiteX10" fmla="*/ 70535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35" y="301747"/>
                  </a:moveTo>
                  <a:cubicBezTo>
                    <a:pt x="70535" y="300833"/>
                    <a:pt x="70535" y="300223"/>
                    <a:pt x="65387" y="295044"/>
                  </a:cubicBezTo>
                  <a:cubicBezTo>
                    <a:pt x="27538" y="256653"/>
                    <a:pt x="17849" y="199067"/>
                    <a:pt x="17849" y="152450"/>
                  </a:cubicBezTo>
                  <a:cubicBezTo>
                    <a:pt x="17849" y="99434"/>
                    <a:pt x="29355" y="46419"/>
                    <a:pt x="66599" y="8333"/>
                  </a:cubicBezTo>
                  <a:cubicBezTo>
                    <a:pt x="70535" y="4676"/>
                    <a:pt x="70535" y="4067"/>
                    <a:pt x="70535" y="3153"/>
                  </a:cubicBezTo>
                  <a:cubicBezTo>
                    <a:pt x="70535" y="1020"/>
                    <a:pt x="69324" y="106"/>
                    <a:pt x="67507" y="106"/>
                  </a:cubicBezTo>
                  <a:cubicBezTo>
                    <a:pt x="64479" y="106"/>
                    <a:pt x="37228" y="20825"/>
                    <a:pt x="19363" y="59520"/>
                  </a:cubicBezTo>
                  <a:cubicBezTo>
                    <a:pt x="3920" y="93036"/>
                    <a:pt x="287" y="126856"/>
                    <a:pt x="287" y="152450"/>
                  </a:cubicBezTo>
                  <a:cubicBezTo>
                    <a:pt x="287" y="176215"/>
                    <a:pt x="3618" y="213083"/>
                    <a:pt x="20271" y="247512"/>
                  </a:cubicBezTo>
                  <a:cubicBezTo>
                    <a:pt x="38439" y="284989"/>
                    <a:pt x="64479" y="304794"/>
                    <a:pt x="67507" y="304794"/>
                  </a:cubicBezTo>
                  <a:cubicBezTo>
                    <a:pt x="69324" y="304794"/>
                    <a:pt x="70535" y="303880"/>
                    <a:pt x="70535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7AB493B8-F3B1-A5D4-46BD-D7CAFE418CFC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1035776" y="8341508"/>
              <a:ext cx="143523" cy="137718"/>
            </a:xfrm>
            <a:custGeom>
              <a:avLst/>
              <a:gdLst>
                <a:gd name="connsiteX0" fmla="*/ 130189 w 143523"/>
                <a:gd name="connsiteY0" fmla="*/ 100654 h 137718"/>
                <a:gd name="connsiteX1" fmla="*/ 123527 w 143523"/>
                <a:gd name="connsiteY1" fmla="*/ 108880 h 137718"/>
                <a:gd name="connsiteX2" fmla="*/ 109599 w 143523"/>
                <a:gd name="connsiteY2" fmla="*/ 121068 h 137718"/>
                <a:gd name="connsiteX3" fmla="*/ 100212 w 143523"/>
                <a:gd name="connsiteY3" fmla="*/ 108575 h 137718"/>
                <a:gd name="connsiteX4" fmla="*/ 99001 w 143523"/>
                <a:gd name="connsiteY4" fmla="*/ 103396 h 137718"/>
                <a:gd name="connsiteX5" fmla="*/ 88100 w 143523"/>
                <a:gd name="connsiteY5" fmla="*/ 54036 h 137718"/>
                <a:gd name="connsiteX6" fmla="*/ 117774 w 143523"/>
                <a:gd name="connsiteY6" fmla="*/ 17169 h 137718"/>
                <a:gd name="connsiteX7" fmla="*/ 125041 w 143523"/>
                <a:gd name="connsiteY7" fmla="*/ 19607 h 137718"/>
                <a:gd name="connsiteX8" fmla="*/ 133216 w 143523"/>
                <a:gd name="connsiteY8" fmla="*/ 22349 h 137718"/>
                <a:gd name="connsiteX9" fmla="*/ 143814 w 143523"/>
                <a:gd name="connsiteY9" fmla="*/ 11380 h 137718"/>
                <a:gd name="connsiteX10" fmla="*/ 131400 w 143523"/>
                <a:gd name="connsiteY10" fmla="*/ 107 h 137718"/>
                <a:gd name="connsiteX11" fmla="*/ 85678 w 143523"/>
                <a:gd name="connsiteY11" fmla="*/ 43677 h 137718"/>
                <a:gd name="connsiteX12" fmla="*/ 82347 w 143523"/>
                <a:gd name="connsiteY12" fmla="*/ 26919 h 137718"/>
                <a:gd name="connsiteX13" fmla="*/ 66602 w 143523"/>
                <a:gd name="connsiteY13" fmla="*/ 107 h 137718"/>
                <a:gd name="connsiteX14" fmla="*/ 31175 w 143523"/>
                <a:gd name="connsiteY14" fmla="*/ 8943 h 137718"/>
                <a:gd name="connsiteX15" fmla="*/ 27844 w 143523"/>
                <a:gd name="connsiteY15" fmla="*/ 10161 h 137718"/>
                <a:gd name="connsiteX16" fmla="*/ 29056 w 143523"/>
                <a:gd name="connsiteY16" fmla="*/ 14732 h 137718"/>
                <a:gd name="connsiteX17" fmla="*/ 46012 w 143523"/>
                <a:gd name="connsiteY17" fmla="*/ 11380 h 137718"/>
                <a:gd name="connsiteX18" fmla="*/ 59638 w 143523"/>
                <a:gd name="connsiteY18" fmla="*/ 32404 h 137718"/>
                <a:gd name="connsiteX19" fmla="*/ 68419 w 143523"/>
                <a:gd name="connsiteY19" fmla="*/ 69880 h 137718"/>
                <a:gd name="connsiteX20" fmla="*/ 43590 w 143523"/>
                <a:gd name="connsiteY20" fmla="*/ 105529 h 137718"/>
                <a:gd name="connsiteX21" fmla="*/ 28147 w 143523"/>
                <a:gd name="connsiteY21" fmla="*/ 120154 h 137718"/>
                <a:gd name="connsiteX22" fmla="*/ 20275 w 143523"/>
                <a:gd name="connsiteY22" fmla="*/ 117411 h 137718"/>
                <a:gd name="connsiteX23" fmla="*/ 10585 w 143523"/>
                <a:gd name="connsiteY23" fmla="*/ 114365 h 137718"/>
                <a:gd name="connsiteX24" fmla="*/ 290 w 143523"/>
                <a:gd name="connsiteY24" fmla="*/ 125029 h 137718"/>
                <a:gd name="connsiteX25" fmla="*/ 15430 w 143523"/>
                <a:gd name="connsiteY25" fmla="*/ 137826 h 137718"/>
                <a:gd name="connsiteX26" fmla="*/ 43590 w 143523"/>
                <a:gd name="connsiteY26" fmla="*/ 116497 h 137718"/>
                <a:gd name="connsiteX27" fmla="*/ 70841 w 143523"/>
                <a:gd name="connsiteY27" fmla="*/ 80849 h 137718"/>
                <a:gd name="connsiteX28" fmla="*/ 79925 w 143523"/>
                <a:gd name="connsiteY28" fmla="*/ 117411 h 137718"/>
                <a:gd name="connsiteX29" fmla="*/ 97487 w 143523"/>
                <a:gd name="connsiteY29" fmla="*/ 137826 h 137718"/>
                <a:gd name="connsiteX30" fmla="*/ 134428 w 143523"/>
                <a:gd name="connsiteY30" fmla="*/ 103091 h 137718"/>
                <a:gd name="connsiteX31" fmla="*/ 130189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189" y="100654"/>
                  </a:moveTo>
                  <a:cubicBezTo>
                    <a:pt x="127766" y="103396"/>
                    <a:pt x="126252" y="105224"/>
                    <a:pt x="123527" y="108880"/>
                  </a:cubicBezTo>
                  <a:cubicBezTo>
                    <a:pt x="116563" y="118021"/>
                    <a:pt x="112929" y="121068"/>
                    <a:pt x="109599" y="121068"/>
                  </a:cubicBezTo>
                  <a:cubicBezTo>
                    <a:pt x="105057" y="121068"/>
                    <a:pt x="102332" y="117107"/>
                    <a:pt x="100212" y="108575"/>
                  </a:cubicBezTo>
                  <a:cubicBezTo>
                    <a:pt x="99606" y="106138"/>
                    <a:pt x="99304" y="104310"/>
                    <a:pt x="99001" y="103396"/>
                  </a:cubicBezTo>
                  <a:cubicBezTo>
                    <a:pt x="91431" y="72622"/>
                    <a:pt x="88100" y="58607"/>
                    <a:pt x="88100" y="54036"/>
                  </a:cubicBezTo>
                  <a:cubicBezTo>
                    <a:pt x="101423" y="30575"/>
                    <a:pt x="112324" y="17169"/>
                    <a:pt x="117774" y="17169"/>
                  </a:cubicBezTo>
                  <a:cubicBezTo>
                    <a:pt x="119591" y="17169"/>
                    <a:pt x="122013" y="18083"/>
                    <a:pt x="125041" y="19607"/>
                  </a:cubicBezTo>
                  <a:cubicBezTo>
                    <a:pt x="128675" y="21740"/>
                    <a:pt x="130794" y="22349"/>
                    <a:pt x="133216" y="22349"/>
                  </a:cubicBezTo>
                  <a:cubicBezTo>
                    <a:pt x="139575" y="22349"/>
                    <a:pt x="143814" y="17779"/>
                    <a:pt x="143814" y="11380"/>
                  </a:cubicBezTo>
                  <a:cubicBezTo>
                    <a:pt x="143814" y="4982"/>
                    <a:pt x="138667" y="107"/>
                    <a:pt x="131400" y="107"/>
                  </a:cubicBezTo>
                  <a:cubicBezTo>
                    <a:pt x="118077" y="107"/>
                    <a:pt x="106571" y="11075"/>
                    <a:pt x="85678" y="43677"/>
                  </a:cubicBezTo>
                  <a:lnTo>
                    <a:pt x="82347" y="26919"/>
                  </a:lnTo>
                  <a:cubicBezTo>
                    <a:pt x="78108" y="6200"/>
                    <a:pt x="74777" y="107"/>
                    <a:pt x="66602" y="107"/>
                  </a:cubicBezTo>
                  <a:cubicBezTo>
                    <a:pt x="59940" y="107"/>
                    <a:pt x="49646" y="2849"/>
                    <a:pt x="31175" y="8943"/>
                  </a:cubicBezTo>
                  <a:lnTo>
                    <a:pt x="27844" y="10161"/>
                  </a:lnTo>
                  <a:lnTo>
                    <a:pt x="29056" y="14732"/>
                  </a:lnTo>
                  <a:cubicBezTo>
                    <a:pt x="40562" y="11989"/>
                    <a:pt x="43287" y="11380"/>
                    <a:pt x="46012" y="11380"/>
                  </a:cubicBezTo>
                  <a:cubicBezTo>
                    <a:pt x="53582" y="11380"/>
                    <a:pt x="55399" y="14122"/>
                    <a:pt x="59638" y="32404"/>
                  </a:cubicBezTo>
                  <a:lnTo>
                    <a:pt x="68419" y="69880"/>
                  </a:lnTo>
                  <a:lnTo>
                    <a:pt x="43590" y="105529"/>
                  </a:lnTo>
                  <a:cubicBezTo>
                    <a:pt x="37534" y="114669"/>
                    <a:pt x="31478" y="120154"/>
                    <a:pt x="28147" y="120154"/>
                  </a:cubicBezTo>
                  <a:cubicBezTo>
                    <a:pt x="26330" y="120154"/>
                    <a:pt x="23303" y="119240"/>
                    <a:pt x="20275" y="117411"/>
                  </a:cubicBezTo>
                  <a:cubicBezTo>
                    <a:pt x="16338" y="115279"/>
                    <a:pt x="13008" y="114365"/>
                    <a:pt x="10585" y="114365"/>
                  </a:cubicBezTo>
                  <a:cubicBezTo>
                    <a:pt x="4832" y="114365"/>
                    <a:pt x="290" y="118935"/>
                    <a:pt x="290" y="125029"/>
                  </a:cubicBezTo>
                  <a:cubicBezTo>
                    <a:pt x="290" y="132951"/>
                    <a:pt x="6346" y="137826"/>
                    <a:pt x="15430" y="137826"/>
                  </a:cubicBezTo>
                  <a:cubicBezTo>
                    <a:pt x="24817" y="137826"/>
                    <a:pt x="28450" y="135083"/>
                    <a:pt x="43590" y="116497"/>
                  </a:cubicBezTo>
                  <a:cubicBezTo>
                    <a:pt x="51765" y="106747"/>
                    <a:pt x="58124" y="98521"/>
                    <a:pt x="70841" y="80849"/>
                  </a:cubicBezTo>
                  <a:lnTo>
                    <a:pt x="79925" y="117411"/>
                  </a:lnTo>
                  <a:cubicBezTo>
                    <a:pt x="83861" y="132951"/>
                    <a:pt x="87797" y="137826"/>
                    <a:pt x="97487" y="137826"/>
                  </a:cubicBezTo>
                  <a:cubicBezTo>
                    <a:pt x="108993" y="137826"/>
                    <a:pt x="116866" y="130513"/>
                    <a:pt x="134428" y="103091"/>
                  </a:cubicBezTo>
                  <a:lnTo>
                    <a:pt x="130189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96A2013-3ADD-ED8F-F89A-AE249C6F5806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1183375" y="8372814"/>
              <a:ext cx="96124" cy="151063"/>
            </a:xfrm>
            <a:custGeom>
              <a:avLst/>
              <a:gdLst>
                <a:gd name="connsiteX0" fmla="*/ 96419 w 96124"/>
                <a:gd name="connsiteY0" fmla="*/ 109 h 151063"/>
                <a:gd name="connsiteX1" fmla="*/ 13514 w 96124"/>
                <a:gd name="connsiteY1" fmla="*/ 109 h 151063"/>
                <a:gd name="connsiteX2" fmla="*/ 294 w 96124"/>
                <a:gd name="connsiteY2" fmla="*/ 33253 h 151063"/>
                <a:gd name="connsiteX3" fmla="*/ 4103 w 96124"/>
                <a:gd name="connsiteY3" fmla="*/ 35057 h 151063"/>
                <a:gd name="connsiteX4" fmla="*/ 30095 w 96124"/>
                <a:gd name="connsiteY4" fmla="*/ 16794 h 151063"/>
                <a:gd name="connsiteX5" fmla="*/ 78717 w 96124"/>
                <a:gd name="connsiteY5" fmla="*/ 16794 h 151063"/>
                <a:gd name="connsiteX6" fmla="*/ 34352 w 96124"/>
                <a:gd name="connsiteY6" fmla="*/ 151173 h 151063"/>
                <a:gd name="connsiteX7" fmla="*/ 48917 w 96124"/>
                <a:gd name="connsiteY7" fmla="*/ 151173 h 151063"/>
                <a:gd name="connsiteX8" fmla="*/ 96419 w 96124"/>
                <a:gd name="connsiteY8" fmla="*/ 3717 h 151063"/>
                <a:gd name="connsiteX9" fmla="*/ 96419 w 96124"/>
                <a:gd name="connsiteY9" fmla="*/ 109 h 15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124" h="151063">
                  <a:moveTo>
                    <a:pt x="96419" y="109"/>
                  </a:moveTo>
                  <a:lnTo>
                    <a:pt x="13514" y="109"/>
                  </a:lnTo>
                  <a:lnTo>
                    <a:pt x="294" y="33253"/>
                  </a:lnTo>
                  <a:lnTo>
                    <a:pt x="4103" y="35057"/>
                  </a:lnTo>
                  <a:cubicBezTo>
                    <a:pt x="13738" y="19725"/>
                    <a:pt x="17771" y="16794"/>
                    <a:pt x="30095" y="16794"/>
                  </a:cubicBezTo>
                  <a:lnTo>
                    <a:pt x="78717" y="16794"/>
                  </a:lnTo>
                  <a:lnTo>
                    <a:pt x="34352" y="151173"/>
                  </a:lnTo>
                  <a:lnTo>
                    <a:pt x="48917" y="151173"/>
                  </a:lnTo>
                  <a:lnTo>
                    <a:pt x="96419" y="3717"/>
                  </a:lnTo>
                  <a:lnTo>
                    <a:pt x="96419" y="10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D240566-C8C1-972D-02CF-51C83AAD4BAF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1323803" y="8247360"/>
              <a:ext cx="70248" cy="304687"/>
            </a:xfrm>
            <a:custGeom>
              <a:avLst/>
              <a:gdLst>
                <a:gd name="connsiteX0" fmla="*/ 70547 w 70248"/>
                <a:gd name="connsiteY0" fmla="*/ 152450 h 304687"/>
                <a:gd name="connsiteX1" fmla="*/ 50563 w 70248"/>
                <a:gd name="connsiteY1" fmla="*/ 57387 h 304687"/>
                <a:gd name="connsiteX2" fmla="*/ 3327 w 70248"/>
                <a:gd name="connsiteY2" fmla="*/ 106 h 304687"/>
                <a:gd name="connsiteX3" fmla="*/ 299 w 70248"/>
                <a:gd name="connsiteY3" fmla="*/ 3153 h 304687"/>
                <a:gd name="connsiteX4" fmla="*/ 6052 w 70248"/>
                <a:gd name="connsiteY4" fmla="*/ 10161 h 304687"/>
                <a:gd name="connsiteX5" fmla="*/ 52985 w 70248"/>
                <a:gd name="connsiteY5" fmla="*/ 152450 h 304687"/>
                <a:gd name="connsiteX6" fmla="*/ 4236 w 70248"/>
                <a:gd name="connsiteY6" fmla="*/ 296567 h 304687"/>
                <a:gd name="connsiteX7" fmla="*/ 299 w 70248"/>
                <a:gd name="connsiteY7" fmla="*/ 301747 h 304687"/>
                <a:gd name="connsiteX8" fmla="*/ 3327 w 70248"/>
                <a:gd name="connsiteY8" fmla="*/ 304794 h 304687"/>
                <a:gd name="connsiteX9" fmla="*/ 51471 w 70248"/>
                <a:gd name="connsiteY9" fmla="*/ 245380 h 304687"/>
                <a:gd name="connsiteX10" fmla="*/ 70547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47" y="152450"/>
                  </a:moveTo>
                  <a:cubicBezTo>
                    <a:pt x="70547" y="128684"/>
                    <a:pt x="67217" y="91817"/>
                    <a:pt x="50563" y="57387"/>
                  </a:cubicBezTo>
                  <a:cubicBezTo>
                    <a:pt x="32395" y="19911"/>
                    <a:pt x="6355" y="106"/>
                    <a:pt x="3327" y="106"/>
                  </a:cubicBezTo>
                  <a:cubicBezTo>
                    <a:pt x="1510" y="106"/>
                    <a:pt x="299" y="1325"/>
                    <a:pt x="299" y="3153"/>
                  </a:cubicBezTo>
                  <a:cubicBezTo>
                    <a:pt x="299" y="4067"/>
                    <a:pt x="299" y="4676"/>
                    <a:pt x="6052" y="10161"/>
                  </a:cubicBezTo>
                  <a:cubicBezTo>
                    <a:pt x="35726" y="40325"/>
                    <a:pt x="52985" y="88770"/>
                    <a:pt x="52985" y="152450"/>
                  </a:cubicBezTo>
                  <a:cubicBezTo>
                    <a:pt x="52985" y="204551"/>
                    <a:pt x="41782" y="258176"/>
                    <a:pt x="4236" y="296567"/>
                  </a:cubicBezTo>
                  <a:cubicBezTo>
                    <a:pt x="299" y="300223"/>
                    <a:pt x="299" y="300833"/>
                    <a:pt x="299" y="301747"/>
                  </a:cubicBezTo>
                  <a:cubicBezTo>
                    <a:pt x="299" y="303575"/>
                    <a:pt x="1510" y="304794"/>
                    <a:pt x="3327" y="304794"/>
                  </a:cubicBezTo>
                  <a:cubicBezTo>
                    <a:pt x="6355" y="304794"/>
                    <a:pt x="33607" y="284075"/>
                    <a:pt x="51471" y="245380"/>
                  </a:cubicBezTo>
                  <a:cubicBezTo>
                    <a:pt x="66914" y="211864"/>
                    <a:pt x="70547" y="178044"/>
                    <a:pt x="70547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7A4B191-06A4-6A30-6424-FE58127C2B59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1483632" y="8298243"/>
              <a:ext cx="201357" cy="202921"/>
            </a:xfrm>
            <a:custGeom>
              <a:avLst/>
              <a:gdLst>
                <a:gd name="connsiteX0" fmla="*/ 107191 w 201357"/>
                <a:gd name="connsiteY0" fmla="*/ 107661 h 202921"/>
                <a:gd name="connsiteX1" fmla="*/ 191670 w 201357"/>
                <a:gd name="connsiteY1" fmla="*/ 107661 h 202921"/>
                <a:gd name="connsiteX2" fmla="*/ 201663 w 201357"/>
                <a:gd name="connsiteY2" fmla="*/ 101567 h 202921"/>
                <a:gd name="connsiteX3" fmla="*/ 191670 w 201357"/>
                <a:gd name="connsiteY3" fmla="*/ 95473 h 202921"/>
                <a:gd name="connsiteX4" fmla="*/ 107191 w 201357"/>
                <a:gd name="connsiteY4" fmla="*/ 95473 h 202921"/>
                <a:gd name="connsiteX5" fmla="*/ 107191 w 201357"/>
                <a:gd name="connsiteY5" fmla="*/ 10161 h 202921"/>
                <a:gd name="connsiteX6" fmla="*/ 101135 w 201357"/>
                <a:gd name="connsiteY6" fmla="*/ 106 h 202921"/>
                <a:gd name="connsiteX7" fmla="*/ 95079 w 201357"/>
                <a:gd name="connsiteY7" fmla="*/ 10161 h 202921"/>
                <a:gd name="connsiteX8" fmla="*/ 95079 w 201357"/>
                <a:gd name="connsiteY8" fmla="*/ 95473 h 202921"/>
                <a:gd name="connsiteX9" fmla="*/ 10297 w 201357"/>
                <a:gd name="connsiteY9" fmla="*/ 95473 h 202921"/>
                <a:gd name="connsiteX10" fmla="*/ 305 w 201357"/>
                <a:gd name="connsiteY10" fmla="*/ 101567 h 202921"/>
                <a:gd name="connsiteX11" fmla="*/ 10297 w 201357"/>
                <a:gd name="connsiteY11" fmla="*/ 107661 h 202921"/>
                <a:gd name="connsiteX12" fmla="*/ 95079 w 201357"/>
                <a:gd name="connsiteY12" fmla="*/ 107661 h 202921"/>
                <a:gd name="connsiteX13" fmla="*/ 95079 w 201357"/>
                <a:gd name="connsiteY13" fmla="*/ 192973 h 202921"/>
                <a:gd name="connsiteX14" fmla="*/ 101135 w 201357"/>
                <a:gd name="connsiteY14" fmla="*/ 203028 h 202921"/>
                <a:gd name="connsiteX15" fmla="*/ 107191 w 201357"/>
                <a:gd name="connsiteY15" fmla="*/ 192973 h 202921"/>
                <a:gd name="connsiteX16" fmla="*/ 107191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191" y="107661"/>
                  </a:moveTo>
                  <a:lnTo>
                    <a:pt x="191670" y="107661"/>
                  </a:lnTo>
                  <a:cubicBezTo>
                    <a:pt x="195909" y="107661"/>
                    <a:pt x="201663" y="107661"/>
                    <a:pt x="201663" y="101567"/>
                  </a:cubicBezTo>
                  <a:cubicBezTo>
                    <a:pt x="201663" y="95473"/>
                    <a:pt x="195909" y="95473"/>
                    <a:pt x="191670" y="95473"/>
                  </a:cubicBezTo>
                  <a:lnTo>
                    <a:pt x="107191" y="95473"/>
                  </a:lnTo>
                  <a:lnTo>
                    <a:pt x="107191" y="10161"/>
                  </a:lnTo>
                  <a:cubicBezTo>
                    <a:pt x="107191" y="5895"/>
                    <a:pt x="107191" y="106"/>
                    <a:pt x="101135" y="106"/>
                  </a:cubicBezTo>
                  <a:cubicBezTo>
                    <a:pt x="95079" y="106"/>
                    <a:pt x="95079" y="5895"/>
                    <a:pt x="95079" y="10161"/>
                  </a:cubicBezTo>
                  <a:lnTo>
                    <a:pt x="95079" y="95473"/>
                  </a:lnTo>
                  <a:lnTo>
                    <a:pt x="10297" y="95473"/>
                  </a:lnTo>
                  <a:cubicBezTo>
                    <a:pt x="6058" y="95473"/>
                    <a:pt x="305" y="95473"/>
                    <a:pt x="305" y="101567"/>
                  </a:cubicBezTo>
                  <a:cubicBezTo>
                    <a:pt x="305" y="107661"/>
                    <a:pt x="6058" y="107661"/>
                    <a:pt x="10297" y="107661"/>
                  </a:cubicBezTo>
                  <a:lnTo>
                    <a:pt x="95079" y="107661"/>
                  </a:lnTo>
                  <a:lnTo>
                    <a:pt x="95079" y="192973"/>
                  </a:lnTo>
                  <a:cubicBezTo>
                    <a:pt x="95079" y="197239"/>
                    <a:pt x="95079" y="203028"/>
                    <a:pt x="101135" y="203028"/>
                  </a:cubicBezTo>
                  <a:cubicBezTo>
                    <a:pt x="107191" y="203028"/>
                    <a:pt x="107191" y="197239"/>
                    <a:pt x="107191" y="192973"/>
                  </a:cubicBezTo>
                  <a:lnTo>
                    <a:pt x="107191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92C00A4-2303-B85E-CD98-776E08D033EE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1758057" y="8269907"/>
              <a:ext cx="117786" cy="210234"/>
            </a:xfrm>
            <a:custGeom>
              <a:avLst/>
              <a:gdLst>
                <a:gd name="connsiteX0" fmla="*/ 33620 w 117786"/>
                <a:gd name="connsiteY0" fmla="*/ 105529 h 210234"/>
                <a:gd name="connsiteX1" fmla="*/ 65717 w 117786"/>
                <a:gd name="connsiteY1" fmla="*/ 108880 h 210234"/>
                <a:gd name="connsiteX2" fmla="*/ 96299 w 117786"/>
                <a:gd name="connsiteY2" fmla="*/ 153974 h 210234"/>
                <a:gd name="connsiteX3" fmla="*/ 56633 w 117786"/>
                <a:gd name="connsiteY3" fmla="*/ 199372 h 210234"/>
                <a:gd name="connsiteX4" fmla="*/ 31198 w 117786"/>
                <a:gd name="connsiteY4" fmla="*/ 189927 h 210234"/>
                <a:gd name="connsiteX5" fmla="*/ 11819 w 117786"/>
                <a:gd name="connsiteY5" fmla="*/ 182310 h 210234"/>
                <a:gd name="connsiteX6" fmla="*/ 313 w 117786"/>
                <a:gd name="connsiteY6" fmla="*/ 192974 h 210234"/>
                <a:gd name="connsiteX7" fmla="*/ 34529 w 117786"/>
                <a:gd name="connsiteY7" fmla="*/ 210341 h 210234"/>
                <a:gd name="connsiteX8" fmla="*/ 95996 w 117786"/>
                <a:gd name="connsiteY8" fmla="*/ 189927 h 210234"/>
                <a:gd name="connsiteX9" fmla="*/ 118100 w 117786"/>
                <a:gd name="connsiteY9" fmla="*/ 139349 h 210234"/>
                <a:gd name="connsiteX10" fmla="*/ 104474 w 117786"/>
                <a:gd name="connsiteY10" fmla="*/ 100044 h 210234"/>
                <a:gd name="connsiteX11" fmla="*/ 79342 w 117786"/>
                <a:gd name="connsiteY11" fmla="*/ 83896 h 210234"/>
                <a:gd name="connsiteX12" fmla="*/ 107805 w 117786"/>
                <a:gd name="connsiteY12" fmla="*/ 41849 h 210234"/>
                <a:gd name="connsiteX13" fmla="*/ 60569 w 117786"/>
                <a:gd name="connsiteY13" fmla="*/ 107 h 210234"/>
                <a:gd name="connsiteX14" fmla="*/ 21206 w 117786"/>
                <a:gd name="connsiteY14" fmla="*/ 15036 h 210234"/>
                <a:gd name="connsiteX15" fmla="*/ 919 w 117786"/>
                <a:gd name="connsiteY15" fmla="*/ 49466 h 210234"/>
                <a:gd name="connsiteX16" fmla="*/ 5461 w 117786"/>
                <a:gd name="connsiteY16" fmla="*/ 50685 h 210234"/>
                <a:gd name="connsiteX17" fmla="*/ 50577 w 117786"/>
                <a:gd name="connsiteY17" fmla="*/ 18388 h 210234"/>
                <a:gd name="connsiteX18" fmla="*/ 83884 w 117786"/>
                <a:gd name="connsiteY18" fmla="*/ 50990 h 210234"/>
                <a:gd name="connsiteX19" fmla="*/ 71772 w 117786"/>
                <a:gd name="connsiteY19" fmla="*/ 80544 h 210234"/>
                <a:gd name="connsiteX20" fmla="*/ 33620 w 117786"/>
                <a:gd name="connsiteY20" fmla="*/ 101568 h 210234"/>
                <a:gd name="connsiteX21" fmla="*/ 33620 w 117786"/>
                <a:gd name="connsiteY21" fmla="*/ 105529 h 2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86" h="210234">
                  <a:moveTo>
                    <a:pt x="33620" y="105529"/>
                  </a:moveTo>
                  <a:cubicBezTo>
                    <a:pt x="51485" y="105529"/>
                    <a:pt x="58450" y="106138"/>
                    <a:pt x="65717" y="108880"/>
                  </a:cubicBezTo>
                  <a:cubicBezTo>
                    <a:pt x="84490" y="115583"/>
                    <a:pt x="96299" y="132951"/>
                    <a:pt x="96299" y="153974"/>
                  </a:cubicBezTo>
                  <a:cubicBezTo>
                    <a:pt x="96299" y="179568"/>
                    <a:pt x="79039" y="199372"/>
                    <a:pt x="56633" y="199372"/>
                  </a:cubicBezTo>
                  <a:cubicBezTo>
                    <a:pt x="48457" y="199372"/>
                    <a:pt x="42401" y="197240"/>
                    <a:pt x="31198" y="189927"/>
                  </a:cubicBezTo>
                  <a:cubicBezTo>
                    <a:pt x="22114" y="184443"/>
                    <a:pt x="16967" y="182310"/>
                    <a:pt x="11819" y="182310"/>
                  </a:cubicBezTo>
                  <a:cubicBezTo>
                    <a:pt x="4855" y="182310"/>
                    <a:pt x="313" y="186576"/>
                    <a:pt x="313" y="192974"/>
                  </a:cubicBezTo>
                  <a:cubicBezTo>
                    <a:pt x="313" y="203638"/>
                    <a:pt x="13333" y="210341"/>
                    <a:pt x="34529" y="210341"/>
                  </a:cubicBezTo>
                  <a:cubicBezTo>
                    <a:pt x="57844" y="210341"/>
                    <a:pt x="81765" y="202419"/>
                    <a:pt x="95996" y="189927"/>
                  </a:cubicBezTo>
                  <a:cubicBezTo>
                    <a:pt x="110227" y="177435"/>
                    <a:pt x="118100" y="159763"/>
                    <a:pt x="118100" y="139349"/>
                  </a:cubicBezTo>
                  <a:cubicBezTo>
                    <a:pt x="118100" y="123810"/>
                    <a:pt x="113255" y="109490"/>
                    <a:pt x="104474" y="100044"/>
                  </a:cubicBezTo>
                  <a:cubicBezTo>
                    <a:pt x="98418" y="93341"/>
                    <a:pt x="92665" y="89685"/>
                    <a:pt x="79342" y="83896"/>
                  </a:cubicBezTo>
                  <a:cubicBezTo>
                    <a:pt x="100235" y="69575"/>
                    <a:pt x="107805" y="58302"/>
                    <a:pt x="107805" y="41849"/>
                  </a:cubicBezTo>
                  <a:cubicBezTo>
                    <a:pt x="107805" y="17169"/>
                    <a:pt x="88426" y="107"/>
                    <a:pt x="60569" y="107"/>
                  </a:cubicBezTo>
                  <a:cubicBezTo>
                    <a:pt x="45429" y="107"/>
                    <a:pt x="32107" y="5286"/>
                    <a:pt x="21206" y="15036"/>
                  </a:cubicBezTo>
                  <a:cubicBezTo>
                    <a:pt x="12122" y="23263"/>
                    <a:pt x="7580" y="31185"/>
                    <a:pt x="919" y="49466"/>
                  </a:cubicBezTo>
                  <a:lnTo>
                    <a:pt x="5461" y="50685"/>
                  </a:lnTo>
                  <a:cubicBezTo>
                    <a:pt x="17875" y="28443"/>
                    <a:pt x="31501" y="18388"/>
                    <a:pt x="50577" y="18388"/>
                  </a:cubicBezTo>
                  <a:cubicBezTo>
                    <a:pt x="70258" y="18388"/>
                    <a:pt x="83884" y="31794"/>
                    <a:pt x="83884" y="50990"/>
                  </a:cubicBezTo>
                  <a:cubicBezTo>
                    <a:pt x="83884" y="61958"/>
                    <a:pt x="79342" y="72927"/>
                    <a:pt x="71772" y="80544"/>
                  </a:cubicBezTo>
                  <a:cubicBezTo>
                    <a:pt x="62689" y="89685"/>
                    <a:pt x="54210" y="94255"/>
                    <a:pt x="33620" y="101568"/>
                  </a:cubicBezTo>
                  <a:lnTo>
                    <a:pt x="33620" y="1055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A6A68AD-D088-FD06-1152-18D65080E5BD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1898079" y="8269297"/>
              <a:ext cx="172894" cy="269648"/>
            </a:xfrm>
            <a:custGeom>
              <a:avLst/>
              <a:gdLst>
                <a:gd name="connsiteX0" fmla="*/ 55428 w 172894"/>
                <a:gd name="connsiteY0" fmla="*/ 86029 h 269648"/>
                <a:gd name="connsiteX1" fmla="*/ 82679 w 172894"/>
                <a:gd name="connsiteY1" fmla="*/ 86029 h 269648"/>
                <a:gd name="connsiteX2" fmla="*/ 56034 w 172894"/>
                <a:gd name="connsiteY2" fmla="*/ 213997 h 269648"/>
                <a:gd name="connsiteX3" fmla="*/ 26663 w 172894"/>
                <a:gd name="connsiteY3" fmla="*/ 263357 h 269648"/>
                <a:gd name="connsiteX4" fmla="*/ 20607 w 172894"/>
                <a:gd name="connsiteY4" fmla="*/ 258482 h 269648"/>
                <a:gd name="connsiteX5" fmla="*/ 21818 w 172894"/>
                <a:gd name="connsiteY5" fmla="*/ 255130 h 269648"/>
                <a:gd name="connsiteX6" fmla="*/ 23332 w 172894"/>
                <a:gd name="connsiteY6" fmla="*/ 250255 h 269648"/>
                <a:gd name="connsiteX7" fmla="*/ 11523 w 172894"/>
                <a:gd name="connsiteY7" fmla="*/ 238677 h 269648"/>
                <a:gd name="connsiteX8" fmla="*/ 320 w 172894"/>
                <a:gd name="connsiteY8" fmla="*/ 251169 h 269648"/>
                <a:gd name="connsiteX9" fmla="*/ 24240 w 172894"/>
                <a:gd name="connsiteY9" fmla="*/ 269755 h 269648"/>
                <a:gd name="connsiteX10" fmla="*/ 84799 w 172894"/>
                <a:gd name="connsiteY10" fmla="*/ 183529 h 269648"/>
                <a:gd name="connsiteX11" fmla="*/ 106600 w 172894"/>
                <a:gd name="connsiteY11" fmla="*/ 86029 h 269648"/>
                <a:gd name="connsiteX12" fmla="*/ 139605 w 172894"/>
                <a:gd name="connsiteY12" fmla="*/ 86029 h 269648"/>
                <a:gd name="connsiteX13" fmla="*/ 141421 w 172894"/>
                <a:gd name="connsiteY13" fmla="*/ 76279 h 269648"/>
                <a:gd name="connsiteX14" fmla="*/ 108720 w 172894"/>
                <a:gd name="connsiteY14" fmla="*/ 76279 h 269648"/>
                <a:gd name="connsiteX15" fmla="*/ 145660 w 172894"/>
                <a:gd name="connsiteY15" fmla="*/ 6810 h 269648"/>
                <a:gd name="connsiteX16" fmla="*/ 152322 w 172894"/>
                <a:gd name="connsiteY16" fmla="*/ 10466 h 269648"/>
                <a:gd name="connsiteX17" fmla="*/ 151111 w 172894"/>
                <a:gd name="connsiteY17" fmla="*/ 13513 h 269648"/>
                <a:gd name="connsiteX18" fmla="*/ 149294 w 172894"/>
                <a:gd name="connsiteY18" fmla="*/ 19911 h 269648"/>
                <a:gd name="connsiteX19" fmla="*/ 160497 w 172894"/>
                <a:gd name="connsiteY19" fmla="*/ 32099 h 269648"/>
                <a:gd name="connsiteX20" fmla="*/ 173215 w 172894"/>
                <a:gd name="connsiteY20" fmla="*/ 19911 h 269648"/>
                <a:gd name="connsiteX21" fmla="*/ 147174 w 172894"/>
                <a:gd name="connsiteY21" fmla="*/ 107 h 269648"/>
                <a:gd name="connsiteX22" fmla="*/ 109628 w 172894"/>
                <a:gd name="connsiteY22" fmla="*/ 21130 h 269648"/>
                <a:gd name="connsiteX23" fmla="*/ 85405 w 172894"/>
                <a:gd name="connsiteY23" fmla="*/ 76279 h 269648"/>
                <a:gd name="connsiteX24" fmla="*/ 57548 w 172894"/>
                <a:gd name="connsiteY24" fmla="*/ 76279 h 269648"/>
                <a:gd name="connsiteX25" fmla="*/ 55428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428" y="86029"/>
                  </a:moveTo>
                  <a:lnTo>
                    <a:pt x="82679" y="86029"/>
                  </a:lnTo>
                  <a:lnTo>
                    <a:pt x="56034" y="213997"/>
                  </a:lnTo>
                  <a:cubicBezTo>
                    <a:pt x="49372" y="246599"/>
                    <a:pt x="39380" y="263357"/>
                    <a:pt x="26663" y="263357"/>
                  </a:cubicBezTo>
                  <a:cubicBezTo>
                    <a:pt x="23029" y="263357"/>
                    <a:pt x="20607" y="261224"/>
                    <a:pt x="20607" y="258482"/>
                  </a:cubicBezTo>
                  <a:cubicBezTo>
                    <a:pt x="20607" y="257568"/>
                    <a:pt x="20910" y="256654"/>
                    <a:pt x="21818" y="255130"/>
                  </a:cubicBezTo>
                  <a:cubicBezTo>
                    <a:pt x="23029" y="253302"/>
                    <a:pt x="23332" y="252083"/>
                    <a:pt x="23332" y="250255"/>
                  </a:cubicBezTo>
                  <a:cubicBezTo>
                    <a:pt x="23332" y="243857"/>
                    <a:pt x="17882" y="238677"/>
                    <a:pt x="11523" y="238677"/>
                  </a:cubicBezTo>
                  <a:cubicBezTo>
                    <a:pt x="5164" y="238677"/>
                    <a:pt x="320" y="244162"/>
                    <a:pt x="320" y="251169"/>
                  </a:cubicBezTo>
                  <a:cubicBezTo>
                    <a:pt x="320" y="261529"/>
                    <a:pt x="10917" y="269755"/>
                    <a:pt x="24240" y="269755"/>
                  </a:cubicBezTo>
                  <a:cubicBezTo>
                    <a:pt x="51189" y="269755"/>
                    <a:pt x="72384" y="239591"/>
                    <a:pt x="84799" y="183529"/>
                  </a:cubicBezTo>
                  <a:lnTo>
                    <a:pt x="106600" y="86029"/>
                  </a:lnTo>
                  <a:lnTo>
                    <a:pt x="139605" y="86029"/>
                  </a:lnTo>
                  <a:lnTo>
                    <a:pt x="141421" y="76279"/>
                  </a:lnTo>
                  <a:lnTo>
                    <a:pt x="108720" y="76279"/>
                  </a:lnTo>
                  <a:cubicBezTo>
                    <a:pt x="117501" y="28443"/>
                    <a:pt x="128704" y="6810"/>
                    <a:pt x="145660" y="6810"/>
                  </a:cubicBezTo>
                  <a:cubicBezTo>
                    <a:pt x="149597" y="6810"/>
                    <a:pt x="152322" y="8333"/>
                    <a:pt x="152322" y="10466"/>
                  </a:cubicBezTo>
                  <a:cubicBezTo>
                    <a:pt x="152322" y="11380"/>
                    <a:pt x="152019" y="11990"/>
                    <a:pt x="151111" y="13513"/>
                  </a:cubicBezTo>
                  <a:cubicBezTo>
                    <a:pt x="149900" y="16255"/>
                    <a:pt x="149294" y="17779"/>
                    <a:pt x="149294" y="19911"/>
                  </a:cubicBezTo>
                  <a:cubicBezTo>
                    <a:pt x="149294" y="27224"/>
                    <a:pt x="153836" y="32099"/>
                    <a:pt x="160497" y="32099"/>
                  </a:cubicBezTo>
                  <a:cubicBezTo>
                    <a:pt x="167462" y="32099"/>
                    <a:pt x="173215" y="26615"/>
                    <a:pt x="173215" y="19911"/>
                  </a:cubicBezTo>
                  <a:cubicBezTo>
                    <a:pt x="173215" y="8638"/>
                    <a:pt x="162011" y="107"/>
                    <a:pt x="147174" y="107"/>
                  </a:cubicBezTo>
                  <a:cubicBezTo>
                    <a:pt x="132338" y="107"/>
                    <a:pt x="120529" y="6810"/>
                    <a:pt x="109628" y="21130"/>
                  </a:cubicBezTo>
                  <a:cubicBezTo>
                    <a:pt x="100544" y="33013"/>
                    <a:pt x="94488" y="47029"/>
                    <a:pt x="85405" y="76279"/>
                  </a:cubicBezTo>
                  <a:lnTo>
                    <a:pt x="57548" y="76279"/>
                  </a:lnTo>
                  <a:lnTo>
                    <a:pt x="55428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A8C1CE4-AA0F-EF1D-D5B2-FBB2193A113D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2101428" y="8247360"/>
              <a:ext cx="70247" cy="304687"/>
            </a:xfrm>
            <a:custGeom>
              <a:avLst/>
              <a:gdLst>
                <a:gd name="connsiteX0" fmla="*/ 70572 w 70247"/>
                <a:gd name="connsiteY0" fmla="*/ 301747 h 304687"/>
                <a:gd name="connsiteX1" fmla="*/ 65425 w 70247"/>
                <a:gd name="connsiteY1" fmla="*/ 295044 h 304687"/>
                <a:gd name="connsiteX2" fmla="*/ 17886 w 70247"/>
                <a:gd name="connsiteY2" fmla="*/ 152450 h 304687"/>
                <a:gd name="connsiteX3" fmla="*/ 66636 w 70247"/>
                <a:gd name="connsiteY3" fmla="*/ 8333 h 304687"/>
                <a:gd name="connsiteX4" fmla="*/ 70572 w 70247"/>
                <a:gd name="connsiteY4" fmla="*/ 3153 h 304687"/>
                <a:gd name="connsiteX5" fmla="*/ 67545 w 70247"/>
                <a:gd name="connsiteY5" fmla="*/ 106 h 304687"/>
                <a:gd name="connsiteX6" fmla="*/ 19400 w 70247"/>
                <a:gd name="connsiteY6" fmla="*/ 59520 h 304687"/>
                <a:gd name="connsiteX7" fmla="*/ 324 w 70247"/>
                <a:gd name="connsiteY7" fmla="*/ 152450 h 304687"/>
                <a:gd name="connsiteX8" fmla="*/ 20309 w 70247"/>
                <a:gd name="connsiteY8" fmla="*/ 247512 h 304687"/>
                <a:gd name="connsiteX9" fmla="*/ 67545 w 70247"/>
                <a:gd name="connsiteY9" fmla="*/ 304794 h 304687"/>
                <a:gd name="connsiteX10" fmla="*/ 70572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572" y="301747"/>
                  </a:moveTo>
                  <a:cubicBezTo>
                    <a:pt x="70572" y="300833"/>
                    <a:pt x="70572" y="300223"/>
                    <a:pt x="65425" y="295044"/>
                  </a:cubicBezTo>
                  <a:cubicBezTo>
                    <a:pt x="27576" y="256653"/>
                    <a:pt x="17886" y="199067"/>
                    <a:pt x="17886" y="152450"/>
                  </a:cubicBezTo>
                  <a:cubicBezTo>
                    <a:pt x="17886" y="99434"/>
                    <a:pt x="29393" y="46419"/>
                    <a:pt x="66636" y="8333"/>
                  </a:cubicBezTo>
                  <a:cubicBezTo>
                    <a:pt x="70572" y="4676"/>
                    <a:pt x="70572" y="4067"/>
                    <a:pt x="70572" y="3153"/>
                  </a:cubicBezTo>
                  <a:cubicBezTo>
                    <a:pt x="70572" y="1020"/>
                    <a:pt x="69361" y="106"/>
                    <a:pt x="67545" y="106"/>
                  </a:cubicBezTo>
                  <a:cubicBezTo>
                    <a:pt x="64517" y="106"/>
                    <a:pt x="37265" y="20825"/>
                    <a:pt x="19400" y="59520"/>
                  </a:cubicBezTo>
                  <a:cubicBezTo>
                    <a:pt x="3958" y="93036"/>
                    <a:pt x="324" y="126856"/>
                    <a:pt x="324" y="152450"/>
                  </a:cubicBezTo>
                  <a:cubicBezTo>
                    <a:pt x="324" y="176215"/>
                    <a:pt x="3655" y="213083"/>
                    <a:pt x="20309" y="247512"/>
                  </a:cubicBezTo>
                  <a:cubicBezTo>
                    <a:pt x="38476" y="284989"/>
                    <a:pt x="64517" y="304794"/>
                    <a:pt x="67545" y="304794"/>
                  </a:cubicBezTo>
                  <a:cubicBezTo>
                    <a:pt x="69361" y="304794"/>
                    <a:pt x="70572" y="303880"/>
                    <a:pt x="70572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F1D7C84-6251-D403-59AD-555CB2BE42FB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2181197" y="8341508"/>
              <a:ext cx="143523" cy="137718"/>
            </a:xfrm>
            <a:custGeom>
              <a:avLst/>
              <a:gdLst>
                <a:gd name="connsiteX0" fmla="*/ 130226 w 143523"/>
                <a:gd name="connsiteY0" fmla="*/ 100654 h 137718"/>
                <a:gd name="connsiteX1" fmla="*/ 123565 w 143523"/>
                <a:gd name="connsiteY1" fmla="*/ 108880 h 137718"/>
                <a:gd name="connsiteX2" fmla="*/ 109636 w 143523"/>
                <a:gd name="connsiteY2" fmla="*/ 121068 h 137718"/>
                <a:gd name="connsiteX3" fmla="*/ 100250 w 143523"/>
                <a:gd name="connsiteY3" fmla="*/ 108575 h 137718"/>
                <a:gd name="connsiteX4" fmla="*/ 99038 w 143523"/>
                <a:gd name="connsiteY4" fmla="*/ 103396 h 137718"/>
                <a:gd name="connsiteX5" fmla="*/ 88138 w 143523"/>
                <a:gd name="connsiteY5" fmla="*/ 54036 h 137718"/>
                <a:gd name="connsiteX6" fmla="*/ 117812 w 143523"/>
                <a:gd name="connsiteY6" fmla="*/ 17169 h 137718"/>
                <a:gd name="connsiteX7" fmla="*/ 125079 w 143523"/>
                <a:gd name="connsiteY7" fmla="*/ 19607 h 137718"/>
                <a:gd name="connsiteX8" fmla="*/ 133254 w 143523"/>
                <a:gd name="connsiteY8" fmla="*/ 22349 h 137718"/>
                <a:gd name="connsiteX9" fmla="*/ 143852 w 143523"/>
                <a:gd name="connsiteY9" fmla="*/ 11380 h 137718"/>
                <a:gd name="connsiteX10" fmla="*/ 131437 w 143523"/>
                <a:gd name="connsiteY10" fmla="*/ 107 h 137718"/>
                <a:gd name="connsiteX11" fmla="*/ 85715 w 143523"/>
                <a:gd name="connsiteY11" fmla="*/ 43677 h 137718"/>
                <a:gd name="connsiteX12" fmla="*/ 82385 w 143523"/>
                <a:gd name="connsiteY12" fmla="*/ 26919 h 137718"/>
                <a:gd name="connsiteX13" fmla="*/ 66640 w 143523"/>
                <a:gd name="connsiteY13" fmla="*/ 107 h 137718"/>
                <a:gd name="connsiteX14" fmla="*/ 31213 w 143523"/>
                <a:gd name="connsiteY14" fmla="*/ 8943 h 137718"/>
                <a:gd name="connsiteX15" fmla="*/ 27882 w 143523"/>
                <a:gd name="connsiteY15" fmla="*/ 10161 h 137718"/>
                <a:gd name="connsiteX16" fmla="*/ 29093 w 143523"/>
                <a:gd name="connsiteY16" fmla="*/ 14732 h 137718"/>
                <a:gd name="connsiteX17" fmla="*/ 46050 w 143523"/>
                <a:gd name="connsiteY17" fmla="*/ 11380 h 137718"/>
                <a:gd name="connsiteX18" fmla="*/ 59675 w 143523"/>
                <a:gd name="connsiteY18" fmla="*/ 32404 h 137718"/>
                <a:gd name="connsiteX19" fmla="*/ 68456 w 143523"/>
                <a:gd name="connsiteY19" fmla="*/ 69880 h 137718"/>
                <a:gd name="connsiteX20" fmla="*/ 43627 w 143523"/>
                <a:gd name="connsiteY20" fmla="*/ 105529 h 137718"/>
                <a:gd name="connsiteX21" fmla="*/ 28185 w 143523"/>
                <a:gd name="connsiteY21" fmla="*/ 120154 h 137718"/>
                <a:gd name="connsiteX22" fmla="*/ 20312 w 143523"/>
                <a:gd name="connsiteY22" fmla="*/ 117411 h 137718"/>
                <a:gd name="connsiteX23" fmla="*/ 10623 w 143523"/>
                <a:gd name="connsiteY23" fmla="*/ 114365 h 137718"/>
                <a:gd name="connsiteX24" fmla="*/ 328 w 143523"/>
                <a:gd name="connsiteY24" fmla="*/ 125029 h 137718"/>
                <a:gd name="connsiteX25" fmla="*/ 15467 w 143523"/>
                <a:gd name="connsiteY25" fmla="*/ 137826 h 137718"/>
                <a:gd name="connsiteX26" fmla="*/ 43627 w 143523"/>
                <a:gd name="connsiteY26" fmla="*/ 116497 h 137718"/>
                <a:gd name="connsiteX27" fmla="*/ 70879 w 143523"/>
                <a:gd name="connsiteY27" fmla="*/ 80849 h 137718"/>
                <a:gd name="connsiteX28" fmla="*/ 79962 w 143523"/>
                <a:gd name="connsiteY28" fmla="*/ 117411 h 137718"/>
                <a:gd name="connsiteX29" fmla="*/ 97524 w 143523"/>
                <a:gd name="connsiteY29" fmla="*/ 137826 h 137718"/>
                <a:gd name="connsiteX30" fmla="*/ 134465 w 143523"/>
                <a:gd name="connsiteY30" fmla="*/ 103091 h 137718"/>
                <a:gd name="connsiteX31" fmla="*/ 130226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226" y="100654"/>
                  </a:moveTo>
                  <a:cubicBezTo>
                    <a:pt x="127804" y="103396"/>
                    <a:pt x="126290" y="105224"/>
                    <a:pt x="123565" y="108880"/>
                  </a:cubicBezTo>
                  <a:cubicBezTo>
                    <a:pt x="116600" y="118021"/>
                    <a:pt x="112967" y="121068"/>
                    <a:pt x="109636" y="121068"/>
                  </a:cubicBezTo>
                  <a:cubicBezTo>
                    <a:pt x="105094" y="121068"/>
                    <a:pt x="102369" y="117107"/>
                    <a:pt x="100250" y="108575"/>
                  </a:cubicBezTo>
                  <a:cubicBezTo>
                    <a:pt x="99644" y="106138"/>
                    <a:pt x="99341" y="104310"/>
                    <a:pt x="99038" y="103396"/>
                  </a:cubicBezTo>
                  <a:cubicBezTo>
                    <a:pt x="91469" y="72622"/>
                    <a:pt x="88138" y="58607"/>
                    <a:pt x="88138" y="54036"/>
                  </a:cubicBezTo>
                  <a:cubicBezTo>
                    <a:pt x="101461" y="30575"/>
                    <a:pt x="112361" y="17169"/>
                    <a:pt x="117812" y="17169"/>
                  </a:cubicBezTo>
                  <a:cubicBezTo>
                    <a:pt x="119628" y="17169"/>
                    <a:pt x="122051" y="18083"/>
                    <a:pt x="125079" y="19607"/>
                  </a:cubicBezTo>
                  <a:cubicBezTo>
                    <a:pt x="128712" y="21740"/>
                    <a:pt x="130832" y="22349"/>
                    <a:pt x="133254" y="22349"/>
                  </a:cubicBezTo>
                  <a:cubicBezTo>
                    <a:pt x="139613" y="22349"/>
                    <a:pt x="143852" y="17779"/>
                    <a:pt x="143852" y="11380"/>
                  </a:cubicBezTo>
                  <a:cubicBezTo>
                    <a:pt x="143852" y="4982"/>
                    <a:pt x="138704" y="107"/>
                    <a:pt x="131437" y="107"/>
                  </a:cubicBezTo>
                  <a:cubicBezTo>
                    <a:pt x="118114" y="107"/>
                    <a:pt x="106608" y="11075"/>
                    <a:pt x="85715" y="43677"/>
                  </a:cubicBezTo>
                  <a:lnTo>
                    <a:pt x="82385" y="26919"/>
                  </a:lnTo>
                  <a:cubicBezTo>
                    <a:pt x="78146" y="6200"/>
                    <a:pt x="74815" y="107"/>
                    <a:pt x="66640" y="107"/>
                  </a:cubicBezTo>
                  <a:cubicBezTo>
                    <a:pt x="59978" y="107"/>
                    <a:pt x="49683" y="2849"/>
                    <a:pt x="31213" y="8943"/>
                  </a:cubicBezTo>
                  <a:lnTo>
                    <a:pt x="27882" y="10161"/>
                  </a:lnTo>
                  <a:lnTo>
                    <a:pt x="29093" y="14732"/>
                  </a:lnTo>
                  <a:cubicBezTo>
                    <a:pt x="40599" y="11989"/>
                    <a:pt x="43324" y="11380"/>
                    <a:pt x="46050" y="11380"/>
                  </a:cubicBezTo>
                  <a:cubicBezTo>
                    <a:pt x="53619" y="11380"/>
                    <a:pt x="55436" y="14122"/>
                    <a:pt x="59675" y="32404"/>
                  </a:cubicBezTo>
                  <a:lnTo>
                    <a:pt x="68456" y="69880"/>
                  </a:lnTo>
                  <a:lnTo>
                    <a:pt x="43627" y="105529"/>
                  </a:lnTo>
                  <a:cubicBezTo>
                    <a:pt x="37571" y="114669"/>
                    <a:pt x="31515" y="120154"/>
                    <a:pt x="28185" y="120154"/>
                  </a:cubicBezTo>
                  <a:cubicBezTo>
                    <a:pt x="26368" y="120154"/>
                    <a:pt x="23340" y="119240"/>
                    <a:pt x="20312" y="117411"/>
                  </a:cubicBezTo>
                  <a:cubicBezTo>
                    <a:pt x="16376" y="115279"/>
                    <a:pt x="13045" y="114365"/>
                    <a:pt x="10623" y="114365"/>
                  </a:cubicBezTo>
                  <a:cubicBezTo>
                    <a:pt x="4870" y="114365"/>
                    <a:pt x="328" y="118935"/>
                    <a:pt x="328" y="125029"/>
                  </a:cubicBezTo>
                  <a:cubicBezTo>
                    <a:pt x="328" y="132951"/>
                    <a:pt x="6384" y="137826"/>
                    <a:pt x="15467" y="137826"/>
                  </a:cubicBezTo>
                  <a:cubicBezTo>
                    <a:pt x="24854" y="137826"/>
                    <a:pt x="28488" y="135083"/>
                    <a:pt x="43627" y="116497"/>
                  </a:cubicBezTo>
                  <a:cubicBezTo>
                    <a:pt x="51803" y="106747"/>
                    <a:pt x="58161" y="98521"/>
                    <a:pt x="70879" y="80849"/>
                  </a:cubicBezTo>
                  <a:lnTo>
                    <a:pt x="79962" y="117411"/>
                  </a:lnTo>
                  <a:cubicBezTo>
                    <a:pt x="83899" y="132951"/>
                    <a:pt x="87835" y="137826"/>
                    <a:pt x="97524" y="137826"/>
                  </a:cubicBezTo>
                  <a:cubicBezTo>
                    <a:pt x="109031" y="137826"/>
                    <a:pt x="116903" y="130513"/>
                    <a:pt x="134465" y="103091"/>
                  </a:cubicBezTo>
                  <a:lnTo>
                    <a:pt x="130226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D65512-935B-7FD3-E530-8DC05F5AEC19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2336863" y="8369658"/>
              <a:ext cx="87161" cy="155573"/>
            </a:xfrm>
            <a:custGeom>
              <a:avLst/>
              <a:gdLst>
                <a:gd name="connsiteX0" fmla="*/ 52763 w 87161"/>
                <a:gd name="connsiteY0" fmla="*/ 68877 h 155573"/>
                <a:gd name="connsiteX1" fmla="*/ 82788 w 87161"/>
                <a:gd name="connsiteY1" fmla="*/ 32126 h 155573"/>
                <a:gd name="connsiteX2" fmla="*/ 44249 w 87161"/>
                <a:gd name="connsiteY2" fmla="*/ 109 h 155573"/>
                <a:gd name="connsiteX3" fmla="*/ 1676 w 87161"/>
                <a:gd name="connsiteY3" fmla="*/ 35733 h 155573"/>
                <a:gd name="connsiteX4" fmla="*/ 29460 w 87161"/>
                <a:gd name="connsiteY4" fmla="*/ 77670 h 155573"/>
                <a:gd name="connsiteX5" fmla="*/ 332 w 87161"/>
                <a:gd name="connsiteY5" fmla="*/ 118480 h 155573"/>
                <a:gd name="connsiteX6" fmla="*/ 43352 w 87161"/>
                <a:gd name="connsiteY6" fmla="*/ 155682 h 155573"/>
                <a:gd name="connsiteX7" fmla="*/ 87494 w 87161"/>
                <a:gd name="connsiteY7" fmla="*/ 117578 h 155573"/>
                <a:gd name="connsiteX8" fmla="*/ 52763 w 87161"/>
                <a:gd name="connsiteY8" fmla="*/ 68877 h 155573"/>
                <a:gd name="connsiteX9" fmla="*/ 48730 w 87161"/>
                <a:gd name="connsiteY9" fmla="*/ 92100 h 155573"/>
                <a:gd name="connsiteX10" fmla="*/ 70464 w 87161"/>
                <a:gd name="connsiteY10" fmla="*/ 124568 h 155573"/>
                <a:gd name="connsiteX11" fmla="*/ 45817 w 87161"/>
                <a:gd name="connsiteY11" fmla="*/ 149369 h 155573"/>
                <a:gd name="connsiteX12" fmla="*/ 17361 w 87161"/>
                <a:gd name="connsiteY12" fmla="*/ 116676 h 155573"/>
                <a:gd name="connsiteX13" fmla="*/ 35286 w 87161"/>
                <a:gd name="connsiteY13" fmla="*/ 82180 h 155573"/>
                <a:gd name="connsiteX14" fmla="*/ 48730 w 87161"/>
                <a:gd name="connsiteY14" fmla="*/ 92100 h 155573"/>
                <a:gd name="connsiteX15" fmla="*/ 46265 w 87161"/>
                <a:gd name="connsiteY15" fmla="*/ 64819 h 155573"/>
                <a:gd name="connsiteX16" fmla="*/ 18257 w 87161"/>
                <a:gd name="connsiteY16" fmla="*/ 28744 h 155573"/>
                <a:gd name="connsiteX17" fmla="*/ 42456 w 87161"/>
                <a:gd name="connsiteY17" fmla="*/ 6422 h 155573"/>
                <a:gd name="connsiteX18" fmla="*/ 67328 w 87161"/>
                <a:gd name="connsiteY18" fmla="*/ 31900 h 155573"/>
                <a:gd name="connsiteX19" fmla="*/ 48282 w 87161"/>
                <a:gd name="connsiteY19" fmla="*/ 63466 h 155573"/>
                <a:gd name="connsiteX20" fmla="*/ 46265 w 87161"/>
                <a:gd name="connsiteY20" fmla="*/ 64819 h 15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7161" h="155573">
                  <a:moveTo>
                    <a:pt x="52763" y="68877"/>
                  </a:moveTo>
                  <a:cubicBezTo>
                    <a:pt x="74946" y="56927"/>
                    <a:pt x="82788" y="47457"/>
                    <a:pt x="82788" y="32126"/>
                  </a:cubicBezTo>
                  <a:cubicBezTo>
                    <a:pt x="82788" y="13637"/>
                    <a:pt x="66655" y="109"/>
                    <a:pt x="44249" y="109"/>
                  </a:cubicBezTo>
                  <a:cubicBezTo>
                    <a:pt x="19825" y="109"/>
                    <a:pt x="1676" y="15215"/>
                    <a:pt x="1676" y="35733"/>
                  </a:cubicBezTo>
                  <a:cubicBezTo>
                    <a:pt x="1676" y="50389"/>
                    <a:pt x="5933" y="56927"/>
                    <a:pt x="29460" y="77670"/>
                  </a:cubicBezTo>
                  <a:cubicBezTo>
                    <a:pt x="5261" y="96159"/>
                    <a:pt x="332" y="103148"/>
                    <a:pt x="332" y="118480"/>
                  </a:cubicBezTo>
                  <a:cubicBezTo>
                    <a:pt x="332" y="140351"/>
                    <a:pt x="18033" y="155682"/>
                    <a:pt x="43352" y="155682"/>
                  </a:cubicBezTo>
                  <a:cubicBezTo>
                    <a:pt x="70240" y="155682"/>
                    <a:pt x="87494" y="140801"/>
                    <a:pt x="87494" y="117578"/>
                  </a:cubicBezTo>
                  <a:cubicBezTo>
                    <a:pt x="87494" y="100217"/>
                    <a:pt x="79875" y="89169"/>
                    <a:pt x="52763" y="68877"/>
                  </a:cubicBezTo>
                  <a:close/>
                  <a:moveTo>
                    <a:pt x="48730" y="92100"/>
                  </a:moveTo>
                  <a:cubicBezTo>
                    <a:pt x="65087" y="103825"/>
                    <a:pt x="70464" y="111941"/>
                    <a:pt x="70464" y="124568"/>
                  </a:cubicBezTo>
                  <a:cubicBezTo>
                    <a:pt x="70464" y="139223"/>
                    <a:pt x="60381" y="149369"/>
                    <a:pt x="45817" y="149369"/>
                  </a:cubicBezTo>
                  <a:cubicBezTo>
                    <a:pt x="28788" y="149369"/>
                    <a:pt x="17361" y="136292"/>
                    <a:pt x="17361" y="116676"/>
                  </a:cubicBezTo>
                  <a:cubicBezTo>
                    <a:pt x="17361" y="102246"/>
                    <a:pt x="22290" y="92777"/>
                    <a:pt x="35286" y="82180"/>
                  </a:cubicBezTo>
                  <a:lnTo>
                    <a:pt x="48730" y="92100"/>
                  </a:lnTo>
                  <a:close/>
                  <a:moveTo>
                    <a:pt x="46265" y="64819"/>
                  </a:moveTo>
                  <a:cubicBezTo>
                    <a:pt x="26323" y="51741"/>
                    <a:pt x="18257" y="41370"/>
                    <a:pt x="18257" y="28744"/>
                  </a:cubicBezTo>
                  <a:cubicBezTo>
                    <a:pt x="18257" y="15666"/>
                    <a:pt x="28340" y="6422"/>
                    <a:pt x="42456" y="6422"/>
                  </a:cubicBezTo>
                  <a:cubicBezTo>
                    <a:pt x="57693" y="6422"/>
                    <a:pt x="67328" y="16343"/>
                    <a:pt x="67328" y="31900"/>
                  </a:cubicBezTo>
                  <a:cubicBezTo>
                    <a:pt x="67328" y="44752"/>
                    <a:pt x="61054" y="54898"/>
                    <a:pt x="48282" y="63466"/>
                  </a:cubicBezTo>
                  <a:cubicBezTo>
                    <a:pt x="47161" y="64142"/>
                    <a:pt x="47161" y="64142"/>
                    <a:pt x="46265" y="64819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DAF22DA-DDAC-8B45-016C-42B08A458F4E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2469224" y="8247360"/>
              <a:ext cx="70248" cy="304687"/>
            </a:xfrm>
            <a:custGeom>
              <a:avLst/>
              <a:gdLst>
                <a:gd name="connsiteX0" fmla="*/ 70585 w 70248"/>
                <a:gd name="connsiteY0" fmla="*/ 152450 h 304687"/>
                <a:gd name="connsiteX1" fmla="*/ 50600 w 70248"/>
                <a:gd name="connsiteY1" fmla="*/ 57387 h 304687"/>
                <a:gd name="connsiteX2" fmla="*/ 3365 w 70248"/>
                <a:gd name="connsiteY2" fmla="*/ 106 h 304687"/>
                <a:gd name="connsiteX3" fmla="*/ 337 w 70248"/>
                <a:gd name="connsiteY3" fmla="*/ 3153 h 304687"/>
                <a:gd name="connsiteX4" fmla="*/ 6090 w 70248"/>
                <a:gd name="connsiteY4" fmla="*/ 10161 h 304687"/>
                <a:gd name="connsiteX5" fmla="*/ 53023 w 70248"/>
                <a:gd name="connsiteY5" fmla="*/ 152450 h 304687"/>
                <a:gd name="connsiteX6" fmla="*/ 4273 w 70248"/>
                <a:gd name="connsiteY6" fmla="*/ 296567 h 304687"/>
                <a:gd name="connsiteX7" fmla="*/ 337 w 70248"/>
                <a:gd name="connsiteY7" fmla="*/ 301747 h 304687"/>
                <a:gd name="connsiteX8" fmla="*/ 3365 w 70248"/>
                <a:gd name="connsiteY8" fmla="*/ 304794 h 304687"/>
                <a:gd name="connsiteX9" fmla="*/ 51509 w 70248"/>
                <a:gd name="connsiteY9" fmla="*/ 245380 h 304687"/>
                <a:gd name="connsiteX10" fmla="*/ 70585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585" y="152450"/>
                  </a:moveTo>
                  <a:cubicBezTo>
                    <a:pt x="70585" y="128684"/>
                    <a:pt x="67254" y="91817"/>
                    <a:pt x="50600" y="57387"/>
                  </a:cubicBezTo>
                  <a:cubicBezTo>
                    <a:pt x="32433" y="19911"/>
                    <a:pt x="6393" y="106"/>
                    <a:pt x="3365" y="106"/>
                  </a:cubicBezTo>
                  <a:cubicBezTo>
                    <a:pt x="1548" y="106"/>
                    <a:pt x="337" y="1325"/>
                    <a:pt x="337" y="3153"/>
                  </a:cubicBezTo>
                  <a:cubicBezTo>
                    <a:pt x="337" y="4067"/>
                    <a:pt x="337" y="4676"/>
                    <a:pt x="6090" y="10161"/>
                  </a:cubicBezTo>
                  <a:cubicBezTo>
                    <a:pt x="35764" y="40325"/>
                    <a:pt x="53023" y="88770"/>
                    <a:pt x="53023" y="152450"/>
                  </a:cubicBezTo>
                  <a:cubicBezTo>
                    <a:pt x="53023" y="204551"/>
                    <a:pt x="41820" y="258176"/>
                    <a:pt x="4273" y="296567"/>
                  </a:cubicBezTo>
                  <a:cubicBezTo>
                    <a:pt x="337" y="300223"/>
                    <a:pt x="337" y="300833"/>
                    <a:pt x="337" y="301747"/>
                  </a:cubicBezTo>
                  <a:cubicBezTo>
                    <a:pt x="337" y="303575"/>
                    <a:pt x="1548" y="304794"/>
                    <a:pt x="3365" y="304794"/>
                  </a:cubicBezTo>
                  <a:cubicBezTo>
                    <a:pt x="6393" y="304794"/>
                    <a:pt x="33644" y="284075"/>
                    <a:pt x="51509" y="245380"/>
                  </a:cubicBezTo>
                  <a:cubicBezTo>
                    <a:pt x="66951" y="211864"/>
                    <a:pt x="70585" y="178044"/>
                    <a:pt x="70585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6A37C2F-A883-1AEA-F6E0-7A8A5A346149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2629053" y="8298243"/>
              <a:ext cx="201357" cy="202921"/>
            </a:xfrm>
            <a:custGeom>
              <a:avLst/>
              <a:gdLst>
                <a:gd name="connsiteX0" fmla="*/ 107229 w 201357"/>
                <a:gd name="connsiteY0" fmla="*/ 107661 h 202921"/>
                <a:gd name="connsiteX1" fmla="*/ 191708 w 201357"/>
                <a:gd name="connsiteY1" fmla="*/ 107661 h 202921"/>
                <a:gd name="connsiteX2" fmla="*/ 201700 w 201357"/>
                <a:gd name="connsiteY2" fmla="*/ 101567 h 202921"/>
                <a:gd name="connsiteX3" fmla="*/ 191708 w 201357"/>
                <a:gd name="connsiteY3" fmla="*/ 95473 h 202921"/>
                <a:gd name="connsiteX4" fmla="*/ 107229 w 201357"/>
                <a:gd name="connsiteY4" fmla="*/ 95473 h 202921"/>
                <a:gd name="connsiteX5" fmla="*/ 107229 w 201357"/>
                <a:gd name="connsiteY5" fmla="*/ 10161 h 202921"/>
                <a:gd name="connsiteX6" fmla="*/ 101173 w 201357"/>
                <a:gd name="connsiteY6" fmla="*/ 106 h 202921"/>
                <a:gd name="connsiteX7" fmla="*/ 95117 w 201357"/>
                <a:gd name="connsiteY7" fmla="*/ 10161 h 202921"/>
                <a:gd name="connsiteX8" fmla="*/ 95117 w 201357"/>
                <a:gd name="connsiteY8" fmla="*/ 95473 h 202921"/>
                <a:gd name="connsiteX9" fmla="*/ 10335 w 201357"/>
                <a:gd name="connsiteY9" fmla="*/ 95473 h 202921"/>
                <a:gd name="connsiteX10" fmla="*/ 343 w 201357"/>
                <a:gd name="connsiteY10" fmla="*/ 101567 h 202921"/>
                <a:gd name="connsiteX11" fmla="*/ 10335 w 201357"/>
                <a:gd name="connsiteY11" fmla="*/ 107661 h 202921"/>
                <a:gd name="connsiteX12" fmla="*/ 95117 w 201357"/>
                <a:gd name="connsiteY12" fmla="*/ 107661 h 202921"/>
                <a:gd name="connsiteX13" fmla="*/ 95117 w 201357"/>
                <a:gd name="connsiteY13" fmla="*/ 192973 h 202921"/>
                <a:gd name="connsiteX14" fmla="*/ 101173 w 201357"/>
                <a:gd name="connsiteY14" fmla="*/ 203028 h 202921"/>
                <a:gd name="connsiteX15" fmla="*/ 107229 w 201357"/>
                <a:gd name="connsiteY15" fmla="*/ 192973 h 202921"/>
                <a:gd name="connsiteX16" fmla="*/ 107229 w 201357"/>
                <a:gd name="connsiteY16" fmla="*/ 107661 h 20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57" h="202921">
                  <a:moveTo>
                    <a:pt x="107229" y="107661"/>
                  </a:moveTo>
                  <a:lnTo>
                    <a:pt x="191708" y="107661"/>
                  </a:lnTo>
                  <a:cubicBezTo>
                    <a:pt x="195947" y="107661"/>
                    <a:pt x="201700" y="107661"/>
                    <a:pt x="201700" y="101567"/>
                  </a:cubicBezTo>
                  <a:cubicBezTo>
                    <a:pt x="201700" y="95473"/>
                    <a:pt x="195947" y="95473"/>
                    <a:pt x="191708" y="95473"/>
                  </a:cubicBezTo>
                  <a:lnTo>
                    <a:pt x="107229" y="95473"/>
                  </a:lnTo>
                  <a:lnTo>
                    <a:pt x="107229" y="10161"/>
                  </a:lnTo>
                  <a:cubicBezTo>
                    <a:pt x="107229" y="5895"/>
                    <a:pt x="107229" y="106"/>
                    <a:pt x="101173" y="106"/>
                  </a:cubicBezTo>
                  <a:cubicBezTo>
                    <a:pt x="95117" y="106"/>
                    <a:pt x="95117" y="5895"/>
                    <a:pt x="95117" y="10161"/>
                  </a:cubicBezTo>
                  <a:lnTo>
                    <a:pt x="95117" y="95473"/>
                  </a:lnTo>
                  <a:lnTo>
                    <a:pt x="10335" y="95473"/>
                  </a:lnTo>
                  <a:cubicBezTo>
                    <a:pt x="6096" y="95473"/>
                    <a:pt x="343" y="95473"/>
                    <a:pt x="343" y="101567"/>
                  </a:cubicBezTo>
                  <a:cubicBezTo>
                    <a:pt x="343" y="107661"/>
                    <a:pt x="6096" y="107661"/>
                    <a:pt x="10335" y="107661"/>
                  </a:cubicBezTo>
                  <a:lnTo>
                    <a:pt x="95117" y="107661"/>
                  </a:lnTo>
                  <a:lnTo>
                    <a:pt x="95117" y="192973"/>
                  </a:lnTo>
                  <a:cubicBezTo>
                    <a:pt x="95117" y="197239"/>
                    <a:pt x="95117" y="203028"/>
                    <a:pt x="101173" y="203028"/>
                  </a:cubicBezTo>
                  <a:cubicBezTo>
                    <a:pt x="107229" y="203028"/>
                    <a:pt x="107229" y="197239"/>
                    <a:pt x="107229" y="192973"/>
                  </a:cubicBezTo>
                  <a:lnTo>
                    <a:pt x="107229" y="107661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451AB50-D3D7-7EAC-A4D6-F8C2C6C34A03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2891536" y="8269297"/>
              <a:ext cx="172894" cy="269648"/>
            </a:xfrm>
            <a:custGeom>
              <a:avLst/>
              <a:gdLst>
                <a:gd name="connsiteX0" fmla="*/ 55461 w 172894"/>
                <a:gd name="connsiteY0" fmla="*/ 86029 h 269648"/>
                <a:gd name="connsiteX1" fmla="*/ 82712 w 172894"/>
                <a:gd name="connsiteY1" fmla="*/ 86029 h 269648"/>
                <a:gd name="connsiteX2" fmla="*/ 56066 w 172894"/>
                <a:gd name="connsiteY2" fmla="*/ 213997 h 269648"/>
                <a:gd name="connsiteX3" fmla="*/ 26695 w 172894"/>
                <a:gd name="connsiteY3" fmla="*/ 263357 h 269648"/>
                <a:gd name="connsiteX4" fmla="*/ 20639 w 172894"/>
                <a:gd name="connsiteY4" fmla="*/ 258482 h 269648"/>
                <a:gd name="connsiteX5" fmla="*/ 21851 w 172894"/>
                <a:gd name="connsiteY5" fmla="*/ 255130 h 269648"/>
                <a:gd name="connsiteX6" fmla="*/ 23365 w 172894"/>
                <a:gd name="connsiteY6" fmla="*/ 250255 h 269648"/>
                <a:gd name="connsiteX7" fmla="*/ 11556 w 172894"/>
                <a:gd name="connsiteY7" fmla="*/ 238677 h 269648"/>
                <a:gd name="connsiteX8" fmla="*/ 352 w 172894"/>
                <a:gd name="connsiteY8" fmla="*/ 251169 h 269648"/>
                <a:gd name="connsiteX9" fmla="*/ 24273 w 172894"/>
                <a:gd name="connsiteY9" fmla="*/ 269755 h 269648"/>
                <a:gd name="connsiteX10" fmla="*/ 84832 w 172894"/>
                <a:gd name="connsiteY10" fmla="*/ 183529 h 269648"/>
                <a:gd name="connsiteX11" fmla="*/ 106633 w 172894"/>
                <a:gd name="connsiteY11" fmla="*/ 86029 h 269648"/>
                <a:gd name="connsiteX12" fmla="*/ 139637 w 172894"/>
                <a:gd name="connsiteY12" fmla="*/ 86029 h 269648"/>
                <a:gd name="connsiteX13" fmla="*/ 141454 w 172894"/>
                <a:gd name="connsiteY13" fmla="*/ 76279 h 269648"/>
                <a:gd name="connsiteX14" fmla="*/ 108752 w 172894"/>
                <a:gd name="connsiteY14" fmla="*/ 76279 h 269648"/>
                <a:gd name="connsiteX15" fmla="*/ 145693 w 172894"/>
                <a:gd name="connsiteY15" fmla="*/ 6810 h 269648"/>
                <a:gd name="connsiteX16" fmla="*/ 152354 w 172894"/>
                <a:gd name="connsiteY16" fmla="*/ 10466 h 269648"/>
                <a:gd name="connsiteX17" fmla="*/ 151143 w 172894"/>
                <a:gd name="connsiteY17" fmla="*/ 13513 h 269648"/>
                <a:gd name="connsiteX18" fmla="*/ 149327 w 172894"/>
                <a:gd name="connsiteY18" fmla="*/ 19911 h 269648"/>
                <a:gd name="connsiteX19" fmla="*/ 160530 w 172894"/>
                <a:gd name="connsiteY19" fmla="*/ 32099 h 269648"/>
                <a:gd name="connsiteX20" fmla="*/ 173247 w 172894"/>
                <a:gd name="connsiteY20" fmla="*/ 19911 h 269648"/>
                <a:gd name="connsiteX21" fmla="*/ 147207 w 172894"/>
                <a:gd name="connsiteY21" fmla="*/ 107 h 269648"/>
                <a:gd name="connsiteX22" fmla="*/ 109661 w 172894"/>
                <a:gd name="connsiteY22" fmla="*/ 21130 h 269648"/>
                <a:gd name="connsiteX23" fmla="*/ 85437 w 172894"/>
                <a:gd name="connsiteY23" fmla="*/ 76279 h 269648"/>
                <a:gd name="connsiteX24" fmla="*/ 57580 w 172894"/>
                <a:gd name="connsiteY24" fmla="*/ 76279 h 269648"/>
                <a:gd name="connsiteX25" fmla="*/ 55461 w 172894"/>
                <a:gd name="connsiteY25" fmla="*/ 86029 h 269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2894" h="269648">
                  <a:moveTo>
                    <a:pt x="55461" y="86029"/>
                  </a:moveTo>
                  <a:lnTo>
                    <a:pt x="82712" y="86029"/>
                  </a:lnTo>
                  <a:lnTo>
                    <a:pt x="56066" y="213997"/>
                  </a:lnTo>
                  <a:cubicBezTo>
                    <a:pt x="49405" y="246599"/>
                    <a:pt x="39413" y="263357"/>
                    <a:pt x="26695" y="263357"/>
                  </a:cubicBezTo>
                  <a:cubicBezTo>
                    <a:pt x="23062" y="263357"/>
                    <a:pt x="20639" y="261224"/>
                    <a:pt x="20639" y="258482"/>
                  </a:cubicBezTo>
                  <a:cubicBezTo>
                    <a:pt x="20639" y="257568"/>
                    <a:pt x="20942" y="256654"/>
                    <a:pt x="21851" y="255130"/>
                  </a:cubicBezTo>
                  <a:cubicBezTo>
                    <a:pt x="23062" y="253302"/>
                    <a:pt x="23365" y="252083"/>
                    <a:pt x="23365" y="250255"/>
                  </a:cubicBezTo>
                  <a:cubicBezTo>
                    <a:pt x="23365" y="243857"/>
                    <a:pt x="17914" y="238677"/>
                    <a:pt x="11556" y="238677"/>
                  </a:cubicBezTo>
                  <a:cubicBezTo>
                    <a:pt x="5197" y="238677"/>
                    <a:pt x="352" y="244162"/>
                    <a:pt x="352" y="251169"/>
                  </a:cubicBezTo>
                  <a:cubicBezTo>
                    <a:pt x="352" y="261529"/>
                    <a:pt x="10950" y="269755"/>
                    <a:pt x="24273" y="269755"/>
                  </a:cubicBezTo>
                  <a:cubicBezTo>
                    <a:pt x="51222" y="269755"/>
                    <a:pt x="72417" y="239591"/>
                    <a:pt x="84832" y="183529"/>
                  </a:cubicBezTo>
                  <a:lnTo>
                    <a:pt x="106633" y="86029"/>
                  </a:lnTo>
                  <a:lnTo>
                    <a:pt x="139637" y="86029"/>
                  </a:lnTo>
                  <a:lnTo>
                    <a:pt x="141454" y="76279"/>
                  </a:lnTo>
                  <a:lnTo>
                    <a:pt x="108752" y="76279"/>
                  </a:lnTo>
                  <a:cubicBezTo>
                    <a:pt x="117533" y="28443"/>
                    <a:pt x="128737" y="6810"/>
                    <a:pt x="145693" y="6810"/>
                  </a:cubicBezTo>
                  <a:cubicBezTo>
                    <a:pt x="149629" y="6810"/>
                    <a:pt x="152354" y="8333"/>
                    <a:pt x="152354" y="10466"/>
                  </a:cubicBezTo>
                  <a:cubicBezTo>
                    <a:pt x="152354" y="11380"/>
                    <a:pt x="152052" y="11990"/>
                    <a:pt x="151143" y="13513"/>
                  </a:cubicBezTo>
                  <a:cubicBezTo>
                    <a:pt x="149932" y="16255"/>
                    <a:pt x="149327" y="17779"/>
                    <a:pt x="149327" y="19911"/>
                  </a:cubicBezTo>
                  <a:cubicBezTo>
                    <a:pt x="149327" y="27224"/>
                    <a:pt x="153868" y="32099"/>
                    <a:pt x="160530" y="32099"/>
                  </a:cubicBezTo>
                  <a:cubicBezTo>
                    <a:pt x="167494" y="32099"/>
                    <a:pt x="173247" y="26615"/>
                    <a:pt x="173247" y="19911"/>
                  </a:cubicBezTo>
                  <a:cubicBezTo>
                    <a:pt x="173247" y="8638"/>
                    <a:pt x="162044" y="107"/>
                    <a:pt x="147207" y="107"/>
                  </a:cubicBezTo>
                  <a:cubicBezTo>
                    <a:pt x="132370" y="107"/>
                    <a:pt x="120561" y="6810"/>
                    <a:pt x="109661" y="21130"/>
                  </a:cubicBezTo>
                  <a:cubicBezTo>
                    <a:pt x="100577" y="33013"/>
                    <a:pt x="94521" y="47029"/>
                    <a:pt x="85437" y="76279"/>
                  </a:cubicBezTo>
                  <a:lnTo>
                    <a:pt x="57580" y="76279"/>
                  </a:lnTo>
                  <a:lnTo>
                    <a:pt x="55461" y="86029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2FB9ADB-515E-D745-BD4A-1BCBE5E13A63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3094885" y="8247360"/>
              <a:ext cx="70247" cy="304687"/>
            </a:xfrm>
            <a:custGeom>
              <a:avLst/>
              <a:gdLst>
                <a:gd name="connsiteX0" fmla="*/ 70605 w 70247"/>
                <a:gd name="connsiteY0" fmla="*/ 301747 h 304687"/>
                <a:gd name="connsiteX1" fmla="*/ 65458 w 70247"/>
                <a:gd name="connsiteY1" fmla="*/ 295044 h 304687"/>
                <a:gd name="connsiteX2" fmla="*/ 17919 w 70247"/>
                <a:gd name="connsiteY2" fmla="*/ 152450 h 304687"/>
                <a:gd name="connsiteX3" fmla="*/ 66669 w 70247"/>
                <a:gd name="connsiteY3" fmla="*/ 8333 h 304687"/>
                <a:gd name="connsiteX4" fmla="*/ 70605 w 70247"/>
                <a:gd name="connsiteY4" fmla="*/ 3153 h 304687"/>
                <a:gd name="connsiteX5" fmla="*/ 67577 w 70247"/>
                <a:gd name="connsiteY5" fmla="*/ 106 h 304687"/>
                <a:gd name="connsiteX6" fmla="*/ 19433 w 70247"/>
                <a:gd name="connsiteY6" fmla="*/ 59520 h 304687"/>
                <a:gd name="connsiteX7" fmla="*/ 357 w 70247"/>
                <a:gd name="connsiteY7" fmla="*/ 152450 h 304687"/>
                <a:gd name="connsiteX8" fmla="*/ 20341 w 70247"/>
                <a:gd name="connsiteY8" fmla="*/ 247512 h 304687"/>
                <a:gd name="connsiteX9" fmla="*/ 67577 w 70247"/>
                <a:gd name="connsiteY9" fmla="*/ 304794 h 304687"/>
                <a:gd name="connsiteX10" fmla="*/ 70605 w 70247"/>
                <a:gd name="connsiteY10" fmla="*/ 301747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7" h="304687">
                  <a:moveTo>
                    <a:pt x="70605" y="301747"/>
                  </a:moveTo>
                  <a:cubicBezTo>
                    <a:pt x="70605" y="300833"/>
                    <a:pt x="70605" y="300223"/>
                    <a:pt x="65458" y="295044"/>
                  </a:cubicBezTo>
                  <a:cubicBezTo>
                    <a:pt x="27608" y="256653"/>
                    <a:pt x="17919" y="199067"/>
                    <a:pt x="17919" y="152450"/>
                  </a:cubicBezTo>
                  <a:cubicBezTo>
                    <a:pt x="17919" y="99434"/>
                    <a:pt x="29425" y="46419"/>
                    <a:pt x="66669" y="8333"/>
                  </a:cubicBezTo>
                  <a:cubicBezTo>
                    <a:pt x="70605" y="4676"/>
                    <a:pt x="70605" y="4067"/>
                    <a:pt x="70605" y="3153"/>
                  </a:cubicBezTo>
                  <a:cubicBezTo>
                    <a:pt x="70605" y="1020"/>
                    <a:pt x="69394" y="106"/>
                    <a:pt x="67577" y="106"/>
                  </a:cubicBezTo>
                  <a:cubicBezTo>
                    <a:pt x="64549" y="106"/>
                    <a:pt x="37298" y="20825"/>
                    <a:pt x="19433" y="59520"/>
                  </a:cubicBezTo>
                  <a:cubicBezTo>
                    <a:pt x="3991" y="93036"/>
                    <a:pt x="357" y="126856"/>
                    <a:pt x="357" y="152450"/>
                  </a:cubicBezTo>
                  <a:cubicBezTo>
                    <a:pt x="357" y="176215"/>
                    <a:pt x="3688" y="213083"/>
                    <a:pt x="20341" y="247512"/>
                  </a:cubicBezTo>
                  <a:cubicBezTo>
                    <a:pt x="38509" y="284989"/>
                    <a:pt x="64549" y="304794"/>
                    <a:pt x="67577" y="304794"/>
                  </a:cubicBezTo>
                  <a:cubicBezTo>
                    <a:pt x="69394" y="304794"/>
                    <a:pt x="70605" y="303880"/>
                    <a:pt x="70605" y="301747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89A7FE2-0EE9-16CD-890D-6599507BAA81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3174654" y="8341508"/>
              <a:ext cx="143523" cy="137718"/>
            </a:xfrm>
            <a:custGeom>
              <a:avLst/>
              <a:gdLst>
                <a:gd name="connsiteX0" fmla="*/ 130259 w 143523"/>
                <a:gd name="connsiteY0" fmla="*/ 100654 h 137718"/>
                <a:gd name="connsiteX1" fmla="*/ 123597 w 143523"/>
                <a:gd name="connsiteY1" fmla="*/ 108880 h 137718"/>
                <a:gd name="connsiteX2" fmla="*/ 109669 w 143523"/>
                <a:gd name="connsiteY2" fmla="*/ 121068 h 137718"/>
                <a:gd name="connsiteX3" fmla="*/ 100282 w 143523"/>
                <a:gd name="connsiteY3" fmla="*/ 108575 h 137718"/>
                <a:gd name="connsiteX4" fmla="*/ 99071 w 143523"/>
                <a:gd name="connsiteY4" fmla="*/ 103396 h 137718"/>
                <a:gd name="connsiteX5" fmla="*/ 88170 w 143523"/>
                <a:gd name="connsiteY5" fmla="*/ 54036 h 137718"/>
                <a:gd name="connsiteX6" fmla="*/ 117844 w 143523"/>
                <a:gd name="connsiteY6" fmla="*/ 17169 h 137718"/>
                <a:gd name="connsiteX7" fmla="*/ 125111 w 143523"/>
                <a:gd name="connsiteY7" fmla="*/ 19607 h 137718"/>
                <a:gd name="connsiteX8" fmla="*/ 133287 w 143523"/>
                <a:gd name="connsiteY8" fmla="*/ 22349 h 137718"/>
                <a:gd name="connsiteX9" fmla="*/ 143884 w 143523"/>
                <a:gd name="connsiteY9" fmla="*/ 11380 h 137718"/>
                <a:gd name="connsiteX10" fmla="*/ 131470 w 143523"/>
                <a:gd name="connsiteY10" fmla="*/ 107 h 137718"/>
                <a:gd name="connsiteX11" fmla="*/ 85748 w 143523"/>
                <a:gd name="connsiteY11" fmla="*/ 43677 h 137718"/>
                <a:gd name="connsiteX12" fmla="*/ 82417 w 143523"/>
                <a:gd name="connsiteY12" fmla="*/ 26919 h 137718"/>
                <a:gd name="connsiteX13" fmla="*/ 66672 w 143523"/>
                <a:gd name="connsiteY13" fmla="*/ 107 h 137718"/>
                <a:gd name="connsiteX14" fmla="*/ 31245 w 143523"/>
                <a:gd name="connsiteY14" fmla="*/ 8943 h 137718"/>
                <a:gd name="connsiteX15" fmla="*/ 27915 w 143523"/>
                <a:gd name="connsiteY15" fmla="*/ 10161 h 137718"/>
                <a:gd name="connsiteX16" fmla="*/ 29126 w 143523"/>
                <a:gd name="connsiteY16" fmla="*/ 14732 h 137718"/>
                <a:gd name="connsiteX17" fmla="*/ 46082 w 143523"/>
                <a:gd name="connsiteY17" fmla="*/ 11380 h 137718"/>
                <a:gd name="connsiteX18" fmla="*/ 59708 w 143523"/>
                <a:gd name="connsiteY18" fmla="*/ 32404 h 137718"/>
                <a:gd name="connsiteX19" fmla="*/ 68489 w 143523"/>
                <a:gd name="connsiteY19" fmla="*/ 69880 h 137718"/>
                <a:gd name="connsiteX20" fmla="*/ 43660 w 143523"/>
                <a:gd name="connsiteY20" fmla="*/ 105529 h 137718"/>
                <a:gd name="connsiteX21" fmla="*/ 28217 w 143523"/>
                <a:gd name="connsiteY21" fmla="*/ 120154 h 137718"/>
                <a:gd name="connsiteX22" fmla="*/ 20345 w 143523"/>
                <a:gd name="connsiteY22" fmla="*/ 117411 h 137718"/>
                <a:gd name="connsiteX23" fmla="*/ 10655 w 143523"/>
                <a:gd name="connsiteY23" fmla="*/ 114365 h 137718"/>
                <a:gd name="connsiteX24" fmla="*/ 360 w 143523"/>
                <a:gd name="connsiteY24" fmla="*/ 125029 h 137718"/>
                <a:gd name="connsiteX25" fmla="*/ 15500 w 143523"/>
                <a:gd name="connsiteY25" fmla="*/ 137826 h 137718"/>
                <a:gd name="connsiteX26" fmla="*/ 43660 w 143523"/>
                <a:gd name="connsiteY26" fmla="*/ 116497 h 137718"/>
                <a:gd name="connsiteX27" fmla="*/ 70911 w 143523"/>
                <a:gd name="connsiteY27" fmla="*/ 80849 h 137718"/>
                <a:gd name="connsiteX28" fmla="*/ 79995 w 143523"/>
                <a:gd name="connsiteY28" fmla="*/ 117411 h 137718"/>
                <a:gd name="connsiteX29" fmla="*/ 97557 w 143523"/>
                <a:gd name="connsiteY29" fmla="*/ 137826 h 137718"/>
                <a:gd name="connsiteX30" fmla="*/ 134498 w 143523"/>
                <a:gd name="connsiteY30" fmla="*/ 103091 h 137718"/>
                <a:gd name="connsiteX31" fmla="*/ 130259 w 143523"/>
                <a:gd name="connsiteY31" fmla="*/ 100654 h 1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523" h="137718">
                  <a:moveTo>
                    <a:pt x="130259" y="100654"/>
                  </a:moveTo>
                  <a:cubicBezTo>
                    <a:pt x="127836" y="103396"/>
                    <a:pt x="126322" y="105224"/>
                    <a:pt x="123597" y="108880"/>
                  </a:cubicBezTo>
                  <a:cubicBezTo>
                    <a:pt x="116633" y="118021"/>
                    <a:pt x="112999" y="121068"/>
                    <a:pt x="109669" y="121068"/>
                  </a:cubicBezTo>
                  <a:cubicBezTo>
                    <a:pt x="105127" y="121068"/>
                    <a:pt x="102402" y="117107"/>
                    <a:pt x="100282" y="108575"/>
                  </a:cubicBezTo>
                  <a:cubicBezTo>
                    <a:pt x="99677" y="106138"/>
                    <a:pt x="99374" y="104310"/>
                    <a:pt x="99071" y="103396"/>
                  </a:cubicBezTo>
                  <a:cubicBezTo>
                    <a:pt x="91501" y="72622"/>
                    <a:pt x="88170" y="58607"/>
                    <a:pt x="88170" y="54036"/>
                  </a:cubicBezTo>
                  <a:cubicBezTo>
                    <a:pt x="101493" y="30575"/>
                    <a:pt x="112394" y="17169"/>
                    <a:pt x="117844" y="17169"/>
                  </a:cubicBezTo>
                  <a:cubicBezTo>
                    <a:pt x="119661" y="17169"/>
                    <a:pt x="122083" y="18083"/>
                    <a:pt x="125111" y="19607"/>
                  </a:cubicBezTo>
                  <a:cubicBezTo>
                    <a:pt x="128745" y="21740"/>
                    <a:pt x="130864" y="22349"/>
                    <a:pt x="133287" y="22349"/>
                  </a:cubicBezTo>
                  <a:cubicBezTo>
                    <a:pt x="139645" y="22349"/>
                    <a:pt x="143884" y="17779"/>
                    <a:pt x="143884" y="11380"/>
                  </a:cubicBezTo>
                  <a:cubicBezTo>
                    <a:pt x="143884" y="4982"/>
                    <a:pt x="138737" y="107"/>
                    <a:pt x="131470" y="107"/>
                  </a:cubicBezTo>
                  <a:cubicBezTo>
                    <a:pt x="118147" y="107"/>
                    <a:pt x="106641" y="11075"/>
                    <a:pt x="85748" y="43677"/>
                  </a:cubicBezTo>
                  <a:lnTo>
                    <a:pt x="82417" y="26919"/>
                  </a:lnTo>
                  <a:cubicBezTo>
                    <a:pt x="78178" y="6200"/>
                    <a:pt x="74847" y="107"/>
                    <a:pt x="66672" y="107"/>
                  </a:cubicBezTo>
                  <a:cubicBezTo>
                    <a:pt x="60011" y="107"/>
                    <a:pt x="49716" y="2849"/>
                    <a:pt x="31245" y="8943"/>
                  </a:cubicBezTo>
                  <a:lnTo>
                    <a:pt x="27915" y="10161"/>
                  </a:lnTo>
                  <a:lnTo>
                    <a:pt x="29126" y="14732"/>
                  </a:lnTo>
                  <a:cubicBezTo>
                    <a:pt x="40632" y="11989"/>
                    <a:pt x="43357" y="11380"/>
                    <a:pt x="46082" y="11380"/>
                  </a:cubicBezTo>
                  <a:cubicBezTo>
                    <a:pt x="53652" y="11380"/>
                    <a:pt x="55469" y="14122"/>
                    <a:pt x="59708" y="32404"/>
                  </a:cubicBezTo>
                  <a:lnTo>
                    <a:pt x="68489" y="69880"/>
                  </a:lnTo>
                  <a:lnTo>
                    <a:pt x="43660" y="105529"/>
                  </a:lnTo>
                  <a:cubicBezTo>
                    <a:pt x="37604" y="114669"/>
                    <a:pt x="31548" y="120154"/>
                    <a:pt x="28217" y="120154"/>
                  </a:cubicBezTo>
                  <a:cubicBezTo>
                    <a:pt x="26401" y="120154"/>
                    <a:pt x="23373" y="119240"/>
                    <a:pt x="20345" y="117411"/>
                  </a:cubicBezTo>
                  <a:cubicBezTo>
                    <a:pt x="16408" y="115279"/>
                    <a:pt x="13078" y="114365"/>
                    <a:pt x="10655" y="114365"/>
                  </a:cubicBezTo>
                  <a:cubicBezTo>
                    <a:pt x="4902" y="114365"/>
                    <a:pt x="360" y="118935"/>
                    <a:pt x="360" y="125029"/>
                  </a:cubicBezTo>
                  <a:cubicBezTo>
                    <a:pt x="360" y="132951"/>
                    <a:pt x="6416" y="137826"/>
                    <a:pt x="15500" y="137826"/>
                  </a:cubicBezTo>
                  <a:cubicBezTo>
                    <a:pt x="24887" y="137826"/>
                    <a:pt x="28520" y="135083"/>
                    <a:pt x="43660" y="116497"/>
                  </a:cubicBezTo>
                  <a:cubicBezTo>
                    <a:pt x="51835" y="106747"/>
                    <a:pt x="58194" y="98521"/>
                    <a:pt x="70911" y="80849"/>
                  </a:cubicBezTo>
                  <a:lnTo>
                    <a:pt x="79995" y="117411"/>
                  </a:lnTo>
                  <a:cubicBezTo>
                    <a:pt x="83931" y="132951"/>
                    <a:pt x="87868" y="137826"/>
                    <a:pt x="97557" y="137826"/>
                  </a:cubicBezTo>
                  <a:cubicBezTo>
                    <a:pt x="109063" y="137826"/>
                    <a:pt x="116936" y="130513"/>
                    <a:pt x="134498" y="103091"/>
                  </a:cubicBezTo>
                  <a:lnTo>
                    <a:pt x="130259" y="10065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A53BC15-7A65-050B-C5E2-4051474D907F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3324494" y="8369658"/>
              <a:ext cx="96124" cy="157377"/>
            </a:xfrm>
            <a:custGeom>
              <a:avLst/>
              <a:gdLst>
                <a:gd name="connsiteX0" fmla="*/ 6862 w 96124"/>
                <a:gd name="connsiteY0" fmla="*/ 157486 h 157377"/>
                <a:gd name="connsiteX1" fmla="*/ 59518 w 96124"/>
                <a:gd name="connsiteY1" fmla="*/ 139223 h 157377"/>
                <a:gd name="connsiteX2" fmla="*/ 96489 w 96124"/>
                <a:gd name="connsiteY2" fmla="*/ 63691 h 157377"/>
                <a:gd name="connsiteX3" fmla="*/ 46970 w 96124"/>
                <a:gd name="connsiteY3" fmla="*/ 109 h 157377"/>
                <a:gd name="connsiteX4" fmla="*/ 364 w 96124"/>
                <a:gd name="connsiteY4" fmla="*/ 53320 h 157377"/>
                <a:gd name="connsiteX5" fmla="*/ 40696 w 96124"/>
                <a:gd name="connsiteY5" fmla="*/ 99090 h 157377"/>
                <a:gd name="connsiteX6" fmla="*/ 74306 w 96124"/>
                <a:gd name="connsiteY6" fmla="*/ 86238 h 157377"/>
                <a:gd name="connsiteX7" fmla="*/ 6190 w 96124"/>
                <a:gd name="connsiteY7" fmla="*/ 152977 h 157377"/>
                <a:gd name="connsiteX8" fmla="*/ 6862 w 96124"/>
                <a:gd name="connsiteY8" fmla="*/ 157486 h 157377"/>
                <a:gd name="connsiteX9" fmla="*/ 74754 w 96124"/>
                <a:gd name="connsiteY9" fmla="*/ 72484 h 157377"/>
                <a:gd name="connsiteX10" fmla="*/ 71393 w 96124"/>
                <a:gd name="connsiteY10" fmla="*/ 81052 h 157377"/>
                <a:gd name="connsiteX11" fmla="*/ 48763 w 96124"/>
                <a:gd name="connsiteY11" fmla="*/ 89395 h 157377"/>
                <a:gd name="connsiteX12" fmla="*/ 20978 w 96124"/>
                <a:gd name="connsiteY12" fmla="*/ 45654 h 157377"/>
                <a:gd name="connsiteX13" fmla="*/ 29269 w 96124"/>
                <a:gd name="connsiteY13" fmla="*/ 13412 h 157377"/>
                <a:gd name="connsiteX14" fmla="*/ 45177 w 96124"/>
                <a:gd name="connsiteY14" fmla="*/ 6422 h 157377"/>
                <a:gd name="connsiteX15" fmla="*/ 74754 w 96124"/>
                <a:gd name="connsiteY15" fmla="*/ 63691 h 157377"/>
                <a:gd name="connsiteX16" fmla="*/ 74754 w 96124"/>
                <a:gd name="connsiteY16" fmla="*/ 72484 h 15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6124" h="157377">
                  <a:moveTo>
                    <a:pt x="6862" y="157486"/>
                  </a:moveTo>
                  <a:cubicBezTo>
                    <a:pt x="31958" y="154555"/>
                    <a:pt x="44281" y="150271"/>
                    <a:pt x="59518" y="139223"/>
                  </a:cubicBezTo>
                  <a:cubicBezTo>
                    <a:pt x="82821" y="122088"/>
                    <a:pt x="96489" y="94129"/>
                    <a:pt x="96489" y="63691"/>
                  </a:cubicBezTo>
                  <a:cubicBezTo>
                    <a:pt x="96489" y="26489"/>
                    <a:pt x="75875" y="109"/>
                    <a:pt x="46970" y="109"/>
                  </a:cubicBezTo>
                  <a:cubicBezTo>
                    <a:pt x="20306" y="109"/>
                    <a:pt x="364" y="22881"/>
                    <a:pt x="364" y="53320"/>
                  </a:cubicBezTo>
                  <a:cubicBezTo>
                    <a:pt x="364" y="80827"/>
                    <a:pt x="16497" y="99090"/>
                    <a:pt x="40696" y="99090"/>
                  </a:cubicBezTo>
                  <a:cubicBezTo>
                    <a:pt x="53020" y="99090"/>
                    <a:pt x="62431" y="95482"/>
                    <a:pt x="74306" y="86238"/>
                  </a:cubicBezTo>
                  <a:cubicBezTo>
                    <a:pt x="65119" y="122989"/>
                    <a:pt x="40248" y="147115"/>
                    <a:pt x="6190" y="152977"/>
                  </a:cubicBezTo>
                  <a:lnTo>
                    <a:pt x="6862" y="157486"/>
                  </a:lnTo>
                  <a:close/>
                  <a:moveTo>
                    <a:pt x="74754" y="72484"/>
                  </a:moveTo>
                  <a:cubicBezTo>
                    <a:pt x="74754" y="76994"/>
                    <a:pt x="73858" y="79023"/>
                    <a:pt x="71393" y="81052"/>
                  </a:cubicBezTo>
                  <a:cubicBezTo>
                    <a:pt x="65119" y="86464"/>
                    <a:pt x="56829" y="89395"/>
                    <a:pt x="48763" y="89395"/>
                  </a:cubicBezTo>
                  <a:cubicBezTo>
                    <a:pt x="31733" y="89395"/>
                    <a:pt x="20978" y="72484"/>
                    <a:pt x="20978" y="45654"/>
                  </a:cubicBezTo>
                  <a:cubicBezTo>
                    <a:pt x="20978" y="32802"/>
                    <a:pt x="24563" y="19274"/>
                    <a:pt x="29269" y="13412"/>
                  </a:cubicBezTo>
                  <a:cubicBezTo>
                    <a:pt x="33078" y="8902"/>
                    <a:pt x="38680" y="6422"/>
                    <a:pt x="45177" y="6422"/>
                  </a:cubicBezTo>
                  <a:cubicBezTo>
                    <a:pt x="64671" y="6422"/>
                    <a:pt x="74754" y="25812"/>
                    <a:pt x="74754" y="63691"/>
                  </a:cubicBezTo>
                  <a:lnTo>
                    <a:pt x="74754" y="72484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CBCCD50-7363-C4D4-9D47-F462A1DD6FA9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3462681" y="8247360"/>
              <a:ext cx="70248" cy="304687"/>
            </a:xfrm>
            <a:custGeom>
              <a:avLst/>
              <a:gdLst>
                <a:gd name="connsiteX0" fmla="*/ 70617 w 70248"/>
                <a:gd name="connsiteY0" fmla="*/ 152450 h 304687"/>
                <a:gd name="connsiteX1" fmla="*/ 50633 w 70248"/>
                <a:gd name="connsiteY1" fmla="*/ 57387 h 304687"/>
                <a:gd name="connsiteX2" fmla="*/ 3397 w 70248"/>
                <a:gd name="connsiteY2" fmla="*/ 106 h 304687"/>
                <a:gd name="connsiteX3" fmla="*/ 369 w 70248"/>
                <a:gd name="connsiteY3" fmla="*/ 3153 h 304687"/>
                <a:gd name="connsiteX4" fmla="*/ 6122 w 70248"/>
                <a:gd name="connsiteY4" fmla="*/ 10161 h 304687"/>
                <a:gd name="connsiteX5" fmla="*/ 53055 w 70248"/>
                <a:gd name="connsiteY5" fmla="*/ 152450 h 304687"/>
                <a:gd name="connsiteX6" fmla="*/ 4306 w 70248"/>
                <a:gd name="connsiteY6" fmla="*/ 296567 h 304687"/>
                <a:gd name="connsiteX7" fmla="*/ 369 w 70248"/>
                <a:gd name="connsiteY7" fmla="*/ 301747 h 304687"/>
                <a:gd name="connsiteX8" fmla="*/ 3397 w 70248"/>
                <a:gd name="connsiteY8" fmla="*/ 304794 h 304687"/>
                <a:gd name="connsiteX9" fmla="*/ 51541 w 70248"/>
                <a:gd name="connsiteY9" fmla="*/ 245380 h 304687"/>
                <a:gd name="connsiteX10" fmla="*/ 70617 w 70248"/>
                <a:gd name="connsiteY10" fmla="*/ 152450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48" h="304687">
                  <a:moveTo>
                    <a:pt x="70617" y="152450"/>
                  </a:moveTo>
                  <a:cubicBezTo>
                    <a:pt x="70617" y="128684"/>
                    <a:pt x="67287" y="91817"/>
                    <a:pt x="50633" y="57387"/>
                  </a:cubicBezTo>
                  <a:cubicBezTo>
                    <a:pt x="32465" y="19911"/>
                    <a:pt x="6425" y="106"/>
                    <a:pt x="3397" y="106"/>
                  </a:cubicBezTo>
                  <a:cubicBezTo>
                    <a:pt x="1581" y="106"/>
                    <a:pt x="369" y="1325"/>
                    <a:pt x="369" y="3153"/>
                  </a:cubicBezTo>
                  <a:cubicBezTo>
                    <a:pt x="369" y="4067"/>
                    <a:pt x="369" y="4676"/>
                    <a:pt x="6122" y="10161"/>
                  </a:cubicBezTo>
                  <a:cubicBezTo>
                    <a:pt x="35796" y="40325"/>
                    <a:pt x="53055" y="88770"/>
                    <a:pt x="53055" y="152450"/>
                  </a:cubicBezTo>
                  <a:cubicBezTo>
                    <a:pt x="53055" y="204551"/>
                    <a:pt x="41852" y="258176"/>
                    <a:pt x="4306" y="296567"/>
                  </a:cubicBezTo>
                  <a:cubicBezTo>
                    <a:pt x="369" y="300223"/>
                    <a:pt x="369" y="300833"/>
                    <a:pt x="369" y="301747"/>
                  </a:cubicBezTo>
                  <a:cubicBezTo>
                    <a:pt x="369" y="303575"/>
                    <a:pt x="1581" y="304794"/>
                    <a:pt x="3397" y="304794"/>
                  </a:cubicBezTo>
                  <a:cubicBezTo>
                    <a:pt x="6425" y="304794"/>
                    <a:pt x="33677" y="284075"/>
                    <a:pt x="51541" y="245380"/>
                  </a:cubicBezTo>
                  <a:cubicBezTo>
                    <a:pt x="66984" y="211864"/>
                    <a:pt x="70617" y="178044"/>
                    <a:pt x="70617" y="152450"/>
                  </a:cubicBez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358B56F-8D94-2882-EFB3-90B00FA941F0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3570004" y="8247360"/>
              <a:ext cx="41482" cy="304687"/>
            </a:xfrm>
            <a:custGeom>
              <a:avLst/>
              <a:gdLst>
                <a:gd name="connsiteX0" fmla="*/ 41856 w 41482"/>
                <a:gd name="connsiteY0" fmla="*/ 106 h 304687"/>
                <a:gd name="connsiteX1" fmla="*/ 373 w 41482"/>
                <a:gd name="connsiteY1" fmla="*/ 106 h 304687"/>
                <a:gd name="connsiteX2" fmla="*/ 373 w 41482"/>
                <a:gd name="connsiteY2" fmla="*/ 12294 h 304687"/>
                <a:gd name="connsiteX3" fmla="*/ 29744 w 41482"/>
                <a:gd name="connsiteY3" fmla="*/ 12294 h 304687"/>
                <a:gd name="connsiteX4" fmla="*/ 29744 w 41482"/>
                <a:gd name="connsiteY4" fmla="*/ 292606 h 304687"/>
                <a:gd name="connsiteX5" fmla="*/ 373 w 41482"/>
                <a:gd name="connsiteY5" fmla="*/ 292606 h 304687"/>
                <a:gd name="connsiteX6" fmla="*/ 373 w 41482"/>
                <a:gd name="connsiteY6" fmla="*/ 304794 h 304687"/>
                <a:gd name="connsiteX7" fmla="*/ 41856 w 41482"/>
                <a:gd name="connsiteY7" fmla="*/ 304794 h 304687"/>
                <a:gd name="connsiteX8" fmla="*/ 41856 w 41482"/>
                <a:gd name="connsiteY8" fmla="*/ 106 h 30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82" h="304687">
                  <a:moveTo>
                    <a:pt x="41856" y="106"/>
                  </a:moveTo>
                  <a:lnTo>
                    <a:pt x="373" y="106"/>
                  </a:lnTo>
                  <a:lnTo>
                    <a:pt x="373" y="12294"/>
                  </a:lnTo>
                  <a:lnTo>
                    <a:pt x="29744" y="12294"/>
                  </a:lnTo>
                  <a:lnTo>
                    <a:pt x="29744" y="292606"/>
                  </a:lnTo>
                  <a:lnTo>
                    <a:pt x="373" y="292606"/>
                  </a:lnTo>
                  <a:lnTo>
                    <a:pt x="373" y="304794"/>
                  </a:lnTo>
                  <a:lnTo>
                    <a:pt x="41856" y="304794"/>
                  </a:lnTo>
                  <a:lnTo>
                    <a:pt x="41856" y="106"/>
                  </a:lnTo>
                  <a:close/>
                </a:path>
              </a:pathLst>
            </a:custGeom>
            <a:solidFill>
              <a:srgbClr val="FFFFFF"/>
            </a:solidFill>
            <a:ln w="303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315F6494-07C1-669A-6529-0BFFE67CE002}"/>
              </a:ext>
            </a:extLst>
          </p:cNvPr>
          <p:cNvSpPr/>
          <p:nvPr/>
        </p:nvSpPr>
        <p:spPr>
          <a:xfrm>
            <a:off x="6237759" y="1180713"/>
            <a:ext cx="987136" cy="5247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79D2E0D-2A5F-18FF-F92D-6D0E5F4991B1}"/>
              </a:ext>
            </a:extLst>
          </p:cNvPr>
          <p:cNvSpPr/>
          <p:nvPr/>
        </p:nvSpPr>
        <p:spPr>
          <a:xfrm>
            <a:off x="6562689" y="1775940"/>
            <a:ext cx="987136" cy="5247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knots}&#10;\end{align*}&#10;}&#10;\end{document}" title="IguanaTex Shape Display">
            <a:extLst>
              <a:ext uri="{FF2B5EF4-FFF2-40B4-BE49-F238E27FC236}">
                <a16:creationId xmlns:a16="http://schemas.microsoft.com/office/drawing/2014/main" id="{8B04866E-9207-4068-078E-1D001246B8F1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546825" y="1937212"/>
            <a:ext cx="635760" cy="202163"/>
            <a:chOff x="9256755" y="4829690"/>
            <a:chExt cx="635760" cy="202163"/>
          </a:xfrm>
          <a:solidFill>
            <a:srgbClr val="FF0000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BDB6C9-30A8-D41D-D9F5-019C38CE719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256755" y="4829690"/>
              <a:ext cx="148946" cy="199246"/>
            </a:xfrm>
            <a:custGeom>
              <a:avLst/>
              <a:gdLst>
                <a:gd name="connsiteX0" fmla="*/ 223 w 148946"/>
                <a:gd name="connsiteY0" fmla="*/ 17588 h 199246"/>
                <a:gd name="connsiteX1" fmla="*/ 9794 w 148946"/>
                <a:gd name="connsiteY1" fmla="*/ 17005 h 199246"/>
                <a:gd name="connsiteX2" fmla="*/ 22654 w 148946"/>
                <a:gd name="connsiteY2" fmla="*/ 34800 h 199246"/>
                <a:gd name="connsiteX3" fmla="*/ 22654 w 148946"/>
                <a:gd name="connsiteY3" fmla="*/ 175410 h 199246"/>
                <a:gd name="connsiteX4" fmla="*/ 223 w 148946"/>
                <a:gd name="connsiteY4" fmla="*/ 194955 h 199246"/>
                <a:gd name="connsiteX5" fmla="*/ 223 w 148946"/>
                <a:gd name="connsiteY5" fmla="*/ 199331 h 199246"/>
                <a:gd name="connsiteX6" fmla="*/ 70210 w 148946"/>
                <a:gd name="connsiteY6" fmla="*/ 199331 h 199246"/>
                <a:gd name="connsiteX7" fmla="*/ 70210 w 148946"/>
                <a:gd name="connsiteY7" fmla="*/ 194955 h 199246"/>
                <a:gd name="connsiteX8" fmla="*/ 64228 w 148946"/>
                <a:gd name="connsiteY8" fmla="*/ 194663 h 199246"/>
                <a:gd name="connsiteX9" fmla="*/ 47778 w 148946"/>
                <a:gd name="connsiteY9" fmla="*/ 179786 h 199246"/>
                <a:gd name="connsiteX10" fmla="*/ 47778 w 148946"/>
                <a:gd name="connsiteY10" fmla="*/ 126109 h 199246"/>
                <a:gd name="connsiteX11" fmla="*/ 89650 w 148946"/>
                <a:gd name="connsiteY11" fmla="*/ 180661 h 199246"/>
                <a:gd name="connsiteX12" fmla="*/ 90548 w 148946"/>
                <a:gd name="connsiteY12" fmla="*/ 181828 h 199246"/>
                <a:gd name="connsiteX13" fmla="*/ 92641 w 148946"/>
                <a:gd name="connsiteY13" fmla="*/ 184453 h 199246"/>
                <a:gd name="connsiteX14" fmla="*/ 95931 w 148946"/>
                <a:gd name="connsiteY14" fmla="*/ 190579 h 199246"/>
                <a:gd name="connsiteX15" fmla="*/ 89650 w 148946"/>
                <a:gd name="connsiteY15" fmla="*/ 194955 h 199246"/>
                <a:gd name="connsiteX16" fmla="*/ 83968 w 148946"/>
                <a:gd name="connsiteY16" fmla="*/ 194955 h 199246"/>
                <a:gd name="connsiteX17" fmla="*/ 83968 w 148946"/>
                <a:gd name="connsiteY17" fmla="*/ 199331 h 199246"/>
                <a:gd name="connsiteX18" fmla="*/ 149169 w 148946"/>
                <a:gd name="connsiteY18" fmla="*/ 199331 h 199246"/>
                <a:gd name="connsiteX19" fmla="*/ 149169 w 148946"/>
                <a:gd name="connsiteY19" fmla="*/ 194955 h 199246"/>
                <a:gd name="connsiteX20" fmla="*/ 114176 w 148946"/>
                <a:gd name="connsiteY20" fmla="*/ 173659 h 199246"/>
                <a:gd name="connsiteX21" fmla="*/ 68415 w 148946"/>
                <a:gd name="connsiteY21" fmla="*/ 117065 h 199246"/>
                <a:gd name="connsiteX22" fmla="*/ 77089 w 148946"/>
                <a:gd name="connsiteY22" fmla="*/ 109189 h 199246"/>
                <a:gd name="connsiteX23" fmla="*/ 125541 w 148946"/>
                <a:gd name="connsiteY23" fmla="*/ 74182 h 199246"/>
                <a:gd name="connsiteX24" fmla="*/ 139299 w 148946"/>
                <a:gd name="connsiteY24" fmla="*/ 72432 h 199246"/>
                <a:gd name="connsiteX25" fmla="*/ 141692 w 148946"/>
                <a:gd name="connsiteY25" fmla="*/ 72432 h 199246"/>
                <a:gd name="connsiteX26" fmla="*/ 141692 w 148946"/>
                <a:gd name="connsiteY26" fmla="*/ 68056 h 199246"/>
                <a:gd name="connsiteX27" fmla="*/ 80678 w 148946"/>
                <a:gd name="connsiteY27" fmla="*/ 68056 h 199246"/>
                <a:gd name="connsiteX28" fmla="*/ 80678 w 148946"/>
                <a:gd name="connsiteY28" fmla="*/ 72140 h 199246"/>
                <a:gd name="connsiteX29" fmla="*/ 95632 w 148946"/>
                <a:gd name="connsiteY29" fmla="*/ 77683 h 199246"/>
                <a:gd name="connsiteX30" fmla="*/ 88753 w 148946"/>
                <a:gd name="connsiteY30" fmla="*/ 87601 h 199246"/>
                <a:gd name="connsiteX31" fmla="*/ 47778 w 148946"/>
                <a:gd name="connsiteY31" fmla="*/ 123191 h 199246"/>
                <a:gd name="connsiteX32" fmla="*/ 47778 w 148946"/>
                <a:gd name="connsiteY32" fmla="*/ 668 h 199246"/>
                <a:gd name="connsiteX33" fmla="*/ 46582 w 148946"/>
                <a:gd name="connsiteY33" fmla="*/ 85 h 199246"/>
                <a:gd name="connsiteX34" fmla="*/ 9196 w 148946"/>
                <a:gd name="connsiteY34" fmla="*/ 10587 h 199246"/>
                <a:gd name="connsiteX35" fmla="*/ 223 w 148946"/>
                <a:gd name="connsiteY35" fmla="*/ 12920 h 199246"/>
                <a:gd name="connsiteX36" fmla="*/ 223 w 148946"/>
                <a:gd name="connsiteY36" fmla="*/ 17588 h 199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8946" h="199246">
                  <a:moveTo>
                    <a:pt x="223" y="17588"/>
                  </a:moveTo>
                  <a:cubicBezTo>
                    <a:pt x="4111" y="17296"/>
                    <a:pt x="6803" y="17005"/>
                    <a:pt x="9794" y="17005"/>
                  </a:cubicBezTo>
                  <a:cubicBezTo>
                    <a:pt x="19664" y="17005"/>
                    <a:pt x="22654" y="20797"/>
                    <a:pt x="22654" y="34800"/>
                  </a:cubicBezTo>
                  <a:lnTo>
                    <a:pt x="22654" y="175410"/>
                  </a:lnTo>
                  <a:cubicBezTo>
                    <a:pt x="22654" y="190579"/>
                    <a:pt x="21757" y="191455"/>
                    <a:pt x="223" y="194955"/>
                  </a:cubicBezTo>
                  <a:lnTo>
                    <a:pt x="223" y="199331"/>
                  </a:lnTo>
                  <a:lnTo>
                    <a:pt x="70210" y="199331"/>
                  </a:lnTo>
                  <a:lnTo>
                    <a:pt x="70210" y="194955"/>
                  </a:lnTo>
                  <a:lnTo>
                    <a:pt x="64228" y="194663"/>
                  </a:lnTo>
                  <a:cubicBezTo>
                    <a:pt x="52264" y="194080"/>
                    <a:pt x="47778" y="189996"/>
                    <a:pt x="47778" y="179786"/>
                  </a:cubicBezTo>
                  <a:lnTo>
                    <a:pt x="47778" y="126109"/>
                  </a:lnTo>
                  <a:lnTo>
                    <a:pt x="89650" y="180661"/>
                  </a:lnTo>
                  <a:lnTo>
                    <a:pt x="90548" y="181828"/>
                  </a:lnTo>
                  <a:cubicBezTo>
                    <a:pt x="91146" y="182703"/>
                    <a:pt x="91744" y="183578"/>
                    <a:pt x="92641" y="184453"/>
                  </a:cubicBezTo>
                  <a:cubicBezTo>
                    <a:pt x="95034" y="187370"/>
                    <a:pt x="95931" y="189121"/>
                    <a:pt x="95931" y="190579"/>
                  </a:cubicBezTo>
                  <a:cubicBezTo>
                    <a:pt x="95931" y="193205"/>
                    <a:pt x="93239" y="194955"/>
                    <a:pt x="89650" y="194955"/>
                  </a:cubicBezTo>
                  <a:lnTo>
                    <a:pt x="83968" y="194955"/>
                  </a:lnTo>
                  <a:lnTo>
                    <a:pt x="83968" y="199331"/>
                  </a:lnTo>
                  <a:lnTo>
                    <a:pt x="149169" y="199331"/>
                  </a:lnTo>
                  <a:lnTo>
                    <a:pt x="149169" y="194955"/>
                  </a:lnTo>
                  <a:cubicBezTo>
                    <a:pt x="136009" y="194080"/>
                    <a:pt x="126737" y="188537"/>
                    <a:pt x="114176" y="173659"/>
                  </a:cubicBezTo>
                  <a:lnTo>
                    <a:pt x="68415" y="117065"/>
                  </a:lnTo>
                  <a:lnTo>
                    <a:pt x="77089" y="109189"/>
                  </a:lnTo>
                  <a:cubicBezTo>
                    <a:pt x="98324" y="89935"/>
                    <a:pt x="116868" y="76516"/>
                    <a:pt x="125541" y="74182"/>
                  </a:cubicBezTo>
                  <a:cubicBezTo>
                    <a:pt x="130027" y="73015"/>
                    <a:pt x="134215" y="72432"/>
                    <a:pt x="139299" y="72432"/>
                  </a:cubicBezTo>
                  <a:lnTo>
                    <a:pt x="141692" y="72432"/>
                  </a:lnTo>
                  <a:lnTo>
                    <a:pt x="141692" y="68056"/>
                  </a:lnTo>
                  <a:lnTo>
                    <a:pt x="80678" y="68056"/>
                  </a:lnTo>
                  <a:lnTo>
                    <a:pt x="80678" y="72140"/>
                  </a:lnTo>
                  <a:cubicBezTo>
                    <a:pt x="92342" y="72432"/>
                    <a:pt x="95632" y="73599"/>
                    <a:pt x="95632" y="77683"/>
                  </a:cubicBezTo>
                  <a:cubicBezTo>
                    <a:pt x="95632" y="80017"/>
                    <a:pt x="92940" y="84101"/>
                    <a:pt x="88753" y="87601"/>
                  </a:cubicBezTo>
                  <a:lnTo>
                    <a:pt x="47778" y="123191"/>
                  </a:lnTo>
                  <a:lnTo>
                    <a:pt x="47778" y="668"/>
                  </a:lnTo>
                  <a:lnTo>
                    <a:pt x="46582" y="85"/>
                  </a:lnTo>
                  <a:cubicBezTo>
                    <a:pt x="35216" y="3585"/>
                    <a:pt x="26543" y="5919"/>
                    <a:pt x="9196" y="10587"/>
                  </a:cubicBezTo>
                  <a:lnTo>
                    <a:pt x="223" y="12920"/>
                  </a:lnTo>
                  <a:lnTo>
                    <a:pt x="223" y="17588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0DF0058-B837-FAC5-88DD-D9EA0EC40F6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409552" y="4894744"/>
              <a:ext cx="140272" cy="134192"/>
            </a:xfrm>
            <a:custGeom>
              <a:avLst/>
              <a:gdLst>
                <a:gd name="connsiteX0" fmla="*/ 228 w 140272"/>
                <a:gd name="connsiteY0" fmla="*/ 18171 h 134192"/>
                <a:gd name="connsiteX1" fmla="*/ 8303 w 140272"/>
                <a:gd name="connsiteY1" fmla="*/ 17005 h 134192"/>
                <a:gd name="connsiteX2" fmla="*/ 19370 w 140272"/>
                <a:gd name="connsiteY2" fmla="*/ 35675 h 134192"/>
                <a:gd name="connsiteX3" fmla="*/ 19370 w 140272"/>
                <a:gd name="connsiteY3" fmla="*/ 108022 h 134192"/>
                <a:gd name="connsiteX4" fmla="*/ 826 w 140272"/>
                <a:gd name="connsiteY4" fmla="*/ 129901 h 134192"/>
                <a:gd name="connsiteX5" fmla="*/ 826 w 140272"/>
                <a:gd name="connsiteY5" fmla="*/ 134277 h 134192"/>
                <a:gd name="connsiteX6" fmla="*/ 64233 w 140272"/>
                <a:gd name="connsiteY6" fmla="*/ 134277 h 134192"/>
                <a:gd name="connsiteX7" fmla="*/ 64233 w 140272"/>
                <a:gd name="connsiteY7" fmla="*/ 129901 h 134192"/>
                <a:gd name="connsiteX8" fmla="*/ 44493 w 140272"/>
                <a:gd name="connsiteY8" fmla="*/ 114732 h 134192"/>
                <a:gd name="connsiteX9" fmla="*/ 44493 w 140272"/>
                <a:gd name="connsiteY9" fmla="*/ 32758 h 134192"/>
                <a:gd name="connsiteX10" fmla="*/ 75299 w 140272"/>
                <a:gd name="connsiteY10" fmla="*/ 16129 h 134192"/>
                <a:gd name="connsiteX11" fmla="*/ 97133 w 140272"/>
                <a:gd name="connsiteY11" fmla="*/ 44426 h 134192"/>
                <a:gd name="connsiteX12" fmla="*/ 97133 w 140272"/>
                <a:gd name="connsiteY12" fmla="*/ 105396 h 134192"/>
                <a:gd name="connsiteX13" fmla="*/ 78290 w 140272"/>
                <a:gd name="connsiteY13" fmla="*/ 129901 h 134192"/>
                <a:gd name="connsiteX14" fmla="*/ 78290 w 140272"/>
                <a:gd name="connsiteY14" fmla="*/ 134277 h 134192"/>
                <a:gd name="connsiteX15" fmla="*/ 140501 w 140272"/>
                <a:gd name="connsiteY15" fmla="*/ 134277 h 134192"/>
                <a:gd name="connsiteX16" fmla="*/ 140501 w 140272"/>
                <a:gd name="connsiteY16" fmla="*/ 129901 h 134192"/>
                <a:gd name="connsiteX17" fmla="*/ 122256 w 140272"/>
                <a:gd name="connsiteY17" fmla="*/ 110647 h 134192"/>
                <a:gd name="connsiteX18" fmla="*/ 122256 w 140272"/>
                <a:gd name="connsiteY18" fmla="*/ 43843 h 134192"/>
                <a:gd name="connsiteX19" fmla="*/ 86964 w 140272"/>
                <a:gd name="connsiteY19" fmla="*/ 85 h 134192"/>
                <a:gd name="connsiteX20" fmla="*/ 43596 w 140272"/>
                <a:gd name="connsiteY20" fmla="*/ 23714 h 134192"/>
                <a:gd name="connsiteX21" fmla="*/ 43596 w 140272"/>
                <a:gd name="connsiteY21" fmla="*/ 668 h 134192"/>
                <a:gd name="connsiteX22" fmla="*/ 41502 w 140272"/>
                <a:gd name="connsiteY22" fmla="*/ 85 h 134192"/>
                <a:gd name="connsiteX23" fmla="*/ 228 w 140272"/>
                <a:gd name="connsiteY23" fmla="*/ 13212 h 134192"/>
                <a:gd name="connsiteX24" fmla="*/ 228 w 140272"/>
                <a:gd name="connsiteY24" fmla="*/ 18171 h 1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72" h="134192">
                  <a:moveTo>
                    <a:pt x="228" y="18171"/>
                  </a:moveTo>
                  <a:cubicBezTo>
                    <a:pt x="2022" y="17296"/>
                    <a:pt x="5013" y="17005"/>
                    <a:pt x="8303" y="17005"/>
                  </a:cubicBezTo>
                  <a:cubicBezTo>
                    <a:pt x="16678" y="17005"/>
                    <a:pt x="19370" y="21380"/>
                    <a:pt x="19370" y="35675"/>
                  </a:cubicBezTo>
                  <a:lnTo>
                    <a:pt x="19370" y="108022"/>
                  </a:lnTo>
                  <a:cubicBezTo>
                    <a:pt x="19370" y="124650"/>
                    <a:pt x="16080" y="128734"/>
                    <a:pt x="826" y="129901"/>
                  </a:cubicBezTo>
                  <a:lnTo>
                    <a:pt x="826" y="134277"/>
                  </a:lnTo>
                  <a:lnTo>
                    <a:pt x="64233" y="134277"/>
                  </a:lnTo>
                  <a:lnTo>
                    <a:pt x="64233" y="129901"/>
                  </a:lnTo>
                  <a:cubicBezTo>
                    <a:pt x="48979" y="128734"/>
                    <a:pt x="44493" y="125234"/>
                    <a:pt x="44493" y="114732"/>
                  </a:cubicBezTo>
                  <a:lnTo>
                    <a:pt x="44493" y="32758"/>
                  </a:lnTo>
                  <a:cubicBezTo>
                    <a:pt x="58849" y="19630"/>
                    <a:pt x="65429" y="16129"/>
                    <a:pt x="75299" y="16129"/>
                  </a:cubicBezTo>
                  <a:cubicBezTo>
                    <a:pt x="89955" y="16129"/>
                    <a:pt x="97133" y="25173"/>
                    <a:pt x="97133" y="44426"/>
                  </a:cubicBezTo>
                  <a:lnTo>
                    <a:pt x="97133" y="105396"/>
                  </a:lnTo>
                  <a:cubicBezTo>
                    <a:pt x="97133" y="123775"/>
                    <a:pt x="93244" y="128734"/>
                    <a:pt x="78290" y="129901"/>
                  </a:cubicBezTo>
                  <a:lnTo>
                    <a:pt x="78290" y="134277"/>
                  </a:lnTo>
                  <a:lnTo>
                    <a:pt x="140501" y="134277"/>
                  </a:lnTo>
                  <a:lnTo>
                    <a:pt x="140501" y="129901"/>
                  </a:lnTo>
                  <a:cubicBezTo>
                    <a:pt x="125845" y="128442"/>
                    <a:pt x="122256" y="124942"/>
                    <a:pt x="122256" y="110647"/>
                  </a:cubicBezTo>
                  <a:lnTo>
                    <a:pt x="122256" y="43843"/>
                  </a:lnTo>
                  <a:cubicBezTo>
                    <a:pt x="122256" y="16421"/>
                    <a:pt x="109096" y="85"/>
                    <a:pt x="86964" y="85"/>
                  </a:cubicBezTo>
                  <a:cubicBezTo>
                    <a:pt x="73206" y="85"/>
                    <a:pt x="63934" y="5044"/>
                    <a:pt x="43596" y="23714"/>
                  </a:cubicBezTo>
                  <a:lnTo>
                    <a:pt x="43596" y="668"/>
                  </a:lnTo>
                  <a:lnTo>
                    <a:pt x="41502" y="85"/>
                  </a:lnTo>
                  <a:cubicBezTo>
                    <a:pt x="26847" y="5336"/>
                    <a:pt x="16678" y="8545"/>
                    <a:pt x="228" y="13212"/>
                  </a:cubicBezTo>
                  <a:lnTo>
                    <a:pt x="228" y="18171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451C181-8A28-9DBC-1162-0DCED7AF29C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563545" y="4894744"/>
              <a:ext cx="131898" cy="137109"/>
            </a:xfrm>
            <a:custGeom>
              <a:avLst/>
              <a:gdLst>
                <a:gd name="connsiteX0" fmla="*/ 66331 w 131898"/>
                <a:gd name="connsiteY0" fmla="*/ 85 h 137109"/>
                <a:gd name="connsiteX1" fmla="*/ 233 w 131898"/>
                <a:gd name="connsiteY1" fmla="*/ 68348 h 137109"/>
                <a:gd name="connsiteX2" fmla="*/ 65733 w 131898"/>
                <a:gd name="connsiteY2" fmla="*/ 137194 h 137109"/>
                <a:gd name="connsiteX3" fmla="*/ 132131 w 131898"/>
                <a:gd name="connsiteY3" fmla="*/ 66014 h 137109"/>
                <a:gd name="connsiteX4" fmla="*/ 66331 w 131898"/>
                <a:gd name="connsiteY4" fmla="*/ 85 h 137109"/>
                <a:gd name="connsiteX5" fmla="*/ 62443 w 131898"/>
                <a:gd name="connsiteY5" fmla="*/ 8253 h 137109"/>
                <a:gd name="connsiteX6" fmla="*/ 105213 w 131898"/>
                <a:gd name="connsiteY6" fmla="*/ 76224 h 137109"/>
                <a:gd name="connsiteX7" fmla="*/ 69322 w 131898"/>
                <a:gd name="connsiteY7" fmla="*/ 129026 h 137109"/>
                <a:gd name="connsiteX8" fmla="*/ 40311 w 131898"/>
                <a:gd name="connsiteY8" fmla="*/ 110356 h 137109"/>
                <a:gd name="connsiteX9" fmla="*/ 27151 w 131898"/>
                <a:gd name="connsiteY9" fmla="*/ 54053 h 137109"/>
                <a:gd name="connsiteX10" fmla="*/ 62443 w 131898"/>
                <a:gd name="connsiteY10" fmla="*/ 8253 h 137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1898" h="137109">
                  <a:moveTo>
                    <a:pt x="66331" y="85"/>
                  </a:moveTo>
                  <a:cubicBezTo>
                    <a:pt x="27450" y="85"/>
                    <a:pt x="233" y="28090"/>
                    <a:pt x="233" y="68348"/>
                  </a:cubicBezTo>
                  <a:cubicBezTo>
                    <a:pt x="233" y="107730"/>
                    <a:pt x="28048" y="137194"/>
                    <a:pt x="65733" y="137194"/>
                  </a:cubicBezTo>
                  <a:cubicBezTo>
                    <a:pt x="103419" y="137194"/>
                    <a:pt x="132131" y="106272"/>
                    <a:pt x="132131" y="66014"/>
                  </a:cubicBezTo>
                  <a:cubicBezTo>
                    <a:pt x="132131" y="27798"/>
                    <a:pt x="104615" y="85"/>
                    <a:pt x="66331" y="85"/>
                  </a:cubicBezTo>
                  <a:close/>
                  <a:moveTo>
                    <a:pt x="62443" y="8253"/>
                  </a:moveTo>
                  <a:cubicBezTo>
                    <a:pt x="87567" y="8253"/>
                    <a:pt x="105213" y="36258"/>
                    <a:pt x="105213" y="76224"/>
                  </a:cubicBezTo>
                  <a:cubicBezTo>
                    <a:pt x="105213" y="109189"/>
                    <a:pt x="91754" y="129026"/>
                    <a:pt x="69322" y="129026"/>
                  </a:cubicBezTo>
                  <a:cubicBezTo>
                    <a:pt x="57658" y="129026"/>
                    <a:pt x="46592" y="122025"/>
                    <a:pt x="40311" y="110356"/>
                  </a:cubicBezTo>
                  <a:cubicBezTo>
                    <a:pt x="31936" y="95186"/>
                    <a:pt x="27151" y="74766"/>
                    <a:pt x="27151" y="54053"/>
                  </a:cubicBezTo>
                  <a:cubicBezTo>
                    <a:pt x="27151" y="26340"/>
                    <a:pt x="41208" y="8253"/>
                    <a:pt x="62443" y="8253"/>
                  </a:cubicBez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A8BAB9B-7D5F-0E86-603A-0129C4BF4CE1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708865" y="4860029"/>
              <a:ext cx="79557" cy="171824"/>
            </a:xfrm>
            <a:custGeom>
              <a:avLst/>
              <a:gdLst>
                <a:gd name="connsiteX0" fmla="*/ 72617 w 79557"/>
                <a:gd name="connsiteY0" fmla="*/ 37717 h 171824"/>
                <a:gd name="connsiteX1" fmla="*/ 42409 w 79557"/>
                <a:gd name="connsiteY1" fmla="*/ 37717 h 171824"/>
                <a:gd name="connsiteX2" fmla="*/ 42409 w 79557"/>
                <a:gd name="connsiteY2" fmla="*/ 3877 h 171824"/>
                <a:gd name="connsiteX3" fmla="*/ 40316 w 79557"/>
                <a:gd name="connsiteY3" fmla="*/ 85 h 171824"/>
                <a:gd name="connsiteX4" fmla="*/ 34334 w 79557"/>
                <a:gd name="connsiteY4" fmla="*/ 8253 h 171824"/>
                <a:gd name="connsiteX5" fmla="*/ 5322 w 79557"/>
                <a:gd name="connsiteY5" fmla="*/ 39467 h 171824"/>
                <a:gd name="connsiteX6" fmla="*/ 238 w 79557"/>
                <a:gd name="connsiteY6" fmla="*/ 45010 h 171824"/>
                <a:gd name="connsiteX7" fmla="*/ 1434 w 79557"/>
                <a:gd name="connsiteY7" fmla="*/ 47052 h 171824"/>
                <a:gd name="connsiteX8" fmla="*/ 17286 w 79557"/>
                <a:gd name="connsiteY8" fmla="*/ 47052 h 171824"/>
                <a:gd name="connsiteX9" fmla="*/ 17286 w 79557"/>
                <a:gd name="connsiteY9" fmla="*/ 134860 h 171824"/>
                <a:gd name="connsiteX10" fmla="*/ 43905 w 79557"/>
                <a:gd name="connsiteY10" fmla="*/ 171909 h 171824"/>
                <a:gd name="connsiteX11" fmla="*/ 79795 w 79557"/>
                <a:gd name="connsiteY11" fmla="*/ 149738 h 171824"/>
                <a:gd name="connsiteX12" fmla="*/ 75907 w 79557"/>
                <a:gd name="connsiteY12" fmla="*/ 146529 h 171824"/>
                <a:gd name="connsiteX13" fmla="*/ 57962 w 79557"/>
                <a:gd name="connsiteY13" fmla="*/ 156740 h 171824"/>
                <a:gd name="connsiteX14" fmla="*/ 42409 w 79557"/>
                <a:gd name="connsiteY14" fmla="*/ 130485 h 171824"/>
                <a:gd name="connsiteX15" fmla="*/ 42409 w 79557"/>
                <a:gd name="connsiteY15" fmla="*/ 47052 h 171824"/>
                <a:gd name="connsiteX16" fmla="*/ 72617 w 79557"/>
                <a:gd name="connsiteY16" fmla="*/ 47052 h 171824"/>
                <a:gd name="connsiteX17" fmla="*/ 72617 w 79557"/>
                <a:gd name="connsiteY17" fmla="*/ 37717 h 171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557" h="171824">
                  <a:moveTo>
                    <a:pt x="72617" y="37717"/>
                  </a:moveTo>
                  <a:lnTo>
                    <a:pt x="42409" y="37717"/>
                  </a:lnTo>
                  <a:lnTo>
                    <a:pt x="42409" y="3877"/>
                  </a:lnTo>
                  <a:cubicBezTo>
                    <a:pt x="42409" y="960"/>
                    <a:pt x="42110" y="85"/>
                    <a:pt x="40316" y="85"/>
                  </a:cubicBezTo>
                  <a:cubicBezTo>
                    <a:pt x="38222" y="2710"/>
                    <a:pt x="36428" y="5336"/>
                    <a:pt x="34334" y="8253"/>
                  </a:cubicBezTo>
                  <a:cubicBezTo>
                    <a:pt x="22969" y="24298"/>
                    <a:pt x="10108" y="38300"/>
                    <a:pt x="5322" y="39467"/>
                  </a:cubicBezTo>
                  <a:cubicBezTo>
                    <a:pt x="2032" y="41509"/>
                    <a:pt x="238" y="43551"/>
                    <a:pt x="238" y="45010"/>
                  </a:cubicBezTo>
                  <a:cubicBezTo>
                    <a:pt x="238" y="45885"/>
                    <a:pt x="537" y="46469"/>
                    <a:pt x="1434" y="47052"/>
                  </a:cubicBezTo>
                  <a:lnTo>
                    <a:pt x="17286" y="47052"/>
                  </a:lnTo>
                  <a:lnTo>
                    <a:pt x="17286" y="134860"/>
                  </a:lnTo>
                  <a:cubicBezTo>
                    <a:pt x="17286" y="159365"/>
                    <a:pt x="26259" y="171909"/>
                    <a:pt x="43905" y="171909"/>
                  </a:cubicBezTo>
                  <a:cubicBezTo>
                    <a:pt x="58560" y="171909"/>
                    <a:pt x="69926" y="164908"/>
                    <a:pt x="79795" y="149738"/>
                  </a:cubicBezTo>
                  <a:lnTo>
                    <a:pt x="75907" y="146529"/>
                  </a:lnTo>
                  <a:cubicBezTo>
                    <a:pt x="69626" y="153822"/>
                    <a:pt x="64542" y="156740"/>
                    <a:pt x="57962" y="156740"/>
                  </a:cubicBezTo>
                  <a:cubicBezTo>
                    <a:pt x="46896" y="156740"/>
                    <a:pt x="42409" y="148863"/>
                    <a:pt x="42409" y="130485"/>
                  </a:cubicBezTo>
                  <a:lnTo>
                    <a:pt x="42409" y="47052"/>
                  </a:lnTo>
                  <a:lnTo>
                    <a:pt x="72617" y="47052"/>
                  </a:lnTo>
                  <a:lnTo>
                    <a:pt x="72617" y="37717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D7C102D-B20C-CB9F-07C7-425A1641E39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803686" y="4895036"/>
              <a:ext cx="88829" cy="136817"/>
            </a:xfrm>
            <a:custGeom>
              <a:avLst/>
              <a:gdLst>
                <a:gd name="connsiteX0" fmla="*/ 79200 w 88829"/>
                <a:gd name="connsiteY0" fmla="*/ 42384 h 136817"/>
                <a:gd name="connsiteX1" fmla="*/ 78004 w 88829"/>
                <a:gd name="connsiteY1" fmla="*/ 2710 h 136817"/>
                <a:gd name="connsiteX2" fmla="*/ 74714 w 88829"/>
                <a:gd name="connsiteY2" fmla="*/ 2710 h 136817"/>
                <a:gd name="connsiteX3" fmla="*/ 74116 w 88829"/>
                <a:gd name="connsiteY3" fmla="*/ 3294 h 136817"/>
                <a:gd name="connsiteX4" fmla="*/ 69928 w 88829"/>
                <a:gd name="connsiteY4" fmla="*/ 5627 h 136817"/>
                <a:gd name="connsiteX5" fmla="*/ 61853 w 88829"/>
                <a:gd name="connsiteY5" fmla="*/ 3585 h 136817"/>
                <a:gd name="connsiteX6" fmla="*/ 40917 w 88829"/>
                <a:gd name="connsiteY6" fmla="*/ 85 h 136817"/>
                <a:gd name="connsiteX7" fmla="*/ 241 w 88829"/>
                <a:gd name="connsiteY7" fmla="*/ 35967 h 136817"/>
                <a:gd name="connsiteX8" fmla="*/ 35234 w 88829"/>
                <a:gd name="connsiteY8" fmla="*/ 77975 h 136817"/>
                <a:gd name="connsiteX9" fmla="*/ 52581 w 88829"/>
                <a:gd name="connsiteY9" fmla="*/ 87601 h 136817"/>
                <a:gd name="connsiteX10" fmla="*/ 68134 w 88829"/>
                <a:gd name="connsiteY10" fmla="*/ 109481 h 136817"/>
                <a:gd name="connsiteX11" fmla="*/ 43309 w 88829"/>
                <a:gd name="connsiteY11" fmla="*/ 130485 h 136817"/>
                <a:gd name="connsiteX12" fmla="*/ 18186 w 88829"/>
                <a:gd name="connsiteY12" fmla="*/ 120274 h 136817"/>
                <a:gd name="connsiteX13" fmla="*/ 5325 w 88829"/>
                <a:gd name="connsiteY13" fmla="*/ 89643 h 136817"/>
                <a:gd name="connsiteX14" fmla="*/ 540 w 88829"/>
                <a:gd name="connsiteY14" fmla="*/ 89643 h 136817"/>
                <a:gd name="connsiteX15" fmla="*/ 540 w 88829"/>
                <a:gd name="connsiteY15" fmla="*/ 135152 h 136817"/>
                <a:gd name="connsiteX16" fmla="*/ 4428 w 88829"/>
                <a:gd name="connsiteY16" fmla="*/ 135152 h 136817"/>
                <a:gd name="connsiteX17" fmla="*/ 11307 w 88829"/>
                <a:gd name="connsiteY17" fmla="*/ 131651 h 136817"/>
                <a:gd name="connsiteX18" fmla="*/ 25065 w 88829"/>
                <a:gd name="connsiteY18" fmla="*/ 133985 h 136817"/>
                <a:gd name="connsiteX19" fmla="*/ 46898 w 88829"/>
                <a:gd name="connsiteY19" fmla="*/ 136902 h 136817"/>
                <a:gd name="connsiteX20" fmla="*/ 89070 w 88829"/>
                <a:gd name="connsiteY20" fmla="*/ 99562 h 136817"/>
                <a:gd name="connsiteX21" fmla="*/ 63947 w 88829"/>
                <a:gd name="connsiteY21" fmla="*/ 64847 h 136817"/>
                <a:gd name="connsiteX22" fmla="*/ 31645 w 88829"/>
                <a:gd name="connsiteY22" fmla="*/ 46177 h 136817"/>
                <a:gd name="connsiteX23" fmla="*/ 18784 w 88829"/>
                <a:gd name="connsiteY23" fmla="*/ 26340 h 136817"/>
                <a:gd name="connsiteX24" fmla="*/ 41814 w 88829"/>
                <a:gd name="connsiteY24" fmla="*/ 6503 h 136817"/>
                <a:gd name="connsiteX25" fmla="*/ 74714 w 88829"/>
                <a:gd name="connsiteY25" fmla="*/ 42384 h 136817"/>
                <a:gd name="connsiteX26" fmla="*/ 79200 w 88829"/>
                <a:gd name="connsiteY26" fmla="*/ 42384 h 13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8829" h="136817">
                  <a:moveTo>
                    <a:pt x="79200" y="42384"/>
                  </a:moveTo>
                  <a:lnTo>
                    <a:pt x="78004" y="2710"/>
                  </a:lnTo>
                  <a:lnTo>
                    <a:pt x="74714" y="2710"/>
                  </a:lnTo>
                  <a:lnTo>
                    <a:pt x="74116" y="3294"/>
                  </a:lnTo>
                  <a:cubicBezTo>
                    <a:pt x="71424" y="5336"/>
                    <a:pt x="71125" y="5627"/>
                    <a:pt x="69928" y="5627"/>
                  </a:cubicBezTo>
                  <a:cubicBezTo>
                    <a:pt x="68134" y="5627"/>
                    <a:pt x="65143" y="5044"/>
                    <a:pt x="61853" y="3585"/>
                  </a:cubicBezTo>
                  <a:cubicBezTo>
                    <a:pt x="55273" y="1252"/>
                    <a:pt x="48693" y="85"/>
                    <a:pt x="40917" y="85"/>
                  </a:cubicBezTo>
                  <a:cubicBezTo>
                    <a:pt x="17289" y="85"/>
                    <a:pt x="241" y="14963"/>
                    <a:pt x="241" y="35967"/>
                  </a:cubicBezTo>
                  <a:cubicBezTo>
                    <a:pt x="241" y="52303"/>
                    <a:pt x="9811" y="63972"/>
                    <a:pt x="35234" y="77975"/>
                  </a:cubicBezTo>
                  <a:lnTo>
                    <a:pt x="52581" y="87601"/>
                  </a:lnTo>
                  <a:cubicBezTo>
                    <a:pt x="63049" y="93436"/>
                    <a:pt x="68134" y="100437"/>
                    <a:pt x="68134" y="109481"/>
                  </a:cubicBezTo>
                  <a:cubicBezTo>
                    <a:pt x="68134" y="122316"/>
                    <a:pt x="58563" y="130485"/>
                    <a:pt x="43309" y="130485"/>
                  </a:cubicBezTo>
                  <a:cubicBezTo>
                    <a:pt x="33140" y="130485"/>
                    <a:pt x="23869" y="126692"/>
                    <a:pt x="18186" y="120274"/>
                  </a:cubicBezTo>
                  <a:cubicBezTo>
                    <a:pt x="11905" y="112981"/>
                    <a:pt x="9213" y="106272"/>
                    <a:pt x="5325" y="89643"/>
                  </a:cubicBezTo>
                  <a:lnTo>
                    <a:pt x="540" y="89643"/>
                  </a:lnTo>
                  <a:lnTo>
                    <a:pt x="540" y="135152"/>
                  </a:lnTo>
                  <a:lnTo>
                    <a:pt x="4428" y="135152"/>
                  </a:lnTo>
                  <a:cubicBezTo>
                    <a:pt x="6521" y="132235"/>
                    <a:pt x="7718" y="131651"/>
                    <a:pt x="11307" y="131651"/>
                  </a:cubicBezTo>
                  <a:cubicBezTo>
                    <a:pt x="13999" y="131651"/>
                    <a:pt x="18186" y="132235"/>
                    <a:pt x="25065" y="133985"/>
                  </a:cubicBezTo>
                  <a:cubicBezTo>
                    <a:pt x="33439" y="135736"/>
                    <a:pt x="41515" y="136902"/>
                    <a:pt x="46898" y="136902"/>
                  </a:cubicBezTo>
                  <a:cubicBezTo>
                    <a:pt x="69928" y="136902"/>
                    <a:pt x="89070" y="119983"/>
                    <a:pt x="89070" y="99562"/>
                  </a:cubicBezTo>
                  <a:cubicBezTo>
                    <a:pt x="89070" y="84976"/>
                    <a:pt x="81892" y="75349"/>
                    <a:pt x="63947" y="64847"/>
                  </a:cubicBezTo>
                  <a:lnTo>
                    <a:pt x="31645" y="46177"/>
                  </a:lnTo>
                  <a:cubicBezTo>
                    <a:pt x="23270" y="41509"/>
                    <a:pt x="18784" y="34216"/>
                    <a:pt x="18784" y="26340"/>
                  </a:cubicBezTo>
                  <a:cubicBezTo>
                    <a:pt x="18784" y="14671"/>
                    <a:pt x="28056" y="6503"/>
                    <a:pt x="41814" y="6503"/>
                  </a:cubicBezTo>
                  <a:cubicBezTo>
                    <a:pt x="58862" y="6503"/>
                    <a:pt x="67835" y="16421"/>
                    <a:pt x="74714" y="42384"/>
                  </a:cubicBezTo>
                  <a:lnTo>
                    <a:pt x="79200" y="42384"/>
                  </a:lnTo>
                  <a:close/>
                </a:path>
              </a:pathLst>
            </a:custGeom>
            <a:grpFill/>
            <a:ln w="29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F82C3BD-FE6D-6972-FE97-EAEC16F63893}"/>
              </a:ext>
            </a:extLst>
          </p:cNvPr>
          <p:cNvCxnSpPr>
            <a:cxnSpLocks/>
          </p:cNvCxnSpPr>
          <p:nvPr/>
        </p:nvCxnSpPr>
        <p:spPr>
          <a:xfrm flipV="1">
            <a:off x="5259073" y="1685028"/>
            <a:ext cx="1063675" cy="2552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8463A8B-6E29-99DE-EC9A-08C33105EB4B}"/>
              </a:ext>
            </a:extLst>
          </p:cNvPr>
          <p:cNvCxnSpPr>
            <a:cxnSpLocks/>
          </p:cNvCxnSpPr>
          <p:nvPr/>
        </p:nvCxnSpPr>
        <p:spPr>
          <a:xfrm flipV="1">
            <a:off x="5259073" y="1913061"/>
            <a:ext cx="1303616" cy="1252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206C28C-C17C-B033-0469-781C6F3849EE}"/>
                  </a:ext>
                </a:extLst>
              </p:cNvPr>
              <p:cNvSpPr txBox="1"/>
              <p:nvPr/>
            </p:nvSpPr>
            <p:spPr>
              <a:xfrm>
                <a:off x="1922318" y="2400300"/>
                <a:ext cx="951807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us collect terms with coefficients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 and knot terms and add them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We note that the knot terms are with coefficients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/>
                  <a:t> and we add them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 will be multiplied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,  so, must “add” both terms as: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So, the expression for Simpson’s 3/8</a:t>
                </a:r>
                <a:r>
                  <a:rPr lang="en-US" sz="2000" baseline="30000" dirty="0"/>
                  <a:t>th</a:t>
                </a:r>
                <a:r>
                  <a:rPr lang="en-US" sz="2000" dirty="0"/>
                  <a:t> rule becomes: </a:t>
                </a: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206C28C-C17C-B033-0469-781C6F384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318" y="2400300"/>
                <a:ext cx="9518073" cy="2246769"/>
              </a:xfrm>
              <a:prstGeom prst="rect">
                <a:avLst/>
              </a:prstGeom>
              <a:blipFill>
                <a:blip r:embed="rId119"/>
                <a:stretch>
                  <a:fillRect l="-640" t="-1359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3A7146C-25CA-0D04-AC0A-ED9BA16ED6B5}"/>
              </a:ext>
            </a:extLst>
          </p:cNvPr>
          <p:cNvGrpSpPr/>
          <p:nvPr/>
        </p:nvGrpSpPr>
        <p:grpSpPr>
          <a:xfrm>
            <a:off x="4320198" y="5611241"/>
            <a:ext cx="6099464" cy="1039091"/>
            <a:chOff x="3522518" y="5008418"/>
            <a:chExt cx="6099464" cy="1039091"/>
          </a:xfrm>
        </p:grpSpPr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86D0F318-7B8B-6A09-47DE-E0012D1BFBFA}"/>
                </a:ext>
              </a:extLst>
            </p:cNvPr>
            <p:cNvSpPr/>
            <p:nvPr/>
          </p:nvSpPr>
          <p:spPr>
            <a:xfrm>
              <a:off x="3522518" y="5008418"/>
              <a:ext cx="6099464" cy="1039091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4" name="Group 133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\cong \frac{3h}{8} \left[&#10;f(x_0) + 3\times sum3 -sum2 + f(x_n)&#10;\right ]&#10;\end{align*}&#10;}&#10;\end{document}" title="IguanaTex Shape Display">
              <a:extLst>
                <a:ext uri="{FF2B5EF4-FFF2-40B4-BE49-F238E27FC236}">
                  <a16:creationId xmlns:a16="http://schemas.microsoft.com/office/drawing/2014/main" id="{B22C1266-ABEC-6E54-E749-EDECA646839B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4026231" y="5211685"/>
              <a:ext cx="5092038" cy="632557"/>
              <a:chOff x="7095624" y="4817654"/>
              <a:chExt cx="5092038" cy="632557"/>
            </a:xfrm>
          </p:grpSpPr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6947E01-1D5B-9CED-DCEB-656DA9DF5771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095624" y="5034989"/>
                <a:ext cx="118590" cy="200019"/>
              </a:xfrm>
              <a:custGeom>
                <a:avLst/>
                <a:gdLst>
                  <a:gd name="connsiteX0" fmla="*/ 150 w 118590"/>
                  <a:gd name="connsiteY0" fmla="*/ 200106 h 200019"/>
                  <a:gd name="connsiteX1" fmla="*/ 73967 w 118590"/>
                  <a:gd name="connsiteY1" fmla="*/ 200106 h 200019"/>
                  <a:gd name="connsiteX2" fmla="*/ 73967 w 118590"/>
                  <a:gd name="connsiteY2" fmla="*/ 195205 h 200019"/>
                  <a:gd name="connsiteX3" fmla="*/ 53395 w 118590"/>
                  <a:gd name="connsiteY3" fmla="*/ 182646 h 200019"/>
                  <a:gd name="connsiteX4" fmla="*/ 56723 w 118590"/>
                  <a:gd name="connsiteY4" fmla="*/ 163349 h 200019"/>
                  <a:gd name="connsiteX5" fmla="*/ 93933 w 118590"/>
                  <a:gd name="connsiteY5" fmla="*/ 27654 h 200019"/>
                  <a:gd name="connsiteX6" fmla="*/ 118740 w 118590"/>
                  <a:gd name="connsiteY6" fmla="*/ 4987 h 200019"/>
                  <a:gd name="connsiteX7" fmla="*/ 118740 w 118590"/>
                  <a:gd name="connsiteY7" fmla="*/ 86 h 200019"/>
                  <a:gd name="connsiteX8" fmla="*/ 44016 w 118590"/>
                  <a:gd name="connsiteY8" fmla="*/ 86 h 200019"/>
                  <a:gd name="connsiteX9" fmla="*/ 44016 w 118590"/>
                  <a:gd name="connsiteY9" fmla="*/ 4987 h 200019"/>
                  <a:gd name="connsiteX10" fmla="*/ 65193 w 118590"/>
                  <a:gd name="connsiteY10" fmla="*/ 18159 h 200019"/>
                  <a:gd name="connsiteX11" fmla="*/ 61865 w 118590"/>
                  <a:gd name="connsiteY11" fmla="*/ 37150 h 200019"/>
                  <a:gd name="connsiteX12" fmla="*/ 24655 w 118590"/>
                  <a:gd name="connsiteY12" fmla="*/ 172538 h 200019"/>
                  <a:gd name="connsiteX13" fmla="*/ 150 w 118590"/>
                  <a:gd name="connsiteY13" fmla="*/ 195205 h 200019"/>
                  <a:gd name="connsiteX14" fmla="*/ 150 w 118590"/>
                  <a:gd name="connsiteY14" fmla="*/ 200106 h 200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8590" h="200019">
                    <a:moveTo>
                      <a:pt x="150" y="200106"/>
                    </a:moveTo>
                    <a:lnTo>
                      <a:pt x="73967" y="200106"/>
                    </a:lnTo>
                    <a:lnTo>
                      <a:pt x="73967" y="195205"/>
                    </a:lnTo>
                    <a:cubicBezTo>
                      <a:pt x="56723" y="193061"/>
                      <a:pt x="53395" y="191223"/>
                      <a:pt x="53395" y="182646"/>
                    </a:cubicBezTo>
                    <a:cubicBezTo>
                      <a:pt x="53395" y="176826"/>
                      <a:pt x="54000" y="173151"/>
                      <a:pt x="56723" y="163349"/>
                    </a:cubicBezTo>
                    <a:lnTo>
                      <a:pt x="93933" y="27654"/>
                    </a:lnTo>
                    <a:cubicBezTo>
                      <a:pt x="99379" y="9888"/>
                      <a:pt x="101496" y="8050"/>
                      <a:pt x="118740" y="4987"/>
                    </a:cubicBezTo>
                    <a:lnTo>
                      <a:pt x="118740" y="86"/>
                    </a:lnTo>
                    <a:lnTo>
                      <a:pt x="44016" y="86"/>
                    </a:lnTo>
                    <a:lnTo>
                      <a:pt x="44016" y="4987"/>
                    </a:lnTo>
                    <a:cubicBezTo>
                      <a:pt x="61563" y="7132"/>
                      <a:pt x="65193" y="9582"/>
                      <a:pt x="65193" y="18159"/>
                    </a:cubicBezTo>
                    <a:cubicBezTo>
                      <a:pt x="65193" y="22447"/>
                      <a:pt x="63983" y="29492"/>
                      <a:pt x="61865" y="37150"/>
                    </a:cubicBezTo>
                    <a:lnTo>
                      <a:pt x="24655" y="172538"/>
                    </a:lnTo>
                    <a:cubicBezTo>
                      <a:pt x="19209" y="190304"/>
                      <a:pt x="17092" y="192142"/>
                      <a:pt x="150" y="195205"/>
                    </a:cubicBezTo>
                    <a:lnTo>
                      <a:pt x="150" y="200106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9DC24E97-30FF-8BE6-78A8-CC9394EA0321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298763" y="5040812"/>
                <a:ext cx="201785" cy="71676"/>
              </a:xfrm>
              <a:custGeom>
                <a:avLst/>
                <a:gdLst>
                  <a:gd name="connsiteX0" fmla="*/ 201941 w 201785"/>
                  <a:gd name="connsiteY0" fmla="*/ 10193 h 71676"/>
                  <a:gd name="connsiteX1" fmla="*/ 197706 w 201785"/>
                  <a:gd name="connsiteY1" fmla="*/ 391 h 71676"/>
                  <a:gd name="connsiteX2" fmla="*/ 193470 w 201785"/>
                  <a:gd name="connsiteY2" fmla="*/ 8355 h 71676"/>
                  <a:gd name="connsiteX3" fmla="*/ 151116 w 201785"/>
                  <a:gd name="connsiteY3" fmla="*/ 54608 h 71676"/>
                  <a:gd name="connsiteX4" fmla="*/ 102712 w 201785"/>
                  <a:gd name="connsiteY4" fmla="*/ 28265 h 71676"/>
                  <a:gd name="connsiteX5" fmla="*/ 50980 w 201785"/>
                  <a:gd name="connsiteY5" fmla="*/ 85 h 71676"/>
                  <a:gd name="connsiteX6" fmla="*/ 156 w 201785"/>
                  <a:gd name="connsiteY6" fmla="*/ 61653 h 71676"/>
                  <a:gd name="connsiteX7" fmla="*/ 4391 w 201785"/>
                  <a:gd name="connsiteY7" fmla="*/ 71455 h 71676"/>
                  <a:gd name="connsiteX8" fmla="*/ 8626 w 201785"/>
                  <a:gd name="connsiteY8" fmla="*/ 64409 h 71676"/>
                  <a:gd name="connsiteX9" fmla="*/ 50980 w 201785"/>
                  <a:gd name="connsiteY9" fmla="*/ 17238 h 71676"/>
                  <a:gd name="connsiteX10" fmla="*/ 99384 w 201785"/>
                  <a:gd name="connsiteY10" fmla="*/ 43580 h 71676"/>
                  <a:gd name="connsiteX11" fmla="*/ 151116 w 201785"/>
                  <a:gd name="connsiteY11" fmla="*/ 71761 h 71676"/>
                  <a:gd name="connsiteX12" fmla="*/ 201941 w 201785"/>
                  <a:gd name="connsiteY12" fmla="*/ 10193 h 71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785" h="71676">
                    <a:moveTo>
                      <a:pt x="201941" y="10193"/>
                    </a:moveTo>
                    <a:cubicBezTo>
                      <a:pt x="201941" y="3454"/>
                      <a:pt x="200126" y="391"/>
                      <a:pt x="197706" y="391"/>
                    </a:cubicBezTo>
                    <a:cubicBezTo>
                      <a:pt x="196193" y="391"/>
                      <a:pt x="193773" y="2535"/>
                      <a:pt x="193470" y="8355"/>
                    </a:cubicBezTo>
                    <a:cubicBezTo>
                      <a:pt x="192260" y="37761"/>
                      <a:pt x="172293" y="54608"/>
                      <a:pt x="151116" y="54608"/>
                    </a:cubicBezTo>
                    <a:cubicBezTo>
                      <a:pt x="132057" y="54608"/>
                      <a:pt x="117536" y="41436"/>
                      <a:pt x="102712" y="28265"/>
                    </a:cubicBezTo>
                    <a:cubicBezTo>
                      <a:pt x="87283" y="14175"/>
                      <a:pt x="71552" y="85"/>
                      <a:pt x="50980" y="85"/>
                    </a:cubicBezTo>
                    <a:cubicBezTo>
                      <a:pt x="18005" y="85"/>
                      <a:pt x="156" y="33779"/>
                      <a:pt x="156" y="61653"/>
                    </a:cubicBezTo>
                    <a:cubicBezTo>
                      <a:pt x="156" y="71455"/>
                      <a:pt x="4088" y="71455"/>
                      <a:pt x="4391" y="71455"/>
                    </a:cubicBezTo>
                    <a:cubicBezTo>
                      <a:pt x="7719" y="71455"/>
                      <a:pt x="8626" y="65328"/>
                      <a:pt x="8626" y="64409"/>
                    </a:cubicBezTo>
                    <a:cubicBezTo>
                      <a:pt x="9836" y="30716"/>
                      <a:pt x="32526" y="17238"/>
                      <a:pt x="50980" y="17238"/>
                    </a:cubicBezTo>
                    <a:cubicBezTo>
                      <a:pt x="70039" y="17238"/>
                      <a:pt x="84561" y="30409"/>
                      <a:pt x="99384" y="43580"/>
                    </a:cubicBezTo>
                    <a:cubicBezTo>
                      <a:pt x="114813" y="57671"/>
                      <a:pt x="130545" y="71761"/>
                      <a:pt x="151116" y="71761"/>
                    </a:cubicBezTo>
                    <a:cubicBezTo>
                      <a:pt x="184092" y="71761"/>
                      <a:pt x="201941" y="38067"/>
                      <a:pt x="201941" y="101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0B1326F9-B89F-BE4D-E6D2-F3EA4736CAE1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7299065" y="5137966"/>
                <a:ext cx="201180" cy="71676"/>
              </a:xfrm>
              <a:custGeom>
                <a:avLst/>
                <a:gdLst>
                  <a:gd name="connsiteX0" fmla="*/ 191051 w 201180"/>
                  <a:gd name="connsiteY0" fmla="*/ 12340 h 71676"/>
                  <a:gd name="connsiteX1" fmla="*/ 201337 w 201180"/>
                  <a:gd name="connsiteY1" fmla="*/ 6213 h 71676"/>
                  <a:gd name="connsiteX2" fmla="*/ 191353 w 201180"/>
                  <a:gd name="connsiteY2" fmla="*/ 87 h 71676"/>
                  <a:gd name="connsiteX3" fmla="*/ 10140 w 201180"/>
                  <a:gd name="connsiteY3" fmla="*/ 87 h 71676"/>
                  <a:gd name="connsiteX4" fmla="*/ 157 w 201180"/>
                  <a:gd name="connsiteY4" fmla="*/ 6213 h 71676"/>
                  <a:gd name="connsiteX5" fmla="*/ 10442 w 201180"/>
                  <a:gd name="connsiteY5" fmla="*/ 12340 h 71676"/>
                  <a:gd name="connsiteX6" fmla="*/ 191051 w 201180"/>
                  <a:gd name="connsiteY6" fmla="*/ 12340 h 71676"/>
                  <a:gd name="connsiteX7" fmla="*/ 191353 w 201180"/>
                  <a:gd name="connsiteY7" fmla="*/ 71763 h 71676"/>
                  <a:gd name="connsiteX8" fmla="*/ 201337 w 201180"/>
                  <a:gd name="connsiteY8" fmla="*/ 65637 h 71676"/>
                  <a:gd name="connsiteX9" fmla="*/ 191051 w 201180"/>
                  <a:gd name="connsiteY9" fmla="*/ 59511 h 71676"/>
                  <a:gd name="connsiteX10" fmla="*/ 10442 w 201180"/>
                  <a:gd name="connsiteY10" fmla="*/ 59511 h 71676"/>
                  <a:gd name="connsiteX11" fmla="*/ 157 w 201180"/>
                  <a:gd name="connsiteY11" fmla="*/ 65637 h 71676"/>
                  <a:gd name="connsiteX12" fmla="*/ 10140 w 201180"/>
                  <a:gd name="connsiteY12" fmla="*/ 71763 h 71676"/>
                  <a:gd name="connsiteX13" fmla="*/ 191353 w 201180"/>
                  <a:gd name="connsiteY13" fmla="*/ 71763 h 71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180" h="71676">
                    <a:moveTo>
                      <a:pt x="191051" y="12340"/>
                    </a:moveTo>
                    <a:cubicBezTo>
                      <a:pt x="195589" y="12340"/>
                      <a:pt x="201337" y="12340"/>
                      <a:pt x="201337" y="6213"/>
                    </a:cubicBezTo>
                    <a:cubicBezTo>
                      <a:pt x="201337" y="87"/>
                      <a:pt x="195589" y="87"/>
                      <a:pt x="191353" y="87"/>
                    </a:cubicBezTo>
                    <a:lnTo>
                      <a:pt x="10140" y="87"/>
                    </a:lnTo>
                    <a:cubicBezTo>
                      <a:pt x="5905" y="87"/>
                      <a:pt x="157" y="87"/>
                      <a:pt x="157" y="6213"/>
                    </a:cubicBezTo>
                    <a:cubicBezTo>
                      <a:pt x="157" y="12340"/>
                      <a:pt x="5905" y="12340"/>
                      <a:pt x="10442" y="12340"/>
                    </a:cubicBezTo>
                    <a:lnTo>
                      <a:pt x="191051" y="12340"/>
                    </a:lnTo>
                    <a:close/>
                    <a:moveTo>
                      <a:pt x="191353" y="71763"/>
                    </a:moveTo>
                    <a:cubicBezTo>
                      <a:pt x="195589" y="71763"/>
                      <a:pt x="201337" y="71763"/>
                      <a:pt x="201337" y="65637"/>
                    </a:cubicBezTo>
                    <a:cubicBezTo>
                      <a:pt x="201337" y="59511"/>
                      <a:pt x="195589" y="59511"/>
                      <a:pt x="191051" y="59511"/>
                    </a:cubicBezTo>
                    <a:lnTo>
                      <a:pt x="10442" y="59511"/>
                    </a:lnTo>
                    <a:cubicBezTo>
                      <a:pt x="5905" y="59511"/>
                      <a:pt x="157" y="59511"/>
                      <a:pt x="157" y="65637"/>
                    </a:cubicBezTo>
                    <a:cubicBezTo>
                      <a:pt x="157" y="71763"/>
                      <a:pt x="5905" y="71763"/>
                      <a:pt x="10140" y="71763"/>
                    </a:cubicBezTo>
                    <a:lnTo>
                      <a:pt x="191353" y="71763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65D7865-1D54-4209-795E-A9BD27BD2276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7634992" y="4819798"/>
                <a:ext cx="117682" cy="211352"/>
              </a:xfrm>
              <a:custGeom>
                <a:avLst/>
                <a:gdLst>
                  <a:gd name="connsiteX0" fmla="*/ 33445 w 117682"/>
                  <a:gd name="connsiteY0" fmla="*/ 106063 h 211352"/>
                  <a:gd name="connsiteX1" fmla="*/ 65513 w 117682"/>
                  <a:gd name="connsiteY1" fmla="*/ 109433 h 211352"/>
                  <a:gd name="connsiteX2" fmla="*/ 96068 w 117682"/>
                  <a:gd name="connsiteY2" fmla="*/ 154766 h 211352"/>
                  <a:gd name="connsiteX3" fmla="*/ 56437 w 117682"/>
                  <a:gd name="connsiteY3" fmla="*/ 200406 h 211352"/>
                  <a:gd name="connsiteX4" fmla="*/ 31024 w 117682"/>
                  <a:gd name="connsiteY4" fmla="*/ 190911 h 211352"/>
                  <a:gd name="connsiteX5" fmla="*/ 11663 w 117682"/>
                  <a:gd name="connsiteY5" fmla="*/ 183253 h 211352"/>
                  <a:gd name="connsiteX6" fmla="*/ 167 w 117682"/>
                  <a:gd name="connsiteY6" fmla="*/ 193974 h 211352"/>
                  <a:gd name="connsiteX7" fmla="*/ 34352 w 117682"/>
                  <a:gd name="connsiteY7" fmla="*/ 211433 h 211352"/>
                  <a:gd name="connsiteX8" fmla="*/ 95765 w 117682"/>
                  <a:gd name="connsiteY8" fmla="*/ 190911 h 211352"/>
                  <a:gd name="connsiteX9" fmla="*/ 117850 w 117682"/>
                  <a:gd name="connsiteY9" fmla="*/ 140064 h 211352"/>
                  <a:gd name="connsiteX10" fmla="*/ 104236 w 117682"/>
                  <a:gd name="connsiteY10" fmla="*/ 100550 h 211352"/>
                  <a:gd name="connsiteX11" fmla="*/ 79126 w 117682"/>
                  <a:gd name="connsiteY11" fmla="*/ 84315 h 211352"/>
                  <a:gd name="connsiteX12" fmla="*/ 107564 w 117682"/>
                  <a:gd name="connsiteY12" fmla="*/ 42045 h 211352"/>
                  <a:gd name="connsiteX13" fmla="*/ 60370 w 117682"/>
                  <a:gd name="connsiteY13" fmla="*/ 81 h 211352"/>
                  <a:gd name="connsiteX14" fmla="*/ 21041 w 117682"/>
                  <a:gd name="connsiteY14" fmla="*/ 15090 h 211352"/>
                  <a:gd name="connsiteX15" fmla="*/ 772 w 117682"/>
                  <a:gd name="connsiteY15" fmla="*/ 49703 h 211352"/>
                  <a:gd name="connsiteX16" fmla="*/ 5310 w 117682"/>
                  <a:gd name="connsiteY16" fmla="*/ 50928 h 211352"/>
                  <a:gd name="connsiteX17" fmla="*/ 50386 w 117682"/>
                  <a:gd name="connsiteY17" fmla="*/ 18459 h 211352"/>
                  <a:gd name="connsiteX18" fmla="*/ 83664 w 117682"/>
                  <a:gd name="connsiteY18" fmla="*/ 51234 h 211352"/>
                  <a:gd name="connsiteX19" fmla="*/ 71563 w 117682"/>
                  <a:gd name="connsiteY19" fmla="*/ 80946 h 211352"/>
                  <a:gd name="connsiteX20" fmla="*/ 33445 w 117682"/>
                  <a:gd name="connsiteY20" fmla="*/ 102081 h 211352"/>
                  <a:gd name="connsiteX21" fmla="*/ 33445 w 117682"/>
                  <a:gd name="connsiteY21" fmla="*/ 106063 h 21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682" h="211352">
                    <a:moveTo>
                      <a:pt x="33445" y="106063"/>
                    </a:moveTo>
                    <a:cubicBezTo>
                      <a:pt x="51294" y="106063"/>
                      <a:pt x="58252" y="106676"/>
                      <a:pt x="65513" y="109433"/>
                    </a:cubicBezTo>
                    <a:cubicBezTo>
                      <a:pt x="84269" y="116171"/>
                      <a:pt x="96068" y="133631"/>
                      <a:pt x="96068" y="154766"/>
                    </a:cubicBezTo>
                    <a:cubicBezTo>
                      <a:pt x="96068" y="180496"/>
                      <a:pt x="78824" y="200406"/>
                      <a:pt x="56437" y="200406"/>
                    </a:cubicBezTo>
                    <a:cubicBezTo>
                      <a:pt x="48269" y="200406"/>
                      <a:pt x="42218" y="198262"/>
                      <a:pt x="31024" y="190911"/>
                    </a:cubicBezTo>
                    <a:cubicBezTo>
                      <a:pt x="21949" y="185397"/>
                      <a:pt x="16806" y="183253"/>
                      <a:pt x="11663" y="183253"/>
                    </a:cubicBezTo>
                    <a:cubicBezTo>
                      <a:pt x="4705" y="183253"/>
                      <a:pt x="167" y="187541"/>
                      <a:pt x="167" y="193974"/>
                    </a:cubicBezTo>
                    <a:cubicBezTo>
                      <a:pt x="167" y="204695"/>
                      <a:pt x="13175" y="211433"/>
                      <a:pt x="34352" y="211433"/>
                    </a:cubicBezTo>
                    <a:cubicBezTo>
                      <a:pt x="57647" y="211433"/>
                      <a:pt x="81546" y="203469"/>
                      <a:pt x="95765" y="190911"/>
                    </a:cubicBezTo>
                    <a:cubicBezTo>
                      <a:pt x="109984" y="178352"/>
                      <a:pt x="117850" y="160586"/>
                      <a:pt x="117850" y="140064"/>
                    </a:cubicBezTo>
                    <a:cubicBezTo>
                      <a:pt x="117850" y="124442"/>
                      <a:pt x="113009" y="110045"/>
                      <a:pt x="104236" y="100550"/>
                    </a:cubicBezTo>
                    <a:cubicBezTo>
                      <a:pt x="98185" y="93811"/>
                      <a:pt x="92437" y="90135"/>
                      <a:pt x="79126" y="84315"/>
                    </a:cubicBezTo>
                    <a:cubicBezTo>
                      <a:pt x="100001" y="69919"/>
                      <a:pt x="107564" y="58585"/>
                      <a:pt x="107564" y="42045"/>
                    </a:cubicBezTo>
                    <a:cubicBezTo>
                      <a:pt x="107564" y="17234"/>
                      <a:pt x="88202" y="81"/>
                      <a:pt x="60370" y="81"/>
                    </a:cubicBezTo>
                    <a:cubicBezTo>
                      <a:pt x="45243" y="81"/>
                      <a:pt x="31932" y="5288"/>
                      <a:pt x="21041" y="15090"/>
                    </a:cubicBezTo>
                    <a:cubicBezTo>
                      <a:pt x="11965" y="23360"/>
                      <a:pt x="7427" y="31324"/>
                      <a:pt x="772" y="49703"/>
                    </a:cubicBezTo>
                    <a:lnTo>
                      <a:pt x="5310" y="50928"/>
                    </a:lnTo>
                    <a:cubicBezTo>
                      <a:pt x="17713" y="28567"/>
                      <a:pt x="31327" y="18459"/>
                      <a:pt x="50386" y="18459"/>
                    </a:cubicBezTo>
                    <a:cubicBezTo>
                      <a:pt x="70050" y="18459"/>
                      <a:pt x="83664" y="31937"/>
                      <a:pt x="83664" y="51234"/>
                    </a:cubicBezTo>
                    <a:cubicBezTo>
                      <a:pt x="83664" y="62261"/>
                      <a:pt x="79126" y="73288"/>
                      <a:pt x="71563" y="80946"/>
                    </a:cubicBezTo>
                    <a:cubicBezTo>
                      <a:pt x="62487" y="90135"/>
                      <a:pt x="54017" y="94730"/>
                      <a:pt x="33445" y="102081"/>
                    </a:cubicBezTo>
                    <a:lnTo>
                      <a:pt x="33445" y="106063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E1EF9C49-5D3A-56F3-E61A-D41AF63784D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779562" y="4817654"/>
                <a:ext cx="138859" cy="211965"/>
              </a:xfrm>
              <a:custGeom>
                <a:avLst/>
                <a:gdLst>
                  <a:gd name="connsiteX0" fmla="*/ 135099 w 138859"/>
                  <a:gd name="connsiteY0" fmla="*/ 173450 h 211965"/>
                  <a:gd name="connsiteX1" fmla="*/ 110292 w 138859"/>
                  <a:gd name="connsiteY1" fmla="*/ 197649 h 211965"/>
                  <a:gd name="connsiteX2" fmla="*/ 105452 w 138859"/>
                  <a:gd name="connsiteY2" fmla="*/ 192135 h 211965"/>
                  <a:gd name="connsiteX3" fmla="*/ 115435 w 138859"/>
                  <a:gd name="connsiteY3" fmla="*/ 153846 h 211965"/>
                  <a:gd name="connsiteX4" fmla="*/ 129956 w 138859"/>
                  <a:gd name="connsiteY4" fmla="*/ 94729 h 211965"/>
                  <a:gd name="connsiteX5" fmla="*/ 109990 w 138859"/>
                  <a:gd name="connsiteY5" fmla="*/ 74206 h 211965"/>
                  <a:gd name="connsiteX6" fmla="*/ 40711 w 138859"/>
                  <a:gd name="connsiteY6" fmla="*/ 138837 h 211965"/>
                  <a:gd name="connsiteX7" fmla="*/ 77014 w 138859"/>
                  <a:gd name="connsiteY7" fmla="*/ 1611 h 211965"/>
                  <a:gd name="connsiteX8" fmla="*/ 75502 w 138859"/>
                  <a:gd name="connsiteY8" fmla="*/ 80 h 211965"/>
                  <a:gd name="connsiteX9" fmla="*/ 28005 w 138859"/>
                  <a:gd name="connsiteY9" fmla="*/ 8350 h 211965"/>
                  <a:gd name="connsiteX10" fmla="*/ 28005 w 138859"/>
                  <a:gd name="connsiteY10" fmla="*/ 12945 h 211965"/>
                  <a:gd name="connsiteX11" fmla="*/ 35871 w 138859"/>
                  <a:gd name="connsiteY11" fmla="*/ 12945 h 211965"/>
                  <a:gd name="connsiteX12" fmla="*/ 36778 w 138859"/>
                  <a:gd name="connsiteY12" fmla="*/ 12638 h 211965"/>
                  <a:gd name="connsiteX13" fmla="*/ 48274 w 138859"/>
                  <a:gd name="connsiteY13" fmla="*/ 20296 h 211965"/>
                  <a:gd name="connsiteX14" fmla="*/ 44039 w 138859"/>
                  <a:gd name="connsiteY14" fmla="*/ 41125 h 211965"/>
                  <a:gd name="connsiteX15" fmla="*/ 41013 w 138859"/>
                  <a:gd name="connsiteY15" fmla="*/ 52458 h 211965"/>
                  <a:gd name="connsiteX16" fmla="*/ 172 w 138859"/>
                  <a:gd name="connsiteY16" fmla="*/ 209288 h 211965"/>
                  <a:gd name="connsiteX17" fmla="*/ 22862 w 138859"/>
                  <a:gd name="connsiteY17" fmla="*/ 209288 h 211965"/>
                  <a:gd name="connsiteX18" fmla="*/ 50997 w 138859"/>
                  <a:gd name="connsiteY18" fmla="*/ 133018 h 211965"/>
                  <a:gd name="connsiteX19" fmla="*/ 97888 w 138859"/>
                  <a:gd name="connsiteY19" fmla="*/ 89828 h 211965"/>
                  <a:gd name="connsiteX20" fmla="*/ 106359 w 138859"/>
                  <a:gd name="connsiteY20" fmla="*/ 97486 h 211965"/>
                  <a:gd name="connsiteX21" fmla="*/ 104242 w 138859"/>
                  <a:gd name="connsiteY21" fmla="*/ 107594 h 211965"/>
                  <a:gd name="connsiteX22" fmla="*/ 87603 w 138859"/>
                  <a:gd name="connsiteY22" fmla="*/ 171000 h 211965"/>
                  <a:gd name="connsiteX23" fmla="*/ 81552 w 138859"/>
                  <a:gd name="connsiteY23" fmla="*/ 199180 h 211965"/>
                  <a:gd name="connsiteX24" fmla="*/ 94863 w 138859"/>
                  <a:gd name="connsiteY24" fmla="*/ 212045 h 211965"/>
                  <a:gd name="connsiteX25" fmla="*/ 139032 w 138859"/>
                  <a:gd name="connsiteY25" fmla="*/ 177126 h 211965"/>
                  <a:gd name="connsiteX26" fmla="*/ 135099 w 138859"/>
                  <a:gd name="connsiteY26" fmla="*/ 173450 h 21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8859" h="211965">
                    <a:moveTo>
                      <a:pt x="135099" y="173450"/>
                    </a:moveTo>
                    <a:cubicBezTo>
                      <a:pt x="118763" y="194279"/>
                      <a:pt x="115133" y="197649"/>
                      <a:pt x="110292" y="197649"/>
                    </a:cubicBezTo>
                    <a:cubicBezTo>
                      <a:pt x="107569" y="197649"/>
                      <a:pt x="105452" y="194892"/>
                      <a:pt x="105452" y="192135"/>
                    </a:cubicBezTo>
                    <a:cubicBezTo>
                      <a:pt x="105452" y="189072"/>
                      <a:pt x="110292" y="169775"/>
                      <a:pt x="115435" y="153846"/>
                    </a:cubicBezTo>
                    <a:cubicBezTo>
                      <a:pt x="124208" y="124747"/>
                      <a:pt x="129956" y="102080"/>
                      <a:pt x="129956" y="94729"/>
                    </a:cubicBezTo>
                    <a:cubicBezTo>
                      <a:pt x="129956" y="82477"/>
                      <a:pt x="121788" y="74206"/>
                      <a:pt x="109990" y="74206"/>
                    </a:cubicBezTo>
                    <a:cubicBezTo>
                      <a:pt x="90325" y="74206"/>
                      <a:pt x="68846" y="94423"/>
                      <a:pt x="40711" y="138837"/>
                    </a:cubicBezTo>
                    <a:lnTo>
                      <a:pt x="77014" y="1611"/>
                    </a:lnTo>
                    <a:lnTo>
                      <a:pt x="75502" y="80"/>
                    </a:lnTo>
                    <a:cubicBezTo>
                      <a:pt x="57955" y="4062"/>
                      <a:pt x="46156" y="6206"/>
                      <a:pt x="28005" y="8350"/>
                    </a:cubicBezTo>
                    <a:lnTo>
                      <a:pt x="28005" y="12945"/>
                    </a:lnTo>
                    <a:lnTo>
                      <a:pt x="35871" y="12945"/>
                    </a:lnTo>
                    <a:cubicBezTo>
                      <a:pt x="36173" y="12945"/>
                      <a:pt x="36476" y="12945"/>
                      <a:pt x="36778" y="12638"/>
                    </a:cubicBezTo>
                    <a:cubicBezTo>
                      <a:pt x="41013" y="10801"/>
                      <a:pt x="48274" y="16008"/>
                      <a:pt x="48274" y="20296"/>
                    </a:cubicBezTo>
                    <a:cubicBezTo>
                      <a:pt x="48274" y="24584"/>
                      <a:pt x="46761" y="32242"/>
                      <a:pt x="44039" y="41125"/>
                    </a:cubicBezTo>
                    <a:cubicBezTo>
                      <a:pt x="43736" y="41431"/>
                      <a:pt x="42829" y="45720"/>
                      <a:pt x="41013" y="52458"/>
                    </a:cubicBezTo>
                    <a:lnTo>
                      <a:pt x="172" y="209288"/>
                    </a:lnTo>
                    <a:lnTo>
                      <a:pt x="22862" y="209288"/>
                    </a:lnTo>
                    <a:cubicBezTo>
                      <a:pt x="34963" y="162117"/>
                      <a:pt x="38896" y="151702"/>
                      <a:pt x="50997" y="133018"/>
                    </a:cubicBezTo>
                    <a:cubicBezTo>
                      <a:pt x="66728" y="108819"/>
                      <a:pt x="87300" y="89828"/>
                      <a:pt x="97888" y="89828"/>
                    </a:cubicBezTo>
                    <a:cubicBezTo>
                      <a:pt x="102426" y="89828"/>
                      <a:pt x="106359" y="93504"/>
                      <a:pt x="106359" y="97486"/>
                    </a:cubicBezTo>
                    <a:cubicBezTo>
                      <a:pt x="106359" y="98711"/>
                      <a:pt x="105452" y="102693"/>
                      <a:pt x="104242" y="107594"/>
                    </a:cubicBezTo>
                    <a:lnTo>
                      <a:pt x="87603" y="171000"/>
                    </a:lnTo>
                    <a:cubicBezTo>
                      <a:pt x="83670" y="186009"/>
                      <a:pt x="81552" y="195504"/>
                      <a:pt x="81552" y="199180"/>
                    </a:cubicBezTo>
                    <a:cubicBezTo>
                      <a:pt x="81552" y="207144"/>
                      <a:pt x="86695" y="212045"/>
                      <a:pt x="94863" y="212045"/>
                    </a:cubicBezTo>
                    <a:cubicBezTo>
                      <a:pt x="110292" y="212045"/>
                      <a:pt x="120881" y="203775"/>
                      <a:pt x="139032" y="177126"/>
                    </a:cubicBezTo>
                    <a:lnTo>
                      <a:pt x="135099" y="173450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7AD9C40-2FCC-4861-F200-8E3DCEECE4FE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7621983" y="5151996"/>
                <a:ext cx="303661" cy="12295"/>
              </a:xfrm>
              <a:custGeom>
                <a:avLst/>
                <a:gdLst>
                  <a:gd name="connsiteX0" fmla="*/ 0 w 303661"/>
                  <a:gd name="connsiteY0" fmla="*/ 0 h 12295"/>
                  <a:gd name="connsiteX1" fmla="*/ 303661 w 303661"/>
                  <a:gd name="connsiteY1" fmla="*/ 0 h 12295"/>
                  <a:gd name="connsiteX2" fmla="*/ 303661 w 303661"/>
                  <a:gd name="connsiteY2" fmla="*/ 12295 h 12295"/>
                  <a:gd name="connsiteX3" fmla="*/ 0 w 303661"/>
                  <a:gd name="connsiteY3" fmla="*/ 12295 h 12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3661" h="12295">
                    <a:moveTo>
                      <a:pt x="0" y="0"/>
                    </a:moveTo>
                    <a:lnTo>
                      <a:pt x="303661" y="0"/>
                    </a:lnTo>
                    <a:lnTo>
                      <a:pt x="303661" y="12295"/>
                    </a:lnTo>
                    <a:lnTo>
                      <a:pt x="0" y="12295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3B36D55F-6A2C-64B8-9550-0FE99932016F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714840" y="5238859"/>
                <a:ext cx="117682" cy="211352"/>
              </a:xfrm>
              <a:custGeom>
                <a:avLst/>
                <a:gdLst>
                  <a:gd name="connsiteX0" fmla="*/ 70960 w 117682"/>
                  <a:gd name="connsiteY0" fmla="*/ 93518 h 211352"/>
                  <a:gd name="connsiteX1" fmla="*/ 111499 w 117682"/>
                  <a:gd name="connsiteY1" fmla="*/ 43590 h 211352"/>
                  <a:gd name="connsiteX2" fmla="*/ 59464 w 117682"/>
                  <a:gd name="connsiteY2" fmla="*/ 94 h 211352"/>
                  <a:gd name="connsiteX3" fmla="*/ 1984 w 117682"/>
                  <a:gd name="connsiteY3" fmla="*/ 48491 h 211352"/>
                  <a:gd name="connsiteX4" fmla="*/ 39498 w 117682"/>
                  <a:gd name="connsiteY4" fmla="*/ 105464 h 211352"/>
                  <a:gd name="connsiteX5" fmla="*/ 169 w 117682"/>
                  <a:gd name="connsiteY5" fmla="*/ 160906 h 211352"/>
                  <a:gd name="connsiteX6" fmla="*/ 58254 w 117682"/>
                  <a:gd name="connsiteY6" fmla="*/ 211447 h 211352"/>
                  <a:gd name="connsiteX7" fmla="*/ 117852 w 117682"/>
                  <a:gd name="connsiteY7" fmla="*/ 159681 h 211352"/>
                  <a:gd name="connsiteX8" fmla="*/ 70960 w 117682"/>
                  <a:gd name="connsiteY8" fmla="*/ 93518 h 211352"/>
                  <a:gd name="connsiteX9" fmla="*/ 65515 w 117682"/>
                  <a:gd name="connsiteY9" fmla="*/ 125068 h 211352"/>
                  <a:gd name="connsiteX10" fmla="*/ 94860 w 117682"/>
                  <a:gd name="connsiteY10" fmla="*/ 169176 h 211352"/>
                  <a:gd name="connsiteX11" fmla="*/ 61582 w 117682"/>
                  <a:gd name="connsiteY11" fmla="*/ 202870 h 211352"/>
                  <a:gd name="connsiteX12" fmla="*/ 23161 w 117682"/>
                  <a:gd name="connsiteY12" fmla="*/ 158456 h 211352"/>
                  <a:gd name="connsiteX13" fmla="*/ 47363 w 117682"/>
                  <a:gd name="connsiteY13" fmla="*/ 111590 h 211352"/>
                  <a:gd name="connsiteX14" fmla="*/ 65515 w 117682"/>
                  <a:gd name="connsiteY14" fmla="*/ 125068 h 211352"/>
                  <a:gd name="connsiteX15" fmla="*/ 62187 w 117682"/>
                  <a:gd name="connsiteY15" fmla="*/ 88005 h 211352"/>
                  <a:gd name="connsiteX16" fmla="*/ 24371 w 117682"/>
                  <a:gd name="connsiteY16" fmla="*/ 38995 h 211352"/>
                  <a:gd name="connsiteX17" fmla="*/ 57044 w 117682"/>
                  <a:gd name="connsiteY17" fmla="*/ 8671 h 211352"/>
                  <a:gd name="connsiteX18" fmla="*/ 90625 w 117682"/>
                  <a:gd name="connsiteY18" fmla="*/ 43284 h 211352"/>
                  <a:gd name="connsiteX19" fmla="*/ 64910 w 117682"/>
                  <a:gd name="connsiteY19" fmla="*/ 86167 h 211352"/>
                  <a:gd name="connsiteX20" fmla="*/ 62187 w 117682"/>
                  <a:gd name="connsiteY20" fmla="*/ 88005 h 21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682" h="211352">
                    <a:moveTo>
                      <a:pt x="70960" y="93518"/>
                    </a:moveTo>
                    <a:cubicBezTo>
                      <a:pt x="100911" y="77284"/>
                      <a:pt x="111499" y="64419"/>
                      <a:pt x="111499" y="43590"/>
                    </a:cubicBezTo>
                    <a:cubicBezTo>
                      <a:pt x="111499" y="18473"/>
                      <a:pt x="89717" y="94"/>
                      <a:pt x="59464" y="94"/>
                    </a:cubicBezTo>
                    <a:cubicBezTo>
                      <a:pt x="26489" y="94"/>
                      <a:pt x="1984" y="20617"/>
                      <a:pt x="1984" y="48491"/>
                    </a:cubicBezTo>
                    <a:cubicBezTo>
                      <a:pt x="1984" y="68401"/>
                      <a:pt x="7732" y="77284"/>
                      <a:pt x="39498" y="105464"/>
                    </a:cubicBezTo>
                    <a:cubicBezTo>
                      <a:pt x="6825" y="130582"/>
                      <a:pt x="169" y="140077"/>
                      <a:pt x="169" y="160906"/>
                    </a:cubicBezTo>
                    <a:cubicBezTo>
                      <a:pt x="169" y="190618"/>
                      <a:pt x="24069" y="211447"/>
                      <a:pt x="58254" y="211447"/>
                    </a:cubicBezTo>
                    <a:cubicBezTo>
                      <a:pt x="94558" y="211447"/>
                      <a:pt x="117852" y="191231"/>
                      <a:pt x="117852" y="159681"/>
                    </a:cubicBezTo>
                    <a:cubicBezTo>
                      <a:pt x="117852" y="136095"/>
                      <a:pt x="107566" y="121086"/>
                      <a:pt x="70960" y="93518"/>
                    </a:cubicBezTo>
                    <a:close/>
                    <a:moveTo>
                      <a:pt x="65515" y="125068"/>
                    </a:moveTo>
                    <a:cubicBezTo>
                      <a:pt x="87599" y="140996"/>
                      <a:pt x="94860" y="152023"/>
                      <a:pt x="94860" y="169176"/>
                    </a:cubicBezTo>
                    <a:cubicBezTo>
                      <a:pt x="94860" y="189086"/>
                      <a:pt x="81246" y="202870"/>
                      <a:pt x="61582" y="202870"/>
                    </a:cubicBezTo>
                    <a:cubicBezTo>
                      <a:pt x="38590" y="202870"/>
                      <a:pt x="23161" y="185104"/>
                      <a:pt x="23161" y="158456"/>
                    </a:cubicBezTo>
                    <a:cubicBezTo>
                      <a:pt x="23161" y="138852"/>
                      <a:pt x="29817" y="125987"/>
                      <a:pt x="47363" y="111590"/>
                    </a:cubicBezTo>
                    <a:lnTo>
                      <a:pt x="65515" y="125068"/>
                    </a:lnTo>
                    <a:close/>
                    <a:moveTo>
                      <a:pt x="62187" y="88005"/>
                    </a:moveTo>
                    <a:cubicBezTo>
                      <a:pt x="35262" y="70239"/>
                      <a:pt x="24371" y="56149"/>
                      <a:pt x="24371" y="38995"/>
                    </a:cubicBezTo>
                    <a:cubicBezTo>
                      <a:pt x="24371" y="21229"/>
                      <a:pt x="37985" y="8671"/>
                      <a:pt x="57044" y="8671"/>
                    </a:cubicBezTo>
                    <a:cubicBezTo>
                      <a:pt x="77616" y="8671"/>
                      <a:pt x="90625" y="22148"/>
                      <a:pt x="90625" y="43284"/>
                    </a:cubicBezTo>
                    <a:cubicBezTo>
                      <a:pt x="90625" y="60743"/>
                      <a:pt x="82154" y="74527"/>
                      <a:pt x="64910" y="86167"/>
                    </a:cubicBezTo>
                    <a:cubicBezTo>
                      <a:pt x="63397" y="87086"/>
                      <a:pt x="63397" y="87086"/>
                      <a:pt x="62187" y="8800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9A41BB1-2819-1715-4CDA-969305DA1B96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8031521" y="5005277"/>
                <a:ext cx="41446" cy="306308"/>
              </a:xfrm>
              <a:custGeom>
                <a:avLst/>
                <a:gdLst>
                  <a:gd name="connsiteX0" fmla="*/ 41626 w 41446"/>
                  <a:gd name="connsiteY0" fmla="*/ 306395 h 306308"/>
                  <a:gd name="connsiteX1" fmla="*/ 41626 w 41446"/>
                  <a:gd name="connsiteY1" fmla="*/ 294143 h 306308"/>
                  <a:gd name="connsiteX2" fmla="*/ 12281 w 41446"/>
                  <a:gd name="connsiteY2" fmla="*/ 294143 h 306308"/>
                  <a:gd name="connsiteX3" fmla="*/ 12281 w 41446"/>
                  <a:gd name="connsiteY3" fmla="*/ 12339 h 306308"/>
                  <a:gd name="connsiteX4" fmla="*/ 41626 w 41446"/>
                  <a:gd name="connsiteY4" fmla="*/ 12339 h 306308"/>
                  <a:gd name="connsiteX5" fmla="*/ 41626 w 41446"/>
                  <a:gd name="connsiteY5" fmla="*/ 87 h 306308"/>
                  <a:gd name="connsiteX6" fmla="*/ 179 w 41446"/>
                  <a:gd name="connsiteY6" fmla="*/ 87 h 306308"/>
                  <a:gd name="connsiteX7" fmla="*/ 179 w 41446"/>
                  <a:gd name="connsiteY7" fmla="*/ 306395 h 306308"/>
                  <a:gd name="connsiteX8" fmla="*/ 41626 w 41446"/>
                  <a:gd name="connsiteY8" fmla="*/ 306395 h 3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446" h="306308">
                    <a:moveTo>
                      <a:pt x="41626" y="306395"/>
                    </a:moveTo>
                    <a:lnTo>
                      <a:pt x="41626" y="294143"/>
                    </a:lnTo>
                    <a:lnTo>
                      <a:pt x="12281" y="294143"/>
                    </a:lnTo>
                    <a:lnTo>
                      <a:pt x="12281" y="12339"/>
                    </a:lnTo>
                    <a:lnTo>
                      <a:pt x="41626" y="12339"/>
                    </a:lnTo>
                    <a:lnTo>
                      <a:pt x="41626" y="87"/>
                    </a:lnTo>
                    <a:lnTo>
                      <a:pt x="179" y="87"/>
                    </a:lnTo>
                    <a:lnTo>
                      <a:pt x="179" y="306395"/>
                    </a:lnTo>
                    <a:lnTo>
                      <a:pt x="41626" y="306395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1F1F8430-75D7-B2F3-DB58-DAD977F01AF7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8081012" y="5027331"/>
                <a:ext cx="172742" cy="271082"/>
              </a:xfrm>
              <a:custGeom>
                <a:avLst/>
                <a:gdLst>
                  <a:gd name="connsiteX0" fmla="*/ 55243 w 172742"/>
                  <a:gd name="connsiteY0" fmla="*/ 86466 h 271082"/>
                  <a:gd name="connsiteX1" fmla="*/ 82471 w 172742"/>
                  <a:gd name="connsiteY1" fmla="*/ 86466 h 271082"/>
                  <a:gd name="connsiteX2" fmla="*/ 55849 w 172742"/>
                  <a:gd name="connsiteY2" fmla="*/ 215115 h 271082"/>
                  <a:gd name="connsiteX3" fmla="*/ 26503 w 172742"/>
                  <a:gd name="connsiteY3" fmla="*/ 264737 h 271082"/>
                  <a:gd name="connsiteX4" fmla="*/ 20453 w 172742"/>
                  <a:gd name="connsiteY4" fmla="*/ 259836 h 271082"/>
                  <a:gd name="connsiteX5" fmla="*/ 21663 w 172742"/>
                  <a:gd name="connsiteY5" fmla="*/ 256467 h 271082"/>
                  <a:gd name="connsiteX6" fmla="*/ 23176 w 172742"/>
                  <a:gd name="connsiteY6" fmla="*/ 251566 h 271082"/>
                  <a:gd name="connsiteX7" fmla="*/ 11377 w 172742"/>
                  <a:gd name="connsiteY7" fmla="*/ 239926 h 271082"/>
                  <a:gd name="connsiteX8" fmla="*/ 184 w 172742"/>
                  <a:gd name="connsiteY8" fmla="*/ 252485 h 271082"/>
                  <a:gd name="connsiteX9" fmla="*/ 24083 w 172742"/>
                  <a:gd name="connsiteY9" fmla="*/ 271170 h 271082"/>
                  <a:gd name="connsiteX10" fmla="*/ 84589 w 172742"/>
                  <a:gd name="connsiteY10" fmla="*/ 184484 h 271082"/>
                  <a:gd name="connsiteX11" fmla="*/ 106370 w 172742"/>
                  <a:gd name="connsiteY11" fmla="*/ 86466 h 271082"/>
                  <a:gd name="connsiteX12" fmla="*/ 139346 w 172742"/>
                  <a:gd name="connsiteY12" fmla="*/ 86466 h 271082"/>
                  <a:gd name="connsiteX13" fmla="*/ 141161 w 172742"/>
                  <a:gd name="connsiteY13" fmla="*/ 76664 h 271082"/>
                  <a:gd name="connsiteX14" fmla="*/ 108488 w 172742"/>
                  <a:gd name="connsiteY14" fmla="*/ 76664 h 271082"/>
                  <a:gd name="connsiteX15" fmla="*/ 145396 w 172742"/>
                  <a:gd name="connsiteY15" fmla="*/ 6826 h 271082"/>
                  <a:gd name="connsiteX16" fmla="*/ 152052 w 172742"/>
                  <a:gd name="connsiteY16" fmla="*/ 10501 h 271082"/>
                  <a:gd name="connsiteX17" fmla="*/ 150842 w 172742"/>
                  <a:gd name="connsiteY17" fmla="*/ 13564 h 271082"/>
                  <a:gd name="connsiteX18" fmla="*/ 149027 w 172742"/>
                  <a:gd name="connsiteY18" fmla="*/ 19997 h 271082"/>
                  <a:gd name="connsiteX19" fmla="*/ 160220 w 172742"/>
                  <a:gd name="connsiteY19" fmla="*/ 32249 h 271082"/>
                  <a:gd name="connsiteX20" fmla="*/ 172926 w 172742"/>
                  <a:gd name="connsiteY20" fmla="*/ 19997 h 271082"/>
                  <a:gd name="connsiteX21" fmla="*/ 146909 w 172742"/>
                  <a:gd name="connsiteY21" fmla="*/ 87 h 271082"/>
                  <a:gd name="connsiteX22" fmla="*/ 109396 w 172742"/>
                  <a:gd name="connsiteY22" fmla="*/ 21222 h 271082"/>
                  <a:gd name="connsiteX23" fmla="*/ 85194 w 172742"/>
                  <a:gd name="connsiteY23" fmla="*/ 76664 h 271082"/>
                  <a:gd name="connsiteX24" fmla="*/ 57361 w 172742"/>
                  <a:gd name="connsiteY24" fmla="*/ 76664 h 271082"/>
                  <a:gd name="connsiteX25" fmla="*/ 55243 w 172742"/>
                  <a:gd name="connsiteY25" fmla="*/ 86466 h 271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1082">
                    <a:moveTo>
                      <a:pt x="55243" y="86466"/>
                    </a:moveTo>
                    <a:lnTo>
                      <a:pt x="82471" y="86466"/>
                    </a:lnTo>
                    <a:lnTo>
                      <a:pt x="55849" y="215115"/>
                    </a:lnTo>
                    <a:cubicBezTo>
                      <a:pt x="49193" y="247890"/>
                      <a:pt x="39210" y="264737"/>
                      <a:pt x="26503" y="264737"/>
                    </a:cubicBezTo>
                    <a:cubicBezTo>
                      <a:pt x="22873" y="264737"/>
                      <a:pt x="20453" y="262593"/>
                      <a:pt x="20453" y="259836"/>
                    </a:cubicBezTo>
                    <a:cubicBezTo>
                      <a:pt x="20453" y="258917"/>
                      <a:pt x="20755" y="257998"/>
                      <a:pt x="21663" y="256467"/>
                    </a:cubicBezTo>
                    <a:cubicBezTo>
                      <a:pt x="22873" y="254629"/>
                      <a:pt x="23176" y="253404"/>
                      <a:pt x="23176" y="251566"/>
                    </a:cubicBezTo>
                    <a:cubicBezTo>
                      <a:pt x="23176" y="245133"/>
                      <a:pt x="17730" y="239926"/>
                      <a:pt x="11377" y="239926"/>
                    </a:cubicBezTo>
                    <a:cubicBezTo>
                      <a:pt x="5024" y="239926"/>
                      <a:pt x="184" y="245440"/>
                      <a:pt x="184" y="252485"/>
                    </a:cubicBezTo>
                    <a:cubicBezTo>
                      <a:pt x="184" y="262899"/>
                      <a:pt x="10772" y="271170"/>
                      <a:pt x="24083" y="271170"/>
                    </a:cubicBezTo>
                    <a:cubicBezTo>
                      <a:pt x="51008" y="271170"/>
                      <a:pt x="72185" y="240845"/>
                      <a:pt x="84589" y="184484"/>
                    </a:cubicBezTo>
                    <a:lnTo>
                      <a:pt x="106370" y="86466"/>
                    </a:lnTo>
                    <a:lnTo>
                      <a:pt x="139346" y="86466"/>
                    </a:lnTo>
                    <a:lnTo>
                      <a:pt x="141161" y="76664"/>
                    </a:lnTo>
                    <a:lnTo>
                      <a:pt x="108488" y="76664"/>
                    </a:lnTo>
                    <a:cubicBezTo>
                      <a:pt x="117261" y="28573"/>
                      <a:pt x="128455" y="6826"/>
                      <a:pt x="145396" y="6826"/>
                    </a:cubicBezTo>
                    <a:cubicBezTo>
                      <a:pt x="149329" y="6826"/>
                      <a:pt x="152052" y="8357"/>
                      <a:pt x="152052" y="10501"/>
                    </a:cubicBezTo>
                    <a:cubicBezTo>
                      <a:pt x="152052" y="11420"/>
                      <a:pt x="151749" y="12033"/>
                      <a:pt x="150842" y="13564"/>
                    </a:cubicBezTo>
                    <a:cubicBezTo>
                      <a:pt x="149632" y="16321"/>
                      <a:pt x="149027" y="17853"/>
                      <a:pt x="149027" y="19997"/>
                    </a:cubicBezTo>
                    <a:cubicBezTo>
                      <a:pt x="149027" y="27348"/>
                      <a:pt x="153565" y="32249"/>
                      <a:pt x="160220" y="32249"/>
                    </a:cubicBezTo>
                    <a:cubicBezTo>
                      <a:pt x="167178" y="32249"/>
                      <a:pt x="172926" y="26736"/>
                      <a:pt x="172926" y="19997"/>
                    </a:cubicBezTo>
                    <a:cubicBezTo>
                      <a:pt x="172926" y="8663"/>
                      <a:pt x="161733" y="87"/>
                      <a:pt x="146909" y="87"/>
                    </a:cubicBezTo>
                    <a:cubicBezTo>
                      <a:pt x="132085" y="87"/>
                      <a:pt x="120287" y="6826"/>
                      <a:pt x="109396" y="21222"/>
                    </a:cubicBezTo>
                    <a:cubicBezTo>
                      <a:pt x="100320" y="33168"/>
                      <a:pt x="94269" y="47258"/>
                      <a:pt x="85194" y="76664"/>
                    </a:cubicBezTo>
                    <a:lnTo>
                      <a:pt x="57361" y="76664"/>
                    </a:lnTo>
                    <a:lnTo>
                      <a:pt x="55243" y="86466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8380C0B4-05A9-5998-CE2F-D507CD62560E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8284182" y="5005277"/>
                <a:ext cx="70186" cy="306308"/>
              </a:xfrm>
              <a:custGeom>
                <a:avLst/>
                <a:gdLst>
                  <a:gd name="connsiteX0" fmla="*/ 70374 w 70186"/>
                  <a:gd name="connsiteY0" fmla="*/ 303332 h 306308"/>
                  <a:gd name="connsiteX1" fmla="*/ 65231 w 70186"/>
                  <a:gd name="connsiteY1" fmla="*/ 296593 h 306308"/>
                  <a:gd name="connsiteX2" fmla="*/ 17735 w 70186"/>
                  <a:gd name="connsiteY2" fmla="*/ 153241 h 306308"/>
                  <a:gd name="connsiteX3" fmla="*/ 66441 w 70186"/>
                  <a:gd name="connsiteY3" fmla="*/ 8357 h 306308"/>
                  <a:gd name="connsiteX4" fmla="*/ 70374 w 70186"/>
                  <a:gd name="connsiteY4" fmla="*/ 3150 h 306308"/>
                  <a:gd name="connsiteX5" fmla="*/ 67349 w 70186"/>
                  <a:gd name="connsiteY5" fmla="*/ 87 h 306308"/>
                  <a:gd name="connsiteX6" fmla="*/ 19247 w 70186"/>
                  <a:gd name="connsiteY6" fmla="*/ 59817 h 306308"/>
                  <a:gd name="connsiteX7" fmla="*/ 188 w 70186"/>
                  <a:gd name="connsiteY7" fmla="*/ 153241 h 306308"/>
                  <a:gd name="connsiteX8" fmla="*/ 20155 w 70186"/>
                  <a:gd name="connsiteY8" fmla="*/ 248809 h 306308"/>
                  <a:gd name="connsiteX9" fmla="*/ 67349 w 70186"/>
                  <a:gd name="connsiteY9" fmla="*/ 306395 h 306308"/>
                  <a:gd name="connsiteX10" fmla="*/ 70374 w 70186"/>
                  <a:gd name="connsiteY10" fmla="*/ 303332 h 3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6308">
                    <a:moveTo>
                      <a:pt x="70374" y="303332"/>
                    </a:moveTo>
                    <a:cubicBezTo>
                      <a:pt x="70374" y="302413"/>
                      <a:pt x="70374" y="301800"/>
                      <a:pt x="65231" y="296593"/>
                    </a:cubicBezTo>
                    <a:cubicBezTo>
                      <a:pt x="27415" y="257998"/>
                      <a:pt x="17735" y="200106"/>
                      <a:pt x="17735" y="153241"/>
                    </a:cubicBezTo>
                    <a:cubicBezTo>
                      <a:pt x="17735" y="99943"/>
                      <a:pt x="29231" y="46646"/>
                      <a:pt x="66441" y="8357"/>
                    </a:cubicBezTo>
                    <a:cubicBezTo>
                      <a:pt x="70374" y="4681"/>
                      <a:pt x="70374" y="4069"/>
                      <a:pt x="70374" y="3150"/>
                    </a:cubicBezTo>
                    <a:cubicBezTo>
                      <a:pt x="70374" y="1006"/>
                      <a:pt x="69164" y="87"/>
                      <a:pt x="67349" y="87"/>
                    </a:cubicBezTo>
                    <a:cubicBezTo>
                      <a:pt x="64324" y="87"/>
                      <a:pt x="37096" y="20916"/>
                      <a:pt x="19247" y="59817"/>
                    </a:cubicBezTo>
                    <a:cubicBezTo>
                      <a:pt x="3818" y="93511"/>
                      <a:pt x="188" y="127511"/>
                      <a:pt x="188" y="153241"/>
                    </a:cubicBezTo>
                    <a:cubicBezTo>
                      <a:pt x="188" y="177133"/>
                      <a:pt x="3516" y="214196"/>
                      <a:pt x="20155" y="248809"/>
                    </a:cubicBezTo>
                    <a:cubicBezTo>
                      <a:pt x="38306" y="286485"/>
                      <a:pt x="64324" y="306395"/>
                      <a:pt x="67349" y="306395"/>
                    </a:cubicBezTo>
                    <a:cubicBezTo>
                      <a:pt x="69164" y="306395"/>
                      <a:pt x="70374" y="305476"/>
                      <a:pt x="70374" y="3033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B4C5CE66-F0D5-A4BE-2E21-095931A34350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8363880" y="5099926"/>
                <a:ext cx="143397" cy="138451"/>
              </a:xfrm>
              <a:custGeom>
                <a:avLst/>
                <a:gdLst>
                  <a:gd name="connsiteX0" fmla="*/ 129976 w 143397"/>
                  <a:gd name="connsiteY0" fmla="*/ 101169 h 138451"/>
                  <a:gd name="connsiteX1" fmla="*/ 123320 w 143397"/>
                  <a:gd name="connsiteY1" fmla="*/ 109439 h 138451"/>
                  <a:gd name="connsiteX2" fmla="*/ 109404 w 143397"/>
                  <a:gd name="connsiteY2" fmla="*/ 121691 h 138451"/>
                  <a:gd name="connsiteX3" fmla="*/ 100026 w 143397"/>
                  <a:gd name="connsiteY3" fmla="*/ 109133 h 138451"/>
                  <a:gd name="connsiteX4" fmla="*/ 98816 w 143397"/>
                  <a:gd name="connsiteY4" fmla="*/ 103925 h 138451"/>
                  <a:gd name="connsiteX5" fmla="*/ 87925 w 143397"/>
                  <a:gd name="connsiteY5" fmla="*/ 54303 h 138451"/>
                  <a:gd name="connsiteX6" fmla="*/ 117572 w 143397"/>
                  <a:gd name="connsiteY6" fmla="*/ 17240 h 138451"/>
                  <a:gd name="connsiteX7" fmla="*/ 124833 w 143397"/>
                  <a:gd name="connsiteY7" fmla="*/ 19691 h 138451"/>
                  <a:gd name="connsiteX8" fmla="*/ 133001 w 143397"/>
                  <a:gd name="connsiteY8" fmla="*/ 22447 h 138451"/>
                  <a:gd name="connsiteX9" fmla="*/ 143590 w 143397"/>
                  <a:gd name="connsiteY9" fmla="*/ 11420 h 138451"/>
                  <a:gd name="connsiteX10" fmla="*/ 131186 w 143397"/>
                  <a:gd name="connsiteY10" fmla="*/ 87 h 138451"/>
                  <a:gd name="connsiteX11" fmla="*/ 85504 w 143397"/>
                  <a:gd name="connsiteY11" fmla="*/ 43889 h 138451"/>
                  <a:gd name="connsiteX12" fmla="*/ 82177 w 143397"/>
                  <a:gd name="connsiteY12" fmla="*/ 27042 h 138451"/>
                  <a:gd name="connsiteX13" fmla="*/ 66445 w 143397"/>
                  <a:gd name="connsiteY13" fmla="*/ 87 h 138451"/>
                  <a:gd name="connsiteX14" fmla="*/ 31050 w 143397"/>
                  <a:gd name="connsiteY14" fmla="*/ 8970 h 138451"/>
                  <a:gd name="connsiteX15" fmla="*/ 27722 w 143397"/>
                  <a:gd name="connsiteY15" fmla="*/ 10195 h 138451"/>
                  <a:gd name="connsiteX16" fmla="*/ 28932 w 143397"/>
                  <a:gd name="connsiteY16" fmla="*/ 14790 h 138451"/>
                  <a:gd name="connsiteX17" fmla="*/ 45873 w 143397"/>
                  <a:gd name="connsiteY17" fmla="*/ 11420 h 138451"/>
                  <a:gd name="connsiteX18" fmla="*/ 59487 w 143397"/>
                  <a:gd name="connsiteY18" fmla="*/ 32555 h 138451"/>
                  <a:gd name="connsiteX19" fmla="*/ 68260 w 143397"/>
                  <a:gd name="connsiteY19" fmla="*/ 70231 h 138451"/>
                  <a:gd name="connsiteX20" fmla="*/ 43453 w 143397"/>
                  <a:gd name="connsiteY20" fmla="*/ 106069 h 138451"/>
                  <a:gd name="connsiteX21" fmla="*/ 28024 w 143397"/>
                  <a:gd name="connsiteY21" fmla="*/ 120772 h 138451"/>
                  <a:gd name="connsiteX22" fmla="*/ 20159 w 143397"/>
                  <a:gd name="connsiteY22" fmla="*/ 118015 h 138451"/>
                  <a:gd name="connsiteX23" fmla="*/ 10478 w 143397"/>
                  <a:gd name="connsiteY23" fmla="*/ 114952 h 138451"/>
                  <a:gd name="connsiteX24" fmla="*/ 192 w 143397"/>
                  <a:gd name="connsiteY24" fmla="*/ 125673 h 138451"/>
                  <a:gd name="connsiteX25" fmla="*/ 15318 w 143397"/>
                  <a:gd name="connsiteY25" fmla="*/ 138538 h 138451"/>
                  <a:gd name="connsiteX26" fmla="*/ 43453 w 143397"/>
                  <a:gd name="connsiteY26" fmla="*/ 117097 h 138451"/>
                  <a:gd name="connsiteX27" fmla="*/ 70681 w 143397"/>
                  <a:gd name="connsiteY27" fmla="*/ 81258 h 138451"/>
                  <a:gd name="connsiteX28" fmla="*/ 79756 w 143397"/>
                  <a:gd name="connsiteY28" fmla="*/ 118015 h 138451"/>
                  <a:gd name="connsiteX29" fmla="*/ 97303 w 143397"/>
                  <a:gd name="connsiteY29" fmla="*/ 138538 h 138451"/>
                  <a:gd name="connsiteX30" fmla="*/ 134211 w 143397"/>
                  <a:gd name="connsiteY30" fmla="*/ 103619 h 138451"/>
                  <a:gd name="connsiteX31" fmla="*/ 129976 w 143397"/>
                  <a:gd name="connsiteY31" fmla="*/ 101169 h 138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451">
                    <a:moveTo>
                      <a:pt x="129976" y="101169"/>
                    </a:moveTo>
                    <a:cubicBezTo>
                      <a:pt x="127556" y="103925"/>
                      <a:pt x="126043" y="105763"/>
                      <a:pt x="123320" y="109439"/>
                    </a:cubicBezTo>
                    <a:cubicBezTo>
                      <a:pt x="116362" y="118628"/>
                      <a:pt x="112732" y="121691"/>
                      <a:pt x="109404" y="121691"/>
                    </a:cubicBezTo>
                    <a:cubicBezTo>
                      <a:pt x="104866" y="121691"/>
                      <a:pt x="102143" y="117709"/>
                      <a:pt x="100026" y="109133"/>
                    </a:cubicBezTo>
                    <a:cubicBezTo>
                      <a:pt x="99421" y="106682"/>
                      <a:pt x="99118" y="104844"/>
                      <a:pt x="98816" y="103925"/>
                    </a:cubicBezTo>
                    <a:cubicBezTo>
                      <a:pt x="91252" y="72988"/>
                      <a:pt x="87925" y="58898"/>
                      <a:pt x="87925" y="54303"/>
                    </a:cubicBezTo>
                    <a:cubicBezTo>
                      <a:pt x="101236" y="30718"/>
                      <a:pt x="112127" y="17240"/>
                      <a:pt x="117572" y="17240"/>
                    </a:cubicBezTo>
                    <a:cubicBezTo>
                      <a:pt x="119387" y="17240"/>
                      <a:pt x="121808" y="18159"/>
                      <a:pt x="124833" y="19691"/>
                    </a:cubicBezTo>
                    <a:cubicBezTo>
                      <a:pt x="128463" y="21835"/>
                      <a:pt x="130581" y="22447"/>
                      <a:pt x="133001" y="22447"/>
                    </a:cubicBezTo>
                    <a:cubicBezTo>
                      <a:pt x="139354" y="22447"/>
                      <a:pt x="143590" y="17853"/>
                      <a:pt x="143590" y="11420"/>
                    </a:cubicBezTo>
                    <a:cubicBezTo>
                      <a:pt x="143590" y="4988"/>
                      <a:pt x="138447" y="87"/>
                      <a:pt x="131186" y="87"/>
                    </a:cubicBezTo>
                    <a:cubicBezTo>
                      <a:pt x="117875" y="87"/>
                      <a:pt x="106379" y="11114"/>
                      <a:pt x="85504" y="43889"/>
                    </a:cubicBezTo>
                    <a:lnTo>
                      <a:pt x="82177" y="27042"/>
                    </a:lnTo>
                    <a:cubicBezTo>
                      <a:pt x="77941" y="6213"/>
                      <a:pt x="74613" y="87"/>
                      <a:pt x="66445" y="87"/>
                    </a:cubicBezTo>
                    <a:cubicBezTo>
                      <a:pt x="59790" y="87"/>
                      <a:pt x="49504" y="2844"/>
                      <a:pt x="31050" y="8970"/>
                    </a:cubicBezTo>
                    <a:lnTo>
                      <a:pt x="27722" y="10195"/>
                    </a:lnTo>
                    <a:lnTo>
                      <a:pt x="28932" y="14790"/>
                    </a:lnTo>
                    <a:cubicBezTo>
                      <a:pt x="40428" y="12033"/>
                      <a:pt x="43151" y="11420"/>
                      <a:pt x="45873" y="11420"/>
                    </a:cubicBezTo>
                    <a:cubicBezTo>
                      <a:pt x="53437" y="11420"/>
                      <a:pt x="55252" y="14177"/>
                      <a:pt x="59487" y="32555"/>
                    </a:cubicBezTo>
                    <a:lnTo>
                      <a:pt x="68260" y="70231"/>
                    </a:lnTo>
                    <a:lnTo>
                      <a:pt x="43453" y="106069"/>
                    </a:lnTo>
                    <a:cubicBezTo>
                      <a:pt x="37403" y="115259"/>
                      <a:pt x="31352" y="120772"/>
                      <a:pt x="28024" y="120772"/>
                    </a:cubicBezTo>
                    <a:cubicBezTo>
                      <a:pt x="26209" y="120772"/>
                      <a:pt x="23184" y="119853"/>
                      <a:pt x="20159" y="118015"/>
                    </a:cubicBezTo>
                    <a:cubicBezTo>
                      <a:pt x="16226" y="115871"/>
                      <a:pt x="12898" y="114952"/>
                      <a:pt x="10478" y="114952"/>
                    </a:cubicBezTo>
                    <a:cubicBezTo>
                      <a:pt x="4730" y="114952"/>
                      <a:pt x="192" y="119547"/>
                      <a:pt x="192" y="125673"/>
                    </a:cubicBezTo>
                    <a:cubicBezTo>
                      <a:pt x="192" y="133637"/>
                      <a:pt x="6242" y="138538"/>
                      <a:pt x="15318" y="138538"/>
                    </a:cubicBezTo>
                    <a:cubicBezTo>
                      <a:pt x="24697" y="138538"/>
                      <a:pt x="28327" y="135781"/>
                      <a:pt x="43453" y="117097"/>
                    </a:cubicBezTo>
                    <a:cubicBezTo>
                      <a:pt x="51621" y="107295"/>
                      <a:pt x="57974" y="99024"/>
                      <a:pt x="70681" y="81258"/>
                    </a:cubicBezTo>
                    <a:lnTo>
                      <a:pt x="79756" y="118015"/>
                    </a:lnTo>
                    <a:cubicBezTo>
                      <a:pt x="83689" y="133637"/>
                      <a:pt x="87622" y="138538"/>
                      <a:pt x="97303" y="138538"/>
                    </a:cubicBezTo>
                    <a:cubicBezTo>
                      <a:pt x="108799" y="138538"/>
                      <a:pt x="116665" y="131187"/>
                      <a:pt x="134211" y="103619"/>
                    </a:cubicBezTo>
                    <a:lnTo>
                      <a:pt x="129976" y="101169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890C708-1CA9-3F6D-A921-14F70929DCA4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8512245" y="5128225"/>
                <a:ext cx="101189" cy="156400"/>
              </a:xfrm>
              <a:custGeom>
                <a:avLst/>
                <a:gdLst>
                  <a:gd name="connsiteX0" fmla="*/ 51685 w 101189"/>
                  <a:gd name="connsiteY0" fmla="*/ 90 h 156400"/>
                  <a:gd name="connsiteX1" fmla="*/ 21687 w 101189"/>
                  <a:gd name="connsiteY1" fmla="*/ 11876 h 156400"/>
                  <a:gd name="connsiteX2" fmla="*/ 195 w 101189"/>
                  <a:gd name="connsiteY2" fmla="*/ 77157 h 156400"/>
                  <a:gd name="connsiteX3" fmla="*/ 18105 w 101189"/>
                  <a:gd name="connsiteY3" fmla="*/ 141077 h 156400"/>
                  <a:gd name="connsiteX4" fmla="*/ 50790 w 101189"/>
                  <a:gd name="connsiteY4" fmla="*/ 156491 h 156400"/>
                  <a:gd name="connsiteX5" fmla="*/ 79893 w 101189"/>
                  <a:gd name="connsiteY5" fmla="*/ 144704 h 156400"/>
                  <a:gd name="connsiteX6" fmla="*/ 101384 w 101189"/>
                  <a:gd name="connsiteY6" fmla="*/ 78517 h 156400"/>
                  <a:gd name="connsiteX7" fmla="*/ 51685 w 101189"/>
                  <a:gd name="connsiteY7" fmla="*/ 90 h 156400"/>
                  <a:gd name="connsiteX8" fmla="*/ 51013 w 101189"/>
                  <a:gd name="connsiteY8" fmla="*/ 5983 h 156400"/>
                  <a:gd name="connsiteX9" fmla="*/ 79893 w 101189"/>
                  <a:gd name="connsiteY9" fmla="*/ 78970 h 156400"/>
                  <a:gd name="connsiteX10" fmla="*/ 50790 w 101189"/>
                  <a:gd name="connsiteY10" fmla="*/ 150597 h 156400"/>
                  <a:gd name="connsiteX11" fmla="*/ 21687 w 101189"/>
                  <a:gd name="connsiteY11" fmla="*/ 79197 h 156400"/>
                  <a:gd name="connsiteX12" fmla="*/ 51013 w 101189"/>
                  <a:gd name="connsiteY12" fmla="*/ 5983 h 15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1189" h="156400">
                    <a:moveTo>
                      <a:pt x="51685" y="90"/>
                    </a:moveTo>
                    <a:cubicBezTo>
                      <a:pt x="39372" y="90"/>
                      <a:pt x="29970" y="3943"/>
                      <a:pt x="21687" y="11876"/>
                    </a:cubicBezTo>
                    <a:cubicBezTo>
                      <a:pt x="8702" y="24570"/>
                      <a:pt x="195" y="50637"/>
                      <a:pt x="195" y="77157"/>
                    </a:cubicBezTo>
                    <a:cubicBezTo>
                      <a:pt x="195" y="101864"/>
                      <a:pt x="7583" y="128384"/>
                      <a:pt x="18105" y="141077"/>
                    </a:cubicBezTo>
                    <a:cubicBezTo>
                      <a:pt x="26388" y="151051"/>
                      <a:pt x="37805" y="156491"/>
                      <a:pt x="50790" y="156491"/>
                    </a:cubicBezTo>
                    <a:cubicBezTo>
                      <a:pt x="62207" y="156491"/>
                      <a:pt x="71833" y="152637"/>
                      <a:pt x="79893" y="144704"/>
                    </a:cubicBezTo>
                    <a:cubicBezTo>
                      <a:pt x="92877" y="132237"/>
                      <a:pt x="101384" y="105944"/>
                      <a:pt x="101384" y="78517"/>
                    </a:cubicBezTo>
                    <a:cubicBezTo>
                      <a:pt x="101384" y="32050"/>
                      <a:pt x="81012" y="90"/>
                      <a:pt x="51685" y="90"/>
                    </a:cubicBezTo>
                    <a:close/>
                    <a:moveTo>
                      <a:pt x="51013" y="5983"/>
                    </a:moveTo>
                    <a:cubicBezTo>
                      <a:pt x="69819" y="5983"/>
                      <a:pt x="79893" y="31597"/>
                      <a:pt x="79893" y="78970"/>
                    </a:cubicBezTo>
                    <a:cubicBezTo>
                      <a:pt x="79893" y="126344"/>
                      <a:pt x="70042" y="150597"/>
                      <a:pt x="50790" y="150597"/>
                    </a:cubicBezTo>
                    <a:cubicBezTo>
                      <a:pt x="31537" y="150597"/>
                      <a:pt x="21687" y="126344"/>
                      <a:pt x="21687" y="79197"/>
                    </a:cubicBezTo>
                    <a:cubicBezTo>
                      <a:pt x="21687" y="31143"/>
                      <a:pt x="31761" y="5983"/>
                      <a:pt x="51013" y="59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25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CD164B9-9E24-D9B5-C3B7-10C78DDFD2B0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8651654" y="5005277"/>
                <a:ext cx="70186" cy="306308"/>
              </a:xfrm>
              <a:custGeom>
                <a:avLst/>
                <a:gdLst>
                  <a:gd name="connsiteX0" fmla="*/ 70387 w 70186"/>
                  <a:gd name="connsiteY0" fmla="*/ 153241 h 306308"/>
                  <a:gd name="connsiteX1" fmla="*/ 50420 w 70186"/>
                  <a:gd name="connsiteY1" fmla="*/ 57673 h 306308"/>
                  <a:gd name="connsiteX2" fmla="*/ 3226 w 70186"/>
                  <a:gd name="connsiteY2" fmla="*/ 87 h 306308"/>
                  <a:gd name="connsiteX3" fmla="*/ 200 w 70186"/>
                  <a:gd name="connsiteY3" fmla="*/ 3150 h 306308"/>
                  <a:gd name="connsiteX4" fmla="*/ 5948 w 70186"/>
                  <a:gd name="connsiteY4" fmla="*/ 10195 h 306308"/>
                  <a:gd name="connsiteX5" fmla="*/ 52840 w 70186"/>
                  <a:gd name="connsiteY5" fmla="*/ 153241 h 306308"/>
                  <a:gd name="connsiteX6" fmla="*/ 4133 w 70186"/>
                  <a:gd name="connsiteY6" fmla="*/ 298125 h 306308"/>
                  <a:gd name="connsiteX7" fmla="*/ 200 w 70186"/>
                  <a:gd name="connsiteY7" fmla="*/ 303332 h 306308"/>
                  <a:gd name="connsiteX8" fmla="*/ 3226 w 70186"/>
                  <a:gd name="connsiteY8" fmla="*/ 306395 h 306308"/>
                  <a:gd name="connsiteX9" fmla="*/ 51327 w 70186"/>
                  <a:gd name="connsiteY9" fmla="*/ 246665 h 306308"/>
                  <a:gd name="connsiteX10" fmla="*/ 70387 w 70186"/>
                  <a:gd name="connsiteY10" fmla="*/ 153241 h 3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6308">
                    <a:moveTo>
                      <a:pt x="70387" y="153241"/>
                    </a:moveTo>
                    <a:cubicBezTo>
                      <a:pt x="70387" y="129349"/>
                      <a:pt x="67059" y="92285"/>
                      <a:pt x="50420" y="57673"/>
                    </a:cubicBezTo>
                    <a:cubicBezTo>
                      <a:pt x="32268" y="19997"/>
                      <a:pt x="6251" y="87"/>
                      <a:pt x="3226" y="87"/>
                    </a:cubicBezTo>
                    <a:cubicBezTo>
                      <a:pt x="1410" y="87"/>
                      <a:pt x="200" y="1312"/>
                      <a:pt x="200" y="3150"/>
                    </a:cubicBezTo>
                    <a:cubicBezTo>
                      <a:pt x="200" y="4069"/>
                      <a:pt x="200" y="4681"/>
                      <a:pt x="5948" y="10195"/>
                    </a:cubicBezTo>
                    <a:cubicBezTo>
                      <a:pt x="35596" y="40519"/>
                      <a:pt x="52840" y="89222"/>
                      <a:pt x="52840" y="153241"/>
                    </a:cubicBezTo>
                    <a:cubicBezTo>
                      <a:pt x="52840" y="205620"/>
                      <a:pt x="41647" y="259530"/>
                      <a:pt x="4133" y="298125"/>
                    </a:cubicBezTo>
                    <a:cubicBezTo>
                      <a:pt x="200" y="301800"/>
                      <a:pt x="200" y="302413"/>
                      <a:pt x="200" y="303332"/>
                    </a:cubicBezTo>
                    <a:cubicBezTo>
                      <a:pt x="200" y="305170"/>
                      <a:pt x="1410" y="306395"/>
                      <a:pt x="3226" y="306395"/>
                    </a:cubicBezTo>
                    <a:cubicBezTo>
                      <a:pt x="6251" y="306395"/>
                      <a:pt x="33478" y="285566"/>
                      <a:pt x="51327" y="246665"/>
                    </a:cubicBezTo>
                    <a:cubicBezTo>
                      <a:pt x="66756" y="212971"/>
                      <a:pt x="70387" y="178971"/>
                      <a:pt x="70387" y="1532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D9BB86AF-3F35-3E2B-56E8-1CEB20BE3A81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8811343" y="5056430"/>
                <a:ext cx="201180" cy="204001"/>
              </a:xfrm>
              <a:custGeom>
                <a:avLst/>
                <a:gdLst>
                  <a:gd name="connsiteX0" fmla="*/ 106998 w 201180"/>
                  <a:gd name="connsiteY0" fmla="*/ 108214 h 204001"/>
                  <a:gd name="connsiteX1" fmla="*/ 191403 w 201180"/>
                  <a:gd name="connsiteY1" fmla="*/ 108214 h 204001"/>
                  <a:gd name="connsiteX2" fmla="*/ 201386 w 201180"/>
                  <a:gd name="connsiteY2" fmla="*/ 102087 h 204001"/>
                  <a:gd name="connsiteX3" fmla="*/ 191403 w 201180"/>
                  <a:gd name="connsiteY3" fmla="*/ 95961 h 204001"/>
                  <a:gd name="connsiteX4" fmla="*/ 106998 w 201180"/>
                  <a:gd name="connsiteY4" fmla="*/ 95961 h 204001"/>
                  <a:gd name="connsiteX5" fmla="*/ 106998 w 201180"/>
                  <a:gd name="connsiteY5" fmla="*/ 10195 h 204001"/>
                  <a:gd name="connsiteX6" fmla="*/ 100948 w 201180"/>
                  <a:gd name="connsiteY6" fmla="*/ 87 h 204001"/>
                  <a:gd name="connsiteX7" fmla="*/ 94897 w 201180"/>
                  <a:gd name="connsiteY7" fmla="*/ 10195 h 204001"/>
                  <a:gd name="connsiteX8" fmla="*/ 94897 w 201180"/>
                  <a:gd name="connsiteY8" fmla="*/ 95961 h 204001"/>
                  <a:gd name="connsiteX9" fmla="*/ 10190 w 201180"/>
                  <a:gd name="connsiteY9" fmla="*/ 95961 h 204001"/>
                  <a:gd name="connsiteX10" fmla="*/ 206 w 201180"/>
                  <a:gd name="connsiteY10" fmla="*/ 102087 h 204001"/>
                  <a:gd name="connsiteX11" fmla="*/ 10190 w 201180"/>
                  <a:gd name="connsiteY11" fmla="*/ 108214 h 204001"/>
                  <a:gd name="connsiteX12" fmla="*/ 94897 w 201180"/>
                  <a:gd name="connsiteY12" fmla="*/ 108214 h 204001"/>
                  <a:gd name="connsiteX13" fmla="*/ 94897 w 201180"/>
                  <a:gd name="connsiteY13" fmla="*/ 193980 h 204001"/>
                  <a:gd name="connsiteX14" fmla="*/ 100948 w 201180"/>
                  <a:gd name="connsiteY14" fmla="*/ 204088 h 204001"/>
                  <a:gd name="connsiteX15" fmla="*/ 106998 w 201180"/>
                  <a:gd name="connsiteY15" fmla="*/ 193980 h 204001"/>
                  <a:gd name="connsiteX16" fmla="*/ 106998 w 201180"/>
                  <a:gd name="connsiteY16" fmla="*/ 108214 h 204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4001">
                    <a:moveTo>
                      <a:pt x="106998" y="108214"/>
                    </a:moveTo>
                    <a:lnTo>
                      <a:pt x="191403" y="108214"/>
                    </a:lnTo>
                    <a:cubicBezTo>
                      <a:pt x="195638" y="108214"/>
                      <a:pt x="201386" y="108214"/>
                      <a:pt x="201386" y="102087"/>
                    </a:cubicBezTo>
                    <a:cubicBezTo>
                      <a:pt x="201386" y="95961"/>
                      <a:pt x="195638" y="95961"/>
                      <a:pt x="191403" y="95961"/>
                    </a:cubicBezTo>
                    <a:lnTo>
                      <a:pt x="106998" y="95961"/>
                    </a:lnTo>
                    <a:lnTo>
                      <a:pt x="106998" y="10195"/>
                    </a:lnTo>
                    <a:cubicBezTo>
                      <a:pt x="106998" y="5907"/>
                      <a:pt x="106998" y="87"/>
                      <a:pt x="100948" y="87"/>
                    </a:cubicBezTo>
                    <a:cubicBezTo>
                      <a:pt x="94897" y="87"/>
                      <a:pt x="94897" y="5907"/>
                      <a:pt x="94897" y="10195"/>
                    </a:cubicBezTo>
                    <a:lnTo>
                      <a:pt x="94897" y="95961"/>
                    </a:lnTo>
                    <a:lnTo>
                      <a:pt x="10190" y="95961"/>
                    </a:lnTo>
                    <a:cubicBezTo>
                      <a:pt x="5954" y="95961"/>
                      <a:pt x="206" y="95961"/>
                      <a:pt x="206" y="102087"/>
                    </a:cubicBezTo>
                    <a:cubicBezTo>
                      <a:pt x="206" y="108214"/>
                      <a:pt x="5954" y="108214"/>
                      <a:pt x="10190" y="108214"/>
                    </a:cubicBezTo>
                    <a:lnTo>
                      <a:pt x="94897" y="108214"/>
                    </a:lnTo>
                    <a:lnTo>
                      <a:pt x="94897" y="193980"/>
                    </a:lnTo>
                    <a:cubicBezTo>
                      <a:pt x="94897" y="198268"/>
                      <a:pt x="94897" y="204088"/>
                      <a:pt x="100948" y="204088"/>
                    </a:cubicBezTo>
                    <a:cubicBezTo>
                      <a:pt x="106998" y="204088"/>
                      <a:pt x="106998" y="198268"/>
                      <a:pt x="106998" y="193980"/>
                    </a:cubicBezTo>
                    <a:lnTo>
                      <a:pt x="106998" y="108214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1B84C58-31CC-0A84-C96F-24F2E900B7C8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9085526" y="5027943"/>
                <a:ext cx="117682" cy="211352"/>
              </a:xfrm>
              <a:custGeom>
                <a:avLst/>
                <a:gdLst>
                  <a:gd name="connsiteX0" fmla="*/ 33492 w 117682"/>
                  <a:gd name="connsiteY0" fmla="*/ 106070 h 211352"/>
                  <a:gd name="connsiteX1" fmla="*/ 65560 w 117682"/>
                  <a:gd name="connsiteY1" fmla="*/ 109439 h 211352"/>
                  <a:gd name="connsiteX2" fmla="*/ 96115 w 117682"/>
                  <a:gd name="connsiteY2" fmla="*/ 154773 h 211352"/>
                  <a:gd name="connsiteX3" fmla="*/ 56484 w 117682"/>
                  <a:gd name="connsiteY3" fmla="*/ 200413 h 211352"/>
                  <a:gd name="connsiteX4" fmla="*/ 31072 w 117682"/>
                  <a:gd name="connsiteY4" fmla="*/ 190917 h 211352"/>
                  <a:gd name="connsiteX5" fmla="*/ 11710 w 117682"/>
                  <a:gd name="connsiteY5" fmla="*/ 183260 h 211352"/>
                  <a:gd name="connsiteX6" fmla="*/ 214 w 117682"/>
                  <a:gd name="connsiteY6" fmla="*/ 193981 h 211352"/>
                  <a:gd name="connsiteX7" fmla="*/ 34400 w 117682"/>
                  <a:gd name="connsiteY7" fmla="*/ 211440 h 211352"/>
                  <a:gd name="connsiteX8" fmla="*/ 95813 w 117682"/>
                  <a:gd name="connsiteY8" fmla="*/ 190917 h 211352"/>
                  <a:gd name="connsiteX9" fmla="*/ 117897 w 117682"/>
                  <a:gd name="connsiteY9" fmla="*/ 140070 h 211352"/>
                  <a:gd name="connsiteX10" fmla="*/ 104284 w 117682"/>
                  <a:gd name="connsiteY10" fmla="*/ 100556 h 211352"/>
                  <a:gd name="connsiteX11" fmla="*/ 79174 w 117682"/>
                  <a:gd name="connsiteY11" fmla="*/ 84322 h 211352"/>
                  <a:gd name="connsiteX12" fmla="*/ 107611 w 117682"/>
                  <a:gd name="connsiteY12" fmla="*/ 42052 h 211352"/>
                  <a:gd name="connsiteX13" fmla="*/ 60417 w 117682"/>
                  <a:gd name="connsiteY13" fmla="*/ 87 h 211352"/>
                  <a:gd name="connsiteX14" fmla="*/ 21089 w 117682"/>
                  <a:gd name="connsiteY14" fmla="*/ 15096 h 211352"/>
                  <a:gd name="connsiteX15" fmla="*/ 819 w 117682"/>
                  <a:gd name="connsiteY15" fmla="*/ 49709 h 211352"/>
                  <a:gd name="connsiteX16" fmla="*/ 5357 w 117682"/>
                  <a:gd name="connsiteY16" fmla="*/ 50935 h 211352"/>
                  <a:gd name="connsiteX17" fmla="*/ 50434 w 117682"/>
                  <a:gd name="connsiteY17" fmla="*/ 18466 h 211352"/>
                  <a:gd name="connsiteX18" fmla="*/ 83712 w 117682"/>
                  <a:gd name="connsiteY18" fmla="*/ 51241 h 211352"/>
                  <a:gd name="connsiteX19" fmla="*/ 71611 w 117682"/>
                  <a:gd name="connsiteY19" fmla="*/ 80953 h 211352"/>
                  <a:gd name="connsiteX20" fmla="*/ 33492 w 117682"/>
                  <a:gd name="connsiteY20" fmla="*/ 102088 h 211352"/>
                  <a:gd name="connsiteX21" fmla="*/ 33492 w 117682"/>
                  <a:gd name="connsiteY21" fmla="*/ 106070 h 21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682" h="211352">
                    <a:moveTo>
                      <a:pt x="33492" y="106070"/>
                    </a:moveTo>
                    <a:cubicBezTo>
                      <a:pt x="51341" y="106070"/>
                      <a:pt x="58299" y="106683"/>
                      <a:pt x="65560" y="109439"/>
                    </a:cubicBezTo>
                    <a:cubicBezTo>
                      <a:pt x="84317" y="116178"/>
                      <a:pt x="96115" y="133638"/>
                      <a:pt x="96115" y="154773"/>
                    </a:cubicBezTo>
                    <a:cubicBezTo>
                      <a:pt x="96115" y="180503"/>
                      <a:pt x="78871" y="200413"/>
                      <a:pt x="56484" y="200413"/>
                    </a:cubicBezTo>
                    <a:cubicBezTo>
                      <a:pt x="48316" y="200413"/>
                      <a:pt x="42266" y="198269"/>
                      <a:pt x="31072" y="190917"/>
                    </a:cubicBezTo>
                    <a:cubicBezTo>
                      <a:pt x="21996" y="185404"/>
                      <a:pt x="16853" y="183260"/>
                      <a:pt x="11710" y="183260"/>
                    </a:cubicBezTo>
                    <a:cubicBezTo>
                      <a:pt x="4752" y="183260"/>
                      <a:pt x="214" y="187548"/>
                      <a:pt x="214" y="193981"/>
                    </a:cubicBezTo>
                    <a:cubicBezTo>
                      <a:pt x="214" y="204701"/>
                      <a:pt x="13223" y="211440"/>
                      <a:pt x="34400" y="211440"/>
                    </a:cubicBezTo>
                    <a:cubicBezTo>
                      <a:pt x="57694" y="211440"/>
                      <a:pt x="81594" y="203476"/>
                      <a:pt x="95813" y="190917"/>
                    </a:cubicBezTo>
                    <a:cubicBezTo>
                      <a:pt x="110032" y="178359"/>
                      <a:pt x="117897" y="160593"/>
                      <a:pt x="117897" y="140070"/>
                    </a:cubicBezTo>
                    <a:cubicBezTo>
                      <a:pt x="117897" y="124449"/>
                      <a:pt x="113057" y="110052"/>
                      <a:pt x="104284" y="100556"/>
                    </a:cubicBezTo>
                    <a:cubicBezTo>
                      <a:pt x="98233" y="93818"/>
                      <a:pt x="92485" y="90142"/>
                      <a:pt x="79174" y="84322"/>
                    </a:cubicBezTo>
                    <a:cubicBezTo>
                      <a:pt x="100048" y="69926"/>
                      <a:pt x="107611" y="58592"/>
                      <a:pt x="107611" y="42052"/>
                    </a:cubicBezTo>
                    <a:cubicBezTo>
                      <a:pt x="107611" y="17241"/>
                      <a:pt x="88250" y="87"/>
                      <a:pt x="60417" y="87"/>
                    </a:cubicBezTo>
                    <a:cubicBezTo>
                      <a:pt x="45291" y="87"/>
                      <a:pt x="31980" y="5295"/>
                      <a:pt x="21089" y="15096"/>
                    </a:cubicBezTo>
                    <a:cubicBezTo>
                      <a:pt x="12013" y="23367"/>
                      <a:pt x="7475" y="31331"/>
                      <a:pt x="819" y="49709"/>
                    </a:cubicBezTo>
                    <a:lnTo>
                      <a:pt x="5357" y="50935"/>
                    </a:lnTo>
                    <a:cubicBezTo>
                      <a:pt x="17761" y="28574"/>
                      <a:pt x="31375" y="18466"/>
                      <a:pt x="50434" y="18466"/>
                    </a:cubicBezTo>
                    <a:cubicBezTo>
                      <a:pt x="70098" y="18466"/>
                      <a:pt x="83712" y="31943"/>
                      <a:pt x="83712" y="51241"/>
                    </a:cubicBezTo>
                    <a:cubicBezTo>
                      <a:pt x="83712" y="62268"/>
                      <a:pt x="79174" y="73295"/>
                      <a:pt x="71611" y="80953"/>
                    </a:cubicBezTo>
                    <a:cubicBezTo>
                      <a:pt x="62535" y="90142"/>
                      <a:pt x="54064" y="94737"/>
                      <a:pt x="33492" y="102088"/>
                    </a:cubicBezTo>
                    <a:lnTo>
                      <a:pt x="33492" y="106070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95B1B36F-559B-C97F-8C20-1AB6445F17B0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9310993" y="5084611"/>
                <a:ext cx="146120" cy="147640"/>
              </a:xfrm>
              <a:custGeom>
                <a:avLst/>
                <a:gdLst>
                  <a:gd name="connsiteX0" fmla="*/ 73432 w 146120"/>
                  <a:gd name="connsiteY0" fmla="*/ 65331 h 147640"/>
                  <a:gd name="connsiteX1" fmla="*/ 12927 w 146120"/>
                  <a:gd name="connsiteY1" fmla="*/ 4376 h 147640"/>
                  <a:gd name="connsiteX2" fmla="*/ 6271 w 146120"/>
                  <a:gd name="connsiteY2" fmla="*/ 87 h 147640"/>
                  <a:gd name="connsiteX3" fmla="*/ 221 w 146120"/>
                  <a:gd name="connsiteY3" fmla="*/ 6213 h 147640"/>
                  <a:gd name="connsiteX4" fmla="*/ 4154 w 146120"/>
                  <a:gd name="connsiteY4" fmla="*/ 12340 h 147640"/>
                  <a:gd name="connsiteX5" fmla="*/ 64659 w 146120"/>
                  <a:gd name="connsiteY5" fmla="*/ 73908 h 147640"/>
                  <a:gd name="connsiteX6" fmla="*/ 4154 w 146120"/>
                  <a:gd name="connsiteY6" fmla="*/ 135476 h 147640"/>
                  <a:gd name="connsiteX7" fmla="*/ 221 w 146120"/>
                  <a:gd name="connsiteY7" fmla="*/ 141602 h 147640"/>
                  <a:gd name="connsiteX8" fmla="*/ 6271 w 146120"/>
                  <a:gd name="connsiteY8" fmla="*/ 147728 h 147640"/>
                  <a:gd name="connsiteX9" fmla="*/ 12927 w 146120"/>
                  <a:gd name="connsiteY9" fmla="*/ 143440 h 147640"/>
                  <a:gd name="connsiteX10" fmla="*/ 73130 w 146120"/>
                  <a:gd name="connsiteY10" fmla="*/ 82484 h 147640"/>
                  <a:gd name="connsiteX11" fmla="*/ 135753 w 146120"/>
                  <a:gd name="connsiteY11" fmla="*/ 145890 h 147640"/>
                  <a:gd name="connsiteX12" fmla="*/ 140291 w 146120"/>
                  <a:gd name="connsiteY12" fmla="*/ 147728 h 147640"/>
                  <a:gd name="connsiteX13" fmla="*/ 146341 w 146120"/>
                  <a:gd name="connsiteY13" fmla="*/ 141602 h 147640"/>
                  <a:gd name="connsiteX14" fmla="*/ 145434 w 146120"/>
                  <a:gd name="connsiteY14" fmla="*/ 138232 h 147640"/>
                  <a:gd name="connsiteX15" fmla="*/ 81903 w 146120"/>
                  <a:gd name="connsiteY15" fmla="*/ 73908 h 147640"/>
                  <a:gd name="connsiteX16" fmla="*/ 137265 w 146120"/>
                  <a:gd name="connsiteY16" fmla="*/ 17853 h 147640"/>
                  <a:gd name="connsiteX17" fmla="*/ 144828 w 146120"/>
                  <a:gd name="connsiteY17" fmla="*/ 10196 h 147640"/>
                  <a:gd name="connsiteX18" fmla="*/ 146341 w 146120"/>
                  <a:gd name="connsiteY18" fmla="*/ 6213 h 147640"/>
                  <a:gd name="connsiteX19" fmla="*/ 140291 w 146120"/>
                  <a:gd name="connsiteY19" fmla="*/ 87 h 147640"/>
                  <a:gd name="connsiteX20" fmla="*/ 133332 w 146120"/>
                  <a:gd name="connsiteY20" fmla="*/ 4682 h 147640"/>
                  <a:gd name="connsiteX21" fmla="*/ 73432 w 146120"/>
                  <a:gd name="connsiteY21" fmla="*/ 65331 h 14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6120" h="147640">
                    <a:moveTo>
                      <a:pt x="73432" y="65331"/>
                    </a:moveTo>
                    <a:lnTo>
                      <a:pt x="12927" y="4376"/>
                    </a:lnTo>
                    <a:cubicBezTo>
                      <a:pt x="9296" y="700"/>
                      <a:pt x="8691" y="87"/>
                      <a:pt x="6271" y="87"/>
                    </a:cubicBezTo>
                    <a:cubicBezTo>
                      <a:pt x="3246" y="87"/>
                      <a:pt x="221" y="2844"/>
                      <a:pt x="221" y="6213"/>
                    </a:cubicBezTo>
                    <a:cubicBezTo>
                      <a:pt x="221" y="8358"/>
                      <a:pt x="826" y="8970"/>
                      <a:pt x="4154" y="12340"/>
                    </a:cubicBezTo>
                    <a:lnTo>
                      <a:pt x="64659" y="73908"/>
                    </a:lnTo>
                    <a:lnTo>
                      <a:pt x="4154" y="135476"/>
                    </a:lnTo>
                    <a:cubicBezTo>
                      <a:pt x="826" y="138845"/>
                      <a:pt x="221" y="139458"/>
                      <a:pt x="221" y="141602"/>
                    </a:cubicBezTo>
                    <a:cubicBezTo>
                      <a:pt x="221" y="144971"/>
                      <a:pt x="3246" y="147728"/>
                      <a:pt x="6271" y="147728"/>
                    </a:cubicBezTo>
                    <a:cubicBezTo>
                      <a:pt x="8691" y="147728"/>
                      <a:pt x="9296" y="147115"/>
                      <a:pt x="12927" y="143440"/>
                    </a:cubicBezTo>
                    <a:lnTo>
                      <a:pt x="73130" y="82484"/>
                    </a:lnTo>
                    <a:lnTo>
                      <a:pt x="135753" y="145890"/>
                    </a:lnTo>
                    <a:cubicBezTo>
                      <a:pt x="136358" y="146196"/>
                      <a:pt x="138475" y="147728"/>
                      <a:pt x="140291" y="147728"/>
                    </a:cubicBezTo>
                    <a:cubicBezTo>
                      <a:pt x="143921" y="147728"/>
                      <a:pt x="146341" y="144971"/>
                      <a:pt x="146341" y="141602"/>
                    </a:cubicBezTo>
                    <a:cubicBezTo>
                      <a:pt x="146341" y="140989"/>
                      <a:pt x="146341" y="139764"/>
                      <a:pt x="145434" y="138232"/>
                    </a:cubicBezTo>
                    <a:cubicBezTo>
                      <a:pt x="145131" y="137620"/>
                      <a:pt x="97029" y="89529"/>
                      <a:pt x="81903" y="73908"/>
                    </a:cubicBezTo>
                    <a:lnTo>
                      <a:pt x="137265" y="17853"/>
                    </a:lnTo>
                    <a:cubicBezTo>
                      <a:pt x="138778" y="16015"/>
                      <a:pt x="143316" y="12033"/>
                      <a:pt x="144828" y="10196"/>
                    </a:cubicBezTo>
                    <a:cubicBezTo>
                      <a:pt x="145131" y="9583"/>
                      <a:pt x="146341" y="8358"/>
                      <a:pt x="146341" y="6213"/>
                    </a:cubicBezTo>
                    <a:cubicBezTo>
                      <a:pt x="146341" y="2844"/>
                      <a:pt x="143921" y="87"/>
                      <a:pt x="140291" y="87"/>
                    </a:cubicBezTo>
                    <a:cubicBezTo>
                      <a:pt x="137870" y="87"/>
                      <a:pt x="136660" y="1313"/>
                      <a:pt x="133332" y="4682"/>
                    </a:cubicBezTo>
                    <a:lnTo>
                      <a:pt x="73432" y="65331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72D91F6-8D8D-302C-6AE2-EC2B2496742F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9549478" y="5099620"/>
                <a:ext cx="105884" cy="139370"/>
              </a:xfrm>
              <a:custGeom>
                <a:avLst/>
                <a:gdLst>
                  <a:gd name="connsiteX0" fmla="*/ 6281 w 105884"/>
                  <a:gd name="connsiteY0" fmla="*/ 90754 h 139370"/>
                  <a:gd name="connsiteX1" fmla="*/ 230 w 105884"/>
                  <a:gd name="connsiteY1" fmla="*/ 139457 h 139370"/>
                  <a:gd name="connsiteX2" fmla="*/ 5071 w 105884"/>
                  <a:gd name="connsiteY2" fmla="*/ 139457 h 139370"/>
                  <a:gd name="connsiteX3" fmla="*/ 12331 w 105884"/>
                  <a:gd name="connsiteY3" fmla="*/ 133025 h 139370"/>
                  <a:gd name="connsiteX4" fmla="*/ 27155 w 105884"/>
                  <a:gd name="connsiteY4" fmla="*/ 135781 h 139370"/>
                  <a:gd name="connsiteX5" fmla="*/ 43794 w 105884"/>
                  <a:gd name="connsiteY5" fmla="*/ 138844 h 139370"/>
                  <a:gd name="connsiteX6" fmla="*/ 87358 w 105884"/>
                  <a:gd name="connsiteY6" fmla="*/ 99024 h 139370"/>
                  <a:gd name="connsiteX7" fmla="*/ 66786 w 105884"/>
                  <a:gd name="connsiteY7" fmla="*/ 56141 h 139370"/>
                  <a:gd name="connsiteX8" fmla="*/ 50450 w 105884"/>
                  <a:gd name="connsiteY8" fmla="*/ 23979 h 139370"/>
                  <a:gd name="connsiteX9" fmla="*/ 67391 w 105884"/>
                  <a:gd name="connsiteY9" fmla="*/ 7438 h 139370"/>
                  <a:gd name="connsiteX10" fmla="*/ 95224 w 105884"/>
                  <a:gd name="connsiteY10" fmla="*/ 42664 h 139370"/>
                  <a:gd name="connsiteX11" fmla="*/ 100064 w 105884"/>
                  <a:gd name="connsiteY11" fmla="*/ 42664 h 139370"/>
                  <a:gd name="connsiteX12" fmla="*/ 106115 w 105884"/>
                  <a:gd name="connsiteY12" fmla="*/ 87 h 139370"/>
                  <a:gd name="connsiteX13" fmla="*/ 101879 w 105884"/>
                  <a:gd name="connsiteY13" fmla="*/ 87 h 139370"/>
                  <a:gd name="connsiteX14" fmla="*/ 92803 w 105884"/>
                  <a:gd name="connsiteY14" fmla="*/ 5600 h 139370"/>
                  <a:gd name="connsiteX15" fmla="*/ 81913 w 105884"/>
                  <a:gd name="connsiteY15" fmla="*/ 3456 h 139370"/>
                  <a:gd name="connsiteX16" fmla="*/ 64971 w 105884"/>
                  <a:gd name="connsiteY16" fmla="*/ 393 h 139370"/>
                  <a:gd name="connsiteX17" fmla="*/ 28365 w 105884"/>
                  <a:gd name="connsiteY17" fmla="*/ 34087 h 139370"/>
                  <a:gd name="connsiteX18" fmla="*/ 47424 w 105884"/>
                  <a:gd name="connsiteY18" fmla="*/ 73601 h 139370"/>
                  <a:gd name="connsiteX19" fmla="*/ 64366 w 105884"/>
                  <a:gd name="connsiteY19" fmla="*/ 108826 h 139370"/>
                  <a:gd name="connsiteX20" fmla="*/ 41979 w 105884"/>
                  <a:gd name="connsiteY20" fmla="*/ 132412 h 139370"/>
                  <a:gd name="connsiteX21" fmla="*/ 11121 w 105884"/>
                  <a:gd name="connsiteY21" fmla="*/ 90754 h 139370"/>
                  <a:gd name="connsiteX22" fmla="*/ 6281 w 105884"/>
                  <a:gd name="connsiteY22" fmla="*/ 90754 h 13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5884" h="139370">
                    <a:moveTo>
                      <a:pt x="6281" y="90754"/>
                    </a:moveTo>
                    <a:lnTo>
                      <a:pt x="230" y="139457"/>
                    </a:lnTo>
                    <a:lnTo>
                      <a:pt x="5071" y="139457"/>
                    </a:lnTo>
                    <a:cubicBezTo>
                      <a:pt x="7491" y="134556"/>
                      <a:pt x="9306" y="133025"/>
                      <a:pt x="12331" y="133025"/>
                    </a:cubicBezTo>
                    <a:cubicBezTo>
                      <a:pt x="15659" y="133025"/>
                      <a:pt x="21105" y="134250"/>
                      <a:pt x="27155" y="135781"/>
                    </a:cubicBezTo>
                    <a:cubicBezTo>
                      <a:pt x="33811" y="137925"/>
                      <a:pt x="38954" y="138844"/>
                      <a:pt x="43794" y="138844"/>
                    </a:cubicBezTo>
                    <a:cubicBezTo>
                      <a:pt x="69206" y="138844"/>
                      <a:pt x="87358" y="122304"/>
                      <a:pt x="87358" y="99024"/>
                    </a:cubicBezTo>
                    <a:cubicBezTo>
                      <a:pt x="87358" y="87385"/>
                      <a:pt x="81005" y="73907"/>
                      <a:pt x="66786" y="56141"/>
                    </a:cubicBezTo>
                    <a:cubicBezTo>
                      <a:pt x="55290" y="41745"/>
                      <a:pt x="50450" y="32249"/>
                      <a:pt x="50450" y="23979"/>
                    </a:cubicBezTo>
                    <a:cubicBezTo>
                      <a:pt x="50450" y="13871"/>
                      <a:pt x="56803" y="7438"/>
                      <a:pt x="67391" y="7438"/>
                    </a:cubicBezTo>
                    <a:cubicBezTo>
                      <a:pt x="83123" y="7438"/>
                      <a:pt x="92198" y="18772"/>
                      <a:pt x="95224" y="42664"/>
                    </a:cubicBezTo>
                    <a:lnTo>
                      <a:pt x="100064" y="42664"/>
                    </a:lnTo>
                    <a:lnTo>
                      <a:pt x="106115" y="87"/>
                    </a:lnTo>
                    <a:lnTo>
                      <a:pt x="101879" y="87"/>
                    </a:lnTo>
                    <a:cubicBezTo>
                      <a:pt x="99459" y="4375"/>
                      <a:pt x="97039" y="5600"/>
                      <a:pt x="92803" y="5600"/>
                    </a:cubicBezTo>
                    <a:cubicBezTo>
                      <a:pt x="90686" y="5600"/>
                      <a:pt x="87660" y="4988"/>
                      <a:pt x="81913" y="3456"/>
                    </a:cubicBezTo>
                    <a:cubicBezTo>
                      <a:pt x="74349" y="1006"/>
                      <a:pt x="69811" y="393"/>
                      <a:pt x="64971" y="393"/>
                    </a:cubicBezTo>
                    <a:cubicBezTo>
                      <a:pt x="42887" y="393"/>
                      <a:pt x="28365" y="13564"/>
                      <a:pt x="28365" y="34087"/>
                    </a:cubicBezTo>
                    <a:cubicBezTo>
                      <a:pt x="28365" y="43889"/>
                      <a:pt x="34718" y="57060"/>
                      <a:pt x="47424" y="73601"/>
                    </a:cubicBezTo>
                    <a:cubicBezTo>
                      <a:pt x="59223" y="89223"/>
                      <a:pt x="64366" y="99943"/>
                      <a:pt x="64366" y="108826"/>
                    </a:cubicBezTo>
                    <a:cubicBezTo>
                      <a:pt x="64366" y="122610"/>
                      <a:pt x="55290" y="132412"/>
                      <a:pt x="41979" y="132412"/>
                    </a:cubicBezTo>
                    <a:cubicBezTo>
                      <a:pt x="25340" y="132412"/>
                      <a:pt x="15962" y="119853"/>
                      <a:pt x="11121" y="90754"/>
                    </a:cubicBezTo>
                    <a:lnTo>
                      <a:pt x="6281" y="90754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C586D486-A39A-43CC-4788-7B35B0C53FBE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9675465" y="5099926"/>
                <a:ext cx="130994" cy="138451"/>
              </a:xfrm>
              <a:custGeom>
                <a:avLst/>
                <a:gdLst>
                  <a:gd name="connsiteX0" fmla="*/ 126993 w 130994"/>
                  <a:gd name="connsiteY0" fmla="*/ 99331 h 138451"/>
                  <a:gd name="connsiteX1" fmla="*/ 101883 w 130994"/>
                  <a:gd name="connsiteY1" fmla="*/ 123529 h 138451"/>
                  <a:gd name="connsiteX2" fmla="*/ 98556 w 130994"/>
                  <a:gd name="connsiteY2" fmla="*/ 118322 h 138451"/>
                  <a:gd name="connsiteX3" fmla="*/ 104304 w 130994"/>
                  <a:gd name="connsiteY3" fmla="*/ 94430 h 138451"/>
                  <a:gd name="connsiteX4" fmla="*/ 128203 w 130994"/>
                  <a:gd name="connsiteY4" fmla="*/ 2844 h 138451"/>
                  <a:gd name="connsiteX5" fmla="*/ 105816 w 130994"/>
                  <a:gd name="connsiteY5" fmla="*/ 2844 h 138451"/>
                  <a:gd name="connsiteX6" fmla="*/ 72538 w 130994"/>
                  <a:gd name="connsiteY6" fmla="*/ 77583 h 138451"/>
                  <a:gd name="connsiteX7" fmla="*/ 29882 w 130994"/>
                  <a:gd name="connsiteY7" fmla="*/ 122304 h 138451"/>
                  <a:gd name="connsiteX8" fmla="*/ 23529 w 130994"/>
                  <a:gd name="connsiteY8" fmla="*/ 114646 h 138451"/>
                  <a:gd name="connsiteX9" fmla="*/ 23831 w 130994"/>
                  <a:gd name="connsiteY9" fmla="*/ 111889 h 138451"/>
                  <a:gd name="connsiteX10" fmla="*/ 51361 w 130994"/>
                  <a:gd name="connsiteY10" fmla="*/ 699 h 138451"/>
                  <a:gd name="connsiteX11" fmla="*/ 50454 w 130994"/>
                  <a:gd name="connsiteY11" fmla="*/ 87 h 138451"/>
                  <a:gd name="connsiteX12" fmla="*/ 5075 w 130994"/>
                  <a:gd name="connsiteY12" fmla="*/ 8357 h 138451"/>
                  <a:gd name="connsiteX13" fmla="*/ 5075 w 130994"/>
                  <a:gd name="connsiteY13" fmla="*/ 12645 h 138451"/>
                  <a:gd name="connsiteX14" fmla="*/ 19899 w 130994"/>
                  <a:gd name="connsiteY14" fmla="*/ 14483 h 138451"/>
                  <a:gd name="connsiteX15" fmla="*/ 23226 w 130994"/>
                  <a:gd name="connsiteY15" fmla="*/ 19997 h 138451"/>
                  <a:gd name="connsiteX16" fmla="*/ 18991 w 130994"/>
                  <a:gd name="connsiteY16" fmla="*/ 40519 h 138451"/>
                  <a:gd name="connsiteX17" fmla="*/ 7798 w 130994"/>
                  <a:gd name="connsiteY17" fmla="*/ 84015 h 138451"/>
                  <a:gd name="connsiteX18" fmla="*/ 234 w 130994"/>
                  <a:gd name="connsiteY18" fmla="*/ 121691 h 138451"/>
                  <a:gd name="connsiteX19" fmla="*/ 16268 w 130994"/>
                  <a:gd name="connsiteY19" fmla="*/ 138538 h 138451"/>
                  <a:gd name="connsiteX20" fmla="*/ 88572 w 130994"/>
                  <a:gd name="connsiteY20" fmla="*/ 62880 h 138451"/>
                  <a:gd name="connsiteX21" fmla="*/ 74958 w 130994"/>
                  <a:gd name="connsiteY21" fmla="*/ 123223 h 138451"/>
                  <a:gd name="connsiteX22" fmla="*/ 89480 w 130994"/>
                  <a:gd name="connsiteY22" fmla="*/ 137925 h 138451"/>
                  <a:gd name="connsiteX23" fmla="*/ 131228 w 130994"/>
                  <a:gd name="connsiteY23" fmla="*/ 102087 h 138451"/>
                  <a:gd name="connsiteX24" fmla="*/ 126993 w 130994"/>
                  <a:gd name="connsiteY24" fmla="*/ 99331 h 138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0994" h="138451">
                    <a:moveTo>
                      <a:pt x="126993" y="99331"/>
                    </a:moveTo>
                    <a:cubicBezTo>
                      <a:pt x="111262" y="119241"/>
                      <a:pt x="106724" y="123529"/>
                      <a:pt x="101883" y="123529"/>
                    </a:cubicBezTo>
                    <a:cubicBezTo>
                      <a:pt x="99766" y="123529"/>
                      <a:pt x="98556" y="121691"/>
                      <a:pt x="98556" y="118322"/>
                    </a:cubicBezTo>
                    <a:cubicBezTo>
                      <a:pt x="98556" y="116484"/>
                      <a:pt x="98556" y="116484"/>
                      <a:pt x="104304" y="94430"/>
                    </a:cubicBezTo>
                    <a:lnTo>
                      <a:pt x="128203" y="2844"/>
                    </a:lnTo>
                    <a:lnTo>
                      <a:pt x="105816" y="2844"/>
                    </a:lnTo>
                    <a:cubicBezTo>
                      <a:pt x="88572" y="50321"/>
                      <a:pt x="86454" y="55222"/>
                      <a:pt x="72538" y="77583"/>
                    </a:cubicBezTo>
                    <a:cubicBezTo>
                      <a:pt x="54387" y="106682"/>
                      <a:pt x="39563" y="122304"/>
                      <a:pt x="29882" y="122304"/>
                    </a:cubicBezTo>
                    <a:cubicBezTo>
                      <a:pt x="26252" y="122304"/>
                      <a:pt x="23529" y="119241"/>
                      <a:pt x="23529" y="114646"/>
                    </a:cubicBezTo>
                    <a:cubicBezTo>
                      <a:pt x="23529" y="113421"/>
                      <a:pt x="23529" y="112808"/>
                      <a:pt x="23831" y="111889"/>
                    </a:cubicBezTo>
                    <a:lnTo>
                      <a:pt x="51361" y="699"/>
                    </a:lnTo>
                    <a:lnTo>
                      <a:pt x="50454" y="87"/>
                    </a:lnTo>
                    <a:cubicBezTo>
                      <a:pt x="33210" y="4069"/>
                      <a:pt x="22319" y="6213"/>
                      <a:pt x="5075" y="8357"/>
                    </a:cubicBezTo>
                    <a:lnTo>
                      <a:pt x="5075" y="12645"/>
                    </a:lnTo>
                    <a:cubicBezTo>
                      <a:pt x="16571" y="12645"/>
                      <a:pt x="17176" y="12952"/>
                      <a:pt x="19899" y="14483"/>
                    </a:cubicBezTo>
                    <a:cubicBezTo>
                      <a:pt x="21714" y="15096"/>
                      <a:pt x="23226" y="17853"/>
                      <a:pt x="23226" y="19997"/>
                    </a:cubicBezTo>
                    <a:cubicBezTo>
                      <a:pt x="23226" y="22447"/>
                      <a:pt x="21714" y="30105"/>
                      <a:pt x="18991" y="40519"/>
                    </a:cubicBezTo>
                    <a:lnTo>
                      <a:pt x="7798" y="84015"/>
                    </a:lnTo>
                    <a:cubicBezTo>
                      <a:pt x="2352" y="105763"/>
                      <a:pt x="234" y="116178"/>
                      <a:pt x="234" y="121691"/>
                    </a:cubicBezTo>
                    <a:cubicBezTo>
                      <a:pt x="234" y="132718"/>
                      <a:pt x="5680" y="138538"/>
                      <a:pt x="16268" y="138538"/>
                    </a:cubicBezTo>
                    <a:cubicBezTo>
                      <a:pt x="37748" y="138538"/>
                      <a:pt x="53782" y="121997"/>
                      <a:pt x="88572" y="62880"/>
                    </a:cubicBezTo>
                    <a:cubicBezTo>
                      <a:pt x="79799" y="95655"/>
                      <a:pt x="74958" y="116790"/>
                      <a:pt x="74958" y="123223"/>
                    </a:cubicBezTo>
                    <a:cubicBezTo>
                      <a:pt x="74958" y="132412"/>
                      <a:pt x="80404" y="137925"/>
                      <a:pt x="89480" y="137925"/>
                    </a:cubicBezTo>
                    <a:cubicBezTo>
                      <a:pt x="103698" y="137925"/>
                      <a:pt x="110657" y="131799"/>
                      <a:pt x="131228" y="102087"/>
                    </a:cubicBezTo>
                    <a:lnTo>
                      <a:pt x="126993" y="99331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BAA624E-C3FE-FDB9-70CD-3D99C29E3819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9818220" y="5099926"/>
                <a:ext cx="209348" cy="137838"/>
              </a:xfrm>
              <a:custGeom>
                <a:avLst/>
                <a:gdLst>
                  <a:gd name="connsiteX0" fmla="*/ 205050 w 209348"/>
                  <a:gd name="connsiteY0" fmla="*/ 99331 h 137838"/>
                  <a:gd name="connsiteX1" fmla="*/ 198697 w 209348"/>
                  <a:gd name="connsiteY1" fmla="*/ 107295 h 137838"/>
                  <a:gd name="connsiteX2" fmla="*/ 179335 w 209348"/>
                  <a:gd name="connsiteY2" fmla="*/ 123529 h 137838"/>
                  <a:gd name="connsiteX3" fmla="*/ 175403 w 209348"/>
                  <a:gd name="connsiteY3" fmla="*/ 118628 h 137838"/>
                  <a:gd name="connsiteX4" fmla="*/ 178428 w 209348"/>
                  <a:gd name="connsiteY4" fmla="*/ 104844 h 137838"/>
                  <a:gd name="connsiteX5" fmla="*/ 199000 w 209348"/>
                  <a:gd name="connsiteY5" fmla="*/ 27961 h 137838"/>
                  <a:gd name="connsiteX6" fmla="*/ 199907 w 209348"/>
                  <a:gd name="connsiteY6" fmla="*/ 19384 h 137838"/>
                  <a:gd name="connsiteX7" fmla="*/ 182058 w 209348"/>
                  <a:gd name="connsiteY7" fmla="*/ 87 h 137838"/>
                  <a:gd name="connsiteX8" fmla="*/ 162999 w 209348"/>
                  <a:gd name="connsiteY8" fmla="*/ 6826 h 137838"/>
                  <a:gd name="connsiteX9" fmla="*/ 114897 w 209348"/>
                  <a:gd name="connsiteY9" fmla="*/ 65024 h 137838"/>
                  <a:gd name="connsiteX10" fmla="*/ 126998 w 209348"/>
                  <a:gd name="connsiteY10" fmla="*/ 18465 h 137838"/>
                  <a:gd name="connsiteX11" fmla="*/ 109754 w 209348"/>
                  <a:gd name="connsiteY11" fmla="*/ 87 h 137838"/>
                  <a:gd name="connsiteX12" fmla="*/ 42291 w 209348"/>
                  <a:gd name="connsiteY12" fmla="*/ 64718 h 137838"/>
                  <a:gd name="connsiteX13" fmla="*/ 59837 w 209348"/>
                  <a:gd name="connsiteY13" fmla="*/ 699 h 137838"/>
                  <a:gd name="connsiteX14" fmla="*/ 58930 w 209348"/>
                  <a:gd name="connsiteY14" fmla="*/ 87 h 137838"/>
                  <a:gd name="connsiteX15" fmla="*/ 10525 w 209348"/>
                  <a:gd name="connsiteY15" fmla="*/ 9582 h 137838"/>
                  <a:gd name="connsiteX16" fmla="*/ 10525 w 209348"/>
                  <a:gd name="connsiteY16" fmla="*/ 14483 h 137838"/>
                  <a:gd name="connsiteX17" fmla="*/ 18089 w 209348"/>
                  <a:gd name="connsiteY17" fmla="*/ 14483 h 137838"/>
                  <a:gd name="connsiteX18" fmla="*/ 29887 w 209348"/>
                  <a:gd name="connsiteY18" fmla="*/ 21222 h 137838"/>
                  <a:gd name="connsiteX19" fmla="*/ 12038 w 209348"/>
                  <a:gd name="connsiteY19" fmla="*/ 91367 h 137838"/>
                  <a:gd name="connsiteX20" fmla="*/ 240 w 209348"/>
                  <a:gd name="connsiteY20" fmla="*/ 135169 h 137838"/>
                  <a:gd name="connsiteX21" fmla="*/ 22929 w 209348"/>
                  <a:gd name="connsiteY21" fmla="*/ 135169 h 137838"/>
                  <a:gd name="connsiteX22" fmla="*/ 52274 w 209348"/>
                  <a:gd name="connsiteY22" fmla="*/ 59204 h 137838"/>
                  <a:gd name="connsiteX23" fmla="*/ 97653 w 209348"/>
                  <a:gd name="connsiteY23" fmla="*/ 16015 h 137838"/>
                  <a:gd name="connsiteX24" fmla="*/ 103704 w 209348"/>
                  <a:gd name="connsiteY24" fmla="*/ 23673 h 137838"/>
                  <a:gd name="connsiteX25" fmla="*/ 74964 w 209348"/>
                  <a:gd name="connsiteY25" fmla="*/ 135169 h 137838"/>
                  <a:gd name="connsiteX26" fmla="*/ 97653 w 209348"/>
                  <a:gd name="connsiteY26" fmla="*/ 135169 h 137838"/>
                  <a:gd name="connsiteX27" fmla="*/ 131234 w 209348"/>
                  <a:gd name="connsiteY27" fmla="*/ 50321 h 137838"/>
                  <a:gd name="connsiteX28" fmla="*/ 169957 w 209348"/>
                  <a:gd name="connsiteY28" fmla="*/ 16015 h 137838"/>
                  <a:gd name="connsiteX29" fmla="*/ 176008 w 209348"/>
                  <a:gd name="connsiteY29" fmla="*/ 22447 h 137838"/>
                  <a:gd name="connsiteX30" fmla="*/ 173890 w 209348"/>
                  <a:gd name="connsiteY30" fmla="*/ 33168 h 137838"/>
                  <a:gd name="connsiteX31" fmla="*/ 156343 w 209348"/>
                  <a:gd name="connsiteY31" fmla="*/ 103619 h 137838"/>
                  <a:gd name="connsiteX32" fmla="*/ 152410 w 209348"/>
                  <a:gd name="connsiteY32" fmla="*/ 123835 h 137838"/>
                  <a:gd name="connsiteX33" fmla="*/ 164512 w 209348"/>
                  <a:gd name="connsiteY33" fmla="*/ 137925 h 137838"/>
                  <a:gd name="connsiteX34" fmla="*/ 208075 w 209348"/>
                  <a:gd name="connsiteY34" fmla="*/ 105151 h 137838"/>
                  <a:gd name="connsiteX35" fmla="*/ 209588 w 209348"/>
                  <a:gd name="connsiteY35" fmla="*/ 103006 h 137838"/>
                  <a:gd name="connsiteX36" fmla="*/ 205050 w 209348"/>
                  <a:gd name="connsiteY36" fmla="*/ 99331 h 13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09348" h="137838">
                    <a:moveTo>
                      <a:pt x="205050" y="99331"/>
                    </a:moveTo>
                    <a:cubicBezTo>
                      <a:pt x="202025" y="103006"/>
                      <a:pt x="199605" y="106069"/>
                      <a:pt x="198697" y="107295"/>
                    </a:cubicBezTo>
                    <a:cubicBezTo>
                      <a:pt x="190226" y="118322"/>
                      <a:pt x="183873" y="123529"/>
                      <a:pt x="179335" y="123529"/>
                    </a:cubicBezTo>
                    <a:cubicBezTo>
                      <a:pt x="176915" y="123529"/>
                      <a:pt x="175403" y="121691"/>
                      <a:pt x="175403" y="118628"/>
                    </a:cubicBezTo>
                    <a:cubicBezTo>
                      <a:pt x="175403" y="117097"/>
                      <a:pt x="176613" y="112196"/>
                      <a:pt x="178428" y="104844"/>
                    </a:cubicBezTo>
                    <a:lnTo>
                      <a:pt x="199000" y="27961"/>
                    </a:lnTo>
                    <a:cubicBezTo>
                      <a:pt x="199302" y="26736"/>
                      <a:pt x="199907" y="21222"/>
                      <a:pt x="199907" y="19384"/>
                    </a:cubicBezTo>
                    <a:cubicBezTo>
                      <a:pt x="199907" y="8357"/>
                      <a:pt x="192344" y="87"/>
                      <a:pt x="182058" y="87"/>
                    </a:cubicBezTo>
                    <a:cubicBezTo>
                      <a:pt x="176310" y="87"/>
                      <a:pt x="170260" y="2231"/>
                      <a:pt x="162999" y="6826"/>
                    </a:cubicBezTo>
                    <a:cubicBezTo>
                      <a:pt x="148175" y="16627"/>
                      <a:pt x="135772" y="31330"/>
                      <a:pt x="114897" y="65024"/>
                    </a:cubicBezTo>
                    <a:cubicBezTo>
                      <a:pt x="122460" y="41745"/>
                      <a:pt x="126998" y="24285"/>
                      <a:pt x="126998" y="18465"/>
                    </a:cubicBezTo>
                    <a:cubicBezTo>
                      <a:pt x="126998" y="7744"/>
                      <a:pt x="120040" y="87"/>
                      <a:pt x="109754" y="87"/>
                    </a:cubicBezTo>
                    <a:cubicBezTo>
                      <a:pt x="91300" y="87"/>
                      <a:pt x="70123" y="20303"/>
                      <a:pt x="42291" y="64718"/>
                    </a:cubicBezTo>
                    <a:lnTo>
                      <a:pt x="59837" y="699"/>
                    </a:lnTo>
                    <a:lnTo>
                      <a:pt x="58930" y="87"/>
                    </a:lnTo>
                    <a:cubicBezTo>
                      <a:pt x="41988" y="3762"/>
                      <a:pt x="35635" y="4988"/>
                      <a:pt x="10525" y="9582"/>
                    </a:cubicBezTo>
                    <a:lnTo>
                      <a:pt x="10525" y="14483"/>
                    </a:lnTo>
                    <a:lnTo>
                      <a:pt x="18089" y="14483"/>
                    </a:lnTo>
                    <a:cubicBezTo>
                      <a:pt x="25954" y="14483"/>
                      <a:pt x="29887" y="16627"/>
                      <a:pt x="29887" y="21222"/>
                    </a:cubicBezTo>
                    <a:cubicBezTo>
                      <a:pt x="29887" y="24591"/>
                      <a:pt x="22929" y="52466"/>
                      <a:pt x="12038" y="91367"/>
                    </a:cubicBezTo>
                    <a:cubicBezTo>
                      <a:pt x="5080" y="116484"/>
                      <a:pt x="4172" y="119547"/>
                      <a:pt x="240" y="135169"/>
                    </a:cubicBezTo>
                    <a:lnTo>
                      <a:pt x="22929" y="135169"/>
                    </a:lnTo>
                    <a:cubicBezTo>
                      <a:pt x="37450" y="86466"/>
                      <a:pt x="41988" y="75132"/>
                      <a:pt x="52274" y="59204"/>
                    </a:cubicBezTo>
                    <a:cubicBezTo>
                      <a:pt x="69216" y="33168"/>
                      <a:pt x="87367" y="16015"/>
                      <a:pt x="97653" y="16015"/>
                    </a:cubicBezTo>
                    <a:cubicBezTo>
                      <a:pt x="101586" y="16015"/>
                      <a:pt x="103704" y="18772"/>
                      <a:pt x="103704" y="23673"/>
                    </a:cubicBezTo>
                    <a:cubicBezTo>
                      <a:pt x="103704" y="26429"/>
                      <a:pt x="94023" y="63493"/>
                      <a:pt x="74964" y="135169"/>
                    </a:cubicBezTo>
                    <a:lnTo>
                      <a:pt x="97653" y="135169"/>
                    </a:lnTo>
                    <a:cubicBezTo>
                      <a:pt x="109754" y="87385"/>
                      <a:pt x="115805" y="72069"/>
                      <a:pt x="131234" y="50321"/>
                    </a:cubicBezTo>
                    <a:cubicBezTo>
                      <a:pt x="146057" y="29492"/>
                      <a:pt x="161184" y="16015"/>
                      <a:pt x="169957" y="16015"/>
                    </a:cubicBezTo>
                    <a:cubicBezTo>
                      <a:pt x="173285" y="16015"/>
                      <a:pt x="176008" y="19078"/>
                      <a:pt x="176008" y="22447"/>
                    </a:cubicBezTo>
                    <a:cubicBezTo>
                      <a:pt x="176008" y="23979"/>
                      <a:pt x="175403" y="27655"/>
                      <a:pt x="173890" y="33168"/>
                    </a:cubicBezTo>
                    <a:lnTo>
                      <a:pt x="156343" y="103619"/>
                    </a:lnTo>
                    <a:cubicBezTo>
                      <a:pt x="153621" y="114952"/>
                      <a:pt x="152410" y="120772"/>
                      <a:pt x="152410" y="123835"/>
                    </a:cubicBezTo>
                    <a:cubicBezTo>
                      <a:pt x="152410" y="133025"/>
                      <a:pt x="156646" y="137925"/>
                      <a:pt x="164512" y="137925"/>
                    </a:cubicBezTo>
                    <a:cubicBezTo>
                      <a:pt x="178730" y="137925"/>
                      <a:pt x="192042" y="127817"/>
                      <a:pt x="208075" y="105151"/>
                    </a:cubicBezTo>
                    <a:lnTo>
                      <a:pt x="209588" y="103006"/>
                    </a:lnTo>
                    <a:lnTo>
                      <a:pt x="205050" y="99331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C28509FC-70FA-556D-33D4-ABEFA1E9973D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10046841" y="5027943"/>
                <a:ext cx="117682" cy="211352"/>
              </a:xfrm>
              <a:custGeom>
                <a:avLst/>
                <a:gdLst>
                  <a:gd name="connsiteX0" fmla="*/ 33524 w 117682"/>
                  <a:gd name="connsiteY0" fmla="*/ 106070 h 211352"/>
                  <a:gd name="connsiteX1" fmla="*/ 65592 w 117682"/>
                  <a:gd name="connsiteY1" fmla="*/ 109439 h 211352"/>
                  <a:gd name="connsiteX2" fmla="*/ 96147 w 117682"/>
                  <a:gd name="connsiteY2" fmla="*/ 154773 h 211352"/>
                  <a:gd name="connsiteX3" fmla="*/ 56516 w 117682"/>
                  <a:gd name="connsiteY3" fmla="*/ 200413 h 211352"/>
                  <a:gd name="connsiteX4" fmla="*/ 31104 w 117682"/>
                  <a:gd name="connsiteY4" fmla="*/ 190917 h 211352"/>
                  <a:gd name="connsiteX5" fmla="*/ 11742 w 117682"/>
                  <a:gd name="connsiteY5" fmla="*/ 183260 h 211352"/>
                  <a:gd name="connsiteX6" fmla="*/ 246 w 117682"/>
                  <a:gd name="connsiteY6" fmla="*/ 193981 h 211352"/>
                  <a:gd name="connsiteX7" fmla="*/ 34431 w 117682"/>
                  <a:gd name="connsiteY7" fmla="*/ 211440 h 211352"/>
                  <a:gd name="connsiteX8" fmla="*/ 95844 w 117682"/>
                  <a:gd name="connsiteY8" fmla="*/ 190917 h 211352"/>
                  <a:gd name="connsiteX9" fmla="*/ 117929 w 117682"/>
                  <a:gd name="connsiteY9" fmla="*/ 140070 h 211352"/>
                  <a:gd name="connsiteX10" fmla="*/ 104315 w 117682"/>
                  <a:gd name="connsiteY10" fmla="*/ 100556 h 211352"/>
                  <a:gd name="connsiteX11" fmla="*/ 79205 w 117682"/>
                  <a:gd name="connsiteY11" fmla="*/ 84322 h 211352"/>
                  <a:gd name="connsiteX12" fmla="*/ 107643 w 117682"/>
                  <a:gd name="connsiteY12" fmla="*/ 42052 h 211352"/>
                  <a:gd name="connsiteX13" fmla="*/ 60449 w 117682"/>
                  <a:gd name="connsiteY13" fmla="*/ 87 h 211352"/>
                  <a:gd name="connsiteX14" fmla="*/ 21120 w 117682"/>
                  <a:gd name="connsiteY14" fmla="*/ 15096 h 211352"/>
                  <a:gd name="connsiteX15" fmla="*/ 851 w 117682"/>
                  <a:gd name="connsiteY15" fmla="*/ 49709 h 211352"/>
                  <a:gd name="connsiteX16" fmla="*/ 5389 w 117682"/>
                  <a:gd name="connsiteY16" fmla="*/ 50935 h 211352"/>
                  <a:gd name="connsiteX17" fmla="*/ 50465 w 117682"/>
                  <a:gd name="connsiteY17" fmla="*/ 18466 h 211352"/>
                  <a:gd name="connsiteX18" fmla="*/ 83743 w 117682"/>
                  <a:gd name="connsiteY18" fmla="*/ 51241 h 211352"/>
                  <a:gd name="connsiteX19" fmla="*/ 71642 w 117682"/>
                  <a:gd name="connsiteY19" fmla="*/ 80953 h 211352"/>
                  <a:gd name="connsiteX20" fmla="*/ 33524 w 117682"/>
                  <a:gd name="connsiteY20" fmla="*/ 102088 h 211352"/>
                  <a:gd name="connsiteX21" fmla="*/ 33524 w 117682"/>
                  <a:gd name="connsiteY21" fmla="*/ 106070 h 21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682" h="211352">
                    <a:moveTo>
                      <a:pt x="33524" y="106070"/>
                    </a:moveTo>
                    <a:cubicBezTo>
                      <a:pt x="51373" y="106070"/>
                      <a:pt x="58331" y="106683"/>
                      <a:pt x="65592" y="109439"/>
                    </a:cubicBezTo>
                    <a:cubicBezTo>
                      <a:pt x="84348" y="116178"/>
                      <a:pt x="96147" y="133638"/>
                      <a:pt x="96147" y="154773"/>
                    </a:cubicBezTo>
                    <a:cubicBezTo>
                      <a:pt x="96147" y="180503"/>
                      <a:pt x="78903" y="200413"/>
                      <a:pt x="56516" y="200413"/>
                    </a:cubicBezTo>
                    <a:cubicBezTo>
                      <a:pt x="48348" y="200413"/>
                      <a:pt x="42297" y="198269"/>
                      <a:pt x="31104" y="190917"/>
                    </a:cubicBezTo>
                    <a:cubicBezTo>
                      <a:pt x="22028" y="185404"/>
                      <a:pt x="16885" y="183260"/>
                      <a:pt x="11742" y="183260"/>
                    </a:cubicBezTo>
                    <a:cubicBezTo>
                      <a:pt x="4784" y="183260"/>
                      <a:pt x="246" y="187548"/>
                      <a:pt x="246" y="193981"/>
                    </a:cubicBezTo>
                    <a:cubicBezTo>
                      <a:pt x="246" y="204701"/>
                      <a:pt x="13255" y="211440"/>
                      <a:pt x="34431" y="211440"/>
                    </a:cubicBezTo>
                    <a:cubicBezTo>
                      <a:pt x="57726" y="211440"/>
                      <a:pt x="81626" y="203476"/>
                      <a:pt x="95844" y="190917"/>
                    </a:cubicBezTo>
                    <a:cubicBezTo>
                      <a:pt x="110063" y="178359"/>
                      <a:pt x="117929" y="160593"/>
                      <a:pt x="117929" y="140070"/>
                    </a:cubicBezTo>
                    <a:cubicBezTo>
                      <a:pt x="117929" y="124449"/>
                      <a:pt x="113088" y="110052"/>
                      <a:pt x="104315" y="100556"/>
                    </a:cubicBezTo>
                    <a:cubicBezTo>
                      <a:pt x="98265" y="93818"/>
                      <a:pt x="92517" y="90142"/>
                      <a:pt x="79205" y="84322"/>
                    </a:cubicBezTo>
                    <a:cubicBezTo>
                      <a:pt x="100080" y="69926"/>
                      <a:pt x="107643" y="58592"/>
                      <a:pt x="107643" y="42052"/>
                    </a:cubicBezTo>
                    <a:cubicBezTo>
                      <a:pt x="107643" y="17241"/>
                      <a:pt x="88281" y="87"/>
                      <a:pt x="60449" y="87"/>
                    </a:cubicBezTo>
                    <a:cubicBezTo>
                      <a:pt x="45322" y="87"/>
                      <a:pt x="32011" y="5295"/>
                      <a:pt x="21120" y="15096"/>
                    </a:cubicBezTo>
                    <a:cubicBezTo>
                      <a:pt x="12044" y="23367"/>
                      <a:pt x="7507" y="31331"/>
                      <a:pt x="851" y="49709"/>
                    </a:cubicBezTo>
                    <a:lnTo>
                      <a:pt x="5389" y="50935"/>
                    </a:lnTo>
                    <a:cubicBezTo>
                      <a:pt x="17792" y="28574"/>
                      <a:pt x="31406" y="18466"/>
                      <a:pt x="50465" y="18466"/>
                    </a:cubicBezTo>
                    <a:cubicBezTo>
                      <a:pt x="70130" y="18466"/>
                      <a:pt x="83743" y="31943"/>
                      <a:pt x="83743" y="51241"/>
                    </a:cubicBezTo>
                    <a:cubicBezTo>
                      <a:pt x="83743" y="62268"/>
                      <a:pt x="79205" y="73295"/>
                      <a:pt x="71642" y="80953"/>
                    </a:cubicBezTo>
                    <a:cubicBezTo>
                      <a:pt x="62566" y="90142"/>
                      <a:pt x="54096" y="94737"/>
                      <a:pt x="33524" y="102088"/>
                    </a:cubicBezTo>
                    <a:lnTo>
                      <a:pt x="33524" y="106070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092EC930-EA10-1939-CEA4-7EFD61E3164B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0252947" y="5152305"/>
                <a:ext cx="184843" cy="12252"/>
              </a:xfrm>
              <a:custGeom>
                <a:avLst/>
                <a:gdLst>
                  <a:gd name="connsiteX0" fmla="*/ 174508 w 184843"/>
                  <a:gd name="connsiteY0" fmla="*/ 12340 h 12252"/>
                  <a:gd name="connsiteX1" fmla="*/ 185096 w 184843"/>
                  <a:gd name="connsiteY1" fmla="*/ 6213 h 12252"/>
                  <a:gd name="connsiteX2" fmla="*/ 174508 w 184843"/>
                  <a:gd name="connsiteY2" fmla="*/ 87 h 12252"/>
                  <a:gd name="connsiteX3" fmla="*/ 10841 w 184843"/>
                  <a:gd name="connsiteY3" fmla="*/ 87 h 12252"/>
                  <a:gd name="connsiteX4" fmla="*/ 252 w 184843"/>
                  <a:gd name="connsiteY4" fmla="*/ 6213 h 12252"/>
                  <a:gd name="connsiteX5" fmla="*/ 10841 w 184843"/>
                  <a:gd name="connsiteY5" fmla="*/ 12340 h 12252"/>
                  <a:gd name="connsiteX6" fmla="*/ 174508 w 184843"/>
                  <a:gd name="connsiteY6" fmla="*/ 12340 h 12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843" h="12252">
                    <a:moveTo>
                      <a:pt x="174508" y="12340"/>
                    </a:moveTo>
                    <a:cubicBezTo>
                      <a:pt x="179651" y="12340"/>
                      <a:pt x="185096" y="12340"/>
                      <a:pt x="185096" y="6213"/>
                    </a:cubicBezTo>
                    <a:cubicBezTo>
                      <a:pt x="185096" y="87"/>
                      <a:pt x="179651" y="87"/>
                      <a:pt x="174508" y="87"/>
                    </a:cubicBezTo>
                    <a:lnTo>
                      <a:pt x="10841" y="87"/>
                    </a:lnTo>
                    <a:cubicBezTo>
                      <a:pt x="5698" y="87"/>
                      <a:pt x="252" y="87"/>
                      <a:pt x="252" y="6213"/>
                    </a:cubicBezTo>
                    <a:cubicBezTo>
                      <a:pt x="252" y="12340"/>
                      <a:pt x="5698" y="12340"/>
                      <a:pt x="10841" y="12340"/>
                    </a:cubicBezTo>
                    <a:lnTo>
                      <a:pt x="174508" y="12340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2553D3F-C60F-5D03-ABD4-9E69A6180020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0510793" y="5099620"/>
                <a:ext cx="105884" cy="139370"/>
              </a:xfrm>
              <a:custGeom>
                <a:avLst/>
                <a:gdLst>
                  <a:gd name="connsiteX0" fmla="*/ 6312 w 105884"/>
                  <a:gd name="connsiteY0" fmla="*/ 90754 h 139370"/>
                  <a:gd name="connsiteX1" fmla="*/ 262 w 105884"/>
                  <a:gd name="connsiteY1" fmla="*/ 139457 h 139370"/>
                  <a:gd name="connsiteX2" fmla="*/ 5102 w 105884"/>
                  <a:gd name="connsiteY2" fmla="*/ 139457 h 139370"/>
                  <a:gd name="connsiteX3" fmla="*/ 12363 w 105884"/>
                  <a:gd name="connsiteY3" fmla="*/ 133025 h 139370"/>
                  <a:gd name="connsiteX4" fmla="*/ 27187 w 105884"/>
                  <a:gd name="connsiteY4" fmla="*/ 135781 h 139370"/>
                  <a:gd name="connsiteX5" fmla="*/ 43826 w 105884"/>
                  <a:gd name="connsiteY5" fmla="*/ 138844 h 139370"/>
                  <a:gd name="connsiteX6" fmla="*/ 87390 w 105884"/>
                  <a:gd name="connsiteY6" fmla="*/ 99024 h 139370"/>
                  <a:gd name="connsiteX7" fmla="*/ 66818 w 105884"/>
                  <a:gd name="connsiteY7" fmla="*/ 56141 h 139370"/>
                  <a:gd name="connsiteX8" fmla="*/ 50481 w 105884"/>
                  <a:gd name="connsiteY8" fmla="*/ 23979 h 139370"/>
                  <a:gd name="connsiteX9" fmla="*/ 67423 w 105884"/>
                  <a:gd name="connsiteY9" fmla="*/ 7438 h 139370"/>
                  <a:gd name="connsiteX10" fmla="*/ 95255 w 105884"/>
                  <a:gd name="connsiteY10" fmla="*/ 42664 h 139370"/>
                  <a:gd name="connsiteX11" fmla="*/ 100096 w 105884"/>
                  <a:gd name="connsiteY11" fmla="*/ 42664 h 139370"/>
                  <a:gd name="connsiteX12" fmla="*/ 106146 w 105884"/>
                  <a:gd name="connsiteY12" fmla="*/ 87 h 139370"/>
                  <a:gd name="connsiteX13" fmla="*/ 101911 w 105884"/>
                  <a:gd name="connsiteY13" fmla="*/ 87 h 139370"/>
                  <a:gd name="connsiteX14" fmla="*/ 92835 w 105884"/>
                  <a:gd name="connsiteY14" fmla="*/ 5600 h 139370"/>
                  <a:gd name="connsiteX15" fmla="*/ 81944 w 105884"/>
                  <a:gd name="connsiteY15" fmla="*/ 3456 h 139370"/>
                  <a:gd name="connsiteX16" fmla="*/ 65003 w 105884"/>
                  <a:gd name="connsiteY16" fmla="*/ 393 h 139370"/>
                  <a:gd name="connsiteX17" fmla="*/ 28397 w 105884"/>
                  <a:gd name="connsiteY17" fmla="*/ 34087 h 139370"/>
                  <a:gd name="connsiteX18" fmla="*/ 47456 w 105884"/>
                  <a:gd name="connsiteY18" fmla="*/ 73601 h 139370"/>
                  <a:gd name="connsiteX19" fmla="*/ 64397 w 105884"/>
                  <a:gd name="connsiteY19" fmla="*/ 108826 h 139370"/>
                  <a:gd name="connsiteX20" fmla="*/ 42011 w 105884"/>
                  <a:gd name="connsiteY20" fmla="*/ 132412 h 139370"/>
                  <a:gd name="connsiteX21" fmla="*/ 11153 w 105884"/>
                  <a:gd name="connsiteY21" fmla="*/ 90754 h 139370"/>
                  <a:gd name="connsiteX22" fmla="*/ 6312 w 105884"/>
                  <a:gd name="connsiteY22" fmla="*/ 90754 h 13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5884" h="139370">
                    <a:moveTo>
                      <a:pt x="6312" y="90754"/>
                    </a:moveTo>
                    <a:lnTo>
                      <a:pt x="262" y="139457"/>
                    </a:lnTo>
                    <a:lnTo>
                      <a:pt x="5102" y="139457"/>
                    </a:lnTo>
                    <a:cubicBezTo>
                      <a:pt x="7522" y="134556"/>
                      <a:pt x="9338" y="133025"/>
                      <a:pt x="12363" y="133025"/>
                    </a:cubicBezTo>
                    <a:cubicBezTo>
                      <a:pt x="15691" y="133025"/>
                      <a:pt x="21136" y="134250"/>
                      <a:pt x="27187" y="135781"/>
                    </a:cubicBezTo>
                    <a:cubicBezTo>
                      <a:pt x="33842" y="137925"/>
                      <a:pt x="38985" y="138844"/>
                      <a:pt x="43826" y="138844"/>
                    </a:cubicBezTo>
                    <a:cubicBezTo>
                      <a:pt x="69238" y="138844"/>
                      <a:pt x="87390" y="122304"/>
                      <a:pt x="87390" y="99024"/>
                    </a:cubicBezTo>
                    <a:cubicBezTo>
                      <a:pt x="87390" y="87385"/>
                      <a:pt x="81036" y="73907"/>
                      <a:pt x="66818" y="56141"/>
                    </a:cubicBezTo>
                    <a:cubicBezTo>
                      <a:pt x="55322" y="41745"/>
                      <a:pt x="50481" y="32249"/>
                      <a:pt x="50481" y="23979"/>
                    </a:cubicBezTo>
                    <a:cubicBezTo>
                      <a:pt x="50481" y="13871"/>
                      <a:pt x="56834" y="7438"/>
                      <a:pt x="67423" y="7438"/>
                    </a:cubicBezTo>
                    <a:cubicBezTo>
                      <a:pt x="83154" y="7438"/>
                      <a:pt x="92230" y="18772"/>
                      <a:pt x="95255" y="42664"/>
                    </a:cubicBezTo>
                    <a:lnTo>
                      <a:pt x="100096" y="42664"/>
                    </a:lnTo>
                    <a:lnTo>
                      <a:pt x="106146" y="87"/>
                    </a:lnTo>
                    <a:lnTo>
                      <a:pt x="101911" y="87"/>
                    </a:lnTo>
                    <a:cubicBezTo>
                      <a:pt x="99491" y="4375"/>
                      <a:pt x="97070" y="5600"/>
                      <a:pt x="92835" y="5600"/>
                    </a:cubicBezTo>
                    <a:cubicBezTo>
                      <a:pt x="90717" y="5600"/>
                      <a:pt x="87692" y="4988"/>
                      <a:pt x="81944" y="3456"/>
                    </a:cubicBezTo>
                    <a:cubicBezTo>
                      <a:pt x="74381" y="1006"/>
                      <a:pt x="69843" y="393"/>
                      <a:pt x="65003" y="393"/>
                    </a:cubicBezTo>
                    <a:cubicBezTo>
                      <a:pt x="42918" y="393"/>
                      <a:pt x="28397" y="13564"/>
                      <a:pt x="28397" y="34087"/>
                    </a:cubicBezTo>
                    <a:cubicBezTo>
                      <a:pt x="28397" y="43889"/>
                      <a:pt x="34750" y="57060"/>
                      <a:pt x="47456" y="73601"/>
                    </a:cubicBezTo>
                    <a:cubicBezTo>
                      <a:pt x="59255" y="89223"/>
                      <a:pt x="64397" y="99943"/>
                      <a:pt x="64397" y="108826"/>
                    </a:cubicBezTo>
                    <a:cubicBezTo>
                      <a:pt x="64397" y="122610"/>
                      <a:pt x="55322" y="132412"/>
                      <a:pt x="42011" y="132412"/>
                    </a:cubicBezTo>
                    <a:cubicBezTo>
                      <a:pt x="25372" y="132412"/>
                      <a:pt x="15993" y="119853"/>
                      <a:pt x="11153" y="90754"/>
                    </a:cubicBezTo>
                    <a:lnTo>
                      <a:pt x="6312" y="90754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B05C1A0F-E82E-8C4B-BE1F-F360D5F7B94A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0636780" y="5099926"/>
                <a:ext cx="130994" cy="138451"/>
              </a:xfrm>
              <a:custGeom>
                <a:avLst/>
                <a:gdLst>
                  <a:gd name="connsiteX0" fmla="*/ 127025 w 130994"/>
                  <a:gd name="connsiteY0" fmla="*/ 99331 h 138451"/>
                  <a:gd name="connsiteX1" fmla="*/ 101915 w 130994"/>
                  <a:gd name="connsiteY1" fmla="*/ 123529 h 138451"/>
                  <a:gd name="connsiteX2" fmla="*/ 98587 w 130994"/>
                  <a:gd name="connsiteY2" fmla="*/ 118322 h 138451"/>
                  <a:gd name="connsiteX3" fmla="*/ 104335 w 130994"/>
                  <a:gd name="connsiteY3" fmla="*/ 94430 h 138451"/>
                  <a:gd name="connsiteX4" fmla="*/ 128235 w 130994"/>
                  <a:gd name="connsiteY4" fmla="*/ 2844 h 138451"/>
                  <a:gd name="connsiteX5" fmla="*/ 105848 w 130994"/>
                  <a:gd name="connsiteY5" fmla="*/ 2844 h 138451"/>
                  <a:gd name="connsiteX6" fmla="*/ 72570 w 130994"/>
                  <a:gd name="connsiteY6" fmla="*/ 77583 h 138451"/>
                  <a:gd name="connsiteX7" fmla="*/ 29914 w 130994"/>
                  <a:gd name="connsiteY7" fmla="*/ 122304 h 138451"/>
                  <a:gd name="connsiteX8" fmla="*/ 23560 w 130994"/>
                  <a:gd name="connsiteY8" fmla="*/ 114646 h 138451"/>
                  <a:gd name="connsiteX9" fmla="*/ 23863 w 130994"/>
                  <a:gd name="connsiteY9" fmla="*/ 111889 h 138451"/>
                  <a:gd name="connsiteX10" fmla="*/ 51393 w 130994"/>
                  <a:gd name="connsiteY10" fmla="*/ 699 h 138451"/>
                  <a:gd name="connsiteX11" fmla="*/ 50485 w 130994"/>
                  <a:gd name="connsiteY11" fmla="*/ 87 h 138451"/>
                  <a:gd name="connsiteX12" fmla="*/ 5106 w 130994"/>
                  <a:gd name="connsiteY12" fmla="*/ 8357 h 138451"/>
                  <a:gd name="connsiteX13" fmla="*/ 5106 w 130994"/>
                  <a:gd name="connsiteY13" fmla="*/ 12645 h 138451"/>
                  <a:gd name="connsiteX14" fmla="*/ 19930 w 130994"/>
                  <a:gd name="connsiteY14" fmla="*/ 14483 h 138451"/>
                  <a:gd name="connsiteX15" fmla="*/ 23258 w 130994"/>
                  <a:gd name="connsiteY15" fmla="*/ 19997 h 138451"/>
                  <a:gd name="connsiteX16" fmla="*/ 19023 w 130994"/>
                  <a:gd name="connsiteY16" fmla="*/ 40519 h 138451"/>
                  <a:gd name="connsiteX17" fmla="*/ 7829 w 130994"/>
                  <a:gd name="connsiteY17" fmla="*/ 84015 h 138451"/>
                  <a:gd name="connsiteX18" fmla="*/ 266 w 130994"/>
                  <a:gd name="connsiteY18" fmla="*/ 121691 h 138451"/>
                  <a:gd name="connsiteX19" fmla="*/ 16300 w 130994"/>
                  <a:gd name="connsiteY19" fmla="*/ 138538 h 138451"/>
                  <a:gd name="connsiteX20" fmla="*/ 88604 w 130994"/>
                  <a:gd name="connsiteY20" fmla="*/ 62880 h 138451"/>
                  <a:gd name="connsiteX21" fmla="*/ 74990 w 130994"/>
                  <a:gd name="connsiteY21" fmla="*/ 123223 h 138451"/>
                  <a:gd name="connsiteX22" fmla="*/ 89511 w 130994"/>
                  <a:gd name="connsiteY22" fmla="*/ 137925 h 138451"/>
                  <a:gd name="connsiteX23" fmla="*/ 131260 w 130994"/>
                  <a:gd name="connsiteY23" fmla="*/ 102087 h 138451"/>
                  <a:gd name="connsiteX24" fmla="*/ 127025 w 130994"/>
                  <a:gd name="connsiteY24" fmla="*/ 99331 h 138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0994" h="138451">
                    <a:moveTo>
                      <a:pt x="127025" y="99331"/>
                    </a:moveTo>
                    <a:cubicBezTo>
                      <a:pt x="111293" y="119241"/>
                      <a:pt x="106755" y="123529"/>
                      <a:pt x="101915" y="123529"/>
                    </a:cubicBezTo>
                    <a:cubicBezTo>
                      <a:pt x="99797" y="123529"/>
                      <a:pt x="98587" y="121691"/>
                      <a:pt x="98587" y="118322"/>
                    </a:cubicBezTo>
                    <a:cubicBezTo>
                      <a:pt x="98587" y="116484"/>
                      <a:pt x="98587" y="116484"/>
                      <a:pt x="104335" y="94430"/>
                    </a:cubicBezTo>
                    <a:lnTo>
                      <a:pt x="128235" y="2844"/>
                    </a:lnTo>
                    <a:lnTo>
                      <a:pt x="105848" y="2844"/>
                    </a:lnTo>
                    <a:cubicBezTo>
                      <a:pt x="88604" y="50321"/>
                      <a:pt x="86486" y="55222"/>
                      <a:pt x="72570" y="77583"/>
                    </a:cubicBezTo>
                    <a:cubicBezTo>
                      <a:pt x="54418" y="106682"/>
                      <a:pt x="39594" y="122304"/>
                      <a:pt x="29914" y="122304"/>
                    </a:cubicBezTo>
                    <a:cubicBezTo>
                      <a:pt x="26283" y="122304"/>
                      <a:pt x="23560" y="119241"/>
                      <a:pt x="23560" y="114646"/>
                    </a:cubicBezTo>
                    <a:cubicBezTo>
                      <a:pt x="23560" y="113421"/>
                      <a:pt x="23560" y="112808"/>
                      <a:pt x="23863" y="111889"/>
                    </a:cubicBezTo>
                    <a:lnTo>
                      <a:pt x="51393" y="699"/>
                    </a:lnTo>
                    <a:lnTo>
                      <a:pt x="50485" y="87"/>
                    </a:lnTo>
                    <a:cubicBezTo>
                      <a:pt x="33241" y="4069"/>
                      <a:pt x="22350" y="6213"/>
                      <a:pt x="5106" y="8357"/>
                    </a:cubicBezTo>
                    <a:lnTo>
                      <a:pt x="5106" y="12645"/>
                    </a:lnTo>
                    <a:cubicBezTo>
                      <a:pt x="16602" y="12645"/>
                      <a:pt x="17207" y="12952"/>
                      <a:pt x="19930" y="14483"/>
                    </a:cubicBezTo>
                    <a:cubicBezTo>
                      <a:pt x="21745" y="15096"/>
                      <a:pt x="23258" y="17853"/>
                      <a:pt x="23258" y="19997"/>
                    </a:cubicBezTo>
                    <a:cubicBezTo>
                      <a:pt x="23258" y="22447"/>
                      <a:pt x="21745" y="30105"/>
                      <a:pt x="19023" y="40519"/>
                    </a:cubicBezTo>
                    <a:lnTo>
                      <a:pt x="7829" y="84015"/>
                    </a:lnTo>
                    <a:cubicBezTo>
                      <a:pt x="2384" y="105763"/>
                      <a:pt x="266" y="116178"/>
                      <a:pt x="266" y="121691"/>
                    </a:cubicBezTo>
                    <a:cubicBezTo>
                      <a:pt x="266" y="132718"/>
                      <a:pt x="5711" y="138538"/>
                      <a:pt x="16300" y="138538"/>
                    </a:cubicBezTo>
                    <a:cubicBezTo>
                      <a:pt x="37779" y="138538"/>
                      <a:pt x="53813" y="121997"/>
                      <a:pt x="88604" y="62880"/>
                    </a:cubicBezTo>
                    <a:cubicBezTo>
                      <a:pt x="79830" y="95655"/>
                      <a:pt x="74990" y="116790"/>
                      <a:pt x="74990" y="123223"/>
                    </a:cubicBezTo>
                    <a:cubicBezTo>
                      <a:pt x="74990" y="132412"/>
                      <a:pt x="80435" y="137925"/>
                      <a:pt x="89511" y="137925"/>
                    </a:cubicBezTo>
                    <a:cubicBezTo>
                      <a:pt x="103730" y="137925"/>
                      <a:pt x="110688" y="131799"/>
                      <a:pt x="131260" y="102087"/>
                    </a:cubicBezTo>
                    <a:lnTo>
                      <a:pt x="127025" y="99331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61C333E1-8C0F-5B22-3A01-D58E9F55FEB2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0779535" y="5099926"/>
                <a:ext cx="209348" cy="137838"/>
              </a:xfrm>
              <a:custGeom>
                <a:avLst/>
                <a:gdLst>
                  <a:gd name="connsiteX0" fmla="*/ 205082 w 209348"/>
                  <a:gd name="connsiteY0" fmla="*/ 99331 h 137838"/>
                  <a:gd name="connsiteX1" fmla="*/ 198729 w 209348"/>
                  <a:gd name="connsiteY1" fmla="*/ 107295 h 137838"/>
                  <a:gd name="connsiteX2" fmla="*/ 179367 w 209348"/>
                  <a:gd name="connsiteY2" fmla="*/ 123529 h 137838"/>
                  <a:gd name="connsiteX3" fmla="*/ 175434 w 209348"/>
                  <a:gd name="connsiteY3" fmla="*/ 118628 h 137838"/>
                  <a:gd name="connsiteX4" fmla="*/ 178459 w 209348"/>
                  <a:gd name="connsiteY4" fmla="*/ 104844 h 137838"/>
                  <a:gd name="connsiteX5" fmla="*/ 199031 w 209348"/>
                  <a:gd name="connsiteY5" fmla="*/ 27961 h 137838"/>
                  <a:gd name="connsiteX6" fmla="*/ 199939 w 209348"/>
                  <a:gd name="connsiteY6" fmla="*/ 19384 h 137838"/>
                  <a:gd name="connsiteX7" fmla="*/ 182090 w 209348"/>
                  <a:gd name="connsiteY7" fmla="*/ 87 h 137838"/>
                  <a:gd name="connsiteX8" fmla="*/ 163030 w 209348"/>
                  <a:gd name="connsiteY8" fmla="*/ 6826 h 137838"/>
                  <a:gd name="connsiteX9" fmla="*/ 114929 w 209348"/>
                  <a:gd name="connsiteY9" fmla="*/ 65024 h 137838"/>
                  <a:gd name="connsiteX10" fmla="*/ 127030 w 209348"/>
                  <a:gd name="connsiteY10" fmla="*/ 18465 h 137838"/>
                  <a:gd name="connsiteX11" fmla="*/ 109786 w 209348"/>
                  <a:gd name="connsiteY11" fmla="*/ 87 h 137838"/>
                  <a:gd name="connsiteX12" fmla="*/ 42322 w 209348"/>
                  <a:gd name="connsiteY12" fmla="*/ 64718 h 137838"/>
                  <a:gd name="connsiteX13" fmla="*/ 59869 w 209348"/>
                  <a:gd name="connsiteY13" fmla="*/ 699 h 137838"/>
                  <a:gd name="connsiteX14" fmla="*/ 58961 w 209348"/>
                  <a:gd name="connsiteY14" fmla="*/ 87 h 137838"/>
                  <a:gd name="connsiteX15" fmla="*/ 10557 w 209348"/>
                  <a:gd name="connsiteY15" fmla="*/ 9582 h 137838"/>
                  <a:gd name="connsiteX16" fmla="*/ 10557 w 209348"/>
                  <a:gd name="connsiteY16" fmla="*/ 14483 h 137838"/>
                  <a:gd name="connsiteX17" fmla="*/ 18120 w 209348"/>
                  <a:gd name="connsiteY17" fmla="*/ 14483 h 137838"/>
                  <a:gd name="connsiteX18" fmla="*/ 29919 w 209348"/>
                  <a:gd name="connsiteY18" fmla="*/ 21222 h 137838"/>
                  <a:gd name="connsiteX19" fmla="*/ 12070 w 209348"/>
                  <a:gd name="connsiteY19" fmla="*/ 91367 h 137838"/>
                  <a:gd name="connsiteX20" fmla="*/ 271 w 209348"/>
                  <a:gd name="connsiteY20" fmla="*/ 135169 h 137838"/>
                  <a:gd name="connsiteX21" fmla="*/ 22961 w 209348"/>
                  <a:gd name="connsiteY21" fmla="*/ 135169 h 137838"/>
                  <a:gd name="connsiteX22" fmla="*/ 52306 w 209348"/>
                  <a:gd name="connsiteY22" fmla="*/ 59204 h 137838"/>
                  <a:gd name="connsiteX23" fmla="*/ 97685 w 209348"/>
                  <a:gd name="connsiteY23" fmla="*/ 16015 h 137838"/>
                  <a:gd name="connsiteX24" fmla="*/ 103735 w 209348"/>
                  <a:gd name="connsiteY24" fmla="*/ 23673 h 137838"/>
                  <a:gd name="connsiteX25" fmla="*/ 74995 w 209348"/>
                  <a:gd name="connsiteY25" fmla="*/ 135169 h 137838"/>
                  <a:gd name="connsiteX26" fmla="*/ 97685 w 209348"/>
                  <a:gd name="connsiteY26" fmla="*/ 135169 h 137838"/>
                  <a:gd name="connsiteX27" fmla="*/ 131265 w 209348"/>
                  <a:gd name="connsiteY27" fmla="*/ 50321 h 137838"/>
                  <a:gd name="connsiteX28" fmla="*/ 169989 w 209348"/>
                  <a:gd name="connsiteY28" fmla="*/ 16015 h 137838"/>
                  <a:gd name="connsiteX29" fmla="*/ 176039 w 209348"/>
                  <a:gd name="connsiteY29" fmla="*/ 22447 h 137838"/>
                  <a:gd name="connsiteX30" fmla="*/ 173921 w 209348"/>
                  <a:gd name="connsiteY30" fmla="*/ 33168 h 137838"/>
                  <a:gd name="connsiteX31" fmla="*/ 156375 w 209348"/>
                  <a:gd name="connsiteY31" fmla="*/ 103619 h 137838"/>
                  <a:gd name="connsiteX32" fmla="*/ 152442 w 209348"/>
                  <a:gd name="connsiteY32" fmla="*/ 123835 h 137838"/>
                  <a:gd name="connsiteX33" fmla="*/ 164543 w 209348"/>
                  <a:gd name="connsiteY33" fmla="*/ 137925 h 137838"/>
                  <a:gd name="connsiteX34" fmla="*/ 208107 w 209348"/>
                  <a:gd name="connsiteY34" fmla="*/ 105151 h 137838"/>
                  <a:gd name="connsiteX35" fmla="*/ 209620 w 209348"/>
                  <a:gd name="connsiteY35" fmla="*/ 103006 h 137838"/>
                  <a:gd name="connsiteX36" fmla="*/ 205082 w 209348"/>
                  <a:gd name="connsiteY36" fmla="*/ 99331 h 13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09348" h="137838">
                    <a:moveTo>
                      <a:pt x="205082" y="99331"/>
                    </a:moveTo>
                    <a:cubicBezTo>
                      <a:pt x="202056" y="103006"/>
                      <a:pt x="199636" y="106069"/>
                      <a:pt x="198729" y="107295"/>
                    </a:cubicBezTo>
                    <a:cubicBezTo>
                      <a:pt x="190258" y="118322"/>
                      <a:pt x="183905" y="123529"/>
                      <a:pt x="179367" y="123529"/>
                    </a:cubicBezTo>
                    <a:cubicBezTo>
                      <a:pt x="176947" y="123529"/>
                      <a:pt x="175434" y="121691"/>
                      <a:pt x="175434" y="118628"/>
                    </a:cubicBezTo>
                    <a:cubicBezTo>
                      <a:pt x="175434" y="117097"/>
                      <a:pt x="176644" y="112196"/>
                      <a:pt x="178459" y="104844"/>
                    </a:cubicBezTo>
                    <a:lnTo>
                      <a:pt x="199031" y="27961"/>
                    </a:lnTo>
                    <a:cubicBezTo>
                      <a:pt x="199334" y="26736"/>
                      <a:pt x="199939" y="21222"/>
                      <a:pt x="199939" y="19384"/>
                    </a:cubicBezTo>
                    <a:cubicBezTo>
                      <a:pt x="199939" y="8357"/>
                      <a:pt x="192376" y="87"/>
                      <a:pt x="182090" y="87"/>
                    </a:cubicBezTo>
                    <a:cubicBezTo>
                      <a:pt x="176342" y="87"/>
                      <a:pt x="170291" y="2231"/>
                      <a:pt x="163030" y="6826"/>
                    </a:cubicBezTo>
                    <a:cubicBezTo>
                      <a:pt x="148207" y="16627"/>
                      <a:pt x="135803" y="31330"/>
                      <a:pt x="114929" y="65024"/>
                    </a:cubicBezTo>
                    <a:cubicBezTo>
                      <a:pt x="122492" y="41745"/>
                      <a:pt x="127030" y="24285"/>
                      <a:pt x="127030" y="18465"/>
                    </a:cubicBezTo>
                    <a:cubicBezTo>
                      <a:pt x="127030" y="7744"/>
                      <a:pt x="120072" y="87"/>
                      <a:pt x="109786" y="87"/>
                    </a:cubicBezTo>
                    <a:cubicBezTo>
                      <a:pt x="91332" y="87"/>
                      <a:pt x="70155" y="20303"/>
                      <a:pt x="42322" y="64718"/>
                    </a:cubicBezTo>
                    <a:lnTo>
                      <a:pt x="59869" y="699"/>
                    </a:lnTo>
                    <a:lnTo>
                      <a:pt x="58961" y="87"/>
                    </a:lnTo>
                    <a:cubicBezTo>
                      <a:pt x="42020" y="3762"/>
                      <a:pt x="35667" y="4988"/>
                      <a:pt x="10557" y="9582"/>
                    </a:cubicBezTo>
                    <a:lnTo>
                      <a:pt x="10557" y="14483"/>
                    </a:lnTo>
                    <a:lnTo>
                      <a:pt x="18120" y="14483"/>
                    </a:lnTo>
                    <a:cubicBezTo>
                      <a:pt x="25986" y="14483"/>
                      <a:pt x="29919" y="16627"/>
                      <a:pt x="29919" y="21222"/>
                    </a:cubicBezTo>
                    <a:cubicBezTo>
                      <a:pt x="29919" y="24591"/>
                      <a:pt x="22961" y="52466"/>
                      <a:pt x="12070" y="91367"/>
                    </a:cubicBezTo>
                    <a:cubicBezTo>
                      <a:pt x="5112" y="116484"/>
                      <a:pt x="4204" y="119547"/>
                      <a:pt x="271" y="135169"/>
                    </a:cubicBezTo>
                    <a:lnTo>
                      <a:pt x="22961" y="135169"/>
                    </a:lnTo>
                    <a:cubicBezTo>
                      <a:pt x="37482" y="86466"/>
                      <a:pt x="42020" y="75132"/>
                      <a:pt x="52306" y="59204"/>
                    </a:cubicBezTo>
                    <a:cubicBezTo>
                      <a:pt x="69247" y="33168"/>
                      <a:pt x="87399" y="16015"/>
                      <a:pt x="97685" y="16015"/>
                    </a:cubicBezTo>
                    <a:cubicBezTo>
                      <a:pt x="101618" y="16015"/>
                      <a:pt x="103735" y="18772"/>
                      <a:pt x="103735" y="23673"/>
                    </a:cubicBezTo>
                    <a:cubicBezTo>
                      <a:pt x="103735" y="26429"/>
                      <a:pt x="94054" y="63493"/>
                      <a:pt x="74995" y="135169"/>
                    </a:cubicBezTo>
                    <a:lnTo>
                      <a:pt x="97685" y="135169"/>
                    </a:lnTo>
                    <a:cubicBezTo>
                      <a:pt x="109786" y="87385"/>
                      <a:pt x="115836" y="72069"/>
                      <a:pt x="131265" y="50321"/>
                    </a:cubicBezTo>
                    <a:cubicBezTo>
                      <a:pt x="146089" y="29492"/>
                      <a:pt x="161215" y="16015"/>
                      <a:pt x="169989" y="16015"/>
                    </a:cubicBezTo>
                    <a:cubicBezTo>
                      <a:pt x="173316" y="16015"/>
                      <a:pt x="176039" y="19078"/>
                      <a:pt x="176039" y="22447"/>
                    </a:cubicBezTo>
                    <a:cubicBezTo>
                      <a:pt x="176039" y="23979"/>
                      <a:pt x="175434" y="27655"/>
                      <a:pt x="173921" y="33168"/>
                    </a:cubicBezTo>
                    <a:lnTo>
                      <a:pt x="156375" y="103619"/>
                    </a:lnTo>
                    <a:cubicBezTo>
                      <a:pt x="153652" y="114952"/>
                      <a:pt x="152442" y="120772"/>
                      <a:pt x="152442" y="123835"/>
                    </a:cubicBezTo>
                    <a:cubicBezTo>
                      <a:pt x="152442" y="133025"/>
                      <a:pt x="156677" y="137925"/>
                      <a:pt x="164543" y="137925"/>
                    </a:cubicBezTo>
                    <a:cubicBezTo>
                      <a:pt x="178762" y="137925"/>
                      <a:pt x="192073" y="127817"/>
                      <a:pt x="208107" y="105151"/>
                    </a:cubicBezTo>
                    <a:lnTo>
                      <a:pt x="209620" y="103006"/>
                    </a:lnTo>
                    <a:lnTo>
                      <a:pt x="205082" y="99331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A4764C2-5F3C-7BF3-9710-C1729F727B9C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1004223" y="5027943"/>
                <a:ext cx="134624" cy="207064"/>
              </a:xfrm>
              <a:custGeom>
                <a:avLst/>
                <a:gdLst>
                  <a:gd name="connsiteX0" fmla="*/ 134902 w 134624"/>
                  <a:gd name="connsiteY0" fmla="*/ 165188 h 207064"/>
                  <a:gd name="connsiteX1" fmla="*/ 130969 w 134624"/>
                  <a:gd name="connsiteY1" fmla="*/ 163656 h 207064"/>
                  <a:gd name="connsiteX2" fmla="*/ 102229 w 134624"/>
                  <a:gd name="connsiteY2" fmla="*/ 183872 h 207064"/>
                  <a:gd name="connsiteX3" fmla="*/ 29925 w 134624"/>
                  <a:gd name="connsiteY3" fmla="*/ 183872 h 207064"/>
                  <a:gd name="connsiteX4" fmla="*/ 80750 w 134624"/>
                  <a:gd name="connsiteY4" fmla="*/ 129962 h 207064"/>
                  <a:gd name="connsiteX5" fmla="*/ 119473 w 134624"/>
                  <a:gd name="connsiteY5" fmla="*/ 54304 h 207064"/>
                  <a:gd name="connsiteX6" fmla="*/ 63505 w 134624"/>
                  <a:gd name="connsiteY6" fmla="*/ 87 h 207064"/>
                  <a:gd name="connsiteX7" fmla="*/ 19942 w 134624"/>
                  <a:gd name="connsiteY7" fmla="*/ 19078 h 207064"/>
                  <a:gd name="connsiteX8" fmla="*/ 580 w 134624"/>
                  <a:gd name="connsiteY8" fmla="*/ 61043 h 207064"/>
                  <a:gd name="connsiteX9" fmla="*/ 6933 w 134624"/>
                  <a:gd name="connsiteY9" fmla="*/ 62574 h 207064"/>
                  <a:gd name="connsiteX10" fmla="*/ 50799 w 134624"/>
                  <a:gd name="connsiteY10" fmla="*/ 22754 h 207064"/>
                  <a:gd name="connsiteX11" fmla="*/ 93456 w 134624"/>
                  <a:gd name="connsiteY11" fmla="*/ 65944 h 207064"/>
                  <a:gd name="connsiteX12" fmla="*/ 54127 w 134624"/>
                  <a:gd name="connsiteY12" fmla="*/ 145584 h 207064"/>
                  <a:gd name="connsiteX13" fmla="*/ 277 w 134624"/>
                  <a:gd name="connsiteY13" fmla="*/ 203476 h 207064"/>
                  <a:gd name="connsiteX14" fmla="*/ 277 w 134624"/>
                  <a:gd name="connsiteY14" fmla="*/ 207152 h 207064"/>
                  <a:gd name="connsiteX15" fmla="*/ 118263 w 134624"/>
                  <a:gd name="connsiteY15" fmla="*/ 207152 h 207064"/>
                  <a:gd name="connsiteX16" fmla="*/ 134902 w 134624"/>
                  <a:gd name="connsiteY16" fmla="*/ 165188 h 207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4624" h="207064">
                    <a:moveTo>
                      <a:pt x="134902" y="165188"/>
                    </a:moveTo>
                    <a:lnTo>
                      <a:pt x="130969" y="163656"/>
                    </a:lnTo>
                    <a:cubicBezTo>
                      <a:pt x="119775" y="181116"/>
                      <a:pt x="115843" y="183872"/>
                      <a:pt x="102229" y="183872"/>
                    </a:cubicBezTo>
                    <a:lnTo>
                      <a:pt x="29925" y="183872"/>
                    </a:lnTo>
                    <a:lnTo>
                      <a:pt x="80750" y="129962"/>
                    </a:lnTo>
                    <a:cubicBezTo>
                      <a:pt x="107674" y="101475"/>
                      <a:pt x="119473" y="78196"/>
                      <a:pt x="119473" y="54304"/>
                    </a:cubicBezTo>
                    <a:cubicBezTo>
                      <a:pt x="119473" y="23673"/>
                      <a:pt x="94968" y="87"/>
                      <a:pt x="63505" y="87"/>
                    </a:cubicBezTo>
                    <a:cubicBezTo>
                      <a:pt x="46867" y="87"/>
                      <a:pt x="31135" y="6826"/>
                      <a:pt x="19942" y="19078"/>
                    </a:cubicBezTo>
                    <a:cubicBezTo>
                      <a:pt x="10261" y="29493"/>
                      <a:pt x="5723" y="39295"/>
                      <a:pt x="580" y="61043"/>
                    </a:cubicBezTo>
                    <a:lnTo>
                      <a:pt x="6933" y="62574"/>
                    </a:lnTo>
                    <a:cubicBezTo>
                      <a:pt x="19034" y="32556"/>
                      <a:pt x="29925" y="22754"/>
                      <a:pt x="50799" y="22754"/>
                    </a:cubicBezTo>
                    <a:cubicBezTo>
                      <a:pt x="76212" y="22754"/>
                      <a:pt x="93456" y="40214"/>
                      <a:pt x="93456" y="65944"/>
                    </a:cubicBezTo>
                    <a:cubicBezTo>
                      <a:pt x="93456" y="89836"/>
                      <a:pt x="79539" y="118322"/>
                      <a:pt x="54127" y="145584"/>
                    </a:cubicBezTo>
                    <a:lnTo>
                      <a:pt x="277" y="203476"/>
                    </a:lnTo>
                    <a:lnTo>
                      <a:pt x="277" y="207152"/>
                    </a:lnTo>
                    <a:lnTo>
                      <a:pt x="118263" y="207152"/>
                    </a:lnTo>
                    <a:lnTo>
                      <a:pt x="134902" y="165188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CF7FB753-CE4A-9516-72E6-7451FB932D16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11206094" y="5056430"/>
                <a:ext cx="201180" cy="204001"/>
              </a:xfrm>
              <a:custGeom>
                <a:avLst/>
                <a:gdLst>
                  <a:gd name="connsiteX0" fmla="*/ 107077 w 201180"/>
                  <a:gd name="connsiteY0" fmla="*/ 108214 h 204001"/>
                  <a:gd name="connsiteX1" fmla="*/ 191482 w 201180"/>
                  <a:gd name="connsiteY1" fmla="*/ 108214 h 204001"/>
                  <a:gd name="connsiteX2" fmla="*/ 201465 w 201180"/>
                  <a:gd name="connsiteY2" fmla="*/ 102087 h 204001"/>
                  <a:gd name="connsiteX3" fmla="*/ 191482 w 201180"/>
                  <a:gd name="connsiteY3" fmla="*/ 95961 h 204001"/>
                  <a:gd name="connsiteX4" fmla="*/ 107077 w 201180"/>
                  <a:gd name="connsiteY4" fmla="*/ 95961 h 204001"/>
                  <a:gd name="connsiteX5" fmla="*/ 107077 w 201180"/>
                  <a:gd name="connsiteY5" fmla="*/ 10195 h 204001"/>
                  <a:gd name="connsiteX6" fmla="*/ 101026 w 201180"/>
                  <a:gd name="connsiteY6" fmla="*/ 87 h 204001"/>
                  <a:gd name="connsiteX7" fmla="*/ 94976 w 201180"/>
                  <a:gd name="connsiteY7" fmla="*/ 10195 h 204001"/>
                  <a:gd name="connsiteX8" fmla="*/ 94976 w 201180"/>
                  <a:gd name="connsiteY8" fmla="*/ 95961 h 204001"/>
                  <a:gd name="connsiteX9" fmla="*/ 10268 w 201180"/>
                  <a:gd name="connsiteY9" fmla="*/ 95961 h 204001"/>
                  <a:gd name="connsiteX10" fmla="*/ 285 w 201180"/>
                  <a:gd name="connsiteY10" fmla="*/ 102087 h 204001"/>
                  <a:gd name="connsiteX11" fmla="*/ 10268 w 201180"/>
                  <a:gd name="connsiteY11" fmla="*/ 108214 h 204001"/>
                  <a:gd name="connsiteX12" fmla="*/ 94976 w 201180"/>
                  <a:gd name="connsiteY12" fmla="*/ 108214 h 204001"/>
                  <a:gd name="connsiteX13" fmla="*/ 94976 w 201180"/>
                  <a:gd name="connsiteY13" fmla="*/ 193980 h 204001"/>
                  <a:gd name="connsiteX14" fmla="*/ 101026 w 201180"/>
                  <a:gd name="connsiteY14" fmla="*/ 204088 h 204001"/>
                  <a:gd name="connsiteX15" fmla="*/ 107077 w 201180"/>
                  <a:gd name="connsiteY15" fmla="*/ 193980 h 204001"/>
                  <a:gd name="connsiteX16" fmla="*/ 107077 w 201180"/>
                  <a:gd name="connsiteY16" fmla="*/ 108214 h 204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1180" h="204001">
                    <a:moveTo>
                      <a:pt x="107077" y="108214"/>
                    </a:moveTo>
                    <a:lnTo>
                      <a:pt x="191482" y="108214"/>
                    </a:lnTo>
                    <a:cubicBezTo>
                      <a:pt x="195717" y="108214"/>
                      <a:pt x="201465" y="108214"/>
                      <a:pt x="201465" y="102087"/>
                    </a:cubicBezTo>
                    <a:cubicBezTo>
                      <a:pt x="201465" y="95961"/>
                      <a:pt x="195717" y="95961"/>
                      <a:pt x="191482" y="95961"/>
                    </a:cubicBezTo>
                    <a:lnTo>
                      <a:pt x="107077" y="95961"/>
                    </a:lnTo>
                    <a:lnTo>
                      <a:pt x="107077" y="10195"/>
                    </a:lnTo>
                    <a:cubicBezTo>
                      <a:pt x="107077" y="5907"/>
                      <a:pt x="107077" y="87"/>
                      <a:pt x="101026" y="87"/>
                    </a:cubicBezTo>
                    <a:cubicBezTo>
                      <a:pt x="94976" y="87"/>
                      <a:pt x="94976" y="5907"/>
                      <a:pt x="94976" y="10195"/>
                    </a:cubicBezTo>
                    <a:lnTo>
                      <a:pt x="94976" y="95961"/>
                    </a:lnTo>
                    <a:lnTo>
                      <a:pt x="10268" y="95961"/>
                    </a:lnTo>
                    <a:cubicBezTo>
                      <a:pt x="6033" y="95961"/>
                      <a:pt x="285" y="95961"/>
                      <a:pt x="285" y="102087"/>
                    </a:cubicBezTo>
                    <a:cubicBezTo>
                      <a:pt x="285" y="108214"/>
                      <a:pt x="6033" y="108214"/>
                      <a:pt x="10268" y="108214"/>
                    </a:cubicBezTo>
                    <a:lnTo>
                      <a:pt x="94976" y="108214"/>
                    </a:lnTo>
                    <a:lnTo>
                      <a:pt x="94976" y="193980"/>
                    </a:lnTo>
                    <a:cubicBezTo>
                      <a:pt x="94976" y="198268"/>
                      <a:pt x="94976" y="204088"/>
                      <a:pt x="101026" y="204088"/>
                    </a:cubicBezTo>
                    <a:cubicBezTo>
                      <a:pt x="107077" y="204088"/>
                      <a:pt x="107077" y="198268"/>
                      <a:pt x="107077" y="193980"/>
                    </a:cubicBezTo>
                    <a:lnTo>
                      <a:pt x="107077" y="108214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FEDBAA5-F02D-1C16-FCA9-864AFF9BBE73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11468346" y="5027331"/>
                <a:ext cx="172742" cy="271082"/>
              </a:xfrm>
              <a:custGeom>
                <a:avLst/>
                <a:gdLst>
                  <a:gd name="connsiteX0" fmla="*/ 55355 w 172742"/>
                  <a:gd name="connsiteY0" fmla="*/ 86466 h 271082"/>
                  <a:gd name="connsiteX1" fmla="*/ 82582 w 172742"/>
                  <a:gd name="connsiteY1" fmla="*/ 86466 h 271082"/>
                  <a:gd name="connsiteX2" fmla="*/ 55960 w 172742"/>
                  <a:gd name="connsiteY2" fmla="*/ 215115 h 271082"/>
                  <a:gd name="connsiteX3" fmla="*/ 26615 w 172742"/>
                  <a:gd name="connsiteY3" fmla="*/ 264737 h 271082"/>
                  <a:gd name="connsiteX4" fmla="*/ 20564 w 172742"/>
                  <a:gd name="connsiteY4" fmla="*/ 259836 h 271082"/>
                  <a:gd name="connsiteX5" fmla="*/ 21774 w 172742"/>
                  <a:gd name="connsiteY5" fmla="*/ 256467 h 271082"/>
                  <a:gd name="connsiteX6" fmla="*/ 23287 w 172742"/>
                  <a:gd name="connsiteY6" fmla="*/ 251566 h 271082"/>
                  <a:gd name="connsiteX7" fmla="*/ 11488 w 172742"/>
                  <a:gd name="connsiteY7" fmla="*/ 239926 h 271082"/>
                  <a:gd name="connsiteX8" fmla="*/ 295 w 172742"/>
                  <a:gd name="connsiteY8" fmla="*/ 252485 h 271082"/>
                  <a:gd name="connsiteX9" fmla="*/ 24194 w 172742"/>
                  <a:gd name="connsiteY9" fmla="*/ 271170 h 271082"/>
                  <a:gd name="connsiteX10" fmla="*/ 84700 w 172742"/>
                  <a:gd name="connsiteY10" fmla="*/ 184484 h 271082"/>
                  <a:gd name="connsiteX11" fmla="*/ 106482 w 172742"/>
                  <a:gd name="connsiteY11" fmla="*/ 86466 h 271082"/>
                  <a:gd name="connsiteX12" fmla="*/ 139457 w 172742"/>
                  <a:gd name="connsiteY12" fmla="*/ 86466 h 271082"/>
                  <a:gd name="connsiteX13" fmla="*/ 141272 w 172742"/>
                  <a:gd name="connsiteY13" fmla="*/ 76664 h 271082"/>
                  <a:gd name="connsiteX14" fmla="*/ 108599 w 172742"/>
                  <a:gd name="connsiteY14" fmla="*/ 76664 h 271082"/>
                  <a:gd name="connsiteX15" fmla="*/ 145508 w 172742"/>
                  <a:gd name="connsiteY15" fmla="*/ 6826 h 271082"/>
                  <a:gd name="connsiteX16" fmla="*/ 152163 w 172742"/>
                  <a:gd name="connsiteY16" fmla="*/ 10501 h 271082"/>
                  <a:gd name="connsiteX17" fmla="*/ 150953 w 172742"/>
                  <a:gd name="connsiteY17" fmla="*/ 13564 h 271082"/>
                  <a:gd name="connsiteX18" fmla="*/ 149138 w 172742"/>
                  <a:gd name="connsiteY18" fmla="*/ 19997 h 271082"/>
                  <a:gd name="connsiteX19" fmla="*/ 160331 w 172742"/>
                  <a:gd name="connsiteY19" fmla="*/ 32249 h 271082"/>
                  <a:gd name="connsiteX20" fmla="*/ 173037 w 172742"/>
                  <a:gd name="connsiteY20" fmla="*/ 19997 h 271082"/>
                  <a:gd name="connsiteX21" fmla="*/ 147020 w 172742"/>
                  <a:gd name="connsiteY21" fmla="*/ 87 h 271082"/>
                  <a:gd name="connsiteX22" fmla="*/ 109507 w 172742"/>
                  <a:gd name="connsiteY22" fmla="*/ 21222 h 271082"/>
                  <a:gd name="connsiteX23" fmla="*/ 85305 w 172742"/>
                  <a:gd name="connsiteY23" fmla="*/ 76664 h 271082"/>
                  <a:gd name="connsiteX24" fmla="*/ 57472 w 172742"/>
                  <a:gd name="connsiteY24" fmla="*/ 76664 h 271082"/>
                  <a:gd name="connsiteX25" fmla="*/ 55355 w 172742"/>
                  <a:gd name="connsiteY25" fmla="*/ 86466 h 271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72742" h="271082">
                    <a:moveTo>
                      <a:pt x="55355" y="86466"/>
                    </a:moveTo>
                    <a:lnTo>
                      <a:pt x="82582" y="86466"/>
                    </a:lnTo>
                    <a:lnTo>
                      <a:pt x="55960" y="215115"/>
                    </a:lnTo>
                    <a:cubicBezTo>
                      <a:pt x="49304" y="247890"/>
                      <a:pt x="39321" y="264737"/>
                      <a:pt x="26615" y="264737"/>
                    </a:cubicBezTo>
                    <a:cubicBezTo>
                      <a:pt x="22984" y="264737"/>
                      <a:pt x="20564" y="262593"/>
                      <a:pt x="20564" y="259836"/>
                    </a:cubicBezTo>
                    <a:cubicBezTo>
                      <a:pt x="20564" y="258917"/>
                      <a:pt x="20867" y="257998"/>
                      <a:pt x="21774" y="256467"/>
                    </a:cubicBezTo>
                    <a:cubicBezTo>
                      <a:pt x="22984" y="254629"/>
                      <a:pt x="23287" y="253404"/>
                      <a:pt x="23287" y="251566"/>
                    </a:cubicBezTo>
                    <a:cubicBezTo>
                      <a:pt x="23287" y="245133"/>
                      <a:pt x="17841" y="239926"/>
                      <a:pt x="11488" y="239926"/>
                    </a:cubicBezTo>
                    <a:cubicBezTo>
                      <a:pt x="5135" y="239926"/>
                      <a:pt x="295" y="245440"/>
                      <a:pt x="295" y="252485"/>
                    </a:cubicBezTo>
                    <a:cubicBezTo>
                      <a:pt x="295" y="262899"/>
                      <a:pt x="10883" y="271170"/>
                      <a:pt x="24194" y="271170"/>
                    </a:cubicBezTo>
                    <a:cubicBezTo>
                      <a:pt x="51119" y="271170"/>
                      <a:pt x="72296" y="240845"/>
                      <a:pt x="84700" y="184484"/>
                    </a:cubicBezTo>
                    <a:lnTo>
                      <a:pt x="106482" y="86466"/>
                    </a:lnTo>
                    <a:lnTo>
                      <a:pt x="139457" y="86466"/>
                    </a:lnTo>
                    <a:lnTo>
                      <a:pt x="141272" y="76664"/>
                    </a:lnTo>
                    <a:lnTo>
                      <a:pt x="108599" y="76664"/>
                    </a:lnTo>
                    <a:cubicBezTo>
                      <a:pt x="117373" y="28573"/>
                      <a:pt x="128566" y="6826"/>
                      <a:pt x="145508" y="6826"/>
                    </a:cubicBezTo>
                    <a:cubicBezTo>
                      <a:pt x="149440" y="6826"/>
                      <a:pt x="152163" y="8357"/>
                      <a:pt x="152163" y="10501"/>
                    </a:cubicBezTo>
                    <a:cubicBezTo>
                      <a:pt x="152163" y="11420"/>
                      <a:pt x="151861" y="12033"/>
                      <a:pt x="150953" y="13564"/>
                    </a:cubicBezTo>
                    <a:cubicBezTo>
                      <a:pt x="149743" y="16321"/>
                      <a:pt x="149138" y="17853"/>
                      <a:pt x="149138" y="19997"/>
                    </a:cubicBezTo>
                    <a:cubicBezTo>
                      <a:pt x="149138" y="27348"/>
                      <a:pt x="153676" y="32249"/>
                      <a:pt x="160331" y="32249"/>
                    </a:cubicBezTo>
                    <a:cubicBezTo>
                      <a:pt x="167289" y="32249"/>
                      <a:pt x="173037" y="26736"/>
                      <a:pt x="173037" y="19997"/>
                    </a:cubicBezTo>
                    <a:cubicBezTo>
                      <a:pt x="173037" y="8663"/>
                      <a:pt x="161844" y="87"/>
                      <a:pt x="147020" y="87"/>
                    </a:cubicBezTo>
                    <a:cubicBezTo>
                      <a:pt x="132196" y="87"/>
                      <a:pt x="120398" y="6826"/>
                      <a:pt x="109507" y="21222"/>
                    </a:cubicBezTo>
                    <a:cubicBezTo>
                      <a:pt x="100431" y="33168"/>
                      <a:pt x="94381" y="47258"/>
                      <a:pt x="85305" y="76664"/>
                    </a:cubicBezTo>
                    <a:lnTo>
                      <a:pt x="57472" y="76664"/>
                    </a:lnTo>
                    <a:lnTo>
                      <a:pt x="55355" y="86466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C9066D1-7DBA-A9A6-0315-EF281CC52B09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11671516" y="5005277"/>
                <a:ext cx="70186" cy="306308"/>
              </a:xfrm>
              <a:custGeom>
                <a:avLst/>
                <a:gdLst>
                  <a:gd name="connsiteX0" fmla="*/ 70485 w 70186"/>
                  <a:gd name="connsiteY0" fmla="*/ 303332 h 306308"/>
                  <a:gd name="connsiteX1" fmla="*/ 65342 w 70186"/>
                  <a:gd name="connsiteY1" fmla="*/ 296593 h 306308"/>
                  <a:gd name="connsiteX2" fmla="*/ 17846 w 70186"/>
                  <a:gd name="connsiteY2" fmla="*/ 153241 h 306308"/>
                  <a:gd name="connsiteX3" fmla="*/ 66553 w 70186"/>
                  <a:gd name="connsiteY3" fmla="*/ 8357 h 306308"/>
                  <a:gd name="connsiteX4" fmla="*/ 70485 w 70186"/>
                  <a:gd name="connsiteY4" fmla="*/ 3150 h 306308"/>
                  <a:gd name="connsiteX5" fmla="*/ 67460 w 70186"/>
                  <a:gd name="connsiteY5" fmla="*/ 87 h 306308"/>
                  <a:gd name="connsiteX6" fmla="*/ 19358 w 70186"/>
                  <a:gd name="connsiteY6" fmla="*/ 59817 h 306308"/>
                  <a:gd name="connsiteX7" fmla="*/ 299 w 70186"/>
                  <a:gd name="connsiteY7" fmla="*/ 153241 h 306308"/>
                  <a:gd name="connsiteX8" fmla="*/ 20266 w 70186"/>
                  <a:gd name="connsiteY8" fmla="*/ 248809 h 306308"/>
                  <a:gd name="connsiteX9" fmla="*/ 67460 w 70186"/>
                  <a:gd name="connsiteY9" fmla="*/ 306395 h 306308"/>
                  <a:gd name="connsiteX10" fmla="*/ 70485 w 70186"/>
                  <a:gd name="connsiteY10" fmla="*/ 303332 h 3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6308">
                    <a:moveTo>
                      <a:pt x="70485" y="303332"/>
                    </a:moveTo>
                    <a:cubicBezTo>
                      <a:pt x="70485" y="302413"/>
                      <a:pt x="70485" y="301800"/>
                      <a:pt x="65342" y="296593"/>
                    </a:cubicBezTo>
                    <a:cubicBezTo>
                      <a:pt x="27527" y="257998"/>
                      <a:pt x="17846" y="200106"/>
                      <a:pt x="17846" y="153241"/>
                    </a:cubicBezTo>
                    <a:cubicBezTo>
                      <a:pt x="17846" y="99943"/>
                      <a:pt x="29342" y="46646"/>
                      <a:pt x="66553" y="8357"/>
                    </a:cubicBezTo>
                    <a:cubicBezTo>
                      <a:pt x="70485" y="4681"/>
                      <a:pt x="70485" y="4069"/>
                      <a:pt x="70485" y="3150"/>
                    </a:cubicBezTo>
                    <a:cubicBezTo>
                      <a:pt x="70485" y="1006"/>
                      <a:pt x="69275" y="87"/>
                      <a:pt x="67460" y="87"/>
                    </a:cubicBezTo>
                    <a:cubicBezTo>
                      <a:pt x="64435" y="87"/>
                      <a:pt x="37207" y="20916"/>
                      <a:pt x="19358" y="59817"/>
                    </a:cubicBezTo>
                    <a:cubicBezTo>
                      <a:pt x="3929" y="93511"/>
                      <a:pt x="299" y="127511"/>
                      <a:pt x="299" y="153241"/>
                    </a:cubicBezTo>
                    <a:cubicBezTo>
                      <a:pt x="299" y="177133"/>
                      <a:pt x="3627" y="214196"/>
                      <a:pt x="20266" y="248809"/>
                    </a:cubicBezTo>
                    <a:cubicBezTo>
                      <a:pt x="38418" y="286485"/>
                      <a:pt x="64435" y="306395"/>
                      <a:pt x="67460" y="306395"/>
                    </a:cubicBezTo>
                    <a:cubicBezTo>
                      <a:pt x="69275" y="306395"/>
                      <a:pt x="70485" y="305476"/>
                      <a:pt x="70485" y="3033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DB21676-CCCB-38D2-0C1B-3932C212E7E0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11751214" y="5099926"/>
                <a:ext cx="143397" cy="138451"/>
              </a:xfrm>
              <a:custGeom>
                <a:avLst/>
                <a:gdLst>
                  <a:gd name="connsiteX0" fmla="*/ 130087 w 143397"/>
                  <a:gd name="connsiteY0" fmla="*/ 101169 h 138451"/>
                  <a:gd name="connsiteX1" fmla="*/ 123431 w 143397"/>
                  <a:gd name="connsiteY1" fmla="*/ 109439 h 138451"/>
                  <a:gd name="connsiteX2" fmla="*/ 109515 w 143397"/>
                  <a:gd name="connsiteY2" fmla="*/ 121691 h 138451"/>
                  <a:gd name="connsiteX3" fmla="*/ 100137 w 143397"/>
                  <a:gd name="connsiteY3" fmla="*/ 109133 h 138451"/>
                  <a:gd name="connsiteX4" fmla="*/ 98927 w 143397"/>
                  <a:gd name="connsiteY4" fmla="*/ 103925 h 138451"/>
                  <a:gd name="connsiteX5" fmla="*/ 88036 w 143397"/>
                  <a:gd name="connsiteY5" fmla="*/ 54303 h 138451"/>
                  <a:gd name="connsiteX6" fmla="*/ 117683 w 143397"/>
                  <a:gd name="connsiteY6" fmla="*/ 17240 h 138451"/>
                  <a:gd name="connsiteX7" fmla="*/ 124944 w 143397"/>
                  <a:gd name="connsiteY7" fmla="*/ 19691 h 138451"/>
                  <a:gd name="connsiteX8" fmla="*/ 133112 w 143397"/>
                  <a:gd name="connsiteY8" fmla="*/ 22447 h 138451"/>
                  <a:gd name="connsiteX9" fmla="*/ 143701 w 143397"/>
                  <a:gd name="connsiteY9" fmla="*/ 11420 h 138451"/>
                  <a:gd name="connsiteX10" fmla="*/ 131297 w 143397"/>
                  <a:gd name="connsiteY10" fmla="*/ 87 h 138451"/>
                  <a:gd name="connsiteX11" fmla="*/ 85616 w 143397"/>
                  <a:gd name="connsiteY11" fmla="*/ 43889 h 138451"/>
                  <a:gd name="connsiteX12" fmla="*/ 82288 w 143397"/>
                  <a:gd name="connsiteY12" fmla="*/ 27042 h 138451"/>
                  <a:gd name="connsiteX13" fmla="*/ 66556 w 143397"/>
                  <a:gd name="connsiteY13" fmla="*/ 87 h 138451"/>
                  <a:gd name="connsiteX14" fmla="*/ 31161 w 143397"/>
                  <a:gd name="connsiteY14" fmla="*/ 8970 h 138451"/>
                  <a:gd name="connsiteX15" fmla="*/ 27833 w 143397"/>
                  <a:gd name="connsiteY15" fmla="*/ 10195 h 138451"/>
                  <a:gd name="connsiteX16" fmla="*/ 29043 w 143397"/>
                  <a:gd name="connsiteY16" fmla="*/ 14790 h 138451"/>
                  <a:gd name="connsiteX17" fmla="*/ 45985 w 143397"/>
                  <a:gd name="connsiteY17" fmla="*/ 11420 h 138451"/>
                  <a:gd name="connsiteX18" fmla="*/ 59598 w 143397"/>
                  <a:gd name="connsiteY18" fmla="*/ 32555 h 138451"/>
                  <a:gd name="connsiteX19" fmla="*/ 68372 w 143397"/>
                  <a:gd name="connsiteY19" fmla="*/ 70231 h 138451"/>
                  <a:gd name="connsiteX20" fmla="*/ 43564 w 143397"/>
                  <a:gd name="connsiteY20" fmla="*/ 106069 h 138451"/>
                  <a:gd name="connsiteX21" fmla="*/ 28135 w 143397"/>
                  <a:gd name="connsiteY21" fmla="*/ 120772 h 138451"/>
                  <a:gd name="connsiteX22" fmla="*/ 20270 w 143397"/>
                  <a:gd name="connsiteY22" fmla="*/ 118015 h 138451"/>
                  <a:gd name="connsiteX23" fmla="*/ 10589 w 143397"/>
                  <a:gd name="connsiteY23" fmla="*/ 114952 h 138451"/>
                  <a:gd name="connsiteX24" fmla="*/ 303 w 143397"/>
                  <a:gd name="connsiteY24" fmla="*/ 125673 h 138451"/>
                  <a:gd name="connsiteX25" fmla="*/ 15429 w 143397"/>
                  <a:gd name="connsiteY25" fmla="*/ 138538 h 138451"/>
                  <a:gd name="connsiteX26" fmla="*/ 43564 w 143397"/>
                  <a:gd name="connsiteY26" fmla="*/ 117097 h 138451"/>
                  <a:gd name="connsiteX27" fmla="*/ 70792 w 143397"/>
                  <a:gd name="connsiteY27" fmla="*/ 81258 h 138451"/>
                  <a:gd name="connsiteX28" fmla="*/ 79868 w 143397"/>
                  <a:gd name="connsiteY28" fmla="*/ 118015 h 138451"/>
                  <a:gd name="connsiteX29" fmla="*/ 97414 w 143397"/>
                  <a:gd name="connsiteY29" fmla="*/ 138538 h 138451"/>
                  <a:gd name="connsiteX30" fmla="*/ 134322 w 143397"/>
                  <a:gd name="connsiteY30" fmla="*/ 103619 h 138451"/>
                  <a:gd name="connsiteX31" fmla="*/ 130087 w 143397"/>
                  <a:gd name="connsiteY31" fmla="*/ 101169 h 138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43397" h="138451">
                    <a:moveTo>
                      <a:pt x="130087" y="101169"/>
                    </a:moveTo>
                    <a:cubicBezTo>
                      <a:pt x="127667" y="103925"/>
                      <a:pt x="126154" y="105763"/>
                      <a:pt x="123431" y="109439"/>
                    </a:cubicBezTo>
                    <a:cubicBezTo>
                      <a:pt x="116473" y="118628"/>
                      <a:pt x="112843" y="121691"/>
                      <a:pt x="109515" y="121691"/>
                    </a:cubicBezTo>
                    <a:cubicBezTo>
                      <a:pt x="104977" y="121691"/>
                      <a:pt x="102255" y="117709"/>
                      <a:pt x="100137" y="109133"/>
                    </a:cubicBezTo>
                    <a:cubicBezTo>
                      <a:pt x="99532" y="106682"/>
                      <a:pt x="99229" y="104844"/>
                      <a:pt x="98927" y="103925"/>
                    </a:cubicBezTo>
                    <a:cubicBezTo>
                      <a:pt x="91364" y="72988"/>
                      <a:pt x="88036" y="58898"/>
                      <a:pt x="88036" y="54303"/>
                    </a:cubicBezTo>
                    <a:cubicBezTo>
                      <a:pt x="101347" y="30718"/>
                      <a:pt x="112238" y="17240"/>
                      <a:pt x="117683" y="17240"/>
                    </a:cubicBezTo>
                    <a:cubicBezTo>
                      <a:pt x="119499" y="17240"/>
                      <a:pt x="121919" y="18159"/>
                      <a:pt x="124944" y="19691"/>
                    </a:cubicBezTo>
                    <a:cubicBezTo>
                      <a:pt x="128574" y="21835"/>
                      <a:pt x="130692" y="22447"/>
                      <a:pt x="133112" y="22447"/>
                    </a:cubicBezTo>
                    <a:cubicBezTo>
                      <a:pt x="139465" y="22447"/>
                      <a:pt x="143701" y="17853"/>
                      <a:pt x="143701" y="11420"/>
                    </a:cubicBezTo>
                    <a:cubicBezTo>
                      <a:pt x="143701" y="4988"/>
                      <a:pt x="138558" y="87"/>
                      <a:pt x="131297" y="87"/>
                    </a:cubicBezTo>
                    <a:cubicBezTo>
                      <a:pt x="117986" y="87"/>
                      <a:pt x="106490" y="11114"/>
                      <a:pt x="85616" y="43889"/>
                    </a:cubicBezTo>
                    <a:lnTo>
                      <a:pt x="82288" y="27042"/>
                    </a:lnTo>
                    <a:cubicBezTo>
                      <a:pt x="78052" y="6213"/>
                      <a:pt x="74725" y="87"/>
                      <a:pt x="66556" y="87"/>
                    </a:cubicBezTo>
                    <a:cubicBezTo>
                      <a:pt x="59901" y="87"/>
                      <a:pt x="49615" y="2844"/>
                      <a:pt x="31161" y="8970"/>
                    </a:cubicBezTo>
                    <a:lnTo>
                      <a:pt x="27833" y="10195"/>
                    </a:lnTo>
                    <a:lnTo>
                      <a:pt x="29043" y="14790"/>
                    </a:lnTo>
                    <a:cubicBezTo>
                      <a:pt x="40539" y="12033"/>
                      <a:pt x="43262" y="11420"/>
                      <a:pt x="45985" y="11420"/>
                    </a:cubicBezTo>
                    <a:cubicBezTo>
                      <a:pt x="53548" y="11420"/>
                      <a:pt x="55363" y="14177"/>
                      <a:pt x="59598" y="32555"/>
                    </a:cubicBezTo>
                    <a:lnTo>
                      <a:pt x="68372" y="70231"/>
                    </a:lnTo>
                    <a:lnTo>
                      <a:pt x="43564" y="106069"/>
                    </a:lnTo>
                    <a:cubicBezTo>
                      <a:pt x="37514" y="115259"/>
                      <a:pt x="31463" y="120772"/>
                      <a:pt x="28135" y="120772"/>
                    </a:cubicBezTo>
                    <a:cubicBezTo>
                      <a:pt x="26320" y="120772"/>
                      <a:pt x="23295" y="119853"/>
                      <a:pt x="20270" y="118015"/>
                    </a:cubicBezTo>
                    <a:cubicBezTo>
                      <a:pt x="16337" y="115871"/>
                      <a:pt x="13009" y="114952"/>
                      <a:pt x="10589" y="114952"/>
                    </a:cubicBezTo>
                    <a:cubicBezTo>
                      <a:pt x="4841" y="114952"/>
                      <a:pt x="303" y="119547"/>
                      <a:pt x="303" y="125673"/>
                    </a:cubicBezTo>
                    <a:cubicBezTo>
                      <a:pt x="303" y="133637"/>
                      <a:pt x="6354" y="138538"/>
                      <a:pt x="15429" y="138538"/>
                    </a:cubicBezTo>
                    <a:cubicBezTo>
                      <a:pt x="24808" y="138538"/>
                      <a:pt x="28438" y="135781"/>
                      <a:pt x="43564" y="117097"/>
                    </a:cubicBezTo>
                    <a:cubicBezTo>
                      <a:pt x="51733" y="107295"/>
                      <a:pt x="58086" y="99024"/>
                      <a:pt x="70792" y="81258"/>
                    </a:cubicBezTo>
                    <a:lnTo>
                      <a:pt x="79868" y="118015"/>
                    </a:lnTo>
                    <a:cubicBezTo>
                      <a:pt x="83800" y="133637"/>
                      <a:pt x="87733" y="138538"/>
                      <a:pt x="97414" y="138538"/>
                    </a:cubicBezTo>
                    <a:cubicBezTo>
                      <a:pt x="108910" y="138538"/>
                      <a:pt x="116776" y="131187"/>
                      <a:pt x="134322" y="103619"/>
                    </a:cubicBezTo>
                    <a:lnTo>
                      <a:pt x="130087" y="101169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C6FBD8D-D90E-F1EA-C054-955B939CA3A1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11897340" y="5181165"/>
                <a:ext cx="102980" cy="102000"/>
              </a:xfrm>
              <a:custGeom>
                <a:avLst/>
                <a:gdLst>
                  <a:gd name="connsiteX0" fmla="*/ 100153 w 102980"/>
                  <a:gd name="connsiteY0" fmla="*/ 73529 h 102000"/>
                  <a:gd name="connsiteX1" fmla="*/ 95452 w 102980"/>
                  <a:gd name="connsiteY1" fmla="*/ 79423 h 102000"/>
                  <a:gd name="connsiteX2" fmla="*/ 81795 w 102980"/>
                  <a:gd name="connsiteY2" fmla="*/ 91436 h 102000"/>
                  <a:gd name="connsiteX3" fmla="*/ 78214 w 102980"/>
                  <a:gd name="connsiteY3" fmla="*/ 87809 h 102000"/>
                  <a:gd name="connsiteX4" fmla="*/ 81348 w 102980"/>
                  <a:gd name="connsiteY4" fmla="*/ 73529 h 102000"/>
                  <a:gd name="connsiteX5" fmla="*/ 94108 w 102980"/>
                  <a:gd name="connsiteY5" fmla="*/ 26836 h 102000"/>
                  <a:gd name="connsiteX6" fmla="*/ 96123 w 102980"/>
                  <a:gd name="connsiteY6" fmla="*/ 13916 h 102000"/>
                  <a:gd name="connsiteX7" fmla="*/ 81348 w 102980"/>
                  <a:gd name="connsiteY7" fmla="*/ 89 h 102000"/>
                  <a:gd name="connsiteX8" fmla="*/ 29858 w 102980"/>
                  <a:gd name="connsiteY8" fmla="*/ 49956 h 102000"/>
                  <a:gd name="connsiteX9" fmla="*/ 44857 w 102980"/>
                  <a:gd name="connsiteY9" fmla="*/ 542 h 102000"/>
                  <a:gd name="connsiteX10" fmla="*/ 44185 w 102980"/>
                  <a:gd name="connsiteY10" fmla="*/ 89 h 102000"/>
                  <a:gd name="connsiteX11" fmla="*/ 7918 w 102980"/>
                  <a:gd name="connsiteY11" fmla="*/ 7116 h 102000"/>
                  <a:gd name="connsiteX12" fmla="*/ 7918 w 102980"/>
                  <a:gd name="connsiteY12" fmla="*/ 10742 h 102000"/>
                  <a:gd name="connsiteX13" fmla="*/ 22246 w 102980"/>
                  <a:gd name="connsiteY13" fmla="*/ 16862 h 102000"/>
                  <a:gd name="connsiteX14" fmla="*/ 21798 w 102980"/>
                  <a:gd name="connsiteY14" fmla="*/ 20716 h 102000"/>
                  <a:gd name="connsiteX15" fmla="*/ 307 w 102980"/>
                  <a:gd name="connsiteY15" fmla="*/ 100049 h 102000"/>
                  <a:gd name="connsiteX16" fmla="*/ 17097 w 102980"/>
                  <a:gd name="connsiteY16" fmla="*/ 100049 h 102000"/>
                  <a:gd name="connsiteX17" fmla="*/ 39484 w 102980"/>
                  <a:gd name="connsiteY17" fmla="*/ 43836 h 102000"/>
                  <a:gd name="connsiteX18" fmla="*/ 72617 w 102980"/>
                  <a:gd name="connsiteY18" fmla="*/ 11649 h 102000"/>
                  <a:gd name="connsiteX19" fmla="*/ 77990 w 102980"/>
                  <a:gd name="connsiteY19" fmla="*/ 18222 h 102000"/>
                  <a:gd name="connsiteX20" fmla="*/ 74855 w 102980"/>
                  <a:gd name="connsiteY20" fmla="*/ 35449 h 102000"/>
                  <a:gd name="connsiteX21" fmla="*/ 65005 w 102980"/>
                  <a:gd name="connsiteY21" fmla="*/ 72849 h 102000"/>
                  <a:gd name="connsiteX22" fmla="*/ 61423 w 102980"/>
                  <a:gd name="connsiteY22" fmla="*/ 89849 h 102000"/>
                  <a:gd name="connsiteX23" fmla="*/ 71945 w 102980"/>
                  <a:gd name="connsiteY23" fmla="*/ 102089 h 102000"/>
                  <a:gd name="connsiteX24" fmla="*/ 103287 w 102980"/>
                  <a:gd name="connsiteY24" fmla="*/ 76476 h 102000"/>
                  <a:gd name="connsiteX25" fmla="*/ 100153 w 102980"/>
                  <a:gd name="connsiteY25" fmla="*/ 73529 h 10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2980" h="102000">
                    <a:moveTo>
                      <a:pt x="100153" y="73529"/>
                    </a:moveTo>
                    <a:lnTo>
                      <a:pt x="95452" y="79423"/>
                    </a:lnTo>
                    <a:cubicBezTo>
                      <a:pt x="88959" y="87809"/>
                      <a:pt x="84930" y="91436"/>
                      <a:pt x="81795" y="91436"/>
                    </a:cubicBezTo>
                    <a:cubicBezTo>
                      <a:pt x="80005" y="91436"/>
                      <a:pt x="78214" y="89623"/>
                      <a:pt x="78214" y="87809"/>
                    </a:cubicBezTo>
                    <a:cubicBezTo>
                      <a:pt x="78214" y="86223"/>
                      <a:pt x="78214" y="86223"/>
                      <a:pt x="81348" y="73529"/>
                    </a:cubicBezTo>
                    <a:lnTo>
                      <a:pt x="94108" y="26836"/>
                    </a:lnTo>
                    <a:cubicBezTo>
                      <a:pt x="95228" y="22076"/>
                      <a:pt x="96123" y="17089"/>
                      <a:pt x="96123" y="13916"/>
                    </a:cubicBezTo>
                    <a:cubicBezTo>
                      <a:pt x="96123" y="5756"/>
                      <a:pt x="90079" y="89"/>
                      <a:pt x="81348" y="89"/>
                    </a:cubicBezTo>
                    <a:cubicBezTo>
                      <a:pt x="67020" y="89"/>
                      <a:pt x="52916" y="13689"/>
                      <a:pt x="29858" y="49956"/>
                    </a:cubicBezTo>
                    <a:lnTo>
                      <a:pt x="44857" y="542"/>
                    </a:lnTo>
                    <a:lnTo>
                      <a:pt x="44185" y="89"/>
                    </a:lnTo>
                    <a:cubicBezTo>
                      <a:pt x="32096" y="2582"/>
                      <a:pt x="27395" y="3489"/>
                      <a:pt x="7918" y="7116"/>
                    </a:cubicBezTo>
                    <a:lnTo>
                      <a:pt x="7918" y="10742"/>
                    </a:lnTo>
                    <a:cubicBezTo>
                      <a:pt x="19336" y="10969"/>
                      <a:pt x="22246" y="12329"/>
                      <a:pt x="22246" y="16862"/>
                    </a:cubicBezTo>
                    <a:cubicBezTo>
                      <a:pt x="22246" y="18222"/>
                      <a:pt x="22022" y="19582"/>
                      <a:pt x="21798" y="20716"/>
                    </a:cubicBezTo>
                    <a:lnTo>
                      <a:pt x="307" y="100049"/>
                    </a:lnTo>
                    <a:lnTo>
                      <a:pt x="17097" y="100049"/>
                    </a:lnTo>
                    <a:cubicBezTo>
                      <a:pt x="27619" y="64236"/>
                      <a:pt x="29634" y="59249"/>
                      <a:pt x="39484" y="43836"/>
                    </a:cubicBezTo>
                    <a:cubicBezTo>
                      <a:pt x="52916" y="22982"/>
                      <a:pt x="64334" y="11649"/>
                      <a:pt x="72617" y="11649"/>
                    </a:cubicBezTo>
                    <a:cubicBezTo>
                      <a:pt x="75975" y="11649"/>
                      <a:pt x="77990" y="14142"/>
                      <a:pt x="77990" y="18222"/>
                    </a:cubicBezTo>
                    <a:cubicBezTo>
                      <a:pt x="77990" y="20942"/>
                      <a:pt x="76646" y="28422"/>
                      <a:pt x="74855" y="35449"/>
                    </a:cubicBezTo>
                    <a:lnTo>
                      <a:pt x="65005" y="72849"/>
                    </a:lnTo>
                    <a:cubicBezTo>
                      <a:pt x="62095" y="84409"/>
                      <a:pt x="61423" y="87583"/>
                      <a:pt x="61423" y="89849"/>
                    </a:cubicBezTo>
                    <a:cubicBezTo>
                      <a:pt x="61423" y="98463"/>
                      <a:pt x="64557" y="102089"/>
                      <a:pt x="71945" y="102089"/>
                    </a:cubicBezTo>
                    <a:cubicBezTo>
                      <a:pt x="82019" y="102089"/>
                      <a:pt x="87840" y="97329"/>
                      <a:pt x="103287" y="76476"/>
                    </a:cubicBezTo>
                    <a:lnTo>
                      <a:pt x="100153" y="73529"/>
                    </a:lnTo>
                    <a:close/>
                  </a:path>
                </a:pathLst>
              </a:custGeom>
              <a:solidFill>
                <a:srgbClr val="FFFFFF"/>
              </a:solidFill>
              <a:ln w="304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3AC10B8-C8BE-BB0F-2777-1D0694AB900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2038988" y="5005277"/>
                <a:ext cx="70186" cy="306308"/>
              </a:xfrm>
              <a:custGeom>
                <a:avLst/>
                <a:gdLst>
                  <a:gd name="connsiteX0" fmla="*/ 70498 w 70186"/>
                  <a:gd name="connsiteY0" fmla="*/ 153241 h 306308"/>
                  <a:gd name="connsiteX1" fmla="*/ 50531 w 70186"/>
                  <a:gd name="connsiteY1" fmla="*/ 57673 h 306308"/>
                  <a:gd name="connsiteX2" fmla="*/ 3337 w 70186"/>
                  <a:gd name="connsiteY2" fmla="*/ 87 h 306308"/>
                  <a:gd name="connsiteX3" fmla="*/ 312 w 70186"/>
                  <a:gd name="connsiteY3" fmla="*/ 3150 h 306308"/>
                  <a:gd name="connsiteX4" fmla="*/ 6060 w 70186"/>
                  <a:gd name="connsiteY4" fmla="*/ 10195 h 306308"/>
                  <a:gd name="connsiteX5" fmla="*/ 52951 w 70186"/>
                  <a:gd name="connsiteY5" fmla="*/ 153241 h 306308"/>
                  <a:gd name="connsiteX6" fmla="*/ 4244 w 70186"/>
                  <a:gd name="connsiteY6" fmla="*/ 298125 h 306308"/>
                  <a:gd name="connsiteX7" fmla="*/ 312 w 70186"/>
                  <a:gd name="connsiteY7" fmla="*/ 303332 h 306308"/>
                  <a:gd name="connsiteX8" fmla="*/ 3337 w 70186"/>
                  <a:gd name="connsiteY8" fmla="*/ 306395 h 306308"/>
                  <a:gd name="connsiteX9" fmla="*/ 51439 w 70186"/>
                  <a:gd name="connsiteY9" fmla="*/ 246665 h 306308"/>
                  <a:gd name="connsiteX10" fmla="*/ 70498 w 70186"/>
                  <a:gd name="connsiteY10" fmla="*/ 153241 h 3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186" h="306308">
                    <a:moveTo>
                      <a:pt x="70498" y="153241"/>
                    </a:moveTo>
                    <a:cubicBezTo>
                      <a:pt x="70498" y="129349"/>
                      <a:pt x="67170" y="92285"/>
                      <a:pt x="50531" y="57673"/>
                    </a:cubicBezTo>
                    <a:cubicBezTo>
                      <a:pt x="32379" y="19997"/>
                      <a:pt x="6362" y="87"/>
                      <a:pt x="3337" y="87"/>
                    </a:cubicBezTo>
                    <a:cubicBezTo>
                      <a:pt x="1522" y="87"/>
                      <a:pt x="312" y="1312"/>
                      <a:pt x="312" y="3150"/>
                    </a:cubicBezTo>
                    <a:cubicBezTo>
                      <a:pt x="312" y="4069"/>
                      <a:pt x="312" y="4681"/>
                      <a:pt x="6060" y="10195"/>
                    </a:cubicBezTo>
                    <a:cubicBezTo>
                      <a:pt x="35707" y="40519"/>
                      <a:pt x="52951" y="89222"/>
                      <a:pt x="52951" y="153241"/>
                    </a:cubicBezTo>
                    <a:cubicBezTo>
                      <a:pt x="52951" y="205620"/>
                      <a:pt x="41758" y="259530"/>
                      <a:pt x="4244" y="298125"/>
                    </a:cubicBezTo>
                    <a:cubicBezTo>
                      <a:pt x="312" y="301800"/>
                      <a:pt x="312" y="302413"/>
                      <a:pt x="312" y="303332"/>
                    </a:cubicBezTo>
                    <a:cubicBezTo>
                      <a:pt x="312" y="305170"/>
                      <a:pt x="1522" y="306395"/>
                      <a:pt x="3337" y="306395"/>
                    </a:cubicBezTo>
                    <a:cubicBezTo>
                      <a:pt x="6362" y="306395"/>
                      <a:pt x="33589" y="285566"/>
                      <a:pt x="51439" y="246665"/>
                    </a:cubicBezTo>
                    <a:cubicBezTo>
                      <a:pt x="66867" y="212971"/>
                      <a:pt x="70498" y="178971"/>
                      <a:pt x="70498" y="1532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E5F7DDD5-4F52-44C2-5FCA-583411F437E8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2146216" y="5005277"/>
                <a:ext cx="41446" cy="306308"/>
              </a:xfrm>
              <a:custGeom>
                <a:avLst/>
                <a:gdLst>
                  <a:gd name="connsiteX0" fmla="*/ 41761 w 41446"/>
                  <a:gd name="connsiteY0" fmla="*/ 87 h 306308"/>
                  <a:gd name="connsiteX1" fmla="*/ 315 w 41446"/>
                  <a:gd name="connsiteY1" fmla="*/ 87 h 306308"/>
                  <a:gd name="connsiteX2" fmla="*/ 315 w 41446"/>
                  <a:gd name="connsiteY2" fmla="*/ 12339 h 306308"/>
                  <a:gd name="connsiteX3" fmla="*/ 29660 w 41446"/>
                  <a:gd name="connsiteY3" fmla="*/ 12339 h 306308"/>
                  <a:gd name="connsiteX4" fmla="*/ 29660 w 41446"/>
                  <a:gd name="connsiteY4" fmla="*/ 294143 h 306308"/>
                  <a:gd name="connsiteX5" fmla="*/ 315 w 41446"/>
                  <a:gd name="connsiteY5" fmla="*/ 294143 h 306308"/>
                  <a:gd name="connsiteX6" fmla="*/ 315 w 41446"/>
                  <a:gd name="connsiteY6" fmla="*/ 306395 h 306308"/>
                  <a:gd name="connsiteX7" fmla="*/ 41761 w 41446"/>
                  <a:gd name="connsiteY7" fmla="*/ 306395 h 306308"/>
                  <a:gd name="connsiteX8" fmla="*/ 41761 w 41446"/>
                  <a:gd name="connsiteY8" fmla="*/ 87 h 3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446" h="306308">
                    <a:moveTo>
                      <a:pt x="41761" y="87"/>
                    </a:moveTo>
                    <a:lnTo>
                      <a:pt x="315" y="87"/>
                    </a:lnTo>
                    <a:lnTo>
                      <a:pt x="315" y="12339"/>
                    </a:lnTo>
                    <a:lnTo>
                      <a:pt x="29660" y="12339"/>
                    </a:lnTo>
                    <a:lnTo>
                      <a:pt x="29660" y="294143"/>
                    </a:lnTo>
                    <a:lnTo>
                      <a:pt x="315" y="294143"/>
                    </a:lnTo>
                    <a:lnTo>
                      <a:pt x="315" y="306395"/>
                    </a:lnTo>
                    <a:lnTo>
                      <a:pt x="41761" y="306395"/>
                    </a:lnTo>
                    <a:lnTo>
                      <a:pt x="41761" y="87"/>
                    </a:lnTo>
                    <a:close/>
                  </a:path>
                </a:pathLst>
              </a:custGeom>
              <a:solidFill>
                <a:srgbClr val="FFFFFF"/>
              </a:solidFill>
              <a:ln w="411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838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C373-2C9F-E33D-5D65-369CFF25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105B-266B-372E-9B99-8E4EB00E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653ED-D330-D216-FC43-D909CA2F3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985A1D-E52A-AE11-4034-7D2145979BAC}"/>
              </a:ext>
            </a:extLst>
          </p:cNvPr>
          <p:cNvSpPr txBox="1"/>
          <p:nvPr/>
        </p:nvSpPr>
        <p:spPr>
          <a:xfrm>
            <a:off x="1556790" y="123989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Continued…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0DD498-A173-1D00-47AC-DE1EDE2483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80277"/>
                  </p:ext>
                </p:extLst>
              </p:nvPr>
            </p:nvGraphicFramePr>
            <p:xfrm>
              <a:off x="2379629" y="863628"/>
              <a:ext cx="8128000" cy="52438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91197633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6059818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677397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193387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64550185"/>
                        </a:ext>
                      </a:extLst>
                    </a:gridCol>
                  </a:tblGrid>
                  <a:tr h="9303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Ends: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3-Terms: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/>
                            <a:t>Knot-terms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6845271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6399795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0.3491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330966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0.6981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3879979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1.0472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3631451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1.3963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3047092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1.7453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802440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2.0944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711407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2.4435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7156621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2.7925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2576246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3.1416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6970242"/>
                      </a:ext>
                    </a:extLst>
                  </a:tr>
                  <a:tr h="64843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𝑠𝑢𝑚𝑠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Sum3=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5.6713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Sum2=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1.7321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338107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00DD498-A173-1D00-47AC-DE1EDE2483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80277"/>
                  </p:ext>
                </p:extLst>
              </p:nvPr>
            </p:nvGraphicFramePr>
            <p:xfrm>
              <a:off x="2379629" y="863628"/>
              <a:ext cx="8128000" cy="52438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91197633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6059818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677397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193387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64550185"/>
                        </a:ext>
                      </a:extLst>
                    </a:gridCol>
                  </a:tblGrid>
                  <a:tr h="9303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9"/>
                          <a:stretch>
                            <a:fillRect l="-375" t="-654" r="-401124" b="-4640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9"/>
                          <a:stretch>
                            <a:fillRect l="-100375" t="-654" r="-301124" b="-4640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9"/>
                          <a:stretch>
                            <a:fillRect l="-201128" t="-654" r="-202256" b="-4640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9"/>
                          <a:stretch>
                            <a:fillRect l="-300000" t="-654" r="-101498" b="-4640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9"/>
                          <a:stretch>
                            <a:fillRect l="-400000" t="-654" r="-1498" b="-4640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6845271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6399795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0.3491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330966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0.6981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3879979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1.0472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3631451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1.3963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3047092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1.7453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802440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2.0944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711407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2.4435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7156621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2.7925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0.342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2576246"/>
                      </a:ext>
                    </a:extLst>
                  </a:tr>
                  <a:tr h="3665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3.1416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6970242"/>
                      </a:ext>
                    </a:extLst>
                  </a:tr>
                  <a:tr h="6484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9"/>
                          <a:stretch>
                            <a:fillRect l="-375" t="-713208" r="-401124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Sum3=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5.6713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Sum2=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1.7321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338107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3" name="Group 7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son's 3/8th:}\quad I = (3\times0.3491/8)[0.+3\times 5.6713-1.7321+0.0]=2.000382&#10;\end{align*}&#10;}&#10;\end{document}" title="IguanaTex Shape Display">
            <a:extLst>
              <a:ext uri="{FF2B5EF4-FFF2-40B4-BE49-F238E27FC236}">
                <a16:creationId xmlns:a16="http://schemas.microsoft.com/office/drawing/2014/main" id="{1F5A9BBB-6647-532D-1452-FBEF82B759E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56790" y="6433782"/>
            <a:ext cx="10112190" cy="294963"/>
            <a:chOff x="4612412" y="4835369"/>
            <a:chExt cx="10112190" cy="29496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9BFBB34-E9F9-61FD-9C33-852CE7ACA37F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4612412" y="4857196"/>
              <a:ext cx="135936" cy="203524"/>
            </a:xfrm>
            <a:custGeom>
              <a:avLst/>
              <a:gdLst>
                <a:gd name="connsiteX0" fmla="*/ 122683 w 135936"/>
                <a:gd name="connsiteY0" fmla="*/ 85 h 203524"/>
                <a:gd name="connsiteX1" fmla="*/ 116325 w 135936"/>
                <a:gd name="connsiteY1" fmla="*/ 85 h 203524"/>
                <a:gd name="connsiteX2" fmla="*/ 106637 w 135936"/>
                <a:gd name="connsiteY2" fmla="*/ 10113 h 203524"/>
                <a:gd name="connsiteX3" fmla="*/ 93316 w 135936"/>
                <a:gd name="connsiteY3" fmla="*/ 6574 h 203524"/>
                <a:gd name="connsiteX4" fmla="*/ 61224 w 135936"/>
                <a:gd name="connsiteY4" fmla="*/ 85 h 203524"/>
                <a:gd name="connsiteX5" fmla="*/ 24893 w 135936"/>
                <a:gd name="connsiteY5" fmla="*/ 13653 h 203524"/>
                <a:gd name="connsiteX6" fmla="*/ 8847 w 135936"/>
                <a:gd name="connsiteY6" fmla="*/ 50523 h 203524"/>
                <a:gd name="connsiteX7" fmla="*/ 56077 w 135936"/>
                <a:gd name="connsiteY7" fmla="*/ 108041 h 203524"/>
                <a:gd name="connsiteX8" fmla="*/ 101188 w 135936"/>
                <a:gd name="connsiteY8" fmla="*/ 142552 h 203524"/>
                <a:gd name="connsiteX9" fmla="*/ 105426 w 135936"/>
                <a:gd name="connsiteY9" fmla="*/ 159660 h 203524"/>
                <a:gd name="connsiteX10" fmla="*/ 68187 w 135936"/>
                <a:gd name="connsiteY10" fmla="*/ 192991 h 203524"/>
                <a:gd name="connsiteX11" fmla="*/ 7031 w 135936"/>
                <a:gd name="connsiteY11" fmla="*/ 140782 h 203524"/>
                <a:gd name="connsiteX12" fmla="*/ 68 w 135936"/>
                <a:gd name="connsiteY12" fmla="*/ 140782 h 203524"/>
                <a:gd name="connsiteX13" fmla="*/ 9150 w 135936"/>
                <a:gd name="connsiteY13" fmla="*/ 203315 h 203524"/>
                <a:gd name="connsiteX14" fmla="*/ 15811 w 135936"/>
                <a:gd name="connsiteY14" fmla="*/ 203315 h 203524"/>
                <a:gd name="connsiteX15" fmla="*/ 24288 w 135936"/>
                <a:gd name="connsiteY15" fmla="*/ 193581 h 203524"/>
                <a:gd name="connsiteX16" fmla="*/ 38517 w 135936"/>
                <a:gd name="connsiteY16" fmla="*/ 196825 h 203524"/>
                <a:gd name="connsiteX17" fmla="*/ 74242 w 135936"/>
                <a:gd name="connsiteY17" fmla="*/ 203610 h 203524"/>
                <a:gd name="connsiteX18" fmla="*/ 136004 w 135936"/>
                <a:gd name="connsiteY18" fmla="*/ 149926 h 203524"/>
                <a:gd name="connsiteX19" fmla="*/ 79389 w 135936"/>
                <a:gd name="connsiteY19" fmla="*/ 85624 h 203524"/>
                <a:gd name="connsiteX20" fmla="*/ 34884 w 135936"/>
                <a:gd name="connsiteY20" fmla="*/ 39610 h 203524"/>
                <a:gd name="connsiteX21" fmla="*/ 66371 w 135936"/>
                <a:gd name="connsiteY21" fmla="*/ 12178 h 203524"/>
                <a:gd name="connsiteX22" fmla="*/ 103307 w 135936"/>
                <a:gd name="connsiteY22" fmla="*/ 28401 h 203524"/>
                <a:gd name="connsiteX23" fmla="*/ 121775 w 135936"/>
                <a:gd name="connsiteY23" fmla="*/ 62912 h 203524"/>
                <a:gd name="connsiteX24" fmla="*/ 129344 w 135936"/>
                <a:gd name="connsiteY24" fmla="*/ 62912 h 203524"/>
                <a:gd name="connsiteX25" fmla="*/ 122683 w 135936"/>
                <a:gd name="connsiteY25" fmla="*/ 85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936" h="203524">
                  <a:moveTo>
                    <a:pt x="122683" y="85"/>
                  </a:moveTo>
                  <a:lnTo>
                    <a:pt x="116325" y="85"/>
                  </a:lnTo>
                  <a:cubicBezTo>
                    <a:pt x="115114" y="6869"/>
                    <a:pt x="111784" y="10113"/>
                    <a:pt x="106637" y="10113"/>
                  </a:cubicBezTo>
                  <a:cubicBezTo>
                    <a:pt x="103610" y="10113"/>
                    <a:pt x="98463" y="8934"/>
                    <a:pt x="93316" y="6574"/>
                  </a:cubicBezTo>
                  <a:cubicBezTo>
                    <a:pt x="82114" y="2444"/>
                    <a:pt x="70912" y="85"/>
                    <a:pt x="61224" y="85"/>
                  </a:cubicBezTo>
                  <a:cubicBezTo>
                    <a:pt x="48205" y="85"/>
                    <a:pt x="34884" y="5099"/>
                    <a:pt x="24893" y="13653"/>
                  </a:cubicBezTo>
                  <a:cubicBezTo>
                    <a:pt x="14297" y="22797"/>
                    <a:pt x="8847" y="35185"/>
                    <a:pt x="8847" y="50523"/>
                  </a:cubicBezTo>
                  <a:cubicBezTo>
                    <a:pt x="8847" y="74121"/>
                    <a:pt x="22169" y="90639"/>
                    <a:pt x="56077" y="108041"/>
                  </a:cubicBezTo>
                  <a:cubicBezTo>
                    <a:pt x="77875" y="119250"/>
                    <a:pt x="93619" y="131344"/>
                    <a:pt x="101188" y="142552"/>
                  </a:cubicBezTo>
                  <a:cubicBezTo>
                    <a:pt x="103912" y="146387"/>
                    <a:pt x="105426" y="152581"/>
                    <a:pt x="105426" y="159660"/>
                  </a:cubicBezTo>
                  <a:cubicBezTo>
                    <a:pt x="105426" y="179423"/>
                    <a:pt x="90288" y="192991"/>
                    <a:pt x="68187" y="192991"/>
                  </a:cubicBezTo>
                  <a:cubicBezTo>
                    <a:pt x="41242" y="192991"/>
                    <a:pt x="22169" y="176768"/>
                    <a:pt x="7031" y="140782"/>
                  </a:cubicBezTo>
                  <a:lnTo>
                    <a:pt x="68" y="140782"/>
                  </a:lnTo>
                  <a:lnTo>
                    <a:pt x="9150" y="203315"/>
                  </a:lnTo>
                  <a:lnTo>
                    <a:pt x="15811" y="203315"/>
                  </a:lnTo>
                  <a:cubicBezTo>
                    <a:pt x="16114" y="197710"/>
                    <a:pt x="19747" y="193581"/>
                    <a:pt x="24288" y="193581"/>
                  </a:cubicBezTo>
                  <a:cubicBezTo>
                    <a:pt x="27618" y="193581"/>
                    <a:pt x="32765" y="194761"/>
                    <a:pt x="38517" y="196825"/>
                  </a:cubicBezTo>
                  <a:cubicBezTo>
                    <a:pt x="50022" y="201250"/>
                    <a:pt x="62132" y="203610"/>
                    <a:pt x="74242" y="203610"/>
                  </a:cubicBezTo>
                  <a:cubicBezTo>
                    <a:pt x="109059" y="203610"/>
                    <a:pt x="136004" y="180307"/>
                    <a:pt x="136004" y="149926"/>
                  </a:cubicBezTo>
                  <a:cubicBezTo>
                    <a:pt x="136004" y="125739"/>
                    <a:pt x="119353" y="106567"/>
                    <a:pt x="79389" y="85624"/>
                  </a:cubicBezTo>
                  <a:cubicBezTo>
                    <a:pt x="47600" y="68516"/>
                    <a:pt x="34884" y="55538"/>
                    <a:pt x="34884" y="39610"/>
                  </a:cubicBezTo>
                  <a:cubicBezTo>
                    <a:pt x="34884" y="23387"/>
                    <a:pt x="47600" y="12178"/>
                    <a:pt x="66371" y="12178"/>
                  </a:cubicBezTo>
                  <a:cubicBezTo>
                    <a:pt x="79995" y="12178"/>
                    <a:pt x="92710" y="17783"/>
                    <a:pt x="103307" y="28401"/>
                  </a:cubicBezTo>
                  <a:cubicBezTo>
                    <a:pt x="112692" y="37840"/>
                    <a:pt x="116931" y="45509"/>
                    <a:pt x="121775" y="62912"/>
                  </a:cubicBezTo>
                  <a:lnTo>
                    <a:pt x="129344" y="62912"/>
                  </a:lnTo>
                  <a:lnTo>
                    <a:pt x="122683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A0902C-BEC3-8B2F-4331-5E7BC58DAE9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4773501" y="4855131"/>
              <a:ext cx="71752" cy="201460"/>
            </a:xfrm>
            <a:custGeom>
              <a:avLst/>
              <a:gdLst>
                <a:gd name="connsiteX0" fmla="*/ 48211 w 71752"/>
                <a:gd name="connsiteY0" fmla="*/ 65862 h 201460"/>
                <a:gd name="connsiteX1" fmla="*/ 1284 w 71752"/>
                <a:gd name="connsiteY1" fmla="*/ 82085 h 201460"/>
                <a:gd name="connsiteX2" fmla="*/ 1284 w 71752"/>
                <a:gd name="connsiteY2" fmla="*/ 86509 h 201460"/>
                <a:gd name="connsiteX3" fmla="*/ 3706 w 71752"/>
                <a:gd name="connsiteY3" fmla="*/ 86214 h 201460"/>
                <a:gd name="connsiteX4" fmla="*/ 14000 w 71752"/>
                <a:gd name="connsiteY4" fmla="*/ 85329 h 201460"/>
                <a:gd name="connsiteX5" fmla="*/ 23991 w 71752"/>
                <a:gd name="connsiteY5" fmla="*/ 103027 h 201460"/>
                <a:gd name="connsiteX6" fmla="*/ 23991 w 71752"/>
                <a:gd name="connsiteY6" fmla="*/ 171459 h 201460"/>
                <a:gd name="connsiteX7" fmla="*/ 73 w 71752"/>
                <a:gd name="connsiteY7" fmla="*/ 197120 h 201460"/>
                <a:gd name="connsiteX8" fmla="*/ 73 w 71752"/>
                <a:gd name="connsiteY8" fmla="*/ 201545 h 201460"/>
                <a:gd name="connsiteX9" fmla="*/ 71826 w 71752"/>
                <a:gd name="connsiteY9" fmla="*/ 201545 h 201460"/>
                <a:gd name="connsiteX10" fmla="*/ 71826 w 71752"/>
                <a:gd name="connsiteY10" fmla="*/ 197120 h 201460"/>
                <a:gd name="connsiteX11" fmla="*/ 49422 w 71752"/>
                <a:gd name="connsiteY11" fmla="*/ 171459 h 201460"/>
                <a:gd name="connsiteX12" fmla="*/ 49422 w 71752"/>
                <a:gd name="connsiteY12" fmla="*/ 66746 h 201460"/>
                <a:gd name="connsiteX13" fmla="*/ 48211 w 71752"/>
                <a:gd name="connsiteY13" fmla="*/ 65862 h 201460"/>
                <a:gd name="connsiteX14" fmla="*/ 33982 w 71752"/>
                <a:gd name="connsiteY14" fmla="*/ 85 h 201460"/>
                <a:gd name="connsiteX15" fmla="*/ 18844 w 71752"/>
                <a:gd name="connsiteY15" fmla="*/ 15128 h 201460"/>
                <a:gd name="connsiteX16" fmla="*/ 33982 w 71752"/>
                <a:gd name="connsiteY16" fmla="*/ 30171 h 201460"/>
                <a:gd name="connsiteX17" fmla="*/ 49725 w 71752"/>
                <a:gd name="connsiteY17" fmla="*/ 15128 h 201460"/>
                <a:gd name="connsiteX18" fmla="*/ 33982 w 71752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52" h="201460">
                  <a:moveTo>
                    <a:pt x="48211" y="65862"/>
                  </a:moveTo>
                  <a:lnTo>
                    <a:pt x="1284" y="82085"/>
                  </a:lnTo>
                  <a:lnTo>
                    <a:pt x="1284" y="86509"/>
                  </a:lnTo>
                  <a:lnTo>
                    <a:pt x="3706" y="86214"/>
                  </a:lnTo>
                  <a:cubicBezTo>
                    <a:pt x="7339" y="85624"/>
                    <a:pt x="11275" y="85329"/>
                    <a:pt x="14000" y="85329"/>
                  </a:cubicBezTo>
                  <a:cubicBezTo>
                    <a:pt x="21266" y="85329"/>
                    <a:pt x="23991" y="90049"/>
                    <a:pt x="23991" y="103027"/>
                  </a:cubicBezTo>
                  <a:lnTo>
                    <a:pt x="23991" y="171459"/>
                  </a:lnTo>
                  <a:cubicBezTo>
                    <a:pt x="23991" y="192696"/>
                    <a:pt x="20963" y="195941"/>
                    <a:pt x="73" y="197120"/>
                  </a:cubicBezTo>
                  <a:lnTo>
                    <a:pt x="73" y="201545"/>
                  </a:lnTo>
                  <a:lnTo>
                    <a:pt x="71826" y="201545"/>
                  </a:lnTo>
                  <a:lnTo>
                    <a:pt x="71826" y="197120"/>
                  </a:lnTo>
                  <a:cubicBezTo>
                    <a:pt x="51844" y="195646"/>
                    <a:pt x="49422" y="192696"/>
                    <a:pt x="49422" y="171459"/>
                  </a:cubicBezTo>
                  <a:lnTo>
                    <a:pt x="49422" y="66746"/>
                  </a:lnTo>
                  <a:lnTo>
                    <a:pt x="48211" y="65862"/>
                  </a:lnTo>
                  <a:close/>
                  <a:moveTo>
                    <a:pt x="33982" y="85"/>
                  </a:moveTo>
                  <a:cubicBezTo>
                    <a:pt x="25807" y="85"/>
                    <a:pt x="18844" y="6869"/>
                    <a:pt x="18844" y="15128"/>
                  </a:cubicBezTo>
                  <a:cubicBezTo>
                    <a:pt x="18844" y="23387"/>
                    <a:pt x="25504" y="30171"/>
                    <a:pt x="33982" y="30171"/>
                  </a:cubicBezTo>
                  <a:cubicBezTo>
                    <a:pt x="42761" y="30171"/>
                    <a:pt x="49725" y="23682"/>
                    <a:pt x="49725" y="15128"/>
                  </a:cubicBezTo>
                  <a:cubicBezTo>
                    <a:pt x="49725" y="6869"/>
                    <a:pt x="42761" y="85"/>
                    <a:pt x="33982" y="85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073BCF7-CFA2-8B84-83B5-7E8A7F931E5E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857980" y="4920908"/>
              <a:ext cx="229790" cy="135683"/>
            </a:xfrm>
            <a:custGeom>
              <a:avLst/>
              <a:gdLst>
                <a:gd name="connsiteX0" fmla="*/ 984 w 229790"/>
                <a:gd name="connsiteY0" fmla="*/ 18372 h 135683"/>
                <a:gd name="connsiteX1" fmla="*/ 10672 w 229790"/>
                <a:gd name="connsiteY1" fmla="*/ 17193 h 135683"/>
                <a:gd name="connsiteX2" fmla="*/ 21269 w 229790"/>
                <a:gd name="connsiteY2" fmla="*/ 36070 h 135683"/>
                <a:gd name="connsiteX3" fmla="*/ 21269 w 229790"/>
                <a:gd name="connsiteY3" fmla="*/ 110696 h 135683"/>
                <a:gd name="connsiteX4" fmla="*/ 76 w 229790"/>
                <a:gd name="connsiteY4" fmla="*/ 131344 h 135683"/>
                <a:gd name="connsiteX5" fmla="*/ 76 w 229790"/>
                <a:gd name="connsiteY5" fmla="*/ 135768 h 135683"/>
                <a:gd name="connsiteX6" fmla="*/ 67287 w 229790"/>
                <a:gd name="connsiteY6" fmla="*/ 135768 h 135683"/>
                <a:gd name="connsiteX7" fmla="*/ 67287 w 229790"/>
                <a:gd name="connsiteY7" fmla="*/ 131344 h 135683"/>
                <a:gd name="connsiteX8" fmla="*/ 46700 w 229790"/>
                <a:gd name="connsiteY8" fmla="*/ 116005 h 135683"/>
                <a:gd name="connsiteX9" fmla="*/ 46700 w 229790"/>
                <a:gd name="connsiteY9" fmla="*/ 32826 h 135683"/>
                <a:gd name="connsiteX10" fmla="*/ 51241 w 229790"/>
                <a:gd name="connsiteY10" fmla="*/ 27221 h 135683"/>
                <a:gd name="connsiteX11" fmla="*/ 82425 w 229790"/>
                <a:gd name="connsiteY11" fmla="*/ 15423 h 135683"/>
                <a:gd name="connsiteX12" fmla="*/ 102407 w 229790"/>
                <a:gd name="connsiteY12" fmla="*/ 46394 h 135683"/>
                <a:gd name="connsiteX13" fmla="*/ 102407 w 229790"/>
                <a:gd name="connsiteY13" fmla="*/ 110401 h 135683"/>
                <a:gd name="connsiteX14" fmla="*/ 81820 w 229790"/>
                <a:gd name="connsiteY14" fmla="*/ 131344 h 135683"/>
                <a:gd name="connsiteX15" fmla="*/ 81820 w 229790"/>
                <a:gd name="connsiteY15" fmla="*/ 135768 h 135683"/>
                <a:gd name="connsiteX16" fmla="*/ 149637 w 229790"/>
                <a:gd name="connsiteY16" fmla="*/ 135768 h 135683"/>
                <a:gd name="connsiteX17" fmla="*/ 149637 w 229790"/>
                <a:gd name="connsiteY17" fmla="*/ 131344 h 135683"/>
                <a:gd name="connsiteX18" fmla="*/ 127838 w 229790"/>
                <a:gd name="connsiteY18" fmla="*/ 107746 h 135683"/>
                <a:gd name="connsiteX19" fmla="*/ 127838 w 229790"/>
                <a:gd name="connsiteY19" fmla="*/ 33416 h 135683"/>
                <a:gd name="connsiteX20" fmla="*/ 160839 w 229790"/>
                <a:gd name="connsiteY20" fmla="*/ 15423 h 135683"/>
                <a:gd name="connsiteX21" fmla="*/ 183545 w 229790"/>
                <a:gd name="connsiteY21" fmla="*/ 47869 h 135683"/>
                <a:gd name="connsiteX22" fmla="*/ 183545 w 229790"/>
                <a:gd name="connsiteY22" fmla="*/ 110106 h 135683"/>
                <a:gd name="connsiteX23" fmla="*/ 163563 w 229790"/>
                <a:gd name="connsiteY23" fmla="*/ 131344 h 135683"/>
                <a:gd name="connsiteX24" fmla="*/ 163563 w 229790"/>
                <a:gd name="connsiteY24" fmla="*/ 135768 h 135683"/>
                <a:gd name="connsiteX25" fmla="*/ 229867 w 229790"/>
                <a:gd name="connsiteY25" fmla="*/ 135768 h 135683"/>
                <a:gd name="connsiteX26" fmla="*/ 229867 w 229790"/>
                <a:gd name="connsiteY26" fmla="*/ 131344 h 135683"/>
                <a:gd name="connsiteX27" fmla="*/ 221995 w 229790"/>
                <a:gd name="connsiteY27" fmla="*/ 130754 h 135683"/>
                <a:gd name="connsiteX28" fmla="*/ 208977 w 229790"/>
                <a:gd name="connsiteY28" fmla="*/ 113351 h 135683"/>
                <a:gd name="connsiteX29" fmla="*/ 208977 w 229790"/>
                <a:gd name="connsiteY29" fmla="*/ 52588 h 135683"/>
                <a:gd name="connsiteX30" fmla="*/ 173857 w 229790"/>
                <a:gd name="connsiteY30" fmla="*/ 85 h 135683"/>
                <a:gd name="connsiteX31" fmla="*/ 124508 w 229790"/>
                <a:gd name="connsiteY31" fmla="*/ 24862 h 135683"/>
                <a:gd name="connsiteX32" fmla="*/ 92416 w 229790"/>
                <a:gd name="connsiteY32" fmla="*/ 85 h 135683"/>
                <a:gd name="connsiteX33" fmla="*/ 45489 w 229790"/>
                <a:gd name="connsiteY33" fmla="*/ 22797 h 135683"/>
                <a:gd name="connsiteX34" fmla="*/ 45489 w 229790"/>
                <a:gd name="connsiteY34" fmla="*/ 675 h 135683"/>
                <a:gd name="connsiteX35" fmla="*/ 43370 w 229790"/>
                <a:gd name="connsiteY35" fmla="*/ 85 h 135683"/>
                <a:gd name="connsiteX36" fmla="*/ 984 w 229790"/>
                <a:gd name="connsiteY36" fmla="*/ 13358 h 135683"/>
                <a:gd name="connsiteX37" fmla="*/ 984 w 229790"/>
                <a:gd name="connsiteY37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790" h="135683">
                  <a:moveTo>
                    <a:pt x="984" y="18372"/>
                  </a:moveTo>
                  <a:cubicBezTo>
                    <a:pt x="4920" y="17488"/>
                    <a:pt x="7342" y="17193"/>
                    <a:pt x="10672" y="17193"/>
                  </a:cubicBezTo>
                  <a:cubicBezTo>
                    <a:pt x="18544" y="17193"/>
                    <a:pt x="21269" y="21912"/>
                    <a:pt x="21269" y="36070"/>
                  </a:cubicBezTo>
                  <a:lnTo>
                    <a:pt x="21269" y="110696"/>
                  </a:lnTo>
                  <a:cubicBezTo>
                    <a:pt x="21269" y="126624"/>
                    <a:pt x="17030" y="131049"/>
                    <a:pt x="76" y="131344"/>
                  </a:cubicBezTo>
                  <a:lnTo>
                    <a:pt x="76" y="135768"/>
                  </a:lnTo>
                  <a:lnTo>
                    <a:pt x="67287" y="135768"/>
                  </a:lnTo>
                  <a:lnTo>
                    <a:pt x="67287" y="131344"/>
                  </a:lnTo>
                  <a:cubicBezTo>
                    <a:pt x="51241" y="130754"/>
                    <a:pt x="46700" y="127509"/>
                    <a:pt x="46700" y="116005"/>
                  </a:cubicBezTo>
                  <a:lnTo>
                    <a:pt x="46700" y="32826"/>
                  </a:lnTo>
                  <a:cubicBezTo>
                    <a:pt x="46700" y="32236"/>
                    <a:pt x="49122" y="29286"/>
                    <a:pt x="51241" y="27221"/>
                  </a:cubicBezTo>
                  <a:cubicBezTo>
                    <a:pt x="58810" y="20437"/>
                    <a:pt x="71829" y="15423"/>
                    <a:pt x="82425" y="15423"/>
                  </a:cubicBezTo>
                  <a:cubicBezTo>
                    <a:pt x="95746" y="15423"/>
                    <a:pt x="102407" y="25746"/>
                    <a:pt x="102407" y="46394"/>
                  </a:cubicBezTo>
                  <a:lnTo>
                    <a:pt x="102407" y="110401"/>
                  </a:lnTo>
                  <a:cubicBezTo>
                    <a:pt x="102407" y="126919"/>
                    <a:pt x="99077" y="130164"/>
                    <a:pt x="81820" y="131344"/>
                  </a:cubicBezTo>
                  <a:lnTo>
                    <a:pt x="81820" y="135768"/>
                  </a:lnTo>
                  <a:lnTo>
                    <a:pt x="149637" y="135768"/>
                  </a:lnTo>
                  <a:lnTo>
                    <a:pt x="149637" y="131344"/>
                  </a:lnTo>
                  <a:cubicBezTo>
                    <a:pt x="132380" y="131049"/>
                    <a:pt x="127838" y="126034"/>
                    <a:pt x="127838" y="107746"/>
                  </a:cubicBezTo>
                  <a:lnTo>
                    <a:pt x="127838" y="33416"/>
                  </a:lnTo>
                  <a:cubicBezTo>
                    <a:pt x="136921" y="20732"/>
                    <a:pt x="146912" y="15423"/>
                    <a:pt x="160839" y="15423"/>
                  </a:cubicBezTo>
                  <a:cubicBezTo>
                    <a:pt x="178096" y="15423"/>
                    <a:pt x="183545" y="23387"/>
                    <a:pt x="183545" y="47869"/>
                  </a:cubicBezTo>
                  <a:lnTo>
                    <a:pt x="183545" y="110106"/>
                  </a:lnTo>
                  <a:cubicBezTo>
                    <a:pt x="183545" y="126919"/>
                    <a:pt x="181123" y="129279"/>
                    <a:pt x="163563" y="131344"/>
                  </a:cubicBezTo>
                  <a:lnTo>
                    <a:pt x="163563" y="135768"/>
                  </a:lnTo>
                  <a:lnTo>
                    <a:pt x="229867" y="135768"/>
                  </a:lnTo>
                  <a:lnTo>
                    <a:pt x="229867" y="131344"/>
                  </a:lnTo>
                  <a:lnTo>
                    <a:pt x="221995" y="130754"/>
                  </a:lnTo>
                  <a:cubicBezTo>
                    <a:pt x="212912" y="130164"/>
                    <a:pt x="208977" y="124854"/>
                    <a:pt x="208977" y="113351"/>
                  </a:cubicBezTo>
                  <a:lnTo>
                    <a:pt x="208977" y="52588"/>
                  </a:lnTo>
                  <a:cubicBezTo>
                    <a:pt x="208977" y="17782"/>
                    <a:pt x="197169" y="85"/>
                    <a:pt x="173857" y="85"/>
                  </a:cubicBezTo>
                  <a:cubicBezTo>
                    <a:pt x="156297" y="85"/>
                    <a:pt x="140857" y="7754"/>
                    <a:pt x="124508" y="24862"/>
                  </a:cubicBezTo>
                  <a:cubicBezTo>
                    <a:pt x="119058" y="8049"/>
                    <a:pt x="108765" y="85"/>
                    <a:pt x="92416" y="85"/>
                  </a:cubicBezTo>
                  <a:cubicBezTo>
                    <a:pt x="79095" y="85"/>
                    <a:pt x="70618" y="4214"/>
                    <a:pt x="45489" y="22797"/>
                  </a:cubicBezTo>
                  <a:lnTo>
                    <a:pt x="45489" y="675"/>
                  </a:lnTo>
                  <a:lnTo>
                    <a:pt x="43370" y="85"/>
                  </a:lnTo>
                  <a:cubicBezTo>
                    <a:pt x="27929" y="5689"/>
                    <a:pt x="17636" y="8934"/>
                    <a:pt x="984" y="13358"/>
                  </a:cubicBezTo>
                  <a:lnTo>
                    <a:pt x="984" y="1837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A52851-6218-92AE-A02D-616451CD8750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091073" y="4920908"/>
              <a:ext cx="140780" cy="199690"/>
            </a:xfrm>
            <a:custGeom>
              <a:avLst/>
              <a:gdLst>
                <a:gd name="connsiteX0" fmla="*/ 1295 w 140780"/>
                <a:gd name="connsiteY0" fmla="*/ 19847 h 199690"/>
                <a:gd name="connsiteX1" fmla="*/ 8863 w 140780"/>
                <a:gd name="connsiteY1" fmla="*/ 19552 h 199690"/>
                <a:gd name="connsiteX2" fmla="*/ 21276 w 140780"/>
                <a:gd name="connsiteY2" fmla="*/ 36365 h 199690"/>
                <a:gd name="connsiteX3" fmla="*/ 21276 w 140780"/>
                <a:gd name="connsiteY3" fmla="*/ 174408 h 199690"/>
                <a:gd name="connsiteX4" fmla="*/ 84 w 140780"/>
                <a:gd name="connsiteY4" fmla="*/ 194761 h 199690"/>
                <a:gd name="connsiteX5" fmla="*/ 84 w 140780"/>
                <a:gd name="connsiteY5" fmla="*/ 199775 h 199690"/>
                <a:gd name="connsiteX6" fmla="*/ 73350 w 140780"/>
                <a:gd name="connsiteY6" fmla="*/ 199775 h 199690"/>
                <a:gd name="connsiteX7" fmla="*/ 73350 w 140780"/>
                <a:gd name="connsiteY7" fmla="*/ 194466 h 199690"/>
                <a:gd name="connsiteX8" fmla="*/ 46708 w 140780"/>
                <a:gd name="connsiteY8" fmla="*/ 172343 h 199690"/>
                <a:gd name="connsiteX9" fmla="*/ 46708 w 140780"/>
                <a:gd name="connsiteY9" fmla="*/ 126034 h 199690"/>
                <a:gd name="connsiteX10" fmla="*/ 77286 w 140780"/>
                <a:gd name="connsiteY10" fmla="*/ 138718 h 199690"/>
                <a:gd name="connsiteX11" fmla="*/ 140864 w 140780"/>
                <a:gd name="connsiteY11" fmla="*/ 62912 h 199690"/>
                <a:gd name="connsiteX12" fmla="*/ 90304 w 140780"/>
                <a:gd name="connsiteY12" fmla="*/ 85 h 199690"/>
                <a:gd name="connsiteX13" fmla="*/ 46708 w 140780"/>
                <a:gd name="connsiteY13" fmla="*/ 23387 h 199690"/>
                <a:gd name="connsiteX14" fmla="*/ 46708 w 140780"/>
                <a:gd name="connsiteY14" fmla="*/ 675 h 199690"/>
                <a:gd name="connsiteX15" fmla="*/ 44891 w 140780"/>
                <a:gd name="connsiteY15" fmla="*/ 85 h 199690"/>
                <a:gd name="connsiteX16" fmla="*/ 1295 w 140780"/>
                <a:gd name="connsiteY16" fmla="*/ 15128 h 199690"/>
                <a:gd name="connsiteX17" fmla="*/ 1295 w 140780"/>
                <a:gd name="connsiteY17" fmla="*/ 19847 h 199690"/>
                <a:gd name="connsiteX18" fmla="*/ 46708 w 140780"/>
                <a:gd name="connsiteY18" fmla="*/ 37250 h 199690"/>
                <a:gd name="connsiteX19" fmla="*/ 77589 w 140780"/>
                <a:gd name="connsiteY19" fmla="*/ 17782 h 199690"/>
                <a:gd name="connsiteX20" fmla="*/ 114828 w 140780"/>
                <a:gd name="connsiteY20" fmla="*/ 74416 h 199690"/>
                <a:gd name="connsiteX21" fmla="*/ 78194 w 140780"/>
                <a:gd name="connsiteY21" fmla="*/ 129279 h 199690"/>
                <a:gd name="connsiteX22" fmla="*/ 46708 w 140780"/>
                <a:gd name="connsiteY22" fmla="*/ 109811 h 199690"/>
                <a:gd name="connsiteX23" fmla="*/ 46708 w 140780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80" h="199690">
                  <a:moveTo>
                    <a:pt x="1295" y="19847"/>
                  </a:moveTo>
                  <a:cubicBezTo>
                    <a:pt x="4019" y="19552"/>
                    <a:pt x="6139" y="19552"/>
                    <a:pt x="8863" y="19552"/>
                  </a:cubicBezTo>
                  <a:cubicBezTo>
                    <a:pt x="19157" y="19552"/>
                    <a:pt x="21276" y="22502"/>
                    <a:pt x="21276" y="36365"/>
                  </a:cubicBezTo>
                  <a:lnTo>
                    <a:pt x="21276" y="174408"/>
                  </a:lnTo>
                  <a:cubicBezTo>
                    <a:pt x="21276" y="189746"/>
                    <a:pt x="17946" y="192991"/>
                    <a:pt x="84" y="194761"/>
                  </a:cubicBezTo>
                  <a:lnTo>
                    <a:pt x="84" y="199775"/>
                  </a:lnTo>
                  <a:lnTo>
                    <a:pt x="73350" y="199775"/>
                  </a:lnTo>
                  <a:lnTo>
                    <a:pt x="73350" y="194466"/>
                  </a:lnTo>
                  <a:cubicBezTo>
                    <a:pt x="50644" y="194171"/>
                    <a:pt x="46708" y="190926"/>
                    <a:pt x="46708" y="172343"/>
                  </a:cubicBezTo>
                  <a:lnTo>
                    <a:pt x="46708" y="126034"/>
                  </a:lnTo>
                  <a:cubicBezTo>
                    <a:pt x="57304" y="135768"/>
                    <a:pt x="64570" y="138718"/>
                    <a:pt x="77286" y="138718"/>
                  </a:cubicBezTo>
                  <a:cubicBezTo>
                    <a:pt x="113011" y="138718"/>
                    <a:pt x="140864" y="105682"/>
                    <a:pt x="140864" y="62912"/>
                  </a:cubicBezTo>
                  <a:cubicBezTo>
                    <a:pt x="140864" y="26336"/>
                    <a:pt x="119672" y="85"/>
                    <a:pt x="90304" y="85"/>
                  </a:cubicBezTo>
                  <a:cubicBezTo>
                    <a:pt x="73350" y="85"/>
                    <a:pt x="60029" y="7459"/>
                    <a:pt x="46708" y="23387"/>
                  </a:cubicBezTo>
                  <a:lnTo>
                    <a:pt x="46708" y="675"/>
                  </a:lnTo>
                  <a:lnTo>
                    <a:pt x="44891" y="85"/>
                  </a:lnTo>
                  <a:cubicBezTo>
                    <a:pt x="28543" y="6279"/>
                    <a:pt x="17946" y="10113"/>
                    <a:pt x="1295" y="15128"/>
                  </a:cubicBezTo>
                  <a:lnTo>
                    <a:pt x="1295" y="19847"/>
                  </a:lnTo>
                  <a:close/>
                  <a:moveTo>
                    <a:pt x="46708" y="37250"/>
                  </a:moveTo>
                  <a:cubicBezTo>
                    <a:pt x="46708" y="28401"/>
                    <a:pt x="63662" y="17782"/>
                    <a:pt x="77589" y="17782"/>
                  </a:cubicBezTo>
                  <a:cubicBezTo>
                    <a:pt x="99993" y="17782"/>
                    <a:pt x="114828" y="40200"/>
                    <a:pt x="114828" y="74416"/>
                  </a:cubicBezTo>
                  <a:cubicBezTo>
                    <a:pt x="114828" y="107156"/>
                    <a:pt x="99993" y="129279"/>
                    <a:pt x="78194" y="129279"/>
                  </a:cubicBezTo>
                  <a:cubicBezTo>
                    <a:pt x="63965" y="129279"/>
                    <a:pt x="46708" y="118660"/>
                    <a:pt x="46708" y="109811"/>
                  </a:cubicBezTo>
                  <a:lnTo>
                    <a:pt x="46708" y="3725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87B1D7-37BA-25EA-01F5-90E6971C18CF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5256945" y="4921203"/>
              <a:ext cx="89918" cy="138337"/>
            </a:xfrm>
            <a:custGeom>
              <a:avLst/>
              <a:gdLst>
                <a:gd name="connsiteX0" fmla="*/ 80016 w 89918"/>
                <a:gd name="connsiteY0" fmla="*/ 42854 h 138337"/>
                <a:gd name="connsiteX1" fmla="*/ 78805 w 89918"/>
                <a:gd name="connsiteY1" fmla="*/ 2739 h 138337"/>
                <a:gd name="connsiteX2" fmla="*/ 75474 w 89918"/>
                <a:gd name="connsiteY2" fmla="*/ 2739 h 138337"/>
                <a:gd name="connsiteX3" fmla="*/ 74869 w 89918"/>
                <a:gd name="connsiteY3" fmla="*/ 3329 h 138337"/>
                <a:gd name="connsiteX4" fmla="*/ 70630 w 89918"/>
                <a:gd name="connsiteY4" fmla="*/ 5689 h 138337"/>
                <a:gd name="connsiteX5" fmla="*/ 62456 w 89918"/>
                <a:gd name="connsiteY5" fmla="*/ 3624 h 138337"/>
                <a:gd name="connsiteX6" fmla="*/ 41263 w 89918"/>
                <a:gd name="connsiteY6" fmla="*/ 85 h 138337"/>
                <a:gd name="connsiteX7" fmla="*/ 89 w 89918"/>
                <a:gd name="connsiteY7" fmla="*/ 36365 h 138337"/>
                <a:gd name="connsiteX8" fmla="*/ 35511 w 89918"/>
                <a:gd name="connsiteY8" fmla="*/ 78840 h 138337"/>
                <a:gd name="connsiteX9" fmla="*/ 53071 w 89918"/>
                <a:gd name="connsiteY9" fmla="*/ 88574 h 138337"/>
                <a:gd name="connsiteX10" fmla="*/ 68814 w 89918"/>
                <a:gd name="connsiteY10" fmla="*/ 110696 h 138337"/>
                <a:gd name="connsiteX11" fmla="*/ 43685 w 89918"/>
                <a:gd name="connsiteY11" fmla="*/ 131933 h 138337"/>
                <a:gd name="connsiteX12" fmla="*/ 18254 w 89918"/>
                <a:gd name="connsiteY12" fmla="*/ 121610 h 138337"/>
                <a:gd name="connsiteX13" fmla="*/ 5235 w 89918"/>
                <a:gd name="connsiteY13" fmla="*/ 90639 h 138337"/>
                <a:gd name="connsiteX14" fmla="*/ 391 w 89918"/>
                <a:gd name="connsiteY14" fmla="*/ 90639 h 138337"/>
                <a:gd name="connsiteX15" fmla="*/ 391 w 89918"/>
                <a:gd name="connsiteY15" fmla="*/ 136653 h 138337"/>
                <a:gd name="connsiteX16" fmla="*/ 4327 w 89918"/>
                <a:gd name="connsiteY16" fmla="*/ 136653 h 138337"/>
                <a:gd name="connsiteX17" fmla="*/ 11290 w 89918"/>
                <a:gd name="connsiteY17" fmla="*/ 133113 h 138337"/>
                <a:gd name="connsiteX18" fmla="*/ 25217 w 89918"/>
                <a:gd name="connsiteY18" fmla="*/ 135473 h 138337"/>
                <a:gd name="connsiteX19" fmla="*/ 47318 w 89918"/>
                <a:gd name="connsiteY19" fmla="*/ 138423 h 138337"/>
                <a:gd name="connsiteX20" fmla="*/ 90007 w 89918"/>
                <a:gd name="connsiteY20" fmla="*/ 100667 h 138337"/>
                <a:gd name="connsiteX21" fmla="*/ 64575 w 89918"/>
                <a:gd name="connsiteY21" fmla="*/ 65567 h 138337"/>
                <a:gd name="connsiteX22" fmla="*/ 31878 w 89918"/>
                <a:gd name="connsiteY22" fmla="*/ 46689 h 138337"/>
                <a:gd name="connsiteX23" fmla="*/ 18859 w 89918"/>
                <a:gd name="connsiteY23" fmla="*/ 26631 h 138337"/>
                <a:gd name="connsiteX24" fmla="*/ 42171 w 89918"/>
                <a:gd name="connsiteY24" fmla="*/ 6574 h 138337"/>
                <a:gd name="connsiteX25" fmla="*/ 75474 w 89918"/>
                <a:gd name="connsiteY25" fmla="*/ 42854 h 138337"/>
                <a:gd name="connsiteX26" fmla="*/ 80016 w 89918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18" h="138337">
                  <a:moveTo>
                    <a:pt x="80016" y="42854"/>
                  </a:moveTo>
                  <a:lnTo>
                    <a:pt x="78805" y="2739"/>
                  </a:lnTo>
                  <a:lnTo>
                    <a:pt x="75474" y="2739"/>
                  </a:lnTo>
                  <a:lnTo>
                    <a:pt x="74869" y="3329"/>
                  </a:lnTo>
                  <a:cubicBezTo>
                    <a:pt x="72144" y="5394"/>
                    <a:pt x="71841" y="5689"/>
                    <a:pt x="70630" y="5689"/>
                  </a:cubicBezTo>
                  <a:cubicBezTo>
                    <a:pt x="68814" y="5689"/>
                    <a:pt x="65786" y="5099"/>
                    <a:pt x="62456" y="3624"/>
                  </a:cubicBezTo>
                  <a:cubicBezTo>
                    <a:pt x="55795" y="1265"/>
                    <a:pt x="49135" y="85"/>
                    <a:pt x="41263" y="85"/>
                  </a:cubicBezTo>
                  <a:cubicBezTo>
                    <a:pt x="17346" y="85"/>
                    <a:pt x="89" y="15128"/>
                    <a:pt x="89" y="36365"/>
                  </a:cubicBezTo>
                  <a:cubicBezTo>
                    <a:pt x="89" y="52883"/>
                    <a:pt x="9777" y="64682"/>
                    <a:pt x="35511" y="78840"/>
                  </a:cubicBezTo>
                  <a:lnTo>
                    <a:pt x="53071" y="88574"/>
                  </a:lnTo>
                  <a:cubicBezTo>
                    <a:pt x="63667" y="94473"/>
                    <a:pt x="68814" y="101552"/>
                    <a:pt x="68814" y="110696"/>
                  </a:cubicBezTo>
                  <a:cubicBezTo>
                    <a:pt x="68814" y="123674"/>
                    <a:pt x="59126" y="131933"/>
                    <a:pt x="43685" y="131933"/>
                  </a:cubicBezTo>
                  <a:cubicBezTo>
                    <a:pt x="33392" y="131933"/>
                    <a:pt x="24006" y="128099"/>
                    <a:pt x="18254" y="121610"/>
                  </a:cubicBezTo>
                  <a:cubicBezTo>
                    <a:pt x="11896" y="114236"/>
                    <a:pt x="9171" y="107451"/>
                    <a:pt x="5235" y="90639"/>
                  </a:cubicBezTo>
                  <a:lnTo>
                    <a:pt x="391" y="90639"/>
                  </a:lnTo>
                  <a:lnTo>
                    <a:pt x="391" y="136653"/>
                  </a:lnTo>
                  <a:lnTo>
                    <a:pt x="4327" y="136653"/>
                  </a:lnTo>
                  <a:cubicBezTo>
                    <a:pt x="6446" y="133703"/>
                    <a:pt x="7657" y="133113"/>
                    <a:pt x="11290" y="133113"/>
                  </a:cubicBezTo>
                  <a:cubicBezTo>
                    <a:pt x="14015" y="133113"/>
                    <a:pt x="18254" y="133703"/>
                    <a:pt x="25217" y="135473"/>
                  </a:cubicBezTo>
                  <a:cubicBezTo>
                    <a:pt x="33694" y="137243"/>
                    <a:pt x="41869" y="138423"/>
                    <a:pt x="47318" y="138423"/>
                  </a:cubicBezTo>
                  <a:cubicBezTo>
                    <a:pt x="70630" y="138423"/>
                    <a:pt x="90007" y="121315"/>
                    <a:pt x="90007" y="100667"/>
                  </a:cubicBezTo>
                  <a:cubicBezTo>
                    <a:pt x="90007" y="85919"/>
                    <a:pt x="82741" y="76185"/>
                    <a:pt x="64575" y="65567"/>
                  </a:cubicBezTo>
                  <a:lnTo>
                    <a:pt x="31878" y="46689"/>
                  </a:lnTo>
                  <a:cubicBezTo>
                    <a:pt x="23401" y="41970"/>
                    <a:pt x="18859" y="34595"/>
                    <a:pt x="18859" y="26631"/>
                  </a:cubicBezTo>
                  <a:cubicBezTo>
                    <a:pt x="18859" y="14833"/>
                    <a:pt x="28245" y="6574"/>
                    <a:pt x="42171" y="6574"/>
                  </a:cubicBezTo>
                  <a:cubicBezTo>
                    <a:pt x="59428" y="6574"/>
                    <a:pt x="68511" y="16603"/>
                    <a:pt x="75474" y="42854"/>
                  </a:cubicBezTo>
                  <a:lnTo>
                    <a:pt x="80016" y="42854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D189F6-D698-9988-1E55-2AFAD741978B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5368494" y="4920908"/>
              <a:ext cx="133514" cy="138632"/>
            </a:xfrm>
            <a:custGeom>
              <a:avLst/>
              <a:gdLst>
                <a:gd name="connsiteX0" fmla="*/ 67001 w 133514"/>
                <a:gd name="connsiteY0" fmla="*/ 85 h 138632"/>
                <a:gd name="connsiteX1" fmla="*/ 92 w 133514"/>
                <a:gd name="connsiteY1" fmla="*/ 69106 h 138632"/>
                <a:gd name="connsiteX2" fmla="*/ 66396 w 133514"/>
                <a:gd name="connsiteY2" fmla="*/ 138718 h 138632"/>
                <a:gd name="connsiteX3" fmla="*/ 133607 w 133514"/>
                <a:gd name="connsiteY3" fmla="*/ 66746 h 138632"/>
                <a:gd name="connsiteX4" fmla="*/ 67001 w 133514"/>
                <a:gd name="connsiteY4" fmla="*/ 85 h 138632"/>
                <a:gd name="connsiteX5" fmla="*/ 63065 w 133514"/>
                <a:gd name="connsiteY5" fmla="*/ 8344 h 138632"/>
                <a:gd name="connsiteX6" fmla="*/ 106359 w 133514"/>
                <a:gd name="connsiteY6" fmla="*/ 77070 h 138632"/>
                <a:gd name="connsiteX7" fmla="*/ 70029 w 133514"/>
                <a:gd name="connsiteY7" fmla="*/ 130459 h 138632"/>
                <a:gd name="connsiteX8" fmla="*/ 40662 w 133514"/>
                <a:gd name="connsiteY8" fmla="*/ 111581 h 138632"/>
                <a:gd name="connsiteX9" fmla="*/ 27340 w 133514"/>
                <a:gd name="connsiteY9" fmla="*/ 54653 h 138632"/>
                <a:gd name="connsiteX10" fmla="*/ 63065 w 133514"/>
                <a:gd name="connsiteY10" fmla="*/ 834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14" h="138632">
                  <a:moveTo>
                    <a:pt x="67001" y="85"/>
                  </a:moveTo>
                  <a:cubicBezTo>
                    <a:pt x="27643" y="85"/>
                    <a:pt x="92" y="28401"/>
                    <a:pt x="92" y="69106"/>
                  </a:cubicBezTo>
                  <a:cubicBezTo>
                    <a:pt x="92" y="108926"/>
                    <a:pt x="28249" y="138718"/>
                    <a:pt x="66396" y="138718"/>
                  </a:cubicBezTo>
                  <a:cubicBezTo>
                    <a:pt x="104543" y="138718"/>
                    <a:pt x="133607" y="107451"/>
                    <a:pt x="133607" y="66746"/>
                  </a:cubicBezTo>
                  <a:cubicBezTo>
                    <a:pt x="133607" y="28106"/>
                    <a:pt x="105754" y="85"/>
                    <a:pt x="67001" y="85"/>
                  </a:cubicBezTo>
                  <a:close/>
                  <a:moveTo>
                    <a:pt x="63065" y="8344"/>
                  </a:moveTo>
                  <a:cubicBezTo>
                    <a:pt x="88497" y="8344"/>
                    <a:pt x="106359" y="36660"/>
                    <a:pt x="106359" y="77070"/>
                  </a:cubicBezTo>
                  <a:cubicBezTo>
                    <a:pt x="106359" y="110401"/>
                    <a:pt x="92735" y="130459"/>
                    <a:pt x="70029" y="130459"/>
                  </a:cubicBezTo>
                  <a:cubicBezTo>
                    <a:pt x="58221" y="130459"/>
                    <a:pt x="47019" y="123379"/>
                    <a:pt x="40662" y="111581"/>
                  </a:cubicBezTo>
                  <a:cubicBezTo>
                    <a:pt x="32184" y="96243"/>
                    <a:pt x="27340" y="75595"/>
                    <a:pt x="27340" y="54653"/>
                  </a:cubicBezTo>
                  <a:cubicBezTo>
                    <a:pt x="27340" y="26631"/>
                    <a:pt x="41570" y="8344"/>
                    <a:pt x="63065" y="834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56BCCD-9CD8-5566-AD41-8ECC92142834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5516503" y="4920908"/>
              <a:ext cx="141991" cy="135683"/>
            </a:xfrm>
            <a:custGeom>
              <a:avLst/>
              <a:gdLst>
                <a:gd name="connsiteX0" fmla="*/ 97 w 141991"/>
                <a:gd name="connsiteY0" fmla="*/ 18372 h 135683"/>
                <a:gd name="connsiteX1" fmla="*/ 8272 w 141991"/>
                <a:gd name="connsiteY1" fmla="*/ 17193 h 135683"/>
                <a:gd name="connsiteX2" fmla="*/ 19474 w 141991"/>
                <a:gd name="connsiteY2" fmla="*/ 36070 h 135683"/>
                <a:gd name="connsiteX3" fmla="*/ 19474 w 141991"/>
                <a:gd name="connsiteY3" fmla="*/ 109221 h 135683"/>
                <a:gd name="connsiteX4" fmla="*/ 703 w 141991"/>
                <a:gd name="connsiteY4" fmla="*/ 131344 h 135683"/>
                <a:gd name="connsiteX5" fmla="*/ 703 w 141991"/>
                <a:gd name="connsiteY5" fmla="*/ 135768 h 135683"/>
                <a:gd name="connsiteX6" fmla="*/ 64887 w 141991"/>
                <a:gd name="connsiteY6" fmla="*/ 135768 h 135683"/>
                <a:gd name="connsiteX7" fmla="*/ 64887 w 141991"/>
                <a:gd name="connsiteY7" fmla="*/ 131344 h 135683"/>
                <a:gd name="connsiteX8" fmla="*/ 44905 w 141991"/>
                <a:gd name="connsiteY8" fmla="*/ 116005 h 135683"/>
                <a:gd name="connsiteX9" fmla="*/ 44905 w 141991"/>
                <a:gd name="connsiteY9" fmla="*/ 33121 h 135683"/>
                <a:gd name="connsiteX10" fmla="*/ 76089 w 141991"/>
                <a:gd name="connsiteY10" fmla="*/ 16308 h 135683"/>
                <a:gd name="connsiteX11" fmla="*/ 98190 w 141991"/>
                <a:gd name="connsiteY11" fmla="*/ 44919 h 135683"/>
                <a:gd name="connsiteX12" fmla="*/ 98190 w 141991"/>
                <a:gd name="connsiteY12" fmla="*/ 106567 h 135683"/>
                <a:gd name="connsiteX13" fmla="*/ 79116 w 141991"/>
                <a:gd name="connsiteY13" fmla="*/ 131344 h 135683"/>
                <a:gd name="connsiteX14" fmla="*/ 79116 w 141991"/>
                <a:gd name="connsiteY14" fmla="*/ 135768 h 135683"/>
                <a:gd name="connsiteX15" fmla="*/ 142089 w 141991"/>
                <a:gd name="connsiteY15" fmla="*/ 135768 h 135683"/>
                <a:gd name="connsiteX16" fmla="*/ 142089 w 141991"/>
                <a:gd name="connsiteY16" fmla="*/ 131344 h 135683"/>
                <a:gd name="connsiteX17" fmla="*/ 123621 w 141991"/>
                <a:gd name="connsiteY17" fmla="*/ 111876 h 135683"/>
                <a:gd name="connsiteX18" fmla="*/ 123621 w 141991"/>
                <a:gd name="connsiteY18" fmla="*/ 44329 h 135683"/>
                <a:gd name="connsiteX19" fmla="*/ 87896 w 141991"/>
                <a:gd name="connsiteY19" fmla="*/ 85 h 135683"/>
                <a:gd name="connsiteX20" fmla="*/ 43997 w 141991"/>
                <a:gd name="connsiteY20" fmla="*/ 23977 h 135683"/>
                <a:gd name="connsiteX21" fmla="*/ 43997 w 141991"/>
                <a:gd name="connsiteY21" fmla="*/ 675 h 135683"/>
                <a:gd name="connsiteX22" fmla="*/ 41878 w 141991"/>
                <a:gd name="connsiteY22" fmla="*/ 85 h 135683"/>
                <a:gd name="connsiteX23" fmla="*/ 97 w 141991"/>
                <a:gd name="connsiteY23" fmla="*/ 13358 h 135683"/>
                <a:gd name="connsiteX24" fmla="*/ 97 w 141991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991" h="135683">
                  <a:moveTo>
                    <a:pt x="97" y="18372"/>
                  </a:moveTo>
                  <a:cubicBezTo>
                    <a:pt x="1914" y="17488"/>
                    <a:pt x="4941" y="17193"/>
                    <a:pt x="8272" y="17193"/>
                  </a:cubicBezTo>
                  <a:cubicBezTo>
                    <a:pt x="16749" y="17193"/>
                    <a:pt x="19474" y="21617"/>
                    <a:pt x="19474" y="36070"/>
                  </a:cubicBezTo>
                  <a:lnTo>
                    <a:pt x="19474" y="109221"/>
                  </a:lnTo>
                  <a:cubicBezTo>
                    <a:pt x="19474" y="126034"/>
                    <a:pt x="16143" y="130164"/>
                    <a:pt x="703" y="131344"/>
                  </a:cubicBezTo>
                  <a:lnTo>
                    <a:pt x="703" y="135768"/>
                  </a:lnTo>
                  <a:lnTo>
                    <a:pt x="64887" y="135768"/>
                  </a:lnTo>
                  <a:lnTo>
                    <a:pt x="64887" y="131344"/>
                  </a:lnTo>
                  <a:cubicBezTo>
                    <a:pt x="49446" y="130164"/>
                    <a:pt x="44905" y="126624"/>
                    <a:pt x="44905" y="116005"/>
                  </a:cubicBezTo>
                  <a:lnTo>
                    <a:pt x="44905" y="33121"/>
                  </a:lnTo>
                  <a:cubicBezTo>
                    <a:pt x="59437" y="19847"/>
                    <a:pt x="66098" y="16308"/>
                    <a:pt x="76089" y="16308"/>
                  </a:cubicBezTo>
                  <a:cubicBezTo>
                    <a:pt x="90924" y="16308"/>
                    <a:pt x="98190" y="25452"/>
                    <a:pt x="98190" y="44919"/>
                  </a:cubicBezTo>
                  <a:lnTo>
                    <a:pt x="98190" y="106567"/>
                  </a:lnTo>
                  <a:cubicBezTo>
                    <a:pt x="98190" y="125149"/>
                    <a:pt x="94254" y="130164"/>
                    <a:pt x="79116" y="131344"/>
                  </a:cubicBezTo>
                  <a:lnTo>
                    <a:pt x="79116" y="135768"/>
                  </a:lnTo>
                  <a:lnTo>
                    <a:pt x="142089" y="135768"/>
                  </a:lnTo>
                  <a:lnTo>
                    <a:pt x="142089" y="131344"/>
                  </a:lnTo>
                  <a:cubicBezTo>
                    <a:pt x="127254" y="129869"/>
                    <a:pt x="123621" y="126329"/>
                    <a:pt x="123621" y="111876"/>
                  </a:cubicBezTo>
                  <a:lnTo>
                    <a:pt x="123621" y="44329"/>
                  </a:lnTo>
                  <a:cubicBezTo>
                    <a:pt x="123621" y="16603"/>
                    <a:pt x="110300" y="85"/>
                    <a:pt x="87896" y="85"/>
                  </a:cubicBezTo>
                  <a:cubicBezTo>
                    <a:pt x="73970" y="85"/>
                    <a:pt x="64584" y="5099"/>
                    <a:pt x="43997" y="23977"/>
                  </a:cubicBezTo>
                  <a:lnTo>
                    <a:pt x="43997" y="675"/>
                  </a:lnTo>
                  <a:lnTo>
                    <a:pt x="41878" y="85"/>
                  </a:lnTo>
                  <a:cubicBezTo>
                    <a:pt x="27043" y="5394"/>
                    <a:pt x="16749" y="8639"/>
                    <a:pt x="97" y="13358"/>
                  </a:cubicBezTo>
                  <a:lnTo>
                    <a:pt x="97" y="1837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6227892-AE77-968C-5E2B-BCC92ADD80C5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5687522" y="4857196"/>
              <a:ext cx="42082" cy="71676"/>
            </a:xfrm>
            <a:custGeom>
              <a:avLst/>
              <a:gdLst>
                <a:gd name="connsiteX0" fmla="*/ 8277 w 42082"/>
                <a:gd name="connsiteY0" fmla="*/ 71761 h 71676"/>
                <a:gd name="connsiteX1" fmla="*/ 42185 w 42082"/>
                <a:gd name="connsiteY1" fmla="*/ 26336 h 71676"/>
                <a:gd name="connsiteX2" fmla="*/ 17965 w 42082"/>
                <a:gd name="connsiteY2" fmla="*/ 85 h 71676"/>
                <a:gd name="connsiteX3" fmla="*/ 102 w 42082"/>
                <a:gd name="connsiteY3" fmla="*/ 16898 h 71676"/>
                <a:gd name="connsiteX4" fmla="*/ 17965 w 42082"/>
                <a:gd name="connsiteY4" fmla="*/ 31941 h 71676"/>
                <a:gd name="connsiteX5" fmla="*/ 23717 w 42082"/>
                <a:gd name="connsiteY5" fmla="*/ 31351 h 71676"/>
                <a:gd name="connsiteX6" fmla="*/ 26139 w 42082"/>
                <a:gd name="connsiteY6" fmla="*/ 30761 h 71676"/>
                <a:gd name="connsiteX7" fmla="*/ 30378 w 42082"/>
                <a:gd name="connsiteY7" fmla="*/ 34890 h 71676"/>
                <a:gd name="connsiteX8" fmla="*/ 5552 w 42082"/>
                <a:gd name="connsiteY8" fmla="*/ 66157 h 71676"/>
                <a:gd name="connsiteX9" fmla="*/ 8277 w 42082"/>
                <a:gd name="connsiteY9" fmla="*/ 71761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82" h="71676">
                  <a:moveTo>
                    <a:pt x="8277" y="71761"/>
                  </a:moveTo>
                  <a:cubicBezTo>
                    <a:pt x="28561" y="62027"/>
                    <a:pt x="42185" y="44034"/>
                    <a:pt x="42185" y="26336"/>
                  </a:cubicBezTo>
                  <a:cubicBezTo>
                    <a:pt x="42185" y="11588"/>
                    <a:pt x="31589" y="85"/>
                    <a:pt x="17965" y="85"/>
                  </a:cubicBezTo>
                  <a:cubicBezTo>
                    <a:pt x="7369" y="85"/>
                    <a:pt x="102" y="6869"/>
                    <a:pt x="102" y="16898"/>
                  </a:cubicBezTo>
                  <a:cubicBezTo>
                    <a:pt x="102" y="26336"/>
                    <a:pt x="7066" y="31941"/>
                    <a:pt x="17965" y="31941"/>
                  </a:cubicBezTo>
                  <a:cubicBezTo>
                    <a:pt x="19781" y="31941"/>
                    <a:pt x="21901" y="31646"/>
                    <a:pt x="23717" y="31351"/>
                  </a:cubicBezTo>
                  <a:cubicBezTo>
                    <a:pt x="25837" y="30761"/>
                    <a:pt x="25837" y="30761"/>
                    <a:pt x="26139" y="30761"/>
                  </a:cubicBezTo>
                  <a:cubicBezTo>
                    <a:pt x="28561" y="30761"/>
                    <a:pt x="30378" y="32531"/>
                    <a:pt x="30378" y="34890"/>
                  </a:cubicBezTo>
                  <a:cubicBezTo>
                    <a:pt x="30378" y="44624"/>
                    <a:pt x="21901" y="55243"/>
                    <a:pt x="5552" y="66157"/>
                  </a:cubicBezTo>
                  <a:lnTo>
                    <a:pt x="8277" y="71761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1FB726F-2E52-D78A-9E47-94199223FB48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5763527" y="4921203"/>
              <a:ext cx="89918" cy="138337"/>
            </a:xfrm>
            <a:custGeom>
              <a:avLst/>
              <a:gdLst>
                <a:gd name="connsiteX0" fmla="*/ 80032 w 89918"/>
                <a:gd name="connsiteY0" fmla="*/ 42854 h 138337"/>
                <a:gd name="connsiteX1" fmla="*/ 78821 w 89918"/>
                <a:gd name="connsiteY1" fmla="*/ 2739 h 138337"/>
                <a:gd name="connsiteX2" fmla="*/ 75491 w 89918"/>
                <a:gd name="connsiteY2" fmla="*/ 2739 h 138337"/>
                <a:gd name="connsiteX3" fmla="*/ 74886 w 89918"/>
                <a:gd name="connsiteY3" fmla="*/ 3329 h 138337"/>
                <a:gd name="connsiteX4" fmla="*/ 70647 w 89918"/>
                <a:gd name="connsiteY4" fmla="*/ 5689 h 138337"/>
                <a:gd name="connsiteX5" fmla="*/ 62473 w 89918"/>
                <a:gd name="connsiteY5" fmla="*/ 3624 h 138337"/>
                <a:gd name="connsiteX6" fmla="*/ 41280 w 89918"/>
                <a:gd name="connsiteY6" fmla="*/ 85 h 138337"/>
                <a:gd name="connsiteX7" fmla="*/ 105 w 89918"/>
                <a:gd name="connsiteY7" fmla="*/ 36365 h 138337"/>
                <a:gd name="connsiteX8" fmla="*/ 35527 w 89918"/>
                <a:gd name="connsiteY8" fmla="*/ 78840 h 138337"/>
                <a:gd name="connsiteX9" fmla="*/ 53087 w 89918"/>
                <a:gd name="connsiteY9" fmla="*/ 88574 h 138337"/>
                <a:gd name="connsiteX10" fmla="*/ 68830 w 89918"/>
                <a:gd name="connsiteY10" fmla="*/ 110696 h 138337"/>
                <a:gd name="connsiteX11" fmla="*/ 43702 w 89918"/>
                <a:gd name="connsiteY11" fmla="*/ 131933 h 138337"/>
                <a:gd name="connsiteX12" fmla="*/ 18270 w 89918"/>
                <a:gd name="connsiteY12" fmla="*/ 121610 h 138337"/>
                <a:gd name="connsiteX13" fmla="*/ 5252 w 89918"/>
                <a:gd name="connsiteY13" fmla="*/ 90639 h 138337"/>
                <a:gd name="connsiteX14" fmla="*/ 408 w 89918"/>
                <a:gd name="connsiteY14" fmla="*/ 90639 h 138337"/>
                <a:gd name="connsiteX15" fmla="*/ 408 w 89918"/>
                <a:gd name="connsiteY15" fmla="*/ 136653 h 138337"/>
                <a:gd name="connsiteX16" fmla="*/ 4344 w 89918"/>
                <a:gd name="connsiteY16" fmla="*/ 136653 h 138337"/>
                <a:gd name="connsiteX17" fmla="*/ 11307 w 89918"/>
                <a:gd name="connsiteY17" fmla="*/ 133113 h 138337"/>
                <a:gd name="connsiteX18" fmla="*/ 25234 w 89918"/>
                <a:gd name="connsiteY18" fmla="*/ 135473 h 138337"/>
                <a:gd name="connsiteX19" fmla="*/ 47335 w 89918"/>
                <a:gd name="connsiteY19" fmla="*/ 138423 h 138337"/>
                <a:gd name="connsiteX20" fmla="*/ 90023 w 89918"/>
                <a:gd name="connsiteY20" fmla="*/ 100667 h 138337"/>
                <a:gd name="connsiteX21" fmla="*/ 64592 w 89918"/>
                <a:gd name="connsiteY21" fmla="*/ 65567 h 138337"/>
                <a:gd name="connsiteX22" fmla="*/ 31894 w 89918"/>
                <a:gd name="connsiteY22" fmla="*/ 46689 h 138337"/>
                <a:gd name="connsiteX23" fmla="*/ 18876 w 89918"/>
                <a:gd name="connsiteY23" fmla="*/ 26631 h 138337"/>
                <a:gd name="connsiteX24" fmla="*/ 42188 w 89918"/>
                <a:gd name="connsiteY24" fmla="*/ 6574 h 138337"/>
                <a:gd name="connsiteX25" fmla="*/ 75491 w 89918"/>
                <a:gd name="connsiteY25" fmla="*/ 42854 h 138337"/>
                <a:gd name="connsiteX26" fmla="*/ 80032 w 89918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18" h="138337">
                  <a:moveTo>
                    <a:pt x="80032" y="42854"/>
                  </a:moveTo>
                  <a:lnTo>
                    <a:pt x="78821" y="2739"/>
                  </a:lnTo>
                  <a:lnTo>
                    <a:pt x="75491" y="2739"/>
                  </a:lnTo>
                  <a:lnTo>
                    <a:pt x="74886" y="3329"/>
                  </a:lnTo>
                  <a:cubicBezTo>
                    <a:pt x="72161" y="5394"/>
                    <a:pt x="71858" y="5689"/>
                    <a:pt x="70647" y="5689"/>
                  </a:cubicBezTo>
                  <a:cubicBezTo>
                    <a:pt x="68830" y="5689"/>
                    <a:pt x="65803" y="5099"/>
                    <a:pt x="62473" y="3624"/>
                  </a:cubicBezTo>
                  <a:cubicBezTo>
                    <a:pt x="55812" y="1265"/>
                    <a:pt x="49151" y="85"/>
                    <a:pt x="41280" y="85"/>
                  </a:cubicBezTo>
                  <a:cubicBezTo>
                    <a:pt x="17362" y="85"/>
                    <a:pt x="105" y="15128"/>
                    <a:pt x="105" y="36365"/>
                  </a:cubicBezTo>
                  <a:cubicBezTo>
                    <a:pt x="105" y="52883"/>
                    <a:pt x="9793" y="64682"/>
                    <a:pt x="35527" y="78840"/>
                  </a:cubicBezTo>
                  <a:lnTo>
                    <a:pt x="53087" y="88574"/>
                  </a:lnTo>
                  <a:cubicBezTo>
                    <a:pt x="63684" y="94473"/>
                    <a:pt x="68830" y="101552"/>
                    <a:pt x="68830" y="110696"/>
                  </a:cubicBezTo>
                  <a:cubicBezTo>
                    <a:pt x="68830" y="123674"/>
                    <a:pt x="59142" y="131933"/>
                    <a:pt x="43702" y="131933"/>
                  </a:cubicBezTo>
                  <a:cubicBezTo>
                    <a:pt x="33408" y="131933"/>
                    <a:pt x="24023" y="128099"/>
                    <a:pt x="18270" y="121610"/>
                  </a:cubicBezTo>
                  <a:cubicBezTo>
                    <a:pt x="11913" y="114236"/>
                    <a:pt x="9188" y="107451"/>
                    <a:pt x="5252" y="90639"/>
                  </a:cubicBezTo>
                  <a:lnTo>
                    <a:pt x="408" y="90639"/>
                  </a:lnTo>
                  <a:lnTo>
                    <a:pt x="408" y="136653"/>
                  </a:lnTo>
                  <a:lnTo>
                    <a:pt x="4344" y="136653"/>
                  </a:lnTo>
                  <a:cubicBezTo>
                    <a:pt x="6463" y="133703"/>
                    <a:pt x="7674" y="133113"/>
                    <a:pt x="11307" y="133113"/>
                  </a:cubicBezTo>
                  <a:cubicBezTo>
                    <a:pt x="14032" y="133113"/>
                    <a:pt x="18270" y="133703"/>
                    <a:pt x="25234" y="135473"/>
                  </a:cubicBezTo>
                  <a:cubicBezTo>
                    <a:pt x="33711" y="137243"/>
                    <a:pt x="41885" y="138423"/>
                    <a:pt x="47335" y="138423"/>
                  </a:cubicBezTo>
                  <a:cubicBezTo>
                    <a:pt x="70647" y="138423"/>
                    <a:pt x="90023" y="121315"/>
                    <a:pt x="90023" y="100667"/>
                  </a:cubicBezTo>
                  <a:cubicBezTo>
                    <a:pt x="90023" y="85919"/>
                    <a:pt x="82757" y="76185"/>
                    <a:pt x="64592" y="65567"/>
                  </a:cubicBezTo>
                  <a:lnTo>
                    <a:pt x="31894" y="46689"/>
                  </a:lnTo>
                  <a:cubicBezTo>
                    <a:pt x="23417" y="41970"/>
                    <a:pt x="18876" y="34595"/>
                    <a:pt x="18876" y="26631"/>
                  </a:cubicBezTo>
                  <a:cubicBezTo>
                    <a:pt x="18876" y="14833"/>
                    <a:pt x="28261" y="6574"/>
                    <a:pt x="42188" y="6574"/>
                  </a:cubicBezTo>
                  <a:cubicBezTo>
                    <a:pt x="59445" y="6574"/>
                    <a:pt x="68528" y="16603"/>
                    <a:pt x="75491" y="42854"/>
                  </a:cubicBezTo>
                  <a:lnTo>
                    <a:pt x="80032" y="42854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B434-AE27-A5B4-B010-A3D3713575D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5955288" y="4857196"/>
              <a:ext cx="117771" cy="203524"/>
            </a:xfrm>
            <a:custGeom>
              <a:avLst/>
              <a:gdLst>
                <a:gd name="connsiteX0" fmla="*/ 33415 w 117771"/>
                <a:gd name="connsiteY0" fmla="*/ 102142 h 203524"/>
                <a:gd name="connsiteX1" fmla="*/ 65507 w 117771"/>
                <a:gd name="connsiteY1" fmla="*/ 105387 h 203524"/>
                <a:gd name="connsiteX2" fmla="*/ 96085 w 117771"/>
                <a:gd name="connsiteY2" fmla="*/ 149041 h 203524"/>
                <a:gd name="connsiteX3" fmla="*/ 56424 w 117771"/>
                <a:gd name="connsiteY3" fmla="*/ 192991 h 203524"/>
                <a:gd name="connsiteX4" fmla="*/ 30993 w 117771"/>
                <a:gd name="connsiteY4" fmla="*/ 183847 h 203524"/>
                <a:gd name="connsiteX5" fmla="*/ 11616 w 117771"/>
                <a:gd name="connsiteY5" fmla="*/ 176473 h 203524"/>
                <a:gd name="connsiteX6" fmla="*/ 112 w 117771"/>
                <a:gd name="connsiteY6" fmla="*/ 186797 h 203524"/>
                <a:gd name="connsiteX7" fmla="*/ 34323 w 117771"/>
                <a:gd name="connsiteY7" fmla="*/ 203610 h 203524"/>
                <a:gd name="connsiteX8" fmla="*/ 95782 w 117771"/>
                <a:gd name="connsiteY8" fmla="*/ 183847 h 203524"/>
                <a:gd name="connsiteX9" fmla="*/ 117883 w 117771"/>
                <a:gd name="connsiteY9" fmla="*/ 134883 h 203524"/>
                <a:gd name="connsiteX10" fmla="*/ 104259 w 117771"/>
                <a:gd name="connsiteY10" fmla="*/ 96833 h 203524"/>
                <a:gd name="connsiteX11" fmla="*/ 79131 w 117771"/>
                <a:gd name="connsiteY11" fmla="*/ 81200 h 203524"/>
                <a:gd name="connsiteX12" fmla="*/ 107589 w 117771"/>
                <a:gd name="connsiteY12" fmla="*/ 40495 h 203524"/>
                <a:gd name="connsiteX13" fmla="*/ 60360 w 117771"/>
                <a:gd name="connsiteY13" fmla="*/ 85 h 203524"/>
                <a:gd name="connsiteX14" fmla="*/ 21002 w 117771"/>
                <a:gd name="connsiteY14" fmla="*/ 14538 h 203524"/>
                <a:gd name="connsiteX15" fmla="*/ 717 w 117771"/>
                <a:gd name="connsiteY15" fmla="*/ 47869 h 203524"/>
                <a:gd name="connsiteX16" fmla="*/ 5258 w 117771"/>
                <a:gd name="connsiteY16" fmla="*/ 49049 h 203524"/>
                <a:gd name="connsiteX17" fmla="*/ 50369 w 117771"/>
                <a:gd name="connsiteY17" fmla="*/ 17783 h 203524"/>
                <a:gd name="connsiteX18" fmla="*/ 83672 w 117771"/>
                <a:gd name="connsiteY18" fmla="*/ 49344 h 203524"/>
                <a:gd name="connsiteX19" fmla="*/ 71562 w 117771"/>
                <a:gd name="connsiteY19" fmla="*/ 77955 h 203524"/>
                <a:gd name="connsiteX20" fmla="*/ 33415 w 117771"/>
                <a:gd name="connsiteY20" fmla="*/ 98308 h 203524"/>
                <a:gd name="connsiteX21" fmla="*/ 33415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415" y="102142"/>
                  </a:moveTo>
                  <a:cubicBezTo>
                    <a:pt x="51277" y="102142"/>
                    <a:pt x="58240" y="102732"/>
                    <a:pt x="65507" y="105387"/>
                  </a:cubicBezTo>
                  <a:cubicBezTo>
                    <a:pt x="84277" y="111876"/>
                    <a:pt x="96085" y="128689"/>
                    <a:pt x="96085" y="149041"/>
                  </a:cubicBezTo>
                  <a:cubicBezTo>
                    <a:pt x="96085" y="173818"/>
                    <a:pt x="78828" y="192991"/>
                    <a:pt x="56424" y="192991"/>
                  </a:cubicBezTo>
                  <a:cubicBezTo>
                    <a:pt x="48250" y="192991"/>
                    <a:pt x="42194" y="190926"/>
                    <a:pt x="30993" y="183847"/>
                  </a:cubicBezTo>
                  <a:cubicBezTo>
                    <a:pt x="21910" y="178538"/>
                    <a:pt x="16763" y="176473"/>
                    <a:pt x="11616" y="176473"/>
                  </a:cubicBezTo>
                  <a:cubicBezTo>
                    <a:pt x="4653" y="176473"/>
                    <a:pt x="112" y="180602"/>
                    <a:pt x="112" y="186797"/>
                  </a:cubicBezTo>
                  <a:cubicBezTo>
                    <a:pt x="112" y="197120"/>
                    <a:pt x="13130" y="203610"/>
                    <a:pt x="34323" y="203610"/>
                  </a:cubicBezTo>
                  <a:cubicBezTo>
                    <a:pt x="57635" y="203610"/>
                    <a:pt x="81553" y="195941"/>
                    <a:pt x="95782" y="183847"/>
                  </a:cubicBezTo>
                  <a:cubicBezTo>
                    <a:pt x="110011" y="171754"/>
                    <a:pt x="117883" y="154646"/>
                    <a:pt x="117883" y="134883"/>
                  </a:cubicBezTo>
                  <a:cubicBezTo>
                    <a:pt x="117883" y="119840"/>
                    <a:pt x="113039" y="105977"/>
                    <a:pt x="104259" y="96833"/>
                  </a:cubicBezTo>
                  <a:cubicBezTo>
                    <a:pt x="98204" y="90344"/>
                    <a:pt x="92452" y="86804"/>
                    <a:pt x="79131" y="81200"/>
                  </a:cubicBezTo>
                  <a:cubicBezTo>
                    <a:pt x="100021" y="67336"/>
                    <a:pt x="107589" y="56423"/>
                    <a:pt x="107589" y="40495"/>
                  </a:cubicBezTo>
                  <a:cubicBezTo>
                    <a:pt x="107589" y="16603"/>
                    <a:pt x="88213" y="85"/>
                    <a:pt x="60360" y="85"/>
                  </a:cubicBezTo>
                  <a:cubicBezTo>
                    <a:pt x="45222" y="85"/>
                    <a:pt x="31901" y="5099"/>
                    <a:pt x="21002" y="14538"/>
                  </a:cubicBezTo>
                  <a:cubicBezTo>
                    <a:pt x="11919" y="22502"/>
                    <a:pt x="7378" y="30171"/>
                    <a:pt x="717" y="47869"/>
                  </a:cubicBezTo>
                  <a:lnTo>
                    <a:pt x="5258" y="49049"/>
                  </a:lnTo>
                  <a:cubicBezTo>
                    <a:pt x="17671" y="27516"/>
                    <a:pt x="31295" y="17783"/>
                    <a:pt x="50369" y="17783"/>
                  </a:cubicBezTo>
                  <a:cubicBezTo>
                    <a:pt x="70048" y="17783"/>
                    <a:pt x="83672" y="30761"/>
                    <a:pt x="83672" y="49344"/>
                  </a:cubicBezTo>
                  <a:cubicBezTo>
                    <a:pt x="83672" y="59962"/>
                    <a:pt x="79131" y="70581"/>
                    <a:pt x="71562" y="77955"/>
                  </a:cubicBezTo>
                  <a:cubicBezTo>
                    <a:pt x="62479" y="86804"/>
                    <a:pt x="54002" y="91228"/>
                    <a:pt x="33415" y="98308"/>
                  </a:cubicBezTo>
                  <a:lnTo>
                    <a:pt x="33415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4F5FB14-2FA0-1DBF-C9F5-22A5F144A21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091490" y="4857196"/>
              <a:ext cx="89615" cy="203524"/>
            </a:xfrm>
            <a:custGeom>
              <a:avLst/>
              <a:gdLst>
                <a:gd name="connsiteX0" fmla="*/ 89732 w 89615"/>
                <a:gd name="connsiteY0" fmla="*/ 85 h 203524"/>
                <a:gd name="connsiteX1" fmla="*/ 69447 w 89615"/>
                <a:gd name="connsiteY1" fmla="*/ 85 h 203524"/>
                <a:gd name="connsiteX2" fmla="*/ 117 w 89615"/>
                <a:gd name="connsiteY2" fmla="*/ 203610 h 203524"/>
                <a:gd name="connsiteX3" fmla="*/ 20704 w 89615"/>
                <a:gd name="connsiteY3" fmla="*/ 203610 h 203524"/>
                <a:gd name="connsiteX4" fmla="*/ 89732 w 89615"/>
                <a:gd name="connsiteY4" fmla="*/ 85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615" h="203524">
                  <a:moveTo>
                    <a:pt x="89732" y="85"/>
                  </a:moveTo>
                  <a:lnTo>
                    <a:pt x="69447" y="85"/>
                  </a:lnTo>
                  <a:lnTo>
                    <a:pt x="117" y="203610"/>
                  </a:lnTo>
                  <a:lnTo>
                    <a:pt x="20704" y="203610"/>
                  </a:lnTo>
                  <a:lnTo>
                    <a:pt x="89732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B4AE75-E050-35C5-059E-F2A00545088F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6195647" y="4857196"/>
              <a:ext cx="117771" cy="203524"/>
            </a:xfrm>
            <a:custGeom>
              <a:avLst/>
              <a:gdLst>
                <a:gd name="connsiteX0" fmla="*/ 70964 w 117771"/>
                <a:gd name="connsiteY0" fmla="*/ 90049 h 203524"/>
                <a:gd name="connsiteX1" fmla="*/ 111533 w 117771"/>
                <a:gd name="connsiteY1" fmla="*/ 41970 h 203524"/>
                <a:gd name="connsiteX2" fmla="*/ 59459 w 117771"/>
                <a:gd name="connsiteY2" fmla="*/ 85 h 203524"/>
                <a:gd name="connsiteX3" fmla="*/ 1936 w 117771"/>
                <a:gd name="connsiteY3" fmla="*/ 46689 h 203524"/>
                <a:gd name="connsiteX4" fmla="*/ 39477 w 117771"/>
                <a:gd name="connsiteY4" fmla="*/ 101552 h 203524"/>
                <a:gd name="connsiteX5" fmla="*/ 119 w 117771"/>
                <a:gd name="connsiteY5" fmla="*/ 154941 h 203524"/>
                <a:gd name="connsiteX6" fmla="*/ 58248 w 117771"/>
                <a:gd name="connsiteY6" fmla="*/ 203610 h 203524"/>
                <a:gd name="connsiteX7" fmla="*/ 117891 w 117771"/>
                <a:gd name="connsiteY7" fmla="*/ 153761 h 203524"/>
                <a:gd name="connsiteX8" fmla="*/ 70964 w 117771"/>
                <a:gd name="connsiteY8" fmla="*/ 90049 h 203524"/>
                <a:gd name="connsiteX9" fmla="*/ 65514 w 117771"/>
                <a:gd name="connsiteY9" fmla="*/ 120430 h 203524"/>
                <a:gd name="connsiteX10" fmla="*/ 94881 w 117771"/>
                <a:gd name="connsiteY10" fmla="*/ 162905 h 203524"/>
                <a:gd name="connsiteX11" fmla="*/ 61578 w 117771"/>
                <a:gd name="connsiteY11" fmla="*/ 195351 h 203524"/>
                <a:gd name="connsiteX12" fmla="*/ 23129 w 117771"/>
                <a:gd name="connsiteY12" fmla="*/ 152581 h 203524"/>
                <a:gd name="connsiteX13" fmla="*/ 47349 w 117771"/>
                <a:gd name="connsiteY13" fmla="*/ 107451 h 203524"/>
                <a:gd name="connsiteX14" fmla="*/ 65514 w 117771"/>
                <a:gd name="connsiteY14" fmla="*/ 120430 h 203524"/>
                <a:gd name="connsiteX15" fmla="*/ 62184 w 117771"/>
                <a:gd name="connsiteY15" fmla="*/ 84739 h 203524"/>
                <a:gd name="connsiteX16" fmla="*/ 24340 w 117771"/>
                <a:gd name="connsiteY16" fmla="*/ 37545 h 203524"/>
                <a:gd name="connsiteX17" fmla="*/ 57037 w 117771"/>
                <a:gd name="connsiteY17" fmla="*/ 8344 h 203524"/>
                <a:gd name="connsiteX18" fmla="*/ 90643 w 117771"/>
                <a:gd name="connsiteY18" fmla="*/ 41675 h 203524"/>
                <a:gd name="connsiteX19" fmla="*/ 64909 w 117771"/>
                <a:gd name="connsiteY19" fmla="*/ 82969 h 203524"/>
                <a:gd name="connsiteX20" fmla="*/ 62184 w 117771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71" h="203524">
                  <a:moveTo>
                    <a:pt x="70964" y="90049"/>
                  </a:moveTo>
                  <a:cubicBezTo>
                    <a:pt x="100937" y="74416"/>
                    <a:pt x="111533" y="62027"/>
                    <a:pt x="111533" y="41970"/>
                  </a:cubicBezTo>
                  <a:cubicBezTo>
                    <a:pt x="111533" y="17783"/>
                    <a:pt x="89735" y="85"/>
                    <a:pt x="59459" y="85"/>
                  </a:cubicBezTo>
                  <a:cubicBezTo>
                    <a:pt x="26459" y="85"/>
                    <a:pt x="1936" y="19847"/>
                    <a:pt x="1936" y="46689"/>
                  </a:cubicBezTo>
                  <a:cubicBezTo>
                    <a:pt x="1936" y="65862"/>
                    <a:pt x="7688" y="74416"/>
                    <a:pt x="39477" y="101552"/>
                  </a:cubicBezTo>
                  <a:cubicBezTo>
                    <a:pt x="6780" y="125739"/>
                    <a:pt x="119" y="134883"/>
                    <a:pt x="119" y="154941"/>
                  </a:cubicBezTo>
                  <a:cubicBezTo>
                    <a:pt x="119" y="183552"/>
                    <a:pt x="24037" y="203610"/>
                    <a:pt x="58248" y="203610"/>
                  </a:cubicBezTo>
                  <a:cubicBezTo>
                    <a:pt x="94579" y="203610"/>
                    <a:pt x="117891" y="184142"/>
                    <a:pt x="117891" y="153761"/>
                  </a:cubicBezTo>
                  <a:cubicBezTo>
                    <a:pt x="117891" y="131049"/>
                    <a:pt x="107597" y="116595"/>
                    <a:pt x="70964" y="90049"/>
                  </a:cubicBezTo>
                  <a:close/>
                  <a:moveTo>
                    <a:pt x="65514" y="120430"/>
                  </a:moveTo>
                  <a:cubicBezTo>
                    <a:pt x="87615" y="135768"/>
                    <a:pt x="94881" y="146387"/>
                    <a:pt x="94881" y="162905"/>
                  </a:cubicBezTo>
                  <a:cubicBezTo>
                    <a:pt x="94881" y="182077"/>
                    <a:pt x="81258" y="195351"/>
                    <a:pt x="61578" y="195351"/>
                  </a:cubicBezTo>
                  <a:cubicBezTo>
                    <a:pt x="38569" y="195351"/>
                    <a:pt x="23129" y="178243"/>
                    <a:pt x="23129" y="152581"/>
                  </a:cubicBezTo>
                  <a:cubicBezTo>
                    <a:pt x="23129" y="133703"/>
                    <a:pt x="29789" y="121315"/>
                    <a:pt x="47349" y="107451"/>
                  </a:cubicBezTo>
                  <a:lnTo>
                    <a:pt x="65514" y="120430"/>
                  </a:lnTo>
                  <a:close/>
                  <a:moveTo>
                    <a:pt x="62184" y="84739"/>
                  </a:moveTo>
                  <a:cubicBezTo>
                    <a:pt x="35239" y="67631"/>
                    <a:pt x="24340" y="54063"/>
                    <a:pt x="24340" y="37545"/>
                  </a:cubicBezTo>
                  <a:cubicBezTo>
                    <a:pt x="24340" y="20437"/>
                    <a:pt x="37964" y="8344"/>
                    <a:pt x="57037" y="8344"/>
                  </a:cubicBezTo>
                  <a:cubicBezTo>
                    <a:pt x="77624" y="8344"/>
                    <a:pt x="90643" y="21322"/>
                    <a:pt x="90643" y="41675"/>
                  </a:cubicBezTo>
                  <a:cubicBezTo>
                    <a:pt x="90643" y="58487"/>
                    <a:pt x="82166" y="71761"/>
                    <a:pt x="64909" y="82969"/>
                  </a:cubicBezTo>
                  <a:cubicBezTo>
                    <a:pt x="63395" y="83854"/>
                    <a:pt x="63395" y="83854"/>
                    <a:pt x="62184" y="8473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6337131-3A47-5767-CEED-3C379761AA68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6334574" y="4885807"/>
              <a:ext cx="80532" cy="173733"/>
            </a:xfrm>
            <a:custGeom>
              <a:avLst/>
              <a:gdLst>
                <a:gd name="connsiteX0" fmla="*/ 73391 w 80532"/>
                <a:gd name="connsiteY0" fmla="*/ 38135 h 173733"/>
                <a:gd name="connsiteX1" fmla="*/ 42813 w 80532"/>
                <a:gd name="connsiteY1" fmla="*/ 38135 h 173733"/>
                <a:gd name="connsiteX2" fmla="*/ 42813 w 80532"/>
                <a:gd name="connsiteY2" fmla="*/ 3919 h 173733"/>
                <a:gd name="connsiteX3" fmla="*/ 40693 w 80532"/>
                <a:gd name="connsiteY3" fmla="*/ 85 h 173733"/>
                <a:gd name="connsiteX4" fmla="*/ 34638 w 80532"/>
                <a:gd name="connsiteY4" fmla="*/ 8344 h 173733"/>
                <a:gd name="connsiteX5" fmla="*/ 5271 w 80532"/>
                <a:gd name="connsiteY5" fmla="*/ 39905 h 173733"/>
                <a:gd name="connsiteX6" fmla="*/ 124 w 80532"/>
                <a:gd name="connsiteY6" fmla="*/ 45509 h 173733"/>
                <a:gd name="connsiteX7" fmla="*/ 1335 w 80532"/>
                <a:gd name="connsiteY7" fmla="*/ 47574 h 173733"/>
                <a:gd name="connsiteX8" fmla="*/ 17381 w 80532"/>
                <a:gd name="connsiteY8" fmla="*/ 47574 h 173733"/>
                <a:gd name="connsiteX9" fmla="*/ 17381 w 80532"/>
                <a:gd name="connsiteY9" fmla="*/ 136358 h 173733"/>
                <a:gd name="connsiteX10" fmla="*/ 44326 w 80532"/>
                <a:gd name="connsiteY10" fmla="*/ 173818 h 173733"/>
                <a:gd name="connsiteX11" fmla="*/ 80657 w 80532"/>
                <a:gd name="connsiteY11" fmla="*/ 151401 h 173733"/>
                <a:gd name="connsiteX12" fmla="*/ 76721 w 80532"/>
                <a:gd name="connsiteY12" fmla="*/ 148156 h 173733"/>
                <a:gd name="connsiteX13" fmla="*/ 58556 w 80532"/>
                <a:gd name="connsiteY13" fmla="*/ 158480 h 173733"/>
                <a:gd name="connsiteX14" fmla="*/ 42813 w 80532"/>
                <a:gd name="connsiteY14" fmla="*/ 131933 h 173733"/>
                <a:gd name="connsiteX15" fmla="*/ 42813 w 80532"/>
                <a:gd name="connsiteY15" fmla="*/ 47574 h 173733"/>
                <a:gd name="connsiteX16" fmla="*/ 73391 w 80532"/>
                <a:gd name="connsiteY16" fmla="*/ 47574 h 173733"/>
                <a:gd name="connsiteX17" fmla="*/ 73391 w 80532"/>
                <a:gd name="connsiteY17" fmla="*/ 38135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32" h="173733">
                  <a:moveTo>
                    <a:pt x="73391" y="38135"/>
                  </a:moveTo>
                  <a:lnTo>
                    <a:pt x="42813" y="38135"/>
                  </a:lnTo>
                  <a:lnTo>
                    <a:pt x="42813" y="3919"/>
                  </a:lnTo>
                  <a:cubicBezTo>
                    <a:pt x="42813" y="970"/>
                    <a:pt x="42510" y="85"/>
                    <a:pt x="40693" y="85"/>
                  </a:cubicBezTo>
                  <a:cubicBezTo>
                    <a:pt x="38574" y="2739"/>
                    <a:pt x="36758" y="5394"/>
                    <a:pt x="34638" y="8344"/>
                  </a:cubicBezTo>
                  <a:cubicBezTo>
                    <a:pt x="23134" y="24567"/>
                    <a:pt x="10115" y="38725"/>
                    <a:pt x="5271" y="39905"/>
                  </a:cubicBezTo>
                  <a:cubicBezTo>
                    <a:pt x="1941" y="41970"/>
                    <a:pt x="124" y="44034"/>
                    <a:pt x="124" y="45509"/>
                  </a:cubicBezTo>
                  <a:cubicBezTo>
                    <a:pt x="124" y="46394"/>
                    <a:pt x="427" y="46984"/>
                    <a:pt x="1335" y="47574"/>
                  </a:cubicBezTo>
                  <a:lnTo>
                    <a:pt x="17381" y="47574"/>
                  </a:lnTo>
                  <a:lnTo>
                    <a:pt x="17381" y="136358"/>
                  </a:lnTo>
                  <a:cubicBezTo>
                    <a:pt x="17381" y="161135"/>
                    <a:pt x="26464" y="173818"/>
                    <a:pt x="44326" y="173818"/>
                  </a:cubicBezTo>
                  <a:cubicBezTo>
                    <a:pt x="59161" y="173818"/>
                    <a:pt x="70666" y="166739"/>
                    <a:pt x="80657" y="151401"/>
                  </a:cubicBezTo>
                  <a:lnTo>
                    <a:pt x="76721" y="148156"/>
                  </a:lnTo>
                  <a:cubicBezTo>
                    <a:pt x="70363" y="155531"/>
                    <a:pt x="65217" y="158480"/>
                    <a:pt x="58556" y="158480"/>
                  </a:cubicBezTo>
                  <a:cubicBezTo>
                    <a:pt x="47354" y="158480"/>
                    <a:pt x="42813" y="150516"/>
                    <a:pt x="42813" y="131933"/>
                  </a:cubicBezTo>
                  <a:lnTo>
                    <a:pt x="42813" y="47574"/>
                  </a:lnTo>
                  <a:lnTo>
                    <a:pt x="73391" y="47574"/>
                  </a:lnTo>
                  <a:lnTo>
                    <a:pt x="73391" y="3813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87C160C-52ED-F9E1-0C3D-E1A178685355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417841" y="4855131"/>
              <a:ext cx="144716" cy="201460"/>
            </a:xfrm>
            <a:custGeom>
              <a:avLst/>
              <a:gdLst>
                <a:gd name="connsiteX0" fmla="*/ 44935 w 144716"/>
                <a:gd name="connsiteY0" fmla="*/ 100372 h 201460"/>
                <a:gd name="connsiteX1" fmla="*/ 78540 w 144716"/>
                <a:gd name="connsiteY1" fmla="*/ 81790 h 201460"/>
                <a:gd name="connsiteX2" fmla="*/ 101247 w 144716"/>
                <a:gd name="connsiteY2" fmla="*/ 113056 h 201460"/>
                <a:gd name="connsiteX3" fmla="*/ 101247 w 144716"/>
                <a:gd name="connsiteY3" fmla="*/ 171459 h 201460"/>
                <a:gd name="connsiteX4" fmla="*/ 80660 w 144716"/>
                <a:gd name="connsiteY4" fmla="*/ 197120 h 201460"/>
                <a:gd name="connsiteX5" fmla="*/ 80660 w 144716"/>
                <a:gd name="connsiteY5" fmla="*/ 201545 h 201460"/>
                <a:gd name="connsiteX6" fmla="*/ 144844 w 144716"/>
                <a:gd name="connsiteY6" fmla="*/ 201545 h 201460"/>
                <a:gd name="connsiteX7" fmla="*/ 144844 w 144716"/>
                <a:gd name="connsiteY7" fmla="*/ 197120 h 201460"/>
                <a:gd name="connsiteX8" fmla="*/ 126678 w 144716"/>
                <a:gd name="connsiteY8" fmla="*/ 171459 h 201460"/>
                <a:gd name="connsiteX9" fmla="*/ 126678 w 144716"/>
                <a:gd name="connsiteY9" fmla="*/ 112761 h 201460"/>
                <a:gd name="connsiteX10" fmla="*/ 89440 w 144716"/>
                <a:gd name="connsiteY10" fmla="*/ 65862 h 201460"/>
                <a:gd name="connsiteX11" fmla="*/ 44935 w 144716"/>
                <a:gd name="connsiteY11" fmla="*/ 90639 h 201460"/>
                <a:gd name="connsiteX12" fmla="*/ 44935 w 144716"/>
                <a:gd name="connsiteY12" fmla="*/ 970 h 201460"/>
                <a:gd name="connsiteX13" fmla="*/ 43421 w 144716"/>
                <a:gd name="connsiteY13" fmla="*/ 85 h 201460"/>
                <a:gd name="connsiteX14" fmla="*/ 8604 w 144716"/>
                <a:gd name="connsiteY14" fmla="*/ 10703 h 201460"/>
                <a:gd name="connsiteX15" fmla="*/ 430 w 144716"/>
                <a:gd name="connsiteY15" fmla="*/ 13063 h 201460"/>
                <a:gd name="connsiteX16" fmla="*/ 430 w 144716"/>
                <a:gd name="connsiteY16" fmla="*/ 17782 h 201460"/>
                <a:gd name="connsiteX17" fmla="*/ 4063 w 144716"/>
                <a:gd name="connsiteY17" fmla="*/ 17488 h 201460"/>
                <a:gd name="connsiteX18" fmla="*/ 19503 w 144716"/>
                <a:gd name="connsiteY18" fmla="*/ 32531 h 201460"/>
                <a:gd name="connsiteX19" fmla="*/ 19503 w 144716"/>
                <a:gd name="connsiteY19" fmla="*/ 171459 h 201460"/>
                <a:gd name="connsiteX20" fmla="*/ 127 w 144716"/>
                <a:gd name="connsiteY20" fmla="*/ 197120 h 201460"/>
                <a:gd name="connsiteX21" fmla="*/ 127 w 144716"/>
                <a:gd name="connsiteY21" fmla="*/ 201545 h 201460"/>
                <a:gd name="connsiteX22" fmla="*/ 65522 w 144716"/>
                <a:gd name="connsiteY22" fmla="*/ 201545 h 201460"/>
                <a:gd name="connsiteX23" fmla="*/ 65522 w 144716"/>
                <a:gd name="connsiteY23" fmla="*/ 197120 h 201460"/>
                <a:gd name="connsiteX24" fmla="*/ 44935 w 144716"/>
                <a:gd name="connsiteY24" fmla="*/ 171459 h 201460"/>
                <a:gd name="connsiteX25" fmla="*/ 44935 w 144716"/>
                <a:gd name="connsiteY25" fmla="*/ 10037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716" h="201460">
                  <a:moveTo>
                    <a:pt x="44935" y="100372"/>
                  </a:moveTo>
                  <a:cubicBezTo>
                    <a:pt x="57650" y="86804"/>
                    <a:pt x="66733" y="81790"/>
                    <a:pt x="78540" y="81790"/>
                  </a:cubicBezTo>
                  <a:cubicBezTo>
                    <a:pt x="93678" y="81790"/>
                    <a:pt x="101247" y="92408"/>
                    <a:pt x="101247" y="113056"/>
                  </a:cubicBezTo>
                  <a:lnTo>
                    <a:pt x="101247" y="171459"/>
                  </a:lnTo>
                  <a:cubicBezTo>
                    <a:pt x="101247" y="191516"/>
                    <a:pt x="98220" y="195351"/>
                    <a:pt x="80660" y="197120"/>
                  </a:cubicBezTo>
                  <a:lnTo>
                    <a:pt x="80660" y="201545"/>
                  </a:lnTo>
                  <a:lnTo>
                    <a:pt x="144844" y="201545"/>
                  </a:lnTo>
                  <a:lnTo>
                    <a:pt x="144844" y="197120"/>
                  </a:lnTo>
                  <a:cubicBezTo>
                    <a:pt x="128495" y="194171"/>
                    <a:pt x="126678" y="191811"/>
                    <a:pt x="126678" y="171459"/>
                  </a:cubicBezTo>
                  <a:lnTo>
                    <a:pt x="126678" y="112761"/>
                  </a:lnTo>
                  <a:cubicBezTo>
                    <a:pt x="126678" y="81790"/>
                    <a:pt x="113963" y="65862"/>
                    <a:pt x="89440" y="65862"/>
                  </a:cubicBezTo>
                  <a:cubicBezTo>
                    <a:pt x="71577" y="65862"/>
                    <a:pt x="58861" y="72941"/>
                    <a:pt x="44935" y="90639"/>
                  </a:cubicBezTo>
                  <a:lnTo>
                    <a:pt x="44935" y="970"/>
                  </a:lnTo>
                  <a:lnTo>
                    <a:pt x="43421" y="85"/>
                  </a:lnTo>
                  <a:cubicBezTo>
                    <a:pt x="33127" y="3624"/>
                    <a:pt x="25558" y="5984"/>
                    <a:pt x="8604" y="10703"/>
                  </a:cubicBezTo>
                  <a:lnTo>
                    <a:pt x="430" y="13063"/>
                  </a:lnTo>
                  <a:lnTo>
                    <a:pt x="430" y="17782"/>
                  </a:lnTo>
                  <a:cubicBezTo>
                    <a:pt x="1641" y="17488"/>
                    <a:pt x="2549" y="17488"/>
                    <a:pt x="4063" y="17488"/>
                  </a:cubicBezTo>
                  <a:cubicBezTo>
                    <a:pt x="17081" y="17488"/>
                    <a:pt x="19503" y="19847"/>
                    <a:pt x="19503" y="32531"/>
                  </a:cubicBezTo>
                  <a:lnTo>
                    <a:pt x="19503" y="171459"/>
                  </a:lnTo>
                  <a:cubicBezTo>
                    <a:pt x="19503" y="192106"/>
                    <a:pt x="17687" y="194761"/>
                    <a:pt x="127" y="197120"/>
                  </a:cubicBezTo>
                  <a:lnTo>
                    <a:pt x="127" y="201545"/>
                  </a:lnTo>
                  <a:lnTo>
                    <a:pt x="65522" y="201545"/>
                  </a:lnTo>
                  <a:lnTo>
                    <a:pt x="65522" y="197120"/>
                  </a:lnTo>
                  <a:cubicBezTo>
                    <a:pt x="47962" y="195351"/>
                    <a:pt x="44935" y="191811"/>
                    <a:pt x="44935" y="171459"/>
                  </a:cubicBezTo>
                  <a:lnTo>
                    <a:pt x="44935" y="10037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9EFC566-B0A5-1BBE-49BA-DF6B4E99027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6591585" y="4921203"/>
              <a:ext cx="33605" cy="138632"/>
            </a:xfrm>
            <a:custGeom>
              <a:avLst/>
              <a:gdLst>
                <a:gd name="connsiteX0" fmla="*/ 16784 w 33605"/>
                <a:gd name="connsiteY0" fmla="*/ 85 h 138632"/>
                <a:gd name="connsiteX1" fmla="*/ 132 w 33605"/>
                <a:gd name="connsiteY1" fmla="*/ 16898 h 138632"/>
                <a:gd name="connsiteX2" fmla="*/ 16481 w 33605"/>
                <a:gd name="connsiteY2" fmla="*/ 32826 h 138632"/>
                <a:gd name="connsiteX3" fmla="*/ 33738 w 33605"/>
                <a:gd name="connsiteY3" fmla="*/ 16898 h 138632"/>
                <a:gd name="connsiteX4" fmla="*/ 16784 w 33605"/>
                <a:gd name="connsiteY4" fmla="*/ 85 h 138632"/>
                <a:gd name="connsiteX5" fmla="*/ 16784 w 33605"/>
                <a:gd name="connsiteY5" fmla="*/ 105977 h 138632"/>
                <a:gd name="connsiteX6" fmla="*/ 132 w 33605"/>
                <a:gd name="connsiteY6" fmla="*/ 122790 h 138632"/>
                <a:gd name="connsiteX7" fmla="*/ 16481 w 33605"/>
                <a:gd name="connsiteY7" fmla="*/ 138718 h 138632"/>
                <a:gd name="connsiteX8" fmla="*/ 33738 w 33605"/>
                <a:gd name="connsiteY8" fmla="*/ 122790 h 138632"/>
                <a:gd name="connsiteX9" fmla="*/ 16784 w 33605"/>
                <a:gd name="connsiteY9" fmla="*/ 10597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05" h="138632">
                  <a:moveTo>
                    <a:pt x="16784" y="85"/>
                  </a:moveTo>
                  <a:cubicBezTo>
                    <a:pt x="7701" y="85"/>
                    <a:pt x="132" y="7754"/>
                    <a:pt x="132" y="16898"/>
                  </a:cubicBezTo>
                  <a:cubicBezTo>
                    <a:pt x="132" y="25452"/>
                    <a:pt x="7701" y="32826"/>
                    <a:pt x="16481" y="32826"/>
                  </a:cubicBezTo>
                  <a:cubicBezTo>
                    <a:pt x="25866" y="32826"/>
                    <a:pt x="33738" y="25452"/>
                    <a:pt x="33738" y="16898"/>
                  </a:cubicBezTo>
                  <a:cubicBezTo>
                    <a:pt x="33738" y="7754"/>
                    <a:pt x="25866" y="85"/>
                    <a:pt x="16784" y="85"/>
                  </a:cubicBezTo>
                  <a:close/>
                  <a:moveTo>
                    <a:pt x="16784" y="105977"/>
                  </a:moveTo>
                  <a:cubicBezTo>
                    <a:pt x="7701" y="105977"/>
                    <a:pt x="132" y="113646"/>
                    <a:pt x="132" y="122790"/>
                  </a:cubicBezTo>
                  <a:cubicBezTo>
                    <a:pt x="132" y="131344"/>
                    <a:pt x="7701" y="138718"/>
                    <a:pt x="16481" y="138718"/>
                  </a:cubicBezTo>
                  <a:cubicBezTo>
                    <a:pt x="25866" y="138718"/>
                    <a:pt x="33738" y="131344"/>
                    <a:pt x="33738" y="122790"/>
                  </a:cubicBezTo>
                  <a:cubicBezTo>
                    <a:pt x="33738" y="113646"/>
                    <a:pt x="25866" y="105977"/>
                    <a:pt x="16784" y="105977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033001-75F5-2DD6-F96C-3C58B38B4D9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6953005" y="4863980"/>
              <a:ext cx="118679" cy="192611"/>
            </a:xfrm>
            <a:custGeom>
              <a:avLst/>
              <a:gdLst>
                <a:gd name="connsiteX0" fmla="*/ 145 w 118679"/>
                <a:gd name="connsiteY0" fmla="*/ 192696 h 192611"/>
                <a:gd name="connsiteX1" fmla="*/ 74017 w 118679"/>
                <a:gd name="connsiteY1" fmla="*/ 192696 h 192611"/>
                <a:gd name="connsiteX2" fmla="*/ 74017 w 118679"/>
                <a:gd name="connsiteY2" fmla="*/ 187977 h 192611"/>
                <a:gd name="connsiteX3" fmla="*/ 53430 w 118679"/>
                <a:gd name="connsiteY3" fmla="*/ 175883 h 192611"/>
                <a:gd name="connsiteX4" fmla="*/ 56760 w 118679"/>
                <a:gd name="connsiteY4" fmla="*/ 157300 h 192611"/>
                <a:gd name="connsiteX5" fmla="*/ 93999 w 118679"/>
                <a:gd name="connsiteY5" fmla="*/ 26631 h 192611"/>
                <a:gd name="connsiteX6" fmla="*/ 118825 w 118679"/>
                <a:gd name="connsiteY6" fmla="*/ 4804 h 192611"/>
                <a:gd name="connsiteX7" fmla="*/ 118825 w 118679"/>
                <a:gd name="connsiteY7" fmla="*/ 85 h 192611"/>
                <a:gd name="connsiteX8" fmla="*/ 44044 w 118679"/>
                <a:gd name="connsiteY8" fmla="*/ 85 h 192611"/>
                <a:gd name="connsiteX9" fmla="*/ 44044 w 118679"/>
                <a:gd name="connsiteY9" fmla="*/ 4804 h 192611"/>
                <a:gd name="connsiteX10" fmla="*/ 65237 w 118679"/>
                <a:gd name="connsiteY10" fmla="*/ 17488 h 192611"/>
                <a:gd name="connsiteX11" fmla="*/ 61907 w 118679"/>
                <a:gd name="connsiteY11" fmla="*/ 35775 h 192611"/>
                <a:gd name="connsiteX12" fmla="*/ 24668 w 118679"/>
                <a:gd name="connsiteY12" fmla="*/ 166149 h 192611"/>
                <a:gd name="connsiteX13" fmla="*/ 145 w 118679"/>
                <a:gd name="connsiteY13" fmla="*/ 187977 h 192611"/>
                <a:gd name="connsiteX14" fmla="*/ 145 w 118679"/>
                <a:gd name="connsiteY14" fmla="*/ 192696 h 19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679" h="192611">
                  <a:moveTo>
                    <a:pt x="145" y="192696"/>
                  </a:moveTo>
                  <a:lnTo>
                    <a:pt x="74017" y="192696"/>
                  </a:lnTo>
                  <a:lnTo>
                    <a:pt x="74017" y="187977"/>
                  </a:lnTo>
                  <a:cubicBezTo>
                    <a:pt x="56760" y="185912"/>
                    <a:pt x="53430" y="184142"/>
                    <a:pt x="53430" y="175883"/>
                  </a:cubicBezTo>
                  <a:cubicBezTo>
                    <a:pt x="53430" y="170279"/>
                    <a:pt x="54035" y="166739"/>
                    <a:pt x="56760" y="157300"/>
                  </a:cubicBezTo>
                  <a:lnTo>
                    <a:pt x="93999" y="26631"/>
                  </a:lnTo>
                  <a:cubicBezTo>
                    <a:pt x="99448" y="9524"/>
                    <a:pt x="101568" y="7754"/>
                    <a:pt x="118825" y="4804"/>
                  </a:cubicBezTo>
                  <a:lnTo>
                    <a:pt x="118825" y="85"/>
                  </a:lnTo>
                  <a:lnTo>
                    <a:pt x="44044" y="85"/>
                  </a:lnTo>
                  <a:lnTo>
                    <a:pt x="44044" y="4804"/>
                  </a:lnTo>
                  <a:cubicBezTo>
                    <a:pt x="61604" y="6869"/>
                    <a:pt x="65237" y="9229"/>
                    <a:pt x="65237" y="17488"/>
                  </a:cubicBezTo>
                  <a:cubicBezTo>
                    <a:pt x="65237" y="21617"/>
                    <a:pt x="64026" y="28401"/>
                    <a:pt x="61907" y="35775"/>
                  </a:cubicBezTo>
                  <a:lnTo>
                    <a:pt x="24668" y="166149"/>
                  </a:lnTo>
                  <a:cubicBezTo>
                    <a:pt x="19218" y="183257"/>
                    <a:pt x="17099" y="185027"/>
                    <a:pt x="145" y="187977"/>
                  </a:cubicBezTo>
                  <a:lnTo>
                    <a:pt x="145" y="19269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C48B5E1-4F8A-E216-F713-14765F2C48FF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156600" y="4948340"/>
              <a:ext cx="201331" cy="69021"/>
            </a:xfrm>
            <a:custGeom>
              <a:avLst/>
              <a:gdLst>
                <a:gd name="connsiteX0" fmla="*/ 191189 w 201331"/>
                <a:gd name="connsiteY0" fmla="*/ 11883 h 69021"/>
                <a:gd name="connsiteX1" fmla="*/ 201483 w 201331"/>
                <a:gd name="connsiteY1" fmla="*/ 5984 h 69021"/>
                <a:gd name="connsiteX2" fmla="*/ 191492 w 201331"/>
                <a:gd name="connsiteY2" fmla="*/ 85 h 69021"/>
                <a:gd name="connsiteX3" fmla="*/ 10142 w 201331"/>
                <a:gd name="connsiteY3" fmla="*/ 85 h 69021"/>
                <a:gd name="connsiteX4" fmla="*/ 151 w 201331"/>
                <a:gd name="connsiteY4" fmla="*/ 5984 h 69021"/>
                <a:gd name="connsiteX5" fmla="*/ 10444 w 201331"/>
                <a:gd name="connsiteY5" fmla="*/ 11883 h 69021"/>
                <a:gd name="connsiteX6" fmla="*/ 191189 w 201331"/>
                <a:gd name="connsiteY6" fmla="*/ 11883 h 69021"/>
                <a:gd name="connsiteX7" fmla="*/ 191492 w 201331"/>
                <a:gd name="connsiteY7" fmla="*/ 69106 h 69021"/>
                <a:gd name="connsiteX8" fmla="*/ 201483 w 201331"/>
                <a:gd name="connsiteY8" fmla="*/ 63207 h 69021"/>
                <a:gd name="connsiteX9" fmla="*/ 191189 w 201331"/>
                <a:gd name="connsiteY9" fmla="*/ 57308 h 69021"/>
                <a:gd name="connsiteX10" fmla="*/ 10444 w 201331"/>
                <a:gd name="connsiteY10" fmla="*/ 57308 h 69021"/>
                <a:gd name="connsiteX11" fmla="*/ 151 w 201331"/>
                <a:gd name="connsiteY11" fmla="*/ 63207 h 69021"/>
                <a:gd name="connsiteX12" fmla="*/ 10142 w 201331"/>
                <a:gd name="connsiteY12" fmla="*/ 69106 h 69021"/>
                <a:gd name="connsiteX13" fmla="*/ 191492 w 201331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1" h="69021">
                  <a:moveTo>
                    <a:pt x="191189" y="11883"/>
                  </a:moveTo>
                  <a:cubicBezTo>
                    <a:pt x="195730" y="11883"/>
                    <a:pt x="201483" y="11883"/>
                    <a:pt x="201483" y="5984"/>
                  </a:cubicBezTo>
                  <a:cubicBezTo>
                    <a:pt x="201483" y="85"/>
                    <a:pt x="195730" y="85"/>
                    <a:pt x="191492" y="85"/>
                  </a:cubicBezTo>
                  <a:lnTo>
                    <a:pt x="10142" y="85"/>
                  </a:lnTo>
                  <a:cubicBezTo>
                    <a:pt x="5903" y="85"/>
                    <a:pt x="151" y="85"/>
                    <a:pt x="151" y="5984"/>
                  </a:cubicBezTo>
                  <a:cubicBezTo>
                    <a:pt x="151" y="11883"/>
                    <a:pt x="5903" y="11883"/>
                    <a:pt x="10444" y="11883"/>
                  </a:cubicBezTo>
                  <a:lnTo>
                    <a:pt x="191189" y="11883"/>
                  </a:lnTo>
                  <a:close/>
                  <a:moveTo>
                    <a:pt x="191492" y="69106"/>
                  </a:moveTo>
                  <a:cubicBezTo>
                    <a:pt x="195730" y="69106"/>
                    <a:pt x="201483" y="69106"/>
                    <a:pt x="201483" y="63207"/>
                  </a:cubicBezTo>
                  <a:cubicBezTo>
                    <a:pt x="201483" y="57308"/>
                    <a:pt x="195730" y="57308"/>
                    <a:pt x="191189" y="57308"/>
                  </a:cubicBezTo>
                  <a:lnTo>
                    <a:pt x="10444" y="57308"/>
                  </a:lnTo>
                  <a:cubicBezTo>
                    <a:pt x="5903" y="57308"/>
                    <a:pt x="151" y="57308"/>
                    <a:pt x="151" y="63207"/>
                  </a:cubicBezTo>
                  <a:cubicBezTo>
                    <a:pt x="151" y="69106"/>
                    <a:pt x="5903" y="69106"/>
                    <a:pt x="10142" y="69106"/>
                  </a:cubicBezTo>
                  <a:lnTo>
                    <a:pt x="191492" y="6910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B95B4FF-4AE6-E8C6-40F3-D33787D1887F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473267" y="4835369"/>
              <a:ext cx="70239" cy="294963"/>
            </a:xfrm>
            <a:custGeom>
              <a:avLst/>
              <a:gdLst>
                <a:gd name="connsiteX0" fmla="*/ 70400 w 70239"/>
                <a:gd name="connsiteY0" fmla="*/ 292099 h 294963"/>
                <a:gd name="connsiteX1" fmla="*/ 65253 w 70239"/>
                <a:gd name="connsiteY1" fmla="*/ 285610 h 294963"/>
                <a:gd name="connsiteX2" fmla="*/ 17721 w 70239"/>
                <a:gd name="connsiteY2" fmla="*/ 147567 h 294963"/>
                <a:gd name="connsiteX3" fmla="*/ 66464 w 70239"/>
                <a:gd name="connsiteY3" fmla="*/ 8049 h 294963"/>
                <a:gd name="connsiteX4" fmla="*/ 70400 w 70239"/>
                <a:gd name="connsiteY4" fmla="*/ 3034 h 294963"/>
                <a:gd name="connsiteX5" fmla="*/ 67372 w 70239"/>
                <a:gd name="connsiteY5" fmla="*/ 85 h 294963"/>
                <a:gd name="connsiteX6" fmla="*/ 19234 w 70239"/>
                <a:gd name="connsiteY6" fmla="*/ 57603 h 294963"/>
                <a:gd name="connsiteX7" fmla="*/ 161 w 70239"/>
                <a:gd name="connsiteY7" fmla="*/ 147567 h 294963"/>
                <a:gd name="connsiteX8" fmla="*/ 20143 w 70239"/>
                <a:gd name="connsiteY8" fmla="*/ 239595 h 294963"/>
                <a:gd name="connsiteX9" fmla="*/ 67372 w 70239"/>
                <a:gd name="connsiteY9" fmla="*/ 295048 h 294963"/>
                <a:gd name="connsiteX10" fmla="*/ 70400 w 70239"/>
                <a:gd name="connsiteY10" fmla="*/ 29209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39" h="294963">
                  <a:moveTo>
                    <a:pt x="70400" y="292099"/>
                  </a:moveTo>
                  <a:cubicBezTo>
                    <a:pt x="70400" y="291214"/>
                    <a:pt x="70400" y="290624"/>
                    <a:pt x="65253" y="285610"/>
                  </a:cubicBezTo>
                  <a:cubicBezTo>
                    <a:pt x="27409" y="248444"/>
                    <a:pt x="17721" y="192696"/>
                    <a:pt x="17721" y="147567"/>
                  </a:cubicBezTo>
                  <a:cubicBezTo>
                    <a:pt x="17721" y="96243"/>
                    <a:pt x="29225" y="44919"/>
                    <a:pt x="66464" y="8049"/>
                  </a:cubicBezTo>
                  <a:cubicBezTo>
                    <a:pt x="70400" y="4509"/>
                    <a:pt x="70400" y="3919"/>
                    <a:pt x="70400" y="3034"/>
                  </a:cubicBezTo>
                  <a:cubicBezTo>
                    <a:pt x="70400" y="970"/>
                    <a:pt x="69189" y="85"/>
                    <a:pt x="67372" y="85"/>
                  </a:cubicBezTo>
                  <a:cubicBezTo>
                    <a:pt x="64345" y="85"/>
                    <a:pt x="37097" y="20142"/>
                    <a:pt x="19234" y="57603"/>
                  </a:cubicBezTo>
                  <a:cubicBezTo>
                    <a:pt x="3794" y="90049"/>
                    <a:pt x="161" y="122790"/>
                    <a:pt x="161" y="147567"/>
                  </a:cubicBezTo>
                  <a:cubicBezTo>
                    <a:pt x="161" y="170574"/>
                    <a:pt x="3491" y="206264"/>
                    <a:pt x="20143" y="239595"/>
                  </a:cubicBezTo>
                  <a:cubicBezTo>
                    <a:pt x="38308" y="275876"/>
                    <a:pt x="64345" y="295048"/>
                    <a:pt x="67372" y="295048"/>
                  </a:cubicBezTo>
                  <a:cubicBezTo>
                    <a:pt x="69189" y="295048"/>
                    <a:pt x="70400" y="294163"/>
                    <a:pt x="70400" y="29209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BDB68DC-EE19-1FAE-E29A-C7739E1B111F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574218" y="4857196"/>
              <a:ext cx="117771" cy="203524"/>
            </a:xfrm>
            <a:custGeom>
              <a:avLst/>
              <a:gdLst>
                <a:gd name="connsiteX0" fmla="*/ 33468 w 117771"/>
                <a:gd name="connsiteY0" fmla="*/ 102142 h 203524"/>
                <a:gd name="connsiteX1" fmla="*/ 65560 w 117771"/>
                <a:gd name="connsiteY1" fmla="*/ 105387 h 203524"/>
                <a:gd name="connsiteX2" fmla="*/ 96138 w 117771"/>
                <a:gd name="connsiteY2" fmla="*/ 149041 h 203524"/>
                <a:gd name="connsiteX3" fmla="*/ 56477 w 117771"/>
                <a:gd name="connsiteY3" fmla="*/ 192991 h 203524"/>
                <a:gd name="connsiteX4" fmla="*/ 31046 w 117771"/>
                <a:gd name="connsiteY4" fmla="*/ 183847 h 203524"/>
                <a:gd name="connsiteX5" fmla="*/ 11669 w 117771"/>
                <a:gd name="connsiteY5" fmla="*/ 176473 h 203524"/>
                <a:gd name="connsiteX6" fmla="*/ 165 w 117771"/>
                <a:gd name="connsiteY6" fmla="*/ 186797 h 203524"/>
                <a:gd name="connsiteX7" fmla="*/ 34376 w 117771"/>
                <a:gd name="connsiteY7" fmla="*/ 203610 h 203524"/>
                <a:gd name="connsiteX8" fmla="*/ 95835 w 117771"/>
                <a:gd name="connsiteY8" fmla="*/ 183847 h 203524"/>
                <a:gd name="connsiteX9" fmla="*/ 117936 w 117771"/>
                <a:gd name="connsiteY9" fmla="*/ 134883 h 203524"/>
                <a:gd name="connsiteX10" fmla="*/ 104312 w 117771"/>
                <a:gd name="connsiteY10" fmla="*/ 96833 h 203524"/>
                <a:gd name="connsiteX11" fmla="*/ 79184 w 117771"/>
                <a:gd name="connsiteY11" fmla="*/ 81200 h 203524"/>
                <a:gd name="connsiteX12" fmla="*/ 107642 w 117771"/>
                <a:gd name="connsiteY12" fmla="*/ 40495 h 203524"/>
                <a:gd name="connsiteX13" fmla="*/ 60413 w 117771"/>
                <a:gd name="connsiteY13" fmla="*/ 85 h 203524"/>
                <a:gd name="connsiteX14" fmla="*/ 21055 w 117771"/>
                <a:gd name="connsiteY14" fmla="*/ 14538 h 203524"/>
                <a:gd name="connsiteX15" fmla="*/ 770 w 117771"/>
                <a:gd name="connsiteY15" fmla="*/ 47869 h 203524"/>
                <a:gd name="connsiteX16" fmla="*/ 5311 w 117771"/>
                <a:gd name="connsiteY16" fmla="*/ 49049 h 203524"/>
                <a:gd name="connsiteX17" fmla="*/ 50422 w 117771"/>
                <a:gd name="connsiteY17" fmla="*/ 17783 h 203524"/>
                <a:gd name="connsiteX18" fmla="*/ 83725 w 117771"/>
                <a:gd name="connsiteY18" fmla="*/ 49344 h 203524"/>
                <a:gd name="connsiteX19" fmla="*/ 71615 w 117771"/>
                <a:gd name="connsiteY19" fmla="*/ 77955 h 203524"/>
                <a:gd name="connsiteX20" fmla="*/ 33468 w 117771"/>
                <a:gd name="connsiteY20" fmla="*/ 98308 h 203524"/>
                <a:gd name="connsiteX21" fmla="*/ 33468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468" y="102142"/>
                  </a:moveTo>
                  <a:cubicBezTo>
                    <a:pt x="51330" y="102142"/>
                    <a:pt x="58294" y="102732"/>
                    <a:pt x="65560" y="105387"/>
                  </a:cubicBezTo>
                  <a:cubicBezTo>
                    <a:pt x="84330" y="111876"/>
                    <a:pt x="96138" y="128689"/>
                    <a:pt x="96138" y="149041"/>
                  </a:cubicBezTo>
                  <a:cubicBezTo>
                    <a:pt x="96138" y="173818"/>
                    <a:pt x="78881" y="192991"/>
                    <a:pt x="56477" y="192991"/>
                  </a:cubicBezTo>
                  <a:cubicBezTo>
                    <a:pt x="48303" y="192991"/>
                    <a:pt x="42247" y="190926"/>
                    <a:pt x="31046" y="183847"/>
                  </a:cubicBezTo>
                  <a:cubicBezTo>
                    <a:pt x="21963" y="178538"/>
                    <a:pt x="16816" y="176473"/>
                    <a:pt x="11669" y="176473"/>
                  </a:cubicBezTo>
                  <a:cubicBezTo>
                    <a:pt x="4706" y="176473"/>
                    <a:pt x="165" y="180602"/>
                    <a:pt x="165" y="186797"/>
                  </a:cubicBezTo>
                  <a:cubicBezTo>
                    <a:pt x="165" y="197120"/>
                    <a:pt x="13183" y="203610"/>
                    <a:pt x="34376" y="203610"/>
                  </a:cubicBezTo>
                  <a:cubicBezTo>
                    <a:pt x="57688" y="203610"/>
                    <a:pt x="81606" y="195941"/>
                    <a:pt x="95835" y="183847"/>
                  </a:cubicBezTo>
                  <a:cubicBezTo>
                    <a:pt x="110065" y="171754"/>
                    <a:pt x="117936" y="154646"/>
                    <a:pt x="117936" y="134883"/>
                  </a:cubicBezTo>
                  <a:cubicBezTo>
                    <a:pt x="117936" y="119840"/>
                    <a:pt x="113092" y="105977"/>
                    <a:pt x="104312" y="96833"/>
                  </a:cubicBezTo>
                  <a:cubicBezTo>
                    <a:pt x="98257" y="90344"/>
                    <a:pt x="92505" y="86804"/>
                    <a:pt x="79184" y="81200"/>
                  </a:cubicBezTo>
                  <a:cubicBezTo>
                    <a:pt x="100074" y="67336"/>
                    <a:pt x="107642" y="56423"/>
                    <a:pt x="107642" y="40495"/>
                  </a:cubicBezTo>
                  <a:cubicBezTo>
                    <a:pt x="107642" y="16603"/>
                    <a:pt x="88266" y="85"/>
                    <a:pt x="60413" y="85"/>
                  </a:cubicBezTo>
                  <a:cubicBezTo>
                    <a:pt x="45275" y="85"/>
                    <a:pt x="31954" y="5099"/>
                    <a:pt x="21055" y="14538"/>
                  </a:cubicBezTo>
                  <a:cubicBezTo>
                    <a:pt x="11972" y="22502"/>
                    <a:pt x="7431" y="30171"/>
                    <a:pt x="770" y="47869"/>
                  </a:cubicBezTo>
                  <a:lnTo>
                    <a:pt x="5311" y="49049"/>
                  </a:lnTo>
                  <a:cubicBezTo>
                    <a:pt x="17724" y="27516"/>
                    <a:pt x="31348" y="17783"/>
                    <a:pt x="50422" y="17783"/>
                  </a:cubicBezTo>
                  <a:cubicBezTo>
                    <a:pt x="70101" y="17783"/>
                    <a:pt x="83725" y="30761"/>
                    <a:pt x="83725" y="49344"/>
                  </a:cubicBezTo>
                  <a:cubicBezTo>
                    <a:pt x="83725" y="59962"/>
                    <a:pt x="79184" y="70581"/>
                    <a:pt x="71615" y="77955"/>
                  </a:cubicBezTo>
                  <a:cubicBezTo>
                    <a:pt x="62532" y="86804"/>
                    <a:pt x="54055" y="91228"/>
                    <a:pt x="33468" y="98308"/>
                  </a:cubicBezTo>
                  <a:lnTo>
                    <a:pt x="33468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843F8A6-43CE-83E4-F221-8E3D1ACE92E5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799856" y="4911764"/>
              <a:ext cx="146230" cy="142172"/>
            </a:xfrm>
            <a:custGeom>
              <a:avLst/>
              <a:gdLst>
                <a:gd name="connsiteX0" fmla="*/ 73438 w 146230"/>
                <a:gd name="connsiteY0" fmla="*/ 62912 h 142172"/>
                <a:gd name="connsiteX1" fmla="*/ 12887 w 146230"/>
                <a:gd name="connsiteY1" fmla="*/ 4214 h 142172"/>
                <a:gd name="connsiteX2" fmla="*/ 6226 w 146230"/>
                <a:gd name="connsiteY2" fmla="*/ 85 h 142172"/>
                <a:gd name="connsiteX3" fmla="*/ 171 w 146230"/>
                <a:gd name="connsiteY3" fmla="*/ 5984 h 142172"/>
                <a:gd name="connsiteX4" fmla="*/ 4107 w 146230"/>
                <a:gd name="connsiteY4" fmla="*/ 11883 h 142172"/>
                <a:gd name="connsiteX5" fmla="*/ 64658 w 146230"/>
                <a:gd name="connsiteY5" fmla="*/ 71171 h 142172"/>
                <a:gd name="connsiteX6" fmla="*/ 4107 w 146230"/>
                <a:gd name="connsiteY6" fmla="*/ 130459 h 142172"/>
                <a:gd name="connsiteX7" fmla="*/ 171 w 146230"/>
                <a:gd name="connsiteY7" fmla="*/ 136358 h 142172"/>
                <a:gd name="connsiteX8" fmla="*/ 6226 w 146230"/>
                <a:gd name="connsiteY8" fmla="*/ 142257 h 142172"/>
                <a:gd name="connsiteX9" fmla="*/ 12887 w 146230"/>
                <a:gd name="connsiteY9" fmla="*/ 138128 h 142172"/>
                <a:gd name="connsiteX10" fmla="*/ 73135 w 146230"/>
                <a:gd name="connsiteY10" fmla="*/ 79430 h 142172"/>
                <a:gd name="connsiteX11" fmla="*/ 135805 w 146230"/>
                <a:gd name="connsiteY11" fmla="*/ 140487 h 142172"/>
                <a:gd name="connsiteX12" fmla="*/ 140346 w 146230"/>
                <a:gd name="connsiteY12" fmla="*/ 142257 h 142172"/>
                <a:gd name="connsiteX13" fmla="*/ 146401 w 146230"/>
                <a:gd name="connsiteY13" fmla="*/ 136358 h 142172"/>
                <a:gd name="connsiteX14" fmla="*/ 145493 w 146230"/>
                <a:gd name="connsiteY14" fmla="*/ 133113 h 142172"/>
                <a:gd name="connsiteX15" fmla="*/ 81915 w 146230"/>
                <a:gd name="connsiteY15" fmla="*/ 71171 h 142172"/>
                <a:gd name="connsiteX16" fmla="*/ 137319 w 146230"/>
                <a:gd name="connsiteY16" fmla="*/ 17193 h 142172"/>
                <a:gd name="connsiteX17" fmla="*/ 144888 w 146230"/>
                <a:gd name="connsiteY17" fmla="*/ 9818 h 142172"/>
                <a:gd name="connsiteX18" fmla="*/ 146401 w 146230"/>
                <a:gd name="connsiteY18" fmla="*/ 5984 h 142172"/>
                <a:gd name="connsiteX19" fmla="*/ 140346 w 146230"/>
                <a:gd name="connsiteY19" fmla="*/ 85 h 142172"/>
                <a:gd name="connsiteX20" fmla="*/ 133383 w 146230"/>
                <a:gd name="connsiteY20" fmla="*/ 4509 h 142172"/>
                <a:gd name="connsiteX21" fmla="*/ 73438 w 146230"/>
                <a:gd name="connsiteY21" fmla="*/ 62912 h 14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230" h="142172">
                  <a:moveTo>
                    <a:pt x="73438" y="62912"/>
                  </a:moveTo>
                  <a:lnTo>
                    <a:pt x="12887" y="4214"/>
                  </a:lnTo>
                  <a:cubicBezTo>
                    <a:pt x="9254" y="675"/>
                    <a:pt x="8648" y="85"/>
                    <a:pt x="6226" y="85"/>
                  </a:cubicBezTo>
                  <a:cubicBezTo>
                    <a:pt x="3199" y="85"/>
                    <a:pt x="171" y="2739"/>
                    <a:pt x="171" y="5984"/>
                  </a:cubicBezTo>
                  <a:cubicBezTo>
                    <a:pt x="171" y="8049"/>
                    <a:pt x="776" y="8639"/>
                    <a:pt x="4107" y="11883"/>
                  </a:cubicBezTo>
                  <a:lnTo>
                    <a:pt x="64658" y="71171"/>
                  </a:lnTo>
                  <a:lnTo>
                    <a:pt x="4107" y="130459"/>
                  </a:lnTo>
                  <a:cubicBezTo>
                    <a:pt x="776" y="133703"/>
                    <a:pt x="171" y="134293"/>
                    <a:pt x="171" y="136358"/>
                  </a:cubicBezTo>
                  <a:cubicBezTo>
                    <a:pt x="171" y="139602"/>
                    <a:pt x="3199" y="142257"/>
                    <a:pt x="6226" y="142257"/>
                  </a:cubicBezTo>
                  <a:cubicBezTo>
                    <a:pt x="8648" y="142257"/>
                    <a:pt x="9254" y="141667"/>
                    <a:pt x="12887" y="138128"/>
                  </a:cubicBezTo>
                  <a:lnTo>
                    <a:pt x="73135" y="79430"/>
                  </a:lnTo>
                  <a:lnTo>
                    <a:pt x="135805" y="140487"/>
                  </a:lnTo>
                  <a:cubicBezTo>
                    <a:pt x="136411" y="140782"/>
                    <a:pt x="138530" y="142257"/>
                    <a:pt x="140346" y="142257"/>
                  </a:cubicBezTo>
                  <a:cubicBezTo>
                    <a:pt x="143979" y="142257"/>
                    <a:pt x="146401" y="139602"/>
                    <a:pt x="146401" y="136358"/>
                  </a:cubicBezTo>
                  <a:cubicBezTo>
                    <a:pt x="146401" y="135768"/>
                    <a:pt x="146401" y="134588"/>
                    <a:pt x="145493" y="133113"/>
                  </a:cubicBezTo>
                  <a:cubicBezTo>
                    <a:pt x="145190" y="132523"/>
                    <a:pt x="97052" y="86214"/>
                    <a:pt x="81915" y="71171"/>
                  </a:cubicBezTo>
                  <a:lnTo>
                    <a:pt x="137319" y="17193"/>
                  </a:lnTo>
                  <a:cubicBezTo>
                    <a:pt x="138833" y="15423"/>
                    <a:pt x="143374" y="11588"/>
                    <a:pt x="144888" y="9818"/>
                  </a:cubicBezTo>
                  <a:cubicBezTo>
                    <a:pt x="145190" y="9229"/>
                    <a:pt x="146401" y="8049"/>
                    <a:pt x="146401" y="5984"/>
                  </a:cubicBezTo>
                  <a:cubicBezTo>
                    <a:pt x="146401" y="2739"/>
                    <a:pt x="143979" y="85"/>
                    <a:pt x="140346" y="85"/>
                  </a:cubicBezTo>
                  <a:cubicBezTo>
                    <a:pt x="137924" y="85"/>
                    <a:pt x="136713" y="1265"/>
                    <a:pt x="133383" y="4509"/>
                  </a:cubicBezTo>
                  <a:lnTo>
                    <a:pt x="73438" y="6291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395EED-733D-6CC0-B8AF-43D3E4D110DD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040942" y="4857196"/>
              <a:ext cx="136845" cy="203524"/>
            </a:xfrm>
            <a:custGeom>
              <a:avLst/>
              <a:gdLst>
                <a:gd name="connsiteX0" fmla="*/ 69814 w 136845"/>
                <a:gd name="connsiteY0" fmla="*/ 85 h 203524"/>
                <a:gd name="connsiteX1" fmla="*/ 29245 w 136845"/>
                <a:gd name="connsiteY1" fmla="*/ 15423 h 203524"/>
                <a:gd name="connsiteX2" fmla="*/ 180 w 136845"/>
                <a:gd name="connsiteY2" fmla="*/ 100372 h 203524"/>
                <a:gd name="connsiteX3" fmla="*/ 24400 w 136845"/>
                <a:gd name="connsiteY3" fmla="*/ 183552 h 203524"/>
                <a:gd name="connsiteX4" fmla="*/ 68603 w 136845"/>
                <a:gd name="connsiteY4" fmla="*/ 203610 h 203524"/>
                <a:gd name="connsiteX5" fmla="*/ 107961 w 136845"/>
                <a:gd name="connsiteY5" fmla="*/ 188271 h 203524"/>
                <a:gd name="connsiteX6" fmla="*/ 137025 w 136845"/>
                <a:gd name="connsiteY6" fmla="*/ 102142 h 203524"/>
                <a:gd name="connsiteX7" fmla="*/ 69814 w 136845"/>
                <a:gd name="connsiteY7" fmla="*/ 85 h 203524"/>
                <a:gd name="connsiteX8" fmla="*/ 68905 w 136845"/>
                <a:gd name="connsiteY8" fmla="*/ 7754 h 203524"/>
                <a:gd name="connsiteX9" fmla="*/ 107961 w 136845"/>
                <a:gd name="connsiteY9" fmla="*/ 102732 h 203524"/>
                <a:gd name="connsiteX10" fmla="*/ 68603 w 136845"/>
                <a:gd name="connsiteY10" fmla="*/ 195941 h 203524"/>
                <a:gd name="connsiteX11" fmla="*/ 29245 w 136845"/>
                <a:gd name="connsiteY11" fmla="*/ 103027 h 203524"/>
                <a:gd name="connsiteX12" fmla="*/ 68905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814" y="85"/>
                  </a:moveTo>
                  <a:cubicBezTo>
                    <a:pt x="53162" y="85"/>
                    <a:pt x="40446" y="5099"/>
                    <a:pt x="29245" y="15423"/>
                  </a:cubicBezTo>
                  <a:cubicBezTo>
                    <a:pt x="11685" y="31941"/>
                    <a:pt x="180" y="65862"/>
                    <a:pt x="180" y="100372"/>
                  </a:cubicBezTo>
                  <a:cubicBezTo>
                    <a:pt x="180" y="132523"/>
                    <a:pt x="10171" y="167034"/>
                    <a:pt x="24400" y="183552"/>
                  </a:cubicBezTo>
                  <a:cubicBezTo>
                    <a:pt x="35602" y="196530"/>
                    <a:pt x="51043" y="203610"/>
                    <a:pt x="68603" y="203610"/>
                  </a:cubicBezTo>
                  <a:cubicBezTo>
                    <a:pt x="84043" y="203610"/>
                    <a:pt x="97062" y="198595"/>
                    <a:pt x="107961" y="188271"/>
                  </a:cubicBezTo>
                  <a:cubicBezTo>
                    <a:pt x="125521" y="172048"/>
                    <a:pt x="137025" y="137833"/>
                    <a:pt x="137025" y="102142"/>
                  </a:cubicBezTo>
                  <a:cubicBezTo>
                    <a:pt x="137025" y="41675"/>
                    <a:pt x="109475" y="85"/>
                    <a:pt x="69814" y="85"/>
                  </a:cubicBezTo>
                  <a:close/>
                  <a:moveTo>
                    <a:pt x="68905" y="7754"/>
                  </a:moveTo>
                  <a:cubicBezTo>
                    <a:pt x="94337" y="7754"/>
                    <a:pt x="107961" y="41085"/>
                    <a:pt x="107961" y="102732"/>
                  </a:cubicBezTo>
                  <a:cubicBezTo>
                    <a:pt x="107961" y="164379"/>
                    <a:pt x="94640" y="195941"/>
                    <a:pt x="68603" y="195941"/>
                  </a:cubicBezTo>
                  <a:cubicBezTo>
                    <a:pt x="42566" y="195941"/>
                    <a:pt x="29245" y="164379"/>
                    <a:pt x="29245" y="103027"/>
                  </a:cubicBezTo>
                  <a:cubicBezTo>
                    <a:pt x="29245" y="40495"/>
                    <a:pt x="42868" y="7754"/>
                    <a:pt x="68905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D48C9AE-93C8-3E90-8415-5A54D3EF603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211658" y="5025325"/>
              <a:ext cx="32092" cy="31266"/>
            </a:xfrm>
            <a:custGeom>
              <a:avLst/>
              <a:gdLst>
                <a:gd name="connsiteX0" fmla="*/ 32277 w 32092"/>
                <a:gd name="connsiteY0" fmla="*/ 15718 h 31266"/>
                <a:gd name="connsiteX1" fmla="*/ 16231 w 32092"/>
                <a:gd name="connsiteY1" fmla="*/ 85 h 31266"/>
                <a:gd name="connsiteX2" fmla="*/ 185 w 32092"/>
                <a:gd name="connsiteY2" fmla="*/ 15718 h 31266"/>
                <a:gd name="connsiteX3" fmla="*/ 16231 w 32092"/>
                <a:gd name="connsiteY3" fmla="*/ 31351 h 31266"/>
                <a:gd name="connsiteX4" fmla="*/ 32277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277" y="15718"/>
                  </a:moveTo>
                  <a:cubicBezTo>
                    <a:pt x="32277" y="7164"/>
                    <a:pt x="25011" y="85"/>
                    <a:pt x="16231" y="85"/>
                  </a:cubicBezTo>
                  <a:cubicBezTo>
                    <a:pt x="7451" y="85"/>
                    <a:pt x="185" y="7164"/>
                    <a:pt x="185" y="15718"/>
                  </a:cubicBezTo>
                  <a:cubicBezTo>
                    <a:pt x="185" y="24272"/>
                    <a:pt x="7451" y="31351"/>
                    <a:pt x="16231" y="31351"/>
                  </a:cubicBezTo>
                  <a:cubicBezTo>
                    <a:pt x="25011" y="31351"/>
                    <a:pt x="32277" y="24272"/>
                    <a:pt x="32277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C2188A4-BCB7-AD43-729C-87319DD3BD5C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282814" y="4857196"/>
              <a:ext cx="117771" cy="203524"/>
            </a:xfrm>
            <a:custGeom>
              <a:avLst/>
              <a:gdLst>
                <a:gd name="connsiteX0" fmla="*/ 33491 w 117771"/>
                <a:gd name="connsiteY0" fmla="*/ 102142 h 203524"/>
                <a:gd name="connsiteX1" fmla="*/ 65583 w 117771"/>
                <a:gd name="connsiteY1" fmla="*/ 105387 h 203524"/>
                <a:gd name="connsiteX2" fmla="*/ 96161 w 117771"/>
                <a:gd name="connsiteY2" fmla="*/ 149041 h 203524"/>
                <a:gd name="connsiteX3" fmla="*/ 56500 w 117771"/>
                <a:gd name="connsiteY3" fmla="*/ 192991 h 203524"/>
                <a:gd name="connsiteX4" fmla="*/ 31069 w 117771"/>
                <a:gd name="connsiteY4" fmla="*/ 183847 h 203524"/>
                <a:gd name="connsiteX5" fmla="*/ 11693 w 117771"/>
                <a:gd name="connsiteY5" fmla="*/ 176473 h 203524"/>
                <a:gd name="connsiteX6" fmla="*/ 188 w 117771"/>
                <a:gd name="connsiteY6" fmla="*/ 186797 h 203524"/>
                <a:gd name="connsiteX7" fmla="*/ 34399 w 117771"/>
                <a:gd name="connsiteY7" fmla="*/ 203610 h 203524"/>
                <a:gd name="connsiteX8" fmla="*/ 95858 w 117771"/>
                <a:gd name="connsiteY8" fmla="*/ 183847 h 203524"/>
                <a:gd name="connsiteX9" fmla="*/ 117959 w 117771"/>
                <a:gd name="connsiteY9" fmla="*/ 134883 h 203524"/>
                <a:gd name="connsiteX10" fmla="*/ 104335 w 117771"/>
                <a:gd name="connsiteY10" fmla="*/ 96833 h 203524"/>
                <a:gd name="connsiteX11" fmla="*/ 79207 w 117771"/>
                <a:gd name="connsiteY11" fmla="*/ 81200 h 203524"/>
                <a:gd name="connsiteX12" fmla="*/ 107666 w 117771"/>
                <a:gd name="connsiteY12" fmla="*/ 40495 h 203524"/>
                <a:gd name="connsiteX13" fmla="*/ 60436 w 117771"/>
                <a:gd name="connsiteY13" fmla="*/ 85 h 203524"/>
                <a:gd name="connsiteX14" fmla="*/ 21078 w 117771"/>
                <a:gd name="connsiteY14" fmla="*/ 14538 h 203524"/>
                <a:gd name="connsiteX15" fmla="*/ 793 w 117771"/>
                <a:gd name="connsiteY15" fmla="*/ 47869 h 203524"/>
                <a:gd name="connsiteX16" fmla="*/ 5335 w 117771"/>
                <a:gd name="connsiteY16" fmla="*/ 49049 h 203524"/>
                <a:gd name="connsiteX17" fmla="*/ 50445 w 117771"/>
                <a:gd name="connsiteY17" fmla="*/ 17783 h 203524"/>
                <a:gd name="connsiteX18" fmla="*/ 83748 w 117771"/>
                <a:gd name="connsiteY18" fmla="*/ 49344 h 203524"/>
                <a:gd name="connsiteX19" fmla="*/ 71638 w 117771"/>
                <a:gd name="connsiteY19" fmla="*/ 77955 h 203524"/>
                <a:gd name="connsiteX20" fmla="*/ 33491 w 117771"/>
                <a:gd name="connsiteY20" fmla="*/ 98308 h 203524"/>
                <a:gd name="connsiteX21" fmla="*/ 33491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491" y="102142"/>
                  </a:moveTo>
                  <a:cubicBezTo>
                    <a:pt x="51353" y="102142"/>
                    <a:pt x="58317" y="102732"/>
                    <a:pt x="65583" y="105387"/>
                  </a:cubicBezTo>
                  <a:cubicBezTo>
                    <a:pt x="84354" y="111876"/>
                    <a:pt x="96161" y="128689"/>
                    <a:pt x="96161" y="149041"/>
                  </a:cubicBezTo>
                  <a:cubicBezTo>
                    <a:pt x="96161" y="173818"/>
                    <a:pt x="78904" y="192991"/>
                    <a:pt x="56500" y="192991"/>
                  </a:cubicBezTo>
                  <a:cubicBezTo>
                    <a:pt x="48326" y="192991"/>
                    <a:pt x="42271" y="190926"/>
                    <a:pt x="31069" y="183847"/>
                  </a:cubicBezTo>
                  <a:cubicBezTo>
                    <a:pt x="21986" y="178538"/>
                    <a:pt x="16839" y="176473"/>
                    <a:pt x="11693" y="176473"/>
                  </a:cubicBezTo>
                  <a:cubicBezTo>
                    <a:pt x="4729" y="176473"/>
                    <a:pt x="188" y="180602"/>
                    <a:pt x="188" y="186797"/>
                  </a:cubicBezTo>
                  <a:cubicBezTo>
                    <a:pt x="188" y="197120"/>
                    <a:pt x="13206" y="203610"/>
                    <a:pt x="34399" y="203610"/>
                  </a:cubicBezTo>
                  <a:cubicBezTo>
                    <a:pt x="57711" y="203610"/>
                    <a:pt x="81629" y="195941"/>
                    <a:pt x="95858" y="183847"/>
                  </a:cubicBezTo>
                  <a:cubicBezTo>
                    <a:pt x="110088" y="171754"/>
                    <a:pt x="117959" y="154646"/>
                    <a:pt x="117959" y="134883"/>
                  </a:cubicBezTo>
                  <a:cubicBezTo>
                    <a:pt x="117959" y="119840"/>
                    <a:pt x="113115" y="105977"/>
                    <a:pt x="104335" y="96833"/>
                  </a:cubicBezTo>
                  <a:cubicBezTo>
                    <a:pt x="98280" y="90344"/>
                    <a:pt x="92528" y="86804"/>
                    <a:pt x="79207" y="81200"/>
                  </a:cubicBezTo>
                  <a:cubicBezTo>
                    <a:pt x="100097" y="67336"/>
                    <a:pt x="107666" y="56423"/>
                    <a:pt x="107666" y="40495"/>
                  </a:cubicBezTo>
                  <a:cubicBezTo>
                    <a:pt x="107666" y="16603"/>
                    <a:pt x="88289" y="85"/>
                    <a:pt x="60436" y="85"/>
                  </a:cubicBezTo>
                  <a:cubicBezTo>
                    <a:pt x="45298" y="85"/>
                    <a:pt x="31977" y="5099"/>
                    <a:pt x="21078" y="14538"/>
                  </a:cubicBezTo>
                  <a:cubicBezTo>
                    <a:pt x="11995" y="22502"/>
                    <a:pt x="7454" y="30171"/>
                    <a:pt x="793" y="47869"/>
                  </a:cubicBezTo>
                  <a:lnTo>
                    <a:pt x="5335" y="49049"/>
                  </a:lnTo>
                  <a:cubicBezTo>
                    <a:pt x="17748" y="27516"/>
                    <a:pt x="31372" y="17783"/>
                    <a:pt x="50445" y="17783"/>
                  </a:cubicBezTo>
                  <a:cubicBezTo>
                    <a:pt x="70124" y="17783"/>
                    <a:pt x="83748" y="30761"/>
                    <a:pt x="83748" y="49344"/>
                  </a:cubicBezTo>
                  <a:cubicBezTo>
                    <a:pt x="83748" y="59962"/>
                    <a:pt x="79207" y="70581"/>
                    <a:pt x="71638" y="77955"/>
                  </a:cubicBezTo>
                  <a:cubicBezTo>
                    <a:pt x="62555" y="86804"/>
                    <a:pt x="54078" y="91228"/>
                    <a:pt x="33491" y="98308"/>
                  </a:cubicBezTo>
                  <a:lnTo>
                    <a:pt x="33491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2C53C80-E211-FA70-C2F6-D70DA8DFA561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8425374" y="4857196"/>
              <a:ext cx="139267" cy="199395"/>
            </a:xfrm>
            <a:custGeom>
              <a:avLst/>
              <a:gdLst>
                <a:gd name="connsiteX0" fmla="*/ 139460 w 139267"/>
                <a:gd name="connsiteY0" fmla="*/ 131344 h 199395"/>
                <a:gd name="connsiteX1" fmla="*/ 108579 w 139267"/>
                <a:gd name="connsiteY1" fmla="*/ 131344 h 199395"/>
                <a:gd name="connsiteX2" fmla="*/ 108579 w 139267"/>
                <a:gd name="connsiteY2" fmla="*/ 85 h 199395"/>
                <a:gd name="connsiteX3" fmla="*/ 95258 w 139267"/>
                <a:gd name="connsiteY3" fmla="*/ 85 h 199395"/>
                <a:gd name="connsiteX4" fmla="*/ 193 w 139267"/>
                <a:gd name="connsiteY4" fmla="*/ 131344 h 199395"/>
                <a:gd name="connsiteX5" fmla="*/ 193 w 139267"/>
                <a:gd name="connsiteY5" fmla="*/ 150221 h 199395"/>
                <a:gd name="connsiteX6" fmla="*/ 85267 w 139267"/>
                <a:gd name="connsiteY6" fmla="*/ 150221 h 199395"/>
                <a:gd name="connsiteX7" fmla="*/ 85267 w 139267"/>
                <a:gd name="connsiteY7" fmla="*/ 199480 h 199395"/>
                <a:gd name="connsiteX8" fmla="*/ 108579 w 139267"/>
                <a:gd name="connsiteY8" fmla="*/ 199480 h 199395"/>
                <a:gd name="connsiteX9" fmla="*/ 108579 w 139267"/>
                <a:gd name="connsiteY9" fmla="*/ 150221 h 199395"/>
                <a:gd name="connsiteX10" fmla="*/ 139460 w 139267"/>
                <a:gd name="connsiteY10" fmla="*/ 150221 h 199395"/>
                <a:gd name="connsiteX11" fmla="*/ 139460 w 139267"/>
                <a:gd name="connsiteY11" fmla="*/ 131344 h 199395"/>
                <a:gd name="connsiteX12" fmla="*/ 84964 w 139267"/>
                <a:gd name="connsiteY12" fmla="*/ 131344 h 199395"/>
                <a:gd name="connsiteX13" fmla="*/ 12303 w 139267"/>
                <a:gd name="connsiteY13" fmla="*/ 131344 h 199395"/>
                <a:gd name="connsiteX14" fmla="*/ 84964 w 139267"/>
                <a:gd name="connsiteY14" fmla="*/ 30171 h 199395"/>
                <a:gd name="connsiteX15" fmla="*/ 84964 w 139267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67" h="199395">
                  <a:moveTo>
                    <a:pt x="139460" y="131344"/>
                  </a:moveTo>
                  <a:lnTo>
                    <a:pt x="108579" y="131344"/>
                  </a:lnTo>
                  <a:lnTo>
                    <a:pt x="108579" y="85"/>
                  </a:lnTo>
                  <a:lnTo>
                    <a:pt x="95258" y="85"/>
                  </a:lnTo>
                  <a:lnTo>
                    <a:pt x="193" y="131344"/>
                  </a:lnTo>
                  <a:lnTo>
                    <a:pt x="193" y="150221"/>
                  </a:lnTo>
                  <a:lnTo>
                    <a:pt x="85267" y="150221"/>
                  </a:lnTo>
                  <a:lnTo>
                    <a:pt x="85267" y="199480"/>
                  </a:lnTo>
                  <a:lnTo>
                    <a:pt x="108579" y="199480"/>
                  </a:lnTo>
                  <a:lnTo>
                    <a:pt x="108579" y="150221"/>
                  </a:lnTo>
                  <a:lnTo>
                    <a:pt x="139460" y="150221"/>
                  </a:lnTo>
                  <a:lnTo>
                    <a:pt x="139460" y="131344"/>
                  </a:lnTo>
                  <a:close/>
                  <a:moveTo>
                    <a:pt x="84964" y="131344"/>
                  </a:moveTo>
                  <a:lnTo>
                    <a:pt x="12303" y="131344"/>
                  </a:lnTo>
                  <a:lnTo>
                    <a:pt x="84964" y="30171"/>
                  </a:lnTo>
                  <a:lnTo>
                    <a:pt x="84964" y="131344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68A1F87-5C7B-DAB5-09CC-79946F9961A0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8582768" y="4857196"/>
              <a:ext cx="129881" cy="205884"/>
            </a:xfrm>
            <a:custGeom>
              <a:avLst/>
              <a:gdLst>
                <a:gd name="connsiteX0" fmla="*/ 8978 w 129881"/>
                <a:gd name="connsiteY0" fmla="*/ 205969 h 205884"/>
                <a:gd name="connsiteX1" fmla="*/ 80125 w 129881"/>
                <a:gd name="connsiteY1" fmla="*/ 182077 h 205884"/>
                <a:gd name="connsiteX2" fmla="*/ 130080 w 129881"/>
                <a:gd name="connsiteY2" fmla="*/ 83264 h 205884"/>
                <a:gd name="connsiteX3" fmla="*/ 63171 w 129881"/>
                <a:gd name="connsiteY3" fmla="*/ 85 h 205884"/>
                <a:gd name="connsiteX4" fmla="*/ 198 w 129881"/>
                <a:gd name="connsiteY4" fmla="*/ 69696 h 205884"/>
                <a:gd name="connsiteX5" fmla="*/ 54694 w 129881"/>
                <a:gd name="connsiteY5" fmla="*/ 129574 h 205884"/>
                <a:gd name="connsiteX6" fmla="*/ 100107 w 129881"/>
                <a:gd name="connsiteY6" fmla="*/ 112761 h 205884"/>
                <a:gd name="connsiteX7" fmla="*/ 8069 w 129881"/>
                <a:gd name="connsiteY7" fmla="*/ 200070 h 205884"/>
                <a:gd name="connsiteX8" fmla="*/ 8978 w 129881"/>
                <a:gd name="connsiteY8" fmla="*/ 205969 h 205884"/>
                <a:gd name="connsiteX9" fmla="*/ 100712 w 129881"/>
                <a:gd name="connsiteY9" fmla="*/ 94768 h 205884"/>
                <a:gd name="connsiteX10" fmla="*/ 96171 w 129881"/>
                <a:gd name="connsiteY10" fmla="*/ 105977 h 205884"/>
                <a:gd name="connsiteX11" fmla="*/ 65593 w 129881"/>
                <a:gd name="connsiteY11" fmla="*/ 116890 h 205884"/>
                <a:gd name="connsiteX12" fmla="*/ 28051 w 129881"/>
                <a:gd name="connsiteY12" fmla="*/ 59667 h 205884"/>
                <a:gd name="connsiteX13" fmla="*/ 39253 w 129881"/>
                <a:gd name="connsiteY13" fmla="*/ 17488 h 205884"/>
                <a:gd name="connsiteX14" fmla="*/ 60749 w 129881"/>
                <a:gd name="connsiteY14" fmla="*/ 8344 h 205884"/>
                <a:gd name="connsiteX15" fmla="*/ 100712 w 129881"/>
                <a:gd name="connsiteY15" fmla="*/ 83264 h 205884"/>
                <a:gd name="connsiteX16" fmla="*/ 100712 w 129881"/>
                <a:gd name="connsiteY16" fmla="*/ 94768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881" h="205884">
                  <a:moveTo>
                    <a:pt x="8978" y="205969"/>
                  </a:moveTo>
                  <a:cubicBezTo>
                    <a:pt x="42886" y="202135"/>
                    <a:pt x="59538" y="196530"/>
                    <a:pt x="80125" y="182077"/>
                  </a:cubicBezTo>
                  <a:cubicBezTo>
                    <a:pt x="111611" y="159660"/>
                    <a:pt x="130080" y="123085"/>
                    <a:pt x="130080" y="83264"/>
                  </a:cubicBezTo>
                  <a:cubicBezTo>
                    <a:pt x="130080" y="34595"/>
                    <a:pt x="102226" y="85"/>
                    <a:pt x="63171" y="85"/>
                  </a:cubicBezTo>
                  <a:cubicBezTo>
                    <a:pt x="27143" y="85"/>
                    <a:pt x="198" y="29876"/>
                    <a:pt x="198" y="69696"/>
                  </a:cubicBezTo>
                  <a:cubicBezTo>
                    <a:pt x="198" y="105682"/>
                    <a:pt x="21996" y="129574"/>
                    <a:pt x="54694" y="129574"/>
                  </a:cubicBezTo>
                  <a:cubicBezTo>
                    <a:pt x="71345" y="129574"/>
                    <a:pt x="84061" y="124854"/>
                    <a:pt x="100107" y="112761"/>
                  </a:cubicBezTo>
                  <a:cubicBezTo>
                    <a:pt x="87694" y="160840"/>
                    <a:pt x="54088" y="192401"/>
                    <a:pt x="8069" y="200070"/>
                  </a:cubicBezTo>
                  <a:lnTo>
                    <a:pt x="8978" y="205969"/>
                  </a:lnTo>
                  <a:close/>
                  <a:moveTo>
                    <a:pt x="100712" y="94768"/>
                  </a:moveTo>
                  <a:cubicBezTo>
                    <a:pt x="100712" y="100667"/>
                    <a:pt x="99501" y="103322"/>
                    <a:pt x="96171" y="105977"/>
                  </a:cubicBezTo>
                  <a:cubicBezTo>
                    <a:pt x="87694" y="113056"/>
                    <a:pt x="76492" y="116890"/>
                    <a:pt x="65593" y="116890"/>
                  </a:cubicBezTo>
                  <a:cubicBezTo>
                    <a:pt x="42583" y="116890"/>
                    <a:pt x="28051" y="94768"/>
                    <a:pt x="28051" y="59667"/>
                  </a:cubicBezTo>
                  <a:cubicBezTo>
                    <a:pt x="28051" y="42854"/>
                    <a:pt x="32895" y="25157"/>
                    <a:pt x="39253" y="17488"/>
                  </a:cubicBezTo>
                  <a:cubicBezTo>
                    <a:pt x="44400" y="11588"/>
                    <a:pt x="51969" y="8344"/>
                    <a:pt x="60749" y="8344"/>
                  </a:cubicBezTo>
                  <a:cubicBezTo>
                    <a:pt x="87088" y="8344"/>
                    <a:pt x="100712" y="33711"/>
                    <a:pt x="100712" y="83264"/>
                  </a:cubicBezTo>
                  <a:lnTo>
                    <a:pt x="100712" y="94768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DC73FA6-44C9-8E8A-E410-9F570856494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759236" y="4857196"/>
              <a:ext cx="85679" cy="199395"/>
            </a:xfrm>
            <a:custGeom>
              <a:avLst/>
              <a:gdLst>
                <a:gd name="connsiteX0" fmla="*/ 54699 w 85679"/>
                <a:gd name="connsiteY0" fmla="*/ 85 h 199395"/>
                <a:gd name="connsiteX1" fmla="*/ 203 w 85679"/>
                <a:gd name="connsiteY1" fmla="*/ 26926 h 199395"/>
                <a:gd name="connsiteX2" fmla="*/ 203 w 85679"/>
                <a:gd name="connsiteY2" fmla="*/ 31056 h 199395"/>
                <a:gd name="connsiteX3" fmla="*/ 8377 w 85679"/>
                <a:gd name="connsiteY3" fmla="*/ 27811 h 199395"/>
                <a:gd name="connsiteX4" fmla="*/ 22001 w 85679"/>
                <a:gd name="connsiteY4" fmla="*/ 24567 h 199395"/>
                <a:gd name="connsiteX5" fmla="*/ 31084 w 85679"/>
                <a:gd name="connsiteY5" fmla="*/ 38430 h 199395"/>
                <a:gd name="connsiteX6" fmla="*/ 31084 w 85679"/>
                <a:gd name="connsiteY6" fmla="*/ 172048 h 199395"/>
                <a:gd name="connsiteX7" fmla="*/ 23818 w 85679"/>
                <a:gd name="connsiteY7" fmla="*/ 191221 h 199395"/>
                <a:gd name="connsiteX8" fmla="*/ 2322 w 85679"/>
                <a:gd name="connsiteY8" fmla="*/ 195056 h 199395"/>
                <a:gd name="connsiteX9" fmla="*/ 2322 w 85679"/>
                <a:gd name="connsiteY9" fmla="*/ 199480 h 199395"/>
                <a:gd name="connsiteX10" fmla="*/ 85882 w 85679"/>
                <a:gd name="connsiteY10" fmla="*/ 199480 h 199395"/>
                <a:gd name="connsiteX11" fmla="*/ 85882 w 85679"/>
                <a:gd name="connsiteY11" fmla="*/ 195056 h 199395"/>
                <a:gd name="connsiteX12" fmla="*/ 57121 w 85679"/>
                <a:gd name="connsiteY12" fmla="*/ 177653 h 199395"/>
                <a:gd name="connsiteX13" fmla="*/ 57121 w 85679"/>
                <a:gd name="connsiteY13" fmla="*/ 675 h 199395"/>
                <a:gd name="connsiteX14" fmla="*/ 54699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699" y="85"/>
                  </a:moveTo>
                  <a:lnTo>
                    <a:pt x="203" y="26926"/>
                  </a:lnTo>
                  <a:lnTo>
                    <a:pt x="203" y="31056"/>
                  </a:lnTo>
                  <a:cubicBezTo>
                    <a:pt x="3836" y="29581"/>
                    <a:pt x="7166" y="28401"/>
                    <a:pt x="8377" y="27811"/>
                  </a:cubicBezTo>
                  <a:cubicBezTo>
                    <a:pt x="13827" y="25747"/>
                    <a:pt x="18974" y="24567"/>
                    <a:pt x="22001" y="24567"/>
                  </a:cubicBezTo>
                  <a:cubicBezTo>
                    <a:pt x="28359" y="24567"/>
                    <a:pt x="31084" y="28991"/>
                    <a:pt x="31084" y="38430"/>
                  </a:cubicBezTo>
                  <a:lnTo>
                    <a:pt x="31084" y="172048"/>
                  </a:lnTo>
                  <a:cubicBezTo>
                    <a:pt x="31084" y="181782"/>
                    <a:pt x="28662" y="188566"/>
                    <a:pt x="23818" y="191221"/>
                  </a:cubicBezTo>
                  <a:cubicBezTo>
                    <a:pt x="19276" y="193876"/>
                    <a:pt x="15038" y="194761"/>
                    <a:pt x="2322" y="195056"/>
                  </a:cubicBezTo>
                  <a:lnTo>
                    <a:pt x="2322" y="199480"/>
                  </a:lnTo>
                  <a:lnTo>
                    <a:pt x="85882" y="199480"/>
                  </a:lnTo>
                  <a:lnTo>
                    <a:pt x="85882" y="195056"/>
                  </a:lnTo>
                  <a:cubicBezTo>
                    <a:pt x="61965" y="194761"/>
                    <a:pt x="57121" y="191811"/>
                    <a:pt x="57121" y="177653"/>
                  </a:cubicBezTo>
                  <a:lnTo>
                    <a:pt x="57121" y="675"/>
                  </a:lnTo>
                  <a:lnTo>
                    <a:pt x="54699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6DC727E-6EB7-F360-BDED-29257418F705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894227" y="4835369"/>
              <a:ext cx="117771" cy="294963"/>
            </a:xfrm>
            <a:custGeom>
              <a:avLst/>
              <a:gdLst>
                <a:gd name="connsiteX0" fmla="*/ 116466 w 117771"/>
                <a:gd name="connsiteY0" fmla="*/ 11293 h 294963"/>
                <a:gd name="connsiteX1" fmla="*/ 117979 w 117771"/>
                <a:gd name="connsiteY1" fmla="*/ 5984 h 294963"/>
                <a:gd name="connsiteX2" fmla="*/ 111924 w 117771"/>
                <a:gd name="connsiteY2" fmla="*/ 85 h 294963"/>
                <a:gd name="connsiteX3" fmla="*/ 106777 w 117771"/>
                <a:gd name="connsiteY3" fmla="*/ 2739 h 294963"/>
                <a:gd name="connsiteX4" fmla="*/ 1722 w 117771"/>
                <a:gd name="connsiteY4" fmla="*/ 283840 h 294963"/>
                <a:gd name="connsiteX5" fmla="*/ 208 w 117771"/>
                <a:gd name="connsiteY5" fmla="*/ 289149 h 294963"/>
                <a:gd name="connsiteX6" fmla="*/ 6263 w 117771"/>
                <a:gd name="connsiteY6" fmla="*/ 295048 h 294963"/>
                <a:gd name="connsiteX7" fmla="*/ 12923 w 117771"/>
                <a:gd name="connsiteY7" fmla="*/ 287969 h 294963"/>
                <a:gd name="connsiteX8" fmla="*/ 116466 w 117771"/>
                <a:gd name="connsiteY8" fmla="*/ 11293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771" h="294963">
                  <a:moveTo>
                    <a:pt x="116466" y="11293"/>
                  </a:moveTo>
                  <a:cubicBezTo>
                    <a:pt x="117979" y="7459"/>
                    <a:pt x="117979" y="6279"/>
                    <a:pt x="117979" y="5984"/>
                  </a:cubicBezTo>
                  <a:cubicBezTo>
                    <a:pt x="117979" y="2739"/>
                    <a:pt x="115255" y="85"/>
                    <a:pt x="111924" y="85"/>
                  </a:cubicBezTo>
                  <a:cubicBezTo>
                    <a:pt x="109805" y="85"/>
                    <a:pt x="107686" y="970"/>
                    <a:pt x="106777" y="2739"/>
                  </a:cubicBezTo>
                  <a:lnTo>
                    <a:pt x="1722" y="283840"/>
                  </a:lnTo>
                  <a:cubicBezTo>
                    <a:pt x="208" y="287674"/>
                    <a:pt x="208" y="288854"/>
                    <a:pt x="208" y="289149"/>
                  </a:cubicBezTo>
                  <a:cubicBezTo>
                    <a:pt x="208" y="292394"/>
                    <a:pt x="2933" y="295048"/>
                    <a:pt x="6263" y="295048"/>
                  </a:cubicBezTo>
                  <a:cubicBezTo>
                    <a:pt x="10199" y="295048"/>
                    <a:pt x="11107" y="292984"/>
                    <a:pt x="12923" y="287969"/>
                  </a:cubicBezTo>
                  <a:lnTo>
                    <a:pt x="116466" y="11293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3FBA2FC-19ED-8D98-A525-4AFD5279154D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046475" y="4857196"/>
              <a:ext cx="117771" cy="203524"/>
            </a:xfrm>
            <a:custGeom>
              <a:avLst/>
              <a:gdLst>
                <a:gd name="connsiteX0" fmla="*/ 71057 w 117771"/>
                <a:gd name="connsiteY0" fmla="*/ 90049 h 203524"/>
                <a:gd name="connsiteX1" fmla="*/ 111626 w 117771"/>
                <a:gd name="connsiteY1" fmla="*/ 41970 h 203524"/>
                <a:gd name="connsiteX2" fmla="*/ 59553 w 117771"/>
                <a:gd name="connsiteY2" fmla="*/ 85 h 203524"/>
                <a:gd name="connsiteX3" fmla="*/ 2029 w 117771"/>
                <a:gd name="connsiteY3" fmla="*/ 46689 h 203524"/>
                <a:gd name="connsiteX4" fmla="*/ 39571 w 117771"/>
                <a:gd name="connsiteY4" fmla="*/ 101552 h 203524"/>
                <a:gd name="connsiteX5" fmla="*/ 213 w 117771"/>
                <a:gd name="connsiteY5" fmla="*/ 154941 h 203524"/>
                <a:gd name="connsiteX6" fmla="*/ 58342 w 117771"/>
                <a:gd name="connsiteY6" fmla="*/ 203610 h 203524"/>
                <a:gd name="connsiteX7" fmla="*/ 117984 w 117771"/>
                <a:gd name="connsiteY7" fmla="*/ 153761 h 203524"/>
                <a:gd name="connsiteX8" fmla="*/ 71057 w 117771"/>
                <a:gd name="connsiteY8" fmla="*/ 90049 h 203524"/>
                <a:gd name="connsiteX9" fmla="*/ 65608 w 117771"/>
                <a:gd name="connsiteY9" fmla="*/ 120430 h 203524"/>
                <a:gd name="connsiteX10" fmla="*/ 94975 w 117771"/>
                <a:gd name="connsiteY10" fmla="*/ 162905 h 203524"/>
                <a:gd name="connsiteX11" fmla="*/ 61672 w 117771"/>
                <a:gd name="connsiteY11" fmla="*/ 195351 h 203524"/>
                <a:gd name="connsiteX12" fmla="*/ 23222 w 117771"/>
                <a:gd name="connsiteY12" fmla="*/ 152581 h 203524"/>
                <a:gd name="connsiteX13" fmla="*/ 47442 w 117771"/>
                <a:gd name="connsiteY13" fmla="*/ 107451 h 203524"/>
                <a:gd name="connsiteX14" fmla="*/ 65608 w 117771"/>
                <a:gd name="connsiteY14" fmla="*/ 120430 h 203524"/>
                <a:gd name="connsiteX15" fmla="*/ 62277 w 117771"/>
                <a:gd name="connsiteY15" fmla="*/ 84739 h 203524"/>
                <a:gd name="connsiteX16" fmla="*/ 24433 w 117771"/>
                <a:gd name="connsiteY16" fmla="*/ 37545 h 203524"/>
                <a:gd name="connsiteX17" fmla="*/ 57131 w 117771"/>
                <a:gd name="connsiteY17" fmla="*/ 8344 h 203524"/>
                <a:gd name="connsiteX18" fmla="*/ 90736 w 117771"/>
                <a:gd name="connsiteY18" fmla="*/ 41675 h 203524"/>
                <a:gd name="connsiteX19" fmla="*/ 65002 w 117771"/>
                <a:gd name="connsiteY19" fmla="*/ 82969 h 203524"/>
                <a:gd name="connsiteX20" fmla="*/ 62277 w 117771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71" h="203524">
                  <a:moveTo>
                    <a:pt x="71057" y="90049"/>
                  </a:moveTo>
                  <a:cubicBezTo>
                    <a:pt x="101030" y="74416"/>
                    <a:pt x="111626" y="62027"/>
                    <a:pt x="111626" y="41970"/>
                  </a:cubicBezTo>
                  <a:cubicBezTo>
                    <a:pt x="111626" y="17783"/>
                    <a:pt x="89828" y="85"/>
                    <a:pt x="59553" y="85"/>
                  </a:cubicBezTo>
                  <a:cubicBezTo>
                    <a:pt x="26552" y="85"/>
                    <a:pt x="2029" y="19847"/>
                    <a:pt x="2029" y="46689"/>
                  </a:cubicBezTo>
                  <a:cubicBezTo>
                    <a:pt x="2029" y="65862"/>
                    <a:pt x="7782" y="74416"/>
                    <a:pt x="39571" y="101552"/>
                  </a:cubicBezTo>
                  <a:cubicBezTo>
                    <a:pt x="6873" y="125739"/>
                    <a:pt x="213" y="134883"/>
                    <a:pt x="213" y="154941"/>
                  </a:cubicBezTo>
                  <a:cubicBezTo>
                    <a:pt x="213" y="183552"/>
                    <a:pt x="24130" y="203610"/>
                    <a:pt x="58342" y="203610"/>
                  </a:cubicBezTo>
                  <a:cubicBezTo>
                    <a:pt x="94672" y="203610"/>
                    <a:pt x="117984" y="184142"/>
                    <a:pt x="117984" y="153761"/>
                  </a:cubicBezTo>
                  <a:cubicBezTo>
                    <a:pt x="117984" y="131049"/>
                    <a:pt x="107691" y="116595"/>
                    <a:pt x="71057" y="90049"/>
                  </a:cubicBezTo>
                  <a:close/>
                  <a:moveTo>
                    <a:pt x="65608" y="120430"/>
                  </a:moveTo>
                  <a:cubicBezTo>
                    <a:pt x="87709" y="135768"/>
                    <a:pt x="94975" y="146387"/>
                    <a:pt x="94975" y="162905"/>
                  </a:cubicBezTo>
                  <a:cubicBezTo>
                    <a:pt x="94975" y="182077"/>
                    <a:pt x="81351" y="195351"/>
                    <a:pt x="61672" y="195351"/>
                  </a:cubicBezTo>
                  <a:cubicBezTo>
                    <a:pt x="38663" y="195351"/>
                    <a:pt x="23222" y="178243"/>
                    <a:pt x="23222" y="152581"/>
                  </a:cubicBezTo>
                  <a:cubicBezTo>
                    <a:pt x="23222" y="133703"/>
                    <a:pt x="29883" y="121315"/>
                    <a:pt x="47442" y="107451"/>
                  </a:cubicBezTo>
                  <a:lnTo>
                    <a:pt x="65608" y="120430"/>
                  </a:lnTo>
                  <a:close/>
                  <a:moveTo>
                    <a:pt x="62277" y="84739"/>
                  </a:moveTo>
                  <a:cubicBezTo>
                    <a:pt x="35332" y="67631"/>
                    <a:pt x="24433" y="54063"/>
                    <a:pt x="24433" y="37545"/>
                  </a:cubicBezTo>
                  <a:cubicBezTo>
                    <a:pt x="24433" y="20437"/>
                    <a:pt x="38057" y="8344"/>
                    <a:pt x="57131" y="8344"/>
                  </a:cubicBezTo>
                  <a:cubicBezTo>
                    <a:pt x="77718" y="8344"/>
                    <a:pt x="90736" y="21322"/>
                    <a:pt x="90736" y="41675"/>
                  </a:cubicBezTo>
                  <a:cubicBezTo>
                    <a:pt x="90736" y="58487"/>
                    <a:pt x="82259" y="71761"/>
                    <a:pt x="65002" y="82969"/>
                  </a:cubicBezTo>
                  <a:cubicBezTo>
                    <a:pt x="63488" y="83854"/>
                    <a:pt x="63488" y="83854"/>
                    <a:pt x="62277" y="8473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A810E1A-CF25-9BAF-318C-7582978FFD0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9198722" y="4835369"/>
              <a:ext cx="70239" cy="294963"/>
            </a:xfrm>
            <a:custGeom>
              <a:avLst/>
              <a:gdLst>
                <a:gd name="connsiteX0" fmla="*/ 70457 w 70239"/>
                <a:gd name="connsiteY0" fmla="*/ 147567 h 294963"/>
                <a:gd name="connsiteX1" fmla="*/ 50475 w 70239"/>
                <a:gd name="connsiteY1" fmla="*/ 55538 h 294963"/>
                <a:gd name="connsiteX2" fmla="*/ 3245 w 70239"/>
                <a:gd name="connsiteY2" fmla="*/ 85 h 294963"/>
                <a:gd name="connsiteX3" fmla="*/ 218 w 70239"/>
                <a:gd name="connsiteY3" fmla="*/ 3034 h 294963"/>
                <a:gd name="connsiteX4" fmla="*/ 5970 w 70239"/>
                <a:gd name="connsiteY4" fmla="*/ 9818 h 294963"/>
                <a:gd name="connsiteX5" fmla="*/ 52897 w 70239"/>
                <a:gd name="connsiteY5" fmla="*/ 147567 h 294963"/>
                <a:gd name="connsiteX6" fmla="*/ 4154 w 70239"/>
                <a:gd name="connsiteY6" fmla="*/ 287084 h 294963"/>
                <a:gd name="connsiteX7" fmla="*/ 218 w 70239"/>
                <a:gd name="connsiteY7" fmla="*/ 292099 h 294963"/>
                <a:gd name="connsiteX8" fmla="*/ 3245 w 70239"/>
                <a:gd name="connsiteY8" fmla="*/ 295048 h 294963"/>
                <a:gd name="connsiteX9" fmla="*/ 51383 w 70239"/>
                <a:gd name="connsiteY9" fmla="*/ 237530 h 294963"/>
                <a:gd name="connsiteX10" fmla="*/ 70457 w 70239"/>
                <a:gd name="connsiteY10" fmla="*/ 14756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39" h="294963">
                  <a:moveTo>
                    <a:pt x="70457" y="147567"/>
                  </a:moveTo>
                  <a:cubicBezTo>
                    <a:pt x="70457" y="124559"/>
                    <a:pt x="67127" y="88869"/>
                    <a:pt x="50475" y="55538"/>
                  </a:cubicBezTo>
                  <a:cubicBezTo>
                    <a:pt x="32310" y="19257"/>
                    <a:pt x="6273" y="85"/>
                    <a:pt x="3245" y="85"/>
                  </a:cubicBezTo>
                  <a:cubicBezTo>
                    <a:pt x="1429" y="85"/>
                    <a:pt x="218" y="1265"/>
                    <a:pt x="218" y="3034"/>
                  </a:cubicBezTo>
                  <a:cubicBezTo>
                    <a:pt x="218" y="3919"/>
                    <a:pt x="218" y="4509"/>
                    <a:pt x="5970" y="9818"/>
                  </a:cubicBezTo>
                  <a:cubicBezTo>
                    <a:pt x="35640" y="39020"/>
                    <a:pt x="52897" y="85919"/>
                    <a:pt x="52897" y="147567"/>
                  </a:cubicBezTo>
                  <a:cubicBezTo>
                    <a:pt x="52897" y="198005"/>
                    <a:pt x="41695" y="249919"/>
                    <a:pt x="4154" y="287084"/>
                  </a:cubicBezTo>
                  <a:cubicBezTo>
                    <a:pt x="218" y="290624"/>
                    <a:pt x="218" y="291214"/>
                    <a:pt x="218" y="292099"/>
                  </a:cubicBezTo>
                  <a:cubicBezTo>
                    <a:pt x="218" y="293868"/>
                    <a:pt x="1429" y="295048"/>
                    <a:pt x="3245" y="295048"/>
                  </a:cubicBezTo>
                  <a:cubicBezTo>
                    <a:pt x="6273" y="295048"/>
                    <a:pt x="33521" y="274991"/>
                    <a:pt x="51383" y="237530"/>
                  </a:cubicBezTo>
                  <a:cubicBezTo>
                    <a:pt x="66824" y="205084"/>
                    <a:pt x="70457" y="172343"/>
                    <a:pt x="70457" y="147567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109AF83-AA75-7A27-ED50-5840E2F4155D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9335096" y="4835369"/>
              <a:ext cx="41477" cy="294963"/>
            </a:xfrm>
            <a:custGeom>
              <a:avLst/>
              <a:gdLst>
                <a:gd name="connsiteX0" fmla="*/ 41699 w 41477"/>
                <a:gd name="connsiteY0" fmla="*/ 295048 h 294963"/>
                <a:gd name="connsiteX1" fmla="*/ 41699 w 41477"/>
                <a:gd name="connsiteY1" fmla="*/ 283250 h 294963"/>
                <a:gd name="connsiteX2" fmla="*/ 12332 w 41477"/>
                <a:gd name="connsiteY2" fmla="*/ 283250 h 294963"/>
                <a:gd name="connsiteX3" fmla="*/ 12332 w 41477"/>
                <a:gd name="connsiteY3" fmla="*/ 11883 h 294963"/>
                <a:gd name="connsiteX4" fmla="*/ 41699 w 41477"/>
                <a:gd name="connsiteY4" fmla="*/ 11883 h 294963"/>
                <a:gd name="connsiteX5" fmla="*/ 41699 w 41477"/>
                <a:gd name="connsiteY5" fmla="*/ 85 h 294963"/>
                <a:gd name="connsiteX6" fmla="*/ 222 w 41477"/>
                <a:gd name="connsiteY6" fmla="*/ 85 h 294963"/>
                <a:gd name="connsiteX7" fmla="*/ 222 w 41477"/>
                <a:gd name="connsiteY7" fmla="*/ 295048 h 294963"/>
                <a:gd name="connsiteX8" fmla="*/ 41699 w 41477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77" h="294963">
                  <a:moveTo>
                    <a:pt x="41699" y="295048"/>
                  </a:moveTo>
                  <a:lnTo>
                    <a:pt x="41699" y="283250"/>
                  </a:lnTo>
                  <a:lnTo>
                    <a:pt x="12332" y="283250"/>
                  </a:lnTo>
                  <a:lnTo>
                    <a:pt x="12332" y="11883"/>
                  </a:lnTo>
                  <a:lnTo>
                    <a:pt x="41699" y="11883"/>
                  </a:lnTo>
                  <a:lnTo>
                    <a:pt x="41699" y="85"/>
                  </a:lnTo>
                  <a:lnTo>
                    <a:pt x="222" y="85"/>
                  </a:lnTo>
                  <a:lnTo>
                    <a:pt x="222" y="295048"/>
                  </a:lnTo>
                  <a:lnTo>
                    <a:pt x="41699" y="295048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03CC94-050F-7E6A-8B9D-C5C0F60E338F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9390812" y="4857196"/>
              <a:ext cx="136845" cy="203524"/>
            </a:xfrm>
            <a:custGeom>
              <a:avLst/>
              <a:gdLst>
                <a:gd name="connsiteX0" fmla="*/ 69858 w 136845"/>
                <a:gd name="connsiteY0" fmla="*/ 85 h 203524"/>
                <a:gd name="connsiteX1" fmla="*/ 29289 w 136845"/>
                <a:gd name="connsiteY1" fmla="*/ 15423 h 203524"/>
                <a:gd name="connsiteX2" fmla="*/ 224 w 136845"/>
                <a:gd name="connsiteY2" fmla="*/ 100372 h 203524"/>
                <a:gd name="connsiteX3" fmla="*/ 24445 w 136845"/>
                <a:gd name="connsiteY3" fmla="*/ 183552 h 203524"/>
                <a:gd name="connsiteX4" fmla="*/ 68647 w 136845"/>
                <a:gd name="connsiteY4" fmla="*/ 203610 h 203524"/>
                <a:gd name="connsiteX5" fmla="*/ 108005 w 136845"/>
                <a:gd name="connsiteY5" fmla="*/ 188271 h 203524"/>
                <a:gd name="connsiteX6" fmla="*/ 137069 w 136845"/>
                <a:gd name="connsiteY6" fmla="*/ 102142 h 203524"/>
                <a:gd name="connsiteX7" fmla="*/ 69858 w 136845"/>
                <a:gd name="connsiteY7" fmla="*/ 85 h 203524"/>
                <a:gd name="connsiteX8" fmla="*/ 68950 w 136845"/>
                <a:gd name="connsiteY8" fmla="*/ 7754 h 203524"/>
                <a:gd name="connsiteX9" fmla="*/ 108005 w 136845"/>
                <a:gd name="connsiteY9" fmla="*/ 102732 h 203524"/>
                <a:gd name="connsiteX10" fmla="*/ 68647 w 136845"/>
                <a:gd name="connsiteY10" fmla="*/ 195941 h 203524"/>
                <a:gd name="connsiteX11" fmla="*/ 29289 w 136845"/>
                <a:gd name="connsiteY11" fmla="*/ 103027 h 203524"/>
                <a:gd name="connsiteX12" fmla="*/ 68950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858" y="85"/>
                  </a:moveTo>
                  <a:cubicBezTo>
                    <a:pt x="53206" y="85"/>
                    <a:pt x="40491" y="5099"/>
                    <a:pt x="29289" y="15423"/>
                  </a:cubicBezTo>
                  <a:cubicBezTo>
                    <a:pt x="11729" y="31941"/>
                    <a:pt x="224" y="65862"/>
                    <a:pt x="224" y="100372"/>
                  </a:cubicBezTo>
                  <a:cubicBezTo>
                    <a:pt x="224" y="132523"/>
                    <a:pt x="10215" y="167034"/>
                    <a:pt x="24445" y="183552"/>
                  </a:cubicBezTo>
                  <a:cubicBezTo>
                    <a:pt x="35647" y="196530"/>
                    <a:pt x="51087" y="203610"/>
                    <a:pt x="68647" y="203610"/>
                  </a:cubicBezTo>
                  <a:cubicBezTo>
                    <a:pt x="84087" y="203610"/>
                    <a:pt x="97106" y="198595"/>
                    <a:pt x="108005" y="188271"/>
                  </a:cubicBezTo>
                  <a:cubicBezTo>
                    <a:pt x="125565" y="172048"/>
                    <a:pt x="137069" y="137833"/>
                    <a:pt x="137069" y="102142"/>
                  </a:cubicBezTo>
                  <a:cubicBezTo>
                    <a:pt x="137069" y="41675"/>
                    <a:pt x="109519" y="85"/>
                    <a:pt x="69858" y="85"/>
                  </a:cubicBezTo>
                  <a:close/>
                  <a:moveTo>
                    <a:pt x="68950" y="7754"/>
                  </a:moveTo>
                  <a:cubicBezTo>
                    <a:pt x="94381" y="7754"/>
                    <a:pt x="108005" y="41085"/>
                    <a:pt x="108005" y="102732"/>
                  </a:cubicBezTo>
                  <a:cubicBezTo>
                    <a:pt x="108005" y="164379"/>
                    <a:pt x="94684" y="195941"/>
                    <a:pt x="68647" y="195941"/>
                  </a:cubicBezTo>
                  <a:cubicBezTo>
                    <a:pt x="42610" y="195941"/>
                    <a:pt x="29289" y="164379"/>
                    <a:pt x="29289" y="103027"/>
                  </a:cubicBezTo>
                  <a:cubicBezTo>
                    <a:pt x="29289" y="40495"/>
                    <a:pt x="42913" y="7754"/>
                    <a:pt x="68950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19C705-FA3B-752E-C097-E3EBAB46CC9C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9561527" y="5025325"/>
              <a:ext cx="32092" cy="31266"/>
            </a:xfrm>
            <a:custGeom>
              <a:avLst/>
              <a:gdLst>
                <a:gd name="connsiteX0" fmla="*/ 32321 w 32092"/>
                <a:gd name="connsiteY0" fmla="*/ 15718 h 31266"/>
                <a:gd name="connsiteX1" fmla="*/ 16275 w 32092"/>
                <a:gd name="connsiteY1" fmla="*/ 85 h 31266"/>
                <a:gd name="connsiteX2" fmla="*/ 229 w 32092"/>
                <a:gd name="connsiteY2" fmla="*/ 15718 h 31266"/>
                <a:gd name="connsiteX3" fmla="*/ 16275 w 32092"/>
                <a:gd name="connsiteY3" fmla="*/ 31351 h 31266"/>
                <a:gd name="connsiteX4" fmla="*/ 32321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321" y="15718"/>
                  </a:moveTo>
                  <a:cubicBezTo>
                    <a:pt x="32321" y="7164"/>
                    <a:pt x="25055" y="85"/>
                    <a:pt x="16275" y="85"/>
                  </a:cubicBezTo>
                  <a:cubicBezTo>
                    <a:pt x="7495" y="85"/>
                    <a:pt x="229" y="7164"/>
                    <a:pt x="229" y="15718"/>
                  </a:cubicBezTo>
                  <a:cubicBezTo>
                    <a:pt x="229" y="24272"/>
                    <a:pt x="7495" y="31351"/>
                    <a:pt x="16275" y="31351"/>
                  </a:cubicBezTo>
                  <a:cubicBezTo>
                    <a:pt x="25055" y="31351"/>
                    <a:pt x="32321" y="24272"/>
                    <a:pt x="32321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805510E-AC58-CA42-D5F3-824129F3031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9678825" y="4884627"/>
              <a:ext cx="201331" cy="196445"/>
            </a:xfrm>
            <a:custGeom>
              <a:avLst/>
              <a:gdLst>
                <a:gd name="connsiteX0" fmla="*/ 107106 w 201331"/>
                <a:gd name="connsiteY0" fmla="*/ 104207 h 196445"/>
                <a:gd name="connsiteX1" fmla="*/ 191574 w 201331"/>
                <a:gd name="connsiteY1" fmla="*/ 104207 h 196445"/>
                <a:gd name="connsiteX2" fmla="*/ 201565 w 201331"/>
                <a:gd name="connsiteY2" fmla="*/ 98308 h 196445"/>
                <a:gd name="connsiteX3" fmla="*/ 191574 w 201331"/>
                <a:gd name="connsiteY3" fmla="*/ 92408 h 196445"/>
                <a:gd name="connsiteX4" fmla="*/ 107106 w 201331"/>
                <a:gd name="connsiteY4" fmla="*/ 92408 h 196445"/>
                <a:gd name="connsiteX5" fmla="*/ 107106 w 201331"/>
                <a:gd name="connsiteY5" fmla="*/ 9818 h 196445"/>
                <a:gd name="connsiteX6" fmla="*/ 101051 w 201331"/>
                <a:gd name="connsiteY6" fmla="*/ 85 h 196445"/>
                <a:gd name="connsiteX7" fmla="*/ 94996 w 201331"/>
                <a:gd name="connsiteY7" fmla="*/ 9818 h 196445"/>
                <a:gd name="connsiteX8" fmla="*/ 94996 w 201331"/>
                <a:gd name="connsiteY8" fmla="*/ 92408 h 196445"/>
                <a:gd name="connsiteX9" fmla="*/ 10224 w 201331"/>
                <a:gd name="connsiteY9" fmla="*/ 92408 h 196445"/>
                <a:gd name="connsiteX10" fmla="*/ 233 w 201331"/>
                <a:gd name="connsiteY10" fmla="*/ 98308 h 196445"/>
                <a:gd name="connsiteX11" fmla="*/ 10224 w 201331"/>
                <a:gd name="connsiteY11" fmla="*/ 104207 h 196445"/>
                <a:gd name="connsiteX12" fmla="*/ 94996 w 201331"/>
                <a:gd name="connsiteY12" fmla="*/ 104207 h 196445"/>
                <a:gd name="connsiteX13" fmla="*/ 94996 w 201331"/>
                <a:gd name="connsiteY13" fmla="*/ 186797 h 196445"/>
                <a:gd name="connsiteX14" fmla="*/ 101051 w 201331"/>
                <a:gd name="connsiteY14" fmla="*/ 196530 h 196445"/>
                <a:gd name="connsiteX15" fmla="*/ 107106 w 201331"/>
                <a:gd name="connsiteY15" fmla="*/ 186797 h 196445"/>
                <a:gd name="connsiteX16" fmla="*/ 107106 w 201331"/>
                <a:gd name="connsiteY16" fmla="*/ 104207 h 196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31" h="196445">
                  <a:moveTo>
                    <a:pt x="107106" y="104207"/>
                  </a:moveTo>
                  <a:lnTo>
                    <a:pt x="191574" y="104207"/>
                  </a:lnTo>
                  <a:cubicBezTo>
                    <a:pt x="195813" y="104207"/>
                    <a:pt x="201565" y="104207"/>
                    <a:pt x="201565" y="98308"/>
                  </a:cubicBezTo>
                  <a:cubicBezTo>
                    <a:pt x="201565" y="92408"/>
                    <a:pt x="195813" y="92408"/>
                    <a:pt x="191574" y="92408"/>
                  </a:cubicBezTo>
                  <a:lnTo>
                    <a:pt x="107106" y="92408"/>
                  </a:lnTo>
                  <a:lnTo>
                    <a:pt x="107106" y="9818"/>
                  </a:lnTo>
                  <a:cubicBezTo>
                    <a:pt x="107106" y="5689"/>
                    <a:pt x="107106" y="85"/>
                    <a:pt x="101051" y="85"/>
                  </a:cubicBezTo>
                  <a:cubicBezTo>
                    <a:pt x="94996" y="85"/>
                    <a:pt x="94996" y="5689"/>
                    <a:pt x="94996" y="9818"/>
                  </a:cubicBezTo>
                  <a:lnTo>
                    <a:pt x="94996" y="92408"/>
                  </a:lnTo>
                  <a:lnTo>
                    <a:pt x="10224" y="92408"/>
                  </a:lnTo>
                  <a:cubicBezTo>
                    <a:pt x="5986" y="92408"/>
                    <a:pt x="233" y="92408"/>
                    <a:pt x="233" y="98308"/>
                  </a:cubicBezTo>
                  <a:cubicBezTo>
                    <a:pt x="233" y="104207"/>
                    <a:pt x="5986" y="104207"/>
                    <a:pt x="10224" y="104207"/>
                  </a:cubicBezTo>
                  <a:lnTo>
                    <a:pt x="94996" y="104207"/>
                  </a:lnTo>
                  <a:lnTo>
                    <a:pt x="94996" y="186797"/>
                  </a:lnTo>
                  <a:cubicBezTo>
                    <a:pt x="94996" y="190926"/>
                    <a:pt x="94996" y="196530"/>
                    <a:pt x="101051" y="196530"/>
                  </a:cubicBezTo>
                  <a:cubicBezTo>
                    <a:pt x="107106" y="196530"/>
                    <a:pt x="107106" y="190926"/>
                    <a:pt x="107106" y="186797"/>
                  </a:cubicBezTo>
                  <a:lnTo>
                    <a:pt x="107106" y="104207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A28B20-E18B-4FF3-412B-CB779A24874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9953215" y="4857196"/>
              <a:ext cx="117771" cy="203524"/>
            </a:xfrm>
            <a:custGeom>
              <a:avLst/>
              <a:gdLst>
                <a:gd name="connsiteX0" fmla="*/ 33546 w 117771"/>
                <a:gd name="connsiteY0" fmla="*/ 102142 h 203524"/>
                <a:gd name="connsiteX1" fmla="*/ 65638 w 117771"/>
                <a:gd name="connsiteY1" fmla="*/ 105387 h 203524"/>
                <a:gd name="connsiteX2" fmla="*/ 96216 w 117771"/>
                <a:gd name="connsiteY2" fmla="*/ 149041 h 203524"/>
                <a:gd name="connsiteX3" fmla="*/ 56555 w 117771"/>
                <a:gd name="connsiteY3" fmla="*/ 192991 h 203524"/>
                <a:gd name="connsiteX4" fmla="*/ 31124 w 117771"/>
                <a:gd name="connsiteY4" fmla="*/ 183847 h 203524"/>
                <a:gd name="connsiteX5" fmla="*/ 11747 w 117771"/>
                <a:gd name="connsiteY5" fmla="*/ 176473 h 203524"/>
                <a:gd name="connsiteX6" fmla="*/ 243 w 117771"/>
                <a:gd name="connsiteY6" fmla="*/ 186797 h 203524"/>
                <a:gd name="connsiteX7" fmla="*/ 34454 w 117771"/>
                <a:gd name="connsiteY7" fmla="*/ 203610 h 203524"/>
                <a:gd name="connsiteX8" fmla="*/ 95913 w 117771"/>
                <a:gd name="connsiteY8" fmla="*/ 183847 h 203524"/>
                <a:gd name="connsiteX9" fmla="*/ 118014 w 117771"/>
                <a:gd name="connsiteY9" fmla="*/ 134883 h 203524"/>
                <a:gd name="connsiteX10" fmla="*/ 104390 w 117771"/>
                <a:gd name="connsiteY10" fmla="*/ 96833 h 203524"/>
                <a:gd name="connsiteX11" fmla="*/ 79262 w 117771"/>
                <a:gd name="connsiteY11" fmla="*/ 81200 h 203524"/>
                <a:gd name="connsiteX12" fmla="*/ 107720 w 117771"/>
                <a:gd name="connsiteY12" fmla="*/ 40495 h 203524"/>
                <a:gd name="connsiteX13" fmla="*/ 60491 w 117771"/>
                <a:gd name="connsiteY13" fmla="*/ 85 h 203524"/>
                <a:gd name="connsiteX14" fmla="*/ 21133 w 117771"/>
                <a:gd name="connsiteY14" fmla="*/ 14538 h 203524"/>
                <a:gd name="connsiteX15" fmla="*/ 848 w 117771"/>
                <a:gd name="connsiteY15" fmla="*/ 47869 h 203524"/>
                <a:gd name="connsiteX16" fmla="*/ 5389 w 117771"/>
                <a:gd name="connsiteY16" fmla="*/ 49049 h 203524"/>
                <a:gd name="connsiteX17" fmla="*/ 50500 w 117771"/>
                <a:gd name="connsiteY17" fmla="*/ 17783 h 203524"/>
                <a:gd name="connsiteX18" fmla="*/ 83803 w 117771"/>
                <a:gd name="connsiteY18" fmla="*/ 49344 h 203524"/>
                <a:gd name="connsiteX19" fmla="*/ 71693 w 117771"/>
                <a:gd name="connsiteY19" fmla="*/ 77955 h 203524"/>
                <a:gd name="connsiteX20" fmla="*/ 33546 w 117771"/>
                <a:gd name="connsiteY20" fmla="*/ 98308 h 203524"/>
                <a:gd name="connsiteX21" fmla="*/ 33546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546" y="102142"/>
                  </a:moveTo>
                  <a:cubicBezTo>
                    <a:pt x="51408" y="102142"/>
                    <a:pt x="58372" y="102732"/>
                    <a:pt x="65638" y="105387"/>
                  </a:cubicBezTo>
                  <a:cubicBezTo>
                    <a:pt x="84408" y="111876"/>
                    <a:pt x="96216" y="128689"/>
                    <a:pt x="96216" y="149041"/>
                  </a:cubicBezTo>
                  <a:cubicBezTo>
                    <a:pt x="96216" y="173818"/>
                    <a:pt x="78959" y="192991"/>
                    <a:pt x="56555" y="192991"/>
                  </a:cubicBezTo>
                  <a:cubicBezTo>
                    <a:pt x="48381" y="192991"/>
                    <a:pt x="42325" y="190926"/>
                    <a:pt x="31124" y="183847"/>
                  </a:cubicBezTo>
                  <a:cubicBezTo>
                    <a:pt x="22041" y="178538"/>
                    <a:pt x="16894" y="176473"/>
                    <a:pt x="11747" y="176473"/>
                  </a:cubicBezTo>
                  <a:cubicBezTo>
                    <a:pt x="4784" y="176473"/>
                    <a:pt x="243" y="180602"/>
                    <a:pt x="243" y="186797"/>
                  </a:cubicBezTo>
                  <a:cubicBezTo>
                    <a:pt x="243" y="197120"/>
                    <a:pt x="13261" y="203610"/>
                    <a:pt x="34454" y="203610"/>
                  </a:cubicBezTo>
                  <a:cubicBezTo>
                    <a:pt x="57766" y="203610"/>
                    <a:pt x="81684" y="195941"/>
                    <a:pt x="95913" y="183847"/>
                  </a:cubicBezTo>
                  <a:cubicBezTo>
                    <a:pt x="110143" y="171754"/>
                    <a:pt x="118014" y="154646"/>
                    <a:pt x="118014" y="134883"/>
                  </a:cubicBezTo>
                  <a:cubicBezTo>
                    <a:pt x="118014" y="119840"/>
                    <a:pt x="113170" y="105977"/>
                    <a:pt x="104390" y="96833"/>
                  </a:cubicBezTo>
                  <a:cubicBezTo>
                    <a:pt x="98335" y="90344"/>
                    <a:pt x="92583" y="86804"/>
                    <a:pt x="79262" y="81200"/>
                  </a:cubicBezTo>
                  <a:cubicBezTo>
                    <a:pt x="100152" y="67336"/>
                    <a:pt x="107720" y="56423"/>
                    <a:pt x="107720" y="40495"/>
                  </a:cubicBezTo>
                  <a:cubicBezTo>
                    <a:pt x="107720" y="16603"/>
                    <a:pt x="88344" y="85"/>
                    <a:pt x="60491" y="85"/>
                  </a:cubicBezTo>
                  <a:cubicBezTo>
                    <a:pt x="45353" y="85"/>
                    <a:pt x="32032" y="5099"/>
                    <a:pt x="21133" y="14538"/>
                  </a:cubicBezTo>
                  <a:cubicBezTo>
                    <a:pt x="12050" y="22502"/>
                    <a:pt x="7509" y="30171"/>
                    <a:pt x="848" y="47869"/>
                  </a:cubicBezTo>
                  <a:lnTo>
                    <a:pt x="5389" y="49049"/>
                  </a:lnTo>
                  <a:cubicBezTo>
                    <a:pt x="17802" y="27516"/>
                    <a:pt x="31426" y="17783"/>
                    <a:pt x="50500" y="17783"/>
                  </a:cubicBezTo>
                  <a:cubicBezTo>
                    <a:pt x="70179" y="17783"/>
                    <a:pt x="83803" y="30761"/>
                    <a:pt x="83803" y="49344"/>
                  </a:cubicBezTo>
                  <a:cubicBezTo>
                    <a:pt x="83803" y="59962"/>
                    <a:pt x="79262" y="70581"/>
                    <a:pt x="71693" y="77955"/>
                  </a:cubicBezTo>
                  <a:cubicBezTo>
                    <a:pt x="62610" y="86804"/>
                    <a:pt x="54133" y="91228"/>
                    <a:pt x="33546" y="98308"/>
                  </a:cubicBezTo>
                  <a:lnTo>
                    <a:pt x="33546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9720211-F9EB-A05B-5DFF-DCD5AF4721F1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0178852" y="4911764"/>
              <a:ext cx="146230" cy="142172"/>
            </a:xfrm>
            <a:custGeom>
              <a:avLst/>
              <a:gdLst>
                <a:gd name="connsiteX0" fmla="*/ 73516 w 146230"/>
                <a:gd name="connsiteY0" fmla="*/ 62912 h 142172"/>
                <a:gd name="connsiteX1" fmla="*/ 12965 w 146230"/>
                <a:gd name="connsiteY1" fmla="*/ 4214 h 142172"/>
                <a:gd name="connsiteX2" fmla="*/ 6304 w 146230"/>
                <a:gd name="connsiteY2" fmla="*/ 85 h 142172"/>
                <a:gd name="connsiteX3" fmla="*/ 249 w 146230"/>
                <a:gd name="connsiteY3" fmla="*/ 5984 h 142172"/>
                <a:gd name="connsiteX4" fmla="*/ 4185 w 146230"/>
                <a:gd name="connsiteY4" fmla="*/ 11883 h 142172"/>
                <a:gd name="connsiteX5" fmla="*/ 64736 w 146230"/>
                <a:gd name="connsiteY5" fmla="*/ 71171 h 142172"/>
                <a:gd name="connsiteX6" fmla="*/ 4185 w 146230"/>
                <a:gd name="connsiteY6" fmla="*/ 130459 h 142172"/>
                <a:gd name="connsiteX7" fmla="*/ 249 w 146230"/>
                <a:gd name="connsiteY7" fmla="*/ 136358 h 142172"/>
                <a:gd name="connsiteX8" fmla="*/ 6304 w 146230"/>
                <a:gd name="connsiteY8" fmla="*/ 142257 h 142172"/>
                <a:gd name="connsiteX9" fmla="*/ 12965 w 146230"/>
                <a:gd name="connsiteY9" fmla="*/ 138128 h 142172"/>
                <a:gd name="connsiteX10" fmla="*/ 73213 w 146230"/>
                <a:gd name="connsiteY10" fmla="*/ 79430 h 142172"/>
                <a:gd name="connsiteX11" fmla="*/ 135883 w 146230"/>
                <a:gd name="connsiteY11" fmla="*/ 140487 h 142172"/>
                <a:gd name="connsiteX12" fmla="*/ 140424 w 146230"/>
                <a:gd name="connsiteY12" fmla="*/ 142257 h 142172"/>
                <a:gd name="connsiteX13" fmla="*/ 146479 w 146230"/>
                <a:gd name="connsiteY13" fmla="*/ 136358 h 142172"/>
                <a:gd name="connsiteX14" fmla="*/ 145571 w 146230"/>
                <a:gd name="connsiteY14" fmla="*/ 133113 h 142172"/>
                <a:gd name="connsiteX15" fmla="*/ 81993 w 146230"/>
                <a:gd name="connsiteY15" fmla="*/ 71171 h 142172"/>
                <a:gd name="connsiteX16" fmla="*/ 137397 w 146230"/>
                <a:gd name="connsiteY16" fmla="*/ 17193 h 142172"/>
                <a:gd name="connsiteX17" fmla="*/ 144966 w 146230"/>
                <a:gd name="connsiteY17" fmla="*/ 9818 h 142172"/>
                <a:gd name="connsiteX18" fmla="*/ 146479 w 146230"/>
                <a:gd name="connsiteY18" fmla="*/ 5984 h 142172"/>
                <a:gd name="connsiteX19" fmla="*/ 140424 w 146230"/>
                <a:gd name="connsiteY19" fmla="*/ 85 h 142172"/>
                <a:gd name="connsiteX20" fmla="*/ 133461 w 146230"/>
                <a:gd name="connsiteY20" fmla="*/ 4509 h 142172"/>
                <a:gd name="connsiteX21" fmla="*/ 73516 w 146230"/>
                <a:gd name="connsiteY21" fmla="*/ 62912 h 14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230" h="142172">
                  <a:moveTo>
                    <a:pt x="73516" y="62912"/>
                  </a:moveTo>
                  <a:lnTo>
                    <a:pt x="12965" y="4214"/>
                  </a:lnTo>
                  <a:cubicBezTo>
                    <a:pt x="9332" y="675"/>
                    <a:pt x="8726" y="85"/>
                    <a:pt x="6304" y="85"/>
                  </a:cubicBezTo>
                  <a:cubicBezTo>
                    <a:pt x="3277" y="85"/>
                    <a:pt x="249" y="2739"/>
                    <a:pt x="249" y="5984"/>
                  </a:cubicBezTo>
                  <a:cubicBezTo>
                    <a:pt x="249" y="8049"/>
                    <a:pt x="854" y="8639"/>
                    <a:pt x="4185" y="11883"/>
                  </a:cubicBezTo>
                  <a:lnTo>
                    <a:pt x="64736" y="71171"/>
                  </a:lnTo>
                  <a:lnTo>
                    <a:pt x="4185" y="130459"/>
                  </a:lnTo>
                  <a:cubicBezTo>
                    <a:pt x="854" y="133703"/>
                    <a:pt x="249" y="134293"/>
                    <a:pt x="249" y="136358"/>
                  </a:cubicBezTo>
                  <a:cubicBezTo>
                    <a:pt x="249" y="139602"/>
                    <a:pt x="3277" y="142257"/>
                    <a:pt x="6304" y="142257"/>
                  </a:cubicBezTo>
                  <a:cubicBezTo>
                    <a:pt x="8726" y="142257"/>
                    <a:pt x="9332" y="141667"/>
                    <a:pt x="12965" y="138128"/>
                  </a:cubicBezTo>
                  <a:lnTo>
                    <a:pt x="73213" y="79430"/>
                  </a:lnTo>
                  <a:lnTo>
                    <a:pt x="135883" y="140487"/>
                  </a:lnTo>
                  <a:cubicBezTo>
                    <a:pt x="136489" y="140782"/>
                    <a:pt x="138608" y="142257"/>
                    <a:pt x="140424" y="142257"/>
                  </a:cubicBezTo>
                  <a:cubicBezTo>
                    <a:pt x="144057" y="142257"/>
                    <a:pt x="146479" y="139602"/>
                    <a:pt x="146479" y="136358"/>
                  </a:cubicBezTo>
                  <a:cubicBezTo>
                    <a:pt x="146479" y="135768"/>
                    <a:pt x="146479" y="134588"/>
                    <a:pt x="145571" y="133113"/>
                  </a:cubicBezTo>
                  <a:cubicBezTo>
                    <a:pt x="145268" y="132523"/>
                    <a:pt x="97130" y="86214"/>
                    <a:pt x="81993" y="71171"/>
                  </a:cubicBezTo>
                  <a:lnTo>
                    <a:pt x="137397" y="17193"/>
                  </a:lnTo>
                  <a:cubicBezTo>
                    <a:pt x="138911" y="15423"/>
                    <a:pt x="143452" y="11588"/>
                    <a:pt x="144966" y="9818"/>
                  </a:cubicBezTo>
                  <a:cubicBezTo>
                    <a:pt x="145268" y="9229"/>
                    <a:pt x="146479" y="8049"/>
                    <a:pt x="146479" y="5984"/>
                  </a:cubicBezTo>
                  <a:cubicBezTo>
                    <a:pt x="146479" y="2739"/>
                    <a:pt x="144057" y="85"/>
                    <a:pt x="140424" y="85"/>
                  </a:cubicBezTo>
                  <a:cubicBezTo>
                    <a:pt x="138002" y="85"/>
                    <a:pt x="136791" y="1265"/>
                    <a:pt x="133461" y="4509"/>
                  </a:cubicBezTo>
                  <a:lnTo>
                    <a:pt x="73516" y="6291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4C3DB8-C291-C8E3-2E79-C3EA49F3122E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0422361" y="4853656"/>
              <a:ext cx="122918" cy="207064"/>
            </a:xfrm>
            <a:custGeom>
              <a:avLst/>
              <a:gdLst>
                <a:gd name="connsiteX0" fmla="*/ 45369 w 122918"/>
                <a:gd name="connsiteY0" fmla="*/ 31056 h 207064"/>
                <a:gd name="connsiteX1" fmla="*/ 104708 w 122918"/>
                <a:gd name="connsiteY1" fmla="*/ 31056 h 207064"/>
                <a:gd name="connsiteX2" fmla="*/ 111672 w 122918"/>
                <a:gd name="connsiteY2" fmla="*/ 28401 h 207064"/>
                <a:gd name="connsiteX3" fmla="*/ 123176 w 122918"/>
                <a:gd name="connsiteY3" fmla="*/ 2149 h 207064"/>
                <a:gd name="connsiteX4" fmla="*/ 120452 w 122918"/>
                <a:gd name="connsiteY4" fmla="*/ 85 h 207064"/>
                <a:gd name="connsiteX5" fmla="*/ 106525 w 122918"/>
                <a:gd name="connsiteY5" fmla="*/ 7754 h 207064"/>
                <a:gd name="connsiteX6" fmla="*/ 43249 w 122918"/>
                <a:gd name="connsiteY6" fmla="*/ 7754 h 207064"/>
                <a:gd name="connsiteX7" fmla="*/ 10249 w 122918"/>
                <a:gd name="connsiteY7" fmla="*/ 77660 h 207064"/>
                <a:gd name="connsiteX8" fmla="*/ 9946 w 122918"/>
                <a:gd name="connsiteY8" fmla="*/ 79135 h 207064"/>
                <a:gd name="connsiteX9" fmla="*/ 13579 w 122918"/>
                <a:gd name="connsiteY9" fmla="*/ 81495 h 207064"/>
                <a:gd name="connsiteX10" fmla="*/ 47791 w 122918"/>
                <a:gd name="connsiteY10" fmla="*/ 87394 h 207064"/>
                <a:gd name="connsiteX11" fmla="*/ 98653 w 122918"/>
                <a:gd name="connsiteY11" fmla="*/ 145797 h 207064"/>
                <a:gd name="connsiteX12" fmla="*/ 56570 w 122918"/>
                <a:gd name="connsiteY12" fmla="*/ 196235 h 207064"/>
                <a:gd name="connsiteX13" fmla="*/ 36286 w 122918"/>
                <a:gd name="connsiteY13" fmla="*/ 187682 h 207064"/>
                <a:gd name="connsiteX14" fmla="*/ 13277 w 122918"/>
                <a:gd name="connsiteY14" fmla="*/ 177948 h 207064"/>
                <a:gd name="connsiteX15" fmla="*/ 258 w 122918"/>
                <a:gd name="connsiteY15" fmla="*/ 188861 h 207064"/>
                <a:gd name="connsiteX16" fmla="*/ 37194 w 122918"/>
                <a:gd name="connsiteY16" fmla="*/ 207149 h 207064"/>
                <a:gd name="connsiteX17" fmla="*/ 99562 w 122918"/>
                <a:gd name="connsiteY17" fmla="*/ 184142 h 207064"/>
                <a:gd name="connsiteX18" fmla="*/ 119846 w 122918"/>
                <a:gd name="connsiteY18" fmla="*/ 131638 h 207064"/>
                <a:gd name="connsiteX19" fmla="*/ 98956 w 122918"/>
                <a:gd name="connsiteY19" fmla="*/ 82085 h 207064"/>
                <a:gd name="connsiteX20" fmla="*/ 32653 w 122918"/>
                <a:gd name="connsiteY20" fmla="*/ 56128 h 207064"/>
                <a:gd name="connsiteX21" fmla="*/ 45369 w 122918"/>
                <a:gd name="connsiteY21" fmla="*/ 31056 h 20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918" h="207064">
                  <a:moveTo>
                    <a:pt x="45369" y="31056"/>
                  </a:moveTo>
                  <a:lnTo>
                    <a:pt x="104708" y="31056"/>
                  </a:lnTo>
                  <a:cubicBezTo>
                    <a:pt x="109553" y="31056"/>
                    <a:pt x="110764" y="30466"/>
                    <a:pt x="111672" y="28401"/>
                  </a:cubicBezTo>
                  <a:lnTo>
                    <a:pt x="123176" y="2149"/>
                  </a:lnTo>
                  <a:lnTo>
                    <a:pt x="120452" y="85"/>
                  </a:lnTo>
                  <a:cubicBezTo>
                    <a:pt x="115910" y="6279"/>
                    <a:pt x="112883" y="7754"/>
                    <a:pt x="106525" y="7754"/>
                  </a:cubicBezTo>
                  <a:lnTo>
                    <a:pt x="43249" y="7754"/>
                  </a:lnTo>
                  <a:lnTo>
                    <a:pt x="10249" y="77660"/>
                  </a:lnTo>
                  <a:cubicBezTo>
                    <a:pt x="9946" y="78250"/>
                    <a:pt x="9946" y="78545"/>
                    <a:pt x="9946" y="79135"/>
                  </a:cubicBezTo>
                  <a:cubicBezTo>
                    <a:pt x="9946" y="80610"/>
                    <a:pt x="11157" y="81495"/>
                    <a:pt x="13579" y="81495"/>
                  </a:cubicBezTo>
                  <a:cubicBezTo>
                    <a:pt x="23267" y="81495"/>
                    <a:pt x="35378" y="83559"/>
                    <a:pt x="47791" y="87394"/>
                  </a:cubicBezTo>
                  <a:cubicBezTo>
                    <a:pt x="82607" y="98308"/>
                    <a:pt x="98653" y="116595"/>
                    <a:pt x="98653" y="145797"/>
                  </a:cubicBezTo>
                  <a:cubicBezTo>
                    <a:pt x="98653" y="174113"/>
                    <a:pt x="80185" y="196235"/>
                    <a:pt x="56570" y="196235"/>
                  </a:cubicBezTo>
                  <a:cubicBezTo>
                    <a:pt x="50515" y="196235"/>
                    <a:pt x="45369" y="194171"/>
                    <a:pt x="36286" y="187682"/>
                  </a:cubicBezTo>
                  <a:cubicBezTo>
                    <a:pt x="26598" y="180897"/>
                    <a:pt x="19634" y="177948"/>
                    <a:pt x="13277" y="177948"/>
                  </a:cubicBezTo>
                  <a:cubicBezTo>
                    <a:pt x="4497" y="177948"/>
                    <a:pt x="258" y="181487"/>
                    <a:pt x="258" y="188861"/>
                  </a:cubicBezTo>
                  <a:cubicBezTo>
                    <a:pt x="258" y="200070"/>
                    <a:pt x="14488" y="207149"/>
                    <a:pt x="37194" y="207149"/>
                  </a:cubicBezTo>
                  <a:cubicBezTo>
                    <a:pt x="62626" y="207149"/>
                    <a:pt x="84424" y="199185"/>
                    <a:pt x="99562" y="184142"/>
                  </a:cubicBezTo>
                  <a:cubicBezTo>
                    <a:pt x="113488" y="170869"/>
                    <a:pt x="119846" y="154056"/>
                    <a:pt x="119846" y="131638"/>
                  </a:cubicBezTo>
                  <a:cubicBezTo>
                    <a:pt x="119846" y="110401"/>
                    <a:pt x="114094" y="96833"/>
                    <a:pt x="98956" y="82085"/>
                  </a:cubicBezTo>
                  <a:cubicBezTo>
                    <a:pt x="85635" y="69106"/>
                    <a:pt x="68378" y="62322"/>
                    <a:pt x="32653" y="56128"/>
                  </a:cubicBezTo>
                  <a:lnTo>
                    <a:pt x="45369" y="3105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4F7C878-31CF-4622-9334-44AA047277A0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0590654" y="5025325"/>
              <a:ext cx="32092" cy="31266"/>
            </a:xfrm>
            <a:custGeom>
              <a:avLst/>
              <a:gdLst>
                <a:gd name="connsiteX0" fmla="*/ 32355 w 32092"/>
                <a:gd name="connsiteY0" fmla="*/ 15718 h 31266"/>
                <a:gd name="connsiteX1" fmla="*/ 16309 w 32092"/>
                <a:gd name="connsiteY1" fmla="*/ 85 h 31266"/>
                <a:gd name="connsiteX2" fmla="*/ 263 w 32092"/>
                <a:gd name="connsiteY2" fmla="*/ 15718 h 31266"/>
                <a:gd name="connsiteX3" fmla="*/ 16309 w 32092"/>
                <a:gd name="connsiteY3" fmla="*/ 31351 h 31266"/>
                <a:gd name="connsiteX4" fmla="*/ 32355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355" y="15718"/>
                  </a:moveTo>
                  <a:cubicBezTo>
                    <a:pt x="32355" y="7164"/>
                    <a:pt x="25089" y="85"/>
                    <a:pt x="16309" y="85"/>
                  </a:cubicBezTo>
                  <a:cubicBezTo>
                    <a:pt x="7529" y="85"/>
                    <a:pt x="263" y="7164"/>
                    <a:pt x="263" y="15718"/>
                  </a:cubicBezTo>
                  <a:cubicBezTo>
                    <a:pt x="263" y="24272"/>
                    <a:pt x="7529" y="31351"/>
                    <a:pt x="16309" y="31351"/>
                  </a:cubicBezTo>
                  <a:cubicBezTo>
                    <a:pt x="25089" y="31351"/>
                    <a:pt x="32355" y="24272"/>
                    <a:pt x="32355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90660B5-BE23-4CA0-9F03-9AB917E5DDF3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0659085" y="4854836"/>
              <a:ext cx="131395" cy="205884"/>
            </a:xfrm>
            <a:custGeom>
              <a:avLst/>
              <a:gdLst>
                <a:gd name="connsiteX0" fmla="*/ 125001 w 131395"/>
                <a:gd name="connsiteY0" fmla="*/ 85 h 205884"/>
                <a:gd name="connsiteX1" fmla="*/ 50826 w 131395"/>
                <a:gd name="connsiteY1" fmla="*/ 23682 h 205884"/>
                <a:gd name="connsiteX2" fmla="*/ 266 w 131395"/>
                <a:gd name="connsiteY2" fmla="*/ 119545 h 205884"/>
                <a:gd name="connsiteX3" fmla="*/ 21459 w 131395"/>
                <a:gd name="connsiteY3" fmla="*/ 185912 h 205884"/>
                <a:gd name="connsiteX4" fmla="*/ 68083 w 131395"/>
                <a:gd name="connsiteY4" fmla="*/ 205969 h 205884"/>
                <a:gd name="connsiteX5" fmla="*/ 131661 w 131395"/>
                <a:gd name="connsiteY5" fmla="*/ 137243 h 205884"/>
                <a:gd name="connsiteX6" fmla="*/ 74743 w 131395"/>
                <a:gd name="connsiteY6" fmla="*/ 75595 h 205884"/>
                <a:gd name="connsiteX7" fmla="*/ 35991 w 131395"/>
                <a:gd name="connsiteY7" fmla="*/ 88869 h 205884"/>
                <a:gd name="connsiteX8" fmla="*/ 125606 w 131395"/>
                <a:gd name="connsiteY8" fmla="*/ 4804 h 205884"/>
                <a:gd name="connsiteX9" fmla="*/ 125001 w 131395"/>
                <a:gd name="connsiteY9" fmla="*/ 85 h 205884"/>
                <a:gd name="connsiteX10" fmla="*/ 63239 w 131395"/>
                <a:gd name="connsiteY10" fmla="*/ 89164 h 205884"/>
                <a:gd name="connsiteX11" fmla="*/ 104413 w 131395"/>
                <a:gd name="connsiteY11" fmla="*/ 147272 h 205884"/>
                <a:gd name="connsiteX12" fmla="*/ 71413 w 131395"/>
                <a:gd name="connsiteY12" fmla="*/ 197710 h 205884"/>
                <a:gd name="connsiteX13" fmla="*/ 28422 w 131395"/>
                <a:gd name="connsiteY13" fmla="*/ 124264 h 205884"/>
                <a:gd name="connsiteX14" fmla="*/ 36899 w 131395"/>
                <a:gd name="connsiteY14" fmla="*/ 96538 h 205884"/>
                <a:gd name="connsiteX15" fmla="*/ 63239 w 131395"/>
                <a:gd name="connsiteY15" fmla="*/ 89164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395" h="205884">
                  <a:moveTo>
                    <a:pt x="125001" y="85"/>
                  </a:moveTo>
                  <a:cubicBezTo>
                    <a:pt x="90487" y="3034"/>
                    <a:pt x="72927" y="8639"/>
                    <a:pt x="50826" y="23682"/>
                  </a:cubicBezTo>
                  <a:cubicBezTo>
                    <a:pt x="18128" y="46394"/>
                    <a:pt x="266" y="80020"/>
                    <a:pt x="266" y="119545"/>
                  </a:cubicBezTo>
                  <a:cubicBezTo>
                    <a:pt x="266" y="145207"/>
                    <a:pt x="8440" y="171164"/>
                    <a:pt x="21459" y="185912"/>
                  </a:cubicBezTo>
                  <a:cubicBezTo>
                    <a:pt x="32963" y="198890"/>
                    <a:pt x="49312" y="205969"/>
                    <a:pt x="68083" y="205969"/>
                  </a:cubicBezTo>
                  <a:cubicBezTo>
                    <a:pt x="105624" y="205969"/>
                    <a:pt x="131661" y="177948"/>
                    <a:pt x="131661" y="137243"/>
                  </a:cubicBezTo>
                  <a:cubicBezTo>
                    <a:pt x="131661" y="99487"/>
                    <a:pt x="109560" y="75595"/>
                    <a:pt x="74743" y="75595"/>
                  </a:cubicBezTo>
                  <a:cubicBezTo>
                    <a:pt x="61422" y="75595"/>
                    <a:pt x="55064" y="77660"/>
                    <a:pt x="35991" y="88869"/>
                  </a:cubicBezTo>
                  <a:cubicBezTo>
                    <a:pt x="44165" y="44329"/>
                    <a:pt x="78074" y="12473"/>
                    <a:pt x="125606" y="4804"/>
                  </a:cubicBezTo>
                  <a:lnTo>
                    <a:pt x="125001" y="85"/>
                  </a:lnTo>
                  <a:close/>
                  <a:moveTo>
                    <a:pt x="63239" y="89164"/>
                  </a:moveTo>
                  <a:cubicBezTo>
                    <a:pt x="89276" y="89164"/>
                    <a:pt x="104413" y="110401"/>
                    <a:pt x="104413" y="147272"/>
                  </a:cubicBezTo>
                  <a:cubicBezTo>
                    <a:pt x="104413" y="179718"/>
                    <a:pt x="92606" y="197710"/>
                    <a:pt x="71413" y="197710"/>
                  </a:cubicBezTo>
                  <a:cubicBezTo>
                    <a:pt x="44771" y="197710"/>
                    <a:pt x="28422" y="169984"/>
                    <a:pt x="28422" y="124264"/>
                  </a:cubicBezTo>
                  <a:cubicBezTo>
                    <a:pt x="28422" y="109221"/>
                    <a:pt x="30844" y="100962"/>
                    <a:pt x="36899" y="96538"/>
                  </a:cubicBezTo>
                  <a:cubicBezTo>
                    <a:pt x="43257" y="91818"/>
                    <a:pt x="52642" y="89164"/>
                    <a:pt x="63239" y="8916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91F9ED9-B9FB-C993-1C33-0D6AC71EA661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0806792" y="4861325"/>
              <a:ext cx="129881" cy="197625"/>
            </a:xfrm>
            <a:custGeom>
              <a:avLst/>
              <a:gdLst>
                <a:gd name="connsiteX0" fmla="*/ 130153 w 129881"/>
                <a:gd name="connsiteY0" fmla="*/ 85 h 197625"/>
                <a:gd name="connsiteX1" fmla="*/ 18133 w 129881"/>
                <a:gd name="connsiteY1" fmla="*/ 85 h 197625"/>
                <a:gd name="connsiteX2" fmla="*/ 271 w 129881"/>
                <a:gd name="connsiteY2" fmla="*/ 43444 h 197625"/>
                <a:gd name="connsiteX3" fmla="*/ 5418 w 129881"/>
                <a:gd name="connsiteY3" fmla="*/ 45804 h 197625"/>
                <a:gd name="connsiteX4" fmla="*/ 40537 w 129881"/>
                <a:gd name="connsiteY4" fmla="*/ 21912 h 197625"/>
                <a:gd name="connsiteX5" fmla="*/ 106235 w 129881"/>
                <a:gd name="connsiteY5" fmla="*/ 21912 h 197625"/>
                <a:gd name="connsiteX6" fmla="*/ 46290 w 129881"/>
                <a:gd name="connsiteY6" fmla="*/ 197710 h 197625"/>
                <a:gd name="connsiteX7" fmla="*/ 65969 w 129881"/>
                <a:gd name="connsiteY7" fmla="*/ 197710 h 197625"/>
                <a:gd name="connsiteX8" fmla="*/ 130153 w 129881"/>
                <a:gd name="connsiteY8" fmla="*/ 4804 h 197625"/>
                <a:gd name="connsiteX9" fmla="*/ 130153 w 129881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81" h="197625">
                  <a:moveTo>
                    <a:pt x="130153" y="85"/>
                  </a:moveTo>
                  <a:lnTo>
                    <a:pt x="18133" y="85"/>
                  </a:lnTo>
                  <a:lnTo>
                    <a:pt x="271" y="43444"/>
                  </a:lnTo>
                  <a:lnTo>
                    <a:pt x="5418" y="45804"/>
                  </a:lnTo>
                  <a:cubicBezTo>
                    <a:pt x="18436" y="25747"/>
                    <a:pt x="23886" y="21912"/>
                    <a:pt x="40537" y="21912"/>
                  </a:cubicBezTo>
                  <a:lnTo>
                    <a:pt x="106235" y="21912"/>
                  </a:lnTo>
                  <a:lnTo>
                    <a:pt x="46290" y="197710"/>
                  </a:lnTo>
                  <a:lnTo>
                    <a:pt x="65969" y="197710"/>
                  </a:lnTo>
                  <a:lnTo>
                    <a:pt x="130153" y="4804"/>
                  </a:lnTo>
                  <a:lnTo>
                    <a:pt x="130153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FB0969D-6E7B-E2CB-5383-CDCA3701EBDD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0986288" y="4857196"/>
              <a:ext cx="85679" cy="199395"/>
            </a:xfrm>
            <a:custGeom>
              <a:avLst/>
              <a:gdLst>
                <a:gd name="connsiteX0" fmla="*/ 54772 w 85679"/>
                <a:gd name="connsiteY0" fmla="*/ 85 h 199395"/>
                <a:gd name="connsiteX1" fmla="*/ 276 w 85679"/>
                <a:gd name="connsiteY1" fmla="*/ 26926 h 199395"/>
                <a:gd name="connsiteX2" fmla="*/ 276 w 85679"/>
                <a:gd name="connsiteY2" fmla="*/ 31056 h 199395"/>
                <a:gd name="connsiteX3" fmla="*/ 8450 w 85679"/>
                <a:gd name="connsiteY3" fmla="*/ 27811 h 199395"/>
                <a:gd name="connsiteX4" fmla="*/ 22074 w 85679"/>
                <a:gd name="connsiteY4" fmla="*/ 24567 h 199395"/>
                <a:gd name="connsiteX5" fmla="*/ 31157 w 85679"/>
                <a:gd name="connsiteY5" fmla="*/ 38430 h 199395"/>
                <a:gd name="connsiteX6" fmla="*/ 31157 w 85679"/>
                <a:gd name="connsiteY6" fmla="*/ 172048 h 199395"/>
                <a:gd name="connsiteX7" fmla="*/ 23891 w 85679"/>
                <a:gd name="connsiteY7" fmla="*/ 191221 h 199395"/>
                <a:gd name="connsiteX8" fmla="*/ 2395 w 85679"/>
                <a:gd name="connsiteY8" fmla="*/ 195056 h 199395"/>
                <a:gd name="connsiteX9" fmla="*/ 2395 w 85679"/>
                <a:gd name="connsiteY9" fmla="*/ 199480 h 199395"/>
                <a:gd name="connsiteX10" fmla="*/ 85955 w 85679"/>
                <a:gd name="connsiteY10" fmla="*/ 199480 h 199395"/>
                <a:gd name="connsiteX11" fmla="*/ 85955 w 85679"/>
                <a:gd name="connsiteY11" fmla="*/ 195056 h 199395"/>
                <a:gd name="connsiteX12" fmla="*/ 57194 w 85679"/>
                <a:gd name="connsiteY12" fmla="*/ 177653 h 199395"/>
                <a:gd name="connsiteX13" fmla="*/ 57194 w 85679"/>
                <a:gd name="connsiteY13" fmla="*/ 675 h 199395"/>
                <a:gd name="connsiteX14" fmla="*/ 54772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772" y="85"/>
                  </a:moveTo>
                  <a:lnTo>
                    <a:pt x="276" y="26926"/>
                  </a:lnTo>
                  <a:lnTo>
                    <a:pt x="276" y="31056"/>
                  </a:lnTo>
                  <a:cubicBezTo>
                    <a:pt x="3909" y="29581"/>
                    <a:pt x="7239" y="28401"/>
                    <a:pt x="8450" y="27811"/>
                  </a:cubicBezTo>
                  <a:cubicBezTo>
                    <a:pt x="13900" y="25747"/>
                    <a:pt x="19047" y="24567"/>
                    <a:pt x="22074" y="24567"/>
                  </a:cubicBezTo>
                  <a:cubicBezTo>
                    <a:pt x="28432" y="24567"/>
                    <a:pt x="31157" y="28991"/>
                    <a:pt x="31157" y="38430"/>
                  </a:cubicBezTo>
                  <a:lnTo>
                    <a:pt x="31157" y="172048"/>
                  </a:lnTo>
                  <a:cubicBezTo>
                    <a:pt x="31157" y="181782"/>
                    <a:pt x="28735" y="188566"/>
                    <a:pt x="23891" y="191221"/>
                  </a:cubicBezTo>
                  <a:cubicBezTo>
                    <a:pt x="19349" y="193876"/>
                    <a:pt x="15111" y="194761"/>
                    <a:pt x="2395" y="195056"/>
                  </a:cubicBezTo>
                  <a:lnTo>
                    <a:pt x="2395" y="199480"/>
                  </a:lnTo>
                  <a:lnTo>
                    <a:pt x="85955" y="199480"/>
                  </a:lnTo>
                  <a:lnTo>
                    <a:pt x="85955" y="195056"/>
                  </a:lnTo>
                  <a:cubicBezTo>
                    <a:pt x="62038" y="194761"/>
                    <a:pt x="57194" y="191811"/>
                    <a:pt x="57194" y="177653"/>
                  </a:cubicBezTo>
                  <a:lnTo>
                    <a:pt x="57194" y="675"/>
                  </a:lnTo>
                  <a:lnTo>
                    <a:pt x="54772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B3BD417-6F0C-1713-F087-2DF0F3856EC2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1117645" y="4857196"/>
              <a:ext cx="117771" cy="203524"/>
            </a:xfrm>
            <a:custGeom>
              <a:avLst/>
              <a:gdLst>
                <a:gd name="connsiteX0" fmla="*/ 33584 w 117771"/>
                <a:gd name="connsiteY0" fmla="*/ 102142 h 203524"/>
                <a:gd name="connsiteX1" fmla="*/ 65676 w 117771"/>
                <a:gd name="connsiteY1" fmla="*/ 105387 h 203524"/>
                <a:gd name="connsiteX2" fmla="*/ 96254 w 117771"/>
                <a:gd name="connsiteY2" fmla="*/ 149041 h 203524"/>
                <a:gd name="connsiteX3" fmla="*/ 56593 w 117771"/>
                <a:gd name="connsiteY3" fmla="*/ 192991 h 203524"/>
                <a:gd name="connsiteX4" fmla="*/ 31162 w 117771"/>
                <a:gd name="connsiteY4" fmla="*/ 183847 h 203524"/>
                <a:gd name="connsiteX5" fmla="*/ 11785 w 117771"/>
                <a:gd name="connsiteY5" fmla="*/ 176473 h 203524"/>
                <a:gd name="connsiteX6" fmla="*/ 281 w 117771"/>
                <a:gd name="connsiteY6" fmla="*/ 186797 h 203524"/>
                <a:gd name="connsiteX7" fmla="*/ 34492 w 117771"/>
                <a:gd name="connsiteY7" fmla="*/ 203610 h 203524"/>
                <a:gd name="connsiteX8" fmla="*/ 95951 w 117771"/>
                <a:gd name="connsiteY8" fmla="*/ 183847 h 203524"/>
                <a:gd name="connsiteX9" fmla="*/ 118052 w 117771"/>
                <a:gd name="connsiteY9" fmla="*/ 134883 h 203524"/>
                <a:gd name="connsiteX10" fmla="*/ 104428 w 117771"/>
                <a:gd name="connsiteY10" fmla="*/ 96833 h 203524"/>
                <a:gd name="connsiteX11" fmla="*/ 79300 w 117771"/>
                <a:gd name="connsiteY11" fmla="*/ 81200 h 203524"/>
                <a:gd name="connsiteX12" fmla="*/ 107759 w 117771"/>
                <a:gd name="connsiteY12" fmla="*/ 40495 h 203524"/>
                <a:gd name="connsiteX13" fmla="*/ 60529 w 117771"/>
                <a:gd name="connsiteY13" fmla="*/ 85 h 203524"/>
                <a:gd name="connsiteX14" fmla="*/ 21171 w 117771"/>
                <a:gd name="connsiteY14" fmla="*/ 14538 h 203524"/>
                <a:gd name="connsiteX15" fmla="*/ 886 w 117771"/>
                <a:gd name="connsiteY15" fmla="*/ 47869 h 203524"/>
                <a:gd name="connsiteX16" fmla="*/ 5428 w 117771"/>
                <a:gd name="connsiteY16" fmla="*/ 49049 h 203524"/>
                <a:gd name="connsiteX17" fmla="*/ 50538 w 117771"/>
                <a:gd name="connsiteY17" fmla="*/ 17783 h 203524"/>
                <a:gd name="connsiteX18" fmla="*/ 83841 w 117771"/>
                <a:gd name="connsiteY18" fmla="*/ 49344 h 203524"/>
                <a:gd name="connsiteX19" fmla="*/ 71731 w 117771"/>
                <a:gd name="connsiteY19" fmla="*/ 77955 h 203524"/>
                <a:gd name="connsiteX20" fmla="*/ 33584 w 117771"/>
                <a:gd name="connsiteY20" fmla="*/ 98308 h 203524"/>
                <a:gd name="connsiteX21" fmla="*/ 33584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584" y="102142"/>
                  </a:moveTo>
                  <a:cubicBezTo>
                    <a:pt x="51446" y="102142"/>
                    <a:pt x="58410" y="102732"/>
                    <a:pt x="65676" y="105387"/>
                  </a:cubicBezTo>
                  <a:cubicBezTo>
                    <a:pt x="84447" y="111876"/>
                    <a:pt x="96254" y="128689"/>
                    <a:pt x="96254" y="149041"/>
                  </a:cubicBezTo>
                  <a:cubicBezTo>
                    <a:pt x="96254" y="173818"/>
                    <a:pt x="78997" y="192991"/>
                    <a:pt x="56593" y="192991"/>
                  </a:cubicBezTo>
                  <a:cubicBezTo>
                    <a:pt x="48419" y="192991"/>
                    <a:pt x="42364" y="190926"/>
                    <a:pt x="31162" y="183847"/>
                  </a:cubicBezTo>
                  <a:cubicBezTo>
                    <a:pt x="22079" y="178538"/>
                    <a:pt x="16932" y="176473"/>
                    <a:pt x="11785" y="176473"/>
                  </a:cubicBezTo>
                  <a:cubicBezTo>
                    <a:pt x="4822" y="176473"/>
                    <a:pt x="281" y="180602"/>
                    <a:pt x="281" y="186797"/>
                  </a:cubicBezTo>
                  <a:cubicBezTo>
                    <a:pt x="281" y="197120"/>
                    <a:pt x="13299" y="203610"/>
                    <a:pt x="34492" y="203610"/>
                  </a:cubicBezTo>
                  <a:cubicBezTo>
                    <a:pt x="57804" y="203610"/>
                    <a:pt x="81722" y="195941"/>
                    <a:pt x="95951" y="183847"/>
                  </a:cubicBezTo>
                  <a:cubicBezTo>
                    <a:pt x="110181" y="171754"/>
                    <a:pt x="118052" y="154646"/>
                    <a:pt x="118052" y="134883"/>
                  </a:cubicBezTo>
                  <a:cubicBezTo>
                    <a:pt x="118052" y="119840"/>
                    <a:pt x="113208" y="105977"/>
                    <a:pt x="104428" y="96833"/>
                  </a:cubicBezTo>
                  <a:cubicBezTo>
                    <a:pt x="98373" y="90344"/>
                    <a:pt x="92621" y="86804"/>
                    <a:pt x="79300" y="81200"/>
                  </a:cubicBezTo>
                  <a:cubicBezTo>
                    <a:pt x="100190" y="67336"/>
                    <a:pt x="107759" y="56423"/>
                    <a:pt x="107759" y="40495"/>
                  </a:cubicBezTo>
                  <a:cubicBezTo>
                    <a:pt x="107759" y="16603"/>
                    <a:pt x="88382" y="85"/>
                    <a:pt x="60529" y="85"/>
                  </a:cubicBezTo>
                  <a:cubicBezTo>
                    <a:pt x="45391" y="85"/>
                    <a:pt x="32070" y="5099"/>
                    <a:pt x="21171" y="14538"/>
                  </a:cubicBezTo>
                  <a:cubicBezTo>
                    <a:pt x="12088" y="22502"/>
                    <a:pt x="7547" y="30171"/>
                    <a:pt x="886" y="47869"/>
                  </a:cubicBezTo>
                  <a:lnTo>
                    <a:pt x="5428" y="49049"/>
                  </a:lnTo>
                  <a:cubicBezTo>
                    <a:pt x="17841" y="27516"/>
                    <a:pt x="31464" y="17783"/>
                    <a:pt x="50538" y="17783"/>
                  </a:cubicBezTo>
                  <a:cubicBezTo>
                    <a:pt x="70217" y="17783"/>
                    <a:pt x="83841" y="30761"/>
                    <a:pt x="83841" y="49344"/>
                  </a:cubicBezTo>
                  <a:cubicBezTo>
                    <a:pt x="83841" y="59962"/>
                    <a:pt x="79300" y="70581"/>
                    <a:pt x="71731" y="77955"/>
                  </a:cubicBezTo>
                  <a:cubicBezTo>
                    <a:pt x="62648" y="86804"/>
                    <a:pt x="54171" y="91228"/>
                    <a:pt x="33584" y="98308"/>
                  </a:cubicBezTo>
                  <a:lnTo>
                    <a:pt x="33584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D64A19F-CE6B-7621-F746-F1F456C73F6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1323906" y="4976951"/>
              <a:ext cx="184983" cy="11798"/>
            </a:xfrm>
            <a:custGeom>
              <a:avLst/>
              <a:gdLst>
                <a:gd name="connsiteX0" fmla="*/ 174674 w 184983"/>
                <a:gd name="connsiteY0" fmla="*/ 11883 h 11798"/>
                <a:gd name="connsiteX1" fmla="*/ 185270 w 184983"/>
                <a:gd name="connsiteY1" fmla="*/ 5984 h 11798"/>
                <a:gd name="connsiteX2" fmla="*/ 174674 w 184983"/>
                <a:gd name="connsiteY2" fmla="*/ 85 h 11798"/>
                <a:gd name="connsiteX3" fmla="*/ 10884 w 184983"/>
                <a:gd name="connsiteY3" fmla="*/ 85 h 11798"/>
                <a:gd name="connsiteX4" fmla="*/ 287 w 184983"/>
                <a:gd name="connsiteY4" fmla="*/ 5984 h 11798"/>
                <a:gd name="connsiteX5" fmla="*/ 10884 w 184983"/>
                <a:gd name="connsiteY5" fmla="*/ 11883 h 11798"/>
                <a:gd name="connsiteX6" fmla="*/ 174674 w 184983"/>
                <a:gd name="connsiteY6" fmla="*/ 11883 h 1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83" h="11798">
                  <a:moveTo>
                    <a:pt x="174674" y="11883"/>
                  </a:moveTo>
                  <a:cubicBezTo>
                    <a:pt x="179821" y="11883"/>
                    <a:pt x="185270" y="11883"/>
                    <a:pt x="185270" y="5984"/>
                  </a:cubicBezTo>
                  <a:cubicBezTo>
                    <a:pt x="185270" y="85"/>
                    <a:pt x="179821" y="85"/>
                    <a:pt x="174674" y="85"/>
                  </a:cubicBezTo>
                  <a:lnTo>
                    <a:pt x="10884" y="85"/>
                  </a:lnTo>
                  <a:cubicBezTo>
                    <a:pt x="5737" y="85"/>
                    <a:pt x="287" y="85"/>
                    <a:pt x="287" y="5984"/>
                  </a:cubicBezTo>
                  <a:cubicBezTo>
                    <a:pt x="287" y="11883"/>
                    <a:pt x="5737" y="11883"/>
                    <a:pt x="10884" y="11883"/>
                  </a:cubicBezTo>
                  <a:lnTo>
                    <a:pt x="174674" y="11883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159DE8A-E822-A5C5-2AF0-8CEDF6328591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1610709" y="4857196"/>
              <a:ext cx="85679" cy="199395"/>
            </a:xfrm>
            <a:custGeom>
              <a:avLst/>
              <a:gdLst>
                <a:gd name="connsiteX0" fmla="*/ 54792 w 85679"/>
                <a:gd name="connsiteY0" fmla="*/ 85 h 199395"/>
                <a:gd name="connsiteX1" fmla="*/ 296 w 85679"/>
                <a:gd name="connsiteY1" fmla="*/ 26926 h 199395"/>
                <a:gd name="connsiteX2" fmla="*/ 296 w 85679"/>
                <a:gd name="connsiteY2" fmla="*/ 31056 h 199395"/>
                <a:gd name="connsiteX3" fmla="*/ 8471 w 85679"/>
                <a:gd name="connsiteY3" fmla="*/ 27811 h 199395"/>
                <a:gd name="connsiteX4" fmla="*/ 22095 w 85679"/>
                <a:gd name="connsiteY4" fmla="*/ 24567 h 199395"/>
                <a:gd name="connsiteX5" fmla="*/ 31177 w 85679"/>
                <a:gd name="connsiteY5" fmla="*/ 38430 h 199395"/>
                <a:gd name="connsiteX6" fmla="*/ 31177 w 85679"/>
                <a:gd name="connsiteY6" fmla="*/ 172048 h 199395"/>
                <a:gd name="connsiteX7" fmla="*/ 23911 w 85679"/>
                <a:gd name="connsiteY7" fmla="*/ 191221 h 199395"/>
                <a:gd name="connsiteX8" fmla="*/ 2416 w 85679"/>
                <a:gd name="connsiteY8" fmla="*/ 195056 h 199395"/>
                <a:gd name="connsiteX9" fmla="*/ 2416 w 85679"/>
                <a:gd name="connsiteY9" fmla="*/ 199480 h 199395"/>
                <a:gd name="connsiteX10" fmla="*/ 85976 w 85679"/>
                <a:gd name="connsiteY10" fmla="*/ 199480 h 199395"/>
                <a:gd name="connsiteX11" fmla="*/ 85976 w 85679"/>
                <a:gd name="connsiteY11" fmla="*/ 195056 h 199395"/>
                <a:gd name="connsiteX12" fmla="*/ 57214 w 85679"/>
                <a:gd name="connsiteY12" fmla="*/ 177653 h 199395"/>
                <a:gd name="connsiteX13" fmla="*/ 57214 w 85679"/>
                <a:gd name="connsiteY13" fmla="*/ 675 h 199395"/>
                <a:gd name="connsiteX14" fmla="*/ 54792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792" y="85"/>
                  </a:moveTo>
                  <a:lnTo>
                    <a:pt x="296" y="26926"/>
                  </a:lnTo>
                  <a:lnTo>
                    <a:pt x="296" y="31056"/>
                  </a:lnTo>
                  <a:cubicBezTo>
                    <a:pt x="3929" y="29581"/>
                    <a:pt x="7260" y="28401"/>
                    <a:pt x="8471" y="27811"/>
                  </a:cubicBezTo>
                  <a:cubicBezTo>
                    <a:pt x="13920" y="25747"/>
                    <a:pt x="19067" y="24567"/>
                    <a:pt x="22095" y="24567"/>
                  </a:cubicBezTo>
                  <a:cubicBezTo>
                    <a:pt x="28452" y="24567"/>
                    <a:pt x="31177" y="28991"/>
                    <a:pt x="31177" y="38430"/>
                  </a:cubicBezTo>
                  <a:lnTo>
                    <a:pt x="31177" y="172048"/>
                  </a:lnTo>
                  <a:cubicBezTo>
                    <a:pt x="31177" y="181782"/>
                    <a:pt x="28755" y="188566"/>
                    <a:pt x="23911" y="191221"/>
                  </a:cubicBezTo>
                  <a:cubicBezTo>
                    <a:pt x="19370" y="193876"/>
                    <a:pt x="15131" y="194761"/>
                    <a:pt x="2416" y="195056"/>
                  </a:cubicBezTo>
                  <a:lnTo>
                    <a:pt x="2416" y="199480"/>
                  </a:lnTo>
                  <a:lnTo>
                    <a:pt x="85976" y="199480"/>
                  </a:lnTo>
                  <a:lnTo>
                    <a:pt x="85976" y="195056"/>
                  </a:lnTo>
                  <a:cubicBezTo>
                    <a:pt x="62058" y="194761"/>
                    <a:pt x="57214" y="191811"/>
                    <a:pt x="57214" y="177653"/>
                  </a:cubicBezTo>
                  <a:lnTo>
                    <a:pt x="57214" y="675"/>
                  </a:lnTo>
                  <a:lnTo>
                    <a:pt x="54792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A7B113E-251B-6434-15F4-7138BBAF0B5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1755085" y="5025325"/>
              <a:ext cx="32092" cy="31266"/>
            </a:xfrm>
            <a:custGeom>
              <a:avLst/>
              <a:gdLst>
                <a:gd name="connsiteX0" fmla="*/ 32393 w 32092"/>
                <a:gd name="connsiteY0" fmla="*/ 15718 h 31266"/>
                <a:gd name="connsiteX1" fmla="*/ 16347 w 32092"/>
                <a:gd name="connsiteY1" fmla="*/ 85 h 31266"/>
                <a:gd name="connsiteX2" fmla="*/ 301 w 32092"/>
                <a:gd name="connsiteY2" fmla="*/ 15718 h 31266"/>
                <a:gd name="connsiteX3" fmla="*/ 16347 w 32092"/>
                <a:gd name="connsiteY3" fmla="*/ 31351 h 31266"/>
                <a:gd name="connsiteX4" fmla="*/ 32393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393" y="15718"/>
                  </a:moveTo>
                  <a:cubicBezTo>
                    <a:pt x="32393" y="7164"/>
                    <a:pt x="25127" y="85"/>
                    <a:pt x="16347" y="85"/>
                  </a:cubicBezTo>
                  <a:cubicBezTo>
                    <a:pt x="7567" y="85"/>
                    <a:pt x="301" y="7164"/>
                    <a:pt x="301" y="15718"/>
                  </a:cubicBezTo>
                  <a:cubicBezTo>
                    <a:pt x="301" y="24272"/>
                    <a:pt x="7567" y="31351"/>
                    <a:pt x="16347" y="31351"/>
                  </a:cubicBezTo>
                  <a:cubicBezTo>
                    <a:pt x="25127" y="31351"/>
                    <a:pt x="32393" y="24272"/>
                    <a:pt x="32393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258104-9B19-04DB-8332-3918FB113F93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1819277" y="4861325"/>
              <a:ext cx="129881" cy="197625"/>
            </a:xfrm>
            <a:custGeom>
              <a:avLst/>
              <a:gdLst>
                <a:gd name="connsiteX0" fmla="*/ 130186 w 129881"/>
                <a:gd name="connsiteY0" fmla="*/ 85 h 197625"/>
                <a:gd name="connsiteX1" fmla="*/ 18167 w 129881"/>
                <a:gd name="connsiteY1" fmla="*/ 85 h 197625"/>
                <a:gd name="connsiteX2" fmla="*/ 304 w 129881"/>
                <a:gd name="connsiteY2" fmla="*/ 43444 h 197625"/>
                <a:gd name="connsiteX3" fmla="*/ 5451 w 129881"/>
                <a:gd name="connsiteY3" fmla="*/ 45804 h 197625"/>
                <a:gd name="connsiteX4" fmla="*/ 40570 w 129881"/>
                <a:gd name="connsiteY4" fmla="*/ 21912 h 197625"/>
                <a:gd name="connsiteX5" fmla="*/ 106268 w 129881"/>
                <a:gd name="connsiteY5" fmla="*/ 21912 h 197625"/>
                <a:gd name="connsiteX6" fmla="*/ 46323 w 129881"/>
                <a:gd name="connsiteY6" fmla="*/ 197710 h 197625"/>
                <a:gd name="connsiteX7" fmla="*/ 66002 w 129881"/>
                <a:gd name="connsiteY7" fmla="*/ 197710 h 197625"/>
                <a:gd name="connsiteX8" fmla="*/ 130186 w 129881"/>
                <a:gd name="connsiteY8" fmla="*/ 4804 h 197625"/>
                <a:gd name="connsiteX9" fmla="*/ 130186 w 129881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81" h="197625">
                  <a:moveTo>
                    <a:pt x="130186" y="85"/>
                  </a:moveTo>
                  <a:lnTo>
                    <a:pt x="18167" y="85"/>
                  </a:lnTo>
                  <a:lnTo>
                    <a:pt x="304" y="43444"/>
                  </a:lnTo>
                  <a:lnTo>
                    <a:pt x="5451" y="45804"/>
                  </a:lnTo>
                  <a:cubicBezTo>
                    <a:pt x="18469" y="25747"/>
                    <a:pt x="23919" y="21912"/>
                    <a:pt x="40570" y="21912"/>
                  </a:cubicBezTo>
                  <a:lnTo>
                    <a:pt x="106268" y="21912"/>
                  </a:lnTo>
                  <a:lnTo>
                    <a:pt x="46323" y="197710"/>
                  </a:lnTo>
                  <a:lnTo>
                    <a:pt x="66002" y="197710"/>
                  </a:lnTo>
                  <a:lnTo>
                    <a:pt x="130186" y="4804"/>
                  </a:lnTo>
                  <a:lnTo>
                    <a:pt x="130186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F127EAA-832C-0A9A-9733-23D9589F28DD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1978186" y="4857196"/>
              <a:ext cx="117771" cy="203524"/>
            </a:xfrm>
            <a:custGeom>
              <a:avLst/>
              <a:gdLst>
                <a:gd name="connsiteX0" fmla="*/ 33612 w 117771"/>
                <a:gd name="connsiteY0" fmla="*/ 102142 h 203524"/>
                <a:gd name="connsiteX1" fmla="*/ 65704 w 117771"/>
                <a:gd name="connsiteY1" fmla="*/ 105387 h 203524"/>
                <a:gd name="connsiteX2" fmla="*/ 96282 w 117771"/>
                <a:gd name="connsiteY2" fmla="*/ 149041 h 203524"/>
                <a:gd name="connsiteX3" fmla="*/ 56621 w 117771"/>
                <a:gd name="connsiteY3" fmla="*/ 192991 h 203524"/>
                <a:gd name="connsiteX4" fmla="*/ 31190 w 117771"/>
                <a:gd name="connsiteY4" fmla="*/ 183847 h 203524"/>
                <a:gd name="connsiteX5" fmla="*/ 11814 w 117771"/>
                <a:gd name="connsiteY5" fmla="*/ 176473 h 203524"/>
                <a:gd name="connsiteX6" fmla="*/ 309 w 117771"/>
                <a:gd name="connsiteY6" fmla="*/ 186797 h 203524"/>
                <a:gd name="connsiteX7" fmla="*/ 34520 w 117771"/>
                <a:gd name="connsiteY7" fmla="*/ 203610 h 203524"/>
                <a:gd name="connsiteX8" fmla="*/ 95979 w 117771"/>
                <a:gd name="connsiteY8" fmla="*/ 183847 h 203524"/>
                <a:gd name="connsiteX9" fmla="*/ 118081 w 117771"/>
                <a:gd name="connsiteY9" fmla="*/ 134883 h 203524"/>
                <a:gd name="connsiteX10" fmla="*/ 104457 w 117771"/>
                <a:gd name="connsiteY10" fmla="*/ 96833 h 203524"/>
                <a:gd name="connsiteX11" fmla="*/ 79328 w 117771"/>
                <a:gd name="connsiteY11" fmla="*/ 81200 h 203524"/>
                <a:gd name="connsiteX12" fmla="*/ 107787 w 117771"/>
                <a:gd name="connsiteY12" fmla="*/ 40495 h 203524"/>
                <a:gd name="connsiteX13" fmla="*/ 60557 w 117771"/>
                <a:gd name="connsiteY13" fmla="*/ 85 h 203524"/>
                <a:gd name="connsiteX14" fmla="*/ 21199 w 117771"/>
                <a:gd name="connsiteY14" fmla="*/ 14538 h 203524"/>
                <a:gd name="connsiteX15" fmla="*/ 915 w 117771"/>
                <a:gd name="connsiteY15" fmla="*/ 47869 h 203524"/>
                <a:gd name="connsiteX16" fmla="*/ 5456 w 117771"/>
                <a:gd name="connsiteY16" fmla="*/ 49049 h 203524"/>
                <a:gd name="connsiteX17" fmla="*/ 50566 w 117771"/>
                <a:gd name="connsiteY17" fmla="*/ 17783 h 203524"/>
                <a:gd name="connsiteX18" fmla="*/ 83869 w 117771"/>
                <a:gd name="connsiteY18" fmla="*/ 49344 h 203524"/>
                <a:gd name="connsiteX19" fmla="*/ 71759 w 117771"/>
                <a:gd name="connsiteY19" fmla="*/ 77955 h 203524"/>
                <a:gd name="connsiteX20" fmla="*/ 33612 w 117771"/>
                <a:gd name="connsiteY20" fmla="*/ 98308 h 203524"/>
                <a:gd name="connsiteX21" fmla="*/ 33612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612" y="102142"/>
                  </a:moveTo>
                  <a:cubicBezTo>
                    <a:pt x="51475" y="102142"/>
                    <a:pt x="58438" y="102732"/>
                    <a:pt x="65704" y="105387"/>
                  </a:cubicBezTo>
                  <a:cubicBezTo>
                    <a:pt x="84475" y="111876"/>
                    <a:pt x="96282" y="128689"/>
                    <a:pt x="96282" y="149041"/>
                  </a:cubicBezTo>
                  <a:cubicBezTo>
                    <a:pt x="96282" y="173818"/>
                    <a:pt x="79025" y="192991"/>
                    <a:pt x="56621" y="192991"/>
                  </a:cubicBezTo>
                  <a:cubicBezTo>
                    <a:pt x="48447" y="192991"/>
                    <a:pt x="42392" y="190926"/>
                    <a:pt x="31190" y="183847"/>
                  </a:cubicBezTo>
                  <a:cubicBezTo>
                    <a:pt x="22107" y="178538"/>
                    <a:pt x="16960" y="176473"/>
                    <a:pt x="11814" y="176473"/>
                  </a:cubicBezTo>
                  <a:cubicBezTo>
                    <a:pt x="4850" y="176473"/>
                    <a:pt x="309" y="180602"/>
                    <a:pt x="309" y="186797"/>
                  </a:cubicBezTo>
                  <a:cubicBezTo>
                    <a:pt x="309" y="197120"/>
                    <a:pt x="13327" y="203610"/>
                    <a:pt x="34520" y="203610"/>
                  </a:cubicBezTo>
                  <a:cubicBezTo>
                    <a:pt x="57832" y="203610"/>
                    <a:pt x="81750" y="195941"/>
                    <a:pt x="95979" y="183847"/>
                  </a:cubicBezTo>
                  <a:cubicBezTo>
                    <a:pt x="110209" y="171754"/>
                    <a:pt x="118081" y="154646"/>
                    <a:pt x="118081" y="134883"/>
                  </a:cubicBezTo>
                  <a:cubicBezTo>
                    <a:pt x="118081" y="119840"/>
                    <a:pt x="113236" y="105977"/>
                    <a:pt x="104457" y="96833"/>
                  </a:cubicBezTo>
                  <a:cubicBezTo>
                    <a:pt x="98401" y="90344"/>
                    <a:pt x="92649" y="86804"/>
                    <a:pt x="79328" y="81200"/>
                  </a:cubicBezTo>
                  <a:cubicBezTo>
                    <a:pt x="100218" y="67336"/>
                    <a:pt x="107787" y="56423"/>
                    <a:pt x="107787" y="40495"/>
                  </a:cubicBezTo>
                  <a:cubicBezTo>
                    <a:pt x="107787" y="16603"/>
                    <a:pt x="88411" y="85"/>
                    <a:pt x="60557" y="85"/>
                  </a:cubicBezTo>
                  <a:cubicBezTo>
                    <a:pt x="45419" y="85"/>
                    <a:pt x="32098" y="5099"/>
                    <a:pt x="21199" y="14538"/>
                  </a:cubicBezTo>
                  <a:cubicBezTo>
                    <a:pt x="12116" y="22502"/>
                    <a:pt x="7575" y="30171"/>
                    <a:pt x="915" y="47869"/>
                  </a:cubicBezTo>
                  <a:lnTo>
                    <a:pt x="5456" y="49049"/>
                  </a:lnTo>
                  <a:cubicBezTo>
                    <a:pt x="17869" y="27516"/>
                    <a:pt x="31493" y="17783"/>
                    <a:pt x="50566" y="17783"/>
                  </a:cubicBezTo>
                  <a:cubicBezTo>
                    <a:pt x="70245" y="17783"/>
                    <a:pt x="83869" y="30761"/>
                    <a:pt x="83869" y="49344"/>
                  </a:cubicBezTo>
                  <a:cubicBezTo>
                    <a:pt x="83869" y="59962"/>
                    <a:pt x="79328" y="70581"/>
                    <a:pt x="71759" y="77955"/>
                  </a:cubicBezTo>
                  <a:cubicBezTo>
                    <a:pt x="62676" y="86804"/>
                    <a:pt x="54199" y="91228"/>
                    <a:pt x="33612" y="98308"/>
                  </a:cubicBezTo>
                  <a:lnTo>
                    <a:pt x="33612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418B9C5-018A-1E39-5213-1501FED143D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2126195" y="4857196"/>
              <a:ext cx="134725" cy="199395"/>
            </a:xfrm>
            <a:custGeom>
              <a:avLst/>
              <a:gdLst>
                <a:gd name="connsiteX0" fmla="*/ 135040 w 134725"/>
                <a:gd name="connsiteY0" fmla="*/ 159070 h 199395"/>
                <a:gd name="connsiteX1" fmla="*/ 131104 w 134725"/>
                <a:gd name="connsiteY1" fmla="*/ 157595 h 199395"/>
                <a:gd name="connsiteX2" fmla="*/ 102342 w 134725"/>
                <a:gd name="connsiteY2" fmla="*/ 177063 h 199395"/>
                <a:gd name="connsiteX3" fmla="*/ 29984 w 134725"/>
                <a:gd name="connsiteY3" fmla="*/ 177063 h 199395"/>
                <a:gd name="connsiteX4" fmla="*/ 80847 w 134725"/>
                <a:gd name="connsiteY4" fmla="*/ 125149 h 199395"/>
                <a:gd name="connsiteX5" fmla="*/ 119599 w 134725"/>
                <a:gd name="connsiteY5" fmla="*/ 52293 h 199395"/>
                <a:gd name="connsiteX6" fmla="*/ 63590 w 134725"/>
                <a:gd name="connsiteY6" fmla="*/ 85 h 199395"/>
                <a:gd name="connsiteX7" fmla="*/ 19993 w 134725"/>
                <a:gd name="connsiteY7" fmla="*/ 18372 h 199395"/>
                <a:gd name="connsiteX8" fmla="*/ 617 w 134725"/>
                <a:gd name="connsiteY8" fmla="*/ 58782 h 199395"/>
                <a:gd name="connsiteX9" fmla="*/ 6975 w 134725"/>
                <a:gd name="connsiteY9" fmla="*/ 60257 h 199395"/>
                <a:gd name="connsiteX10" fmla="*/ 50874 w 134725"/>
                <a:gd name="connsiteY10" fmla="*/ 21912 h 199395"/>
                <a:gd name="connsiteX11" fmla="*/ 93562 w 134725"/>
                <a:gd name="connsiteY11" fmla="*/ 63502 h 199395"/>
                <a:gd name="connsiteX12" fmla="*/ 54204 w 134725"/>
                <a:gd name="connsiteY12" fmla="*/ 140192 h 199395"/>
                <a:gd name="connsiteX13" fmla="*/ 314 w 134725"/>
                <a:gd name="connsiteY13" fmla="*/ 195941 h 199395"/>
                <a:gd name="connsiteX14" fmla="*/ 314 w 134725"/>
                <a:gd name="connsiteY14" fmla="*/ 199480 h 199395"/>
                <a:gd name="connsiteX15" fmla="*/ 118388 w 134725"/>
                <a:gd name="connsiteY15" fmla="*/ 199480 h 199395"/>
                <a:gd name="connsiteX16" fmla="*/ 135040 w 134725"/>
                <a:gd name="connsiteY16" fmla="*/ 15907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25" h="199395">
                  <a:moveTo>
                    <a:pt x="135040" y="159070"/>
                  </a:moveTo>
                  <a:lnTo>
                    <a:pt x="131104" y="157595"/>
                  </a:lnTo>
                  <a:cubicBezTo>
                    <a:pt x="119902" y="174408"/>
                    <a:pt x="115966" y="177063"/>
                    <a:pt x="102342" y="177063"/>
                  </a:cubicBezTo>
                  <a:lnTo>
                    <a:pt x="29984" y="177063"/>
                  </a:lnTo>
                  <a:lnTo>
                    <a:pt x="80847" y="125149"/>
                  </a:lnTo>
                  <a:cubicBezTo>
                    <a:pt x="107792" y="97718"/>
                    <a:pt x="119599" y="75300"/>
                    <a:pt x="119599" y="52293"/>
                  </a:cubicBezTo>
                  <a:cubicBezTo>
                    <a:pt x="119599" y="22797"/>
                    <a:pt x="95076" y="85"/>
                    <a:pt x="63590" y="85"/>
                  </a:cubicBezTo>
                  <a:cubicBezTo>
                    <a:pt x="46938" y="85"/>
                    <a:pt x="31195" y="6574"/>
                    <a:pt x="19993" y="18372"/>
                  </a:cubicBezTo>
                  <a:cubicBezTo>
                    <a:pt x="10305" y="28401"/>
                    <a:pt x="5764" y="37840"/>
                    <a:pt x="617" y="58782"/>
                  </a:cubicBezTo>
                  <a:lnTo>
                    <a:pt x="6975" y="60257"/>
                  </a:lnTo>
                  <a:cubicBezTo>
                    <a:pt x="19085" y="31351"/>
                    <a:pt x="29984" y="21912"/>
                    <a:pt x="50874" y="21912"/>
                  </a:cubicBezTo>
                  <a:cubicBezTo>
                    <a:pt x="76305" y="21912"/>
                    <a:pt x="93562" y="38725"/>
                    <a:pt x="93562" y="63502"/>
                  </a:cubicBezTo>
                  <a:cubicBezTo>
                    <a:pt x="93562" y="86509"/>
                    <a:pt x="79636" y="113941"/>
                    <a:pt x="54204" y="140192"/>
                  </a:cubicBezTo>
                  <a:lnTo>
                    <a:pt x="314" y="195941"/>
                  </a:lnTo>
                  <a:lnTo>
                    <a:pt x="314" y="199480"/>
                  </a:lnTo>
                  <a:lnTo>
                    <a:pt x="118388" y="199480"/>
                  </a:lnTo>
                  <a:lnTo>
                    <a:pt x="135040" y="15907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3BF3EC3-EF7A-4CC1-49F5-F638B033195C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2302663" y="4857196"/>
              <a:ext cx="85679" cy="199395"/>
            </a:xfrm>
            <a:custGeom>
              <a:avLst/>
              <a:gdLst>
                <a:gd name="connsiteX0" fmla="*/ 54815 w 85679"/>
                <a:gd name="connsiteY0" fmla="*/ 85 h 199395"/>
                <a:gd name="connsiteX1" fmla="*/ 319 w 85679"/>
                <a:gd name="connsiteY1" fmla="*/ 26926 h 199395"/>
                <a:gd name="connsiteX2" fmla="*/ 319 w 85679"/>
                <a:gd name="connsiteY2" fmla="*/ 31056 h 199395"/>
                <a:gd name="connsiteX3" fmla="*/ 8493 w 85679"/>
                <a:gd name="connsiteY3" fmla="*/ 27811 h 199395"/>
                <a:gd name="connsiteX4" fmla="*/ 22117 w 85679"/>
                <a:gd name="connsiteY4" fmla="*/ 24567 h 199395"/>
                <a:gd name="connsiteX5" fmla="*/ 31200 w 85679"/>
                <a:gd name="connsiteY5" fmla="*/ 38430 h 199395"/>
                <a:gd name="connsiteX6" fmla="*/ 31200 w 85679"/>
                <a:gd name="connsiteY6" fmla="*/ 172048 h 199395"/>
                <a:gd name="connsiteX7" fmla="*/ 23934 w 85679"/>
                <a:gd name="connsiteY7" fmla="*/ 191221 h 199395"/>
                <a:gd name="connsiteX8" fmla="*/ 2438 w 85679"/>
                <a:gd name="connsiteY8" fmla="*/ 195056 h 199395"/>
                <a:gd name="connsiteX9" fmla="*/ 2438 w 85679"/>
                <a:gd name="connsiteY9" fmla="*/ 199480 h 199395"/>
                <a:gd name="connsiteX10" fmla="*/ 85998 w 85679"/>
                <a:gd name="connsiteY10" fmla="*/ 199480 h 199395"/>
                <a:gd name="connsiteX11" fmla="*/ 85998 w 85679"/>
                <a:gd name="connsiteY11" fmla="*/ 195056 h 199395"/>
                <a:gd name="connsiteX12" fmla="*/ 57237 w 85679"/>
                <a:gd name="connsiteY12" fmla="*/ 177653 h 199395"/>
                <a:gd name="connsiteX13" fmla="*/ 57237 w 85679"/>
                <a:gd name="connsiteY13" fmla="*/ 675 h 199395"/>
                <a:gd name="connsiteX14" fmla="*/ 54815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815" y="85"/>
                  </a:moveTo>
                  <a:lnTo>
                    <a:pt x="319" y="26926"/>
                  </a:lnTo>
                  <a:lnTo>
                    <a:pt x="319" y="31056"/>
                  </a:lnTo>
                  <a:cubicBezTo>
                    <a:pt x="3952" y="29581"/>
                    <a:pt x="7282" y="28401"/>
                    <a:pt x="8493" y="27811"/>
                  </a:cubicBezTo>
                  <a:cubicBezTo>
                    <a:pt x="13943" y="25747"/>
                    <a:pt x="19090" y="24567"/>
                    <a:pt x="22117" y="24567"/>
                  </a:cubicBezTo>
                  <a:cubicBezTo>
                    <a:pt x="28475" y="24567"/>
                    <a:pt x="31200" y="28991"/>
                    <a:pt x="31200" y="38430"/>
                  </a:cubicBezTo>
                  <a:lnTo>
                    <a:pt x="31200" y="172048"/>
                  </a:lnTo>
                  <a:cubicBezTo>
                    <a:pt x="31200" y="181782"/>
                    <a:pt x="28778" y="188566"/>
                    <a:pt x="23934" y="191221"/>
                  </a:cubicBezTo>
                  <a:cubicBezTo>
                    <a:pt x="19392" y="193876"/>
                    <a:pt x="15154" y="194761"/>
                    <a:pt x="2438" y="195056"/>
                  </a:cubicBezTo>
                  <a:lnTo>
                    <a:pt x="2438" y="199480"/>
                  </a:lnTo>
                  <a:lnTo>
                    <a:pt x="85998" y="199480"/>
                  </a:lnTo>
                  <a:lnTo>
                    <a:pt x="85998" y="195056"/>
                  </a:lnTo>
                  <a:cubicBezTo>
                    <a:pt x="62081" y="194761"/>
                    <a:pt x="57237" y="191811"/>
                    <a:pt x="57237" y="177653"/>
                  </a:cubicBezTo>
                  <a:lnTo>
                    <a:pt x="57237" y="675"/>
                  </a:lnTo>
                  <a:lnTo>
                    <a:pt x="54815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9AF74E3-C26D-FF2E-B398-7DA2E179542B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2480162" y="4884627"/>
              <a:ext cx="201331" cy="196445"/>
            </a:xfrm>
            <a:custGeom>
              <a:avLst/>
              <a:gdLst>
                <a:gd name="connsiteX0" fmla="*/ 107198 w 201331"/>
                <a:gd name="connsiteY0" fmla="*/ 104207 h 196445"/>
                <a:gd name="connsiteX1" fmla="*/ 191666 w 201331"/>
                <a:gd name="connsiteY1" fmla="*/ 104207 h 196445"/>
                <a:gd name="connsiteX2" fmla="*/ 201657 w 201331"/>
                <a:gd name="connsiteY2" fmla="*/ 98308 h 196445"/>
                <a:gd name="connsiteX3" fmla="*/ 191666 w 201331"/>
                <a:gd name="connsiteY3" fmla="*/ 92408 h 196445"/>
                <a:gd name="connsiteX4" fmla="*/ 107198 w 201331"/>
                <a:gd name="connsiteY4" fmla="*/ 92408 h 196445"/>
                <a:gd name="connsiteX5" fmla="*/ 107198 w 201331"/>
                <a:gd name="connsiteY5" fmla="*/ 9818 h 196445"/>
                <a:gd name="connsiteX6" fmla="*/ 101143 w 201331"/>
                <a:gd name="connsiteY6" fmla="*/ 85 h 196445"/>
                <a:gd name="connsiteX7" fmla="*/ 95088 w 201331"/>
                <a:gd name="connsiteY7" fmla="*/ 9818 h 196445"/>
                <a:gd name="connsiteX8" fmla="*/ 95088 w 201331"/>
                <a:gd name="connsiteY8" fmla="*/ 92408 h 196445"/>
                <a:gd name="connsiteX9" fmla="*/ 10316 w 201331"/>
                <a:gd name="connsiteY9" fmla="*/ 92408 h 196445"/>
                <a:gd name="connsiteX10" fmla="*/ 325 w 201331"/>
                <a:gd name="connsiteY10" fmla="*/ 98308 h 196445"/>
                <a:gd name="connsiteX11" fmla="*/ 10316 w 201331"/>
                <a:gd name="connsiteY11" fmla="*/ 104207 h 196445"/>
                <a:gd name="connsiteX12" fmla="*/ 95088 w 201331"/>
                <a:gd name="connsiteY12" fmla="*/ 104207 h 196445"/>
                <a:gd name="connsiteX13" fmla="*/ 95088 w 201331"/>
                <a:gd name="connsiteY13" fmla="*/ 186797 h 196445"/>
                <a:gd name="connsiteX14" fmla="*/ 101143 w 201331"/>
                <a:gd name="connsiteY14" fmla="*/ 196530 h 196445"/>
                <a:gd name="connsiteX15" fmla="*/ 107198 w 201331"/>
                <a:gd name="connsiteY15" fmla="*/ 186797 h 196445"/>
                <a:gd name="connsiteX16" fmla="*/ 107198 w 201331"/>
                <a:gd name="connsiteY16" fmla="*/ 104207 h 196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31" h="196445">
                  <a:moveTo>
                    <a:pt x="107198" y="104207"/>
                  </a:moveTo>
                  <a:lnTo>
                    <a:pt x="191666" y="104207"/>
                  </a:lnTo>
                  <a:cubicBezTo>
                    <a:pt x="195905" y="104207"/>
                    <a:pt x="201657" y="104207"/>
                    <a:pt x="201657" y="98308"/>
                  </a:cubicBezTo>
                  <a:cubicBezTo>
                    <a:pt x="201657" y="92408"/>
                    <a:pt x="195905" y="92408"/>
                    <a:pt x="191666" y="92408"/>
                  </a:cubicBezTo>
                  <a:lnTo>
                    <a:pt x="107198" y="92408"/>
                  </a:lnTo>
                  <a:lnTo>
                    <a:pt x="107198" y="9818"/>
                  </a:lnTo>
                  <a:cubicBezTo>
                    <a:pt x="107198" y="5689"/>
                    <a:pt x="107198" y="85"/>
                    <a:pt x="101143" y="85"/>
                  </a:cubicBezTo>
                  <a:cubicBezTo>
                    <a:pt x="95087" y="85"/>
                    <a:pt x="95088" y="5689"/>
                    <a:pt x="95088" y="9818"/>
                  </a:cubicBezTo>
                  <a:lnTo>
                    <a:pt x="95088" y="92408"/>
                  </a:lnTo>
                  <a:lnTo>
                    <a:pt x="10316" y="92408"/>
                  </a:lnTo>
                  <a:cubicBezTo>
                    <a:pt x="6078" y="92408"/>
                    <a:pt x="325" y="92408"/>
                    <a:pt x="325" y="98308"/>
                  </a:cubicBezTo>
                  <a:cubicBezTo>
                    <a:pt x="325" y="104207"/>
                    <a:pt x="6078" y="104207"/>
                    <a:pt x="10316" y="104207"/>
                  </a:cubicBezTo>
                  <a:lnTo>
                    <a:pt x="95088" y="104207"/>
                  </a:lnTo>
                  <a:lnTo>
                    <a:pt x="95088" y="186797"/>
                  </a:lnTo>
                  <a:cubicBezTo>
                    <a:pt x="95088" y="190926"/>
                    <a:pt x="95088" y="196530"/>
                    <a:pt x="101143" y="196530"/>
                  </a:cubicBezTo>
                  <a:cubicBezTo>
                    <a:pt x="107198" y="196530"/>
                    <a:pt x="107198" y="190926"/>
                    <a:pt x="107198" y="186797"/>
                  </a:cubicBezTo>
                  <a:lnTo>
                    <a:pt x="107198" y="104207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B866A40-57B3-5EA7-C46D-5B7F75D6B3F6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2748800" y="4857196"/>
              <a:ext cx="136845" cy="203524"/>
            </a:xfrm>
            <a:custGeom>
              <a:avLst/>
              <a:gdLst>
                <a:gd name="connsiteX0" fmla="*/ 69968 w 136845"/>
                <a:gd name="connsiteY0" fmla="*/ 85 h 203524"/>
                <a:gd name="connsiteX1" fmla="*/ 29399 w 136845"/>
                <a:gd name="connsiteY1" fmla="*/ 15423 h 203524"/>
                <a:gd name="connsiteX2" fmla="*/ 334 w 136845"/>
                <a:gd name="connsiteY2" fmla="*/ 100372 h 203524"/>
                <a:gd name="connsiteX3" fmla="*/ 24555 w 136845"/>
                <a:gd name="connsiteY3" fmla="*/ 183552 h 203524"/>
                <a:gd name="connsiteX4" fmla="*/ 68757 w 136845"/>
                <a:gd name="connsiteY4" fmla="*/ 203610 h 203524"/>
                <a:gd name="connsiteX5" fmla="*/ 108115 w 136845"/>
                <a:gd name="connsiteY5" fmla="*/ 188271 h 203524"/>
                <a:gd name="connsiteX6" fmla="*/ 137180 w 136845"/>
                <a:gd name="connsiteY6" fmla="*/ 102142 h 203524"/>
                <a:gd name="connsiteX7" fmla="*/ 69968 w 136845"/>
                <a:gd name="connsiteY7" fmla="*/ 85 h 203524"/>
                <a:gd name="connsiteX8" fmla="*/ 69060 w 136845"/>
                <a:gd name="connsiteY8" fmla="*/ 7754 h 203524"/>
                <a:gd name="connsiteX9" fmla="*/ 108115 w 136845"/>
                <a:gd name="connsiteY9" fmla="*/ 102732 h 203524"/>
                <a:gd name="connsiteX10" fmla="*/ 68757 w 136845"/>
                <a:gd name="connsiteY10" fmla="*/ 195941 h 203524"/>
                <a:gd name="connsiteX11" fmla="*/ 29399 w 136845"/>
                <a:gd name="connsiteY11" fmla="*/ 103027 h 203524"/>
                <a:gd name="connsiteX12" fmla="*/ 69060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968" y="85"/>
                  </a:moveTo>
                  <a:cubicBezTo>
                    <a:pt x="53317" y="85"/>
                    <a:pt x="40601" y="5099"/>
                    <a:pt x="29399" y="15423"/>
                  </a:cubicBezTo>
                  <a:cubicBezTo>
                    <a:pt x="11839" y="31941"/>
                    <a:pt x="334" y="65862"/>
                    <a:pt x="334" y="100372"/>
                  </a:cubicBezTo>
                  <a:cubicBezTo>
                    <a:pt x="334" y="132523"/>
                    <a:pt x="10325" y="167034"/>
                    <a:pt x="24555" y="183552"/>
                  </a:cubicBezTo>
                  <a:cubicBezTo>
                    <a:pt x="35757" y="196530"/>
                    <a:pt x="51197" y="203610"/>
                    <a:pt x="68757" y="203610"/>
                  </a:cubicBezTo>
                  <a:cubicBezTo>
                    <a:pt x="84197" y="203610"/>
                    <a:pt x="97216" y="198595"/>
                    <a:pt x="108115" y="188271"/>
                  </a:cubicBezTo>
                  <a:cubicBezTo>
                    <a:pt x="125675" y="172048"/>
                    <a:pt x="137180" y="137833"/>
                    <a:pt x="137180" y="102142"/>
                  </a:cubicBezTo>
                  <a:cubicBezTo>
                    <a:pt x="137180" y="41675"/>
                    <a:pt x="109629" y="85"/>
                    <a:pt x="69968" y="85"/>
                  </a:cubicBezTo>
                  <a:close/>
                  <a:moveTo>
                    <a:pt x="69060" y="7754"/>
                  </a:moveTo>
                  <a:cubicBezTo>
                    <a:pt x="94491" y="7754"/>
                    <a:pt x="108115" y="41085"/>
                    <a:pt x="108115" y="102732"/>
                  </a:cubicBezTo>
                  <a:cubicBezTo>
                    <a:pt x="108115" y="164379"/>
                    <a:pt x="94794" y="195941"/>
                    <a:pt x="68757" y="195941"/>
                  </a:cubicBezTo>
                  <a:cubicBezTo>
                    <a:pt x="42720" y="195941"/>
                    <a:pt x="29399" y="164379"/>
                    <a:pt x="29399" y="103027"/>
                  </a:cubicBezTo>
                  <a:cubicBezTo>
                    <a:pt x="29399" y="40495"/>
                    <a:pt x="43023" y="7754"/>
                    <a:pt x="69060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953FF86-A564-AA58-93BA-70A65D9AB32F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2919515" y="5025325"/>
              <a:ext cx="32092" cy="31266"/>
            </a:xfrm>
            <a:custGeom>
              <a:avLst/>
              <a:gdLst>
                <a:gd name="connsiteX0" fmla="*/ 32431 w 32092"/>
                <a:gd name="connsiteY0" fmla="*/ 15718 h 31266"/>
                <a:gd name="connsiteX1" fmla="*/ 16385 w 32092"/>
                <a:gd name="connsiteY1" fmla="*/ 85 h 31266"/>
                <a:gd name="connsiteX2" fmla="*/ 339 w 32092"/>
                <a:gd name="connsiteY2" fmla="*/ 15718 h 31266"/>
                <a:gd name="connsiteX3" fmla="*/ 16385 w 32092"/>
                <a:gd name="connsiteY3" fmla="*/ 31351 h 31266"/>
                <a:gd name="connsiteX4" fmla="*/ 32431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431" y="15718"/>
                  </a:moveTo>
                  <a:cubicBezTo>
                    <a:pt x="32431" y="7164"/>
                    <a:pt x="25165" y="85"/>
                    <a:pt x="16385" y="85"/>
                  </a:cubicBezTo>
                  <a:cubicBezTo>
                    <a:pt x="7606" y="85"/>
                    <a:pt x="339" y="7164"/>
                    <a:pt x="339" y="15718"/>
                  </a:cubicBezTo>
                  <a:cubicBezTo>
                    <a:pt x="339" y="24272"/>
                    <a:pt x="7606" y="31351"/>
                    <a:pt x="16385" y="31351"/>
                  </a:cubicBezTo>
                  <a:cubicBezTo>
                    <a:pt x="25165" y="31351"/>
                    <a:pt x="32431" y="24272"/>
                    <a:pt x="32431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BE6515E-03A7-B10F-1A93-E6DFDA1AFB6E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2984919" y="4857196"/>
              <a:ext cx="136845" cy="203524"/>
            </a:xfrm>
            <a:custGeom>
              <a:avLst/>
              <a:gdLst>
                <a:gd name="connsiteX0" fmla="*/ 69976 w 136845"/>
                <a:gd name="connsiteY0" fmla="*/ 85 h 203524"/>
                <a:gd name="connsiteX1" fmla="*/ 29407 w 136845"/>
                <a:gd name="connsiteY1" fmla="*/ 15423 h 203524"/>
                <a:gd name="connsiteX2" fmla="*/ 342 w 136845"/>
                <a:gd name="connsiteY2" fmla="*/ 100372 h 203524"/>
                <a:gd name="connsiteX3" fmla="*/ 24563 w 136845"/>
                <a:gd name="connsiteY3" fmla="*/ 183552 h 203524"/>
                <a:gd name="connsiteX4" fmla="*/ 68765 w 136845"/>
                <a:gd name="connsiteY4" fmla="*/ 203610 h 203524"/>
                <a:gd name="connsiteX5" fmla="*/ 108123 w 136845"/>
                <a:gd name="connsiteY5" fmla="*/ 188271 h 203524"/>
                <a:gd name="connsiteX6" fmla="*/ 137187 w 136845"/>
                <a:gd name="connsiteY6" fmla="*/ 102142 h 203524"/>
                <a:gd name="connsiteX7" fmla="*/ 69976 w 136845"/>
                <a:gd name="connsiteY7" fmla="*/ 85 h 203524"/>
                <a:gd name="connsiteX8" fmla="*/ 69067 w 136845"/>
                <a:gd name="connsiteY8" fmla="*/ 7754 h 203524"/>
                <a:gd name="connsiteX9" fmla="*/ 108123 w 136845"/>
                <a:gd name="connsiteY9" fmla="*/ 102732 h 203524"/>
                <a:gd name="connsiteX10" fmla="*/ 68765 w 136845"/>
                <a:gd name="connsiteY10" fmla="*/ 195941 h 203524"/>
                <a:gd name="connsiteX11" fmla="*/ 29407 w 136845"/>
                <a:gd name="connsiteY11" fmla="*/ 103027 h 203524"/>
                <a:gd name="connsiteX12" fmla="*/ 69067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976" y="85"/>
                  </a:moveTo>
                  <a:cubicBezTo>
                    <a:pt x="53324" y="85"/>
                    <a:pt x="40609" y="5099"/>
                    <a:pt x="29407" y="15423"/>
                  </a:cubicBezTo>
                  <a:cubicBezTo>
                    <a:pt x="11847" y="31941"/>
                    <a:pt x="342" y="65862"/>
                    <a:pt x="342" y="100372"/>
                  </a:cubicBezTo>
                  <a:cubicBezTo>
                    <a:pt x="342" y="132523"/>
                    <a:pt x="10333" y="167034"/>
                    <a:pt x="24563" y="183552"/>
                  </a:cubicBezTo>
                  <a:cubicBezTo>
                    <a:pt x="35764" y="196530"/>
                    <a:pt x="51205" y="203610"/>
                    <a:pt x="68765" y="203610"/>
                  </a:cubicBezTo>
                  <a:cubicBezTo>
                    <a:pt x="84205" y="203610"/>
                    <a:pt x="97224" y="198595"/>
                    <a:pt x="108123" y="188271"/>
                  </a:cubicBezTo>
                  <a:cubicBezTo>
                    <a:pt x="125683" y="172048"/>
                    <a:pt x="137187" y="137833"/>
                    <a:pt x="137187" y="102142"/>
                  </a:cubicBezTo>
                  <a:cubicBezTo>
                    <a:pt x="137187" y="41675"/>
                    <a:pt x="109637" y="85"/>
                    <a:pt x="69976" y="85"/>
                  </a:cubicBezTo>
                  <a:close/>
                  <a:moveTo>
                    <a:pt x="69067" y="7754"/>
                  </a:moveTo>
                  <a:cubicBezTo>
                    <a:pt x="94499" y="7754"/>
                    <a:pt x="108123" y="41085"/>
                    <a:pt x="108123" y="102732"/>
                  </a:cubicBezTo>
                  <a:cubicBezTo>
                    <a:pt x="108123" y="164379"/>
                    <a:pt x="94802" y="195941"/>
                    <a:pt x="68765" y="195941"/>
                  </a:cubicBezTo>
                  <a:cubicBezTo>
                    <a:pt x="42728" y="195941"/>
                    <a:pt x="29407" y="164379"/>
                    <a:pt x="29407" y="103027"/>
                  </a:cubicBezTo>
                  <a:cubicBezTo>
                    <a:pt x="29407" y="40495"/>
                    <a:pt x="43031" y="7754"/>
                    <a:pt x="69067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64BFE79-E6F0-6F85-5691-064B28DE9C25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3136258" y="4835369"/>
              <a:ext cx="41477" cy="294963"/>
            </a:xfrm>
            <a:custGeom>
              <a:avLst/>
              <a:gdLst>
                <a:gd name="connsiteX0" fmla="*/ 41825 w 41477"/>
                <a:gd name="connsiteY0" fmla="*/ 85 h 294963"/>
                <a:gd name="connsiteX1" fmla="*/ 347 w 41477"/>
                <a:gd name="connsiteY1" fmla="*/ 85 h 294963"/>
                <a:gd name="connsiteX2" fmla="*/ 347 w 41477"/>
                <a:gd name="connsiteY2" fmla="*/ 11883 h 294963"/>
                <a:gd name="connsiteX3" fmla="*/ 29714 w 41477"/>
                <a:gd name="connsiteY3" fmla="*/ 11883 h 294963"/>
                <a:gd name="connsiteX4" fmla="*/ 29714 w 41477"/>
                <a:gd name="connsiteY4" fmla="*/ 283250 h 294963"/>
                <a:gd name="connsiteX5" fmla="*/ 347 w 41477"/>
                <a:gd name="connsiteY5" fmla="*/ 283250 h 294963"/>
                <a:gd name="connsiteX6" fmla="*/ 347 w 41477"/>
                <a:gd name="connsiteY6" fmla="*/ 295048 h 294963"/>
                <a:gd name="connsiteX7" fmla="*/ 41825 w 41477"/>
                <a:gd name="connsiteY7" fmla="*/ 295048 h 294963"/>
                <a:gd name="connsiteX8" fmla="*/ 41825 w 41477"/>
                <a:gd name="connsiteY8" fmla="*/ 85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77" h="294963">
                  <a:moveTo>
                    <a:pt x="41825" y="85"/>
                  </a:moveTo>
                  <a:lnTo>
                    <a:pt x="347" y="85"/>
                  </a:lnTo>
                  <a:lnTo>
                    <a:pt x="347" y="11883"/>
                  </a:lnTo>
                  <a:lnTo>
                    <a:pt x="29714" y="11883"/>
                  </a:lnTo>
                  <a:lnTo>
                    <a:pt x="29714" y="283250"/>
                  </a:lnTo>
                  <a:lnTo>
                    <a:pt x="347" y="283250"/>
                  </a:lnTo>
                  <a:lnTo>
                    <a:pt x="347" y="295048"/>
                  </a:lnTo>
                  <a:lnTo>
                    <a:pt x="41825" y="295048"/>
                  </a:lnTo>
                  <a:lnTo>
                    <a:pt x="41825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C143E7D-DD17-F4ED-52D5-9CE10F54CCBF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3298256" y="4948340"/>
              <a:ext cx="201331" cy="69021"/>
            </a:xfrm>
            <a:custGeom>
              <a:avLst/>
              <a:gdLst>
                <a:gd name="connsiteX0" fmla="*/ 191390 w 201331"/>
                <a:gd name="connsiteY0" fmla="*/ 11883 h 69021"/>
                <a:gd name="connsiteX1" fmla="*/ 201684 w 201331"/>
                <a:gd name="connsiteY1" fmla="*/ 5984 h 69021"/>
                <a:gd name="connsiteX2" fmla="*/ 191693 w 201331"/>
                <a:gd name="connsiteY2" fmla="*/ 85 h 69021"/>
                <a:gd name="connsiteX3" fmla="*/ 10343 w 201331"/>
                <a:gd name="connsiteY3" fmla="*/ 85 h 69021"/>
                <a:gd name="connsiteX4" fmla="*/ 352 w 201331"/>
                <a:gd name="connsiteY4" fmla="*/ 5984 h 69021"/>
                <a:gd name="connsiteX5" fmla="*/ 10646 w 201331"/>
                <a:gd name="connsiteY5" fmla="*/ 11883 h 69021"/>
                <a:gd name="connsiteX6" fmla="*/ 191390 w 201331"/>
                <a:gd name="connsiteY6" fmla="*/ 11883 h 69021"/>
                <a:gd name="connsiteX7" fmla="*/ 191693 w 201331"/>
                <a:gd name="connsiteY7" fmla="*/ 69106 h 69021"/>
                <a:gd name="connsiteX8" fmla="*/ 201684 w 201331"/>
                <a:gd name="connsiteY8" fmla="*/ 63207 h 69021"/>
                <a:gd name="connsiteX9" fmla="*/ 191390 w 201331"/>
                <a:gd name="connsiteY9" fmla="*/ 57308 h 69021"/>
                <a:gd name="connsiteX10" fmla="*/ 10646 w 201331"/>
                <a:gd name="connsiteY10" fmla="*/ 57308 h 69021"/>
                <a:gd name="connsiteX11" fmla="*/ 352 w 201331"/>
                <a:gd name="connsiteY11" fmla="*/ 63207 h 69021"/>
                <a:gd name="connsiteX12" fmla="*/ 10343 w 201331"/>
                <a:gd name="connsiteY12" fmla="*/ 69106 h 69021"/>
                <a:gd name="connsiteX13" fmla="*/ 191693 w 201331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1" h="69021">
                  <a:moveTo>
                    <a:pt x="191390" y="11883"/>
                  </a:moveTo>
                  <a:cubicBezTo>
                    <a:pt x="195932" y="11883"/>
                    <a:pt x="201684" y="11883"/>
                    <a:pt x="201684" y="5984"/>
                  </a:cubicBezTo>
                  <a:cubicBezTo>
                    <a:pt x="201684" y="85"/>
                    <a:pt x="195932" y="85"/>
                    <a:pt x="191693" y="85"/>
                  </a:cubicBezTo>
                  <a:lnTo>
                    <a:pt x="10343" y="85"/>
                  </a:lnTo>
                  <a:cubicBezTo>
                    <a:pt x="6104" y="85"/>
                    <a:pt x="352" y="85"/>
                    <a:pt x="352" y="5984"/>
                  </a:cubicBezTo>
                  <a:cubicBezTo>
                    <a:pt x="352" y="11883"/>
                    <a:pt x="6104" y="11883"/>
                    <a:pt x="10646" y="11883"/>
                  </a:cubicBezTo>
                  <a:lnTo>
                    <a:pt x="191390" y="11883"/>
                  </a:lnTo>
                  <a:close/>
                  <a:moveTo>
                    <a:pt x="191693" y="69106"/>
                  </a:moveTo>
                  <a:cubicBezTo>
                    <a:pt x="195932" y="69106"/>
                    <a:pt x="201684" y="69106"/>
                    <a:pt x="201684" y="63207"/>
                  </a:cubicBezTo>
                  <a:cubicBezTo>
                    <a:pt x="201684" y="57308"/>
                    <a:pt x="195932" y="57308"/>
                    <a:pt x="191390" y="57308"/>
                  </a:cubicBezTo>
                  <a:lnTo>
                    <a:pt x="10646" y="57308"/>
                  </a:lnTo>
                  <a:cubicBezTo>
                    <a:pt x="6104" y="57308"/>
                    <a:pt x="352" y="57308"/>
                    <a:pt x="352" y="63207"/>
                  </a:cubicBezTo>
                  <a:cubicBezTo>
                    <a:pt x="352" y="69106"/>
                    <a:pt x="6104" y="69106"/>
                    <a:pt x="10343" y="69106"/>
                  </a:cubicBezTo>
                  <a:lnTo>
                    <a:pt x="191693" y="6910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E1AD4971-8DC0-90C6-E4F8-F4DB64499AED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3594033" y="4857196"/>
              <a:ext cx="134725" cy="199395"/>
            </a:xfrm>
            <a:custGeom>
              <a:avLst/>
              <a:gdLst>
                <a:gd name="connsiteX0" fmla="*/ 135088 w 134725"/>
                <a:gd name="connsiteY0" fmla="*/ 159070 h 199395"/>
                <a:gd name="connsiteX1" fmla="*/ 131152 w 134725"/>
                <a:gd name="connsiteY1" fmla="*/ 157595 h 199395"/>
                <a:gd name="connsiteX2" fmla="*/ 102390 w 134725"/>
                <a:gd name="connsiteY2" fmla="*/ 177063 h 199395"/>
                <a:gd name="connsiteX3" fmla="*/ 30032 w 134725"/>
                <a:gd name="connsiteY3" fmla="*/ 177063 h 199395"/>
                <a:gd name="connsiteX4" fmla="*/ 80895 w 134725"/>
                <a:gd name="connsiteY4" fmla="*/ 125149 h 199395"/>
                <a:gd name="connsiteX5" fmla="*/ 119647 w 134725"/>
                <a:gd name="connsiteY5" fmla="*/ 52293 h 199395"/>
                <a:gd name="connsiteX6" fmla="*/ 63638 w 134725"/>
                <a:gd name="connsiteY6" fmla="*/ 85 h 199395"/>
                <a:gd name="connsiteX7" fmla="*/ 20041 w 134725"/>
                <a:gd name="connsiteY7" fmla="*/ 18372 h 199395"/>
                <a:gd name="connsiteX8" fmla="*/ 665 w 134725"/>
                <a:gd name="connsiteY8" fmla="*/ 58782 h 199395"/>
                <a:gd name="connsiteX9" fmla="*/ 7023 w 134725"/>
                <a:gd name="connsiteY9" fmla="*/ 60257 h 199395"/>
                <a:gd name="connsiteX10" fmla="*/ 50922 w 134725"/>
                <a:gd name="connsiteY10" fmla="*/ 21912 h 199395"/>
                <a:gd name="connsiteX11" fmla="*/ 93611 w 134725"/>
                <a:gd name="connsiteY11" fmla="*/ 63502 h 199395"/>
                <a:gd name="connsiteX12" fmla="*/ 54252 w 134725"/>
                <a:gd name="connsiteY12" fmla="*/ 140192 h 199395"/>
                <a:gd name="connsiteX13" fmla="*/ 362 w 134725"/>
                <a:gd name="connsiteY13" fmla="*/ 195941 h 199395"/>
                <a:gd name="connsiteX14" fmla="*/ 362 w 134725"/>
                <a:gd name="connsiteY14" fmla="*/ 199480 h 199395"/>
                <a:gd name="connsiteX15" fmla="*/ 118436 w 134725"/>
                <a:gd name="connsiteY15" fmla="*/ 199480 h 199395"/>
                <a:gd name="connsiteX16" fmla="*/ 135088 w 134725"/>
                <a:gd name="connsiteY16" fmla="*/ 15907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25" h="199395">
                  <a:moveTo>
                    <a:pt x="135088" y="159070"/>
                  </a:moveTo>
                  <a:lnTo>
                    <a:pt x="131152" y="157595"/>
                  </a:lnTo>
                  <a:cubicBezTo>
                    <a:pt x="119950" y="174408"/>
                    <a:pt x="116014" y="177063"/>
                    <a:pt x="102390" y="177063"/>
                  </a:cubicBezTo>
                  <a:lnTo>
                    <a:pt x="30032" y="177063"/>
                  </a:lnTo>
                  <a:lnTo>
                    <a:pt x="80895" y="125149"/>
                  </a:lnTo>
                  <a:cubicBezTo>
                    <a:pt x="107840" y="97718"/>
                    <a:pt x="119647" y="75300"/>
                    <a:pt x="119647" y="52293"/>
                  </a:cubicBezTo>
                  <a:cubicBezTo>
                    <a:pt x="119647" y="22797"/>
                    <a:pt x="95124" y="85"/>
                    <a:pt x="63638" y="85"/>
                  </a:cubicBezTo>
                  <a:cubicBezTo>
                    <a:pt x="46986" y="85"/>
                    <a:pt x="31243" y="6574"/>
                    <a:pt x="20041" y="18372"/>
                  </a:cubicBezTo>
                  <a:cubicBezTo>
                    <a:pt x="10353" y="28401"/>
                    <a:pt x="5812" y="37840"/>
                    <a:pt x="665" y="58782"/>
                  </a:cubicBezTo>
                  <a:lnTo>
                    <a:pt x="7023" y="60257"/>
                  </a:lnTo>
                  <a:cubicBezTo>
                    <a:pt x="19133" y="31351"/>
                    <a:pt x="30032" y="21912"/>
                    <a:pt x="50922" y="21912"/>
                  </a:cubicBezTo>
                  <a:cubicBezTo>
                    <a:pt x="76353" y="21912"/>
                    <a:pt x="93611" y="38725"/>
                    <a:pt x="93611" y="63502"/>
                  </a:cubicBezTo>
                  <a:cubicBezTo>
                    <a:pt x="93611" y="86509"/>
                    <a:pt x="79684" y="113941"/>
                    <a:pt x="54252" y="140192"/>
                  </a:cubicBezTo>
                  <a:lnTo>
                    <a:pt x="362" y="195941"/>
                  </a:lnTo>
                  <a:lnTo>
                    <a:pt x="362" y="199480"/>
                  </a:lnTo>
                  <a:lnTo>
                    <a:pt x="118436" y="199480"/>
                  </a:lnTo>
                  <a:lnTo>
                    <a:pt x="135088" y="15907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3BDC2E3-A7B7-78D4-287E-6E94979A7A7C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3762932" y="5025325"/>
              <a:ext cx="32092" cy="31266"/>
            </a:xfrm>
            <a:custGeom>
              <a:avLst/>
              <a:gdLst>
                <a:gd name="connsiteX0" fmla="*/ 32459 w 32092"/>
                <a:gd name="connsiteY0" fmla="*/ 15718 h 31266"/>
                <a:gd name="connsiteX1" fmla="*/ 16413 w 32092"/>
                <a:gd name="connsiteY1" fmla="*/ 85 h 31266"/>
                <a:gd name="connsiteX2" fmla="*/ 367 w 32092"/>
                <a:gd name="connsiteY2" fmla="*/ 15718 h 31266"/>
                <a:gd name="connsiteX3" fmla="*/ 16413 w 32092"/>
                <a:gd name="connsiteY3" fmla="*/ 31351 h 31266"/>
                <a:gd name="connsiteX4" fmla="*/ 32459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459" y="15718"/>
                  </a:moveTo>
                  <a:cubicBezTo>
                    <a:pt x="32459" y="7164"/>
                    <a:pt x="25193" y="85"/>
                    <a:pt x="16413" y="85"/>
                  </a:cubicBezTo>
                  <a:cubicBezTo>
                    <a:pt x="7633" y="85"/>
                    <a:pt x="367" y="7164"/>
                    <a:pt x="367" y="15718"/>
                  </a:cubicBezTo>
                  <a:cubicBezTo>
                    <a:pt x="367" y="24272"/>
                    <a:pt x="7633" y="31351"/>
                    <a:pt x="16413" y="31351"/>
                  </a:cubicBezTo>
                  <a:cubicBezTo>
                    <a:pt x="25193" y="31351"/>
                    <a:pt x="32459" y="24272"/>
                    <a:pt x="32459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DAC69D9-07CF-A4A0-C0C7-D5F96E02ABC1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3828336" y="4857196"/>
              <a:ext cx="136845" cy="203524"/>
            </a:xfrm>
            <a:custGeom>
              <a:avLst/>
              <a:gdLst>
                <a:gd name="connsiteX0" fmla="*/ 70003 w 136845"/>
                <a:gd name="connsiteY0" fmla="*/ 85 h 203524"/>
                <a:gd name="connsiteX1" fmla="*/ 29434 w 136845"/>
                <a:gd name="connsiteY1" fmla="*/ 15423 h 203524"/>
                <a:gd name="connsiteX2" fmla="*/ 370 w 136845"/>
                <a:gd name="connsiteY2" fmla="*/ 100372 h 203524"/>
                <a:gd name="connsiteX3" fmla="*/ 24590 w 136845"/>
                <a:gd name="connsiteY3" fmla="*/ 183552 h 203524"/>
                <a:gd name="connsiteX4" fmla="*/ 68792 w 136845"/>
                <a:gd name="connsiteY4" fmla="*/ 203610 h 203524"/>
                <a:gd name="connsiteX5" fmla="*/ 108150 w 136845"/>
                <a:gd name="connsiteY5" fmla="*/ 188271 h 203524"/>
                <a:gd name="connsiteX6" fmla="*/ 137215 w 136845"/>
                <a:gd name="connsiteY6" fmla="*/ 102142 h 203524"/>
                <a:gd name="connsiteX7" fmla="*/ 70003 w 136845"/>
                <a:gd name="connsiteY7" fmla="*/ 85 h 203524"/>
                <a:gd name="connsiteX8" fmla="*/ 69095 w 136845"/>
                <a:gd name="connsiteY8" fmla="*/ 7754 h 203524"/>
                <a:gd name="connsiteX9" fmla="*/ 108150 w 136845"/>
                <a:gd name="connsiteY9" fmla="*/ 102732 h 203524"/>
                <a:gd name="connsiteX10" fmla="*/ 68792 w 136845"/>
                <a:gd name="connsiteY10" fmla="*/ 195941 h 203524"/>
                <a:gd name="connsiteX11" fmla="*/ 29434 w 136845"/>
                <a:gd name="connsiteY11" fmla="*/ 103027 h 203524"/>
                <a:gd name="connsiteX12" fmla="*/ 69095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70003" y="85"/>
                  </a:moveTo>
                  <a:cubicBezTo>
                    <a:pt x="53352" y="85"/>
                    <a:pt x="40636" y="5099"/>
                    <a:pt x="29434" y="15423"/>
                  </a:cubicBezTo>
                  <a:cubicBezTo>
                    <a:pt x="11875" y="31941"/>
                    <a:pt x="370" y="65862"/>
                    <a:pt x="370" y="100372"/>
                  </a:cubicBezTo>
                  <a:cubicBezTo>
                    <a:pt x="370" y="132523"/>
                    <a:pt x="10361" y="167034"/>
                    <a:pt x="24590" y="183552"/>
                  </a:cubicBezTo>
                  <a:cubicBezTo>
                    <a:pt x="35792" y="196530"/>
                    <a:pt x="51233" y="203610"/>
                    <a:pt x="68792" y="203610"/>
                  </a:cubicBezTo>
                  <a:cubicBezTo>
                    <a:pt x="84233" y="203610"/>
                    <a:pt x="97251" y="198595"/>
                    <a:pt x="108150" y="188271"/>
                  </a:cubicBezTo>
                  <a:cubicBezTo>
                    <a:pt x="125710" y="172048"/>
                    <a:pt x="137215" y="137833"/>
                    <a:pt x="137215" y="102142"/>
                  </a:cubicBezTo>
                  <a:cubicBezTo>
                    <a:pt x="137215" y="41675"/>
                    <a:pt x="109664" y="85"/>
                    <a:pt x="70003" y="85"/>
                  </a:cubicBezTo>
                  <a:close/>
                  <a:moveTo>
                    <a:pt x="69095" y="7754"/>
                  </a:moveTo>
                  <a:cubicBezTo>
                    <a:pt x="94527" y="7754"/>
                    <a:pt x="108150" y="41085"/>
                    <a:pt x="108150" y="102732"/>
                  </a:cubicBezTo>
                  <a:cubicBezTo>
                    <a:pt x="108150" y="164379"/>
                    <a:pt x="94829" y="195941"/>
                    <a:pt x="68792" y="195941"/>
                  </a:cubicBezTo>
                  <a:cubicBezTo>
                    <a:pt x="42755" y="195941"/>
                    <a:pt x="29434" y="164379"/>
                    <a:pt x="29434" y="103027"/>
                  </a:cubicBezTo>
                  <a:cubicBezTo>
                    <a:pt x="29434" y="40495"/>
                    <a:pt x="43058" y="7754"/>
                    <a:pt x="69095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58C7422-D618-0D25-8B37-A092542B096E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3980281" y="4857196"/>
              <a:ext cx="136845" cy="203524"/>
            </a:xfrm>
            <a:custGeom>
              <a:avLst/>
              <a:gdLst>
                <a:gd name="connsiteX0" fmla="*/ 70008 w 136845"/>
                <a:gd name="connsiteY0" fmla="*/ 85 h 203524"/>
                <a:gd name="connsiteX1" fmla="*/ 29439 w 136845"/>
                <a:gd name="connsiteY1" fmla="*/ 15423 h 203524"/>
                <a:gd name="connsiteX2" fmla="*/ 375 w 136845"/>
                <a:gd name="connsiteY2" fmla="*/ 100372 h 203524"/>
                <a:gd name="connsiteX3" fmla="*/ 24595 w 136845"/>
                <a:gd name="connsiteY3" fmla="*/ 183552 h 203524"/>
                <a:gd name="connsiteX4" fmla="*/ 68797 w 136845"/>
                <a:gd name="connsiteY4" fmla="*/ 203610 h 203524"/>
                <a:gd name="connsiteX5" fmla="*/ 108155 w 136845"/>
                <a:gd name="connsiteY5" fmla="*/ 188271 h 203524"/>
                <a:gd name="connsiteX6" fmla="*/ 137220 w 136845"/>
                <a:gd name="connsiteY6" fmla="*/ 102142 h 203524"/>
                <a:gd name="connsiteX7" fmla="*/ 70008 w 136845"/>
                <a:gd name="connsiteY7" fmla="*/ 85 h 203524"/>
                <a:gd name="connsiteX8" fmla="*/ 69100 w 136845"/>
                <a:gd name="connsiteY8" fmla="*/ 7754 h 203524"/>
                <a:gd name="connsiteX9" fmla="*/ 108155 w 136845"/>
                <a:gd name="connsiteY9" fmla="*/ 102732 h 203524"/>
                <a:gd name="connsiteX10" fmla="*/ 68797 w 136845"/>
                <a:gd name="connsiteY10" fmla="*/ 195941 h 203524"/>
                <a:gd name="connsiteX11" fmla="*/ 29439 w 136845"/>
                <a:gd name="connsiteY11" fmla="*/ 103027 h 203524"/>
                <a:gd name="connsiteX12" fmla="*/ 69100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70008" y="85"/>
                  </a:moveTo>
                  <a:cubicBezTo>
                    <a:pt x="53357" y="85"/>
                    <a:pt x="40641" y="5099"/>
                    <a:pt x="29439" y="15423"/>
                  </a:cubicBezTo>
                  <a:cubicBezTo>
                    <a:pt x="11879" y="31941"/>
                    <a:pt x="375" y="65862"/>
                    <a:pt x="375" y="100372"/>
                  </a:cubicBezTo>
                  <a:cubicBezTo>
                    <a:pt x="375" y="132523"/>
                    <a:pt x="10366" y="167034"/>
                    <a:pt x="24595" y="183552"/>
                  </a:cubicBezTo>
                  <a:cubicBezTo>
                    <a:pt x="35797" y="196530"/>
                    <a:pt x="51238" y="203610"/>
                    <a:pt x="68797" y="203610"/>
                  </a:cubicBezTo>
                  <a:cubicBezTo>
                    <a:pt x="84238" y="203610"/>
                    <a:pt x="97256" y="198595"/>
                    <a:pt x="108155" y="188271"/>
                  </a:cubicBezTo>
                  <a:cubicBezTo>
                    <a:pt x="125715" y="172048"/>
                    <a:pt x="137220" y="137833"/>
                    <a:pt x="137220" y="102142"/>
                  </a:cubicBezTo>
                  <a:cubicBezTo>
                    <a:pt x="137220" y="41675"/>
                    <a:pt x="109669" y="85"/>
                    <a:pt x="70008" y="85"/>
                  </a:cubicBezTo>
                  <a:close/>
                  <a:moveTo>
                    <a:pt x="69100" y="7754"/>
                  </a:moveTo>
                  <a:cubicBezTo>
                    <a:pt x="94532" y="7754"/>
                    <a:pt x="108155" y="41085"/>
                    <a:pt x="108155" y="102732"/>
                  </a:cubicBezTo>
                  <a:cubicBezTo>
                    <a:pt x="108155" y="164379"/>
                    <a:pt x="94834" y="195941"/>
                    <a:pt x="68797" y="195941"/>
                  </a:cubicBezTo>
                  <a:cubicBezTo>
                    <a:pt x="42760" y="195941"/>
                    <a:pt x="29439" y="164379"/>
                    <a:pt x="29439" y="103027"/>
                  </a:cubicBezTo>
                  <a:cubicBezTo>
                    <a:pt x="29439" y="40495"/>
                    <a:pt x="43063" y="7754"/>
                    <a:pt x="69100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D112E1E-481C-FC73-123E-8EF3F474A427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4132226" y="4857196"/>
              <a:ext cx="136845" cy="203524"/>
            </a:xfrm>
            <a:custGeom>
              <a:avLst/>
              <a:gdLst>
                <a:gd name="connsiteX0" fmla="*/ 70013 w 136845"/>
                <a:gd name="connsiteY0" fmla="*/ 85 h 203524"/>
                <a:gd name="connsiteX1" fmla="*/ 29444 w 136845"/>
                <a:gd name="connsiteY1" fmla="*/ 15423 h 203524"/>
                <a:gd name="connsiteX2" fmla="*/ 380 w 136845"/>
                <a:gd name="connsiteY2" fmla="*/ 100372 h 203524"/>
                <a:gd name="connsiteX3" fmla="*/ 24600 w 136845"/>
                <a:gd name="connsiteY3" fmla="*/ 183552 h 203524"/>
                <a:gd name="connsiteX4" fmla="*/ 68802 w 136845"/>
                <a:gd name="connsiteY4" fmla="*/ 203610 h 203524"/>
                <a:gd name="connsiteX5" fmla="*/ 108160 w 136845"/>
                <a:gd name="connsiteY5" fmla="*/ 188271 h 203524"/>
                <a:gd name="connsiteX6" fmla="*/ 137225 w 136845"/>
                <a:gd name="connsiteY6" fmla="*/ 102142 h 203524"/>
                <a:gd name="connsiteX7" fmla="*/ 70013 w 136845"/>
                <a:gd name="connsiteY7" fmla="*/ 85 h 203524"/>
                <a:gd name="connsiteX8" fmla="*/ 69105 w 136845"/>
                <a:gd name="connsiteY8" fmla="*/ 7754 h 203524"/>
                <a:gd name="connsiteX9" fmla="*/ 108160 w 136845"/>
                <a:gd name="connsiteY9" fmla="*/ 102732 h 203524"/>
                <a:gd name="connsiteX10" fmla="*/ 68802 w 136845"/>
                <a:gd name="connsiteY10" fmla="*/ 195941 h 203524"/>
                <a:gd name="connsiteX11" fmla="*/ 29444 w 136845"/>
                <a:gd name="connsiteY11" fmla="*/ 103027 h 203524"/>
                <a:gd name="connsiteX12" fmla="*/ 69105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70013" y="85"/>
                  </a:moveTo>
                  <a:cubicBezTo>
                    <a:pt x="53362" y="85"/>
                    <a:pt x="40646" y="5099"/>
                    <a:pt x="29444" y="15423"/>
                  </a:cubicBezTo>
                  <a:cubicBezTo>
                    <a:pt x="11884" y="31941"/>
                    <a:pt x="380" y="65862"/>
                    <a:pt x="380" y="100372"/>
                  </a:cubicBezTo>
                  <a:cubicBezTo>
                    <a:pt x="380" y="132523"/>
                    <a:pt x="10371" y="167034"/>
                    <a:pt x="24600" y="183552"/>
                  </a:cubicBezTo>
                  <a:cubicBezTo>
                    <a:pt x="35802" y="196530"/>
                    <a:pt x="51243" y="203610"/>
                    <a:pt x="68802" y="203610"/>
                  </a:cubicBezTo>
                  <a:cubicBezTo>
                    <a:pt x="84243" y="203610"/>
                    <a:pt x="97261" y="198595"/>
                    <a:pt x="108160" y="188271"/>
                  </a:cubicBezTo>
                  <a:cubicBezTo>
                    <a:pt x="125720" y="172048"/>
                    <a:pt x="137225" y="137833"/>
                    <a:pt x="137225" y="102142"/>
                  </a:cubicBezTo>
                  <a:cubicBezTo>
                    <a:pt x="137225" y="41675"/>
                    <a:pt x="109674" y="85"/>
                    <a:pt x="70013" y="85"/>
                  </a:cubicBezTo>
                  <a:close/>
                  <a:moveTo>
                    <a:pt x="69105" y="7754"/>
                  </a:moveTo>
                  <a:cubicBezTo>
                    <a:pt x="94536" y="7754"/>
                    <a:pt x="108160" y="41085"/>
                    <a:pt x="108160" y="102732"/>
                  </a:cubicBezTo>
                  <a:cubicBezTo>
                    <a:pt x="108160" y="164379"/>
                    <a:pt x="94839" y="195941"/>
                    <a:pt x="68802" y="195941"/>
                  </a:cubicBezTo>
                  <a:cubicBezTo>
                    <a:pt x="42765" y="195941"/>
                    <a:pt x="29444" y="164379"/>
                    <a:pt x="29444" y="103027"/>
                  </a:cubicBezTo>
                  <a:cubicBezTo>
                    <a:pt x="29444" y="40495"/>
                    <a:pt x="43068" y="7754"/>
                    <a:pt x="69105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088D7D1-6A90-1665-1D42-F7A3136E83AE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4289923" y="4857196"/>
              <a:ext cx="117771" cy="203524"/>
            </a:xfrm>
            <a:custGeom>
              <a:avLst/>
              <a:gdLst>
                <a:gd name="connsiteX0" fmla="*/ 33688 w 117771"/>
                <a:gd name="connsiteY0" fmla="*/ 102142 h 203524"/>
                <a:gd name="connsiteX1" fmla="*/ 65780 w 117771"/>
                <a:gd name="connsiteY1" fmla="*/ 105387 h 203524"/>
                <a:gd name="connsiteX2" fmla="*/ 96358 w 117771"/>
                <a:gd name="connsiteY2" fmla="*/ 149041 h 203524"/>
                <a:gd name="connsiteX3" fmla="*/ 56697 w 117771"/>
                <a:gd name="connsiteY3" fmla="*/ 192991 h 203524"/>
                <a:gd name="connsiteX4" fmla="*/ 31266 w 117771"/>
                <a:gd name="connsiteY4" fmla="*/ 183847 h 203524"/>
                <a:gd name="connsiteX5" fmla="*/ 11889 w 117771"/>
                <a:gd name="connsiteY5" fmla="*/ 176473 h 203524"/>
                <a:gd name="connsiteX6" fmla="*/ 385 w 117771"/>
                <a:gd name="connsiteY6" fmla="*/ 186797 h 203524"/>
                <a:gd name="connsiteX7" fmla="*/ 34596 w 117771"/>
                <a:gd name="connsiteY7" fmla="*/ 203610 h 203524"/>
                <a:gd name="connsiteX8" fmla="*/ 96055 w 117771"/>
                <a:gd name="connsiteY8" fmla="*/ 183847 h 203524"/>
                <a:gd name="connsiteX9" fmla="*/ 118156 w 117771"/>
                <a:gd name="connsiteY9" fmla="*/ 134883 h 203524"/>
                <a:gd name="connsiteX10" fmla="*/ 104532 w 117771"/>
                <a:gd name="connsiteY10" fmla="*/ 96833 h 203524"/>
                <a:gd name="connsiteX11" fmla="*/ 79404 w 117771"/>
                <a:gd name="connsiteY11" fmla="*/ 81200 h 203524"/>
                <a:gd name="connsiteX12" fmla="*/ 107863 w 117771"/>
                <a:gd name="connsiteY12" fmla="*/ 40495 h 203524"/>
                <a:gd name="connsiteX13" fmla="*/ 60633 w 117771"/>
                <a:gd name="connsiteY13" fmla="*/ 85 h 203524"/>
                <a:gd name="connsiteX14" fmla="*/ 21275 w 117771"/>
                <a:gd name="connsiteY14" fmla="*/ 14538 h 203524"/>
                <a:gd name="connsiteX15" fmla="*/ 990 w 117771"/>
                <a:gd name="connsiteY15" fmla="*/ 47869 h 203524"/>
                <a:gd name="connsiteX16" fmla="*/ 5532 w 117771"/>
                <a:gd name="connsiteY16" fmla="*/ 49049 h 203524"/>
                <a:gd name="connsiteX17" fmla="*/ 50642 w 117771"/>
                <a:gd name="connsiteY17" fmla="*/ 17783 h 203524"/>
                <a:gd name="connsiteX18" fmla="*/ 83945 w 117771"/>
                <a:gd name="connsiteY18" fmla="*/ 49344 h 203524"/>
                <a:gd name="connsiteX19" fmla="*/ 71835 w 117771"/>
                <a:gd name="connsiteY19" fmla="*/ 77955 h 203524"/>
                <a:gd name="connsiteX20" fmla="*/ 33688 w 117771"/>
                <a:gd name="connsiteY20" fmla="*/ 98308 h 203524"/>
                <a:gd name="connsiteX21" fmla="*/ 33688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688" y="102142"/>
                  </a:moveTo>
                  <a:cubicBezTo>
                    <a:pt x="51550" y="102142"/>
                    <a:pt x="58514" y="102732"/>
                    <a:pt x="65780" y="105387"/>
                  </a:cubicBezTo>
                  <a:cubicBezTo>
                    <a:pt x="84551" y="111876"/>
                    <a:pt x="96358" y="128689"/>
                    <a:pt x="96358" y="149041"/>
                  </a:cubicBezTo>
                  <a:cubicBezTo>
                    <a:pt x="96358" y="173818"/>
                    <a:pt x="79101" y="192991"/>
                    <a:pt x="56697" y="192991"/>
                  </a:cubicBezTo>
                  <a:cubicBezTo>
                    <a:pt x="48523" y="192991"/>
                    <a:pt x="42468" y="190926"/>
                    <a:pt x="31266" y="183847"/>
                  </a:cubicBezTo>
                  <a:cubicBezTo>
                    <a:pt x="22183" y="178538"/>
                    <a:pt x="17036" y="176473"/>
                    <a:pt x="11889" y="176473"/>
                  </a:cubicBezTo>
                  <a:cubicBezTo>
                    <a:pt x="4926" y="176473"/>
                    <a:pt x="385" y="180602"/>
                    <a:pt x="385" y="186797"/>
                  </a:cubicBezTo>
                  <a:cubicBezTo>
                    <a:pt x="385" y="197120"/>
                    <a:pt x="13403" y="203610"/>
                    <a:pt x="34596" y="203610"/>
                  </a:cubicBezTo>
                  <a:cubicBezTo>
                    <a:pt x="57908" y="203610"/>
                    <a:pt x="81826" y="195941"/>
                    <a:pt x="96055" y="183847"/>
                  </a:cubicBezTo>
                  <a:cubicBezTo>
                    <a:pt x="110285" y="171754"/>
                    <a:pt x="118156" y="154646"/>
                    <a:pt x="118156" y="134883"/>
                  </a:cubicBezTo>
                  <a:cubicBezTo>
                    <a:pt x="118156" y="119840"/>
                    <a:pt x="113312" y="105977"/>
                    <a:pt x="104532" y="96833"/>
                  </a:cubicBezTo>
                  <a:cubicBezTo>
                    <a:pt x="98477" y="90344"/>
                    <a:pt x="92725" y="86804"/>
                    <a:pt x="79404" y="81200"/>
                  </a:cubicBezTo>
                  <a:cubicBezTo>
                    <a:pt x="100294" y="67336"/>
                    <a:pt x="107863" y="56423"/>
                    <a:pt x="107863" y="40495"/>
                  </a:cubicBezTo>
                  <a:cubicBezTo>
                    <a:pt x="107863" y="16603"/>
                    <a:pt x="88486" y="85"/>
                    <a:pt x="60633" y="85"/>
                  </a:cubicBezTo>
                  <a:cubicBezTo>
                    <a:pt x="45495" y="85"/>
                    <a:pt x="32174" y="5099"/>
                    <a:pt x="21275" y="14538"/>
                  </a:cubicBezTo>
                  <a:cubicBezTo>
                    <a:pt x="12192" y="22502"/>
                    <a:pt x="7651" y="30171"/>
                    <a:pt x="990" y="47869"/>
                  </a:cubicBezTo>
                  <a:lnTo>
                    <a:pt x="5532" y="49049"/>
                  </a:lnTo>
                  <a:cubicBezTo>
                    <a:pt x="17945" y="27516"/>
                    <a:pt x="31568" y="17783"/>
                    <a:pt x="50642" y="17783"/>
                  </a:cubicBezTo>
                  <a:cubicBezTo>
                    <a:pt x="70321" y="17783"/>
                    <a:pt x="83945" y="30761"/>
                    <a:pt x="83945" y="49344"/>
                  </a:cubicBezTo>
                  <a:cubicBezTo>
                    <a:pt x="83945" y="59962"/>
                    <a:pt x="79404" y="70581"/>
                    <a:pt x="71835" y="77955"/>
                  </a:cubicBezTo>
                  <a:cubicBezTo>
                    <a:pt x="62752" y="86804"/>
                    <a:pt x="54275" y="91228"/>
                    <a:pt x="33688" y="98308"/>
                  </a:cubicBezTo>
                  <a:lnTo>
                    <a:pt x="33688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4DEB26E-4B7C-D98A-22F3-FCEE4FDEC899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4445804" y="4857196"/>
              <a:ext cx="117771" cy="203524"/>
            </a:xfrm>
            <a:custGeom>
              <a:avLst/>
              <a:gdLst>
                <a:gd name="connsiteX0" fmla="*/ 71234 w 117771"/>
                <a:gd name="connsiteY0" fmla="*/ 90049 h 203524"/>
                <a:gd name="connsiteX1" fmla="*/ 111803 w 117771"/>
                <a:gd name="connsiteY1" fmla="*/ 41970 h 203524"/>
                <a:gd name="connsiteX2" fmla="*/ 59730 w 117771"/>
                <a:gd name="connsiteY2" fmla="*/ 85 h 203524"/>
                <a:gd name="connsiteX3" fmla="*/ 2206 w 117771"/>
                <a:gd name="connsiteY3" fmla="*/ 46689 h 203524"/>
                <a:gd name="connsiteX4" fmla="*/ 39748 w 117771"/>
                <a:gd name="connsiteY4" fmla="*/ 101552 h 203524"/>
                <a:gd name="connsiteX5" fmla="*/ 390 w 117771"/>
                <a:gd name="connsiteY5" fmla="*/ 154941 h 203524"/>
                <a:gd name="connsiteX6" fmla="*/ 58519 w 117771"/>
                <a:gd name="connsiteY6" fmla="*/ 203610 h 203524"/>
                <a:gd name="connsiteX7" fmla="*/ 118161 w 117771"/>
                <a:gd name="connsiteY7" fmla="*/ 153761 h 203524"/>
                <a:gd name="connsiteX8" fmla="*/ 71234 w 117771"/>
                <a:gd name="connsiteY8" fmla="*/ 90049 h 203524"/>
                <a:gd name="connsiteX9" fmla="*/ 65785 w 117771"/>
                <a:gd name="connsiteY9" fmla="*/ 120430 h 203524"/>
                <a:gd name="connsiteX10" fmla="*/ 95152 w 117771"/>
                <a:gd name="connsiteY10" fmla="*/ 162905 h 203524"/>
                <a:gd name="connsiteX11" fmla="*/ 61849 w 117771"/>
                <a:gd name="connsiteY11" fmla="*/ 195351 h 203524"/>
                <a:gd name="connsiteX12" fmla="*/ 23399 w 117771"/>
                <a:gd name="connsiteY12" fmla="*/ 152581 h 203524"/>
                <a:gd name="connsiteX13" fmla="*/ 47619 w 117771"/>
                <a:gd name="connsiteY13" fmla="*/ 107451 h 203524"/>
                <a:gd name="connsiteX14" fmla="*/ 65785 w 117771"/>
                <a:gd name="connsiteY14" fmla="*/ 120430 h 203524"/>
                <a:gd name="connsiteX15" fmla="*/ 62454 w 117771"/>
                <a:gd name="connsiteY15" fmla="*/ 84739 h 203524"/>
                <a:gd name="connsiteX16" fmla="*/ 24610 w 117771"/>
                <a:gd name="connsiteY16" fmla="*/ 37545 h 203524"/>
                <a:gd name="connsiteX17" fmla="*/ 57308 w 117771"/>
                <a:gd name="connsiteY17" fmla="*/ 8344 h 203524"/>
                <a:gd name="connsiteX18" fmla="*/ 90913 w 117771"/>
                <a:gd name="connsiteY18" fmla="*/ 41675 h 203524"/>
                <a:gd name="connsiteX19" fmla="*/ 65179 w 117771"/>
                <a:gd name="connsiteY19" fmla="*/ 82969 h 203524"/>
                <a:gd name="connsiteX20" fmla="*/ 62454 w 117771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71" h="203524">
                  <a:moveTo>
                    <a:pt x="71234" y="90049"/>
                  </a:moveTo>
                  <a:cubicBezTo>
                    <a:pt x="101207" y="74416"/>
                    <a:pt x="111803" y="62027"/>
                    <a:pt x="111803" y="41970"/>
                  </a:cubicBezTo>
                  <a:cubicBezTo>
                    <a:pt x="111803" y="17783"/>
                    <a:pt x="90005" y="85"/>
                    <a:pt x="59730" y="85"/>
                  </a:cubicBezTo>
                  <a:cubicBezTo>
                    <a:pt x="26729" y="85"/>
                    <a:pt x="2206" y="19847"/>
                    <a:pt x="2206" y="46689"/>
                  </a:cubicBezTo>
                  <a:cubicBezTo>
                    <a:pt x="2206" y="65862"/>
                    <a:pt x="7959" y="74416"/>
                    <a:pt x="39748" y="101552"/>
                  </a:cubicBezTo>
                  <a:cubicBezTo>
                    <a:pt x="7050" y="125739"/>
                    <a:pt x="390" y="134883"/>
                    <a:pt x="390" y="154941"/>
                  </a:cubicBezTo>
                  <a:cubicBezTo>
                    <a:pt x="390" y="183552"/>
                    <a:pt x="24307" y="203610"/>
                    <a:pt x="58519" y="203610"/>
                  </a:cubicBezTo>
                  <a:cubicBezTo>
                    <a:pt x="94849" y="203610"/>
                    <a:pt x="118161" y="184142"/>
                    <a:pt x="118161" y="153761"/>
                  </a:cubicBezTo>
                  <a:cubicBezTo>
                    <a:pt x="118161" y="131049"/>
                    <a:pt x="107868" y="116595"/>
                    <a:pt x="71234" y="90049"/>
                  </a:cubicBezTo>
                  <a:close/>
                  <a:moveTo>
                    <a:pt x="65785" y="120430"/>
                  </a:moveTo>
                  <a:cubicBezTo>
                    <a:pt x="87886" y="135768"/>
                    <a:pt x="95152" y="146387"/>
                    <a:pt x="95152" y="162905"/>
                  </a:cubicBezTo>
                  <a:cubicBezTo>
                    <a:pt x="95152" y="182077"/>
                    <a:pt x="81528" y="195351"/>
                    <a:pt x="61849" y="195351"/>
                  </a:cubicBezTo>
                  <a:cubicBezTo>
                    <a:pt x="38840" y="195351"/>
                    <a:pt x="23399" y="178243"/>
                    <a:pt x="23399" y="152581"/>
                  </a:cubicBezTo>
                  <a:cubicBezTo>
                    <a:pt x="23399" y="133703"/>
                    <a:pt x="30060" y="121315"/>
                    <a:pt x="47619" y="107451"/>
                  </a:cubicBezTo>
                  <a:lnTo>
                    <a:pt x="65785" y="120430"/>
                  </a:lnTo>
                  <a:close/>
                  <a:moveTo>
                    <a:pt x="62454" y="84739"/>
                  </a:moveTo>
                  <a:cubicBezTo>
                    <a:pt x="35509" y="67631"/>
                    <a:pt x="24610" y="54063"/>
                    <a:pt x="24610" y="37545"/>
                  </a:cubicBezTo>
                  <a:cubicBezTo>
                    <a:pt x="24610" y="20437"/>
                    <a:pt x="38234" y="8344"/>
                    <a:pt x="57308" y="8344"/>
                  </a:cubicBezTo>
                  <a:cubicBezTo>
                    <a:pt x="77895" y="8344"/>
                    <a:pt x="90913" y="21322"/>
                    <a:pt x="90913" y="41675"/>
                  </a:cubicBezTo>
                  <a:cubicBezTo>
                    <a:pt x="90913" y="58487"/>
                    <a:pt x="82436" y="71761"/>
                    <a:pt x="65179" y="82969"/>
                  </a:cubicBezTo>
                  <a:cubicBezTo>
                    <a:pt x="63665" y="83854"/>
                    <a:pt x="63665" y="83854"/>
                    <a:pt x="62454" y="8473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98C7D1A-6875-3007-84C1-BF694F9B40A4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4589877" y="4857196"/>
              <a:ext cx="134725" cy="199395"/>
            </a:xfrm>
            <a:custGeom>
              <a:avLst/>
              <a:gdLst>
                <a:gd name="connsiteX0" fmla="*/ 135121 w 134725"/>
                <a:gd name="connsiteY0" fmla="*/ 159070 h 199395"/>
                <a:gd name="connsiteX1" fmla="*/ 131185 w 134725"/>
                <a:gd name="connsiteY1" fmla="*/ 157595 h 199395"/>
                <a:gd name="connsiteX2" fmla="*/ 102423 w 134725"/>
                <a:gd name="connsiteY2" fmla="*/ 177063 h 199395"/>
                <a:gd name="connsiteX3" fmla="*/ 30065 w 134725"/>
                <a:gd name="connsiteY3" fmla="*/ 177063 h 199395"/>
                <a:gd name="connsiteX4" fmla="*/ 80927 w 134725"/>
                <a:gd name="connsiteY4" fmla="*/ 125149 h 199395"/>
                <a:gd name="connsiteX5" fmla="*/ 119680 w 134725"/>
                <a:gd name="connsiteY5" fmla="*/ 52293 h 199395"/>
                <a:gd name="connsiteX6" fmla="*/ 63670 w 134725"/>
                <a:gd name="connsiteY6" fmla="*/ 85 h 199395"/>
                <a:gd name="connsiteX7" fmla="*/ 20074 w 134725"/>
                <a:gd name="connsiteY7" fmla="*/ 18372 h 199395"/>
                <a:gd name="connsiteX8" fmla="*/ 697 w 134725"/>
                <a:gd name="connsiteY8" fmla="*/ 58782 h 199395"/>
                <a:gd name="connsiteX9" fmla="*/ 7055 w 134725"/>
                <a:gd name="connsiteY9" fmla="*/ 60257 h 199395"/>
                <a:gd name="connsiteX10" fmla="*/ 50955 w 134725"/>
                <a:gd name="connsiteY10" fmla="*/ 21912 h 199395"/>
                <a:gd name="connsiteX11" fmla="*/ 93643 w 134725"/>
                <a:gd name="connsiteY11" fmla="*/ 63502 h 199395"/>
                <a:gd name="connsiteX12" fmla="*/ 54285 w 134725"/>
                <a:gd name="connsiteY12" fmla="*/ 140192 h 199395"/>
                <a:gd name="connsiteX13" fmla="*/ 395 w 134725"/>
                <a:gd name="connsiteY13" fmla="*/ 195941 h 199395"/>
                <a:gd name="connsiteX14" fmla="*/ 395 w 134725"/>
                <a:gd name="connsiteY14" fmla="*/ 199480 h 199395"/>
                <a:gd name="connsiteX15" fmla="*/ 118469 w 134725"/>
                <a:gd name="connsiteY15" fmla="*/ 199480 h 199395"/>
                <a:gd name="connsiteX16" fmla="*/ 135121 w 134725"/>
                <a:gd name="connsiteY16" fmla="*/ 15907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25" h="199395">
                  <a:moveTo>
                    <a:pt x="135121" y="159070"/>
                  </a:moveTo>
                  <a:lnTo>
                    <a:pt x="131185" y="157595"/>
                  </a:lnTo>
                  <a:cubicBezTo>
                    <a:pt x="119983" y="174408"/>
                    <a:pt x="116047" y="177063"/>
                    <a:pt x="102423" y="177063"/>
                  </a:cubicBezTo>
                  <a:lnTo>
                    <a:pt x="30065" y="177063"/>
                  </a:lnTo>
                  <a:lnTo>
                    <a:pt x="80927" y="125149"/>
                  </a:lnTo>
                  <a:cubicBezTo>
                    <a:pt x="107873" y="97718"/>
                    <a:pt x="119680" y="75300"/>
                    <a:pt x="119680" y="52293"/>
                  </a:cubicBezTo>
                  <a:cubicBezTo>
                    <a:pt x="119680" y="22797"/>
                    <a:pt x="95157" y="85"/>
                    <a:pt x="63670" y="85"/>
                  </a:cubicBezTo>
                  <a:cubicBezTo>
                    <a:pt x="47019" y="85"/>
                    <a:pt x="31276" y="6574"/>
                    <a:pt x="20074" y="18372"/>
                  </a:cubicBezTo>
                  <a:cubicBezTo>
                    <a:pt x="10386" y="28401"/>
                    <a:pt x="5844" y="37840"/>
                    <a:pt x="697" y="58782"/>
                  </a:cubicBezTo>
                  <a:lnTo>
                    <a:pt x="7055" y="60257"/>
                  </a:lnTo>
                  <a:cubicBezTo>
                    <a:pt x="19166" y="31351"/>
                    <a:pt x="30065" y="21912"/>
                    <a:pt x="50955" y="21912"/>
                  </a:cubicBezTo>
                  <a:cubicBezTo>
                    <a:pt x="76386" y="21912"/>
                    <a:pt x="93643" y="38725"/>
                    <a:pt x="93643" y="63502"/>
                  </a:cubicBezTo>
                  <a:cubicBezTo>
                    <a:pt x="93643" y="86509"/>
                    <a:pt x="79716" y="113941"/>
                    <a:pt x="54285" y="140192"/>
                  </a:cubicBezTo>
                  <a:lnTo>
                    <a:pt x="395" y="195941"/>
                  </a:lnTo>
                  <a:lnTo>
                    <a:pt x="395" y="199480"/>
                  </a:lnTo>
                  <a:lnTo>
                    <a:pt x="118469" y="199480"/>
                  </a:lnTo>
                  <a:lnTo>
                    <a:pt x="135121" y="15907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0" name="Group 9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= \int_0^\pi f(x)\,dx = \int_0^\pi \sin(x)\,dx&#10;\end{align*}&#10;}&#10;\end{document}" title="IguanaTex Shape Display">
            <a:extLst>
              <a:ext uri="{FF2B5EF4-FFF2-40B4-BE49-F238E27FC236}">
                <a16:creationId xmlns:a16="http://schemas.microsoft.com/office/drawing/2014/main" id="{EFE57FED-0F56-F654-C6D0-E2EBF854A4F0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201643" y="126699"/>
            <a:ext cx="3739884" cy="646585"/>
            <a:chOff x="7804042" y="4786052"/>
            <a:chExt cx="3739884" cy="64658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C7B0810-5658-4CAB-BE52-87733B1E695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804042" y="4993123"/>
              <a:ext cx="118833" cy="197549"/>
            </a:xfrm>
            <a:custGeom>
              <a:avLst/>
              <a:gdLst>
                <a:gd name="connsiteX0" fmla="*/ 173 w 118833"/>
                <a:gd name="connsiteY0" fmla="*/ 197636 h 197549"/>
                <a:gd name="connsiteX1" fmla="*/ 74141 w 118833"/>
                <a:gd name="connsiteY1" fmla="*/ 197636 h 197549"/>
                <a:gd name="connsiteX2" fmla="*/ 74141 w 118833"/>
                <a:gd name="connsiteY2" fmla="*/ 192796 h 197549"/>
                <a:gd name="connsiteX3" fmla="*/ 53527 w 118833"/>
                <a:gd name="connsiteY3" fmla="*/ 180392 h 197549"/>
                <a:gd name="connsiteX4" fmla="*/ 56861 w 118833"/>
                <a:gd name="connsiteY4" fmla="*/ 161333 h 197549"/>
                <a:gd name="connsiteX5" fmla="*/ 94148 w 118833"/>
                <a:gd name="connsiteY5" fmla="*/ 27313 h 197549"/>
                <a:gd name="connsiteX6" fmla="*/ 119006 w 118833"/>
                <a:gd name="connsiteY6" fmla="*/ 4927 h 197549"/>
                <a:gd name="connsiteX7" fmla="*/ 119006 w 118833"/>
                <a:gd name="connsiteY7" fmla="*/ 86 h 197549"/>
                <a:gd name="connsiteX8" fmla="*/ 44129 w 118833"/>
                <a:gd name="connsiteY8" fmla="*/ 86 h 197549"/>
                <a:gd name="connsiteX9" fmla="*/ 44129 w 118833"/>
                <a:gd name="connsiteY9" fmla="*/ 4927 h 197549"/>
                <a:gd name="connsiteX10" fmla="*/ 65349 w 118833"/>
                <a:gd name="connsiteY10" fmla="*/ 17935 h 197549"/>
                <a:gd name="connsiteX11" fmla="*/ 62015 w 118833"/>
                <a:gd name="connsiteY11" fmla="*/ 36692 h 197549"/>
                <a:gd name="connsiteX12" fmla="*/ 24728 w 118833"/>
                <a:gd name="connsiteY12" fmla="*/ 170409 h 197549"/>
                <a:gd name="connsiteX13" fmla="*/ 173 w 118833"/>
                <a:gd name="connsiteY13" fmla="*/ 192796 h 197549"/>
                <a:gd name="connsiteX14" fmla="*/ 173 w 118833"/>
                <a:gd name="connsiteY14" fmla="*/ 197636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833" h="197549">
                  <a:moveTo>
                    <a:pt x="173" y="197636"/>
                  </a:moveTo>
                  <a:lnTo>
                    <a:pt x="74141" y="197636"/>
                  </a:lnTo>
                  <a:lnTo>
                    <a:pt x="74141" y="192796"/>
                  </a:lnTo>
                  <a:cubicBezTo>
                    <a:pt x="56861" y="190678"/>
                    <a:pt x="53527" y="188863"/>
                    <a:pt x="53527" y="180392"/>
                  </a:cubicBezTo>
                  <a:cubicBezTo>
                    <a:pt x="53527" y="174644"/>
                    <a:pt x="54133" y="171014"/>
                    <a:pt x="56861" y="161333"/>
                  </a:cubicBezTo>
                  <a:lnTo>
                    <a:pt x="94148" y="27313"/>
                  </a:lnTo>
                  <a:cubicBezTo>
                    <a:pt x="99605" y="9767"/>
                    <a:pt x="101727" y="7952"/>
                    <a:pt x="119006" y="4927"/>
                  </a:cubicBezTo>
                  <a:lnTo>
                    <a:pt x="119006" y="86"/>
                  </a:lnTo>
                  <a:lnTo>
                    <a:pt x="44129" y="86"/>
                  </a:lnTo>
                  <a:lnTo>
                    <a:pt x="44129" y="4927"/>
                  </a:lnTo>
                  <a:cubicBezTo>
                    <a:pt x="61712" y="7044"/>
                    <a:pt x="65349" y="9464"/>
                    <a:pt x="65349" y="17935"/>
                  </a:cubicBezTo>
                  <a:cubicBezTo>
                    <a:pt x="65349" y="22171"/>
                    <a:pt x="64137" y="29129"/>
                    <a:pt x="62015" y="36692"/>
                  </a:cubicBezTo>
                  <a:lnTo>
                    <a:pt x="24728" y="170409"/>
                  </a:lnTo>
                  <a:cubicBezTo>
                    <a:pt x="19271" y="187955"/>
                    <a:pt x="17149" y="189770"/>
                    <a:pt x="173" y="192796"/>
                  </a:cubicBezTo>
                  <a:lnTo>
                    <a:pt x="173" y="197636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77950B1-49D0-3750-7804-79A6FBE7130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007900" y="5079646"/>
              <a:ext cx="201592" cy="70791"/>
            </a:xfrm>
            <a:custGeom>
              <a:avLst/>
              <a:gdLst>
                <a:gd name="connsiteX0" fmla="*/ 191465 w 201592"/>
                <a:gd name="connsiteY0" fmla="*/ 12187 h 70791"/>
                <a:gd name="connsiteX1" fmla="*/ 201772 w 201592"/>
                <a:gd name="connsiteY1" fmla="*/ 6137 h 70791"/>
                <a:gd name="connsiteX2" fmla="*/ 191768 w 201592"/>
                <a:gd name="connsiteY2" fmla="*/ 86 h 70791"/>
                <a:gd name="connsiteX3" fmla="*/ 10183 w 201592"/>
                <a:gd name="connsiteY3" fmla="*/ 86 h 70791"/>
                <a:gd name="connsiteX4" fmla="*/ 179 w 201592"/>
                <a:gd name="connsiteY4" fmla="*/ 6137 h 70791"/>
                <a:gd name="connsiteX5" fmla="*/ 10486 w 201592"/>
                <a:gd name="connsiteY5" fmla="*/ 12187 h 70791"/>
                <a:gd name="connsiteX6" fmla="*/ 191465 w 201592"/>
                <a:gd name="connsiteY6" fmla="*/ 12187 h 70791"/>
                <a:gd name="connsiteX7" fmla="*/ 191768 w 201592"/>
                <a:gd name="connsiteY7" fmla="*/ 70878 h 70791"/>
                <a:gd name="connsiteX8" fmla="*/ 201772 w 201592"/>
                <a:gd name="connsiteY8" fmla="*/ 64827 h 70791"/>
                <a:gd name="connsiteX9" fmla="*/ 191465 w 201592"/>
                <a:gd name="connsiteY9" fmla="*/ 58776 h 70791"/>
                <a:gd name="connsiteX10" fmla="*/ 10486 w 201592"/>
                <a:gd name="connsiteY10" fmla="*/ 58776 h 70791"/>
                <a:gd name="connsiteX11" fmla="*/ 179 w 201592"/>
                <a:gd name="connsiteY11" fmla="*/ 64827 h 70791"/>
                <a:gd name="connsiteX12" fmla="*/ 10183 w 201592"/>
                <a:gd name="connsiteY12" fmla="*/ 70878 h 70791"/>
                <a:gd name="connsiteX13" fmla="*/ 191768 w 201592"/>
                <a:gd name="connsiteY13" fmla="*/ 70878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592" h="70791">
                  <a:moveTo>
                    <a:pt x="191465" y="12187"/>
                  </a:moveTo>
                  <a:cubicBezTo>
                    <a:pt x="196012" y="12187"/>
                    <a:pt x="201772" y="12187"/>
                    <a:pt x="201772" y="6137"/>
                  </a:cubicBezTo>
                  <a:cubicBezTo>
                    <a:pt x="201772" y="86"/>
                    <a:pt x="196012" y="86"/>
                    <a:pt x="191768" y="86"/>
                  </a:cubicBezTo>
                  <a:lnTo>
                    <a:pt x="10183" y="86"/>
                  </a:lnTo>
                  <a:cubicBezTo>
                    <a:pt x="5939" y="86"/>
                    <a:pt x="179" y="86"/>
                    <a:pt x="179" y="6137"/>
                  </a:cubicBezTo>
                  <a:cubicBezTo>
                    <a:pt x="179" y="12187"/>
                    <a:pt x="5939" y="12187"/>
                    <a:pt x="10486" y="12187"/>
                  </a:cubicBezTo>
                  <a:lnTo>
                    <a:pt x="191465" y="12187"/>
                  </a:lnTo>
                  <a:close/>
                  <a:moveTo>
                    <a:pt x="191768" y="70878"/>
                  </a:moveTo>
                  <a:cubicBezTo>
                    <a:pt x="196012" y="70878"/>
                    <a:pt x="201772" y="70878"/>
                    <a:pt x="201772" y="64827"/>
                  </a:cubicBezTo>
                  <a:cubicBezTo>
                    <a:pt x="201772" y="58776"/>
                    <a:pt x="196012" y="58776"/>
                    <a:pt x="191465" y="58776"/>
                  </a:cubicBezTo>
                  <a:lnTo>
                    <a:pt x="10486" y="58776"/>
                  </a:lnTo>
                  <a:cubicBezTo>
                    <a:pt x="5939" y="58776"/>
                    <a:pt x="179" y="58776"/>
                    <a:pt x="179" y="64827"/>
                  </a:cubicBezTo>
                  <a:cubicBezTo>
                    <a:pt x="179" y="70878"/>
                    <a:pt x="5939" y="70878"/>
                    <a:pt x="10183" y="70878"/>
                  </a:cubicBezTo>
                  <a:lnTo>
                    <a:pt x="191768" y="70878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67EF860-0853-932D-A9BF-6C2228C09AF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310245" y="4811249"/>
              <a:ext cx="242002" cy="604993"/>
            </a:xfrm>
            <a:custGeom>
              <a:avLst/>
              <a:gdLst>
                <a:gd name="connsiteX0" fmla="*/ 13284 w 242002"/>
                <a:gd name="connsiteY0" fmla="*/ 592814 h 604993"/>
                <a:gd name="connsiteX1" fmla="*/ 26653 w 242002"/>
                <a:gd name="connsiteY1" fmla="*/ 579473 h 604993"/>
                <a:gd name="connsiteX2" fmla="*/ 13557 w 242002"/>
                <a:gd name="connsiteY2" fmla="*/ 566131 h 604993"/>
                <a:gd name="connsiteX3" fmla="*/ 188 w 242002"/>
                <a:gd name="connsiteY3" fmla="*/ 579745 h 604993"/>
                <a:gd name="connsiteX4" fmla="*/ 30472 w 242002"/>
                <a:gd name="connsiteY4" fmla="*/ 605067 h 604993"/>
                <a:gd name="connsiteX5" fmla="*/ 106865 w 242002"/>
                <a:gd name="connsiteY5" fmla="*/ 462395 h 604993"/>
                <a:gd name="connsiteX6" fmla="*/ 160340 w 242002"/>
                <a:gd name="connsiteY6" fmla="*/ 202101 h 604993"/>
                <a:gd name="connsiteX7" fmla="*/ 189806 w 242002"/>
                <a:gd name="connsiteY7" fmla="*/ 54528 h 604993"/>
                <a:gd name="connsiteX8" fmla="*/ 212997 w 242002"/>
                <a:gd name="connsiteY8" fmla="*/ 6063 h 604993"/>
                <a:gd name="connsiteX9" fmla="*/ 229367 w 242002"/>
                <a:gd name="connsiteY9" fmla="*/ 12326 h 604993"/>
                <a:gd name="connsiteX10" fmla="*/ 215725 w 242002"/>
                <a:gd name="connsiteY10" fmla="*/ 25667 h 604993"/>
                <a:gd name="connsiteX11" fmla="*/ 228821 w 242002"/>
                <a:gd name="connsiteY11" fmla="*/ 39009 h 604993"/>
                <a:gd name="connsiteX12" fmla="*/ 242190 w 242002"/>
                <a:gd name="connsiteY12" fmla="*/ 25395 h 604993"/>
                <a:gd name="connsiteX13" fmla="*/ 212451 w 242002"/>
                <a:gd name="connsiteY13" fmla="*/ 73 h 604993"/>
                <a:gd name="connsiteX14" fmla="*/ 161432 w 242002"/>
                <a:gd name="connsiteY14" fmla="*/ 85295 h 604993"/>
                <a:gd name="connsiteX15" fmla="*/ 93496 w 242002"/>
                <a:gd name="connsiteY15" fmla="*/ 403039 h 604993"/>
                <a:gd name="connsiteX16" fmla="*/ 69487 w 242002"/>
                <a:gd name="connsiteY16" fmla="*/ 528013 h 604993"/>
                <a:gd name="connsiteX17" fmla="*/ 29927 w 242002"/>
                <a:gd name="connsiteY17" fmla="*/ 599077 h 604993"/>
                <a:gd name="connsiteX18" fmla="*/ 13284 w 242002"/>
                <a:gd name="connsiteY18" fmla="*/ 592814 h 60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002" h="604993">
                  <a:moveTo>
                    <a:pt x="13284" y="592814"/>
                  </a:moveTo>
                  <a:cubicBezTo>
                    <a:pt x="22014" y="592270"/>
                    <a:pt x="26653" y="586280"/>
                    <a:pt x="26653" y="579473"/>
                  </a:cubicBezTo>
                  <a:cubicBezTo>
                    <a:pt x="26653" y="570488"/>
                    <a:pt x="19832" y="566131"/>
                    <a:pt x="13557" y="566131"/>
                  </a:cubicBezTo>
                  <a:cubicBezTo>
                    <a:pt x="7009" y="566131"/>
                    <a:pt x="188" y="570215"/>
                    <a:pt x="188" y="579745"/>
                  </a:cubicBezTo>
                  <a:cubicBezTo>
                    <a:pt x="188" y="593631"/>
                    <a:pt x="13830" y="605067"/>
                    <a:pt x="30472" y="605067"/>
                  </a:cubicBezTo>
                  <a:cubicBezTo>
                    <a:pt x="71943" y="605067"/>
                    <a:pt x="87494" y="541354"/>
                    <a:pt x="106865" y="462395"/>
                  </a:cubicBezTo>
                  <a:cubicBezTo>
                    <a:pt x="127873" y="376356"/>
                    <a:pt x="145607" y="289501"/>
                    <a:pt x="160340" y="202101"/>
                  </a:cubicBezTo>
                  <a:cubicBezTo>
                    <a:pt x="170435" y="144106"/>
                    <a:pt x="180530" y="89652"/>
                    <a:pt x="189806" y="54528"/>
                  </a:cubicBezTo>
                  <a:cubicBezTo>
                    <a:pt x="193080" y="41187"/>
                    <a:pt x="202356" y="6063"/>
                    <a:pt x="212997" y="6063"/>
                  </a:cubicBezTo>
                  <a:cubicBezTo>
                    <a:pt x="221455" y="6063"/>
                    <a:pt x="228275" y="11237"/>
                    <a:pt x="229367" y="12326"/>
                  </a:cubicBezTo>
                  <a:cubicBezTo>
                    <a:pt x="220363" y="12870"/>
                    <a:pt x="215725" y="18860"/>
                    <a:pt x="215725" y="25667"/>
                  </a:cubicBezTo>
                  <a:cubicBezTo>
                    <a:pt x="215725" y="34652"/>
                    <a:pt x="222546" y="39009"/>
                    <a:pt x="228821" y="39009"/>
                  </a:cubicBezTo>
                  <a:cubicBezTo>
                    <a:pt x="235369" y="39009"/>
                    <a:pt x="242190" y="34925"/>
                    <a:pt x="242190" y="25395"/>
                  </a:cubicBezTo>
                  <a:cubicBezTo>
                    <a:pt x="242190" y="10692"/>
                    <a:pt x="227457" y="73"/>
                    <a:pt x="212451" y="73"/>
                  </a:cubicBezTo>
                  <a:cubicBezTo>
                    <a:pt x="191716" y="73"/>
                    <a:pt x="176437" y="29751"/>
                    <a:pt x="161432" y="85295"/>
                  </a:cubicBezTo>
                  <a:cubicBezTo>
                    <a:pt x="160613" y="88290"/>
                    <a:pt x="123508" y="224972"/>
                    <a:pt x="93496" y="403039"/>
                  </a:cubicBezTo>
                  <a:cubicBezTo>
                    <a:pt x="86403" y="444697"/>
                    <a:pt x="78491" y="490167"/>
                    <a:pt x="69487" y="528013"/>
                  </a:cubicBezTo>
                  <a:cubicBezTo>
                    <a:pt x="64576" y="547889"/>
                    <a:pt x="52026" y="599077"/>
                    <a:pt x="29927" y="599077"/>
                  </a:cubicBezTo>
                  <a:cubicBezTo>
                    <a:pt x="20105" y="599077"/>
                    <a:pt x="13557" y="592814"/>
                    <a:pt x="13284" y="592814"/>
                  </a:cubicBezTo>
                  <a:close/>
                </a:path>
              </a:pathLst>
            </a:custGeom>
            <a:solidFill>
              <a:srgbClr val="FFFFFF"/>
            </a:solidFill>
            <a:ln w="274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CE2F060-8AFB-E61C-666E-19BA9899590C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582397" y="4786052"/>
              <a:ext cx="121981" cy="114845"/>
            </a:xfrm>
            <a:custGeom>
              <a:avLst/>
              <a:gdLst>
                <a:gd name="connsiteX0" fmla="*/ 5753 w 121981"/>
                <a:gd name="connsiteY0" fmla="*/ 34106 h 114845"/>
                <a:gd name="connsiteX1" fmla="*/ 30205 w 121981"/>
                <a:gd name="connsiteY1" fmla="*/ 20002 h 114845"/>
                <a:gd name="connsiteX2" fmla="*/ 40524 w 121981"/>
                <a:gd name="connsiteY2" fmla="*/ 20002 h 114845"/>
                <a:gd name="connsiteX3" fmla="*/ 26391 w 121981"/>
                <a:gd name="connsiteY3" fmla="*/ 69701 h 114845"/>
                <a:gd name="connsiteX4" fmla="*/ 11810 w 121981"/>
                <a:gd name="connsiteY4" fmla="*/ 87834 h 114845"/>
                <a:gd name="connsiteX5" fmla="*/ 369 w 121981"/>
                <a:gd name="connsiteY5" fmla="*/ 102610 h 114845"/>
                <a:gd name="connsiteX6" fmla="*/ 10688 w 121981"/>
                <a:gd name="connsiteY6" fmla="*/ 114922 h 114845"/>
                <a:gd name="connsiteX7" fmla="*/ 28410 w 121981"/>
                <a:gd name="connsiteY7" fmla="*/ 100147 h 114845"/>
                <a:gd name="connsiteX8" fmla="*/ 44113 w 121981"/>
                <a:gd name="connsiteY8" fmla="*/ 48881 h 114845"/>
                <a:gd name="connsiteX9" fmla="*/ 51740 w 121981"/>
                <a:gd name="connsiteY9" fmla="*/ 20002 h 114845"/>
                <a:gd name="connsiteX10" fmla="*/ 76192 w 121981"/>
                <a:gd name="connsiteY10" fmla="*/ 20002 h 114845"/>
                <a:gd name="connsiteX11" fmla="*/ 62284 w 121981"/>
                <a:gd name="connsiteY11" fmla="*/ 74626 h 114845"/>
                <a:gd name="connsiteX12" fmla="*/ 77762 w 121981"/>
                <a:gd name="connsiteY12" fmla="*/ 114922 h 114845"/>
                <a:gd name="connsiteX13" fmla="*/ 102438 w 121981"/>
                <a:gd name="connsiteY13" fmla="*/ 98356 h 114845"/>
                <a:gd name="connsiteX14" fmla="*/ 110738 w 121981"/>
                <a:gd name="connsiteY14" fmla="*/ 76641 h 114845"/>
                <a:gd name="connsiteX15" fmla="*/ 105355 w 121981"/>
                <a:gd name="connsiteY15" fmla="*/ 76641 h 114845"/>
                <a:gd name="connsiteX16" fmla="*/ 89876 w 121981"/>
                <a:gd name="connsiteY16" fmla="*/ 92983 h 114845"/>
                <a:gd name="connsiteX17" fmla="*/ 79557 w 121981"/>
                <a:gd name="connsiteY17" fmla="*/ 85148 h 114845"/>
                <a:gd name="connsiteX18" fmla="*/ 79333 w 121981"/>
                <a:gd name="connsiteY18" fmla="*/ 70149 h 114845"/>
                <a:gd name="connsiteX19" fmla="*/ 90549 w 121981"/>
                <a:gd name="connsiteY19" fmla="*/ 20002 h 114845"/>
                <a:gd name="connsiteX20" fmla="*/ 118814 w 121981"/>
                <a:gd name="connsiteY20" fmla="*/ 20002 h 114845"/>
                <a:gd name="connsiteX21" fmla="*/ 122179 w 121981"/>
                <a:gd name="connsiteY21" fmla="*/ 77 h 114845"/>
                <a:gd name="connsiteX22" fmla="*/ 43664 w 121981"/>
                <a:gd name="connsiteY22" fmla="*/ 77 h 114845"/>
                <a:gd name="connsiteX23" fmla="*/ 19437 w 121981"/>
                <a:gd name="connsiteY23" fmla="*/ 7913 h 114845"/>
                <a:gd name="connsiteX24" fmla="*/ 1266 w 121981"/>
                <a:gd name="connsiteY24" fmla="*/ 34106 h 114845"/>
                <a:gd name="connsiteX25" fmla="*/ 5753 w 121981"/>
                <a:gd name="connsiteY25" fmla="*/ 34106 h 11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1981" h="114845">
                  <a:moveTo>
                    <a:pt x="5753" y="34106"/>
                  </a:moveTo>
                  <a:cubicBezTo>
                    <a:pt x="15175" y="22464"/>
                    <a:pt x="19437" y="20002"/>
                    <a:pt x="30205" y="20002"/>
                  </a:cubicBezTo>
                  <a:lnTo>
                    <a:pt x="40524" y="20002"/>
                  </a:lnTo>
                  <a:lnTo>
                    <a:pt x="26391" y="69701"/>
                  </a:lnTo>
                  <a:cubicBezTo>
                    <a:pt x="24372" y="75969"/>
                    <a:pt x="20558" y="80894"/>
                    <a:pt x="11810" y="87834"/>
                  </a:cubicBezTo>
                  <a:cubicBezTo>
                    <a:pt x="3734" y="94103"/>
                    <a:pt x="1266" y="97685"/>
                    <a:pt x="369" y="102610"/>
                  </a:cubicBezTo>
                  <a:cubicBezTo>
                    <a:pt x="-753" y="109326"/>
                    <a:pt x="3734" y="114922"/>
                    <a:pt x="10688" y="114922"/>
                  </a:cubicBezTo>
                  <a:cubicBezTo>
                    <a:pt x="17642" y="114922"/>
                    <a:pt x="23923" y="109773"/>
                    <a:pt x="28410" y="100147"/>
                  </a:cubicBezTo>
                  <a:cubicBezTo>
                    <a:pt x="31326" y="94326"/>
                    <a:pt x="38280" y="71492"/>
                    <a:pt x="44113" y="48881"/>
                  </a:cubicBezTo>
                  <a:lnTo>
                    <a:pt x="51740" y="20002"/>
                  </a:lnTo>
                  <a:lnTo>
                    <a:pt x="76192" y="20002"/>
                  </a:lnTo>
                  <a:cubicBezTo>
                    <a:pt x="70359" y="37687"/>
                    <a:pt x="64303" y="61865"/>
                    <a:pt x="62284" y="74626"/>
                  </a:cubicBezTo>
                  <a:cubicBezTo>
                    <a:pt x="58021" y="99699"/>
                    <a:pt x="64078" y="114922"/>
                    <a:pt x="77762" y="114922"/>
                  </a:cubicBezTo>
                  <a:cubicBezTo>
                    <a:pt x="86511" y="114922"/>
                    <a:pt x="95260" y="108878"/>
                    <a:pt x="102438" y="98356"/>
                  </a:cubicBezTo>
                  <a:cubicBezTo>
                    <a:pt x="106701" y="92088"/>
                    <a:pt x="108271" y="87834"/>
                    <a:pt x="110738" y="76641"/>
                  </a:cubicBezTo>
                  <a:lnTo>
                    <a:pt x="105355" y="76641"/>
                  </a:lnTo>
                  <a:cubicBezTo>
                    <a:pt x="102438" y="87387"/>
                    <a:pt x="97279" y="92983"/>
                    <a:pt x="89876" y="92983"/>
                  </a:cubicBezTo>
                  <a:cubicBezTo>
                    <a:pt x="85389" y="92983"/>
                    <a:pt x="81351" y="89849"/>
                    <a:pt x="79557" y="85148"/>
                  </a:cubicBezTo>
                  <a:cubicBezTo>
                    <a:pt x="78211" y="81118"/>
                    <a:pt x="78211" y="77536"/>
                    <a:pt x="79333" y="70149"/>
                  </a:cubicBezTo>
                  <a:cubicBezTo>
                    <a:pt x="82249" y="53134"/>
                    <a:pt x="86735" y="32315"/>
                    <a:pt x="90549" y="20002"/>
                  </a:cubicBezTo>
                  <a:lnTo>
                    <a:pt x="118814" y="20002"/>
                  </a:lnTo>
                  <a:lnTo>
                    <a:pt x="122179" y="77"/>
                  </a:lnTo>
                  <a:lnTo>
                    <a:pt x="43664" y="77"/>
                  </a:lnTo>
                  <a:cubicBezTo>
                    <a:pt x="31551" y="77"/>
                    <a:pt x="26840" y="1644"/>
                    <a:pt x="19437" y="7913"/>
                  </a:cubicBezTo>
                  <a:cubicBezTo>
                    <a:pt x="12034" y="14181"/>
                    <a:pt x="7323" y="20673"/>
                    <a:pt x="1266" y="34106"/>
                  </a:cubicBezTo>
                  <a:lnTo>
                    <a:pt x="5753" y="34106"/>
                  </a:ln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2CCD924-AD25-AF12-0CBD-35B353DE5A5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452187" y="5278167"/>
              <a:ext cx="101396" cy="154470"/>
            </a:xfrm>
            <a:custGeom>
              <a:avLst/>
              <a:gdLst>
                <a:gd name="connsiteX0" fmla="*/ 51789 w 101396"/>
                <a:gd name="connsiteY0" fmla="*/ 95 h 154470"/>
                <a:gd name="connsiteX1" fmla="*/ 21729 w 101396"/>
                <a:gd name="connsiteY1" fmla="*/ 11736 h 154470"/>
                <a:gd name="connsiteX2" fmla="*/ 193 w 101396"/>
                <a:gd name="connsiteY2" fmla="*/ 76210 h 154470"/>
                <a:gd name="connsiteX3" fmla="*/ 18140 w 101396"/>
                <a:gd name="connsiteY3" fmla="*/ 139342 h 154470"/>
                <a:gd name="connsiteX4" fmla="*/ 50892 w 101396"/>
                <a:gd name="connsiteY4" fmla="*/ 154565 h 154470"/>
                <a:gd name="connsiteX5" fmla="*/ 80054 w 101396"/>
                <a:gd name="connsiteY5" fmla="*/ 142924 h 154470"/>
                <a:gd name="connsiteX6" fmla="*/ 101590 w 101396"/>
                <a:gd name="connsiteY6" fmla="*/ 77554 h 154470"/>
                <a:gd name="connsiteX7" fmla="*/ 51789 w 101396"/>
                <a:gd name="connsiteY7" fmla="*/ 95 h 154470"/>
                <a:gd name="connsiteX8" fmla="*/ 51116 w 101396"/>
                <a:gd name="connsiteY8" fmla="*/ 5915 h 154470"/>
                <a:gd name="connsiteX9" fmla="*/ 80054 w 101396"/>
                <a:gd name="connsiteY9" fmla="*/ 78001 h 154470"/>
                <a:gd name="connsiteX10" fmla="*/ 50892 w 101396"/>
                <a:gd name="connsiteY10" fmla="*/ 148744 h 154470"/>
                <a:gd name="connsiteX11" fmla="*/ 21729 w 101396"/>
                <a:gd name="connsiteY11" fmla="*/ 78225 h 154470"/>
                <a:gd name="connsiteX12" fmla="*/ 51116 w 101396"/>
                <a:gd name="connsiteY12" fmla="*/ 5915 h 1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96" h="154470">
                  <a:moveTo>
                    <a:pt x="51789" y="95"/>
                  </a:moveTo>
                  <a:cubicBezTo>
                    <a:pt x="39451" y="95"/>
                    <a:pt x="30029" y="3901"/>
                    <a:pt x="21729" y="11736"/>
                  </a:cubicBezTo>
                  <a:cubicBezTo>
                    <a:pt x="8718" y="24273"/>
                    <a:pt x="193" y="50018"/>
                    <a:pt x="193" y="76210"/>
                  </a:cubicBezTo>
                  <a:cubicBezTo>
                    <a:pt x="193" y="100612"/>
                    <a:pt x="7596" y="126805"/>
                    <a:pt x="18140" y="139342"/>
                  </a:cubicBezTo>
                  <a:cubicBezTo>
                    <a:pt x="26440" y="149192"/>
                    <a:pt x="37881" y="154565"/>
                    <a:pt x="50892" y="154565"/>
                  </a:cubicBezTo>
                  <a:cubicBezTo>
                    <a:pt x="62332" y="154565"/>
                    <a:pt x="71979" y="150759"/>
                    <a:pt x="80054" y="142924"/>
                  </a:cubicBezTo>
                  <a:cubicBezTo>
                    <a:pt x="93065" y="130611"/>
                    <a:pt x="101590" y="104642"/>
                    <a:pt x="101590" y="77554"/>
                  </a:cubicBezTo>
                  <a:cubicBezTo>
                    <a:pt x="101590" y="31660"/>
                    <a:pt x="81176" y="95"/>
                    <a:pt x="51789" y="95"/>
                  </a:cubicBezTo>
                  <a:close/>
                  <a:moveTo>
                    <a:pt x="51116" y="5915"/>
                  </a:moveTo>
                  <a:cubicBezTo>
                    <a:pt x="69960" y="5915"/>
                    <a:pt x="80054" y="31213"/>
                    <a:pt x="80054" y="78001"/>
                  </a:cubicBezTo>
                  <a:cubicBezTo>
                    <a:pt x="80054" y="124790"/>
                    <a:pt x="70184" y="148744"/>
                    <a:pt x="50892" y="148744"/>
                  </a:cubicBezTo>
                  <a:cubicBezTo>
                    <a:pt x="31599" y="148744"/>
                    <a:pt x="21729" y="124790"/>
                    <a:pt x="21729" y="78225"/>
                  </a:cubicBezTo>
                  <a:cubicBezTo>
                    <a:pt x="21729" y="30765"/>
                    <a:pt x="31824" y="5915"/>
                    <a:pt x="51116" y="5915"/>
                  </a:cubicBez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C35CD4C-F966-2D3C-4614-190CEA65319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760169" y="4985560"/>
              <a:ext cx="173096" cy="267736"/>
            </a:xfrm>
            <a:custGeom>
              <a:avLst/>
              <a:gdLst>
                <a:gd name="connsiteX0" fmla="*/ 55378 w 173096"/>
                <a:gd name="connsiteY0" fmla="*/ 85399 h 267736"/>
                <a:gd name="connsiteX1" fmla="*/ 82661 w 173096"/>
                <a:gd name="connsiteY1" fmla="*/ 85399 h 267736"/>
                <a:gd name="connsiteX2" fmla="*/ 55984 w 173096"/>
                <a:gd name="connsiteY2" fmla="*/ 212460 h 267736"/>
                <a:gd name="connsiteX3" fmla="*/ 26579 w 173096"/>
                <a:gd name="connsiteY3" fmla="*/ 261469 h 267736"/>
                <a:gd name="connsiteX4" fmla="*/ 20516 w 173096"/>
                <a:gd name="connsiteY4" fmla="*/ 256629 h 267736"/>
                <a:gd name="connsiteX5" fmla="*/ 21729 w 173096"/>
                <a:gd name="connsiteY5" fmla="*/ 253301 h 267736"/>
                <a:gd name="connsiteX6" fmla="*/ 23245 w 173096"/>
                <a:gd name="connsiteY6" fmla="*/ 248461 h 267736"/>
                <a:gd name="connsiteX7" fmla="*/ 11422 w 173096"/>
                <a:gd name="connsiteY7" fmla="*/ 236965 h 267736"/>
                <a:gd name="connsiteX8" fmla="*/ 205 w 173096"/>
                <a:gd name="connsiteY8" fmla="*/ 249368 h 267736"/>
                <a:gd name="connsiteX9" fmla="*/ 24154 w 173096"/>
                <a:gd name="connsiteY9" fmla="*/ 267823 h 267736"/>
                <a:gd name="connsiteX10" fmla="*/ 84783 w 173096"/>
                <a:gd name="connsiteY10" fmla="*/ 182207 h 267736"/>
                <a:gd name="connsiteX11" fmla="*/ 106610 w 173096"/>
                <a:gd name="connsiteY11" fmla="*/ 85399 h 267736"/>
                <a:gd name="connsiteX12" fmla="*/ 139653 w 173096"/>
                <a:gd name="connsiteY12" fmla="*/ 85399 h 267736"/>
                <a:gd name="connsiteX13" fmla="*/ 141472 w 173096"/>
                <a:gd name="connsiteY13" fmla="*/ 75718 h 267736"/>
                <a:gd name="connsiteX14" fmla="*/ 108732 w 173096"/>
                <a:gd name="connsiteY14" fmla="*/ 75718 h 267736"/>
                <a:gd name="connsiteX15" fmla="*/ 145716 w 173096"/>
                <a:gd name="connsiteY15" fmla="*/ 6742 h 267736"/>
                <a:gd name="connsiteX16" fmla="*/ 152385 w 173096"/>
                <a:gd name="connsiteY16" fmla="*/ 10372 h 267736"/>
                <a:gd name="connsiteX17" fmla="*/ 151172 w 173096"/>
                <a:gd name="connsiteY17" fmla="*/ 13398 h 267736"/>
                <a:gd name="connsiteX18" fmla="*/ 149354 w 173096"/>
                <a:gd name="connsiteY18" fmla="*/ 19751 h 267736"/>
                <a:gd name="connsiteX19" fmla="*/ 160570 w 173096"/>
                <a:gd name="connsiteY19" fmla="*/ 31852 h 267736"/>
                <a:gd name="connsiteX20" fmla="*/ 173302 w 173096"/>
                <a:gd name="connsiteY20" fmla="*/ 19751 h 267736"/>
                <a:gd name="connsiteX21" fmla="*/ 147232 w 173096"/>
                <a:gd name="connsiteY21" fmla="*/ 86 h 267736"/>
                <a:gd name="connsiteX22" fmla="*/ 109641 w 173096"/>
                <a:gd name="connsiteY22" fmla="*/ 20961 h 267736"/>
                <a:gd name="connsiteX23" fmla="*/ 85390 w 173096"/>
                <a:gd name="connsiteY23" fmla="*/ 75718 h 267736"/>
                <a:gd name="connsiteX24" fmla="*/ 57500 w 173096"/>
                <a:gd name="connsiteY24" fmla="*/ 75718 h 267736"/>
                <a:gd name="connsiteX25" fmla="*/ 55378 w 173096"/>
                <a:gd name="connsiteY25" fmla="*/ 85399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096" h="267736">
                  <a:moveTo>
                    <a:pt x="55378" y="85399"/>
                  </a:moveTo>
                  <a:lnTo>
                    <a:pt x="82661" y="85399"/>
                  </a:lnTo>
                  <a:lnTo>
                    <a:pt x="55984" y="212460"/>
                  </a:lnTo>
                  <a:cubicBezTo>
                    <a:pt x="49315" y="244830"/>
                    <a:pt x="39311" y="261469"/>
                    <a:pt x="26579" y="261469"/>
                  </a:cubicBezTo>
                  <a:cubicBezTo>
                    <a:pt x="22941" y="261469"/>
                    <a:pt x="20516" y="259352"/>
                    <a:pt x="20516" y="256629"/>
                  </a:cubicBezTo>
                  <a:cubicBezTo>
                    <a:pt x="20516" y="255721"/>
                    <a:pt x="20819" y="254814"/>
                    <a:pt x="21729" y="253301"/>
                  </a:cubicBezTo>
                  <a:cubicBezTo>
                    <a:pt x="22941" y="251486"/>
                    <a:pt x="23245" y="250276"/>
                    <a:pt x="23245" y="248461"/>
                  </a:cubicBezTo>
                  <a:cubicBezTo>
                    <a:pt x="23245" y="242108"/>
                    <a:pt x="17788" y="236965"/>
                    <a:pt x="11422" y="236965"/>
                  </a:cubicBezTo>
                  <a:cubicBezTo>
                    <a:pt x="5056" y="236965"/>
                    <a:pt x="205" y="242410"/>
                    <a:pt x="205" y="249368"/>
                  </a:cubicBezTo>
                  <a:cubicBezTo>
                    <a:pt x="205" y="259654"/>
                    <a:pt x="10816" y="267823"/>
                    <a:pt x="24154" y="267823"/>
                  </a:cubicBezTo>
                  <a:cubicBezTo>
                    <a:pt x="51134" y="267823"/>
                    <a:pt x="72354" y="237872"/>
                    <a:pt x="84783" y="182207"/>
                  </a:cubicBezTo>
                  <a:lnTo>
                    <a:pt x="106610" y="85399"/>
                  </a:lnTo>
                  <a:lnTo>
                    <a:pt x="139653" y="85399"/>
                  </a:lnTo>
                  <a:lnTo>
                    <a:pt x="141472" y="75718"/>
                  </a:lnTo>
                  <a:lnTo>
                    <a:pt x="108732" y="75718"/>
                  </a:lnTo>
                  <a:cubicBezTo>
                    <a:pt x="117523" y="28221"/>
                    <a:pt x="128740" y="6742"/>
                    <a:pt x="145716" y="6742"/>
                  </a:cubicBezTo>
                  <a:cubicBezTo>
                    <a:pt x="149657" y="6742"/>
                    <a:pt x="152385" y="8255"/>
                    <a:pt x="152385" y="10372"/>
                  </a:cubicBezTo>
                  <a:cubicBezTo>
                    <a:pt x="152385" y="11280"/>
                    <a:pt x="152082" y="11885"/>
                    <a:pt x="151172" y="13398"/>
                  </a:cubicBezTo>
                  <a:cubicBezTo>
                    <a:pt x="149960" y="16120"/>
                    <a:pt x="149354" y="17633"/>
                    <a:pt x="149354" y="19751"/>
                  </a:cubicBezTo>
                  <a:cubicBezTo>
                    <a:pt x="149354" y="27011"/>
                    <a:pt x="153901" y="31852"/>
                    <a:pt x="160570" y="31852"/>
                  </a:cubicBezTo>
                  <a:cubicBezTo>
                    <a:pt x="167542" y="31852"/>
                    <a:pt x="173302" y="26406"/>
                    <a:pt x="173302" y="19751"/>
                  </a:cubicBezTo>
                  <a:cubicBezTo>
                    <a:pt x="173302" y="8557"/>
                    <a:pt x="162086" y="86"/>
                    <a:pt x="147232" y="86"/>
                  </a:cubicBezTo>
                  <a:cubicBezTo>
                    <a:pt x="132377" y="86"/>
                    <a:pt x="120555" y="6742"/>
                    <a:pt x="109641" y="20961"/>
                  </a:cubicBezTo>
                  <a:cubicBezTo>
                    <a:pt x="100547" y="32759"/>
                    <a:pt x="94484" y="46675"/>
                    <a:pt x="85390" y="75718"/>
                  </a:cubicBezTo>
                  <a:lnTo>
                    <a:pt x="57500" y="75718"/>
                  </a:lnTo>
                  <a:lnTo>
                    <a:pt x="55378" y="85399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8CF8307-649F-B787-01A8-46634199054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963755" y="4963778"/>
              <a:ext cx="70329" cy="302526"/>
            </a:xfrm>
            <a:custGeom>
              <a:avLst/>
              <a:gdLst>
                <a:gd name="connsiteX0" fmla="*/ 70540 w 70329"/>
                <a:gd name="connsiteY0" fmla="*/ 299588 h 302526"/>
                <a:gd name="connsiteX1" fmla="*/ 65386 w 70329"/>
                <a:gd name="connsiteY1" fmla="*/ 292932 h 302526"/>
                <a:gd name="connsiteX2" fmla="*/ 17792 w 70329"/>
                <a:gd name="connsiteY2" fmla="*/ 151350 h 302526"/>
                <a:gd name="connsiteX3" fmla="*/ 66599 w 70329"/>
                <a:gd name="connsiteY3" fmla="*/ 8255 h 302526"/>
                <a:gd name="connsiteX4" fmla="*/ 70540 w 70329"/>
                <a:gd name="connsiteY4" fmla="*/ 3112 h 302526"/>
                <a:gd name="connsiteX5" fmla="*/ 67508 w 70329"/>
                <a:gd name="connsiteY5" fmla="*/ 86 h 302526"/>
                <a:gd name="connsiteX6" fmla="*/ 19308 w 70329"/>
                <a:gd name="connsiteY6" fmla="*/ 59079 h 302526"/>
                <a:gd name="connsiteX7" fmla="*/ 210 w 70329"/>
                <a:gd name="connsiteY7" fmla="*/ 151350 h 302526"/>
                <a:gd name="connsiteX8" fmla="*/ 20218 w 70329"/>
                <a:gd name="connsiteY8" fmla="*/ 245738 h 302526"/>
                <a:gd name="connsiteX9" fmla="*/ 67508 w 70329"/>
                <a:gd name="connsiteY9" fmla="*/ 302613 h 302526"/>
                <a:gd name="connsiteX10" fmla="*/ 70540 w 70329"/>
                <a:gd name="connsiteY10" fmla="*/ 29958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540" y="299588"/>
                  </a:moveTo>
                  <a:cubicBezTo>
                    <a:pt x="70540" y="298680"/>
                    <a:pt x="70540" y="298075"/>
                    <a:pt x="65386" y="292932"/>
                  </a:cubicBezTo>
                  <a:cubicBezTo>
                    <a:pt x="27493" y="254814"/>
                    <a:pt x="17792" y="197636"/>
                    <a:pt x="17792" y="151350"/>
                  </a:cubicBezTo>
                  <a:cubicBezTo>
                    <a:pt x="17792" y="98710"/>
                    <a:pt x="29312" y="46070"/>
                    <a:pt x="66599" y="8255"/>
                  </a:cubicBezTo>
                  <a:cubicBezTo>
                    <a:pt x="70540" y="4624"/>
                    <a:pt x="70540" y="4019"/>
                    <a:pt x="70540" y="3112"/>
                  </a:cubicBezTo>
                  <a:cubicBezTo>
                    <a:pt x="70540" y="994"/>
                    <a:pt x="69327" y="86"/>
                    <a:pt x="67508" y="86"/>
                  </a:cubicBezTo>
                  <a:cubicBezTo>
                    <a:pt x="64477" y="86"/>
                    <a:pt x="37194" y="20658"/>
                    <a:pt x="19308" y="59079"/>
                  </a:cubicBezTo>
                  <a:cubicBezTo>
                    <a:pt x="3848" y="92357"/>
                    <a:pt x="210" y="125937"/>
                    <a:pt x="210" y="151350"/>
                  </a:cubicBezTo>
                  <a:cubicBezTo>
                    <a:pt x="210" y="174947"/>
                    <a:pt x="3545" y="211552"/>
                    <a:pt x="20218" y="245738"/>
                  </a:cubicBezTo>
                  <a:cubicBezTo>
                    <a:pt x="38406" y="282949"/>
                    <a:pt x="64477" y="302613"/>
                    <a:pt x="67508" y="302613"/>
                  </a:cubicBezTo>
                  <a:cubicBezTo>
                    <a:pt x="69327" y="302613"/>
                    <a:pt x="70540" y="301705"/>
                    <a:pt x="70540" y="299588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74DFBD5-2C24-A10C-8FE0-204ABC2AAD2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043617" y="5057259"/>
              <a:ext cx="143691" cy="136742"/>
            </a:xfrm>
            <a:custGeom>
              <a:avLst/>
              <a:gdLst>
                <a:gd name="connsiteX0" fmla="*/ 130264 w 143691"/>
                <a:gd name="connsiteY0" fmla="*/ 99920 h 136742"/>
                <a:gd name="connsiteX1" fmla="*/ 123594 w 143691"/>
                <a:gd name="connsiteY1" fmla="*/ 108088 h 136742"/>
                <a:gd name="connsiteX2" fmla="*/ 109650 w 143691"/>
                <a:gd name="connsiteY2" fmla="*/ 120190 h 136742"/>
                <a:gd name="connsiteX3" fmla="*/ 100252 w 143691"/>
                <a:gd name="connsiteY3" fmla="*/ 107786 h 136742"/>
                <a:gd name="connsiteX4" fmla="*/ 99040 w 143691"/>
                <a:gd name="connsiteY4" fmla="*/ 102643 h 136742"/>
                <a:gd name="connsiteX5" fmla="*/ 88126 w 143691"/>
                <a:gd name="connsiteY5" fmla="*/ 53634 h 136742"/>
                <a:gd name="connsiteX6" fmla="*/ 117835 w 143691"/>
                <a:gd name="connsiteY6" fmla="*/ 17028 h 136742"/>
                <a:gd name="connsiteX7" fmla="*/ 125110 w 143691"/>
                <a:gd name="connsiteY7" fmla="*/ 19448 h 136742"/>
                <a:gd name="connsiteX8" fmla="*/ 133295 w 143691"/>
                <a:gd name="connsiteY8" fmla="*/ 22171 h 136742"/>
                <a:gd name="connsiteX9" fmla="*/ 143905 w 143691"/>
                <a:gd name="connsiteY9" fmla="*/ 11280 h 136742"/>
                <a:gd name="connsiteX10" fmla="*/ 131476 w 143691"/>
                <a:gd name="connsiteY10" fmla="*/ 86 h 136742"/>
                <a:gd name="connsiteX11" fmla="*/ 85701 w 143691"/>
                <a:gd name="connsiteY11" fmla="*/ 43348 h 136742"/>
                <a:gd name="connsiteX12" fmla="*/ 82366 w 143691"/>
                <a:gd name="connsiteY12" fmla="*/ 26709 h 136742"/>
                <a:gd name="connsiteX13" fmla="*/ 66603 w 143691"/>
                <a:gd name="connsiteY13" fmla="*/ 86 h 136742"/>
                <a:gd name="connsiteX14" fmla="*/ 31135 w 143691"/>
                <a:gd name="connsiteY14" fmla="*/ 8860 h 136742"/>
                <a:gd name="connsiteX15" fmla="*/ 27800 w 143691"/>
                <a:gd name="connsiteY15" fmla="*/ 10070 h 136742"/>
                <a:gd name="connsiteX16" fmla="*/ 29013 w 143691"/>
                <a:gd name="connsiteY16" fmla="*/ 14608 h 136742"/>
                <a:gd name="connsiteX17" fmla="*/ 45989 w 143691"/>
                <a:gd name="connsiteY17" fmla="*/ 11280 h 136742"/>
                <a:gd name="connsiteX18" fmla="*/ 59630 w 143691"/>
                <a:gd name="connsiteY18" fmla="*/ 32154 h 136742"/>
                <a:gd name="connsiteX19" fmla="*/ 68422 w 143691"/>
                <a:gd name="connsiteY19" fmla="*/ 69365 h 136742"/>
                <a:gd name="connsiteX20" fmla="*/ 43564 w 143691"/>
                <a:gd name="connsiteY20" fmla="*/ 104761 h 136742"/>
                <a:gd name="connsiteX21" fmla="*/ 28103 w 143691"/>
                <a:gd name="connsiteY21" fmla="*/ 119282 h 136742"/>
                <a:gd name="connsiteX22" fmla="*/ 20221 w 143691"/>
                <a:gd name="connsiteY22" fmla="*/ 116559 h 136742"/>
                <a:gd name="connsiteX23" fmla="*/ 10521 w 143691"/>
                <a:gd name="connsiteY23" fmla="*/ 113534 h 136742"/>
                <a:gd name="connsiteX24" fmla="*/ 214 w 143691"/>
                <a:gd name="connsiteY24" fmla="*/ 124122 h 136742"/>
                <a:gd name="connsiteX25" fmla="*/ 15371 w 143691"/>
                <a:gd name="connsiteY25" fmla="*/ 136828 h 136742"/>
                <a:gd name="connsiteX26" fmla="*/ 43564 w 143691"/>
                <a:gd name="connsiteY26" fmla="*/ 115652 h 136742"/>
                <a:gd name="connsiteX27" fmla="*/ 70847 w 143691"/>
                <a:gd name="connsiteY27" fmla="*/ 80256 h 136742"/>
                <a:gd name="connsiteX28" fmla="*/ 79941 w 143691"/>
                <a:gd name="connsiteY28" fmla="*/ 116559 h 136742"/>
                <a:gd name="connsiteX29" fmla="*/ 97524 w 143691"/>
                <a:gd name="connsiteY29" fmla="*/ 136828 h 136742"/>
                <a:gd name="connsiteX30" fmla="*/ 134508 w 143691"/>
                <a:gd name="connsiteY30" fmla="*/ 102340 h 136742"/>
                <a:gd name="connsiteX31" fmla="*/ 130264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264" y="99920"/>
                  </a:moveTo>
                  <a:cubicBezTo>
                    <a:pt x="127838" y="102643"/>
                    <a:pt x="126323" y="104458"/>
                    <a:pt x="123594" y="108088"/>
                  </a:cubicBezTo>
                  <a:cubicBezTo>
                    <a:pt x="116622" y="117164"/>
                    <a:pt x="112984" y="120190"/>
                    <a:pt x="109650" y="120190"/>
                  </a:cubicBezTo>
                  <a:cubicBezTo>
                    <a:pt x="105103" y="120190"/>
                    <a:pt x="102374" y="116257"/>
                    <a:pt x="100252" y="107786"/>
                  </a:cubicBezTo>
                  <a:cubicBezTo>
                    <a:pt x="99646" y="105366"/>
                    <a:pt x="99343" y="103551"/>
                    <a:pt x="99040" y="102643"/>
                  </a:cubicBezTo>
                  <a:cubicBezTo>
                    <a:pt x="91461" y="72088"/>
                    <a:pt x="88126" y="58172"/>
                    <a:pt x="88126" y="53634"/>
                  </a:cubicBezTo>
                  <a:cubicBezTo>
                    <a:pt x="101465" y="30339"/>
                    <a:pt x="112378" y="17028"/>
                    <a:pt x="117835" y="17028"/>
                  </a:cubicBezTo>
                  <a:cubicBezTo>
                    <a:pt x="119654" y="17028"/>
                    <a:pt x="122079" y="17936"/>
                    <a:pt x="125110" y="19448"/>
                  </a:cubicBezTo>
                  <a:cubicBezTo>
                    <a:pt x="128748" y="21566"/>
                    <a:pt x="130870" y="22171"/>
                    <a:pt x="133295" y="22171"/>
                  </a:cubicBezTo>
                  <a:cubicBezTo>
                    <a:pt x="139661" y="22171"/>
                    <a:pt x="143905" y="17633"/>
                    <a:pt x="143905" y="11280"/>
                  </a:cubicBezTo>
                  <a:cubicBezTo>
                    <a:pt x="143905" y="4927"/>
                    <a:pt x="138752" y="86"/>
                    <a:pt x="131476" y="86"/>
                  </a:cubicBezTo>
                  <a:cubicBezTo>
                    <a:pt x="118138" y="86"/>
                    <a:pt x="106618" y="10977"/>
                    <a:pt x="85701" y="43348"/>
                  </a:cubicBezTo>
                  <a:lnTo>
                    <a:pt x="82366" y="26709"/>
                  </a:lnTo>
                  <a:cubicBezTo>
                    <a:pt x="78122" y="6137"/>
                    <a:pt x="74788" y="86"/>
                    <a:pt x="66603" y="86"/>
                  </a:cubicBezTo>
                  <a:cubicBezTo>
                    <a:pt x="59934" y="86"/>
                    <a:pt x="49627" y="2809"/>
                    <a:pt x="31135" y="8860"/>
                  </a:cubicBezTo>
                  <a:lnTo>
                    <a:pt x="27800" y="10070"/>
                  </a:lnTo>
                  <a:lnTo>
                    <a:pt x="29013" y="14608"/>
                  </a:lnTo>
                  <a:cubicBezTo>
                    <a:pt x="40532" y="11885"/>
                    <a:pt x="43261" y="11280"/>
                    <a:pt x="45989" y="11280"/>
                  </a:cubicBezTo>
                  <a:cubicBezTo>
                    <a:pt x="53568" y="11280"/>
                    <a:pt x="55386" y="14003"/>
                    <a:pt x="59630" y="32154"/>
                  </a:cubicBezTo>
                  <a:lnTo>
                    <a:pt x="68422" y="69365"/>
                  </a:lnTo>
                  <a:lnTo>
                    <a:pt x="43564" y="104761"/>
                  </a:lnTo>
                  <a:cubicBezTo>
                    <a:pt x="37501" y="113836"/>
                    <a:pt x="31438" y="119282"/>
                    <a:pt x="28103" y="119282"/>
                  </a:cubicBezTo>
                  <a:cubicBezTo>
                    <a:pt x="26284" y="119282"/>
                    <a:pt x="23253" y="118374"/>
                    <a:pt x="20221" y="116559"/>
                  </a:cubicBezTo>
                  <a:cubicBezTo>
                    <a:pt x="16281" y="114441"/>
                    <a:pt x="12946" y="113534"/>
                    <a:pt x="10521" y="113534"/>
                  </a:cubicBezTo>
                  <a:cubicBezTo>
                    <a:pt x="4761" y="113534"/>
                    <a:pt x="214" y="118072"/>
                    <a:pt x="214" y="124122"/>
                  </a:cubicBezTo>
                  <a:cubicBezTo>
                    <a:pt x="214" y="131988"/>
                    <a:pt x="6277" y="136828"/>
                    <a:pt x="15371" y="136828"/>
                  </a:cubicBezTo>
                  <a:cubicBezTo>
                    <a:pt x="24769" y="136828"/>
                    <a:pt x="28406" y="134106"/>
                    <a:pt x="43564" y="115652"/>
                  </a:cubicBezTo>
                  <a:cubicBezTo>
                    <a:pt x="51749" y="105971"/>
                    <a:pt x="58115" y="97803"/>
                    <a:pt x="70847" y="80256"/>
                  </a:cubicBezTo>
                  <a:lnTo>
                    <a:pt x="79941" y="116559"/>
                  </a:lnTo>
                  <a:cubicBezTo>
                    <a:pt x="83882" y="131988"/>
                    <a:pt x="87823" y="136828"/>
                    <a:pt x="97524" y="136828"/>
                  </a:cubicBezTo>
                  <a:cubicBezTo>
                    <a:pt x="109043" y="136828"/>
                    <a:pt x="116925" y="129568"/>
                    <a:pt x="134508" y="102340"/>
                  </a:cubicBezTo>
                  <a:lnTo>
                    <a:pt x="130264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B43C908-57F4-B81C-63EF-8F9FEE83A28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205091" y="4963778"/>
              <a:ext cx="70330" cy="302526"/>
            </a:xfrm>
            <a:custGeom>
              <a:avLst/>
              <a:gdLst>
                <a:gd name="connsiteX0" fmla="*/ 70548 w 70330"/>
                <a:gd name="connsiteY0" fmla="*/ 151350 h 302526"/>
                <a:gd name="connsiteX1" fmla="*/ 50540 w 70330"/>
                <a:gd name="connsiteY1" fmla="*/ 56961 h 302526"/>
                <a:gd name="connsiteX2" fmla="*/ 3250 w 70330"/>
                <a:gd name="connsiteY2" fmla="*/ 86 h 302526"/>
                <a:gd name="connsiteX3" fmla="*/ 218 w 70330"/>
                <a:gd name="connsiteY3" fmla="*/ 3112 h 302526"/>
                <a:gd name="connsiteX4" fmla="*/ 5978 w 70330"/>
                <a:gd name="connsiteY4" fmla="*/ 10070 h 302526"/>
                <a:gd name="connsiteX5" fmla="*/ 52966 w 70330"/>
                <a:gd name="connsiteY5" fmla="*/ 151350 h 302526"/>
                <a:gd name="connsiteX6" fmla="*/ 4159 w 70330"/>
                <a:gd name="connsiteY6" fmla="*/ 294445 h 302526"/>
                <a:gd name="connsiteX7" fmla="*/ 218 w 70330"/>
                <a:gd name="connsiteY7" fmla="*/ 299588 h 302526"/>
                <a:gd name="connsiteX8" fmla="*/ 3250 w 70330"/>
                <a:gd name="connsiteY8" fmla="*/ 302613 h 302526"/>
                <a:gd name="connsiteX9" fmla="*/ 51450 w 70330"/>
                <a:gd name="connsiteY9" fmla="*/ 243620 h 302526"/>
                <a:gd name="connsiteX10" fmla="*/ 70548 w 70330"/>
                <a:gd name="connsiteY10" fmla="*/ 15135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548" y="151350"/>
                  </a:moveTo>
                  <a:cubicBezTo>
                    <a:pt x="70548" y="127753"/>
                    <a:pt x="67214" y="91147"/>
                    <a:pt x="50540" y="56961"/>
                  </a:cubicBezTo>
                  <a:cubicBezTo>
                    <a:pt x="32352" y="19751"/>
                    <a:pt x="6281" y="86"/>
                    <a:pt x="3250" y="86"/>
                  </a:cubicBezTo>
                  <a:cubicBezTo>
                    <a:pt x="1431" y="86"/>
                    <a:pt x="218" y="1296"/>
                    <a:pt x="218" y="3112"/>
                  </a:cubicBezTo>
                  <a:cubicBezTo>
                    <a:pt x="218" y="4019"/>
                    <a:pt x="218" y="4624"/>
                    <a:pt x="5978" y="10070"/>
                  </a:cubicBezTo>
                  <a:cubicBezTo>
                    <a:pt x="35686" y="40020"/>
                    <a:pt x="52966" y="88122"/>
                    <a:pt x="52966" y="151350"/>
                  </a:cubicBezTo>
                  <a:cubicBezTo>
                    <a:pt x="52966" y="203082"/>
                    <a:pt x="41749" y="256326"/>
                    <a:pt x="4159" y="294445"/>
                  </a:cubicBezTo>
                  <a:cubicBezTo>
                    <a:pt x="218" y="298075"/>
                    <a:pt x="218" y="298680"/>
                    <a:pt x="218" y="299588"/>
                  </a:cubicBezTo>
                  <a:cubicBezTo>
                    <a:pt x="218" y="301403"/>
                    <a:pt x="1431" y="302613"/>
                    <a:pt x="3250" y="302613"/>
                  </a:cubicBezTo>
                  <a:cubicBezTo>
                    <a:pt x="6281" y="302613"/>
                    <a:pt x="33564" y="282041"/>
                    <a:pt x="51450" y="243620"/>
                  </a:cubicBezTo>
                  <a:cubicBezTo>
                    <a:pt x="66910" y="210342"/>
                    <a:pt x="70548" y="176762"/>
                    <a:pt x="70548" y="151350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706A19-A59A-B13A-170D-34E89F72092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9344226" y="4984048"/>
              <a:ext cx="155211" cy="210558"/>
            </a:xfrm>
            <a:custGeom>
              <a:avLst/>
              <a:gdLst>
                <a:gd name="connsiteX0" fmla="*/ 136033 w 155211"/>
                <a:gd name="connsiteY0" fmla="*/ 173131 h 210558"/>
                <a:gd name="connsiteX1" fmla="*/ 111175 w 155211"/>
                <a:gd name="connsiteY1" fmla="*/ 194611 h 210558"/>
                <a:gd name="connsiteX2" fmla="*/ 105718 w 155211"/>
                <a:gd name="connsiteY2" fmla="*/ 188560 h 210558"/>
                <a:gd name="connsiteX3" fmla="*/ 125423 w 155211"/>
                <a:gd name="connsiteY3" fmla="*/ 114139 h 210558"/>
                <a:gd name="connsiteX4" fmla="*/ 155434 w 155211"/>
                <a:gd name="connsiteY4" fmla="*/ 1599 h 210558"/>
                <a:gd name="connsiteX5" fmla="*/ 153919 w 155211"/>
                <a:gd name="connsiteY5" fmla="*/ 86 h 210558"/>
                <a:gd name="connsiteX6" fmla="*/ 107537 w 155211"/>
                <a:gd name="connsiteY6" fmla="*/ 7044 h 210558"/>
                <a:gd name="connsiteX7" fmla="*/ 107537 w 155211"/>
                <a:gd name="connsiteY7" fmla="*/ 12187 h 210558"/>
                <a:gd name="connsiteX8" fmla="*/ 126332 w 155211"/>
                <a:gd name="connsiteY8" fmla="*/ 20053 h 210558"/>
                <a:gd name="connsiteX9" fmla="*/ 121785 w 155211"/>
                <a:gd name="connsiteY9" fmla="*/ 41230 h 210558"/>
                <a:gd name="connsiteX10" fmla="*/ 108447 w 155211"/>
                <a:gd name="connsiteY10" fmla="*/ 90844 h 210558"/>
                <a:gd name="connsiteX11" fmla="*/ 88742 w 155211"/>
                <a:gd name="connsiteY11" fmla="*/ 73298 h 210558"/>
                <a:gd name="connsiteX12" fmla="*/ 223 w 155211"/>
                <a:gd name="connsiteY12" fmla="*/ 175552 h 210558"/>
                <a:gd name="connsiteX13" fmla="*/ 32054 w 155211"/>
                <a:gd name="connsiteY13" fmla="*/ 210040 h 210558"/>
                <a:gd name="connsiteX14" fmla="*/ 86620 w 155211"/>
                <a:gd name="connsiteY14" fmla="*/ 170106 h 210558"/>
                <a:gd name="connsiteX15" fmla="*/ 82679 w 155211"/>
                <a:gd name="connsiteY15" fmla="*/ 197031 h 210558"/>
                <a:gd name="connsiteX16" fmla="*/ 95411 w 155211"/>
                <a:gd name="connsiteY16" fmla="*/ 210645 h 210558"/>
                <a:gd name="connsiteX17" fmla="*/ 139671 w 155211"/>
                <a:gd name="connsiteY17" fmla="*/ 176157 h 210558"/>
                <a:gd name="connsiteX18" fmla="*/ 136033 w 155211"/>
                <a:gd name="connsiteY18" fmla="*/ 173131 h 210558"/>
                <a:gd name="connsiteX19" fmla="*/ 89955 w 155211"/>
                <a:gd name="connsiteY19" fmla="*/ 80256 h 210558"/>
                <a:gd name="connsiteX20" fmla="*/ 103596 w 155211"/>
                <a:gd name="connsiteY20" fmla="*/ 97500 h 210558"/>
                <a:gd name="connsiteX21" fmla="*/ 44180 w 155211"/>
                <a:gd name="connsiteY21" fmla="*/ 195518 h 210558"/>
                <a:gd name="connsiteX22" fmla="*/ 26597 w 155211"/>
                <a:gd name="connsiteY22" fmla="*/ 175552 h 210558"/>
                <a:gd name="connsiteX23" fmla="*/ 61762 w 155211"/>
                <a:gd name="connsiteY23" fmla="*/ 94172 h 210558"/>
                <a:gd name="connsiteX24" fmla="*/ 89955 w 155211"/>
                <a:gd name="connsiteY24" fmla="*/ 80256 h 210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211" h="210558">
                  <a:moveTo>
                    <a:pt x="136033" y="173131"/>
                  </a:moveTo>
                  <a:cubicBezTo>
                    <a:pt x="119663" y="191888"/>
                    <a:pt x="116328" y="194611"/>
                    <a:pt x="111175" y="194611"/>
                  </a:cubicBezTo>
                  <a:cubicBezTo>
                    <a:pt x="108144" y="194611"/>
                    <a:pt x="105718" y="191888"/>
                    <a:pt x="105718" y="188560"/>
                  </a:cubicBezTo>
                  <a:cubicBezTo>
                    <a:pt x="105718" y="184325"/>
                    <a:pt x="115419" y="147417"/>
                    <a:pt x="125423" y="114139"/>
                  </a:cubicBezTo>
                  <a:cubicBezTo>
                    <a:pt x="133608" y="86306"/>
                    <a:pt x="139974" y="62104"/>
                    <a:pt x="155434" y="1599"/>
                  </a:cubicBezTo>
                  <a:lnTo>
                    <a:pt x="153919" y="86"/>
                  </a:lnTo>
                  <a:cubicBezTo>
                    <a:pt x="137852" y="3414"/>
                    <a:pt x="126939" y="5229"/>
                    <a:pt x="107537" y="7044"/>
                  </a:cubicBezTo>
                  <a:lnTo>
                    <a:pt x="107537" y="12187"/>
                  </a:lnTo>
                  <a:cubicBezTo>
                    <a:pt x="124210" y="12792"/>
                    <a:pt x="126332" y="13700"/>
                    <a:pt x="126332" y="20053"/>
                  </a:cubicBezTo>
                  <a:cubicBezTo>
                    <a:pt x="126332" y="23986"/>
                    <a:pt x="126029" y="25801"/>
                    <a:pt x="121785" y="41230"/>
                  </a:cubicBezTo>
                  <a:lnTo>
                    <a:pt x="108447" y="90844"/>
                  </a:lnTo>
                  <a:cubicBezTo>
                    <a:pt x="106022" y="78138"/>
                    <a:pt x="100565" y="73298"/>
                    <a:pt x="88742" y="73298"/>
                  </a:cubicBezTo>
                  <a:cubicBezTo>
                    <a:pt x="49333" y="73298"/>
                    <a:pt x="223" y="130173"/>
                    <a:pt x="223" y="175552"/>
                  </a:cubicBezTo>
                  <a:cubicBezTo>
                    <a:pt x="223" y="197031"/>
                    <a:pt x="12349" y="210040"/>
                    <a:pt x="32054" y="210040"/>
                  </a:cubicBezTo>
                  <a:cubicBezTo>
                    <a:pt x="52668" y="210040"/>
                    <a:pt x="66006" y="200359"/>
                    <a:pt x="86620" y="170106"/>
                  </a:cubicBezTo>
                  <a:cubicBezTo>
                    <a:pt x="83286" y="185535"/>
                    <a:pt x="82679" y="190073"/>
                    <a:pt x="82679" y="197031"/>
                  </a:cubicBezTo>
                  <a:cubicBezTo>
                    <a:pt x="82679" y="205199"/>
                    <a:pt x="87833" y="210645"/>
                    <a:pt x="95411" y="210645"/>
                  </a:cubicBezTo>
                  <a:cubicBezTo>
                    <a:pt x="108144" y="210645"/>
                    <a:pt x="123907" y="198241"/>
                    <a:pt x="139671" y="176157"/>
                  </a:cubicBezTo>
                  <a:lnTo>
                    <a:pt x="136033" y="173131"/>
                  </a:lnTo>
                  <a:close/>
                  <a:moveTo>
                    <a:pt x="89955" y="80256"/>
                  </a:moveTo>
                  <a:cubicBezTo>
                    <a:pt x="99049" y="80861"/>
                    <a:pt x="103596" y="86609"/>
                    <a:pt x="103596" y="97500"/>
                  </a:cubicBezTo>
                  <a:cubicBezTo>
                    <a:pt x="103596" y="143484"/>
                    <a:pt x="72069" y="195518"/>
                    <a:pt x="44180" y="195518"/>
                  </a:cubicBezTo>
                  <a:cubicBezTo>
                    <a:pt x="33873" y="195518"/>
                    <a:pt x="26597" y="187350"/>
                    <a:pt x="26597" y="175552"/>
                  </a:cubicBezTo>
                  <a:cubicBezTo>
                    <a:pt x="26597" y="150442"/>
                    <a:pt x="41754" y="115349"/>
                    <a:pt x="61762" y="94172"/>
                  </a:cubicBezTo>
                  <a:cubicBezTo>
                    <a:pt x="70250" y="85399"/>
                    <a:pt x="81467" y="79651"/>
                    <a:pt x="89955" y="80256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2F8C232-36C2-A02F-A550-4C4F57B67C4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499455" y="5057259"/>
              <a:ext cx="143691" cy="136742"/>
            </a:xfrm>
            <a:custGeom>
              <a:avLst/>
              <a:gdLst>
                <a:gd name="connsiteX0" fmla="*/ 130279 w 143691"/>
                <a:gd name="connsiteY0" fmla="*/ 99920 h 136742"/>
                <a:gd name="connsiteX1" fmla="*/ 123609 w 143691"/>
                <a:gd name="connsiteY1" fmla="*/ 108088 h 136742"/>
                <a:gd name="connsiteX2" fmla="*/ 109665 w 143691"/>
                <a:gd name="connsiteY2" fmla="*/ 120190 h 136742"/>
                <a:gd name="connsiteX3" fmla="*/ 100267 w 143691"/>
                <a:gd name="connsiteY3" fmla="*/ 107786 h 136742"/>
                <a:gd name="connsiteX4" fmla="*/ 99054 w 143691"/>
                <a:gd name="connsiteY4" fmla="*/ 102643 h 136742"/>
                <a:gd name="connsiteX5" fmla="*/ 88141 w 143691"/>
                <a:gd name="connsiteY5" fmla="*/ 53634 h 136742"/>
                <a:gd name="connsiteX6" fmla="*/ 117850 w 143691"/>
                <a:gd name="connsiteY6" fmla="*/ 17028 h 136742"/>
                <a:gd name="connsiteX7" fmla="*/ 125125 w 143691"/>
                <a:gd name="connsiteY7" fmla="*/ 19448 h 136742"/>
                <a:gd name="connsiteX8" fmla="*/ 133310 w 143691"/>
                <a:gd name="connsiteY8" fmla="*/ 22171 h 136742"/>
                <a:gd name="connsiteX9" fmla="*/ 143920 w 143691"/>
                <a:gd name="connsiteY9" fmla="*/ 11280 h 136742"/>
                <a:gd name="connsiteX10" fmla="*/ 131491 w 143691"/>
                <a:gd name="connsiteY10" fmla="*/ 86 h 136742"/>
                <a:gd name="connsiteX11" fmla="*/ 85716 w 143691"/>
                <a:gd name="connsiteY11" fmla="*/ 43348 h 136742"/>
                <a:gd name="connsiteX12" fmla="*/ 82381 w 143691"/>
                <a:gd name="connsiteY12" fmla="*/ 26709 h 136742"/>
                <a:gd name="connsiteX13" fmla="*/ 66618 w 143691"/>
                <a:gd name="connsiteY13" fmla="*/ 86 h 136742"/>
                <a:gd name="connsiteX14" fmla="*/ 31150 w 143691"/>
                <a:gd name="connsiteY14" fmla="*/ 8860 h 136742"/>
                <a:gd name="connsiteX15" fmla="*/ 27815 w 143691"/>
                <a:gd name="connsiteY15" fmla="*/ 10070 h 136742"/>
                <a:gd name="connsiteX16" fmla="*/ 29028 w 143691"/>
                <a:gd name="connsiteY16" fmla="*/ 14608 h 136742"/>
                <a:gd name="connsiteX17" fmla="*/ 46004 w 143691"/>
                <a:gd name="connsiteY17" fmla="*/ 11280 h 136742"/>
                <a:gd name="connsiteX18" fmla="*/ 59645 w 143691"/>
                <a:gd name="connsiteY18" fmla="*/ 32154 h 136742"/>
                <a:gd name="connsiteX19" fmla="*/ 68437 w 143691"/>
                <a:gd name="connsiteY19" fmla="*/ 69365 h 136742"/>
                <a:gd name="connsiteX20" fmla="*/ 43579 w 143691"/>
                <a:gd name="connsiteY20" fmla="*/ 104761 h 136742"/>
                <a:gd name="connsiteX21" fmla="*/ 28118 w 143691"/>
                <a:gd name="connsiteY21" fmla="*/ 119282 h 136742"/>
                <a:gd name="connsiteX22" fmla="*/ 20236 w 143691"/>
                <a:gd name="connsiteY22" fmla="*/ 116559 h 136742"/>
                <a:gd name="connsiteX23" fmla="*/ 10536 w 143691"/>
                <a:gd name="connsiteY23" fmla="*/ 113534 h 136742"/>
                <a:gd name="connsiteX24" fmla="*/ 229 w 143691"/>
                <a:gd name="connsiteY24" fmla="*/ 124122 h 136742"/>
                <a:gd name="connsiteX25" fmla="*/ 15386 w 143691"/>
                <a:gd name="connsiteY25" fmla="*/ 136828 h 136742"/>
                <a:gd name="connsiteX26" fmla="*/ 43579 w 143691"/>
                <a:gd name="connsiteY26" fmla="*/ 115652 h 136742"/>
                <a:gd name="connsiteX27" fmla="*/ 70862 w 143691"/>
                <a:gd name="connsiteY27" fmla="*/ 80256 h 136742"/>
                <a:gd name="connsiteX28" fmla="*/ 79956 w 143691"/>
                <a:gd name="connsiteY28" fmla="*/ 116559 h 136742"/>
                <a:gd name="connsiteX29" fmla="*/ 97539 w 143691"/>
                <a:gd name="connsiteY29" fmla="*/ 136828 h 136742"/>
                <a:gd name="connsiteX30" fmla="*/ 134523 w 143691"/>
                <a:gd name="connsiteY30" fmla="*/ 102340 h 136742"/>
                <a:gd name="connsiteX31" fmla="*/ 130279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279" y="99920"/>
                  </a:moveTo>
                  <a:cubicBezTo>
                    <a:pt x="127853" y="102643"/>
                    <a:pt x="126338" y="104458"/>
                    <a:pt x="123609" y="108088"/>
                  </a:cubicBezTo>
                  <a:cubicBezTo>
                    <a:pt x="116637" y="117164"/>
                    <a:pt x="112999" y="120190"/>
                    <a:pt x="109665" y="120190"/>
                  </a:cubicBezTo>
                  <a:cubicBezTo>
                    <a:pt x="105117" y="120190"/>
                    <a:pt x="102389" y="116257"/>
                    <a:pt x="100267" y="107786"/>
                  </a:cubicBezTo>
                  <a:cubicBezTo>
                    <a:pt x="99661" y="105366"/>
                    <a:pt x="99358" y="103551"/>
                    <a:pt x="99054" y="102643"/>
                  </a:cubicBezTo>
                  <a:cubicBezTo>
                    <a:pt x="91476" y="72088"/>
                    <a:pt x="88141" y="58172"/>
                    <a:pt x="88141" y="53634"/>
                  </a:cubicBezTo>
                  <a:cubicBezTo>
                    <a:pt x="101480" y="30339"/>
                    <a:pt x="112393" y="17028"/>
                    <a:pt x="117850" y="17028"/>
                  </a:cubicBezTo>
                  <a:cubicBezTo>
                    <a:pt x="119668" y="17028"/>
                    <a:pt x="122094" y="17936"/>
                    <a:pt x="125125" y="19448"/>
                  </a:cubicBezTo>
                  <a:cubicBezTo>
                    <a:pt x="128763" y="21566"/>
                    <a:pt x="130885" y="22171"/>
                    <a:pt x="133310" y="22171"/>
                  </a:cubicBezTo>
                  <a:cubicBezTo>
                    <a:pt x="139676" y="22171"/>
                    <a:pt x="143920" y="17633"/>
                    <a:pt x="143920" y="11280"/>
                  </a:cubicBezTo>
                  <a:cubicBezTo>
                    <a:pt x="143920" y="4927"/>
                    <a:pt x="138767" y="86"/>
                    <a:pt x="131491" y="86"/>
                  </a:cubicBezTo>
                  <a:cubicBezTo>
                    <a:pt x="118153" y="86"/>
                    <a:pt x="106633" y="10977"/>
                    <a:pt x="85716" y="43348"/>
                  </a:cubicBezTo>
                  <a:lnTo>
                    <a:pt x="82381" y="26709"/>
                  </a:lnTo>
                  <a:cubicBezTo>
                    <a:pt x="78137" y="6137"/>
                    <a:pt x="74803" y="86"/>
                    <a:pt x="66618" y="86"/>
                  </a:cubicBezTo>
                  <a:cubicBezTo>
                    <a:pt x="59949" y="86"/>
                    <a:pt x="49642" y="2809"/>
                    <a:pt x="31150" y="8860"/>
                  </a:cubicBezTo>
                  <a:lnTo>
                    <a:pt x="27815" y="10070"/>
                  </a:lnTo>
                  <a:lnTo>
                    <a:pt x="29028" y="14608"/>
                  </a:lnTo>
                  <a:cubicBezTo>
                    <a:pt x="40547" y="11885"/>
                    <a:pt x="43276" y="11280"/>
                    <a:pt x="46004" y="11280"/>
                  </a:cubicBezTo>
                  <a:cubicBezTo>
                    <a:pt x="53582" y="11280"/>
                    <a:pt x="55401" y="14003"/>
                    <a:pt x="59645" y="32154"/>
                  </a:cubicBezTo>
                  <a:lnTo>
                    <a:pt x="68437" y="69365"/>
                  </a:lnTo>
                  <a:lnTo>
                    <a:pt x="43579" y="104761"/>
                  </a:lnTo>
                  <a:cubicBezTo>
                    <a:pt x="37516" y="113836"/>
                    <a:pt x="31453" y="119282"/>
                    <a:pt x="28118" y="119282"/>
                  </a:cubicBezTo>
                  <a:cubicBezTo>
                    <a:pt x="26299" y="119282"/>
                    <a:pt x="23268" y="118374"/>
                    <a:pt x="20236" y="116559"/>
                  </a:cubicBezTo>
                  <a:cubicBezTo>
                    <a:pt x="16295" y="114441"/>
                    <a:pt x="12961" y="113534"/>
                    <a:pt x="10536" y="113534"/>
                  </a:cubicBezTo>
                  <a:cubicBezTo>
                    <a:pt x="4776" y="113534"/>
                    <a:pt x="229" y="118072"/>
                    <a:pt x="229" y="124122"/>
                  </a:cubicBezTo>
                  <a:cubicBezTo>
                    <a:pt x="229" y="131988"/>
                    <a:pt x="6292" y="136828"/>
                    <a:pt x="15386" y="136828"/>
                  </a:cubicBezTo>
                  <a:cubicBezTo>
                    <a:pt x="24784" y="136828"/>
                    <a:pt x="28421" y="134106"/>
                    <a:pt x="43579" y="115652"/>
                  </a:cubicBezTo>
                  <a:cubicBezTo>
                    <a:pt x="51764" y="105971"/>
                    <a:pt x="58130" y="97803"/>
                    <a:pt x="70862" y="80256"/>
                  </a:cubicBezTo>
                  <a:lnTo>
                    <a:pt x="79956" y="116559"/>
                  </a:lnTo>
                  <a:cubicBezTo>
                    <a:pt x="83897" y="131988"/>
                    <a:pt x="87838" y="136828"/>
                    <a:pt x="97539" y="136828"/>
                  </a:cubicBezTo>
                  <a:cubicBezTo>
                    <a:pt x="109058" y="136828"/>
                    <a:pt x="116940" y="129568"/>
                    <a:pt x="134523" y="102340"/>
                  </a:cubicBezTo>
                  <a:lnTo>
                    <a:pt x="130279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BE27187-9DBD-7B01-4A8D-FD6077F96FF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728243" y="5079646"/>
              <a:ext cx="201592" cy="70791"/>
            </a:xfrm>
            <a:custGeom>
              <a:avLst/>
              <a:gdLst>
                <a:gd name="connsiteX0" fmla="*/ 191521 w 201592"/>
                <a:gd name="connsiteY0" fmla="*/ 12187 h 70791"/>
                <a:gd name="connsiteX1" fmla="*/ 201828 w 201592"/>
                <a:gd name="connsiteY1" fmla="*/ 6137 h 70791"/>
                <a:gd name="connsiteX2" fmla="*/ 191824 w 201592"/>
                <a:gd name="connsiteY2" fmla="*/ 86 h 70791"/>
                <a:gd name="connsiteX3" fmla="*/ 10240 w 201592"/>
                <a:gd name="connsiteY3" fmla="*/ 86 h 70791"/>
                <a:gd name="connsiteX4" fmla="*/ 236 w 201592"/>
                <a:gd name="connsiteY4" fmla="*/ 6137 h 70791"/>
                <a:gd name="connsiteX5" fmla="*/ 10543 w 201592"/>
                <a:gd name="connsiteY5" fmla="*/ 12187 h 70791"/>
                <a:gd name="connsiteX6" fmla="*/ 191521 w 201592"/>
                <a:gd name="connsiteY6" fmla="*/ 12187 h 70791"/>
                <a:gd name="connsiteX7" fmla="*/ 191824 w 201592"/>
                <a:gd name="connsiteY7" fmla="*/ 70878 h 70791"/>
                <a:gd name="connsiteX8" fmla="*/ 201828 w 201592"/>
                <a:gd name="connsiteY8" fmla="*/ 64827 h 70791"/>
                <a:gd name="connsiteX9" fmla="*/ 191521 w 201592"/>
                <a:gd name="connsiteY9" fmla="*/ 58776 h 70791"/>
                <a:gd name="connsiteX10" fmla="*/ 10543 w 201592"/>
                <a:gd name="connsiteY10" fmla="*/ 58776 h 70791"/>
                <a:gd name="connsiteX11" fmla="*/ 236 w 201592"/>
                <a:gd name="connsiteY11" fmla="*/ 64827 h 70791"/>
                <a:gd name="connsiteX12" fmla="*/ 10240 w 201592"/>
                <a:gd name="connsiteY12" fmla="*/ 70878 h 70791"/>
                <a:gd name="connsiteX13" fmla="*/ 191824 w 201592"/>
                <a:gd name="connsiteY13" fmla="*/ 70878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592" h="70791">
                  <a:moveTo>
                    <a:pt x="191521" y="12187"/>
                  </a:moveTo>
                  <a:cubicBezTo>
                    <a:pt x="196069" y="12187"/>
                    <a:pt x="201828" y="12187"/>
                    <a:pt x="201828" y="6137"/>
                  </a:cubicBezTo>
                  <a:cubicBezTo>
                    <a:pt x="201828" y="86"/>
                    <a:pt x="196069" y="86"/>
                    <a:pt x="191824" y="86"/>
                  </a:cubicBezTo>
                  <a:lnTo>
                    <a:pt x="10240" y="86"/>
                  </a:lnTo>
                  <a:cubicBezTo>
                    <a:pt x="5996" y="86"/>
                    <a:pt x="236" y="86"/>
                    <a:pt x="236" y="6137"/>
                  </a:cubicBezTo>
                  <a:cubicBezTo>
                    <a:pt x="236" y="12187"/>
                    <a:pt x="5996" y="12187"/>
                    <a:pt x="10543" y="12187"/>
                  </a:cubicBezTo>
                  <a:lnTo>
                    <a:pt x="191521" y="12187"/>
                  </a:lnTo>
                  <a:close/>
                  <a:moveTo>
                    <a:pt x="191824" y="70878"/>
                  </a:moveTo>
                  <a:cubicBezTo>
                    <a:pt x="196069" y="70878"/>
                    <a:pt x="201828" y="70878"/>
                    <a:pt x="201828" y="64827"/>
                  </a:cubicBezTo>
                  <a:cubicBezTo>
                    <a:pt x="201828" y="58776"/>
                    <a:pt x="196069" y="58776"/>
                    <a:pt x="191521" y="58776"/>
                  </a:cubicBezTo>
                  <a:lnTo>
                    <a:pt x="10543" y="58776"/>
                  </a:lnTo>
                  <a:cubicBezTo>
                    <a:pt x="5996" y="58776"/>
                    <a:pt x="236" y="58776"/>
                    <a:pt x="236" y="64827"/>
                  </a:cubicBezTo>
                  <a:cubicBezTo>
                    <a:pt x="236" y="70878"/>
                    <a:pt x="5996" y="70878"/>
                    <a:pt x="10240" y="70878"/>
                  </a:cubicBezTo>
                  <a:lnTo>
                    <a:pt x="191824" y="70878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3FA54D1-6FF8-1E4E-5C2A-A5534833AD8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030587" y="4811249"/>
              <a:ext cx="242002" cy="604993"/>
            </a:xfrm>
            <a:custGeom>
              <a:avLst/>
              <a:gdLst>
                <a:gd name="connsiteX0" fmla="*/ 13340 w 242002"/>
                <a:gd name="connsiteY0" fmla="*/ 592814 h 604993"/>
                <a:gd name="connsiteX1" fmla="*/ 26709 w 242002"/>
                <a:gd name="connsiteY1" fmla="*/ 579473 h 604993"/>
                <a:gd name="connsiteX2" fmla="*/ 13613 w 242002"/>
                <a:gd name="connsiteY2" fmla="*/ 566131 h 604993"/>
                <a:gd name="connsiteX3" fmla="*/ 244 w 242002"/>
                <a:gd name="connsiteY3" fmla="*/ 579745 h 604993"/>
                <a:gd name="connsiteX4" fmla="*/ 30529 w 242002"/>
                <a:gd name="connsiteY4" fmla="*/ 605067 h 604993"/>
                <a:gd name="connsiteX5" fmla="*/ 106922 w 242002"/>
                <a:gd name="connsiteY5" fmla="*/ 462395 h 604993"/>
                <a:gd name="connsiteX6" fmla="*/ 160397 w 242002"/>
                <a:gd name="connsiteY6" fmla="*/ 202101 h 604993"/>
                <a:gd name="connsiteX7" fmla="*/ 189863 w 242002"/>
                <a:gd name="connsiteY7" fmla="*/ 54528 h 604993"/>
                <a:gd name="connsiteX8" fmla="*/ 213053 w 242002"/>
                <a:gd name="connsiteY8" fmla="*/ 6063 h 604993"/>
                <a:gd name="connsiteX9" fmla="*/ 229423 w 242002"/>
                <a:gd name="connsiteY9" fmla="*/ 12326 h 604993"/>
                <a:gd name="connsiteX10" fmla="*/ 215782 w 242002"/>
                <a:gd name="connsiteY10" fmla="*/ 25667 h 604993"/>
                <a:gd name="connsiteX11" fmla="*/ 228878 w 242002"/>
                <a:gd name="connsiteY11" fmla="*/ 39009 h 604993"/>
                <a:gd name="connsiteX12" fmla="*/ 242246 w 242002"/>
                <a:gd name="connsiteY12" fmla="*/ 25395 h 604993"/>
                <a:gd name="connsiteX13" fmla="*/ 212508 w 242002"/>
                <a:gd name="connsiteY13" fmla="*/ 73 h 604993"/>
                <a:gd name="connsiteX14" fmla="*/ 161488 w 242002"/>
                <a:gd name="connsiteY14" fmla="*/ 85295 h 604993"/>
                <a:gd name="connsiteX15" fmla="*/ 93553 w 242002"/>
                <a:gd name="connsiteY15" fmla="*/ 403039 h 604993"/>
                <a:gd name="connsiteX16" fmla="*/ 69544 w 242002"/>
                <a:gd name="connsiteY16" fmla="*/ 528013 h 604993"/>
                <a:gd name="connsiteX17" fmla="*/ 29983 w 242002"/>
                <a:gd name="connsiteY17" fmla="*/ 599077 h 604993"/>
                <a:gd name="connsiteX18" fmla="*/ 13340 w 242002"/>
                <a:gd name="connsiteY18" fmla="*/ 592814 h 60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002" h="604993">
                  <a:moveTo>
                    <a:pt x="13340" y="592814"/>
                  </a:moveTo>
                  <a:cubicBezTo>
                    <a:pt x="22071" y="592270"/>
                    <a:pt x="26709" y="586280"/>
                    <a:pt x="26709" y="579473"/>
                  </a:cubicBezTo>
                  <a:cubicBezTo>
                    <a:pt x="26709" y="570488"/>
                    <a:pt x="19888" y="566131"/>
                    <a:pt x="13613" y="566131"/>
                  </a:cubicBezTo>
                  <a:cubicBezTo>
                    <a:pt x="7065" y="566131"/>
                    <a:pt x="244" y="570215"/>
                    <a:pt x="244" y="579745"/>
                  </a:cubicBezTo>
                  <a:cubicBezTo>
                    <a:pt x="244" y="593631"/>
                    <a:pt x="13886" y="605067"/>
                    <a:pt x="30529" y="605067"/>
                  </a:cubicBezTo>
                  <a:cubicBezTo>
                    <a:pt x="71999" y="605067"/>
                    <a:pt x="87551" y="541354"/>
                    <a:pt x="106922" y="462395"/>
                  </a:cubicBezTo>
                  <a:cubicBezTo>
                    <a:pt x="127930" y="376356"/>
                    <a:pt x="145664" y="289501"/>
                    <a:pt x="160397" y="202101"/>
                  </a:cubicBezTo>
                  <a:cubicBezTo>
                    <a:pt x="170491" y="144106"/>
                    <a:pt x="180586" y="89652"/>
                    <a:pt x="189863" y="54528"/>
                  </a:cubicBezTo>
                  <a:cubicBezTo>
                    <a:pt x="193137" y="41187"/>
                    <a:pt x="202413" y="6063"/>
                    <a:pt x="213053" y="6063"/>
                  </a:cubicBezTo>
                  <a:cubicBezTo>
                    <a:pt x="221511" y="6063"/>
                    <a:pt x="228332" y="11237"/>
                    <a:pt x="229423" y="12326"/>
                  </a:cubicBezTo>
                  <a:cubicBezTo>
                    <a:pt x="220420" y="12870"/>
                    <a:pt x="215782" y="18860"/>
                    <a:pt x="215782" y="25667"/>
                  </a:cubicBezTo>
                  <a:cubicBezTo>
                    <a:pt x="215782" y="34652"/>
                    <a:pt x="222602" y="39009"/>
                    <a:pt x="228878" y="39009"/>
                  </a:cubicBezTo>
                  <a:cubicBezTo>
                    <a:pt x="235425" y="39009"/>
                    <a:pt x="242246" y="34925"/>
                    <a:pt x="242246" y="25395"/>
                  </a:cubicBezTo>
                  <a:cubicBezTo>
                    <a:pt x="242246" y="10692"/>
                    <a:pt x="227513" y="73"/>
                    <a:pt x="212508" y="73"/>
                  </a:cubicBezTo>
                  <a:cubicBezTo>
                    <a:pt x="191772" y="73"/>
                    <a:pt x="176494" y="29751"/>
                    <a:pt x="161488" y="85295"/>
                  </a:cubicBezTo>
                  <a:cubicBezTo>
                    <a:pt x="160669" y="88290"/>
                    <a:pt x="123564" y="224972"/>
                    <a:pt x="93553" y="403039"/>
                  </a:cubicBezTo>
                  <a:cubicBezTo>
                    <a:pt x="86459" y="444697"/>
                    <a:pt x="78547" y="490167"/>
                    <a:pt x="69544" y="528013"/>
                  </a:cubicBezTo>
                  <a:cubicBezTo>
                    <a:pt x="64633" y="547889"/>
                    <a:pt x="52082" y="599077"/>
                    <a:pt x="29983" y="599077"/>
                  </a:cubicBezTo>
                  <a:cubicBezTo>
                    <a:pt x="20161" y="599077"/>
                    <a:pt x="13613" y="592814"/>
                    <a:pt x="13340" y="592814"/>
                  </a:cubicBezTo>
                  <a:close/>
                </a:path>
              </a:pathLst>
            </a:custGeom>
            <a:solidFill>
              <a:srgbClr val="FFFFFF"/>
            </a:solidFill>
            <a:ln w="274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9122B0F-3285-CBCE-483D-654680FED9A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302740" y="4786052"/>
              <a:ext cx="121981" cy="114845"/>
            </a:xfrm>
            <a:custGeom>
              <a:avLst/>
              <a:gdLst>
                <a:gd name="connsiteX0" fmla="*/ 5809 w 121981"/>
                <a:gd name="connsiteY0" fmla="*/ 34106 h 114845"/>
                <a:gd name="connsiteX1" fmla="*/ 30261 w 121981"/>
                <a:gd name="connsiteY1" fmla="*/ 20002 h 114845"/>
                <a:gd name="connsiteX2" fmla="*/ 40580 w 121981"/>
                <a:gd name="connsiteY2" fmla="*/ 20002 h 114845"/>
                <a:gd name="connsiteX3" fmla="*/ 26447 w 121981"/>
                <a:gd name="connsiteY3" fmla="*/ 69701 h 114845"/>
                <a:gd name="connsiteX4" fmla="*/ 11866 w 121981"/>
                <a:gd name="connsiteY4" fmla="*/ 87834 h 114845"/>
                <a:gd name="connsiteX5" fmla="*/ 425 w 121981"/>
                <a:gd name="connsiteY5" fmla="*/ 102610 h 114845"/>
                <a:gd name="connsiteX6" fmla="*/ 10744 w 121981"/>
                <a:gd name="connsiteY6" fmla="*/ 114922 h 114845"/>
                <a:gd name="connsiteX7" fmla="*/ 28466 w 121981"/>
                <a:gd name="connsiteY7" fmla="*/ 100147 h 114845"/>
                <a:gd name="connsiteX8" fmla="*/ 44169 w 121981"/>
                <a:gd name="connsiteY8" fmla="*/ 48881 h 114845"/>
                <a:gd name="connsiteX9" fmla="*/ 51796 w 121981"/>
                <a:gd name="connsiteY9" fmla="*/ 20002 h 114845"/>
                <a:gd name="connsiteX10" fmla="*/ 76248 w 121981"/>
                <a:gd name="connsiteY10" fmla="*/ 20002 h 114845"/>
                <a:gd name="connsiteX11" fmla="*/ 62340 w 121981"/>
                <a:gd name="connsiteY11" fmla="*/ 74626 h 114845"/>
                <a:gd name="connsiteX12" fmla="*/ 77819 w 121981"/>
                <a:gd name="connsiteY12" fmla="*/ 114922 h 114845"/>
                <a:gd name="connsiteX13" fmla="*/ 102495 w 121981"/>
                <a:gd name="connsiteY13" fmla="*/ 98356 h 114845"/>
                <a:gd name="connsiteX14" fmla="*/ 110795 w 121981"/>
                <a:gd name="connsiteY14" fmla="*/ 76641 h 114845"/>
                <a:gd name="connsiteX15" fmla="*/ 105411 w 121981"/>
                <a:gd name="connsiteY15" fmla="*/ 76641 h 114845"/>
                <a:gd name="connsiteX16" fmla="*/ 89932 w 121981"/>
                <a:gd name="connsiteY16" fmla="*/ 92983 h 114845"/>
                <a:gd name="connsiteX17" fmla="*/ 79613 w 121981"/>
                <a:gd name="connsiteY17" fmla="*/ 85148 h 114845"/>
                <a:gd name="connsiteX18" fmla="*/ 79389 w 121981"/>
                <a:gd name="connsiteY18" fmla="*/ 70149 h 114845"/>
                <a:gd name="connsiteX19" fmla="*/ 90605 w 121981"/>
                <a:gd name="connsiteY19" fmla="*/ 20002 h 114845"/>
                <a:gd name="connsiteX20" fmla="*/ 118871 w 121981"/>
                <a:gd name="connsiteY20" fmla="*/ 20002 h 114845"/>
                <a:gd name="connsiteX21" fmla="*/ 122236 w 121981"/>
                <a:gd name="connsiteY21" fmla="*/ 77 h 114845"/>
                <a:gd name="connsiteX22" fmla="*/ 43721 w 121981"/>
                <a:gd name="connsiteY22" fmla="*/ 77 h 114845"/>
                <a:gd name="connsiteX23" fmla="*/ 19493 w 121981"/>
                <a:gd name="connsiteY23" fmla="*/ 7913 h 114845"/>
                <a:gd name="connsiteX24" fmla="*/ 1323 w 121981"/>
                <a:gd name="connsiteY24" fmla="*/ 34106 h 114845"/>
                <a:gd name="connsiteX25" fmla="*/ 5809 w 121981"/>
                <a:gd name="connsiteY25" fmla="*/ 34106 h 11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1981" h="114845">
                  <a:moveTo>
                    <a:pt x="5809" y="34106"/>
                  </a:moveTo>
                  <a:cubicBezTo>
                    <a:pt x="15231" y="22464"/>
                    <a:pt x="19493" y="20002"/>
                    <a:pt x="30261" y="20002"/>
                  </a:cubicBezTo>
                  <a:lnTo>
                    <a:pt x="40580" y="20002"/>
                  </a:lnTo>
                  <a:lnTo>
                    <a:pt x="26447" y="69701"/>
                  </a:lnTo>
                  <a:cubicBezTo>
                    <a:pt x="24428" y="75969"/>
                    <a:pt x="20615" y="80894"/>
                    <a:pt x="11866" y="87834"/>
                  </a:cubicBezTo>
                  <a:cubicBezTo>
                    <a:pt x="3790" y="94103"/>
                    <a:pt x="1323" y="97685"/>
                    <a:pt x="425" y="102610"/>
                  </a:cubicBezTo>
                  <a:cubicBezTo>
                    <a:pt x="-696" y="109326"/>
                    <a:pt x="3790" y="114922"/>
                    <a:pt x="10744" y="114922"/>
                  </a:cubicBezTo>
                  <a:cubicBezTo>
                    <a:pt x="17699" y="114922"/>
                    <a:pt x="23980" y="109773"/>
                    <a:pt x="28466" y="100147"/>
                  </a:cubicBezTo>
                  <a:cubicBezTo>
                    <a:pt x="31383" y="94326"/>
                    <a:pt x="38337" y="71492"/>
                    <a:pt x="44169" y="48881"/>
                  </a:cubicBezTo>
                  <a:lnTo>
                    <a:pt x="51796" y="20002"/>
                  </a:lnTo>
                  <a:lnTo>
                    <a:pt x="76248" y="20002"/>
                  </a:lnTo>
                  <a:cubicBezTo>
                    <a:pt x="70416" y="37687"/>
                    <a:pt x="64359" y="61865"/>
                    <a:pt x="62340" y="74626"/>
                  </a:cubicBezTo>
                  <a:cubicBezTo>
                    <a:pt x="58078" y="99699"/>
                    <a:pt x="64135" y="114922"/>
                    <a:pt x="77819" y="114922"/>
                  </a:cubicBezTo>
                  <a:cubicBezTo>
                    <a:pt x="86567" y="114922"/>
                    <a:pt x="95316" y="108878"/>
                    <a:pt x="102495" y="98356"/>
                  </a:cubicBezTo>
                  <a:cubicBezTo>
                    <a:pt x="106757" y="92088"/>
                    <a:pt x="108327" y="87834"/>
                    <a:pt x="110795" y="76641"/>
                  </a:cubicBezTo>
                  <a:lnTo>
                    <a:pt x="105411" y="76641"/>
                  </a:lnTo>
                  <a:cubicBezTo>
                    <a:pt x="102495" y="87387"/>
                    <a:pt x="97335" y="92983"/>
                    <a:pt x="89932" y="92983"/>
                  </a:cubicBezTo>
                  <a:cubicBezTo>
                    <a:pt x="85446" y="92983"/>
                    <a:pt x="81408" y="89849"/>
                    <a:pt x="79613" y="85148"/>
                  </a:cubicBezTo>
                  <a:cubicBezTo>
                    <a:pt x="78267" y="81118"/>
                    <a:pt x="78267" y="77536"/>
                    <a:pt x="79389" y="70149"/>
                  </a:cubicBezTo>
                  <a:cubicBezTo>
                    <a:pt x="82305" y="53134"/>
                    <a:pt x="86792" y="32315"/>
                    <a:pt x="90605" y="20002"/>
                  </a:cubicBezTo>
                  <a:lnTo>
                    <a:pt x="118871" y="20002"/>
                  </a:lnTo>
                  <a:lnTo>
                    <a:pt x="122236" y="77"/>
                  </a:lnTo>
                  <a:lnTo>
                    <a:pt x="43721" y="77"/>
                  </a:lnTo>
                  <a:cubicBezTo>
                    <a:pt x="31607" y="77"/>
                    <a:pt x="26896" y="1644"/>
                    <a:pt x="19493" y="7913"/>
                  </a:cubicBezTo>
                  <a:cubicBezTo>
                    <a:pt x="12090" y="14181"/>
                    <a:pt x="7379" y="20673"/>
                    <a:pt x="1323" y="34106"/>
                  </a:cubicBezTo>
                  <a:lnTo>
                    <a:pt x="5809" y="34106"/>
                  </a:ln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2B4229-EF11-E39B-C5E3-B80D58D4FC7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172529" y="5278167"/>
              <a:ext cx="101396" cy="154470"/>
            </a:xfrm>
            <a:custGeom>
              <a:avLst/>
              <a:gdLst>
                <a:gd name="connsiteX0" fmla="*/ 51845 w 101396"/>
                <a:gd name="connsiteY0" fmla="*/ 95 h 154470"/>
                <a:gd name="connsiteX1" fmla="*/ 21785 w 101396"/>
                <a:gd name="connsiteY1" fmla="*/ 11736 h 154470"/>
                <a:gd name="connsiteX2" fmla="*/ 250 w 101396"/>
                <a:gd name="connsiteY2" fmla="*/ 76210 h 154470"/>
                <a:gd name="connsiteX3" fmla="*/ 18196 w 101396"/>
                <a:gd name="connsiteY3" fmla="*/ 139342 h 154470"/>
                <a:gd name="connsiteX4" fmla="*/ 50948 w 101396"/>
                <a:gd name="connsiteY4" fmla="*/ 154565 h 154470"/>
                <a:gd name="connsiteX5" fmla="*/ 80111 w 101396"/>
                <a:gd name="connsiteY5" fmla="*/ 142924 h 154470"/>
                <a:gd name="connsiteX6" fmla="*/ 101646 w 101396"/>
                <a:gd name="connsiteY6" fmla="*/ 77554 h 154470"/>
                <a:gd name="connsiteX7" fmla="*/ 51845 w 101396"/>
                <a:gd name="connsiteY7" fmla="*/ 95 h 154470"/>
                <a:gd name="connsiteX8" fmla="*/ 51172 w 101396"/>
                <a:gd name="connsiteY8" fmla="*/ 5915 h 154470"/>
                <a:gd name="connsiteX9" fmla="*/ 80111 w 101396"/>
                <a:gd name="connsiteY9" fmla="*/ 78001 h 154470"/>
                <a:gd name="connsiteX10" fmla="*/ 50948 w 101396"/>
                <a:gd name="connsiteY10" fmla="*/ 148744 h 154470"/>
                <a:gd name="connsiteX11" fmla="*/ 21785 w 101396"/>
                <a:gd name="connsiteY11" fmla="*/ 78225 h 154470"/>
                <a:gd name="connsiteX12" fmla="*/ 51172 w 101396"/>
                <a:gd name="connsiteY12" fmla="*/ 5915 h 1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96" h="154470">
                  <a:moveTo>
                    <a:pt x="51845" y="95"/>
                  </a:moveTo>
                  <a:cubicBezTo>
                    <a:pt x="39507" y="95"/>
                    <a:pt x="30085" y="3901"/>
                    <a:pt x="21785" y="11736"/>
                  </a:cubicBezTo>
                  <a:cubicBezTo>
                    <a:pt x="8774" y="24273"/>
                    <a:pt x="250" y="50018"/>
                    <a:pt x="250" y="76210"/>
                  </a:cubicBezTo>
                  <a:cubicBezTo>
                    <a:pt x="250" y="100612"/>
                    <a:pt x="7653" y="126805"/>
                    <a:pt x="18196" y="139342"/>
                  </a:cubicBezTo>
                  <a:cubicBezTo>
                    <a:pt x="26496" y="149192"/>
                    <a:pt x="37937" y="154565"/>
                    <a:pt x="50948" y="154565"/>
                  </a:cubicBezTo>
                  <a:cubicBezTo>
                    <a:pt x="62389" y="154565"/>
                    <a:pt x="72035" y="150759"/>
                    <a:pt x="80111" y="142924"/>
                  </a:cubicBezTo>
                  <a:cubicBezTo>
                    <a:pt x="93122" y="130611"/>
                    <a:pt x="101646" y="104642"/>
                    <a:pt x="101646" y="77554"/>
                  </a:cubicBezTo>
                  <a:cubicBezTo>
                    <a:pt x="101646" y="31660"/>
                    <a:pt x="81232" y="95"/>
                    <a:pt x="51845" y="95"/>
                  </a:cubicBezTo>
                  <a:close/>
                  <a:moveTo>
                    <a:pt x="51172" y="5915"/>
                  </a:moveTo>
                  <a:cubicBezTo>
                    <a:pt x="70016" y="5915"/>
                    <a:pt x="80111" y="31213"/>
                    <a:pt x="80111" y="78001"/>
                  </a:cubicBezTo>
                  <a:cubicBezTo>
                    <a:pt x="80111" y="124790"/>
                    <a:pt x="70240" y="148744"/>
                    <a:pt x="50948" y="148744"/>
                  </a:cubicBezTo>
                  <a:cubicBezTo>
                    <a:pt x="31656" y="148744"/>
                    <a:pt x="21785" y="124790"/>
                    <a:pt x="21785" y="78225"/>
                  </a:cubicBezTo>
                  <a:cubicBezTo>
                    <a:pt x="21785" y="30765"/>
                    <a:pt x="31880" y="5915"/>
                    <a:pt x="51172" y="5915"/>
                  </a:cubicBez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B9A5E9A-AC01-DC70-25E6-1EAC42CB505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494892" y="5051814"/>
              <a:ext cx="90034" cy="141885"/>
            </a:xfrm>
            <a:custGeom>
              <a:avLst/>
              <a:gdLst>
                <a:gd name="connsiteX0" fmla="*/ 80291 w 90034"/>
                <a:gd name="connsiteY0" fmla="*/ 43953 h 141885"/>
                <a:gd name="connsiteX1" fmla="*/ 79079 w 90034"/>
                <a:gd name="connsiteY1" fmla="*/ 2809 h 141885"/>
                <a:gd name="connsiteX2" fmla="*/ 75744 w 90034"/>
                <a:gd name="connsiteY2" fmla="*/ 2809 h 141885"/>
                <a:gd name="connsiteX3" fmla="*/ 75138 w 90034"/>
                <a:gd name="connsiteY3" fmla="*/ 3414 h 141885"/>
                <a:gd name="connsiteX4" fmla="*/ 70894 w 90034"/>
                <a:gd name="connsiteY4" fmla="*/ 5834 h 141885"/>
                <a:gd name="connsiteX5" fmla="*/ 62709 w 90034"/>
                <a:gd name="connsiteY5" fmla="*/ 3717 h 141885"/>
                <a:gd name="connsiteX6" fmla="*/ 41488 w 90034"/>
                <a:gd name="connsiteY6" fmla="*/ 86 h 141885"/>
                <a:gd name="connsiteX7" fmla="*/ 260 w 90034"/>
                <a:gd name="connsiteY7" fmla="*/ 37297 h 141885"/>
                <a:gd name="connsiteX8" fmla="*/ 35729 w 90034"/>
                <a:gd name="connsiteY8" fmla="*/ 80861 h 141885"/>
                <a:gd name="connsiteX9" fmla="*/ 53311 w 90034"/>
                <a:gd name="connsiteY9" fmla="*/ 90844 h 141885"/>
                <a:gd name="connsiteX10" fmla="*/ 69075 w 90034"/>
                <a:gd name="connsiteY10" fmla="*/ 113534 h 141885"/>
                <a:gd name="connsiteX11" fmla="*/ 43914 w 90034"/>
                <a:gd name="connsiteY11" fmla="*/ 135316 h 141885"/>
                <a:gd name="connsiteX12" fmla="*/ 18449 w 90034"/>
                <a:gd name="connsiteY12" fmla="*/ 124727 h 141885"/>
                <a:gd name="connsiteX13" fmla="*/ 5414 w 90034"/>
                <a:gd name="connsiteY13" fmla="*/ 92962 h 141885"/>
                <a:gd name="connsiteX14" fmla="*/ 564 w 90034"/>
                <a:gd name="connsiteY14" fmla="*/ 92962 h 141885"/>
                <a:gd name="connsiteX15" fmla="*/ 564 w 90034"/>
                <a:gd name="connsiteY15" fmla="*/ 140156 h 141885"/>
                <a:gd name="connsiteX16" fmla="*/ 4505 w 90034"/>
                <a:gd name="connsiteY16" fmla="*/ 140156 h 141885"/>
                <a:gd name="connsiteX17" fmla="*/ 11477 w 90034"/>
                <a:gd name="connsiteY17" fmla="*/ 136526 h 141885"/>
                <a:gd name="connsiteX18" fmla="*/ 25422 w 90034"/>
                <a:gd name="connsiteY18" fmla="*/ 138946 h 141885"/>
                <a:gd name="connsiteX19" fmla="*/ 47551 w 90034"/>
                <a:gd name="connsiteY19" fmla="*/ 141971 h 141885"/>
                <a:gd name="connsiteX20" fmla="*/ 90295 w 90034"/>
                <a:gd name="connsiteY20" fmla="*/ 103248 h 141885"/>
                <a:gd name="connsiteX21" fmla="*/ 64831 w 90034"/>
                <a:gd name="connsiteY21" fmla="*/ 67247 h 141885"/>
                <a:gd name="connsiteX22" fmla="*/ 32091 w 90034"/>
                <a:gd name="connsiteY22" fmla="*/ 47886 h 141885"/>
                <a:gd name="connsiteX23" fmla="*/ 19056 w 90034"/>
                <a:gd name="connsiteY23" fmla="*/ 27314 h 141885"/>
                <a:gd name="connsiteX24" fmla="*/ 42398 w 90034"/>
                <a:gd name="connsiteY24" fmla="*/ 6742 h 141885"/>
                <a:gd name="connsiteX25" fmla="*/ 75744 w 90034"/>
                <a:gd name="connsiteY25" fmla="*/ 43953 h 141885"/>
                <a:gd name="connsiteX26" fmla="*/ 80291 w 90034"/>
                <a:gd name="connsiteY26" fmla="*/ 43953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034" h="141885">
                  <a:moveTo>
                    <a:pt x="80291" y="43953"/>
                  </a:moveTo>
                  <a:lnTo>
                    <a:pt x="79079" y="2809"/>
                  </a:lnTo>
                  <a:lnTo>
                    <a:pt x="75744" y="2809"/>
                  </a:lnTo>
                  <a:lnTo>
                    <a:pt x="75138" y="3414"/>
                  </a:lnTo>
                  <a:cubicBezTo>
                    <a:pt x="72409" y="5532"/>
                    <a:pt x="72106" y="5834"/>
                    <a:pt x="70894" y="5834"/>
                  </a:cubicBezTo>
                  <a:cubicBezTo>
                    <a:pt x="69075" y="5834"/>
                    <a:pt x="66043" y="5229"/>
                    <a:pt x="62709" y="3717"/>
                  </a:cubicBezTo>
                  <a:cubicBezTo>
                    <a:pt x="56039" y="1296"/>
                    <a:pt x="49370" y="86"/>
                    <a:pt x="41488" y="86"/>
                  </a:cubicBezTo>
                  <a:cubicBezTo>
                    <a:pt x="17540" y="86"/>
                    <a:pt x="260" y="15515"/>
                    <a:pt x="260" y="37297"/>
                  </a:cubicBezTo>
                  <a:cubicBezTo>
                    <a:pt x="260" y="54239"/>
                    <a:pt x="9961" y="66340"/>
                    <a:pt x="35729" y="80861"/>
                  </a:cubicBezTo>
                  <a:lnTo>
                    <a:pt x="53311" y="90844"/>
                  </a:lnTo>
                  <a:cubicBezTo>
                    <a:pt x="63921" y="96895"/>
                    <a:pt x="69075" y="104156"/>
                    <a:pt x="69075" y="113534"/>
                  </a:cubicBezTo>
                  <a:cubicBezTo>
                    <a:pt x="69075" y="126845"/>
                    <a:pt x="59374" y="135316"/>
                    <a:pt x="43914" y="135316"/>
                  </a:cubicBezTo>
                  <a:cubicBezTo>
                    <a:pt x="33607" y="135316"/>
                    <a:pt x="24209" y="131383"/>
                    <a:pt x="18449" y="124727"/>
                  </a:cubicBezTo>
                  <a:cubicBezTo>
                    <a:pt x="12083" y="117164"/>
                    <a:pt x="9355" y="110206"/>
                    <a:pt x="5414" y="92962"/>
                  </a:cubicBezTo>
                  <a:lnTo>
                    <a:pt x="564" y="92962"/>
                  </a:lnTo>
                  <a:lnTo>
                    <a:pt x="564" y="140156"/>
                  </a:lnTo>
                  <a:lnTo>
                    <a:pt x="4505" y="140156"/>
                  </a:lnTo>
                  <a:cubicBezTo>
                    <a:pt x="6627" y="137131"/>
                    <a:pt x="7839" y="136526"/>
                    <a:pt x="11477" y="136526"/>
                  </a:cubicBezTo>
                  <a:cubicBezTo>
                    <a:pt x="14205" y="136526"/>
                    <a:pt x="18449" y="137131"/>
                    <a:pt x="25422" y="138946"/>
                  </a:cubicBezTo>
                  <a:cubicBezTo>
                    <a:pt x="33910" y="140761"/>
                    <a:pt x="42095" y="141971"/>
                    <a:pt x="47551" y="141971"/>
                  </a:cubicBezTo>
                  <a:cubicBezTo>
                    <a:pt x="70894" y="141971"/>
                    <a:pt x="90295" y="124425"/>
                    <a:pt x="90295" y="103248"/>
                  </a:cubicBezTo>
                  <a:cubicBezTo>
                    <a:pt x="90295" y="88122"/>
                    <a:pt x="83020" y="78138"/>
                    <a:pt x="64831" y="67247"/>
                  </a:cubicBezTo>
                  <a:lnTo>
                    <a:pt x="32091" y="47886"/>
                  </a:lnTo>
                  <a:cubicBezTo>
                    <a:pt x="23603" y="43045"/>
                    <a:pt x="19056" y="35482"/>
                    <a:pt x="19056" y="27314"/>
                  </a:cubicBezTo>
                  <a:cubicBezTo>
                    <a:pt x="19056" y="15213"/>
                    <a:pt x="28453" y="6742"/>
                    <a:pt x="42398" y="6742"/>
                  </a:cubicBezTo>
                  <a:cubicBezTo>
                    <a:pt x="59677" y="6742"/>
                    <a:pt x="68772" y="17028"/>
                    <a:pt x="75744" y="43953"/>
                  </a:cubicBezTo>
                  <a:lnTo>
                    <a:pt x="80291" y="43953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7E6B922-D3D2-B482-BD17-C081C7B7776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602645" y="4984048"/>
              <a:ext cx="71845" cy="206625"/>
            </a:xfrm>
            <a:custGeom>
              <a:avLst/>
              <a:gdLst>
                <a:gd name="connsiteX0" fmla="*/ 48464 w 71845"/>
                <a:gd name="connsiteY0" fmla="*/ 67550 h 206625"/>
                <a:gd name="connsiteX1" fmla="*/ 1477 w 71845"/>
                <a:gd name="connsiteY1" fmla="*/ 84189 h 206625"/>
                <a:gd name="connsiteX2" fmla="*/ 1477 w 71845"/>
                <a:gd name="connsiteY2" fmla="*/ 88726 h 206625"/>
                <a:gd name="connsiteX3" fmla="*/ 3902 w 71845"/>
                <a:gd name="connsiteY3" fmla="*/ 88424 h 206625"/>
                <a:gd name="connsiteX4" fmla="*/ 14209 w 71845"/>
                <a:gd name="connsiteY4" fmla="*/ 87516 h 206625"/>
                <a:gd name="connsiteX5" fmla="*/ 24213 w 71845"/>
                <a:gd name="connsiteY5" fmla="*/ 105668 h 206625"/>
                <a:gd name="connsiteX6" fmla="*/ 24213 w 71845"/>
                <a:gd name="connsiteY6" fmla="*/ 175854 h 206625"/>
                <a:gd name="connsiteX7" fmla="*/ 264 w 71845"/>
                <a:gd name="connsiteY7" fmla="*/ 202174 h 206625"/>
                <a:gd name="connsiteX8" fmla="*/ 264 w 71845"/>
                <a:gd name="connsiteY8" fmla="*/ 206712 h 206625"/>
                <a:gd name="connsiteX9" fmla="*/ 72110 w 71845"/>
                <a:gd name="connsiteY9" fmla="*/ 206712 h 206625"/>
                <a:gd name="connsiteX10" fmla="*/ 72110 w 71845"/>
                <a:gd name="connsiteY10" fmla="*/ 202174 h 206625"/>
                <a:gd name="connsiteX11" fmla="*/ 49677 w 71845"/>
                <a:gd name="connsiteY11" fmla="*/ 175854 h 206625"/>
                <a:gd name="connsiteX12" fmla="*/ 49677 w 71845"/>
                <a:gd name="connsiteY12" fmla="*/ 68457 h 206625"/>
                <a:gd name="connsiteX13" fmla="*/ 48464 w 71845"/>
                <a:gd name="connsiteY13" fmla="*/ 67550 h 206625"/>
                <a:gd name="connsiteX14" fmla="*/ 34217 w 71845"/>
                <a:gd name="connsiteY14" fmla="*/ 86 h 206625"/>
                <a:gd name="connsiteX15" fmla="*/ 19059 w 71845"/>
                <a:gd name="connsiteY15" fmla="*/ 15515 h 206625"/>
                <a:gd name="connsiteX16" fmla="*/ 34217 w 71845"/>
                <a:gd name="connsiteY16" fmla="*/ 30944 h 206625"/>
                <a:gd name="connsiteX17" fmla="*/ 49980 w 71845"/>
                <a:gd name="connsiteY17" fmla="*/ 15515 h 206625"/>
                <a:gd name="connsiteX18" fmla="*/ 34217 w 71845"/>
                <a:gd name="connsiteY18" fmla="*/ 8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45" h="206625">
                  <a:moveTo>
                    <a:pt x="48464" y="67550"/>
                  </a:moveTo>
                  <a:lnTo>
                    <a:pt x="1477" y="84189"/>
                  </a:lnTo>
                  <a:lnTo>
                    <a:pt x="1477" y="88726"/>
                  </a:lnTo>
                  <a:lnTo>
                    <a:pt x="3902" y="88424"/>
                  </a:lnTo>
                  <a:cubicBezTo>
                    <a:pt x="7540" y="87819"/>
                    <a:pt x="11481" y="87516"/>
                    <a:pt x="14209" y="87516"/>
                  </a:cubicBezTo>
                  <a:cubicBezTo>
                    <a:pt x="21484" y="87516"/>
                    <a:pt x="24213" y="92357"/>
                    <a:pt x="24213" y="105668"/>
                  </a:cubicBezTo>
                  <a:lnTo>
                    <a:pt x="24213" y="175854"/>
                  </a:lnTo>
                  <a:cubicBezTo>
                    <a:pt x="24213" y="197636"/>
                    <a:pt x="21181" y="200964"/>
                    <a:pt x="264" y="202174"/>
                  </a:cubicBezTo>
                  <a:lnTo>
                    <a:pt x="264" y="206712"/>
                  </a:lnTo>
                  <a:lnTo>
                    <a:pt x="72110" y="206712"/>
                  </a:lnTo>
                  <a:lnTo>
                    <a:pt x="72110" y="202174"/>
                  </a:lnTo>
                  <a:cubicBezTo>
                    <a:pt x="52102" y="200661"/>
                    <a:pt x="49677" y="197636"/>
                    <a:pt x="49677" y="175854"/>
                  </a:cubicBezTo>
                  <a:lnTo>
                    <a:pt x="49677" y="68457"/>
                  </a:lnTo>
                  <a:lnTo>
                    <a:pt x="48464" y="67550"/>
                  </a:lnTo>
                  <a:close/>
                  <a:moveTo>
                    <a:pt x="34217" y="86"/>
                  </a:moveTo>
                  <a:cubicBezTo>
                    <a:pt x="26032" y="86"/>
                    <a:pt x="19059" y="7044"/>
                    <a:pt x="19059" y="15515"/>
                  </a:cubicBezTo>
                  <a:cubicBezTo>
                    <a:pt x="19059" y="23986"/>
                    <a:pt x="25728" y="30944"/>
                    <a:pt x="34217" y="30944"/>
                  </a:cubicBezTo>
                  <a:cubicBezTo>
                    <a:pt x="43008" y="30944"/>
                    <a:pt x="49980" y="24288"/>
                    <a:pt x="49980" y="15515"/>
                  </a:cubicBezTo>
                  <a:cubicBezTo>
                    <a:pt x="49980" y="7044"/>
                    <a:pt x="43008" y="86"/>
                    <a:pt x="34217" y="86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DDCAF87-2DCD-2338-D8D8-CF39D979A4D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687233" y="5051511"/>
              <a:ext cx="142175" cy="139162"/>
            </a:xfrm>
            <a:custGeom>
              <a:avLst/>
              <a:gdLst>
                <a:gd name="connsiteX0" fmla="*/ 267 w 142175"/>
                <a:gd name="connsiteY0" fmla="*/ 18843 h 139162"/>
                <a:gd name="connsiteX1" fmla="*/ 8452 w 142175"/>
                <a:gd name="connsiteY1" fmla="*/ 17633 h 139162"/>
                <a:gd name="connsiteX2" fmla="*/ 19669 w 142175"/>
                <a:gd name="connsiteY2" fmla="*/ 36995 h 139162"/>
                <a:gd name="connsiteX3" fmla="*/ 19669 w 142175"/>
                <a:gd name="connsiteY3" fmla="*/ 112021 h 139162"/>
                <a:gd name="connsiteX4" fmla="*/ 874 w 142175"/>
                <a:gd name="connsiteY4" fmla="*/ 134711 h 139162"/>
                <a:gd name="connsiteX5" fmla="*/ 874 w 142175"/>
                <a:gd name="connsiteY5" fmla="*/ 139249 h 139162"/>
                <a:gd name="connsiteX6" fmla="*/ 65141 w 142175"/>
                <a:gd name="connsiteY6" fmla="*/ 139249 h 139162"/>
                <a:gd name="connsiteX7" fmla="*/ 65141 w 142175"/>
                <a:gd name="connsiteY7" fmla="*/ 134711 h 139162"/>
                <a:gd name="connsiteX8" fmla="*/ 45133 w 142175"/>
                <a:gd name="connsiteY8" fmla="*/ 118979 h 139162"/>
                <a:gd name="connsiteX9" fmla="*/ 45133 w 142175"/>
                <a:gd name="connsiteY9" fmla="*/ 33969 h 139162"/>
                <a:gd name="connsiteX10" fmla="*/ 76357 w 142175"/>
                <a:gd name="connsiteY10" fmla="*/ 16725 h 139162"/>
                <a:gd name="connsiteX11" fmla="*/ 98487 w 142175"/>
                <a:gd name="connsiteY11" fmla="*/ 46070 h 139162"/>
                <a:gd name="connsiteX12" fmla="*/ 98487 w 142175"/>
                <a:gd name="connsiteY12" fmla="*/ 109298 h 139162"/>
                <a:gd name="connsiteX13" fmla="*/ 79389 w 142175"/>
                <a:gd name="connsiteY13" fmla="*/ 134711 h 139162"/>
                <a:gd name="connsiteX14" fmla="*/ 79389 w 142175"/>
                <a:gd name="connsiteY14" fmla="*/ 139249 h 139162"/>
                <a:gd name="connsiteX15" fmla="*/ 142443 w 142175"/>
                <a:gd name="connsiteY15" fmla="*/ 139249 h 139162"/>
                <a:gd name="connsiteX16" fmla="*/ 142443 w 142175"/>
                <a:gd name="connsiteY16" fmla="*/ 134711 h 139162"/>
                <a:gd name="connsiteX17" fmla="*/ 123951 w 142175"/>
                <a:gd name="connsiteY17" fmla="*/ 114744 h 139162"/>
                <a:gd name="connsiteX18" fmla="*/ 123951 w 142175"/>
                <a:gd name="connsiteY18" fmla="*/ 45465 h 139162"/>
                <a:gd name="connsiteX19" fmla="*/ 88180 w 142175"/>
                <a:gd name="connsiteY19" fmla="*/ 86 h 139162"/>
                <a:gd name="connsiteX20" fmla="*/ 44224 w 142175"/>
                <a:gd name="connsiteY20" fmla="*/ 24591 h 139162"/>
                <a:gd name="connsiteX21" fmla="*/ 44224 w 142175"/>
                <a:gd name="connsiteY21" fmla="*/ 691 h 139162"/>
                <a:gd name="connsiteX22" fmla="*/ 42101 w 142175"/>
                <a:gd name="connsiteY22" fmla="*/ 86 h 139162"/>
                <a:gd name="connsiteX23" fmla="*/ 267 w 142175"/>
                <a:gd name="connsiteY23" fmla="*/ 13700 h 139162"/>
                <a:gd name="connsiteX24" fmla="*/ 267 w 142175"/>
                <a:gd name="connsiteY24" fmla="*/ 18843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175" h="139162">
                  <a:moveTo>
                    <a:pt x="267" y="18843"/>
                  </a:moveTo>
                  <a:cubicBezTo>
                    <a:pt x="2086" y="17935"/>
                    <a:pt x="5118" y="17633"/>
                    <a:pt x="8452" y="17633"/>
                  </a:cubicBezTo>
                  <a:cubicBezTo>
                    <a:pt x="16940" y="17633"/>
                    <a:pt x="19669" y="22171"/>
                    <a:pt x="19669" y="36995"/>
                  </a:cubicBezTo>
                  <a:lnTo>
                    <a:pt x="19669" y="112021"/>
                  </a:lnTo>
                  <a:cubicBezTo>
                    <a:pt x="19669" y="129265"/>
                    <a:pt x="16334" y="133501"/>
                    <a:pt x="874" y="134711"/>
                  </a:cubicBezTo>
                  <a:lnTo>
                    <a:pt x="874" y="139249"/>
                  </a:lnTo>
                  <a:lnTo>
                    <a:pt x="65141" y="139249"/>
                  </a:lnTo>
                  <a:lnTo>
                    <a:pt x="65141" y="134711"/>
                  </a:lnTo>
                  <a:cubicBezTo>
                    <a:pt x="49680" y="133501"/>
                    <a:pt x="45133" y="129870"/>
                    <a:pt x="45133" y="118979"/>
                  </a:cubicBezTo>
                  <a:lnTo>
                    <a:pt x="45133" y="33969"/>
                  </a:lnTo>
                  <a:cubicBezTo>
                    <a:pt x="59684" y="20356"/>
                    <a:pt x="66353" y="16725"/>
                    <a:pt x="76357" y="16725"/>
                  </a:cubicBezTo>
                  <a:cubicBezTo>
                    <a:pt x="91211" y="16725"/>
                    <a:pt x="98487" y="26104"/>
                    <a:pt x="98487" y="46070"/>
                  </a:cubicBezTo>
                  <a:lnTo>
                    <a:pt x="98487" y="109298"/>
                  </a:lnTo>
                  <a:cubicBezTo>
                    <a:pt x="98487" y="128358"/>
                    <a:pt x="94546" y="133501"/>
                    <a:pt x="79389" y="134711"/>
                  </a:cubicBezTo>
                  <a:lnTo>
                    <a:pt x="79389" y="139249"/>
                  </a:lnTo>
                  <a:lnTo>
                    <a:pt x="142443" y="139249"/>
                  </a:lnTo>
                  <a:lnTo>
                    <a:pt x="142443" y="134711"/>
                  </a:lnTo>
                  <a:cubicBezTo>
                    <a:pt x="127589" y="133198"/>
                    <a:pt x="123951" y="129568"/>
                    <a:pt x="123951" y="114744"/>
                  </a:cubicBezTo>
                  <a:lnTo>
                    <a:pt x="123951" y="45465"/>
                  </a:lnTo>
                  <a:cubicBezTo>
                    <a:pt x="123951" y="17028"/>
                    <a:pt x="110613" y="86"/>
                    <a:pt x="88180" y="86"/>
                  </a:cubicBezTo>
                  <a:cubicBezTo>
                    <a:pt x="74235" y="86"/>
                    <a:pt x="64837" y="5229"/>
                    <a:pt x="44224" y="24591"/>
                  </a:cubicBezTo>
                  <a:lnTo>
                    <a:pt x="44224" y="691"/>
                  </a:lnTo>
                  <a:lnTo>
                    <a:pt x="42101" y="86"/>
                  </a:lnTo>
                  <a:cubicBezTo>
                    <a:pt x="27247" y="5532"/>
                    <a:pt x="16940" y="8860"/>
                    <a:pt x="267" y="13700"/>
                  </a:cubicBezTo>
                  <a:lnTo>
                    <a:pt x="267" y="18843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5F6E11C-4004-1C69-69E4-952D19DBA1D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864535" y="4963778"/>
              <a:ext cx="70329" cy="302526"/>
            </a:xfrm>
            <a:custGeom>
              <a:avLst/>
              <a:gdLst>
                <a:gd name="connsiteX0" fmla="*/ 70602 w 70329"/>
                <a:gd name="connsiteY0" fmla="*/ 299588 h 302526"/>
                <a:gd name="connsiteX1" fmla="*/ 65449 w 70329"/>
                <a:gd name="connsiteY1" fmla="*/ 292932 h 302526"/>
                <a:gd name="connsiteX2" fmla="*/ 17855 w 70329"/>
                <a:gd name="connsiteY2" fmla="*/ 151350 h 302526"/>
                <a:gd name="connsiteX3" fmla="*/ 66661 w 70329"/>
                <a:gd name="connsiteY3" fmla="*/ 8255 h 302526"/>
                <a:gd name="connsiteX4" fmla="*/ 70602 w 70329"/>
                <a:gd name="connsiteY4" fmla="*/ 3112 h 302526"/>
                <a:gd name="connsiteX5" fmla="*/ 67571 w 70329"/>
                <a:gd name="connsiteY5" fmla="*/ 86 h 302526"/>
                <a:gd name="connsiteX6" fmla="*/ 19370 w 70329"/>
                <a:gd name="connsiteY6" fmla="*/ 59079 h 302526"/>
                <a:gd name="connsiteX7" fmla="*/ 272 w 70329"/>
                <a:gd name="connsiteY7" fmla="*/ 151350 h 302526"/>
                <a:gd name="connsiteX8" fmla="*/ 20280 w 70329"/>
                <a:gd name="connsiteY8" fmla="*/ 245738 h 302526"/>
                <a:gd name="connsiteX9" fmla="*/ 67571 w 70329"/>
                <a:gd name="connsiteY9" fmla="*/ 302613 h 302526"/>
                <a:gd name="connsiteX10" fmla="*/ 70602 w 70329"/>
                <a:gd name="connsiteY10" fmla="*/ 29958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602" y="299588"/>
                  </a:moveTo>
                  <a:cubicBezTo>
                    <a:pt x="70602" y="298680"/>
                    <a:pt x="70602" y="298075"/>
                    <a:pt x="65449" y="292932"/>
                  </a:cubicBezTo>
                  <a:cubicBezTo>
                    <a:pt x="27555" y="254814"/>
                    <a:pt x="17855" y="197636"/>
                    <a:pt x="17855" y="151350"/>
                  </a:cubicBezTo>
                  <a:cubicBezTo>
                    <a:pt x="17855" y="98710"/>
                    <a:pt x="29374" y="46070"/>
                    <a:pt x="66661" y="8255"/>
                  </a:cubicBezTo>
                  <a:cubicBezTo>
                    <a:pt x="70602" y="4624"/>
                    <a:pt x="70602" y="4019"/>
                    <a:pt x="70602" y="3112"/>
                  </a:cubicBezTo>
                  <a:cubicBezTo>
                    <a:pt x="70602" y="994"/>
                    <a:pt x="69390" y="86"/>
                    <a:pt x="67571" y="86"/>
                  </a:cubicBezTo>
                  <a:cubicBezTo>
                    <a:pt x="64539" y="86"/>
                    <a:pt x="37256" y="20658"/>
                    <a:pt x="19370" y="59079"/>
                  </a:cubicBezTo>
                  <a:cubicBezTo>
                    <a:pt x="3910" y="92357"/>
                    <a:pt x="272" y="125937"/>
                    <a:pt x="272" y="151350"/>
                  </a:cubicBezTo>
                  <a:cubicBezTo>
                    <a:pt x="272" y="174947"/>
                    <a:pt x="3607" y="211552"/>
                    <a:pt x="20280" y="245738"/>
                  </a:cubicBezTo>
                  <a:cubicBezTo>
                    <a:pt x="38469" y="282949"/>
                    <a:pt x="64539" y="302613"/>
                    <a:pt x="67571" y="302613"/>
                  </a:cubicBezTo>
                  <a:cubicBezTo>
                    <a:pt x="69390" y="302613"/>
                    <a:pt x="70602" y="301705"/>
                    <a:pt x="70602" y="299588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224E1C3-E893-B18D-4F88-C7C4B62BAAF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944397" y="5057259"/>
              <a:ext cx="143691" cy="136742"/>
            </a:xfrm>
            <a:custGeom>
              <a:avLst/>
              <a:gdLst>
                <a:gd name="connsiteX0" fmla="*/ 130326 w 143691"/>
                <a:gd name="connsiteY0" fmla="*/ 99920 h 136742"/>
                <a:gd name="connsiteX1" fmla="*/ 123657 w 143691"/>
                <a:gd name="connsiteY1" fmla="*/ 108088 h 136742"/>
                <a:gd name="connsiteX2" fmla="*/ 109712 w 143691"/>
                <a:gd name="connsiteY2" fmla="*/ 120190 h 136742"/>
                <a:gd name="connsiteX3" fmla="*/ 100314 w 143691"/>
                <a:gd name="connsiteY3" fmla="*/ 107786 h 136742"/>
                <a:gd name="connsiteX4" fmla="*/ 99102 w 143691"/>
                <a:gd name="connsiteY4" fmla="*/ 102643 h 136742"/>
                <a:gd name="connsiteX5" fmla="*/ 88189 w 143691"/>
                <a:gd name="connsiteY5" fmla="*/ 53634 h 136742"/>
                <a:gd name="connsiteX6" fmla="*/ 117897 w 143691"/>
                <a:gd name="connsiteY6" fmla="*/ 17028 h 136742"/>
                <a:gd name="connsiteX7" fmla="*/ 125172 w 143691"/>
                <a:gd name="connsiteY7" fmla="*/ 19448 h 136742"/>
                <a:gd name="connsiteX8" fmla="*/ 133357 w 143691"/>
                <a:gd name="connsiteY8" fmla="*/ 22171 h 136742"/>
                <a:gd name="connsiteX9" fmla="*/ 143968 w 143691"/>
                <a:gd name="connsiteY9" fmla="*/ 11280 h 136742"/>
                <a:gd name="connsiteX10" fmla="*/ 131539 w 143691"/>
                <a:gd name="connsiteY10" fmla="*/ 86 h 136742"/>
                <a:gd name="connsiteX11" fmla="*/ 85763 w 143691"/>
                <a:gd name="connsiteY11" fmla="*/ 43348 h 136742"/>
                <a:gd name="connsiteX12" fmla="*/ 82429 w 143691"/>
                <a:gd name="connsiteY12" fmla="*/ 26709 h 136742"/>
                <a:gd name="connsiteX13" fmla="*/ 66665 w 143691"/>
                <a:gd name="connsiteY13" fmla="*/ 86 h 136742"/>
                <a:gd name="connsiteX14" fmla="*/ 31197 w 143691"/>
                <a:gd name="connsiteY14" fmla="*/ 8860 h 136742"/>
                <a:gd name="connsiteX15" fmla="*/ 27862 w 143691"/>
                <a:gd name="connsiteY15" fmla="*/ 10070 h 136742"/>
                <a:gd name="connsiteX16" fmla="*/ 29075 w 143691"/>
                <a:gd name="connsiteY16" fmla="*/ 14608 h 136742"/>
                <a:gd name="connsiteX17" fmla="*/ 46051 w 143691"/>
                <a:gd name="connsiteY17" fmla="*/ 11280 h 136742"/>
                <a:gd name="connsiteX18" fmla="*/ 59693 w 143691"/>
                <a:gd name="connsiteY18" fmla="*/ 32154 h 136742"/>
                <a:gd name="connsiteX19" fmla="*/ 68484 w 143691"/>
                <a:gd name="connsiteY19" fmla="*/ 69365 h 136742"/>
                <a:gd name="connsiteX20" fmla="*/ 43626 w 143691"/>
                <a:gd name="connsiteY20" fmla="*/ 104761 h 136742"/>
                <a:gd name="connsiteX21" fmla="*/ 28165 w 143691"/>
                <a:gd name="connsiteY21" fmla="*/ 119282 h 136742"/>
                <a:gd name="connsiteX22" fmla="*/ 20284 w 143691"/>
                <a:gd name="connsiteY22" fmla="*/ 116559 h 136742"/>
                <a:gd name="connsiteX23" fmla="*/ 10583 w 143691"/>
                <a:gd name="connsiteY23" fmla="*/ 113534 h 136742"/>
                <a:gd name="connsiteX24" fmla="*/ 276 w 143691"/>
                <a:gd name="connsiteY24" fmla="*/ 124122 h 136742"/>
                <a:gd name="connsiteX25" fmla="*/ 15433 w 143691"/>
                <a:gd name="connsiteY25" fmla="*/ 136828 h 136742"/>
                <a:gd name="connsiteX26" fmla="*/ 43626 w 143691"/>
                <a:gd name="connsiteY26" fmla="*/ 115652 h 136742"/>
                <a:gd name="connsiteX27" fmla="*/ 70909 w 143691"/>
                <a:gd name="connsiteY27" fmla="*/ 80256 h 136742"/>
                <a:gd name="connsiteX28" fmla="*/ 80004 w 143691"/>
                <a:gd name="connsiteY28" fmla="*/ 116559 h 136742"/>
                <a:gd name="connsiteX29" fmla="*/ 97586 w 143691"/>
                <a:gd name="connsiteY29" fmla="*/ 136828 h 136742"/>
                <a:gd name="connsiteX30" fmla="*/ 134570 w 143691"/>
                <a:gd name="connsiteY30" fmla="*/ 102340 h 136742"/>
                <a:gd name="connsiteX31" fmla="*/ 130326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326" y="99920"/>
                  </a:moveTo>
                  <a:cubicBezTo>
                    <a:pt x="127901" y="102643"/>
                    <a:pt x="126385" y="104458"/>
                    <a:pt x="123657" y="108088"/>
                  </a:cubicBezTo>
                  <a:cubicBezTo>
                    <a:pt x="116684" y="117164"/>
                    <a:pt x="113047" y="120190"/>
                    <a:pt x="109712" y="120190"/>
                  </a:cubicBezTo>
                  <a:cubicBezTo>
                    <a:pt x="105165" y="120190"/>
                    <a:pt x="102436" y="116257"/>
                    <a:pt x="100314" y="107786"/>
                  </a:cubicBezTo>
                  <a:cubicBezTo>
                    <a:pt x="99708" y="105366"/>
                    <a:pt x="99405" y="103551"/>
                    <a:pt x="99102" y="102643"/>
                  </a:cubicBezTo>
                  <a:cubicBezTo>
                    <a:pt x="91523" y="72088"/>
                    <a:pt x="88189" y="58172"/>
                    <a:pt x="88189" y="53634"/>
                  </a:cubicBezTo>
                  <a:cubicBezTo>
                    <a:pt x="101527" y="30339"/>
                    <a:pt x="112440" y="17028"/>
                    <a:pt x="117897" y="17028"/>
                  </a:cubicBezTo>
                  <a:cubicBezTo>
                    <a:pt x="119716" y="17028"/>
                    <a:pt x="122141" y="17936"/>
                    <a:pt x="125172" y="19448"/>
                  </a:cubicBezTo>
                  <a:cubicBezTo>
                    <a:pt x="128810" y="21566"/>
                    <a:pt x="130932" y="22171"/>
                    <a:pt x="133357" y="22171"/>
                  </a:cubicBezTo>
                  <a:cubicBezTo>
                    <a:pt x="139723" y="22171"/>
                    <a:pt x="143968" y="17633"/>
                    <a:pt x="143968" y="11280"/>
                  </a:cubicBezTo>
                  <a:cubicBezTo>
                    <a:pt x="143968" y="4927"/>
                    <a:pt x="138814" y="86"/>
                    <a:pt x="131539" y="86"/>
                  </a:cubicBezTo>
                  <a:cubicBezTo>
                    <a:pt x="118200" y="86"/>
                    <a:pt x="106680" y="10977"/>
                    <a:pt x="85763" y="43348"/>
                  </a:cubicBezTo>
                  <a:lnTo>
                    <a:pt x="82429" y="26709"/>
                  </a:lnTo>
                  <a:cubicBezTo>
                    <a:pt x="78185" y="6137"/>
                    <a:pt x="74850" y="86"/>
                    <a:pt x="66665" y="86"/>
                  </a:cubicBezTo>
                  <a:cubicBezTo>
                    <a:pt x="59996" y="86"/>
                    <a:pt x="49689" y="2809"/>
                    <a:pt x="31197" y="8860"/>
                  </a:cubicBezTo>
                  <a:lnTo>
                    <a:pt x="27862" y="10070"/>
                  </a:lnTo>
                  <a:lnTo>
                    <a:pt x="29075" y="14608"/>
                  </a:lnTo>
                  <a:cubicBezTo>
                    <a:pt x="40594" y="11885"/>
                    <a:pt x="43323" y="11280"/>
                    <a:pt x="46051" y="11280"/>
                  </a:cubicBezTo>
                  <a:cubicBezTo>
                    <a:pt x="53630" y="11280"/>
                    <a:pt x="55449" y="14003"/>
                    <a:pt x="59693" y="32154"/>
                  </a:cubicBezTo>
                  <a:lnTo>
                    <a:pt x="68484" y="69365"/>
                  </a:lnTo>
                  <a:lnTo>
                    <a:pt x="43626" y="104761"/>
                  </a:lnTo>
                  <a:cubicBezTo>
                    <a:pt x="37563" y="113836"/>
                    <a:pt x="31500" y="119282"/>
                    <a:pt x="28165" y="119282"/>
                  </a:cubicBezTo>
                  <a:cubicBezTo>
                    <a:pt x="26347" y="119282"/>
                    <a:pt x="23315" y="118374"/>
                    <a:pt x="20284" y="116559"/>
                  </a:cubicBezTo>
                  <a:cubicBezTo>
                    <a:pt x="16343" y="114441"/>
                    <a:pt x="13008" y="113534"/>
                    <a:pt x="10583" y="113534"/>
                  </a:cubicBezTo>
                  <a:cubicBezTo>
                    <a:pt x="4823" y="113534"/>
                    <a:pt x="276" y="118072"/>
                    <a:pt x="276" y="124122"/>
                  </a:cubicBezTo>
                  <a:cubicBezTo>
                    <a:pt x="276" y="131988"/>
                    <a:pt x="6339" y="136828"/>
                    <a:pt x="15433" y="136828"/>
                  </a:cubicBezTo>
                  <a:cubicBezTo>
                    <a:pt x="24831" y="136828"/>
                    <a:pt x="28469" y="134106"/>
                    <a:pt x="43626" y="115652"/>
                  </a:cubicBezTo>
                  <a:cubicBezTo>
                    <a:pt x="51811" y="105971"/>
                    <a:pt x="58177" y="97803"/>
                    <a:pt x="70909" y="80256"/>
                  </a:cubicBezTo>
                  <a:lnTo>
                    <a:pt x="80004" y="116559"/>
                  </a:lnTo>
                  <a:cubicBezTo>
                    <a:pt x="83944" y="131988"/>
                    <a:pt x="87885" y="136828"/>
                    <a:pt x="97586" y="136828"/>
                  </a:cubicBezTo>
                  <a:cubicBezTo>
                    <a:pt x="109106" y="136828"/>
                    <a:pt x="116987" y="129568"/>
                    <a:pt x="134570" y="102340"/>
                  </a:cubicBezTo>
                  <a:lnTo>
                    <a:pt x="130326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28E10E2-E1E7-BF2E-174C-716596B5C266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105871" y="4963778"/>
              <a:ext cx="70330" cy="302526"/>
            </a:xfrm>
            <a:custGeom>
              <a:avLst/>
              <a:gdLst>
                <a:gd name="connsiteX0" fmla="*/ 70610 w 70330"/>
                <a:gd name="connsiteY0" fmla="*/ 151350 h 302526"/>
                <a:gd name="connsiteX1" fmla="*/ 50603 w 70330"/>
                <a:gd name="connsiteY1" fmla="*/ 56961 h 302526"/>
                <a:gd name="connsiteX2" fmla="*/ 3312 w 70330"/>
                <a:gd name="connsiteY2" fmla="*/ 86 h 302526"/>
                <a:gd name="connsiteX3" fmla="*/ 280 w 70330"/>
                <a:gd name="connsiteY3" fmla="*/ 3112 h 302526"/>
                <a:gd name="connsiteX4" fmla="*/ 6040 w 70330"/>
                <a:gd name="connsiteY4" fmla="*/ 10070 h 302526"/>
                <a:gd name="connsiteX5" fmla="*/ 53028 w 70330"/>
                <a:gd name="connsiteY5" fmla="*/ 151350 h 302526"/>
                <a:gd name="connsiteX6" fmla="*/ 4221 w 70330"/>
                <a:gd name="connsiteY6" fmla="*/ 294445 h 302526"/>
                <a:gd name="connsiteX7" fmla="*/ 280 w 70330"/>
                <a:gd name="connsiteY7" fmla="*/ 299588 h 302526"/>
                <a:gd name="connsiteX8" fmla="*/ 3312 w 70330"/>
                <a:gd name="connsiteY8" fmla="*/ 302613 h 302526"/>
                <a:gd name="connsiteX9" fmla="*/ 51512 w 70330"/>
                <a:gd name="connsiteY9" fmla="*/ 243620 h 302526"/>
                <a:gd name="connsiteX10" fmla="*/ 70610 w 70330"/>
                <a:gd name="connsiteY10" fmla="*/ 15135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610" y="151350"/>
                  </a:moveTo>
                  <a:cubicBezTo>
                    <a:pt x="70610" y="127753"/>
                    <a:pt x="67276" y="91147"/>
                    <a:pt x="50603" y="56961"/>
                  </a:cubicBezTo>
                  <a:cubicBezTo>
                    <a:pt x="32414" y="19751"/>
                    <a:pt x="6343" y="86"/>
                    <a:pt x="3312" y="86"/>
                  </a:cubicBezTo>
                  <a:cubicBezTo>
                    <a:pt x="1493" y="86"/>
                    <a:pt x="280" y="1296"/>
                    <a:pt x="280" y="3112"/>
                  </a:cubicBezTo>
                  <a:cubicBezTo>
                    <a:pt x="280" y="4019"/>
                    <a:pt x="280" y="4624"/>
                    <a:pt x="6040" y="10070"/>
                  </a:cubicBezTo>
                  <a:cubicBezTo>
                    <a:pt x="35748" y="40020"/>
                    <a:pt x="53028" y="88122"/>
                    <a:pt x="53028" y="151350"/>
                  </a:cubicBezTo>
                  <a:cubicBezTo>
                    <a:pt x="53028" y="203082"/>
                    <a:pt x="41811" y="256326"/>
                    <a:pt x="4221" y="294445"/>
                  </a:cubicBezTo>
                  <a:cubicBezTo>
                    <a:pt x="280" y="298075"/>
                    <a:pt x="280" y="298680"/>
                    <a:pt x="280" y="299588"/>
                  </a:cubicBezTo>
                  <a:cubicBezTo>
                    <a:pt x="280" y="301403"/>
                    <a:pt x="1493" y="302613"/>
                    <a:pt x="3312" y="302613"/>
                  </a:cubicBezTo>
                  <a:cubicBezTo>
                    <a:pt x="6343" y="302613"/>
                    <a:pt x="33626" y="282041"/>
                    <a:pt x="51512" y="243620"/>
                  </a:cubicBezTo>
                  <a:cubicBezTo>
                    <a:pt x="66973" y="210342"/>
                    <a:pt x="70610" y="176762"/>
                    <a:pt x="70610" y="151350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D40FE22-9E80-67DA-4EB1-C7E143A0C39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245006" y="4984048"/>
              <a:ext cx="155211" cy="210558"/>
            </a:xfrm>
            <a:custGeom>
              <a:avLst/>
              <a:gdLst>
                <a:gd name="connsiteX0" fmla="*/ 136095 w 155211"/>
                <a:gd name="connsiteY0" fmla="*/ 173131 h 210558"/>
                <a:gd name="connsiteX1" fmla="*/ 111237 w 155211"/>
                <a:gd name="connsiteY1" fmla="*/ 194611 h 210558"/>
                <a:gd name="connsiteX2" fmla="*/ 105781 w 155211"/>
                <a:gd name="connsiteY2" fmla="*/ 188560 h 210558"/>
                <a:gd name="connsiteX3" fmla="*/ 125485 w 155211"/>
                <a:gd name="connsiteY3" fmla="*/ 114139 h 210558"/>
                <a:gd name="connsiteX4" fmla="*/ 155497 w 155211"/>
                <a:gd name="connsiteY4" fmla="*/ 1599 h 210558"/>
                <a:gd name="connsiteX5" fmla="*/ 153981 w 155211"/>
                <a:gd name="connsiteY5" fmla="*/ 86 h 210558"/>
                <a:gd name="connsiteX6" fmla="*/ 107599 w 155211"/>
                <a:gd name="connsiteY6" fmla="*/ 7044 h 210558"/>
                <a:gd name="connsiteX7" fmla="*/ 107599 w 155211"/>
                <a:gd name="connsiteY7" fmla="*/ 12187 h 210558"/>
                <a:gd name="connsiteX8" fmla="*/ 126395 w 155211"/>
                <a:gd name="connsiteY8" fmla="*/ 20053 h 210558"/>
                <a:gd name="connsiteX9" fmla="*/ 121847 w 155211"/>
                <a:gd name="connsiteY9" fmla="*/ 41230 h 210558"/>
                <a:gd name="connsiteX10" fmla="*/ 108509 w 155211"/>
                <a:gd name="connsiteY10" fmla="*/ 90844 h 210558"/>
                <a:gd name="connsiteX11" fmla="*/ 88804 w 155211"/>
                <a:gd name="connsiteY11" fmla="*/ 73298 h 210558"/>
                <a:gd name="connsiteX12" fmla="*/ 286 w 155211"/>
                <a:gd name="connsiteY12" fmla="*/ 175552 h 210558"/>
                <a:gd name="connsiteX13" fmla="*/ 32116 w 155211"/>
                <a:gd name="connsiteY13" fmla="*/ 210040 h 210558"/>
                <a:gd name="connsiteX14" fmla="*/ 86682 w 155211"/>
                <a:gd name="connsiteY14" fmla="*/ 170106 h 210558"/>
                <a:gd name="connsiteX15" fmla="*/ 82741 w 155211"/>
                <a:gd name="connsiteY15" fmla="*/ 197031 h 210558"/>
                <a:gd name="connsiteX16" fmla="*/ 95474 w 155211"/>
                <a:gd name="connsiteY16" fmla="*/ 210645 h 210558"/>
                <a:gd name="connsiteX17" fmla="*/ 139733 w 155211"/>
                <a:gd name="connsiteY17" fmla="*/ 176157 h 210558"/>
                <a:gd name="connsiteX18" fmla="*/ 136095 w 155211"/>
                <a:gd name="connsiteY18" fmla="*/ 173131 h 210558"/>
                <a:gd name="connsiteX19" fmla="*/ 90017 w 155211"/>
                <a:gd name="connsiteY19" fmla="*/ 80256 h 210558"/>
                <a:gd name="connsiteX20" fmla="*/ 103659 w 155211"/>
                <a:gd name="connsiteY20" fmla="*/ 97500 h 210558"/>
                <a:gd name="connsiteX21" fmla="*/ 44242 w 155211"/>
                <a:gd name="connsiteY21" fmla="*/ 195518 h 210558"/>
                <a:gd name="connsiteX22" fmla="*/ 26659 w 155211"/>
                <a:gd name="connsiteY22" fmla="*/ 175552 h 210558"/>
                <a:gd name="connsiteX23" fmla="*/ 61824 w 155211"/>
                <a:gd name="connsiteY23" fmla="*/ 94172 h 210558"/>
                <a:gd name="connsiteX24" fmla="*/ 90017 w 155211"/>
                <a:gd name="connsiteY24" fmla="*/ 80256 h 210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211" h="210558">
                  <a:moveTo>
                    <a:pt x="136095" y="173131"/>
                  </a:moveTo>
                  <a:cubicBezTo>
                    <a:pt x="119725" y="191888"/>
                    <a:pt x="116391" y="194611"/>
                    <a:pt x="111237" y="194611"/>
                  </a:cubicBezTo>
                  <a:cubicBezTo>
                    <a:pt x="108206" y="194611"/>
                    <a:pt x="105781" y="191888"/>
                    <a:pt x="105781" y="188560"/>
                  </a:cubicBezTo>
                  <a:cubicBezTo>
                    <a:pt x="105781" y="184325"/>
                    <a:pt x="115481" y="147417"/>
                    <a:pt x="125485" y="114139"/>
                  </a:cubicBezTo>
                  <a:cubicBezTo>
                    <a:pt x="133670" y="86306"/>
                    <a:pt x="140036" y="62104"/>
                    <a:pt x="155497" y="1599"/>
                  </a:cubicBezTo>
                  <a:lnTo>
                    <a:pt x="153981" y="86"/>
                  </a:lnTo>
                  <a:cubicBezTo>
                    <a:pt x="137914" y="3414"/>
                    <a:pt x="127001" y="5229"/>
                    <a:pt x="107599" y="7044"/>
                  </a:cubicBezTo>
                  <a:lnTo>
                    <a:pt x="107599" y="12187"/>
                  </a:lnTo>
                  <a:cubicBezTo>
                    <a:pt x="124273" y="12792"/>
                    <a:pt x="126395" y="13700"/>
                    <a:pt x="126395" y="20053"/>
                  </a:cubicBezTo>
                  <a:cubicBezTo>
                    <a:pt x="126395" y="23986"/>
                    <a:pt x="126091" y="25801"/>
                    <a:pt x="121847" y="41230"/>
                  </a:cubicBezTo>
                  <a:lnTo>
                    <a:pt x="108509" y="90844"/>
                  </a:lnTo>
                  <a:cubicBezTo>
                    <a:pt x="106084" y="78138"/>
                    <a:pt x="100627" y="73298"/>
                    <a:pt x="88804" y="73298"/>
                  </a:cubicBezTo>
                  <a:cubicBezTo>
                    <a:pt x="49395" y="73298"/>
                    <a:pt x="286" y="130173"/>
                    <a:pt x="286" y="175552"/>
                  </a:cubicBezTo>
                  <a:cubicBezTo>
                    <a:pt x="286" y="197031"/>
                    <a:pt x="12411" y="210040"/>
                    <a:pt x="32116" y="210040"/>
                  </a:cubicBezTo>
                  <a:cubicBezTo>
                    <a:pt x="52730" y="210040"/>
                    <a:pt x="66068" y="200359"/>
                    <a:pt x="86682" y="170106"/>
                  </a:cubicBezTo>
                  <a:cubicBezTo>
                    <a:pt x="83348" y="185535"/>
                    <a:pt x="82741" y="190073"/>
                    <a:pt x="82741" y="197031"/>
                  </a:cubicBezTo>
                  <a:cubicBezTo>
                    <a:pt x="82741" y="205199"/>
                    <a:pt x="87895" y="210645"/>
                    <a:pt x="95474" y="210645"/>
                  </a:cubicBezTo>
                  <a:cubicBezTo>
                    <a:pt x="108206" y="210645"/>
                    <a:pt x="123969" y="198241"/>
                    <a:pt x="139733" y="176157"/>
                  </a:cubicBezTo>
                  <a:lnTo>
                    <a:pt x="136095" y="173131"/>
                  </a:lnTo>
                  <a:close/>
                  <a:moveTo>
                    <a:pt x="90017" y="80256"/>
                  </a:moveTo>
                  <a:cubicBezTo>
                    <a:pt x="99111" y="80861"/>
                    <a:pt x="103659" y="86609"/>
                    <a:pt x="103659" y="97500"/>
                  </a:cubicBezTo>
                  <a:cubicBezTo>
                    <a:pt x="103659" y="143484"/>
                    <a:pt x="72131" y="195518"/>
                    <a:pt x="44242" y="195518"/>
                  </a:cubicBezTo>
                  <a:cubicBezTo>
                    <a:pt x="33935" y="195518"/>
                    <a:pt x="26659" y="187350"/>
                    <a:pt x="26659" y="175552"/>
                  </a:cubicBezTo>
                  <a:cubicBezTo>
                    <a:pt x="26659" y="150442"/>
                    <a:pt x="41817" y="115349"/>
                    <a:pt x="61824" y="94172"/>
                  </a:cubicBezTo>
                  <a:cubicBezTo>
                    <a:pt x="70312" y="85399"/>
                    <a:pt x="81529" y="79651"/>
                    <a:pt x="90017" y="80256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03BB412-FB6B-E351-90E3-FC46F099FEE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400235" y="5057259"/>
              <a:ext cx="143691" cy="136742"/>
            </a:xfrm>
            <a:custGeom>
              <a:avLst/>
              <a:gdLst>
                <a:gd name="connsiteX0" fmla="*/ 130341 w 143691"/>
                <a:gd name="connsiteY0" fmla="*/ 99920 h 136742"/>
                <a:gd name="connsiteX1" fmla="*/ 123672 w 143691"/>
                <a:gd name="connsiteY1" fmla="*/ 108088 h 136742"/>
                <a:gd name="connsiteX2" fmla="*/ 109727 w 143691"/>
                <a:gd name="connsiteY2" fmla="*/ 120190 h 136742"/>
                <a:gd name="connsiteX3" fmla="*/ 100329 w 143691"/>
                <a:gd name="connsiteY3" fmla="*/ 107786 h 136742"/>
                <a:gd name="connsiteX4" fmla="*/ 99117 w 143691"/>
                <a:gd name="connsiteY4" fmla="*/ 102643 h 136742"/>
                <a:gd name="connsiteX5" fmla="*/ 88203 w 143691"/>
                <a:gd name="connsiteY5" fmla="*/ 53634 h 136742"/>
                <a:gd name="connsiteX6" fmla="*/ 117912 w 143691"/>
                <a:gd name="connsiteY6" fmla="*/ 17028 h 136742"/>
                <a:gd name="connsiteX7" fmla="*/ 125187 w 143691"/>
                <a:gd name="connsiteY7" fmla="*/ 19448 h 136742"/>
                <a:gd name="connsiteX8" fmla="*/ 133372 w 143691"/>
                <a:gd name="connsiteY8" fmla="*/ 22171 h 136742"/>
                <a:gd name="connsiteX9" fmla="*/ 143982 w 143691"/>
                <a:gd name="connsiteY9" fmla="*/ 11280 h 136742"/>
                <a:gd name="connsiteX10" fmla="*/ 131553 w 143691"/>
                <a:gd name="connsiteY10" fmla="*/ 86 h 136742"/>
                <a:gd name="connsiteX11" fmla="*/ 85778 w 143691"/>
                <a:gd name="connsiteY11" fmla="*/ 43348 h 136742"/>
                <a:gd name="connsiteX12" fmla="*/ 82444 w 143691"/>
                <a:gd name="connsiteY12" fmla="*/ 26709 h 136742"/>
                <a:gd name="connsiteX13" fmla="*/ 66680 w 143691"/>
                <a:gd name="connsiteY13" fmla="*/ 86 h 136742"/>
                <a:gd name="connsiteX14" fmla="*/ 31212 w 143691"/>
                <a:gd name="connsiteY14" fmla="*/ 8860 h 136742"/>
                <a:gd name="connsiteX15" fmla="*/ 27877 w 143691"/>
                <a:gd name="connsiteY15" fmla="*/ 10070 h 136742"/>
                <a:gd name="connsiteX16" fmla="*/ 29090 w 143691"/>
                <a:gd name="connsiteY16" fmla="*/ 14608 h 136742"/>
                <a:gd name="connsiteX17" fmla="*/ 46066 w 143691"/>
                <a:gd name="connsiteY17" fmla="*/ 11280 h 136742"/>
                <a:gd name="connsiteX18" fmla="*/ 59708 w 143691"/>
                <a:gd name="connsiteY18" fmla="*/ 32154 h 136742"/>
                <a:gd name="connsiteX19" fmla="*/ 68499 w 143691"/>
                <a:gd name="connsiteY19" fmla="*/ 69365 h 136742"/>
                <a:gd name="connsiteX20" fmla="*/ 43641 w 143691"/>
                <a:gd name="connsiteY20" fmla="*/ 104761 h 136742"/>
                <a:gd name="connsiteX21" fmla="*/ 28180 w 143691"/>
                <a:gd name="connsiteY21" fmla="*/ 119282 h 136742"/>
                <a:gd name="connsiteX22" fmla="*/ 20299 w 143691"/>
                <a:gd name="connsiteY22" fmla="*/ 116559 h 136742"/>
                <a:gd name="connsiteX23" fmla="*/ 10598 w 143691"/>
                <a:gd name="connsiteY23" fmla="*/ 113534 h 136742"/>
                <a:gd name="connsiteX24" fmla="*/ 291 w 143691"/>
                <a:gd name="connsiteY24" fmla="*/ 124122 h 136742"/>
                <a:gd name="connsiteX25" fmla="*/ 15448 w 143691"/>
                <a:gd name="connsiteY25" fmla="*/ 136828 h 136742"/>
                <a:gd name="connsiteX26" fmla="*/ 43641 w 143691"/>
                <a:gd name="connsiteY26" fmla="*/ 115652 h 136742"/>
                <a:gd name="connsiteX27" fmla="*/ 70924 w 143691"/>
                <a:gd name="connsiteY27" fmla="*/ 80256 h 136742"/>
                <a:gd name="connsiteX28" fmla="*/ 80018 w 143691"/>
                <a:gd name="connsiteY28" fmla="*/ 116559 h 136742"/>
                <a:gd name="connsiteX29" fmla="*/ 97601 w 143691"/>
                <a:gd name="connsiteY29" fmla="*/ 136828 h 136742"/>
                <a:gd name="connsiteX30" fmla="*/ 134585 w 143691"/>
                <a:gd name="connsiteY30" fmla="*/ 102340 h 136742"/>
                <a:gd name="connsiteX31" fmla="*/ 130341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341" y="99920"/>
                  </a:moveTo>
                  <a:cubicBezTo>
                    <a:pt x="127916" y="102643"/>
                    <a:pt x="126400" y="104458"/>
                    <a:pt x="123672" y="108088"/>
                  </a:cubicBezTo>
                  <a:cubicBezTo>
                    <a:pt x="116699" y="117164"/>
                    <a:pt x="113061" y="120190"/>
                    <a:pt x="109727" y="120190"/>
                  </a:cubicBezTo>
                  <a:cubicBezTo>
                    <a:pt x="105180" y="120190"/>
                    <a:pt x="102451" y="116257"/>
                    <a:pt x="100329" y="107786"/>
                  </a:cubicBezTo>
                  <a:cubicBezTo>
                    <a:pt x="99723" y="105366"/>
                    <a:pt x="99420" y="103551"/>
                    <a:pt x="99117" y="102643"/>
                  </a:cubicBezTo>
                  <a:cubicBezTo>
                    <a:pt x="91538" y="72088"/>
                    <a:pt x="88203" y="58172"/>
                    <a:pt x="88203" y="53634"/>
                  </a:cubicBezTo>
                  <a:cubicBezTo>
                    <a:pt x="101542" y="30339"/>
                    <a:pt x="112455" y="17028"/>
                    <a:pt x="117912" y="17028"/>
                  </a:cubicBezTo>
                  <a:cubicBezTo>
                    <a:pt x="119731" y="17028"/>
                    <a:pt x="122156" y="17936"/>
                    <a:pt x="125187" y="19448"/>
                  </a:cubicBezTo>
                  <a:cubicBezTo>
                    <a:pt x="128825" y="21566"/>
                    <a:pt x="130947" y="22171"/>
                    <a:pt x="133372" y="22171"/>
                  </a:cubicBezTo>
                  <a:cubicBezTo>
                    <a:pt x="139738" y="22171"/>
                    <a:pt x="143982" y="17633"/>
                    <a:pt x="143982" y="11280"/>
                  </a:cubicBezTo>
                  <a:cubicBezTo>
                    <a:pt x="143982" y="4927"/>
                    <a:pt x="138829" y="86"/>
                    <a:pt x="131553" y="86"/>
                  </a:cubicBezTo>
                  <a:cubicBezTo>
                    <a:pt x="118215" y="86"/>
                    <a:pt x="106695" y="10977"/>
                    <a:pt x="85778" y="43348"/>
                  </a:cubicBezTo>
                  <a:lnTo>
                    <a:pt x="82444" y="26709"/>
                  </a:lnTo>
                  <a:cubicBezTo>
                    <a:pt x="78200" y="6137"/>
                    <a:pt x="74865" y="86"/>
                    <a:pt x="66680" y="86"/>
                  </a:cubicBezTo>
                  <a:cubicBezTo>
                    <a:pt x="60011" y="86"/>
                    <a:pt x="49704" y="2809"/>
                    <a:pt x="31212" y="8860"/>
                  </a:cubicBezTo>
                  <a:lnTo>
                    <a:pt x="27877" y="10070"/>
                  </a:lnTo>
                  <a:lnTo>
                    <a:pt x="29090" y="14608"/>
                  </a:lnTo>
                  <a:cubicBezTo>
                    <a:pt x="40609" y="11885"/>
                    <a:pt x="43338" y="11280"/>
                    <a:pt x="46066" y="11280"/>
                  </a:cubicBezTo>
                  <a:cubicBezTo>
                    <a:pt x="53645" y="11280"/>
                    <a:pt x="55464" y="14003"/>
                    <a:pt x="59708" y="32154"/>
                  </a:cubicBezTo>
                  <a:lnTo>
                    <a:pt x="68499" y="69365"/>
                  </a:lnTo>
                  <a:lnTo>
                    <a:pt x="43641" y="104761"/>
                  </a:lnTo>
                  <a:cubicBezTo>
                    <a:pt x="37578" y="113836"/>
                    <a:pt x="31515" y="119282"/>
                    <a:pt x="28180" y="119282"/>
                  </a:cubicBezTo>
                  <a:cubicBezTo>
                    <a:pt x="26362" y="119282"/>
                    <a:pt x="23330" y="118374"/>
                    <a:pt x="20299" y="116559"/>
                  </a:cubicBezTo>
                  <a:cubicBezTo>
                    <a:pt x="16358" y="114441"/>
                    <a:pt x="13023" y="113534"/>
                    <a:pt x="10598" y="113534"/>
                  </a:cubicBezTo>
                  <a:cubicBezTo>
                    <a:pt x="4838" y="113534"/>
                    <a:pt x="291" y="118072"/>
                    <a:pt x="291" y="124122"/>
                  </a:cubicBezTo>
                  <a:cubicBezTo>
                    <a:pt x="291" y="131988"/>
                    <a:pt x="6354" y="136828"/>
                    <a:pt x="15448" y="136828"/>
                  </a:cubicBezTo>
                  <a:cubicBezTo>
                    <a:pt x="24846" y="136828"/>
                    <a:pt x="28484" y="134106"/>
                    <a:pt x="43641" y="115652"/>
                  </a:cubicBezTo>
                  <a:cubicBezTo>
                    <a:pt x="51826" y="105971"/>
                    <a:pt x="58192" y="97803"/>
                    <a:pt x="70924" y="80256"/>
                  </a:cubicBezTo>
                  <a:lnTo>
                    <a:pt x="80018" y="116559"/>
                  </a:lnTo>
                  <a:cubicBezTo>
                    <a:pt x="83959" y="131988"/>
                    <a:pt x="87900" y="136828"/>
                    <a:pt x="97601" y="136828"/>
                  </a:cubicBezTo>
                  <a:cubicBezTo>
                    <a:pt x="109121" y="136828"/>
                    <a:pt x="117002" y="129568"/>
                    <a:pt x="134585" y="102340"/>
                  </a:cubicBezTo>
                  <a:lnTo>
                    <a:pt x="130341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1718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0C6F-AC44-B661-98C6-75398857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B477-EF58-7C47-0D5A-FBA41827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2982-A4AE-039A-A09A-16640E26C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6E926-259A-755A-27F6-9C64490F83BB}"/>
              </a:ext>
            </a:extLst>
          </p:cNvPr>
          <p:cNvSpPr txBox="1"/>
          <p:nvPr/>
        </p:nvSpPr>
        <p:spPr>
          <a:xfrm>
            <a:off x="1556790" y="123989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Continued…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3EF8B20-F802-8F0D-5D26-ED14B56EC8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6673" y="971794"/>
              <a:ext cx="8128000" cy="5669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91197633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6059818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677397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193387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645501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Ends: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3-Terms: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/>
                            <a:t>Knot-terms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968452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63997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0.3491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3309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38799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1.0472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3631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30470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1.7453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802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2.0944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711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2.4435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71566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2.7925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25762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3.1416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69702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𝑠𝑢𝑚𝑠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Sum3=</a:t>
                          </a:r>
                        </a:p>
                        <a:p>
                          <a:pPr algn="ctr"/>
                          <a:r>
                            <a:rPr lang="en-US" sz="2000" dirty="0"/>
                            <a:t>5.6713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Sum2=</a:t>
                          </a:r>
                        </a:p>
                        <a:p>
                          <a:pPr algn="ctr"/>
                          <a:r>
                            <a:rPr lang="en-US" sz="2000" dirty="0"/>
                            <a:t>1.7321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33810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83EF8B20-F802-8F0D-5D26-ED14B56EC83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436673" y="971794"/>
              <a:ext cx="8128000" cy="5364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91197633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6059818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06773972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1933871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564550185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8"/>
                          <a:stretch>
                            <a:fillRect l="-375" t="-4348" r="-401498" b="-68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8"/>
                          <a:stretch>
                            <a:fillRect l="-100375" t="-4348" r="-301498" b="-68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8"/>
                          <a:stretch>
                            <a:fillRect l="-200375" t="-4348" r="-201498" b="-68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8"/>
                          <a:stretch>
                            <a:fillRect l="-300375" t="-4348" r="-101498" b="-68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8"/>
                          <a:stretch>
                            <a:fillRect l="-400375" t="-4348" r="-1498" b="-68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684527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639979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0.3491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0.3420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333096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0.6981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387997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1.0472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36314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1.3963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30470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1.7453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0.9848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680244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2.0944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0.8660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71140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2.4435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0.6428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271566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2.7925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257624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3.1416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7697024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8"/>
                          <a:stretch>
                            <a:fillRect l="-375" t="-670435" r="-401498" b="-1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Sum3=</a:t>
                          </a:r>
                        </a:p>
                        <a:p>
                          <a:pPr algn="ctr"/>
                          <a:r>
                            <a:rPr lang="en-US" sz="2000" dirty="0"/>
                            <a:t>5.6713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Sum2=</a:t>
                          </a:r>
                        </a:p>
                        <a:p>
                          <a:pPr algn="ctr"/>
                          <a:r>
                            <a:rPr lang="en-US" sz="2000" dirty="0"/>
                            <a:t>1.7321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338107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3" name="Group 72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son's 3/8th:}\quad I = (3\times0.3491/8)[0.+3\times 5.6713-1.7321+0.0]=2.000382&#10;\end{align*}&#10;}&#10;\end{document}" title="IguanaTex Shape Display">
            <a:extLst>
              <a:ext uri="{FF2B5EF4-FFF2-40B4-BE49-F238E27FC236}">
                <a16:creationId xmlns:a16="http://schemas.microsoft.com/office/drawing/2014/main" id="{A8217027-A5EE-9CB4-9CCB-97E2D7661F8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556790" y="6433782"/>
            <a:ext cx="10112190" cy="294963"/>
            <a:chOff x="4612412" y="4835369"/>
            <a:chExt cx="10112190" cy="294963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00DC3A-63A0-4AA3-3894-0FD9A44A85B8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4612412" y="4857196"/>
              <a:ext cx="135936" cy="203524"/>
            </a:xfrm>
            <a:custGeom>
              <a:avLst/>
              <a:gdLst>
                <a:gd name="connsiteX0" fmla="*/ 122683 w 135936"/>
                <a:gd name="connsiteY0" fmla="*/ 85 h 203524"/>
                <a:gd name="connsiteX1" fmla="*/ 116325 w 135936"/>
                <a:gd name="connsiteY1" fmla="*/ 85 h 203524"/>
                <a:gd name="connsiteX2" fmla="*/ 106637 w 135936"/>
                <a:gd name="connsiteY2" fmla="*/ 10113 h 203524"/>
                <a:gd name="connsiteX3" fmla="*/ 93316 w 135936"/>
                <a:gd name="connsiteY3" fmla="*/ 6574 h 203524"/>
                <a:gd name="connsiteX4" fmla="*/ 61224 w 135936"/>
                <a:gd name="connsiteY4" fmla="*/ 85 h 203524"/>
                <a:gd name="connsiteX5" fmla="*/ 24893 w 135936"/>
                <a:gd name="connsiteY5" fmla="*/ 13653 h 203524"/>
                <a:gd name="connsiteX6" fmla="*/ 8847 w 135936"/>
                <a:gd name="connsiteY6" fmla="*/ 50523 h 203524"/>
                <a:gd name="connsiteX7" fmla="*/ 56077 w 135936"/>
                <a:gd name="connsiteY7" fmla="*/ 108041 h 203524"/>
                <a:gd name="connsiteX8" fmla="*/ 101188 w 135936"/>
                <a:gd name="connsiteY8" fmla="*/ 142552 h 203524"/>
                <a:gd name="connsiteX9" fmla="*/ 105426 w 135936"/>
                <a:gd name="connsiteY9" fmla="*/ 159660 h 203524"/>
                <a:gd name="connsiteX10" fmla="*/ 68187 w 135936"/>
                <a:gd name="connsiteY10" fmla="*/ 192991 h 203524"/>
                <a:gd name="connsiteX11" fmla="*/ 7031 w 135936"/>
                <a:gd name="connsiteY11" fmla="*/ 140782 h 203524"/>
                <a:gd name="connsiteX12" fmla="*/ 68 w 135936"/>
                <a:gd name="connsiteY12" fmla="*/ 140782 h 203524"/>
                <a:gd name="connsiteX13" fmla="*/ 9150 w 135936"/>
                <a:gd name="connsiteY13" fmla="*/ 203315 h 203524"/>
                <a:gd name="connsiteX14" fmla="*/ 15811 w 135936"/>
                <a:gd name="connsiteY14" fmla="*/ 203315 h 203524"/>
                <a:gd name="connsiteX15" fmla="*/ 24288 w 135936"/>
                <a:gd name="connsiteY15" fmla="*/ 193581 h 203524"/>
                <a:gd name="connsiteX16" fmla="*/ 38517 w 135936"/>
                <a:gd name="connsiteY16" fmla="*/ 196825 h 203524"/>
                <a:gd name="connsiteX17" fmla="*/ 74242 w 135936"/>
                <a:gd name="connsiteY17" fmla="*/ 203610 h 203524"/>
                <a:gd name="connsiteX18" fmla="*/ 136004 w 135936"/>
                <a:gd name="connsiteY18" fmla="*/ 149926 h 203524"/>
                <a:gd name="connsiteX19" fmla="*/ 79389 w 135936"/>
                <a:gd name="connsiteY19" fmla="*/ 85624 h 203524"/>
                <a:gd name="connsiteX20" fmla="*/ 34884 w 135936"/>
                <a:gd name="connsiteY20" fmla="*/ 39610 h 203524"/>
                <a:gd name="connsiteX21" fmla="*/ 66371 w 135936"/>
                <a:gd name="connsiteY21" fmla="*/ 12178 h 203524"/>
                <a:gd name="connsiteX22" fmla="*/ 103307 w 135936"/>
                <a:gd name="connsiteY22" fmla="*/ 28401 h 203524"/>
                <a:gd name="connsiteX23" fmla="*/ 121775 w 135936"/>
                <a:gd name="connsiteY23" fmla="*/ 62912 h 203524"/>
                <a:gd name="connsiteX24" fmla="*/ 129344 w 135936"/>
                <a:gd name="connsiteY24" fmla="*/ 62912 h 203524"/>
                <a:gd name="connsiteX25" fmla="*/ 122683 w 135936"/>
                <a:gd name="connsiteY25" fmla="*/ 85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5936" h="203524">
                  <a:moveTo>
                    <a:pt x="122683" y="85"/>
                  </a:moveTo>
                  <a:lnTo>
                    <a:pt x="116325" y="85"/>
                  </a:lnTo>
                  <a:cubicBezTo>
                    <a:pt x="115114" y="6869"/>
                    <a:pt x="111784" y="10113"/>
                    <a:pt x="106637" y="10113"/>
                  </a:cubicBezTo>
                  <a:cubicBezTo>
                    <a:pt x="103610" y="10113"/>
                    <a:pt x="98463" y="8934"/>
                    <a:pt x="93316" y="6574"/>
                  </a:cubicBezTo>
                  <a:cubicBezTo>
                    <a:pt x="82114" y="2444"/>
                    <a:pt x="70912" y="85"/>
                    <a:pt x="61224" y="85"/>
                  </a:cubicBezTo>
                  <a:cubicBezTo>
                    <a:pt x="48205" y="85"/>
                    <a:pt x="34884" y="5099"/>
                    <a:pt x="24893" y="13653"/>
                  </a:cubicBezTo>
                  <a:cubicBezTo>
                    <a:pt x="14297" y="22797"/>
                    <a:pt x="8847" y="35185"/>
                    <a:pt x="8847" y="50523"/>
                  </a:cubicBezTo>
                  <a:cubicBezTo>
                    <a:pt x="8847" y="74121"/>
                    <a:pt x="22169" y="90639"/>
                    <a:pt x="56077" y="108041"/>
                  </a:cubicBezTo>
                  <a:cubicBezTo>
                    <a:pt x="77875" y="119250"/>
                    <a:pt x="93619" y="131344"/>
                    <a:pt x="101188" y="142552"/>
                  </a:cubicBezTo>
                  <a:cubicBezTo>
                    <a:pt x="103912" y="146387"/>
                    <a:pt x="105426" y="152581"/>
                    <a:pt x="105426" y="159660"/>
                  </a:cubicBezTo>
                  <a:cubicBezTo>
                    <a:pt x="105426" y="179423"/>
                    <a:pt x="90288" y="192991"/>
                    <a:pt x="68187" y="192991"/>
                  </a:cubicBezTo>
                  <a:cubicBezTo>
                    <a:pt x="41242" y="192991"/>
                    <a:pt x="22169" y="176768"/>
                    <a:pt x="7031" y="140782"/>
                  </a:cubicBezTo>
                  <a:lnTo>
                    <a:pt x="68" y="140782"/>
                  </a:lnTo>
                  <a:lnTo>
                    <a:pt x="9150" y="203315"/>
                  </a:lnTo>
                  <a:lnTo>
                    <a:pt x="15811" y="203315"/>
                  </a:lnTo>
                  <a:cubicBezTo>
                    <a:pt x="16114" y="197710"/>
                    <a:pt x="19747" y="193581"/>
                    <a:pt x="24288" y="193581"/>
                  </a:cubicBezTo>
                  <a:cubicBezTo>
                    <a:pt x="27618" y="193581"/>
                    <a:pt x="32765" y="194761"/>
                    <a:pt x="38517" y="196825"/>
                  </a:cubicBezTo>
                  <a:cubicBezTo>
                    <a:pt x="50022" y="201250"/>
                    <a:pt x="62132" y="203610"/>
                    <a:pt x="74242" y="203610"/>
                  </a:cubicBezTo>
                  <a:cubicBezTo>
                    <a:pt x="109059" y="203610"/>
                    <a:pt x="136004" y="180307"/>
                    <a:pt x="136004" y="149926"/>
                  </a:cubicBezTo>
                  <a:cubicBezTo>
                    <a:pt x="136004" y="125739"/>
                    <a:pt x="119353" y="106567"/>
                    <a:pt x="79389" y="85624"/>
                  </a:cubicBezTo>
                  <a:cubicBezTo>
                    <a:pt x="47600" y="68516"/>
                    <a:pt x="34884" y="55538"/>
                    <a:pt x="34884" y="39610"/>
                  </a:cubicBezTo>
                  <a:cubicBezTo>
                    <a:pt x="34884" y="23387"/>
                    <a:pt x="47600" y="12178"/>
                    <a:pt x="66371" y="12178"/>
                  </a:cubicBezTo>
                  <a:cubicBezTo>
                    <a:pt x="79995" y="12178"/>
                    <a:pt x="92710" y="17783"/>
                    <a:pt x="103307" y="28401"/>
                  </a:cubicBezTo>
                  <a:cubicBezTo>
                    <a:pt x="112692" y="37840"/>
                    <a:pt x="116931" y="45509"/>
                    <a:pt x="121775" y="62912"/>
                  </a:cubicBezTo>
                  <a:lnTo>
                    <a:pt x="129344" y="62912"/>
                  </a:lnTo>
                  <a:lnTo>
                    <a:pt x="122683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C45F401-5D9A-0071-57D6-2A1133EE142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4773501" y="4855131"/>
              <a:ext cx="71752" cy="201460"/>
            </a:xfrm>
            <a:custGeom>
              <a:avLst/>
              <a:gdLst>
                <a:gd name="connsiteX0" fmla="*/ 48211 w 71752"/>
                <a:gd name="connsiteY0" fmla="*/ 65862 h 201460"/>
                <a:gd name="connsiteX1" fmla="*/ 1284 w 71752"/>
                <a:gd name="connsiteY1" fmla="*/ 82085 h 201460"/>
                <a:gd name="connsiteX2" fmla="*/ 1284 w 71752"/>
                <a:gd name="connsiteY2" fmla="*/ 86509 h 201460"/>
                <a:gd name="connsiteX3" fmla="*/ 3706 w 71752"/>
                <a:gd name="connsiteY3" fmla="*/ 86214 h 201460"/>
                <a:gd name="connsiteX4" fmla="*/ 14000 w 71752"/>
                <a:gd name="connsiteY4" fmla="*/ 85329 h 201460"/>
                <a:gd name="connsiteX5" fmla="*/ 23991 w 71752"/>
                <a:gd name="connsiteY5" fmla="*/ 103027 h 201460"/>
                <a:gd name="connsiteX6" fmla="*/ 23991 w 71752"/>
                <a:gd name="connsiteY6" fmla="*/ 171459 h 201460"/>
                <a:gd name="connsiteX7" fmla="*/ 73 w 71752"/>
                <a:gd name="connsiteY7" fmla="*/ 197120 h 201460"/>
                <a:gd name="connsiteX8" fmla="*/ 73 w 71752"/>
                <a:gd name="connsiteY8" fmla="*/ 201545 h 201460"/>
                <a:gd name="connsiteX9" fmla="*/ 71826 w 71752"/>
                <a:gd name="connsiteY9" fmla="*/ 201545 h 201460"/>
                <a:gd name="connsiteX10" fmla="*/ 71826 w 71752"/>
                <a:gd name="connsiteY10" fmla="*/ 197120 h 201460"/>
                <a:gd name="connsiteX11" fmla="*/ 49422 w 71752"/>
                <a:gd name="connsiteY11" fmla="*/ 171459 h 201460"/>
                <a:gd name="connsiteX12" fmla="*/ 49422 w 71752"/>
                <a:gd name="connsiteY12" fmla="*/ 66746 h 201460"/>
                <a:gd name="connsiteX13" fmla="*/ 48211 w 71752"/>
                <a:gd name="connsiteY13" fmla="*/ 65862 h 201460"/>
                <a:gd name="connsiteX14" fmla="*/ 33982 w 71752"/>
                <a:gd name="connsiteY14" fmla="*/ 85 h 201460"/>
                <a:gd name="connsiteX15" fmla="*/ 18844 w 71752"/>
                <a:gd name="connsiteY15" fmla="*/ 15128 h 201460"/>
                <a:gd name="connsiteX16" fmla="*/ 33982 w 71752"/>
                <a:gd name="connsiteY16" fmla="*/ 30171 h 201460"/>
                <a:gd name="connsiteX17" fmla="*/ 49725 w 71752"/>
                <a:gd name="connsiteY17" fmla="*/ 15128 h 201460"/>
                <a:gd name="connsiteX18" fmla="*/ 33982 w 71752"/>
                <a:gd name="connsiteY18" fmla="*/ 85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752" h="201460">
                  <a:moveTo>
                    <a:pt x="48211" y="65862"/>
                  </a:moveTo>
                  <a:lnTo>
                    <a:pt x="1284" y="82085"/>
                  </a:lnTo>
                  <a:lnTo>
                    <a:pt x="1284" y="86509"/>
                  </a:lnTo>
                  <a:lnTo>
                    <a:pt x="3706" y="86214"/>
                  </a:lnTo>
                  <a:cubicBezTo>
                    <a:pt x="7339" y="85624"/>
                    <a:pt x="11275" y="85329"/>
                    <a:pt x="14000" y="85329"/>
                  </a:cubicBezTo>
                  <a:cubicBezTo>
                    <a:pt x="21266" y="85329"/>
                    <a:pt x="23991" y="90049"/>
                    <a:pt x="23991" y="103027"/>
                  </a:cubicBezTo>
                  <a:lnTo>
                    <a:pt x="23991" y="171459"/>
                  </a:lnTo>
                  <a:cubicBezTo>
                    <a:pt x="23991" y="192696"/>
                    <a:pt x="20963" y="195941"/>
                    <a:pt x="73" y="197120"/>
                  </a:cubicBezTo>
                  <a:lnTo>
                    <a:pt x="73" y="201545"/>
                  </a:lnTo>
                  <a:lnTo>
                    <a:pt x="71826" y="201545"/>
                  </a:lnTo>
                  <a:lnTo>
                    <a:pt x="71826" y="197120"/>
                  </a:lnTo>
                  <a:cubicBezTo>
                    <a:pt x="51844" y="195646"/>
                    <a:pt x="49422" y="192696"/>
                    <a:pt x="49422" y="171459"/>
                  </a:cubicBezTo>
                  <a:lnTo>
                    <a:pt x="49422" y="66746"/>
                  </a:lnTo>
                  <a:lnTo>
                    <a:pt x="48211" y="65862"/>
                  </a:lnTo>
                  <a:close/>
                  <a:moveTo>
                    <a:pt x="33982" y="85"/>
                  </a:moveTo>
                  <a:cubicBezTo>
                    <a:pt x="25807" y="85"/>
                    <a:pt x="18844" y="6869"/>
                    <a:pt x="18844" y="15128"/>
                  </a:cubicBezTo>
                  <a:cubicBezTo>
                    <a:pt x="18844" y="23387"/>
                    <a:pt x="25504" y="30171"/>
                    <a:pt x="33982" y="30171"/>
                  </a:cubicBezTo>
                  <a:cubicBezTo>
                    <a:pt x="42761" y="30171"/>
                    <a:pt x="49725" y="23682"/>
                    <a:pt x="49725" y="15128"/>
                  </a:cubicBezTo>
                  <a:cubicBezTo>
                    <a:pt x="49725" y="6869"/>
                    <a:pt x="42761" y="85"/>
                    <a:pt x="33982" y="85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DD6FF23-2788-08DC-D6A0-8B1C5BDBD0D3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4857980" y="4920908"/>
              <a:ext cx="229790" cy="135683"/>
            </a:xfrm>
            <a:custGeom>
              <a:avLst/>
              <a:gdLst>
                <a:gd name="connsiteX0" fmla="*/ 984 w 229790"/>
                <a:gd name="connsiteY0" fmla="*/ 18372 h 135683"/>
                <a:gd name="connsiteX1" fmla="*/ 10672 w 229790"/>
                <a:gd name="connsiteY1" fmla="*/ 17193 h 135683"/>
                <a:gd name="connsiteX2" fmla="*/ 21269 w 229790"/>
                <a:gd name="connsiteY2" fmla="*/ 36070 h 135683"/>
                <a:gd name="connsiteX3" fmla="*/ 21269 w 229790"/>
                <a:gd name="connsiteY3" fmla="*/ 110696 h 135683"/>
                <a:gd name="connsiteX4" fmla="*/ 76 w 229790"/>
                <a:gd name="connsiteY4" fmla="*/ 131344 h 135683"/>
                <a:gd name="connsiteX5" fmla="*/ 76 w 229790"/>
                <a:gd name="connsiteY5" fmla="*/ 135768 h 135683"/>
                <a:gd name="connsiteX6" fmla="*/ 67287 w 229790"/>
                <a:gd name="connsiteY6" fmla="*/ 135768 h 135683"/>
                <a:gd name="connsiteX7" fmla="*/ 67287 w 229790"/>
                <a:gd name="connsiteY7" fmla="*/ 131344 h 135683"/>
                <a:gd name="connsiteX8" fmla="*/ 46700 w 229790"/>
                <a:gd name="connsiteY8" fmla="*/ 116005 h 135683"/>
                <a:gd name="connsiteX9" fmla="*/ 46700 w 229790"/>
                <a:gd name="connsiteY9" fmla="*/ 32826 h 135683"/>
                <a:gd name="connsiteX10" fmla="*/ 51241 w 229790"/>
                <a:gd name="connsiteY10" fmla="*/ 27221 h 135683"/>
                <a:gd name="connsiteX11" fmla="*/ 82425 w 229790"/>
                <a:gd name="connsiteY11" fmla="*/ 15423 h 135683"/>
                <a:gd name="connsiteX12" fmla="*/ 102407 w 229790"/>
                <a:gd name="connsiteY12" fmla="*/ 46394 h 135683"/>
                <a:gd name="connsiteX13" fmla="*/ 102407 w 229790"/>
                <a:gd name="connsiteY13" fmla="*/ 110401 h 135683"/>
                <a:gd name="connsiteX14" fmla="*/ 81820 w 229790"/>
                <a:gd name="connsiteY14" fmla="*/ 131344 h 135683"/>
                <a:gd name="connsiteX15" fmla="*/ 81820 w 229790"/>
                <a:gd name="connsiteY15" fmla="*/ 135768 h 135683"/>
                <a:gd name="connsiteX16" fmla="*/ 149637 w 229790"/>
                <a:gd name="connsiteY16" fmla="*/ 135768 h 135683"/>
                <a:gd name="connsiteX17" fmla="*/ 149637 w 229790"/>
                <a:gd name="connsiteY17" fmla="*/ 131344 h 135683"/>
                <a:gd name="connsiteX18" fmla="*/ 127838 w 229790"/>
                <a:gd name="connsiteY18" fmla="*/ 107746 h 135683"/>
                <a:gd name="connsiteX19" fmla="*/ 127838 w 229790"/>
                <a:gd name="connsiteY19" fmla="*/ 33416 h 135683"/>
                <a:gd name="connsiteX20" fmla="*/ 160839 w 229790"/>
                <a:gd name="connsiteY20" fmla="*/ 15423 h 135683"/>
                <a:gd name="connsiteX21" fmla="*/ 183545 w 229790"/>
                <a:gd name="connsiteY21" fmla="*/ 47869 h 135683"/>
                <a:gd name="connsiteX22" fmla="*/ 183545 w 229790"/>
                <a:gd name="connsiteY22" fmla="*/ 110106 h 135683"/>
                <a:gd name="connsiteX23" fmla="*/ 163563 w 229790"/>
                <a:gd name="connsiteY23" fmla="*/ 131344 h 135683"/>
                <a:gd name="connsiteX24" fmla="*/ 163563 w 229790"/>
                <a:gd name="connsiteY24" fmla="*/ 135768 h 135683"/>
                <a:gd name="connsiteX25" fmla="*/ 229867 w 229790"/>
                <a:gd name="connsiteY25" fmla="*/ 135768 h 135683"/>
                <a:gd name="connsiteX26" fmla="*/ 229867 w 229790"/>
                <a:gd name="connsiteY26" fmla="*/ 131344 h 135683"/>
                <a:gd name="connsiteX27" fmla="*/ 221995 w 229790"/>
                <a:gd name="connsiteY27" fmla="*/ 130754 h 135683"/>
                <a:gd name="connsiteX28" fmla="*/ 208977 w 229790"/>
                <a:gd name="connsiteY28" fmla="*/ 113351 h 135683"/>
                <a:gd name="connsiteX29" fmla="*/ 208977 w 229790"/>
                <a:gd name="connsiteY29" fmla="*/ 52588 h 135683"/>
                <a:gd name="connsiteX30" fmla="*/ 173857 w 229790"/>
                <a:gd name="connsiteY30" fmla="*/ 85 h 135683"/>
                <a:gd name="connsiteX31" fmla="*/ 124508 w 229790"/>
                <a:gd name="connsiteY31" fmla="*/ 24862 h 135683"/>
                <a:gd name="connsiteX32" fmla="*/ 92416 w 229790"/>
                <a:gd name="connsiteY32" fmla="*/ 85 h 135683"/>
                <a:gd name="connsiteX33" fmla="*/ 45489 w 229790"/>
                <a:gd name="connsiteY33" fmla="*/ 22797 h 135683"/>
                <a:gd name="connsiteX34" fmla="*/ 45489 w 229790"/>
                <a:gd name="connsiteY34" fmla="*/ 675 h 135683"/>
                <a:gd name="connsiteX35" fmla="*/ 43370 w 229790"/>
                <a:gd name="connsiteY35" fmla="*/ 85 h 135683"/>
                <a:gd name="connsiteX36" fmla="*/ 984 w 229790"/>
                <a:gd name="connsiteY36" fmla="*/ 13358 h 135683"/>
                <a:gd name="connsiteX37" fmla="*/ 984 w 229790"/>
                <a:gd name="connsiteY37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790" h="135683">
                  <a:moveTo>
                    <a:pt x="984" y="18372"/>
                  </a:moveTo>
                  <a:cubicBezTo>
                    <a:pt x="4920" y="17488"/>
                    <a:pt x="7342" y="17193"/>
                    <a:pt x="10672" y="17193"/>
                  </a:cubicBezTo>
                  <a:cubicBezTo>
                    <a:pt x="18544" y="17193"/>
                    <a:pt x="21269" y="21912"/>
                    <a:pt x="21269" y="36070"/>
                  </a:cubicBezTo>
                  <a:lnTo>
                    <a:pt x="21269" y="110696"/>
                  </a:lnTo>
                  <a:cubicBezTo>
                    <a:pt x="21269" y="126624"/>
                    <a:pt x="17030" y="131049"/>
                    <a:pt x="76" y="131344"/>
                  </a:cubicBezTo>
                  <a:lnTo>
                    <a:pt x="76" y="135768"/>
                  </a:lnTo>
                  <a:lnTo>
                    <a:pt x="67287" y="135768"/>
                  </a:lnTo>
                  <a:lnTo>
                    <a:pt x="67287" y="131344"/>
                  </a:lnTo>
                  <a:cubicBezTo>
                    <a:pt x="51241" y="130754"/>
                    <a:pt x="46700" y="127509"/>
                    <a:pt x="46700" y="116005"/>
                  </a:cubicBezTo>
                  <a:lnTo>
                    <a:pt x="46700" y="32826"/>
                  </a:lnTo>
                  <a:cubicBezTo>
                    <a:pt x="46700" y="32236"/>
                    <a:pt x="49122" y="29286"/>
                    <a:pt x="51241" y="27221"/>
                  </a:cubicBezTo>
                  <a:cubicBezTo>
                    <a:pt x="58810" y="20437"/>
                    <a:pt x="71829" y="15423"/>
                    <a:pt x="82425" y="15423"/>
                  </a:cubicBezTo>
                  <a:cubicBezTo>
                    <a:pt x="95746" y="15423"/>
                    <a:pt x="102407" y="25746"/>
                    <a:pt x="102407" y="46394"/>
                  </a:cubicBezTo>
                  <a:lnTo>
                    <a:pt x="102407" y="110401"/>
                  </a:lnTo>
                  <a:cubicBezTo>
                    <a:pt x="102407" y="126919"/>
                    <a:pt x="99077" y="130164"/>
                    <a:pt x="81820" y="131344"/>
                  </a:cubicBezTo>
                  <a:lnTo>
                    <a:pt x="81820" y="135768"/>
                  </a:lnTo>
                  <a:lnTo>
                    <a:pt x="149637" y="135768"/>
                  </a:lnTo>
                  <a:lnTo>
                    <a:pt x="149637" y="131344"/>
                  </a:lnTo>
                  <a:cubicBezTo>
                    <a:pt x="132380" y="131049"/>
                    <a:pt x="127838" y="126034"/>
                    <a:pt x="127838" y="107746"/>
                  </a:cubicBezTo>
                  <a:lnTo>
                    <a:pt x="127838" y="33416"/>
                  </a:lnTo>
                  <a:cubicBezTo>
                    <a:pt x="136921" y="20732"/>
                    <a:pt x="146912" y="15423"/>
                    <a:pt x="160839" y="15423"/>
                  </a:cubicBezTo>
                  <a:cubicBezTo>
                    <a:pt x="178096" y="15423"/>
                    <a:pt x="183545" y="23387"/>
                    <a:pt x="183545" y="47869"/>
                  </a:cubicBezTo>
                  <a:lnTo>
                    <a:pt x="183545" y="110106"/>
                  </a:lnTo>
                  <a:cubicBezTo>
                    <a:pt x="183545" y="126919"/>
                    <a:pt x="181123" y="129279"/>
                    <a:pt x="163563" y="131344"/>
                  </a:cubicBezTo>
                  <a:lnTo>
                    <a:pt x="163563" y="135768"/>
                  </a:lnTo>
                  <a:lnTo>
                    <a:pt x="229867" y="135768"/>
                  </a:lnTo>
                  <a:lnTo>
                    <a:pt x="229867" y="131344"/>
                  </a:lnTo>
                  <a:lnTo>
                    <a:pt x="221995" y="130754"/>
                  </a:lnTo>
                  <a:cubicBezTo>
                    <a:pt x="212912" y="130164"/>
                    <a:pt x="208977" y="124854"/>
                    <a:pt x="208977" y="113351"/>
                  </a:cubicBezTo>
                  <a:lnTo>
                    <a:pt x="208977" y="52588"/>
                  </a:lnTo>
                  <a:cubicBezTo>
                    <a:pt x="208977" y="17782"/>
                    <a:pt x="197169" y="85"/>
                    <a:pt x="173857" y="85"/>
                  </a:cubicBezTo>
                  <a:cubicBezTo>
                    <a:pt x="156297" y="85"/>
                    <a:pt x="140857" y="7754"/>
                    <a:pt x="124508" y="24862"/>
                  </a:cubicBezTo>
                  <a:cubicBezTo>
                    <a:pt x="119058" y="8049"/>
                    <a:pt x="108765" y="85"/>
                    <a:pt x="92416" y="85"/>
                  </a:cubicBezTo>
                  <a:cubicBezTo>
                    <a:pt x="79095" y="85"/>
                    <a:pt x="70618" y="4214"/>
                    <a:pt x="45489" y="22797"/>
                  </a:cubicBezTo>
                  <a:lnTo>
                    <a:pt x="45489" y="675"/>
                  </a:lnTo>
                  <a:lnTo>
                    <a:pt x="43370" y="85"/>
                  </a:lnTo>
                  <a:cubicBezTo>
                    <a:pt x="27929" y="5689"/>
                    <a:pt x="17636" y="8934"/>
                    <a:pt x="984" y="13358"/>
                  </a:cubicBezTo>
                  <a:lnTo>
                    <a:pt x="984" y="1837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4F70F24-216D-61B8-B14F-D5FB4BAB0F0D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5091073" y="4920908"/>
              <a:ext cx="140780" cy="199690"/>
            </a:xfrm>
            <a:custGeom>
              <a:avLst/>
              <a:gdLst>
                <a:gd name="connsiteX0" fmla="*/ 1295 w 140780"/>
                <a:gd name="connsiteY0" fmla="*/ 19847 h 199690"/>
                <a:gd name="connsiteX1" fmla="*/ 8863 w 140780"/>
                <a:gd name="connsiteY1" fmla="*/ 19552 h 199690"/>
                <a:gd name="connsiteX2" fmla="*/ 21276 w 140780"/>
                <a:gd name="connsiteY2" fmla="*/ 36365 h 199690"/>
                <a:gd name="connsiteX3" fmla="*/ 21276 w 140780"/>
                <a:gd name="connsiteY3" fmla="*/ 174408 h 199690"/>
                <a:gd name="connsiteX4" fmla="*/ 84 w 140780"/>
                <a:gd name="connsiteY4" fmla="*/ 194761 h 199690"/>
                <a:gd name="connsiteX5" fmla="*/ 84 w 140780"/>
                <a:gd name="connsiteY5" fmla="*/ 199775 h 199690"/>
                <a:gd name="connsiteX6" fmla="*/ 73350 w 140780"/>
                <a:gd name="connsiteY6" fmla="*/ 199775 h 199690"/>
                <a:gd name="connsiteX7" fmla="*/ 73350 w 140780"/>
                <a:gd name="connsiteY7" fmla="*/ 194466 h 199690"/>
                <a:gd name="connsiteX8" fmla="*/ 46708 w 140780"/>
                <a:gd name="connsiteY8" fmla="*/ 172343 h 199690"/>
                <a:gd name="connsiteX9" fmla="*/ 46708 w 140780"/>
                <a:gd name="connsiteY9" fmla="*/ 126034 h 199690"/>
                <a:gd name="connsiteX10" fmla="*/ 77286 w 140780"/>
                <a:gd name="connsiteY10" fmla="*/ 138718 h 199690"/>
                <a:gd name="connsiteX11" fmla="*/ 140864 w 140780"/>
                <a:gd name="connsiteY11" fmla="*/ 62912 h 199690"/>
                <a:gd name="connsiteX12" fmla="*/ 90304 w 140780"/>
                <a:gd name="connsiteY12" fmla="*/ 85 h 199690"/>
                <a:gd name="connsiteX13" fmla="*/ 46708 w 140780"/>
                <a:gd name="connsiteY13" fmla="*/ 23387 h 199690"/>
                <a:gd name="connsiteX14" fmla="*/ 46708 w 140780"/>
                <a:gd name="connsiteY14" fmla="*/ 675 h 199690"/>
                <a:gd name="connsiteX15" fmla="*/ 44891 w 140780"/>
                <a:gd name="connsiteY15" fmla="*/ 85 h 199690"/>
                <a:gd name="connsiteX16" fmla="*/ 1295 w 140780"/>
                <a:gd name="connsiteY16" fmla="*/ 15128 h 199690"/>
                <a:gd name="connsiteX17" fmla="*/ 1295 w 140780"/>
                <a:gd name="connsiteY17" fmla="*/ 19847 h 199690"/>
                <a:gd name="connsiteX18" fmla="*/ 46708 w 140780"/>
                <a:gd name="connsiteY18" fmla="*/ 37250 h 199690"/>
                <a:gd name="connsiteX19" fmla="*/ 77589 w 140780"/>
                <a:gd name="connsiteY19" fmla="*/ 17782 h 199690"/>
                <a:gd name="connsiteX20" fmla="*/ 114828 w 140780"/>
                <a:gd name="connsiteY20" fmla="*/ 74416 h 199690"/>
                <a:gd name="connsiteX21" fmla="*/ 78194 w 140780"/>
                <a:gd name="connsiteY21" fmla="*/ 129279 h 199690"/>
                <a:gd name="connsiteX22" fmla="*/ 46708 w 140780"/>
                <a:gd name="connsiteY22" fmla="*/ 109811 h 199690"/>
                <a:gd name="connsiteX23" fmla="*/ 46708 w 140780"/>
                <a:gd name="connsiteY23" fmla="*/ 37250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780" h="199690">
                  <a:moveTo>
                    <a:pt x="1295" y="19847"/>
                  </a:moveTo>
                  <a:cubicBezTo>
                    <a:pt x="4019" y="19552"/>
                    <a:pt x="6139" y="19552"/>
                    <a:pt x="8863" y="19552"/>
                  </a:cubicBezTo>
                  <a:cubicBezTo>
                    <a:pt x="19157" y="19552"/>
                    <a:pt x="21276" y="22502"/>
                    <a:pt x="21276" y="36365"/>
                  </a:cubicBezTo>
                  <a:lnTo>
                    <a:pt x="21276" y="174408"/>
                  </a:lnTo>
                  <a:cubicBezTo>
                    <a:pt x="21276" y="189746"/>
                    <a:pt x="17946" y="192991"/>
                    <a:pt x="84" y="194761"/>
                  </a:cubicBezTo>
                  <a:lnTo>
                    <a:pt x="84" y="199775"/>
                  </a:lnTo>
                  <a:lnTo>
                    <a:pt x="73350" y="199775"/>
                  </a:lnTo>
                  <a:lnTo>
                    <a:pt x="73350" y="194466"/>
                  </a:lnTo>
                  <a:cubicBezTo>
                    <a:pt x="50644" y="194171"/>
                    <a:pt x="46708" y="190926"/>
                    <a:pt x="46708" y="172343"/>
                  </a:cubicBezTo>
                  <a:lnTo>
                    <a:pt x="46708" y="126034"/>
                  </a:lnTo>
                  <a:cubicBezTo>
                    <a:pt x="57304" y="135768"/>
                    <a:pt x="64570" y="138718"/>
                    <a:pt x="77286" y="138718"/>
                  </a:cubicBezTo>
                  <a:cubicBezTo>
                    <a:pt x="113011" y="138718"/>
                    <a:pt x="140864" y="105682"/>
                    <a:pt x="140864" y="62912"/>
                  </a:cubicBezTo>
                  <a:cubicBezTo>
                    <a:pt x="140864" y="26336"/>
                    <a:pt x="119672" y="85"/>
                    <a:pt x="90304" y="85"/>
                  </a:cubicBezTo>
                  <a:cubicBezTo>
                    <a:pt x="73350" y="85"/>
                    <a:pt x="60029" y="7459"/>
                    <a:pt x="46708" y="23387"/>
                  </a:cubicBezTo>
                  <a:lnTo>
                    <a:pt x="46708" y="675"/>
                  </a:lnTo>
                  <a:lnTo>
                    <a:pt x="44891" y="85"/>
                  </a:lnTo>
                  <a:cubicBezTo>
                    <a:pt x="28543" y="6279"/>
                    <a:pt x="17946" y="10113"/>
                    <a:pt x="1295" y="15128"/>
                  </a:cubicBezTo>
                  <a:lnTo>
                    <a:pt x="1295" y="19847"/>
                  </a:lnTo>
                  <a:close/>
                  <a:moveTo>
                    <a:pt x="46708" y="37250"/>
                  </a:moveTo>
                  <a:cubicBezTo>
                    <a:pt x="46708" y="28401"/>
                    <a:pt x="63662" y="17782"/>
                    <a:pt x="77589" y="17782"/>
                  </a:cubicBezTo>
                  <a:cubicBezTo>
                    <a:pt x="99993" y="17782"/>
                    <a:pt x="114828" y="40200"/>
                    <a:pt x="114828" y="74416"/>
                  </a:cubicBezTo>
                  <a:cubicBezTo>
                    <a:pt x="114828" y="107156"/>
                    <a:pt x="99993" y="129279"/>
                    <a:pt x="78194" y="129279"/>
                  </a:cubicBezTo>
                  <a:cubicBezTo>
                    <a:pt x="63965" y="129279"/>
                    <a:pt x="46708" y="118660"/>
                    <a:pt x="46708" y="109811"/>
                  </a:cubicBezTo>
                  <a:lnTo>
                    <a:pt x="46708" y="3725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925266-24F7-97FF-4BCD-D886763BAF96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5256945" y="4921203"/>
              <a:ext cx="89918" cy="138337"/>
            </a:xfrm>
            <a:custGeom>
              <a:avLst/>
              <a:gdLst>
                <a:gd name="connsiteX0" fmla="*/ 80016 w 89918"/>
                <a:gd name="connsiteY0" fmla="*/ 42854 h 138337"/>
                <a:gd name="connsiteX1" fmla="*/ 78805 w 89918"/>
                <a:gd name="connsiteY1" fmla="*/ 2739 h 138337"/>
                <a:gd name="connsiteX2" fmla="*/ 75474 w 89918"/>
                <a:gd name="connsiteY2" fmla="*/ 2739 h 138337"/>
                <a:gd name="connsiteX3" fmla="*/ 74869 w 89918"/>
                <a:gd name="connsiteY3" fmla="*/ 3329 h 138337"/>
                <a:gd name="connsiteX4" fmla="*/ 70630 w 89918"/>
                <a:gd name="connsiteY4" fmla="*/ 5689 h 138337"/>
                <a:gd name="connsiteX5" fmla="*/ 62456 w 89918"/>
                <a:gd name="connsiteY5" fmla="*/ 3624 h 138337"/>
                <a:gd name="connsiteX6" fmla="*/ 41263 w 89918"/>
                <a:gd name="connsiteY6" fmla="*/ 85 h 138337"/>
                <a:gd name="connsiteX7" fmla="*/ 89 w 89918"/>
                <a:gd name="connsiteY7" fmla="*/ 36365 h 138337"/>
                <a:gd name="connsiteX8" fmla="*/ 35511 w 89918"/>
                <a:gd name="connsiteY8" fmla="*/ 78840 h 138337"/>
                <a:gd name="connsiteX9" fmla="*/ 53071 w 89918"/>
                <a:gd name="connsiteY9" fmla="*/ 88574 h 138337"/>
                <a:gd name="connsiteX10" fmla="*/ 68814 w 89918"/>
                <a:gd name="connsiteY10" fmla="*/ 110696 h 138337"/>
                <a:gd name="connsiteX11" fmla="*/ 43685 w 89918"/>
                <a:gd name="connsiteY11" fmla="*/ 131933 h 138337"/>
                <a:gd name="connsiteX12" fmla="*/ 18254 w 89918"/>
                <a:gd name="connsiteY12" fmla="*/ 121610 h 138337"/>
                <a:gd name="connsiteX13" fmla="*/ 5235 w 89918"/>
                <a:gd name="connsiteY13" fmla="*/ 90639 h 138337"/>
                <a:gd name="connsiteX14" fmla="*/ 391 w 89918"/>
                <a:gd name="connsiteY14" fmla="*/ 90639 h 138337"/>
                <a:gd name="connsiteX15" fmla="*/ 391 w 89918"/>
                <a:gd name="connsiteY15" fmla="*/ 136653 h 138337"/>
                <a:gd name="connsiteX16" fmla="*/ 4327 w 89918"/>
                <a:gd name="connsiteY16" fmla="*/ 136653 h 138337"/>
                <a:gd name="connsiteX17" fmla="*/ 11290 w 89918"/>
                <a:gd name="connsiteY17" fmla="*/ 133113 h 138337"/>
                <a:gd name="connsiteX18" fmla="*/ 25217 w 89918"/>
                <a:gd name="connsiteY18" fmla="*/ 135473 h 138337"/>
                <a:gd name="connsiteX19" fmla="*/ 47318 w 89918"/>
                <a:gd name="connsiteY19" fmla="*/ 138423 h 138337"/>
                <a:gd name="connsiteX20" fmla="*/ 90007 w 89918"/>
                <a:gd name="connsiteY20" fmla="*/ 100667 h 138337"/>
                <a:gd name="connsiteX21" fmla="*/ 64575 w 89918"/>
                <a:gd name="connsiteY21" fmla="*/ 65567 h 138337"/>
                <a:gd name="connsiteX22" fmla="*/ 31878 w 89918"/>
                <a:gd name="connsiteY22" fmla="*/ 46689 h 138337"/>
                <a:gd name="connsiteX23" fmla="*/ 18859 w 89918"/>
                <a:gd name="connsiteY23" fmla="*/ 26631 h 138337"/>
                <a:gd name="connsiteX24" fmla="*/ 42171 w 89918"/>
                <a:gd name="connsiteY24" fmla="*/ 6574 h 138337"/>
                <a:gd name="connsiteX25" fmla="*/ 75474 w 89918"/>
                <a:gd name="connsiteY25" fmla="*/ 42854 h 138337"/>
                <a:gd name="connsiteX26" fmla="*/ 80016 w 89918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18" h="138337">
                  <a:moveTo>
                    <a:pt x="80016" y="42854"/>
                  </a:moveTo>
                  <a:lnTo>
                    <a:pt x="78805" y="2739"/>
                  </a:lnTo>
                  <a:lnTo>
                    <a:pt x="75474" y="2739"/>
                  </a:lnTo>
                  <a:lnTo>
                    <a:pt x="74869" y="3329"/>
                  </a:lnTo>
                  <a:cubicBezTo>
                    <a:pt x="72144" y="5394"/>
                    <a:pt x="71841" y="5689"/>
                    <a:pt x="70630" y="5689"/>
                  </a:cubicBezTo>
                  <a:cubicBezTo>
                    <a:pt x="68814" y="5689"/>
                    <a:pt x="65786" y="5099"/>
                    <a:pt x="62456" y="3624"/>
                  </a:cubicBezTo>
                  <a:cubicBezTo>
                    <a:pt x="55795" y="1265"/>
                    <a:pt x="49135" y="85"/>
                    <a:pt x="41263" y="85"/>
                  </a:cubicBezTo>
                  <a:cubicBezTo>
                    <a:pt x="17346" y="85"/>
                    <a:pt x="89" y="15128"/>
                    <a:pt x="89" y="36365"/>
                  </a:cubicBezTo>
                  <a:cubicBezTo>
                    <a:pt x="89" y="52883"/>
                    <a:pt x="9777" y="64682"/>
                    <a:pt x="35511" y="78840"/>
                  </a:cubicBezTo>
                  <a:lnTo>
                    <a:pt x="53071" y="88574"/>
                  </a:lnTo>
                  <a:cubicBezTo>
                    <a:pt x="63667" y="94473"/>
                    <a:pt x="68814" y="101552"/>
                    <a:pt x="68814" y="110696"/>
                  </a:cubicBezTo>
                  <a:cubicBezTo>
                    <a:pt x="68814" y="123674"/>
                    <a:pt x="59126" y="131933"/>
                    <a:pt x="43685" y="131933"/>
                  </a:cubicBezTo>
                  <a:cubicBezTo>
                    <a:pt x="33392" y="131933"/>
                    <a:pt x="24006" y="128099"/>
                    <a:pt x="18254" y="121610"/>
                  </a:cubicBezTo>
                  <a:cubicBezTo>
                    <a:pt x="11896" y="114236"/>
                    <a:pt x="9171" y="107451"/>
                    <a:pt x="5235" y="90639"/>
                  </a:cubicBezTo>
                  <a:lnTo>
                    <a:pt x="391" y="90639"/>
                  </a:lnTo>
                  <a:lnTo>
                    <a:pt x="391" y="136653"/>
                  </a:lnTo>
                  <a:lnTo>
                    <a:pt x="4327" y="136653"/>
                  </a:lnTo>
                  <a:cubicBezTo>
                    <a:pt x="6446" y="133703"/>
                    <a:pt x="7657" y="133113"/>
                    <a:pt x="11290" y="133113"/>
                  </a:cubicBezTo>
                  <a:cubicBezTo>
                    <a:pt x="14015" y="133113"/>
                    <a:pt x="18254" y="133703"/>
                    <a:pt x="25217" y="135473"/>
                  </a:cubicBezTo>
                  <a:cubicBezTo>
                    <a:pt x="33694" y="137243"/>
                    <a:pt x="41869" y="138423"/>
                    <a:pt x="47318" y="138423"/>
                  </a:cubicBezTo>
                  <a:cubicBezTo>
                    <a:pt x="70630" y="138423"/>
                    <a:pt x="90007" y="121315"/>
                    <a:pt x="90007" y="100667"/>
                  </a:cubicBezTo>
                  <a:cubicBezTo>
                    <a:pt x="90007" y="85919"/>
                    <a:pt x="82741" y="76185"/>
                    <a:pt x="64575" y="65567"/>
                  </a:cubicBezTo>
                  <a:lnTo>
                    <a:pt x="31878" y="46689"/>
                  </a:lnTo>
                  <a:cubicBezTo>
                    <a:pt x="23401" y="41970"/>
                    <a:pt x="18859" y="34595"/>
                    <a:pt x="18859" y="26631"/>
                  </a:cubicBezTo>
                  <a:cubicBezTo>
                    <a:pt x="18859" y="14833"/>
                    <a:pt x="28245" y="6574"/>
                    <a:pt x="42171" y="6574"/>
                  </a:cubicBezTo>
                  <a:cubicBezTo>
                    <a:pt x="59428" y="6574"/>
                    <a:pt x="68511" y="16603"/>
                    <a:pt x="75474" y="42854"/>
                  </a:cubicBezTo>
                  <a:lnTo>
                    <a:pt x="80016" y="42854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D47E055-C6A3-3DB8-8608-61B6CA1DD95E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5368494" y="4920908"/>
              <a:ext cx="133514" cy="138632"/>
            </a:xfrm>
            <a:custGeom>
              <a:avLst/>
              <a:gdLst>
                <a:gd name="connsiteX0" fmla="*/ 67001 w 133514"/>
                <a:gd name="connsiteY0" fmla="*/ 85 h 138632"/>
                <a:gd name="connsiteX1" fmla="*/ 92 w 133514"/>
                <a:gd name="connsiteY1" fmla="*/ 69106 h 138632"/>
                <a:gd name="connsiteX2" fmla="*/ 66396 w 133514"/>
                <a:gd name="connsiteY2" fmla="*/ 138718 h 138632"/>
                <a:gd name="connsiteX3" fmla="*/ 133607 w 133514"/>
                <a:gd name="connsiteY3" fmla="*/ 66746 h 138632"/>
                <a:gd name="connsiteX4" fmla="*/ 67001 w 133514"/>
                <a:gd name="connsiteY4" fmla="*/ 85 h 138632"/>
                <a:gd name="connsiteX5" fmla="*/ 63065 w 133514"/>
                <a:gd name="connsiteY5" fmla="*/ 8344 h 138632"/>
                <a:gd name="connsiteX6" fmla="*/ 106359 w 133514"/>
                <a:gd name="connsiteY6" fmla="*/ 77070 h 138632"/>
                <a:gd name="connsiteX7" fmla="*/ 70029 w 133514"/>
                <a:gd name="connsiteY7" fmla="*/ 130459 h 138632"/>
                <a:gd name="connsiteX8" fmla="*/ 40662 w 133514"/>
                <a:gd name="connsiteY8" fmla="*/ 111581 h 138632"/>
                <a:gd name="connsiteX9" fmla="*/ 27340 w 133514"/>
                <a:gd name="connsiteY9" fmla="*/ 54653 h 138632"/>
                <a:gd name="connsiteX10" fmla="*/ 63065 w 133514"/>
                <a:gd name="connsiteY10" fmla="*/ 8344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514" h="138632">
                  <a:moveTo>
                    <a:pt x="67001" y="85"/>
                  </a:moveTo>
                  <a:cubicBezTo>
                    <a:pt x="27643" y="85"/>
                    <a:pt x="92" y="28401"/>
                    <a:pt x="92" y="69106"/>
                  </a:cubicBezTo>
                  <a:cubicBezTo>
                    <a:pt x="92" y="108926"/>
                    <a:pt x="28249" y="138718"/>
                    <a:pt x="66396" y="138718"/>
                  </a:cubicBezTo>
                  <a:cubicBezTo>
                    <a:pt x="104543" y="138718"/>
                    <a:pt x="133607" y="107451"/>
                    <a:pt x="133607" y="66746"/>
                  </a:cubicBezTo>
                  <a:cubicBezTo>
                    <a:pt x="133607" y="28106"/>
                    <a:pt x="105754" y="85"/>
                    <a:pt x="67001" y="85"/>
                  </a:cubicBezTo>
                  <a:close/>
                  <a:moveTo>
                    <a:pt x="63065" y="8344"/>
                  </a:moveTo>
                  <a:cubicBezTo>
                    <a:pt x="88497" y="8344"/>
                    <a:pt x="106359" y="36660"/>
                    <a:pt x="106359" y="77070"/>
                  </a:cubicBezTo>
                  <a:cubicBezTo>
                    <a:pt x="106359" y="110401"/>
                    <a:pt x="92735" y="130459"/>
                    <a:pt x="70029" y="130459"/>
                  </a:cubicBezTo>
                  <a:cubicBezTo>
                    <a:pt x="58221" y="130459"/>
                    <a:pt x="47019" y="123379"/>
                    <a:pt x="40662" y="111581"/>
                  </a:cubicBezTo>
                  <a:cubicBezTo>
                    <a:pt x="32184" y="96243"/>
                    <a:pt x="27340" y="75595"/>
                    <a:pt x="27340" y="54653"/>
                  </a:cubicBezTo>
                  <a:cubicBezTo>
                    <a:pt x="27340" y="26631"/>
                    <a:pt x="41570" y="8344"/>
                    <a:pt x="63065" y="834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54278EE-B467-12FE-E539-5113FCE99418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5516503" y="4920908"/>
              <a:ext cx="141991" cy="135683"/>
            </a:xfrm>
            <a:custGeom>
              <a:avLst/>
              <a:gdLst>
                <a:gd name="connsiteX0" fmla="*/ 97 w 141991"/>
                <a:gd name="connsiteY0" fmla="*/ 18372 h 135683"/>
                <a:gd name="connsiteX1" fmla="*/ 8272 w 141991"/>
                <a:gd name="connsiteY1" fmla="*/ 17193 h 135683"/>
                <a:gd name="connsiteX2" fmla="*/ 19474 w 141991"/>
                <a:gd name="connsiteY2" fmla="*/ 36070 h 135683"/>
                <a:gd name="connsiteX3" fmla="*/ 19474 w 141991"/>
                <a:gd name="connsiteY3" fmla="*/ 109221 h 135683"/>
                <a:gd name="connsiteX4" fmla="*/ 703 w 141991"/>
                <a:gd name="connsiteY4" fmla="*/ 131344 h 135683"/>
                <a:gd name="connsiteX5" fmla="*/ 703 w 141991"/>
                <a:gd name="connsiteY5" fmla="*/ 135768 h 135683"/>
                <a:gd name="connsiteX6" fmla="*/ 64887 w 141991"/>
                <a:gd name="connsiteY6" fmla="*/ 135768 h 135683"/>
                <a:gd name="connsiteX7" fmla="*/ 64887 w 141991"/>
                <a:gd name="connsiteY7" fmla="*/ 131344 h 135683"/>
                <a:gd name="connsiteX8" fmla="*/ 44905 w 141991"/>
                <a:gd name="connsiteY8" fmla="*/ 116005 h 135683"/>
                <a:gd name="connsiteX9" fmla="*/ 44905 w 141991"/>
                <a:gd name="connsiteY9" fmla="*/ 33121 h 135683"/>
                <a:gd name="connsiteX10" fmla="*/ 76089 w 141991"/>
                <a:gd name="connsiteY10" fmla="*/ 16308 h 135683"/>
                <a:gd name="connsiteX11" fmla="*/ 98190 w 141991"/>
                <a:gd name="connsiteY11" fmla="*/ 44919 h 135683"/>
                <a:gd name="connsiteX12" fmla="*/ 98190 w 141991"/>
                <a:gd name="connsiteY12" fmla="*/ 106567 h 135683"/>
                <a:gd name="connsiteX13" fmla="*/ 79116 w 141991"/>
                <a:gd name="connsiteY13" fmla="*/ 131344 h 135683"/>
                <a:gd name="connsiteX14" fmla="*/ 79116 w 141991"/>
                <a:gd name="connsiteY14" fmla="*/ 135768 h 135683"/>
                <a:gd name="connsiteX15" fmla="*/ 142089 w 141991"/>
                <a:gd name="connsiteY15" fmla="*/ 135768 h 135683"/>
                <a:gd name="connsiteX16" fmla="*/ 142089 w 141991"/>
                <a:gd name="connsiteY16" fmla="*/ 131344 h 135683"/>
                <a:gd name="connsiteX17" fmla="*/ 123621 w 141991"/>
                <a:gd name="connsiteY17" fmla="*/ 111876 h 135683"/>
                <a:gd name="connsiteX18" fmla="*/ 123621 w 141991"/>
                <a:gd name="connsiteY18" fmla="*/ 44329 h 135683"/>
                <a:gd name="connsiteX19" fmla="*/ 87896 w 141991"/>
                <a:gd name="connsiteY19" fmla="*/ 85 h 135683"/>
                <a:gd name="connsiteX20" fmla="*/ 43997 w 141991"/>
                <a:gd name="connsiteY20" fmla="*/ 23977 h 135683"/>
                <a:gd name="connsiteX21" fmla="*/ 43997 w 141991"/>
                <a:gd name="connsiteY21" fmla="*/ 675 h 135683"/>
                <a:gd name="connsiteX22" fmla="*/ 41878 w 141991"/>
                <a:gd name="connsiteY22" fmla="*/ 85 h 135683"/>
                <a:gd name="connsiteX23" fmla="*/ 97 w 141991"/>
                <a:gd name="connsiteY23" fmla="*/ 13358 h 135683"/>
                <a:gd name="connsiteX24" fmla="*/ 97 w 141991"/>
                <a:gd name="connsiteY24" fmla="*/ 18372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991" h="135683">
                  <a:moveTo>
                    <a:pt x="97" y="18372"/>
                  </a:moveTo>
                  <a:cubicBezTo>
                    <a:pt x="1914" y="17488"/>
                    <a:pt x="4941" y="17193"/>
                    <a:pt x="8272" y="17193"/>
                  </a:cubicBezTo>
                  <a:cubicBezTo>
                    <a:pt x="16749" y="17193"/>
                    <a:pt x="19474" y="21617"/>
                    <a:pt x="19474" y="36070"/>
                  </a:cubicBezTo>
                  <a:lnTo>
                    <a:pt x="19474" y="109221"/>
                  </a:lnTo>
                  <a:cubicBezTo>
                    <a:pt x="19474" y="126034"/>
                    <a:pt x="16143" y="130164"/>
                    <a:pt x="703" y="131344"/>
                  </a:cubicBezTo>
                  <a:lnTo>
                    <a:pt x="703" y="135768"/>
                  </a:lnTo>
                  <a:lnTo>
                    <a:pt x="64887" y="135768"/>
                  </a:lnTo>
                  <a:lnTo>
                    <a:pt x="64887" y="131344"/>
                  </a:lnTo>
                  <a:cubicBezTo>
                    <a:pt x="49446" y="130164"/>
                    <a:pt x="44905" y="126624"/>
                    <a:pt x="44905" y="116005"/>
                  </a:cubicBezTo>
                  <a:lnTo>
                    <a:pt x="44905" y="33121"/>
                  </a:lnTo>
                  <a:cubicBezTo>
                    <a:pt x="59437" y="19847"/>
                    <a:pt x="66098" y="16308"/>
                    <a:pt x="76089" y="16308"/>
                  </a:cubicBezTo>
                  <a:cubicBezTo>
                    <a:pt x="90924" y="16308"/>
                    <a:pt x="98190" y="25452"/>
                    <a:pt x="98190" y="44919"/>
                  </a:cubicBezTo>
                  <a:lnTo>
                    <a:pt x="98190" y="106567"/>
                  </a:lnTo>
                  <a:cubicBezTo>
                    <a:pt x="98190" y="125149"/>
                    <a:pt x="94254" y="130164"/>
                    <a:pt x="79116" y="131344"/>
                  </a:cubicBezTo>
                  <a:lnTo>
                    <a:pt x="79116" y="135768"/>
                  </a:lnTo>
                  <a:lnTo>
                    <a:pt x="142089" y="135768"/>
                  </a:lnTo>
                  <a:lnTo>
                    <a:pt x="142089" y="131344"/>
                  </a:lnTo>
                  <a:cubicBezTo>
                    <a:pt x="127254" y="129869"/>
                    <a:pt x="123621" y="126329"/>
                    <a:pt x="123621" y="111876"/>
                  </a:cubicBezTo>
                  <a:lnTo>
                    <a:pt x="123621" y="44329"/>
                  </a:lnTo>
                  <a:cubicBezTo>
                    <a:pt x="123621" y="16603"/>
                    <a:pt x="110300" y="85"/>
                    <a:pt x="87896" y="85"/>
                  </a:cubicBezTo>
                  <a:cubicBezTo>
                    <a:pt x="73970" y="85"/>
                    <a:pt x="64584" y="5099"/>
                    <a:pt x="43997" y="23977"/>
                  </a:cubicBezTo>
                  <a:lnTo>
                    <a:pt x="43997" y="675"/>
                  </a:lnTo>
                  <a:lnTo>
                    <a:pt x="41878" y="85"/>
                  </a:lnTo>
                  <a:cubicBezTo>
                    <a:pt x="27043" y="5394"/>
                    <a:pt x="16749" y="8639"/>
                    <a:pt x="97" y="13358"/>
                  </a:cubicBezTo>
                  <a:lnTo>
                    <a:pt x="97" y="1837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FCDDAFB-F8E2-8856-8F7A-1942177CCED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5687522" y="4857196"/>
              <a:ext cx="42082" cy="71676"/>
            </a:xfrm>
            <a:custGeom>
              <a:avLst/>
              <a:gdLst>
                <a:gd name="connsiteX0" fmla="*/ 8277 w 42082"/>
                <a:gd name="connsiteY0" fmla="*/ 71761 h 71676"/>
                <a:gd name="connsiteX1" fmla="*/ 42185 w 42082"/>
                <a:gd name="connsiteY1" fmla="*/ 26336 h 71676"/>
                <a:gd name="connsiteX2" fmla="*/ 17965 w 42082"/>
                <a:gd name="connsiteY2" fmla="*/ 85 h 71676"/>
                <a:gd name="connsiteX3" fmla="*/ 102 w 42082"/>
                <a:gd name="connsiteY3" fmla="*/ 16898 h 71676"/>
                <a:gd name="connsiteX4" fmla="*/ 17965 w 42082"/>
                <a:gd name="connsiteY4" fmla="*/ 31941 h 71676"/>
                <a:gd name="connsiteX5" fmla="*/ 23717 w 42082"/>
                <a:gd name="connsiteY5" fmla="*/ 31351 h 71676"/>
                <a:gd name="connsiteX6" fmla="*/ 26139 w 42082"/>
                <a:gd name="connsiteY6" fmla="*/ 30761 h 71676"/>
                <a:gd name="connsiteX7" fmla="*/ 30378 w 42082"/>
                <a:gd name="connsiteY7" fmla="*/ 34890 h 71676"/>
                <a:gd name="connsiteX8" fmla="*/ 5552 w 42082"/>
                <a:gd name="connsiteY8" fmla="*/ 66157 h 71676"/>
                <a:gd name="connsiteX9" fmla="*/ 8277 w 42082"/>
                <a:gd name="connsiteY9" fmla="*/ 71761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82" h="71676">
                  <a:moveTo>
                    <a:pt x="8277" y="71761"/>
                  </a:moveTo>
                  <a:cubicBezTo>
                    <a:pt x="28561" y="62027"/>
                    <a:pt x="42185" y="44034"/>
                    <a:pt x="42185" y="26336"/>
                  </a:cubicBezTo>
                  <a:cubicBezTo>
                    <a:pt x="42185" y="11588"/>
                    <a:pt x="31589" y="85"/>
                    <a:pt x="17965" y="85"/>
                  </a:cubicBezTo>
                  <a:cubicBezTo>
                    <a:pt x="7369" y="85"/>
                    <a:pt x="102" y="6869"/>
                    <a:pt x="102" y="16898"/>
                  </a:cubicBezTo>
                  <a:cubicBezTo>
                    <a:pt x="102" y="26336"/>
                    <a:pt x="7066" y="31941"/>
                    <a:pt x="17965" y="31941"/>
                  </a:cubicBezTo>
                  <a:cubicBezTo>
                    <a:pt x="19781" y="31941"/>
                    <a:pt x="21901" y="31646"/>
                    <a:pt x="23717" y="31351"/>
                  </a:cubicBezTo>
                  <a:cubicBezTo>
                    <a:pt x="25837" y="30761"/>
                    <a:pt x="25837" y="30761"/>
                    <a:pt x="26139" y="30761"/>
                  </a:cubicBezTo>
                  <a:cubicBezTo>
                    <a:pt x="28561" y="30761"/>
                    <a:pt x="30378" y="32531"/>
                    <a:pt x="30378" y="34890"/>
                  </a:cubicBezTo>
                  <a:cubicBezTo>
                    <a:pt x="30378" y="44624"/>
                    <a:pt x="21901" y="55243"/>
                    <a:pt x="5552" y="66157"/>
                  </a:cubicBezTo>
                  <a:lnTo>
                    <a:pt x="8277" y="71761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28A0FEC-2DC9-EFFE-A2B3-9FBEDD1145DD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5763527" y="4921203"/>
              <a:ext cx="89918" cy="138337"/>
            </a:xfrm>
            <a:custGeom>
              <a:avLst/>
              <a:gdLst>
                <a:gd name="connsiteX0" fmla="*/ 80032 w 89918"/>
                <a:gd name="connsiteY0" fmla="*/ 42854 h 138337"/>
                <a:gd name="connsiteX1" fmla="*/ 78821 w 89918"/>
                <a:gd name="connsiteY1" fmla="*/ 2739 h 138337"/>
                <a:gd name="connsiteX2" fmla="*/ 75491 w 89918"/>
                <a:gd name="connsiteY2" fmla="*/ 2739 h 138337"/>
                <a:gd name="connsiteX3" fmla="*/ 74886 w 89918"/>
                <a:gd name="connsiteY3" fmla="*/ 3329 h 138337"/>
                <a:gd name="connsiteX4" fmla="*/ 70647 w 89918"/>
                <a:gd name="connsiteY4" fmla="*/ 5689 h 138337"/>
                <a:gd name="connsiteX5" fmla="*/ 62473 w 89918"/>
                <a:gd name="connsiteY5" fmla="*/ 3624 h 138337"/>
                <a:gd name="connsiteX6" fmla="*/ 41280 w 89918"/>
                <a:gd name="connsiteY6" fmla="*/ 85 h 138337"/>
                <a:gd name="connsiteX7" fmla="*/ 105 w 89918"/>
                <a:gd name="connsiteY7" fmla="*/ 36365 h 138337"/>
                <a:gd name="connsiteX8" fmla="*/ 35527 w 89918"/>
                <a:gd name="connsiteY8" fmla="*/ 78840 h 138337"/>
                <a:gd name="connsiteX9" fmla="*/ 53087 w 89918"/>
                <a:gd name="connsiteY9" fmla="*/ 88574 h 138337"/>
                <a:gd name="connsiteX10" fmla="*/ 68830 w 89918"/>
                <a:gd name="connsiteY10" fmla="*/ 110696 h 138337"/>
                <a:gd name="connsiteX11" fmla="*/ 43702 w 89918"/>
                <a:gd name="connsiteY11" fmla="*/ 131933 h 138337"/>
                <a:gd name="connsiteX12" fmla="*/ 18270 w 89918"/>
                <a:gd name="connsiteY12" fmla="*/ 121610 h 138337"/>
                <a:gd name="connsiteX13" fmla="*/ 5252 w 89918"/>
                <a:gd name="connsiteY13" fmla="*/ 90639 h 138337"/>
                <a:gd name="connsiteX14" fmla="*/ 408 w 89918"/>
                <a:gd name="connsiteY14" fmla="*/ 90639 h 138337"/>
                <a:gd name="connsiteX15" fmla="*/ 408 w 89918"/>
                <a:gd name="connsiteY15" fmla="*/ 136653 h 138337"/>
                <a:gd name="connsiteX16" fmla="*/ 4344 w 89918"/>
                <a:gd name="connsiteY16" fmla="*/ 136653 h 138337"/>
                <a:gd name="connsiteX17" fmla="*/ 11307 w 89918"/>
                <a:gd name="connsiteY17" fmla="*/ 133113 h 138337"/>
                <a:gd name="connsiteX18" fmla="*/ 25234 w 89918"/>
                <a:gd name="connsiteY18" fmla="*/ 135473 h 138337"/>
                <a:gd name="connsiteX19" fmla="*/ 47335 w 89918"/>
                <a:gd name="connsiteY19" fmla="*/ 138423 h 138337"/>
                <a:gd name="connsiteX20" fmla="*/ 90023 w 89918"/>
                <a:gd name="connsiteY20" fmla="*/ 100667 h 138337"/>
                <a:gd name="connsiteX21" fmla="*/ 64592 w 89918"/>
                <a:gd name="connsiteY21" fmla="*/ 65567 h 138337"/>
                <a:gd name="connsiteX22" fmla="*/ 31894 w 89918"/>
                <a:gd name="connsiteY22" fmla="*/ 46689 h 138337"/>
                <a:gd name="connsiteX23" fmla="*/ 18876 w 89918"/>
                <a:gd name="connsiteY23" fmla="*/ 26631 h 138337"/>
                <a:gd name="connsiteX24" fmla="*/ 42188 w 89918"/>
                <a:gd name="connsiteY24" fmla="*/ 6574 h 138337"/>
                <a:gd name="connsiteX25" fmla="*/ 75491 w 89918"/>
                <a:gd name="connsiteY25" fmla="*/ 42854 h 138337"/>
                <a:gd name="connsiteX26" fmla="*/ 80032 w 89918"/>
                <a:gd name="connsiteY26" fmla="*/ 42854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918" h="138337">
                  <a:moveTo>
                    <a:pt x="80032" y="42854"/>
                  </a:moveTo>
                  <a:lnTo>
                    <a:pt x="78821" y="2739"/>
                  </a:lnTo>
                  <a:lnTo>
                    <a:pt x="75491" y="2739"/>
                  </a:lnTo>
                  <a:lnTo>
                    <a:pt x="74886" y="3329"/>
                  </a:lnTo>
                  <a:cubicBezTo>
                    <a:pt x="72161" y="5394"/>
                    <a:pt x="71858" y="5689"/>
                    <a:pt x="70647" y="5689"/>
                  </a:cubicBezTo>
                  <a:cubicBezTo>
                    <a:pt x="68830" y="5689"/>
                    <a:pt x="65803" y="5099"/>
                    <a:pt x="62473" y="3624"/>
                  </a:cubicBezTo>
                  <a:cubicBezTo>
                    <a:pt x="55812" y="1265"/>
                    <a:pt x="49151" y="85"/>
                    <a:pt x="41280" y="85"/>
                  </a:cubicBezTo>
                  <a:cubicBezTo>
                    <a:pt x="17362" y="85"/>
                    <a:pt x="105" y="15128"/>
                    <a:pt x="105" y="36365"/>
                  </a:cubicBezTo>
                  <a:cubicBezTo>
                    <a:pt x="105" y="52883"/>
                    <a:pt x="9793" y="64682"/>
                    <a:pt x="35527" y="78840"/>
                  </a:cubicBezTo>
                  <a:lnTo>
                    <a:pt x="53087" y="88574"/>
                  </a:lnTo>
                  <a:cubicBezTo>
                    <a:pt x="63684" y="94473"/>
                    <a:pt x="68830" y="101552"/>
                    <a:pt x="68830" y="110696"/>
                  </a:cubicBezTo>
                  <a:cubicBezTo>
                    <a:pt x="68830" y="123674"/>
                    <a:pt x="59142" y="131933"/>
                    <a:pt x="43702" y="131933"/>
                  </a:cubicBezTo>
                  <a:cubicBezTo>
                    <a:pt x="33408" y="131933"/>
                    <a:pt x="24023" y="128099"/>
                    <a:pt x="18270" y="121610"/>
                  </a:cubicBezTo>
                  <a:cubicBezTo>
                    <a:pt x="11913" y="114236"/>
                    <a:pt x="9188" y="107451"/>
                    <a:pt x="5252" y="90639"/>
                  </a:cubicBezTo>
                  <a:lnTo>
                    <a:pt x="408" y="90639"/>
                  </a:lnTo>
                  <a:lnTo>
                    <a:pt x="408" y="136653"/>
                  </a:lnTo>
                  <a:lnTo>
                    <a:pt x="4344" y="136653"/>
                  </a:lnTo>
                  <a:cubicBezTo>
                    <a:pt x="6463" y="133703"/>
                    <a:pt x="7674" y="133113"/>
                    <a:pt x="11307" y="133113"/>
                  </a:cubicBezTo>
                  <a:cubicBezTo>
                    <a:pt x="14032" y="133113"/>
                    <a:pt x="18270" y="133703"/>
                    <a:pt x="25234" y="135473"/>
                  </a:cubicBezTo>
                  <a:cubicBezTo>
                    <a:pt x="33711" y="137243"/>
                    <a:pt x="41885" y="138423"/>
                    <a:pt x="47335" y="138423"/>
                  </a:cubicBezTo>
                  <a:cubicBezTo>
                    <a:pt x="70647" y="138423"/>
                    <a:pt x="90023" y="121315"/>
                    <a:pt x="90023" y="100667"/>
                  </a:cubicBezTo>
                  <a:cubicBezTo>
                    <a:pt x="90023" y="85919"/>
                    <a:pt x="82757" y="76185"/>
                    <a:pt x="64592" y="65567"/>
                  </a:cubicBezTo>
                  <a:lnTo>
                    <a:pt x="31894" y="46689"/>
                  </a:lnTo>
                  <a:cubicBezTo>
                    <a:pt x="23417" y="41970"/>
                    <a:pt x="18876" y="34595"/>
                    <a:pt x="18876" y="26631"/>
                  </a:cubicBezTo>
                  <a:cubicBezTo>
                    <a:pt x="18876" y="14833"/>
                    <a:pt x="28261" y="6574"/>
                    <a:pt x="42188" y="6574"/>
                  </a:cubicBezTo>
                  <a:cubicBezTo>
                    <a:pt x="59445" y="6574"/>
                    <a:pt x="68528" y="16603"/>
                    <a:pt x="75491" y="42854"/>
                  </a:cubicBezTo>
                  <a:lnTo>
                    <a:pt x="80032" y="42854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DDE0990-2E9A-8C44-EC4C-78947E9F41E6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5955288" y="4857196"/>
              <a:ext cx="117771" cy="203524"/>
            </a:xfrm>
            <a:custGeom>
              <a:avLst/>
              <a:gdLst>
                <a:gd name="connsiteX0" fmla="*/ 33415 w 117771"/>
                <a:gd name="connsiteY0" fmla="*/ 102142 h 203524"/>
                <a:gd name="connsiteX1" fmla="*/ 65507 w 117771"/>
                <a:gd name="connsiteY1" fmla="*/ 105387 h 203524"/>
                <a:gd name="connsiteX2" fmla="*/ 96085 w 117771"/>
                <a:gd name="connsiteY2" fmla="*/ 149041 h 203524"/>
                <a:gd name="connsiteX3" fmla="*/ 56424 w 117771"/>
                <a:gd name="connsiteY3" fmla="*/ 192991 h 203524"/>
                <a:gd name="connsiteX4" fmla="*/ 30993 w 117771"/>
                <a:gd name="connsiteY4" fmla="*/ 183847 h 203524"/>
                <a:gd name="connsiteX5" fmla="*/ 11616 w 117771"/>
                <a:gd name="connsiteY5" fmla="*/ 176473 h 203524"/>
                <a:gd name="connsiteX6" fmla="*/ 112 w 117771"/>
                <a:gd name="connsiteY6" fmla="*/ 186797 h 203524"/>
                <a:gd name="connsiteX7" fmla="*/ 34323 w 117771"/>
                <a:gd name="connsiteY7" fmla="*/ 203610 h 203524"/>
                <a:gd name="connsiteX8" fmla="*/ 95782 w 117771"/>
                <a:gd name="connsiteY8" fmla="*/ 183847 h 203524"/>
                <a:gd name="connsiteX9" fmla="*/ 117883 w 117771"/>
                <a:gd name="connsiteY9" fmla="*/ 134883 h 203524"/>
                <a:gd name="connsiteX10" fmla="*/ 104259 w 117771"/>
                <a:gd name="connsiteY10" fmla="*/ 96833 h 203524"/>
                <a:gd name="connsiteX11" fmla="*/ 79131 w 117771"/>
                <a:gd name="connsiteY11" fmla="*/ 81200 h 203524"/>
                <a:gd name="connsiteX12" fmla="*/ 107589 w 117771"/>
                <a:gd name="connsiteY12" fmla="*/ 40495 h 203524"/>
                <a:gd name="connsiteX13" fmla="*/ 60360 w 117771"/>
                <a:gd name="connsiteY13" fmla="*/ 85 h 203524"/>
                <a:gd name="connsiteX14" fmla="*/ 21002 w 117771"/>
                <a:gd name="connsiteY14" fmla="*/ 14538 h 203524"/>
                <a:gd name="connsiteX15" fmla="*/ 717 w 117771"/>
                <a:gd name="connsiteY15" fmla="*/ 47869 h 203524"/>
                <a:gd name="connsiteX16" fmla="*/ 5258 w 117771"/>
                <a:gd name="connsiteY16" fmla="*/ 49049 h 203524"/>
                <a:gd name="connsiteX17" fmla="*/ 50369 w 117771"/>
                <a:gd name="connsiteY17" fmla="*/ 17783 h 203524"/>
                <a:gd name="connsiteX18" fmla="*/ 83672 w 117771"/>
                <a:gd name="connsiteY18" fmla="*/ 49344 h 203524"/>
                <a:gd name="connsiteX19" fmla="*/ 71562 w 117771"/>
                <a:gd name="connsiteY19" fmla="*/ 77955 h 203524"/>
                <a:gd name="connsiteX20" fmla="*/ 33415 w 117771"/>
                <a:gd name="connsiteY20" fmla="*/ 98308 h 203524"/>
                <a:gd name="connsiteX21" fmla="*/ 33415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415" y="102142"/>
                  </a:moveTo>
                  <a:cubicBezTo>
                    <a:pt x="51277" y="102142"/>
                    <a:pt x="58240" y="102732"/>
                    <a:pt x="65507" y="105387"/>
                  </a:cubicBezTo>
                  <a:cubicBezTo>
                    <a:pt x="84277" y="111876"/>
                    <a:pt x="96085" y="128689"/>
                    <a:pt x="96085" y="149041"/>
                  </a:cubicBezTo>
                  <a:cubicBezTo>
                    <a:pt x="96085" y="173818"/>
                    <a:pt x="78828" y="192991"/>
                    <a:pt x="56424" y="192991"/>
                  </a:cubicBezTo>
                  <a:cubicBezTo>
                    <a:pt x="48250" y="192991"/>
                    <a:pt x="42194" y="190926"/>
                    <a:pt x="30993" y="183847"/>
                  </a:cubicBezTo>
                  <a:cubicBezTo>
                    <a:pt x="21910" y="178538"/>
                    <a:pt x="16763" y="176473"/>
                    <a:pt x="11616" y="176473"/>
                  </a:cubicBezTo>
                  <a:cubicBezTo>
                    <a:pt x="4653" y="176473"/>
                    <a:pt x="112" y="180602"/>
                    <a:pt x="112" y="186797"/>
                  </a:cubicBezTo>
                  <a:cubicBezTo>
                    <a:pt x="112" y="197120"/>
                    <a:pt x="13130" y="203610"/>
                    <a:pt x="34323" y="203610"/>
                  </a:cubicBezTo>
                  <a:cubicBezTo>
                    <a:pt x="57635" y="203610"/>
                    <a:pt x="81553" y="195941"/>
                    <a:pt x="95782" y="183847"/>
                  </a:cubicBezTo>
                  <a:cubicBezTo>
                    <a:pt x="110011" y="171754"/>
                    <a:pt x="117883" y="154646"/>
                    <a:pt x="117883" y="134883"/>
                  </a:cubicBezTo>
                  <a:cubicBezTo>
                    <a:pt x="117883" y="119840"/>
                    <a:pt x="113039" y="105977"/>
                    <a:pt x="104259" y="96833"/>
                  </a:cubicBezTo>
                  <a:cubicBezTo>
                    <a:pt x="98204" y="90344"/>
                    <a:pt x="92452" y="86804"/>
                    <a:pt x="79131" y="81200"/>
                  </a:cubicBezTo>
                  <a:cubicBezTo>
                    <a:pt x="100021" y="67336"/>
                    <a:pt x="107589" y="56423"/>
                    <a:pt x="107589" y="40495"/>
                  </a:cubicBezTo>
                  <a:cubicBezTo>
                    <a:pt x="107589" y="16603"/>
                    <a:pt x="88213" y="85"/>
                    <a:pt x="60360" y="85"/>
                  </a:cubicBezTo>
                  <a:cubicBezTo>
                    <a:pt x="45222" y="85"/>
                    <a:pt x="31901" y="5099"/>
                    <a:pt x="21002" y="14538"/>
                  </a:cubicBezTo>
                  <a:cubicBezTo>
                    <a:pt x="11919" y="22502"/>
                    <a:pt x="7378" y="30171"/>
                    <a:pt x="717" y="47869"/>
                  </a:cubicBezTo>
                  <a:lnTo>
                    <a:pt x="5258" y="49049"/>
                  </a:lnTo>
                  <a:cubicBezTo>
                    <a:pt x="17671" y="27516"/>
                    <a:pt x="31295" y="17783"/>
                    <a:pt x="50369" y="17783"/>
                  </a:cubicBezTo>
                  <a:cubicBezTo>
                    <a:pt x="70048" y="17783"/>
                    <a:pt x="83672" y="30761"/>
                    <a:pt x="83672" y="49344"/>
                  </a:cubicBezTo>
                  <a:cubicBezTo>
                    <a:pt x="83672" y="59962"/>
                    <a:pt x="79131" y="70581"/>
                    <a:pt x="71562" y="77955"/>
                  </a:cubicBezTo>
                  <a:cubicBezTo>
                    <a:pt x="62479" y="86804"/>
                    <a:pt x="54002" y="91228"/>
                    <a:pt x="33415" y="98308"/>
                  </a:cubicBezTo>
                  <a:lnTo>
                    <a:pt x="33415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C506AA8-5FBC-29A6-EE93-5E7179C10C0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6091490" y="4857196"/>
              <a:ext cx="89615" cy="203524"/>
            </a:xfrm>
            <a:custGeom>
              <a:avLst/>
              <a:gdLst>
                <a:gd name="connsiteX0" fmla="*/ 89732 w 89615"/>
                <a:gd name="connsiteY0" fmla="*/ 85 h 203524"/>
                <a:gd name="connsiteX1" fmla="*/ 69447 w 89615"/>
                <a:gd name="connsiteY1" fmla="*/ 85 h 203524"/>
                <a:gd name="connsiteX2" fmla="*/ 117 w 89615"/>
                <a:gd name="connsiteY2" fmla="*/ 203610 h 203524"/>
                <a:gd name="connsiteX3" fmla="*/ 20704 w 89615"/>
                <a:gd name="connsiteY3" fmla="*/ 203610 h 203524"/>
                <a:gd name="connsiteX4" fmla="*/ 89732 w 89615"/>
                <a:gd name="connsiteY4" fmla="*/ 85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615" h="203524">
                  <a:moveTo>
                    <a:pt x="89732" y="85"/>
                  </a:moveTo>
                  <a:lnTo>
                    <a:pt x="69447" y="85"/>
                  </a:lnTo>
                  <a:lnTo>
                    <a:pt x="117" y="203610"/>
                  </a:lnTo>
                  <a:lnTo>
                    <a:pt x="20704" y="203610"/>
                  </a:lnTo>
                  <a:lnTo>
                    <a:pt x="89732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402C23-488A-E3F1-2F5B-890AB58FDB8B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6195647" y="4857196"/>
              <a:ext cx="117771" cy="203524"/>
            </a:xfrm>
            <a:custGeom>
              <a:avLst/>
              <a:gdLst>
                <a:gd name="connsiteX0" fmla="*/ 70964 w 117771"/>
                <a:gd name="connsiteY0" fmla="*/ 90049 h 203524"/>
                <a:gd name="connsiteX1" fmla="*/ 111533 w 117771"/>
                <a:gd name="connsiteY1" fmla="*/ 41970 h 203524"/>
                <a:gd name="connsiteX2" fmla="*/ 59459 w 117771"/>
                <a:gd name="connsiteY2" fmla="*/ 85 h 203524"/>
                <a:gd name="connsiteX3" fmla="*/ 1936 w 117771"/>
                <a:gd name="connsiteY3" fmla="*/ 46689 h 203524"/>
                <a:gd name="connsiteX4" fmla="*/ 39477 w 117771"/>
                <a:gd name="connsiteY4" fmla="*/ 101552 h 203524"/>
                <a:gd name="connsiteX5" fmla="*/ 119 w 117771"/>
                <a:gd name="connsiteY5" fmla="*/ 154941 h 203524"/>
                <a:gd name="connsiteX6" fmla="*/ 58248 w 117771"/>
                <a:gd name="connsiteY6" fmla="*/ 203610 h 203524"/>
                <a:gd name="connsiteX7" fmla="*/ 117891 w 117771"/>
                <a:gd name="connsiteY7" fmla="*/ 153761 h 203524"/>
                <a:gd name="connsiteX8" fmla="*/ 70964 w 117771"/>
                <a:gd name="connsiteY8" fmla="*/ 90049 h 203524"/>
                <a:gd name="connsiteX9" fmla="*/ 65514 w 117771"/>
                <a:gd name="connsiteY9" fmla="*/ 120430 h 203524"/>
                <a:gd name="connsiteX10" fmla="*/ 94881 w 117771"/>
                <a:gd name="connsiteY10" fmla="*/ 162905 h 203524"/>
                <a:gd name="connsiteX11" fmla="*/ 61578 w 117771"/>
                <a:gd name="connsiteY11" fmla="*/ 195351 h 203524"/>
                <a:gd name="connsiteX12" fmla="*/ 23129 w 117771"/>
                <a:gd name="connsiteY12" fmla="*/ 152581 h 203524"/>
                <a:gd name="connsiteX13" fmla="*/ 47349 w 117771"/>
                <a:gd name="connsiteY13" fmla="*/ 107451 h 203524"/>
                <a:gd name="connsiteX14" fmla="*/ 65514 w 117771"/>
                <a:gd name="connsiteY14" fmla="*/ 120430 h 203524"/>
                <a:gd name="connsiteX15" fmla="*/ 62184 w 117771"/>
                <a:gd name="connsiteY15" fmla="*/ 84739 h 203524"/>
                <a:gd name="connsiteX16" fmla="*/ 24340 w 117771"/>
                <a:gd name="connsiteY16" fmla="*/ 37545 h 203524"/>
                <a:gd name="connsiteX17" fmla="*/ 57037 w 117771"/>
                <a:gd name="connsiteY17" fmla="*/ 8344 h 203524"/>
                <a:gd name="connsiteX18" fmla="*/ 90643 w 117771"/>
                <a:gd name="connsiteY18" fmla="*/ 41675 h 203524"/>
                <a:gd name="connsiteX19" fmla="*/ 64909 w 117771"/>
                <a:gd name="connsiteY19" fmla="*/ 82969 h 203524"/>
                <a:gd name="connsiteX20" fmla="*/ 62184 w 117771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71" h="203524">
                  <a:moveTo>
                    <a:pt x="70964" y="90049"/>
                  </a:moveTo>
                  <a:cubicBezTo>
                    <a:pt x="100937" y="74416"/>
                    <a:pt x="111533" y="62027"/>
                    <a:pt x="111533" y="41970"/>
                  </a:cubicBezTo>
                  <a:cubicBezTo>
                    <a:pt x="111533" y="17783"/>
                    <a:pt x="89735" y="85"/>
                    <a:pt x="59459" y="85"/>
                  </a:cubicBezTo>
                  <a:cubicBezTo>
                    <a:pt x="26459" y="85"/>
                    <a:pt x="1936" y="19847"/>
                    <a:pt x="1936" y="46689"/>
                  </a:cubicBezTo>
                  <a:cubicBezTo>
                    <a:pt x="1936" y="65862"/>
                    <a:pt x="7688" y="74416"/>
                    <a:pt x="39477" y="101552"/>
                  </a:cubicBezTo>
                  <a:cubicBezTo>
                    <a:pt x="6780" y="125739"/>
                    <a:pt x="119" y="134883"/>
                    <a:pt x="119" y="154941"/>
                  </a:cubicBezTo>
                  <a:cubicBezTo>
                    <a:pt x="119" y="183552"/>
                    <a:pt x="24037" y="203610"/>
                    <a:pt x="58248" y="203610"/>
                  </a:cubicBezTo>
                  <a:cubicBezTo>
                    <a:pt x="94579" y="203610"/>
                    <a:pt x="117891" y="184142"/>
                    <a:pt x="117891" y="153761"/>
                  </a:cubicBezTo>
                  <a:cubicBezTo>
                    <a:pt x="117891" y="131049"/>
                    <a:pt x="107597" y="116595"/>
                    <a:pt x="70964" y="90049"/>
                  </a:cubicBezTo>
                  <a:close/>
                  <a:moveTo>
                    <a:pt x="65514" y="120430"/>
                  </a:moveTo>
                  <a:cubicBezTo>
                    <a:pt x="87615" y="135768"/>
                    <a:pt x="94881" y="146387"/>
                    <a:pt x="94881" y="162905"/>
                  </a:cubicBezTo>
                  <a:cubicBezTo>
                    <a:pt x="94881" y="182077"/>
                    <a:pt x="81258" y="195351"/>
                    <a:pt x="61578" y="195351"/>
                  </a:cubicBezTo>
                  <a:cubicBezTo>
                    <a:pt x="38569" y="195351"/>
                    <a:pt x="23129" y="178243"/>
                    <a:pt x="23129" y="152581"/>
                  </a:cubicBezTo>
                  <a:cubicBezTo>
                    <a:pt x="23129" y="133703"/>
                    <a:pt x="29789" y="121315"/>
                    <a:pt x="47349" y="107451"/>
                  </a:cubicBezTo>
                  <a:lnTo>
                    <a:pt x="65514" y="120430"/>
                  </a:lnTo>
                  <a:close/>
                  <a:moveTo>
                    <a:pt x="62184" y="84739"/>
                  </a:moveTo>
                  <a:cubicBezTo>
                    <a:pt x="35239" y="67631"/>
                    <a:pt x="24340" y="54063"/>
                    <a:pt x="24340" y="37545"/>
                  </a:cubicBezTo>
                  <a:cubicBezTo>
                    <a:pt x="24340" y="20437"/>
                    <a:pt x="37964" y="8344"/>
                    <a:pt x="57037" y="8344"/>
                  </a:cubicBezTo>
                  <a:cubicBezTo>
                    <a:pt x="77624" y="8344"/>
                    <a:pt x="90643" y="21322"/>
                    <a:pt x="90643" y="41675"/>
                  </a:cubicBezTo>
                  <a:cubicBezTo>
                    <a:pt x="90643" y="58487"/>
                    <a:pt x="82166" y="71761"/>
                    <a:pt x="64909" y="82969"/>
                  </a:cubicBezTo>
                  <a:cubicBezTo>
                    <a:pt x="63395" y="83854"/>
                    <a:pt x="63395" y="83854"/>
                    <a:pt x="62184" y="8473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17863B0-E21A-8049-CB74-E3E5D6624051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6334574" y="4885807"/>
              <a:ext cx="80532" cy="173733"/>
            </a:xfrm>
            <a:custGeom>
              <a:avLst/>
              <a:gdLst>
                <a:gd name="connsiteX0" fmla="*/ 73391 w 80532"/>
                <a:gd name="connsiteY0" fmla="*/ 38135 h 173733"/>
                <a:gd name="connsiteX1" fmla="*/ 42813 w 80532"/>
                <a:gd name="connsiteY1" fmla="*/ 38135 h 173733"/>
                <a:gd name="connsiteX2" fmla="*/ 42813 w 80532"/>
                <a:gd name="connsiteY2" fmla="*/ 3919 h 173733"/>
                <a:gd name="connsiteX3" fmla="*/ 40693 w 80532"/>
                <a:gd name="connsiteY3" fmla="*/ 85 h 173733"/>
                <a:gd name="connsiteX4" fmla="*/ 34638 w 80532"/>
                <a:gd name="connsiteY4" fmla="*/ 8344 h 173733"/>
                <a:gd name="connsiteX5" fmla="*/ 5271 w 80532"/>
                <a:gd name="connsiteY5" fmla="*/ 39905 h 173733"/>
                <a:gd name="connsiteX6" fmla="*/ 124 w 80532"/>
                <a:gd name="connsiteY6" fmla="*/ 45509 h 173733"/>
                <a:gd name="connsiteX7" fmla="*/ 1335 w 80532"/>
                <a:gd name="connsiteY7" fmla="*/ 47574 h 173733"/>
                <a:gd name="connsiteX8" fmla="*/ 17381 w 80532"/>
                <a:gd name="connsiteY8" fmla="*/ 47574 h 173733"/>
                <a:gd name="connsiteX9" fmla="*/ 17381 w 80532"/>
                <a:gd name="connsiteY9" fmla="*/ 136358 h 173733"/>
                <a:gd name="connsiteX10" fmla="*/ 44326 w 80532"/>
                <a:gd name="connsiteY10" fmla="*/ 173818 h 173733"/>
                <a:gd name="connsiteX11" fmla="*/ 80657 w 80532"/>
                <a:gd name="connsiteY11" fmla="*/ 151401 h 173733"/>
                <a:gd name="connsiteX12" fmla="*/ 76721 w 80532"/>
                <a:gd name="connsiteY12" fmla="*/ 148156 h 173733"/>
                <a:gd name="connsiteX13" fmla="*/ 58556 w 80532"/>
                <a:gd name="connsiteY13" fmla="*/ 158480 h 173733"/>
                <a:gd name="connsiteX14" fmla="*/ 42813 w 80532"/>
                <a:gd name="connsiteY14" fmla="*/ 131933 h 173733"/>
                <a:gd name="connsiteX15" fmla="*/ 42813 w 80532"/>
                <a:gd name="connsiteY15" fmla="*/ 47574 h 173733"/>
                <a:gd name="connsiteX16" fmla="*/ 73391 w 80532"/>
                <a:gd name="connsiteY16" fmla="*/ 47574 h 173733"/>
                <a:gd name="connsiteX17" fmla="*/ 73391 w 80532"/>
                <a:gd name="connsiteY17" fmla="*/ 38135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532" h="173733">
                  <a:moveTo>
                    <a:pt x="73391" y="38135"/>
                  </a:moveTo>
                  <a:lnTo>
                    <a:pt x="42813" y="38135"/>
                  </a:lnTo>
                  <a:lnTo>
                    <a:pt x="42813" y="3919"/>
                  </a:lnTo>
                  <a:cubicBezTo>
                    <a:pt x="42813" y="970"/>
                    <a:pt x="42510" y="85"/>
                    <a:pt x="40693" y="85"/>
                  </a:cubicBezTo>
                  <a:cubicBezTo>
                    <a:pt x="38574" y="2739"/>
                    <a:pt x="36758" y="5394"/>
                    <a:pt x="34638" y="8344"/>
                  </a:cubicBezTo>
                  <a:cubicBezTo>
                    <a:pt x="23134" y="24567"/>
                    <a:pt x="10115" y="38725"/>
                    <a:pt x="5271" y="39905"/>
                  </a:cubicBezTo>
                  <a:cubicBezTo>
                    <a:pt x="1941" y="41970"/>
                    <a:pt x="124" y="44034"/>
                    <a:pt x="124" y="45509"/>
                  </a:cubicBezTo>
                  <a:cubicBezTo>
                    <a:pt x="124" y="46394"/>
                    <a:pt x="427" y="46984"/>
                    <a:pt x="1335" y="47574"/>
                  </a:cubicBezTo>
                  <a:lnTo>
                    <a:pt x="17381" y="47574"/>
                  </a:lnTo>
                  <a:lnTo>
                    <a:pt x="17381" y="136358"/>
                  </a:lnTo>
                  <a:cubicBezTo>
                    <a:pt x="17381" y="161135"/>
                    <a:pt x="26464" y="173818"/>
                    <a:pt x="44326" y="173818"/>
                  </a:cubicBezTo>
                  <a:cubicBezTo>
                    <a:pt x="59161" y="173818"/>
                    <a:pt x="70666" y="166739"/>
                    <a:pt x="80657" y="151401"/>
                  </a:cubicBezTo>
                  <a:lnTo>
                    <a:pt x="76721" y="148156"/>
                  </a:lnTo>
                  <a:cubicBezTo>
                    <a:pt x="70363" y="155531"/>
                    <a:pt x="65217" y="158480"/>
                    <a:pt x="58556" y="158480"/>
                  </a:cubicBezTo>
                  <a:cubicBezTo>
                    <a:pt x="47354" y="158480"/>
                    <a:pt x="42813" y="150516"/>
                    <a:pt x="42813" y="131933"/>
                  </a:cubicBezTo>
                  <a:lnTo>
                    <a:pt x="42813" y="47574"/>
                  </a:lnTo>
                  <a:lnTo>
                    <a:pt x="73391" y="47574"/>
                  </a:lnTo>
                  <a:lnTo>
                    <a:pt x="73391" y="3813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9628CD-E7D8-D670-E91B-55751FDB23F1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6417841" y="4855131"/>
              <a:ext cx="144716" cy="201460"/>
            </a:xfrm>
            <a:custGeom>
              <a:avLst/>
              <a:gdLst>
                <a:gd name="connsiteX0" fmla="*/ 44935 w 144716"/>
                <a:gd name="connsiteY0" fmla="*/ 100372 h 201460"/>
                <a:gd name="connsiteX1" fmla="*/ 78540 w 144716"/>
                <a:gd name="connsiteY1" fmla="*/ 81790 h 201460"/>
                <a:gd name="connsiteX2" fmla="*/ 101247 w 144716"/>
                <a:gd name="connsiteY2" fmla="*/ 113056 h 201460"/>
                <a:gd name="connsiteX3" fmla="*/ 101247 w 144716"/>
                <a:gd name="connsiteY3" fmla="*/ 171459 h 201460"/>
                <a:gd name="connsiteX4" fmla="*/ 80660 w 144716"/>
                <a:gd name="connsiteY4" fmla="*/ 197120 h 201460"/>
                <a:gd name="connsiteX5" fmla="*/ 80660 w 144716"/>
                <a:gd name="connsiteY5" fmla="*/ 201545 h 201460"/>
                <a:gd name="connsiteX6" fmla="*/ 144844 w 144716"/>
                <a:gd name="connsiteY6" fmla="*/ 201545 h 201460"/>
                <a:gd name="connsiteX7" fmla="*/ 144844 w 144716"/>
                <a:gd name="connsiteY7" fmla="*/ 197120 h 201460"/>
                <a:gd name="connsiteX8" fmla="*/ 126678 w 144716"/>
                <a:gd name="connsiteY8" fmla="*/ 171459 h 201460"/>
                <a:gd name="connsiteX9" fmla="*/ 126678 w 144716"/>
                <a:gd name="connsiteY9" fmla="*/ 112761 h 201460"/>
                <a:gd name="connsiteX10" fmla="*/ 89440 w 144716"/>
                <a:gd name="connsiteY10" fmla="*/ 65862 h 201460"/>
                <a:gd name="connsiteX11" fmla="*/ 44935 w 144716"/>
                <a:gd name="connsiteY11" fmla="*/ 90639 h 201460"/>
                <a:gd name="connsiteX12" fmla="*/ 44935 w 144716"/>
                <a:gd name="connsiteY12" fmla="*/ 970 h 201460"/>
                <a:gd name="connsiteX13" fmla="*/ 43421 w 144716"/>
                <a:gd name="connsiteY13" fmla="*/ 85 h 201460"/>
                <a:gd name="connsiteX14" fmla="*/ 8604 w 144716"/>
                <a:gd name="connsiteY14" fmla="*/ 10703 h 201460"/>
                <a:gd name="connsiteX15" fmla="*/ 430 w 144716"/>
                <a:gd name="connsiteY15" fmla="*/ 13063 h 201460"/>
                <a:gd name="connsiteX16" fmla="*/ 430 w 144716"/>
                <a:gd name="connsiteY16" fmla="*/ 17782 h 201460"/>
                <a:gd name="connsiteX17" fmla="*/ 4063 w 144716"/>
                <a:gd name="connsiteY17" fmla="*/ 17488 h 201460"/>
                <a:gd name="connsiteX18" fmla="*/ 19503 w 144716"/>
                <a:gd name="connsiteY18" fmla="*/ 32531 h 201460"/>
                <a:gd name="connsiteX19" fmla="*/ 19503 w 144716"/>
                <a:gd name="connsiteY19" fmla="*/ 171459 h 201460"/>
                <a:gd name="connsiteX20" fmla="*/ 127 w 144716"/>
                <a:gd name="connsiteY20" fmla="*/ 197120 h 201460"/>
                <a:gd name="connsiteX21" fmla="*/ 127 w 144716"/>
                <a:gd name="connsiteY21" fmla="*/ 201545 h 201460"/>
                <a:gd name="connsiteX22" fmla="*/ 65522 w 144716"/>
                <a:gd name="connsiteY22" fmla="*/ 201545 h 201460"/>
                <a:gd name="connsiteX23" fmla="*/ 65522 w 144716"/>
                <a:gd name="connsiteY23" fmla="*/ 197120 h 201460"/>
                <a:gd name="connsiteX24" fmla="*/ 44935 w 144716"/>
                <a:gd name="connsiteY24" fmla="*/ 171459 h 201460"/>
                <a:gd name="connsiteX25" fmla="*/ 44935 w 144716"/>
                <a:gd name="connsiteY25" fmla="*/ 100372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716" h="201460">
                  <a:moveTo>
                    <a:pt x="44935" y="100372"/>
                  </a:moveTo>
                  <a:cubicBezTo>
                    <a:pt x="57650" y="86804"/>
                    <a:pt x="66733" y="81790"/>
                    <a:pt x="78540" y="81790"/>
                  </a:cubicBezTo>
                  <a:cubicBezTo>
                    <a:pt x="93678" y="81790"/>
                    <a:pt x="101247" y="92408"/>
                    <a:pt x="101247" y="113056"/>
                  </a:cubicBezTo>
                  <a:lnTo>
                    <a:pt x="101247" y="171459"/>
                  </a:lnTo>
                  <a:cubicBezTo>
                    <a:pt x="101247" y="191516"/>
                    <a:pt x="98220" y="195351"/>
                    <a:pt x="80660" y="197120"/>
                  </a:cubicBezTo>
                  <a:lnTo>
                    <a:pt x="80660" y="201545"/>
                  </a:lnTo>
                  <a:lnTo>
                    <a:pt x="144844" y="201545"/>
                  </a:lnTo>
                  <a:lnTo>
                    <a:pt x="144844" y="197120"/>
                  </a:lnTo>
                  <a:cubicBezTo>
                    <a:pt x="128495" y="194171"/>
                    <a:pt x="126678" y="191811"/>
                    <a:pt x="126678" y="171459"/>
                  </a:cubicBezTo>
                  <a:lnTo>
                    <a:pt x="126678" y="112761"/>
                  </a:lnTo>
                  <a:cubicBezTo>
                    <a:pt x="126678" y="81790"/>
                    <a:pt x="113963" y="65862"/>
                    <a:pt x="89440" y="65862"/>
                  </a:cubicBezTo>
                  <a:cubicBezTo>
                    <a:pt x="71577" y="65862"/>
                    <a:pt x="58861" y="72941"/>
                    <a:pt x="44935" y="90639"/>
                  </a:cubicBezTo>
                  <a:lnTo>
                    <a:pt x="44935" y="970"/>
                  </a:lnTo>
                  <a:lnTo>
                    <a:pt x="43421" y="85"/>
                  </a:lnTo>
                  <a:cubicBezTo>
                    <a:pt x="33127" y="3624"/>
                    <a:pt x="25558" y="5984"/>
                    <a:pt x="8604" y="10703"/>
                  </a:cubicBezTo>
                  <a:lnTo>
                    <a:pt x="430" y="13063"/>
                  </a:lnTo>
                  <a:lnTo>
                    <a:pt x="430" y="17782"/>
                  </a:lnTo>
                  <a:cubicBezTo>
                    <a:pt x="1641" y="17488"/>
                    <a:pt x="2549" y="17488"/>
                    <a:pt x="4063" y="17488"/>
                  </a:cubicBezTo>
                  <a:cubicBezTo>
                    <a:pt x="17081" y="17488"/>
                    <a:pt x="19503" y="19847"/>
                    <a:pt x="19503" y="32531"/>
                  </a:cubicBezTo>
                  <a:lnTo>
                    <a:pt x="19503" y="171459"/>
                  </a:lnTo>
                  <a:cubicBezTo>
                    <a:pt x="19503" y="192106"/>
                    <a:pt x="17687" y="194761"/>
                    <a:pt x="127" y="197120"/>
                  </a:cubicBezTo>
                  <a:lnTo>
                    <a:pt x="127" y="201545"/>
                  </a:lnTo>
                  <a:lnTo>
                    <a:pt x="65522" y="201545"/>
                  </a:lnTo>
                  <a:lnTo>
                    <a:pt x="65522" y="197120"/>
                  </a:lnTo>
                  <a:cubicBezTo>
                    <a:pt x="47962" y="195351"/>
                    <a:pt x="44935" y="191811"/>
                    <a:pt x="44935" y="171459"/>
                  </a:cubicBezTo>
                  <a:lnTo>
                    <a:pt x="44935" y="10037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995DF0C-01CE-1996-F4EC-6CBAA0C5B9EB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6591585" y="4921203"/>
              <a:ext cx="33605" cy="138632"/>
            </a:xfrm>
            <a:custGeom>
              <a:avLst/>
              <a:gdLst>
                <a:gd name="connsiteX0" fmla="*/ 16784 w 33605"/>
                <a:gd name="connsiteY0" fmla="*/ 85 h 138632"/>
                <a:gd name="connsiteX1" fmla="*/ 132 w 33605"/>
                <a:gd name="connsiteY1" fmla="*/ 16898 h 138632"/>
                <a:gd name="connsiteX2" fmla="*/ 16481 w 33605"/>
                <a:gd name="connsiteY2" fmla="*/ 32826 h 138632"/>
                <a:gd name="connsiteX3" fmla="*/ 33738 w 33605"/>
                <a:gd name="connsiteY3" fmla="*/ 16898 h 138632"/>
                <a:gd name="connsiteX4" fmla="*/ 16784 w 33605"/>
                <a:gd name="connsiteY4" fmla="*/ 85 h 138632"/>
                <a:gd name="connsiteX5" fmla="*/ 16784 w 33605"/>
                <a:gd name="connsiteY5" fmla="*/ 105977 h 138632"/>
                <a:gd name="connsiteX6" fmla="*/ 132 w 33605"/>
                <a:gd name="connsiteY6" fmla="*/ 122790 h 138632"/>
                <a:gd name="connsiteX7" fmla="*/ 16481 w 33605"/>
                <a:gd name="connsiteY7" fmla="*/ 138718 h 138632"/>
                <a:gd name="connsiteX8" fmla="*/ 33738 w 33605"/>
                <a:gd name="connsiteY8" fmla="*/ 122790 h 138632"/>
                <a:gd name="connsiteX9" fmla="*/ 16784 w 33605"/>
                <a:gd name="connsiteY9" fmla="*/ 105977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605" h="138632">
                  <a:moveTo>
                    <a:pt x="16784" y="85"/>
                  </a:moveTo>
                  <a:cubicBezTo>
                    <a:pt x="7701" y="85"/>
                    <a:pt x="132" y="7754"/>
                    <a:pt x="132" y="16898"/>
                  </a:cubicBezTo>
                  <a:cubicBezTo>
                    <a:pt x="132" y="25452"/>
                    <a:pt x="7701" y="32826"/>
                    <a:pt x="16481" y="32826"/>
                  </a:cubicBezTo>
                  <a:cubicBezTo>
                    <a:pt x="25866" y="32826"/>
                    <a:pt x="33738" y="25452"/>
                    <a:pt x="33738" y="16898"/>
                  </a:cubicBezTo>
                  <a:cubicBezTo>
                    <a:pt x="33738" y="7754"/>
                    <a:pt x="25866" y="85"/>
                    <a:pt x="16784" y="85"/>
                  </a:cubicBezTo>
                  <a:close/>
                  <a:moveTo>
                    <a:pt x="16784" y="105977"/>
                  </a:moveTo>
                  <a:cubicBezTo>
                    <a:pt x="7701" y="105977"/>
                    <a:pt x="132" y="113646"/>
                    <a:pt x="132" y="122790"/>
                  </a:cubicBezTo>
                  <a:cubicBezTo>
                    <a:pt x="132" y="131344"/>
                    <a:pt x="7701" y="138718"/>
                    <a:pt x="16481" y="138718"/>
                  </a:cubicBezTo>
                  <a:cubicBezTo>
                    <a:pt x="25866" y="138718"/>
                    <a:pt x="33738" y="131344"/>
                    <a:pt x="33738" y="122790"/>
                  </a:cubicBezTo>
                  <a:cubicBezTo>
                    <a:pt x="33738" y="113646"/>
                    <a:pt x="25866" y="105977"/>
                    <a:pt x="16784" y="105977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0F301BF-458A-1A0C-A5D4-51A8B02F2FA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6953005" y="4863980"/>
              <a:ext cx="118679" cy="192611"/>
            </a:xfrm>
            <a:custGeom>
              <a:avLst/>
              <a:gdLst>
                <a:gd name="connsiteX0" fmla="*/ 145 w 118679"/>
                <a:gd name="connsiteY0" fmla="*/ 192696 h 192611"/>
                <a:gd name="connsiteX1" fmla="*/ 74017 w 118679"/>
                <a:gd name="connsiteY1" fmla="*/ 192696 h 192611"/>
                <a:gd name="connsiteX2" fmla="*/ 74017 w 118679"/>
                <a:gd name="connsiteY2" fmla="*/ 187977 h 192611"/>
                <a:gd name="connsiteX3" fmla="*/ 53430 w 118679"/>
                <a:gd name="connsiteY3" fmla="*/ 175883 h 192611"/>
                <a:gd name="connsiteX4" fmla="*/ 56760 w 118679"/>
                <a:gd name="connsiteY4" fmla="*/ 157300 h 192611"/>
                <a:gd name="connsiteX5" fmla="*/ 93999 w 118679"/>
                <a:gd name="connsiteY5" fmla="*/ 26631 h 192611"/>
                <a:gd name="connsiteX6" fmla="*/ 118825 w 118679"/>
                <a:gd name="connsiteY6" fmla="*/ 4804 h 192611"/>
                <a:gd name="connsiteX7" fmla="*/ 118825 w 118679"/>
                <a:gd name="connsiteY7" fmla="*/ 85 h 192611"/>
                <a:gd name="connsiteX8" fmla="*/ 44044 w 118679"/>
                <a:gd name="connsiteY8" fmla="*/ 85 h 192611"/>
                <a:gd name="connsiteX9" fmla="*/ 44044 w 118679"/>
                <a:gd name="connsiteY9" fmla="*/ 4804 h 192611"/>
                <a:gd name="connsiteX10" fmla="*/ 65237 w 118679"/>
                <a:gd name="connsiteY10" fmla="*/ 17488 h 192611"/>
                <a:gd name="connsiteX11" fmla="*/ 61907 w 118679"/>
                <a:gd name="connsiteY11" fmla="*/ 35775 h 192611"/>
                <a:gd name="connsiteX12" fmla="*/ 24668 w 118679"/>
                <a:gd name="connsiteY12" fmla="*/ 166149 h 192611"/>
                <a:gd name="connsiteX13" fmla="*/ 145 w 118679"/>
                <a:gd name="connsiteY13" fmla="*/ 187977 h 192611"/>
                <a:gd name="connsiteX14" fmla="*/ 145 w 118679"/>
                <a:gd name="connsiteY14" fmla="*/ 192696 h 19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679" h="192611">
                  <a:moveTo>
                    <a:pt x="145" y="192696"/>
                  </a:moveTo>
                  <a:lnTo>
                    <a:pt x="74017" y="192696"/>
                  </a:lnTo>
                  <a:lnTo>
                    <a:pt x="74017" y="187977"/>
                  </a:lnTo>
                  <a:cubicBezTo>
                    <a:pt x="56760" y="185912"/>
                    <a:pt x="53430" y="184142"/>
                    <a:pt x="53430" y="175883"/>
                  </a:cubicBezTo>
                  <a:cubicBezTo>
                    <a:pt x="53430" y="170279"/>
                    <a:pt x="54035" y="166739"/>
                    <a:pt x="56760" y="157300"/>
                  </a:cubicBezTo>
                  <a:lnTo>
                    <a:pt x="93999" y="26631"/>
                  </a:lnTo>
                  <a:cubicBezTo>
                    <a:pt x="99448" y="9524"/>
                    <a:pt x="101568" y="7754"/>
                    <a:pt x="118825" y="4804"/>
                  </a:cubicBezTo>
                  <a:lnTo>
                    <a:pt x="118825" y="85"/>
                  </a:lnTo>
                  <a:lnTo>
                    <a:pt x="44044" y="85"/>
                  </a:lnTo>
                  <a:lnTo>
                    <a:pt x="44044" y="4804"/>
                  </a:lnTo>
                  <a:cubicBezTo>
                    <a:pt x="61604" y="6869"/>
                    <a:pt x="65237" y="9229"/>
                    <a:pt x="65237" y="17488"/>
                  </a:cubicBezTo>
                  <a:cubicBezTo>
                    <a:pt x="65237" y="21617"/>
                    <a:pt x="64026" y="28401"/>
                    <a:pt x="61907" y="35775"/>
                  </a:cubicBezTo>
                  <a:lnTo>
                    <a:pt x="24668" y="166149"/>
                  </a:lnTo>
                  <a:cubicBezTo>
                    <a:pt x="19218" y="183257"/>
                    <a:pt x="17099" y="185027"/>
                    <a:pt x="145" y="187977"/>
                  </a:cubicBezTo>
                  <a:lnTo>
                    <a:pt x="145" y="19269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8DA8864-71FB-CB01-EC9F-2C487B64EA85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7156600" y="4948340"/>
              <a:ext cx="201331" cy="69021"/>
            </a:xfrm>
            <a:custGeom>
              <a:avLst/>
              <a:gdLst>
                <a:gd name="connsiteX0" fmla="*/ 191189 w 201331"/>
                <a:gd name="connsiteY0" fmla="*/ 11883 h 69021"/>
                <a:gd name="connsiteX1" fmla="*/ 201483 w 201331"/>
                <a:gd name="connsiteY1" fmla="*/ 5984 h 69021"/>
                <a:gd name="connsiteX2" fmla="*/ 191492 w 201331"/>
                <a:gd name="connsiteY2" fmla="*/ 85 h 69021"/>
                <a:gd name="connsiteX3" fmla="*/ 10142 w 201331"/>
                <a:gd name="connsiteY3" fmla="*/ 85 h 69021"/>
                <a:gd name="connsiteX4" fmla="*/ 151 w 201331"/>
                <a:gd name="connsiteY4" fmla="*/ 5984 h 69021"/>
                <a:gd name="connsiteX5" fmla="*/ 10444 w 201331"/>
                <a:gd name="connsiteY5" fmla="*/ 11883 h 69021"/>
                <a:gd name="connsiteX6" fmla="*/ 191189 w 201331"/>
                <a:gd name="connsiteY6" fmla="*/ 11883 h 69021"/>
                <a:gd name="connsiteX7" fmla="*/ 191492 w 201331"/>
                <a:gd name="connsiteY7" fmla="*/ 69106 h 69021"/>
                <a:gd name="connsiteX8" fmla="*/ 201483 w 201331"/>
                <a:gd name="connsiteY8" fmla="*/ 63207 h 69021"/>
                <a:gd name="connsiteX9" fmla="*/ 191189 w 201331"/>
                <a:gd name="connsiteY9" fmla="*/ 57308 h 69021"/>
                <a:gd name="connsiteX10" fmla="*/ 10444 w 201331"/>
                <a:gd name="connsiteY10" fmla="*/ 57308 h 69021"/>
                <a:gd name="connsiteX11" fmla="*/ 151 w 201331"/>
                <a:gd name="connsiteY11" fmla="*/ 63207 h 69021"/>
                <a:gd name="connsiteX12" fmla="*/ 10142 w 201331"/>
                <a:gd name="connsiteY12" fmla="*/ 69106 h 69021"/>
                <a:gd name="connsiteX13" fmla="*/ 191492 w 201331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1" h="69021">
                  <a:moveTo>
                    <a:pt x="191189" y="11883"/>
                  </a:moveTo>
                  <a:cubicBezTo>
                    <a:pt x="195730" y="11883"/>
                    <a:pt x="201483" y="11883"/>
                    <a:pt x="201483" y="5984"/>
                  </a:cubicBezTo>
                  <a:cubicBezTo>
                    <a:pt x="201483" y="85"/>
                    <a:pt x="195730" y="85"/>
                    <a:pt x="191492" y="85"/>
                  </a:cubicBezTo>
                  <a:lnTo>
                    <a:pt x="10142" y="85"/>
                  </a:lnTo>
                  <a:cubicBezTo>
                    <a:pt x="5903" y="85"/>
                    <a:pt x="151" y="85"/>
                    <a:pt x="151" y="5984"/>
                  </a:cubicBezTo>
                  <a:cubicBezTo>
                    <a:pt x="151" y="11883"/>
                    <a:pt x="5903" y="11883"/>
                    <a:pt x="10444" y="11883"/>
                  </a:cubicBezTo>
                  <a:lnTo>
                    <a:pt x="191189" y="11883"/>
                  </a:lnTo>
                  <a:close/>
                  <a:moveTo>
                    <a:pt x="191492" y="69106"/>
                  </a:moveTo>
                  <a:cubicBezTo>
                    <a:pt x="195730" y="69106"/>
                    <a:pt x="201483" y="69106"/>
                    <a:pt x="201483" y="63207"/>
                  </a:cubicBezTo>
                  <a:cubicBezTo>
                    <a:pt x="201483" y="57308"/>
                    <a:pt x="195730" y="57308"/>
                    <a:pt x="191189" y="57308"/>
                  </a:cubicBezTo>
                  <a:lnTo>
                    <a:pt x="10444" y="57308"/>
                  </a:lnTo>
                  <a:cubicBezTo>
                    <a:pt x="5903" y="57308"/>
                    <a:pt x="151" y="57308"/>
                    <a:pt x="151" y="63207"/>
                  </a:cubicBezTo>
                  <a:cubicBezTo>
                    <a:pt x="151" y="69106"/>
                    <a:pt x="5903" y="69106"/>
                    <a:pt x="10142" y="69106"/>
                  </a:cubicBezTo>
                  <a:lnTo>
                    <a:pt x="191492" y="6910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5D81079-A2E9-D454-0368-BB51BAC264A5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7473267" y="4835369"/>
              <a:ext cx="70239" cy="294963"/>
            </a:xfrm>
            <a:custGeom>
              <a:avLst/>
              <a:gdLst>
                <a:gd name="connsiteX0" fmla="*/ 70400 w 70239"/>
                <a:gd name="connsiteY0" fmla="*/ 292099 h 294963"/>
                <a:gd name="connsiteX1" fmla="*/ 65253 w 70239"/>
                <a:gd name="connsiteY1" fmla="*/ 285610 h 294963"/>
                <a:gd name="connsiteX2" fmla="*/ 17721 w 70239"/>
                <a:gd name="connsiteY2" fmla="*/ 147567 h 294963"/>
                <a:gd name="connsiteX3" fmla="*/ 66464 w 70239"/>
                <a:gd name="connsiteY3" fmla="*/ 8049 h 294963"/>
                <a:gd name="connsiteX4" fmla="*/ 70400 w 70239"/>
                <a:gd name="connsiteY4" fmla="*/ 3034 h 294963"/>
                <a:gd name="connsiteX5" fmla="*/ 67372 w 70239"/>
                <a:gd name="connsiteY5" fmla="*/ 85 h 294963"/>
                <a:gd name="connsiteX6" fmla="*/ 19234 w 70239"/>
                <a:gd name="connsiteY6" fmla="*/ 57603 h 294963"/>
                <a:gd name="connsiteX7" fmla="*/ 161 w 70239"/>
                <a:gd name="connsiteY7" fmla="*/ 147567 h 294963"/>
                <a:gd name="connsiteX8" fmla="*/ 20143 w 70239"/>
                <a:gd name="connsiteY8" fmla="*/ 239595 h 294963"/>
                <a:gd name="connsiteX9" fmla="*/ 67372 w 70239"/>
                <a:gd name="connsiteY9" fmla="*/ 295048 h 294963"/>
                <a:gd name="connsiteX10" fmla="*/ 70400 w 70239"/>
                <a:gd name="connsiteY10" fmla="*/ 292099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39" h="294963">
                  <a:moveTo>
                    <a:pt x="70400" y="292099"/>
                  </a:moveTo>
                  <a:cubicBezTo>
                    <a:pt x="70400" y="291214"/>
                    <a:pt x="70400" y="290624"/>
                    <a:pt x="65253" y="285610"/>
                  </a:cubicBezTo>
                  <a:cubicBezTo>
                    <a:pt x="27409" y="248444"/>
                    <a:pt x="17721" y="192696"/>
                    <a:pt x="17721" y="147567"/>
                  </a:cubicBezTo>
                  <a:cubicBezTo>
                    <a:pt x="17721" y="96243"/>
                    <a:pt x="29225" y="44919"/>
                    <a:pt x="66464" y="8049"/>
                  </a:cubicBezTo>
                  <a:cubicBezTo>
                    <a:pt x="70400" y="4509"/>
                    <a:pt x="70400" y="3919"/>
                    <a:pt x="70400" y="3034"/>
                  </a:cubicBezTo>
                  <a:cubicBezTo>
                    <a:pt x="70400" y="970"/>
                    <a:pt x="69189" y="85"/>
                    <a:pt x="67372" y="85"/>
                  </a:cubicBezTo>
                  <a:cubicBezTo>
                    <a:pt x="64345" y="85"/>
                    <a:pt x="37097" y="20142"/>
                    <a:pt x="19234" y="57603"/>
                  </a:cubicBezTo>
                  <a:cubicBezTo>
                    <a:pt x="3794" y="90049"/>
                    <a:pt x="161" y="122790"/>
                    <a:pt x="161" y="147567"/>
                  </a:cubicBezTo>
                  <a:cubicBezTo>
                    <a:pt x="161" y="170574"/>
                    <a:pt x="3491" y="206264"/>
                    <a:pt x="20143" y="239595"/>
                  </a:cubicBezTo>
                  <a:cubicBezTo>
                    <a:pt x="38308" y="275876"/>
                    <a:pt x="64345" y="295048"/>
                    <a:pt x="67372" y="295048"/>
                  </a:cubicBezTo>
                  <a:cubicBezTo>
                    <a:pt x="69189" y="295048"/>
                    <a:pt x="70400" y="294163"/>
                    <a:pt x="70400" y="29209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79565E-E3AB-BF05-16A5-78B4024EA8E2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7574218" y="4857196"/>
              <a:ext cx="117771" cy="203524"/>
            </a:xfrm>
            <a:custGeom>
              <a:avLst/>
              <a:gdLst>
                <a:gd name="connsiteX0" fmla="*/ 33468 w 117771"/>
                <a:gd name="connsiteY0" fmla="*/ 102142 h 203524"/>
                <a:gd name="connsiteX1" fmla="*/ 65560 w 117771"/>
                <a:gd name="connsiteY1" fmla="*/ 105387 h 203524"/>
                <a:gd name="connsiteX2" fmla="*/ 96138 w 117771"/>
                <a:gd name="connsiteY2" fmla="*/ 149041 h 203524"/>
                <a:gd name="connsiteX3" fmla="*/ 56477 w 117771"/>
                <a:gd name="connsiteY3" fmla="*/ 192991 h 203524"/>
                <a:gd name="connsiteX4" fmla="*/ 31046 w 117771"/>
                <a:gd name="connsiteY4" fmla="*/ 183847 h 203524"/>
                <a:gd name="connsiteX5" fmla="*/ 11669 w 117771"/>
                <a:gd name="connsiteY5" fmla="*/ 176473 h 203524"/>
                <a:gd name="connsiteX6" fmla="*/ 165 w 117771"/>
                <a:gd name="connsiteY6" fmla="*/ 186797 h 203524"/>
                <a:gd name="connsiteX7" fmla="*/ 34376 w 117771"/>
                <a:gd name="connsiteY7" fmla="*/ 203610 h 203524"/>
                <a:gd name="connsiteX8" fmla="*/ 95835 w 117771"/>
                <a:gd name="connsiteY8" fmla="*/ 183847 h 203524"/>
                <a:gd name="connsiteX9" fmla="*/ 117936 w 117771"/>
                <a:gd name="connsiteY9" fmla="*/ 134883 h 203524"/>
                <a:gd name="connsiteX10" fmla="*/ 104312 w 117771"/>
                <a:gd name="connsiteY10" fmla="*/ 96833 h 203524"/>
                <a:gd name="connsiteX11" fmla="*/ 79184 w 117771"/>
                <a:gd name="connsiteY11" fmla="*/ 81200 h 203524"/>
                <a:gd name="connsiteX12" fmla="*/ 107642 w 117771"/>
                <a:gd name="connsiteY12" fmla="*/ 40495 h 203524"/>
                <a:gd name="connsiteX13" fmla="*/ 60413 w 117771"/>
                <a:gd name="connsiteY13" fmla="*/ 85 h 203524"/>
                <a:gd name="connsiteX14" fmla="*/ 21055 w 117771"/>
                <a:gd name="connsiteY14" fmla="*/ 14538 h 203524"/>
                <a:gd name="connsiteX15" fmla="*/ 770 w 117771"/>
                <a:gd name="connsiteY15" fmla="*/ 47869 h 203524"/>
                <a:gd name="connsiteX16" fmla="*/ 5311 w 117771"/>
                <a:gd name="connsiteY16" fmla="*/ 49049 h 203524"/>
                <a:gd name="connsiteX17" fmla="*/ 50422 w 117771"/>
                <a:gd name="connsiteY17" fmla="*/ 17783 h 203524"/>
                <a:gd name="connsiteX18" fmla="*/ 83725 w 117771"/>
                <a:gd name="connsiteY18" fmla="*/ 49344 h 203524"/>
                <a:gd name="connsiteX19" fmla="*/ 71615 w 117771"/>
                <a:gd name="connsiteY19" fmla="*/ 77955 h 203524"/>
                <a:gd name="connsiteX20" fmla="*/ 33468 w 117771"/>
                <a:gd name="connsiteY20" fmla="*/ 98308 h 203524"/>
                <a:gd name="connsiteX21" fmla="*/ 33468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468" y="102142"/>
                  </a:moveTo>
                  <a:cubicBezTo>
                    <a:pt x="51330" y="102142"/>
                    <a:pt x="58294" y="102732"/>
                    <a:pt x="65560" y="105387"/>
                  </a:cubicBezTo>
                  <a:cubicBezTo>
                    <a:pt x="84330" y="111876"/>
                    <a:pt x="96138" y="128689"/>
                    <a:pt x="96138" y="149041"/>
                  </a:cubicBezTo>
                  <a:cubicBezTo>
                    <a:pt x="96138" y="173818"/>
                    <a:pt x="78881" y="192991"/>
                    <a:pt x="56477" y="192991"/>
                  </a:cubicBezTo>
                  <a:cubicBezTo>
                    <a:pt x="48303" y="192991"/>
                    <a:pt x="42247" y="190926"/>
                    <a:pt x="31046" y="183847"/>
                  </a:cubicBezTo>
                  <a:cubicBezTo>
                    <a:pt x="21963" y="178538"/>
                    <a:pt x="16816" y="176473"/>
                    <a:pt x="11669" y="176473"/>
                  </a:cubicBezTo>
                  <a:cubicBezTo>
                    <a:pt x="4706" y="176473"/>
                    <a:pt x="165" y="180602"/>
                    <a:pt x="165" y="186797"/>
                  </a:cubicBezTo>
                  <a:cubicBezTo>
                    <a:pt x="165" y="197120"/>
                    <a:pt x="13183" y="203610"/>
                    <a:pt x="34376" y="203610"/>
                  </a:cubicBezTo>
                  <a:cubicBezTo>
                    <a:pt x="57688" y="203610"/>
                    <a:pt x="81606" y="195941"/>
                    <a:pt x="95835" y="183847"/>
                  </a:cubicBezTo>
                  <a:cubicBezTo>
                    <a:pt x="110065" y="171754"/>
                    <a:pt x="117936" y="154646"/>
                    <a:pt x="117936" y="134883"/>
                  </a:cubicBezTo>
                  <a:cubicBezTo>
                    <a:pt x="117936" y="119840"/>
                    <a:pt x="113092" y="105977"/>
                    <a:pt x="104312" y="96833"/>
                  </a:cubicBezTo>
                  <a:cubicBezTo>
                    <a:pt x="98257" y="90344"/>
                    <a:pt x="92505" y="86804"/>
                    <a:pt x="79184" y="81200"/>
                  </a:cubicBezTo>
                  <a:cubicBezTo>
                    <a:pt x="100074" y="67336"/>
                    <a:pt x="107642" y="56423"/>
                    <a:pt x="107642" y="40495"/>
                  </a:cubicBezTo>
                  <a:cubicBezTo>
                    <a:pt x="107642" y="16603"/>
                    <a:pt x="88266" y="85"/>
                    <a:pt x="60413" y="85"/>
                  </a:cubicBezTo>
                  <a:cubicBezTo>
                    <a:pt x="45275" y="85"/>
                    <a:pt x="31954" y="5099"/>
                    <a:pt x="21055" y="14538"/>
                  </a:cubicBezTo>
                  <a:cubicBezTo>
                    <a:pt x="11972" y="22502"/>
                    <a:pt x="7431" y="30171"/>
                    <a:pt x="770" y="47869"/>
                  </a:cubicBezTo>
                  <a:lnTo>
                    <a:pt x="5311" y="49049"/>
                  </a:lnTo>
                  <a:cubicBezTo>
                    <a:pt x="17724" y="27516"/>
                    <a:pt x="31348" y="17783"/>
                    <a:pt x="50422" y="17783"/>
                  </a:cubicBezTo>
                  <a:cubicBezTo>
                    <a:pt x="70101" y="17783"/>
                    <a:pt x="83725" y="30761"/>
                    <a:pt x="83725" y="49344"/>
                  </a:cubicBezTo>
                  <a:cubicBezTo>
                    <a:pt x="83725" y="59962"/>
                    <a:pt x="79184" y="70581"/>
                    <a:pt x="71615" y="77955"/>
                  </a:cubicBezTo>
                  <a:cubicBezTo>
                    <a:pt x="62532" y="86804"/>
                    <a:pt x="54055" y="91228"/>
                    <a:pt x="33468" y="98308"/>
                  </a:cubicBezTo>
                  <a:lnTo>
                    <a:pt x="33468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9A55B55-ED2E-4FD2-3ED8-B8FC4B9BD6BA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7799856" y="4911764"/>
              <a:ext cx="146230" cy="142172"/>
            </a:xfrm>
            <a:custGeom>
              <a:avLst/>
              <a:gdLst>
                <a:gd name="connsiteX0" fmla="*/ 73438 w 146230"/>
                <a:gd name="connsiteY0" fmla="*/ 62912 h 142172"/>
                <a:gd name="connsiteX1" fmla="*/ 12887 w 146230"/>
                <a:gd name="connsiteY1" fmla="*/ 4214 h 142172"/>
                <a:gd name="connsiteX2" fmla="*/ 6226 w 146230"/>
                <a:gd name="connsiteY2" fmla="*/ 85 h 142172"/>
                <a:gd name="connsiteX3" fmla="*/ 171 w 146230"/>
                <a:gd name="connsiteY3" fmla="*/ 5984 h 142172"/>
                <a:gd name="connsiteX4" fmla="*/ 4107 w 146230"/>
                <a:gd name="connsiteY4" fmla="*/ 11883 h 142172"/>
                <a:gd name="connsiteX5" fmla="*/ 64658 w 146230"/>
                <a:gd name="connsiteY5" fmla="*/ 71171 h 142172"/>
                <a:gd name="connsiteX6" fmla="*/ 4107 w 146230"/>
                <a:gd name="connsiteY6" fmla="*/ 130459 h 142172"/>
                <a:gd name="connsiteX7" fmla="*/ 171 w 146230"/>
                <a:gd name="connsiteY7" fmla="*/ 136358 h 142172"/>
                <a:gd name="connsiteX8" fmla="*/ 6226 w 146230"/>
                <a:gd name="connsiteY8" fmla="*/ 142257 h 142172"/>
                <a:gd name="connsiteX9" fmla="*/ 12887 w 146230"/>
                <a:gd name="connsiteY9" fmla="*/ 138128 h 142172"/>
                <a:gd name="connsiteX10" fmla="*/ 73135 w 146230"/>
                <a:gd name="connsiteY10" fmla="*/ 79430 h 142172"/>
                <a:gd name="connsiteX11" fmla="*/ 135805 w 146230"/>
                <a:gd name="connsiteY11" fmla="*/ 140487 h 142172"/>
                <a:gd name="connsiteX12" fmla="*/ 140346 w 146230"/>
                <a:gd name="connsiteY12" fmla="*/ 142257 h 142172"/>
                <a:gd name="connsiteX13" fmla="*/ 146401 w 146230"/>
                <a:gd name="connsiteY13" fmla="*/ 136358 h 142172"/>
                <a:gd name="connsiteX14" fmla="*/ 145493 w 146230"/>
                <a:gd name="connsiteY14" fmla="*/ 133113 h 142172"/>
                <a:gd name="connsiteX15" fmla="*/ 81915 w 146230"/>
                <a:gd name="connsiteY15" fmla="*/ 71171 h 142172"/>
                <a:gd name="connsiteX16" fmla="*/ 137319 w 146230"/>
                <a:gd name="connsiteY16" fmla="*/ 17193 h 142172"/>
                <a:gd name="connsiteX17" fmla="*/ 144888 w 146230"/>
                <a:gd name="connsiteY17" fmla="*/ 9818 h 142172"/>
                <a:gd name="connsiteX18" fmla="*/ 146401 w 146230"/>
                <a:gd name="connsiteY18" fmla="*/ 5984 h 142172"/>
                <a:gd name="connsiteX19" fmla="*/ 140346 w 146230"/>
                <a:gd name="connsiteY19" fmla="*/ 85 h 142172"/>
                <a:gd name="connsiteX20" fmla="*/ 133383 w 146230"/>
                <a:gd name="connsiteY20" fmla="*/ 4509 h 142172"/>
                <a:gd name="connsiteX21" fmla="*/ 73438 w 146230"/>
                <a:gd name="connsiteY21" fmla="*/ 62912 h 14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230" h="142172">
                  <a:moveTo>
                    <a:pt x="73438" y="62912"/>
                  </a:moveTo>
                  <a:lnTo>
                    <a:pt x="12887" y="4214"/>
                  </a:lnTo>
                  <a:cubicBezTo>
                    <a:pt x="9254" y="675"/>
                    <a:pt x="8648" y="85"/>
                    <a:pt x="6226" y="85"/>
                  </a:cubicBezTo>
                  <a:cubicBezTo>
                    <a:pt x="3199" y="85"/>
                    <a:pt x="171" y="2739"/>
                    <a:pt x="171" y="5984"/>
                  </a:cubicBezTo>
                  <a:cubicBezTo>
                    <a:pt x="171" y="8049"/>
                    <a:pt x="776" y="8639"/>
                    <a:pt x="4107" y="11883"/>
                  </a:cubicBezTo>
                  <a:lnTo>
                    <a:pt x="64658" y="71171"/>
                  </a:lnTo>
                  <a:lnTo>
                    <a:pt x="4107" y="130459"/>
                  </a:lnTo>
                  <a:cubicBezTo>
                    <a:pt x="776" y="133703"/>
                    <a:pt x="171" y="134293"/>
                    <a:pt x="171" y="136358"/>
                  </a:cubicBezTo>
                  <a:cubicBezTo>
                    <a:pt x="171" y="139602"/>
                    <a:pt x="3199" y="142257"/>
                    <a:pt x="6226" y="142257"/>
                  </a:cubicBezTo>
                  <a:cubicBezTo>
                    <a:pt x="8648" y="142257"/>
                    <a:pt x="9254" y="141667"/>
                    <a:pt x="12887" y="138128"/>
                  </a:cubicBezTo>
                  <a:lnTo>
                    <a:pt x="73135" y="79430"/>
                  </a:lnTo>
                  <a:lnTo>
                    <a:pt x="135805" y="140487"/>
                  </a:lnTo>
                  <a:cubicBezTo>
                    <a:pt x="136411" y="140782"/>
                    <a:pt x="138530" y="142257"/>
                    <a:pt x="140346" y="142257"/>
                  </a:cubicBezTo>
                  <a:cubicBezTo>
                    <a:pt x="143979" y="142257"/>
                    <a:pt x="146401" y="139602"/>
                    <a:pt x="146401" y="136358"/>
                  </a:cubicBezTo>
                  <a:cubicBezTo>
                    <a:pt x="146401" y="135768"/>
                    <a:pt x="146401" y="134588"/>
                    <a:pt x="145493" y="133113"/>
                  </a:cubicBezTo>
                  <a:cubicBezTo>
                    <a:pt x="145190" y="132523"/>
                    <a:pt x="97052" y="86214"/>
                    <a:pt x="81915" y="71171"/>
                  </a:cubicBezTo>
                  <a:lnTo>
                    <a:pt x="137319" y="17193"/>
                  </a:lnTo>
                  <a:cubicBezTo>
                    <a:pt x="138833" y="15423"/>
                    <a:pt x="143374" y="11588"/>
                    <a:pt x="144888" y="9818"/>
                  </a:cubicBezTo>
                  <a:cubicBezTo>
                    <a:pt x="145190" y="9229"/>
                    <a:pt x="146401" y="8049"/>
                    <a:pt x="146401" y="5984"/>
                  </a:cubicBezTo>
                  <a:cubicBezTo>
                    <a:pt x="146401" y="2739"/>
                    <a:pt x="143979" y="85"/>
                    <a:pt x="140346" y="85"/>
                  </a:cubicBezTo>
                  <a:cubicBezTo>
                    <a:pt x="137924" y="85"/>
                    <a:pt x="136713" y="1265"/>
                    <a:pt x="133383" y="4509"/>
                  </a:cubicBezTo>
                  <a:lnTo>
                    <a:pt x="73438" y="6291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4AFE9F0-0278-FA8D-B676-953E29EFAF3C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8040942" y="4857196"/>
              <a:ext cx="136845" cy="203524"/>
            </a:xfrm>
            <a:custGeom>
              <a:avLst/>
              <a:gdLst>
                <a:gd name="connsiteX0" fmla="*/ 69814 w 136845"/>
                <a:gd name="connsiteY0" fmla="*/ 85 h 203524"/>
                <a:gd name="connsiteX1" fmla="*/ 29245 w 136845"/>
                <a:gd name="connsiteY1" fmla="*/ 15423 h 203524"/>
                <a:gd name="connsiteX2" fmla="*/ 180 w 136845"/>
                <a:gd name="connsiteY2" fmla="*/ 100372 h 203524"/>
                <a:gd name="connsiteX3" fmla="*/ 24400 w 136845"/>
                <a:gd name="connsiteY3" fmla="*/ 183552 h 203524"/>
                <a:gd name="connsiteX4" fmla="*/ 68603 w 136845"/>
                <a:gd name="connsiteY4" fmla="*/ 203610 h 203524"/>
                <a:gd name="connsiteX5" fmla="*/ 107961 w 136845"/>
                <a:gd name="connsiteY5" fmla="*/ 188271 h 203524"/>
                <a:gd name="connsiteX6" fmla="*/ 137025 w 136845"/>
                <a:gd name="connsiteY6" fmla="*/ 102142 h 203524"/>
                <a:gd name="connsiteX7" fmla="*/ 69814 w 136845"/>
                <a:gd name="connsiteY7" fmla="*/ 85 h 203524"/>
                <a:gd name="connsiteX8" fmla="*/ 68905 w 136845"/>
                <a:gd name="connsiteY8" fmla="*/ 7754 h 203524"/>
                <a:gd name="connsiteX9" fmla="*/ 107961 w 136845"/>
                <a:gd name="connsiteY9" fmla="*/ 102732 h 203524"/>
                <a:gd name="connsiteX10" fmla="*/ 68603 w 136845"/>
                <a:gd name="connsiteY10" fmla="*/ 195941 h 203524"/>
                <a:gd name="connsiteX11" fmla="*/ 29245 w 136845"/>
                <a:gd name="connsiteY11" fmla="*/ 103027 h 203524"/>
                <a:gd name="connsiteX12" fmla="*/ 68905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814" y="85"/>
                  </a:moveTo>
                  <a:cubicBezTo>
                    <a:pt x="53162" y="85"/>
                    <a:pt x="40446" y="5099"/>
                    <a:pt x="29245" y="15423"/>
                  </a:cubicBezTo>
                  <a:cubicBezTo>
                    <a:pt x="11685" y="31941"/>
                    <a:pt x="180" y="65862"/>
                    <a:pt x="180" y="100372"/>
                  </a:cubicBezTo>
                  <a:cubicBezTo>
                    <a:pt x="180" y="132523"/>
                    <a:pt x="10171" y="167034"/>
                    <a:pt x="24400" y="183552"/>
                  </a:cubicBezTo>
                  <a:cubicBezTo>
                    <a:pt x="35602" y="196530"/>
                    <a:pt x="51043" y="203610"/>
                    <a:pt x="68603" y="203610"/>
                  </a:cubicBezTo>
                  <a:cubicBezTo>
                    <a:pt x="84043" y="203610"/>
                    <a:pt x="97062" y="198595"/>
                    <a:pt x="107961" y="188271"/>
                  </a:cubicBezTo>
                  <a:cubicBezTo>
                    <a:pt x="125521" y="172048"/>
                    <a:pt x="137025" y="137833"/>
                    <a:pt x="137025" y="102142"/>
                  </a:cubicBezTo>
                  <a:cubicBezTo>
                    <a:pt x="137025" y="41675"/>
                    <a:pt x="109475" y="85"/>
                    <a:pt x="69814" y="85"/>
                  </a:cubicBezTo>
                  <a:close/>
                  <a:moveTo>
                    <a:pt x="68905" y="7754"/>
                  </a:moveTo>
                  <a:cubicBezTo>
                    <a:pt x="94337" y="7754"/>
                    <a:pt x="107961" y="41085"/>
                    <a:pt x="107961" y="102732"/>
                  </a:cubicBezTo>
                  <a:cubicBezTo>
                    <a:pt x="107961" y="164379"/>
                    <a:pt x="94640" y="195941"/>
                    <a:pt x="68603" y="195941"/>
                  </a:cubicBezTo>
                  <a:cubicBezTo>
                    <a:pt x="42566" y="195941"/>
                    <a:pt x="29245" y="164379"/>
                    <a:pt x="29245" y="103027"/>
                  </a:cubicBezTo>
                  <a:cubicBezTo>
                    <a:pt x="29245" y="40495"/>
                    <a:pt x="42868" y="7754"/>
                    <a:pt x="68905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0F1F9ED-6EEE-DEA4-15E6-227E485A1851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8211658" y="5025325"/>
              <a:ext cx="32092" cy="31266"/>
            </a:xfrm>
            <a:custGeom>
              <a:avLst/>
              <a:gdLst>
                <a:gd name="connsiteX0" fmla="*/ 32277 w 32092"/>
                <a:gd name="connsiteY0" fmla="*/ 15718 h 31266"/>
                <a:gd name="connsiteX1" fmla="*/ 16231 w 32092"/>
                <a:gd name="connsiteY1" fmla="*/ 85 h 31266"/>
                <a:gd name="connsiteX2" fmla="*/ 185 w 32092"/>
                <a:gd name="connsiteY2" fmla="*/ 15718 h 31266"/>
                <a:gd name="connsiteX3" fmla="*/ 16231 w 32092"/>
                <a:gd name="connsiteY3" fmla="*/ 31351 h 31266"/>
                <a:gd name="connsiteX4" fmla="*/ 32277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277" y="15718"/>
                  </a:moveTo>
                  <a:cubicBezTo>
                    <a:pt x="32277" y="7164"/>
                    <a:pt x="25011" y="85"/>
                    <a:pt x="16231" y="85"/>
                  </a:cubicBezTo>
                  <a:cubicBezTo>
                    <a:pt x="7451" y="85"/>
                    <a:pt x="185" y="7164"/>
                    <a:pt x="185" y="15718"/>
                  </a:cubicBezTo>
                  <a:cubicBezTo>
                    <a:pt x="185" y="24272"/>
                    <a:pt x="7451" y="31351"/>
                    <a:pt x="16231" y="31351"/>
                  </a:cubicBezTo>
                  <a:cubicBezTo>
                    <a:pt x="25011" y="31351"/>
                    <a:pt x="32277" y="24272"/>
                    <a:pt x="32277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3C60022-BEB3-9A7A-9E7E-13FFED855527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8282814" y="4857196"/>
              <a:ext cx="117771" cy="203524"/>
            </a:xfrm>
            <a:custGeom>
              <a:avLst/>
              <a:gdLst>
                <a:gd name="connsiteX0" fmla="*/ 33491 w 117771"/>
                <a:gd name="connsiteY0" fmla="*/ 102142 h 203524"/>
                <a:gd name="connsiteX1" fmla="*/ 65583 w 117771"/>
                <a:gd name="connsiteY1" fmla="*/ 105387 h 203524"/>
                <a:gd name="connsiteX2" fmla="*/ 96161 w 117771"/>
                <a:gd name="connsiteY2" fmla="*/ 149041 h 203524"/>
                <a:gd name="connsiteX3" fmla="*/ 56500 w 117771"/>
                <a:gd name="connsiteY3" fmla="*/ 192991 h 203524"/>
                <a:gd name="connsiteX4" fmla="*/ 31069 w 117771"/>
                <a:gd name="connsiteY4" fmla="*/ 183847 h 203524"/>
                <a:gd name="connsiteX5" fmla="*/ 11693 w 117771"/>
                <a:gd name="connsiteY5" fmla="*/ 176473 h 203524"/>
                <a:gd name="connsiteX6" fmla="*/ 188 w 117771"/>
                <a:gd name="connsiteY6" fmla="*/ 186797 h 203524"/>
                <a:gd name="connsiteX7" fmla="*/ 34399 w 117771"/>
                <a:gd name="connsiteY7" fmla="*/ 203610 h 203524"/>
                <a:gd name="connsiteX8" fmla="*/ 95858 w 117771"/>
                <a:gd name="connsiteY8" fmla="*/ 183847 h 203524"/>
                <a:gd name="connsiteX9" fmla="*/ 117959 w 117771"/>
                <a:gd name="connsiteY9" fmla="*/ 134883 h 203524"/>
                <a:gd name="connsiteX10" fmla="*/ 104335 w 117771"/>
                <a:gd name="connsiteY10" fmla="*/ 96833 h 203524"/>
                <a:gd name="connsiteX11" fmla="*/ 79207 w 117771"/>
                <a:gd name="connsiteY11" fmla="*/ 81200 h 203524"/>
                <a:gd name="connsiteX12" fmla="*/ 107666 w 117771"/>
                <a:gd name="connsiteY12" fmla="*/ 40495 h 203524"/>
                <a:gd name="connsiteX13" fmla="*/ 60436 w 117771"/>
                <a:gd name="connsiteY13" fmla="*/ 85 h 203524"/>
                <a:gd name="connsiteX14" fmla="*/ 21078 w 117771"/>
                <a:gd name="connsiteY14" fmla="*/ 14538 h 203524"/>
                <a:gd name="connsiteX15" fmla="*/ 793 w 117771"/>
                <a:gd name="connsiteY15" fmla="*/ 47869 h 203524"/>
                <a:gd name="connsiteX16" fmla="*/ 5335 w 117771"/>
                <a:gd name="connsiteY16" fmla="*/ 49049 h 203524"/>
                <a:gd name="connsiteX17" fmla="*/ 50445 w 117771"/>
                <a:gd name="connsiteY17" fmla="*/ 17783 h 203524"/>
                <a:gd name="connsiteX18" fmla="*/ 83748 w 117771"/>
                <a:gd name="connsiteY18" fmla="*/ 49344 h 203524"/>
                <a:gd name="connsiteX19" fmla="*/ 71638 w 117771"/>
                <a:gd name="connsiteY19" fmla="*/ 77955 h 203524"/>
                <a:gd name="connsiteX20" fmla="*/ 33491 w 117771"/>
                <a:gd name="connsiteY20" fmla="*/ 98308 h 203524"/>
                <a:gd name="connsiteX21" fmla="*/ 33491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491" y="102142"/>
                  </a:moveTo>
                  <a:cubicBezTo>
                    <a:pt x="51353" y="102142"/>
                    <a:pt x="58317" y="102732"/>
                    <a:pt x="65583" y="105387"/>
                  </a:cubicBezTo>
                  <a:cubicBezTo>
                    <a:pt x="84354" y="111876"/>
                    <a:pt x="96161" y="128689"/>
                    <a:pt x="96161" y="149041"/>
                  </a:cubicBezTo>
                  <a:cubicBezTo>
                    <a:pt x="96161" y="173818"/>
                    <a:pt x="78904" y="192991"/>
                    <a:pt x="56500" y="192991"/>
                  </a:cubicBezTo>
                  <a:cubicBezTo>
                    <a:pt x="48326" y="192991"/>
                    <a:pt x="42271" y="190926"/>
                    <a:pt x="31069" y="183847"/>
                  </a:cubicBezTo>
                  <a:cubicBezTo>
                    <a:pt x="21986" y="178538"/>
                    <a:pt x="16839" y="176473"/>
                    <a:pt x="11693" y="176473"/>
                  </a:cubicBezTo>
                  <a:cubicBezTo>
                    <a:pt x="4729" y="176473"/>
                    <a:pt x="188" y="180602"/>
                    <a:pt x="188" y="186797"/>
                  </a:cubicBezTo>
                  <a:cubicBezTo>
                    <a:pt x="188" y="197120"/>
                    <a:pt x="13206" y="203610"/>
                    <a:pt x="34399" y="203610"/>
                  </a:cubicBezTo>
                  <a:cubicBezTo>
                    <a:pt x="57711" y="203610"/>
                    <a:pt x="81629" y="195941"/>
                    <a:pt x="95858" y="183847"/>
                  </a:cubicBezTo>
                  <a:cubicBezTo>
                    <a:pt x="110088" y="171754"/>
                    <a:pt x="117959" y="154646"/>
                    <a:pt x="117959" y="134883"/>
                  </a:cubicBezTo>
                  <a:cubicBezTo>
                    <a:pt x="117959" y="119840"/>
                    <a:pt x="113115" y="105977"/>
                    <a:pt x="104335" y="96833"/>
                  </a:cubicBezTo>
                  <a:cubicBezTo>
                    <a:pt x="98280" y="90344"/>
                    <a:pt x="92528" y="86804"/>
                    <a:pt x="79207" y="81200"/>
                  </a:cubicBezTo>
                  <a:cubicBezTo>
                    <a:pt x="100097" y="67336"/>
                    <a:pt x="107666" y="56423"/>
                    <a:pt x="107666" y="40495"/>
                  </a:cubicBezTo>
                  <a:cubicBezTo>
                    <a:pt x="107666" y="16603"/>
                    <a:pt x="88289" y="85"/>
                    <a:pt x="60436" y="85"/>
                  </a:cubicBezTo>
                  <a:cubicBezTo>
                    <a:pt x="45298" y="85"/>
                    <a:pt x="31977" y="5099"/>
                    <a:pt x="21078" y="14538"/>
                  </a:cubicBezTo>
                  <a:cubicBezTo>
                    <a:pt x="11995" y="22502"/>
                    <a:pt x="7454" y="30171"/>
                    <a:pt x="793" y="47869"/>
                  </a:cubicBezTo>
                  <a:lnTo>
                    <a:pt x="5335" y="49049"/>
                  </a:lnTo>
                  <a:cubicBezTo>
                    <a:pt x="17748" y="27516"/>
                    <a:pt x="31372" y="17783"/>
                    <a:pt x="50445" y="17783"/>
                  </a:cubicBezTo>
                  <a:cubicBezTo>
                    <a:pt x="70124" y="17783"/>
                    <a:pt x="83748" y="30761"/>
                    <a:pt x="83748" y="49344"/>
                  </a:cubicBezTo>
                  <a:cubicBezTo>
                    <a:pt x="83748" y="59962"/>
                    <a:pt x="79207" y="70581"/>
                    <a:pt x="71638" y="77955"/>
                  </a:cubicBezTo>
                  <a:cubicBezTo>
                    <a:pt x="62555" y="86804"/>
                    <a:pt x="54078" y="91228"/>
                    <a:pt x="33491" y="98308"/>
                  </a:cubicBezTo>
                  <a:lnTo>
                    <a:pt x="33491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812D852-EF4F-113D-A595-F76820484A5C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8425374" y="4857196"/>
              <a:ext cx="139267" cy="199395"/>
            </a:xfrm>
            <a:custGeom>
              <a:avLst/>
              <a:gdLst>
                <a:gd name="connsiteX0" fmla="*/ 139460 w 139267"/>
                <a:gd name="connsiteY0" fmla="*/ 131344 h 199395"/>
                <a:gd name="connsiteX1" fmla="*/ 108579 w 139267"/>
                <a:gd name="connsiteY1" fmla="*/ 131344 h 199395"/>
                <a:gd name="connsiteX2" fmla="*/ 108579 w 139267"/>
                <a:gd name="connsiteY2" fmla="*/ 85 h 199395"/>
                <a:gd name="connsiteX3" fmla="*/ 95258 w 139267"/>
                <a:gd name="connsiteY3" fmla="*/ 85 h 199395"/>
                <a:gd name="connsiteX4" fmla="*/ 193 w 139267"/>
                <a:gd name="connsiteY4" fmla="*/ 131344 h 199395"/>
                <a:gd name="connsiteX5" fmla="*/ 193 w 139267"/>
                <a:gd name="connsiteY5" fmla="*/ 150221 h 199395"/>
                <a:gd name="connsiteX6" fmla="*/ 85267 w 139267"/>
                <a:gd name="connsiteY6" fmla="*/ 150221 h 199395"/>
                <a:gd name="connsiteX7" fmla="*/ 85267 w 139267"/>
                <a:gd name="connsiteY7" fmla="*/ 199480 h 199395"/>
                <a:gd name="connsiteX8" fmla="*/ 108579 w 139267"/>
                <a:gd name="connsiteY8" fmla="*/ 199480 h 199395"/>
                <a:gd name="connsiteX9" fmla="*/ 108579 w 139267"/>
                <a:gd name="connsiteY9" fmla="*/ 150221 h 199395"/>
                <a:gd name="connsiteX10" fmla="*/ 139460 w 139267"/>
                <a:gd name="connsiteY10" fmla="*/ 150221 h 199395"/>
                <a:gd name="connsiteX11" fmla="*/ 139460 w 139267"/>
                <a:gd name="connsiteY11" fmla="*/ 131344 h 199395"/>
                <a:gd name="connsiteX12" fmla="*/ 84964 w 139267"/>
                <a:gd name="connsiteY12" fmla="*/ 131344 h 199395"/>
                <a:gd name="connsiteX13" fmla="*/ 12303 w 139267"/>
                <a:gd name="connsiteY13" fmla="*/ 131344 h 199395"/>
                <a:gd name="connsiteX14" fmla="*/ 84964 w 139267"/>
                <a:gd name="connsiteY14" fmla="*/ 30171 h 199395"/>
                <a:gd name="connsiteX15" fmla="*/ 84964 w 139267"/>
                <a:gd name="connsiteY15" fmla="*/ 131344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67" h="199395">
                  <a:moveTo>
                    <a:pt x="139460" y="131344"/>
                  </a:moveTo>
                  <a:lnTo>
                    <a:pt x="108579" y="131344"/>
                  </a:lnTo>
                  <a:lnTo>
                    <a:pt x="108579" y="85"/>
                  </a:lnTo>
                  <a:lnTo>
                    <a:pt x="95258" y="85"/>
                  </a:lnTo>
                  <a:lnTo>
                    <a:pt x="193" y="131344"/>
                  </a:lnTo>
                  <a:lnTo>
                    <a:pt x="193" y="150221"/>
                  </a:lnTo>
                  <a:lnTo>
                    <a:pt x="85267" y="150221"/>
                  </a:lnTo>
                  <a:lnTo>
                    <a:pt x="85267" y="199480"/>
                  </a:lnTo>
                  <a:lnTo>
                    <a:pt x="108579" y="199480"/>
                  </a:lnTo>
                  <a:lnTo>
                    <a:pt x="108579" y="150221"/>
                  </a:lnTo>
                  <a:lnTo>
                    <a:pt x="139460" y="150221"/>
                  </a:lnTo>
                  <a:lnTo>
                    <a:pt x="139460" y="131344"/>
                  </a:lnTo>
                  <a:close/>
                  <a:moveTo>
                    <a:pt x="84964" y="131344"/>
                  </a:moveTo>
                  <a:lnTo>
                    <a:pt x="12303" y="131344"/>
                  </a:lnTo>
                  <a:lnTo>
                    <a:pt x="84964" y="30171"/>
                  </a:lnTo>
                  <a:lnTo>
                    <a:pt x="84964" y="131344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8046A6B-5C00-328B-CEB4-789B5316BFF6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8582768" y="4857196"/>
              <a:ext cx="129881" cy="205884"/>
            </a:xfrm>
            <a:custGeom>
              <a:avLst/>
              <a:gdLst>
                <a:gd name="connsiteX0" fmla="*/ 8978 w 129881"/>
                <a:gd name="connsiteY0" fmla="*/ 205969 h 205884"/>
                <a:gd name="connsiteX1" fmla="*/ 80125 w 129881"/>
                <a:gd name="connsiteY1" fmla="*/ 182077 h 205884"/>
                <a:gd name="connsiteX2" fmla="*/ 130080 w 129881"/>
                <a:gd name="connsiteY2" fmla="*/ 83264 h 205884"/>
                <a:gd name="connsiteX3" fmla="*/ 63171 w 129881"/>
                <a:gd name="connsiteY3" fmla="*/ 85 h 205884"/>
                <a:gd name="connsiteX4" fmla="*/ 198 w 129881"/>
                <a:gd name="connsiteY4" fmla="*/ 69696 h 205884"/>
                <a:gd name="connsiteX5" fmla="*/ 54694 w 129881"/>
                <a:gd name="connsiteY5" fmla="*/ 129574 h 205884"/>
                <a:gd name="connsiteX6" fmla="*/ 100107 w 129881"/>
                <a:gd name="connsiteY6" fmla="*/ 112761 h 205884"/>
                <a:gd name="connsiteX7" fmla="*/ 8069 w 129881"/>
                <a:gd name="connsiteY7" fmla="*/ 200070 h 205884"/>
                <a:gd name="connsiteX8" fmla="*/ 8978 w 129881"/>
                <a:gd name="connsiteY8" fmla="*/ 205969 h 205884"/>
                <a:gd name="connsiteX9" fmla="*/ 100712 w 129881"/>
                <a:gd name="connsiteY9" fmla="*/ 94768 h 205884"/>
                <a:gd name="connsiteX10" fmla="*/ 96171 w 129881"/>
                <a:gd name="connsiteY10" fmla="*/ 105977 h 205884"/>
                <a:gd name="connsiteX11" fmla="*/ 65593 w 129881"/>
                <a:gd name="connsiteY11" fmla="*/ 116890 h 205884"/>
                <a:gd name="connsiteX12" fmla="*/ 28051 w 129881"/>
                <a:gd name="connsiteY12" fmla="*/ 59667 h 205884"/>
                <a:gd name="connsiteX13" fmla="*/ 39253 w 129881"/>
                <a:gd name="connsiteY13" fmla="*/ 17488 h 205884"/>
                <a:gd name="connsiteX14" fmla="*/ 60749 w 129881"/>
                <a:gd name="connsiteY14" fmla="*/ 8344 h 205884"/>
                <a:gd name="connsiteX15" fmla="*/ 100712 w 129881"/>
                <a:gd name="connsiteY15" fmla="*/ 83264 h 205884"/>
                <a:gd name="connsiteX16" fmla="*/ 100712 w 129881"/>
                <a:gd name="connsiteY16" fmla="*/ 94768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881" h="205884">
                  <a:moveTo>
                    <a:pt x="8978" y="205969"/>
                  </a:moveTo>
                  <a:cubicBezTo>
                    <a:pt x="42886" y="202135"/>
                    <a:pt x="59538" y="196530"/>
                    <a:pt x="80125" y="182077"/>
                  </a:cubicBezTo>
                  <a:cubicBezTo>
                    <a:pt x="111611" y="159660"/>
                    <a:pt x="130080" y="123085"/>
                    <a:pt x="130080" y="83264"/>
                  </a:cubicBezTo>
                  <a:cubicBezTo>
                    <a:pt x="130080" y="34595"/>
                    <a:pt x="102226" y="85"/>
                    <a:pt x="63171" y="85"/>
                  </a:cubicBezTo>
                  <a:cubicBezTo>
                    <a:pt x="27143" y="85"/>
                    <a:pt x="198" y="29876"/>
                    <a:pt x="198" y="69696"/>
                  </a:cubicBezTo>
                  <a:cubicBezTo>
                    <a:pt x="198" y="105682"/>
                    <a:pt x="21996" y="129574"/>
                    <a:pt x="54694" y="129574"/>
                  </a:cubicBezTo>
                  <a:cubicBezTo>
                    <a:pt x="71345" y="129574"/>
                    <a:pt x="84061" y="124854"/>
                    <a:pt x="100107" y="112761"/>
                  </a:cubicBezTo>
                  <a:cubicBezTo>
                    <a:pt x="87694" y="160840"/>
                    <a:pt x="54088" y="192401"/>
                    <a:pt x="8069" y="200070"/>
                  </a:cubicBezTo>
                  <a:lnTo>
                    <a:pt x="8978" y="205969"/>
                  </a:lnTo>
                  <a:close/>
                  <a:moveTo>
                    <a:pt x="100712" y="94768"/>
                  </a:moveTo>
                  <a:cubicBezTo>
                    <a:pt x="100712" y="100667"/>
                    <a:pt x="99501" y="103322"/>
                    <a:pt x="96171" y="105977"/>
                  </a:cubicBezTo>
                  <a:cubicBezTo>
                    <a:pt x="87694" y="113056"/>
                    <a:pt x="76492" y="116890"/>
                    <a:pt x="65593" y="116890"/>
                  </a:cubicBezTo>
                  <a:cubicBezTo>
                    <a:pt x="42583" y="116890"/>
                    <a:pt x="28051" y="94768"/>
                    <a:pt x="28051" y="59667"/>
                  </a:cubicBezTo>
                  <a:cubicBezTo>
                    <a:pt x="28051" y="42854"/>
                    <a:pt x="32895" y="25157"/>
                    <a:pt x="39253" y="17488"/>
                  </a:cubicBezTo>
                  <a:cubicBezTo>
                    <a:pt x="44400" y="11588"/>
                    <a:pt x="51969" y="8344"/>
                    <a:pt x="60749" y="8344"/>
                  </a:cubicBezTo>
                  <a:cubicBezTo>
                    <a:pt x="87088" y="8344"/>
                    <a:pt x="100712" y="33711"/>
                    <a:pt x="100712" y="83264"/>
                  </a:cubicBezTo>
                  <a:lnTo>
                    <a:pt x="100712" y="94768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113FDA6-8049-A2CE-DAD0-5C54C292308E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8759236" y="4857196"/>
              <a:ext cx="85679" cy="199395"/>
            </a:xfrm>
            <a:custGeom>
              <a:avLst/>
              <a:gdLst>
                <a:gd name="connsiteX0" fmla="*/ 54699 w 85679"/>
                <a:gd name="connsiteY0" fmla="*/ 85 h 199395"/>
                <a:gd name="connsiteX1" fmla="*/ 203 w 85679"/>
                <a:gd name="connsiteY1" fmla="*/ 26926 h 199395"/>
                <a:gd name="connsiteX2" fmla="*/ 203 w 85679"/>
                <a:gd name="connsiteY2" fmla="*/ 31056 h 199395"/>
                <a:gd name="connsiteX3" fmla="*/ 8377 w 85679"/>
                <a:gd name="connsiteY3" fmla="*/ 27811 h 199395"/>
                <a:gd name="connsiteX4" fmla="*/ 22001 w 85679"/>
                <a:gd name="connsiteY4" fmla="*/ 24567 h 199395"/>
                <a:gd name="connsiteX5" fmla="*/ 31084 w 85679"/>
                <a:gd name="connsiteY5" fmla="*/ 38430 h 199395"/>
                <a:gd name="connsiteX6" fmla="*/ 31084 w 85679"/>
                <a:gd name="connsiteY6" fmla="*/ 172048 h 199395"/>
                <a:gd name="connsiteX7" fmla="*/ 23818 w 85679"/>
                <a:gd name="connsiteY7" fmla="*/ 191221 h 199395"/>
                <a:gd name="connsiteX8" fmla="*/ 2322 w 85679"/>
                <a:gd name="connsiteY8" fmla="*/ 195056 h 199395"/>
                <a:gd name="connsiteX9" fmla="*/ 2322 w 85679"/>
                <a:gd name="connsiteY9" fmla="*/ 199480 h 199395"/>
                <a:gd name="connsiteX10" fmla="*/ 85882 w 85679"/>
                <a:gd name="connsiteY10" fmla="*/ 199480 h 199395"/>
                <a:gd name="connsiteX11" fmla="*/ 85882 w 85679"/>
                <a:gd name="connsiteY11" fmla="*/ 195056 h 199395"/>
                <a:gd name="connsiteX12" fmla="*/ 57121 w 85679"/>
                <a:gd name="connsiteY12" fmla="*/ 177653 h 199395"/>
                <a:gd name="connsiteX13" fmla="*/ 57121 w 85679"/>
                <a:gd name="connsiteY13" fmla="*/ 675 h 199395"/>
                <a:gd name="connsiteX14" fmla="*/ 54699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699" y="85"/>
                  </a:moveTo>
                  <a:lnTo>
                    <a:pt x="203" y="26926"/>
                  </a:lnTo>
                  <a:lnTo>
                    <a:pt x="203" y="31056"/>
                  </a:lnTo>
                  <a:cubicBezTo>
                    <a:pt x="3836" y="29581"/>
                    <a:pt x="7166" y="28401"/>
                    <a:pt x="8377" y="27811"/>
                  </a:cubicBezTo>
                  <a:cubicBezTo>
                    <a:pt x="13827" y="25747"/>
                    <a:pt x="18974" y="24567"/>
                    <a:pt x="22001" y="24567"/>
                  </a:cubicBezTo>
                  <a:cubicBezTo>
                    <a:pt x="28359" y="24567"/>
                    <a:pt x="31084" y="28991"/>
                    <a:pt x="31084" y="38430"/>
                  </a:cubicBezTo>
                  <a:lnTo>
                    <a:pt x="31084" y="172048"/>
                  </a:lnTo>
                  <a:cubicBezTo>
                    <a:pt x="31084" y="181782"/>
                    <a:pt x="28662" y="188566"/>
                    <a:pt x="23818" y="191221"/>
                  </a:cubicBezTo>
                  <a:cubicBezTo>
                    <a:pt x="19276" y="193876"/>
                    <a:pt x="15038" y="194761"/>
                    <a:pt x="2322" y="195056"/>
                  </a:cubicBezTo>
                  <a:lnTo>
                    <a:pt x="2322" y="199480"/>
                  </a:lnTo>
                  <a:lnTo>
                    <a:pt x="85882" y="199480"/>
                  </a:lnTo>
                  <a:lnTo>
                    <a:pt x="85882" y="195056"/>
                  </a:lnTo>
                  <a:cubicBezTo>
                    <a:pt x="61965" y="194761"/>
                    <a:pt x="57121" y="191811"/>
                    <a:pt x="57121" y="177653"/>
                  </a:cubicBezTo>
                  <a:lnTo>
                    <a:pt x="57121" y="675"/>
                  </a:lnTo>
                  <a:lnTo>
                    <a:pt x="54699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FE48D3E-6A79-FE6E-D055-DF6F8DB5C8E9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894227" y="4835369"/>
              <a:ext cx="117771" cy="294963"/>
            </a:xfrm>
            <a:custGeom>
              <a:avLst/>
              <a:gdLst>
                <a:gd name="connsiteX0" fmla="*/ 116466 w 117771"/>
                <a:gd name="connsiteY0" fmla="*/ 11293 h 294963"/>
                <a:gd name="connsiteX1" fmla="*/ 117979 w 117771"/>
                <a:gd name="connsiteY1" fmla="*/ 5984 h 294963"/>
                <a:gd name="connsiteX2" fmla="*/ 111924 w 117771"/>
                <a:gd name="connsiteY2" fmla="*/ 85 h 294963"/>
                <a:gd name="connsiteX3" fmla="*/ 106777 w 117771"/>
                <a:gd name="connsiteY3" fmla="*/ 2739 h 294963"/>
                <a:gd name="connsiteX4" fmla="*/ 1722 w 117771"/>
                <a:gd name="connsiteY4" fmla="*/ 283840 h 294963"/>
                <a:gd name="connsiteX5" fmla="*/ 208 w 117771"/>
                <a:gd name="connsiteY5" fmla="*/ 289149 h 294963"/>
                <a:gd name="connsiteX6" fmla="*/ 6263 w 117771"/>
                <a:gd name="connsiteY6" fmla="*/ 295048 h 294963"/>
                <a:gd name="connsiteX7" fmla="*/ 12923 w 117771"/>
                <a:gd name="connsiteY7" fmla="*/ 287969 h 294963"/>
                <a:gd name="connsiteX8" fmla="*/ 116466 w 117771"/>
                <a:gd name="connsiteY8" fmla="*/ 11293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771" h="294963">
                  <a:moveTo>
                    <a:pt x="116466" y="11293"/>
                  </a:moveTo>
                  <a:cubicBezTo>
                    <a:pt x="117979" y="7459"/>
                    <a:pt x="117979" y="6279"/>
                    <a:pt x="117979" y="5984"/>
                  </a:cubicBezTo>
                  <a:cubicBezTo>
                    <a:pt x="117979" y="2739"/>
                    <a:pt x="115255" y="85"/>
                    <a:pt x="111924" y="85"/>
                  </a:cubicBezTo>
                  <a:cubicBezTo>
                    <a:pt x="109805" y="85"/>
                    <a:pt x="107686" y="970"/>
                    <a:pt x="106777" y="2739"/>
                  </a:cubicBezTo>
                  <a:lnTo>
                    <a:pt x="1722" y="283840"/>
                  </a:lnTo>
                  <a:cubicBezTo>
                    <a:pt x="208" y="287674"/>
                    <a:pt x="208" y="288854"/>
                    <a:pt x="208" y="289149"/>
                  </a:cubicBezTo>
                  <a:cubicBezTo>
                    <a:pt x="208" y="292394"/>
                    <a:pt x="2933" y="295048"/>
                    <a:pt x="6263" y="295048"/>
                  </a:cubicBezTo>
                  <a:cubicBezTo>
                    <a:pt x="10199" y="295048"/>
                    <a:pt x="11107" y="292984"/>
                    <a:pt x="12923" y="287969"/>
                  </a:cubicBezTo>
                  <a:lnTo>
                    <a:pt x="116466" y="11293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46FDD30-91F6-A0E8-5397-63D5E93B1517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9046475" y="4857196"/>
              <a:ext cx="117771" cy="203524"/>
            </a:xfrm>
            <a:custGeom>
              <a:avLst/>
              <a:gdLst>
                <a:gd name="connsiteX0" fmla="*/ 71057 w 117771"/>
                <a:gd name="connsiteY0" fmla="*/ 90049 h 203524"/>
                <a:gd name="connsiteX1" fmla="*/ 111626 w 117771"/>
                <a:gd name="connsiteY1" fmla="*/ 41970 h 203524"/>
                <a:gd name="connsiteX2" fmla="*/ 59553 w 117771"/>
                <a:gd name="connsiteY2" fmla="*/ 85 h 203524"/>
                <a:gd name="connsiteX3" fmla="*/ 2029 w 117771"/>
                <a:gd name="connsiteY3" fmla="*/ 46689 h 203524"/>
                <a:gd name="connsiteX4" fmla="*/ 39571 w 117771"/>
                <a:gd name="connsiteY4" fmla="*/ 101552 h 203524"/>
                <a:gd name="connsiteX5" fmla="*/ 213 w 117771"/>
                <a:gd name="connsiteY5" fmla="*/ 154941 h 203524"/>
                <a:gd name="connsiteX6" fmla="*/ 58342 w 117771"/>
                <a:gd name="connsiteY6" fmla="*/ 203610 h 203524"/>
                <a:gd name="connsiteX7" fmla="*/ 117984 w 117771"/>
                <a:gd name="connsiteY7" fmla="*/ 153761 h 203524"/>
                <a:gd name="connsiteX8" fmla="*/ 71057 w 117771"/>
                <a:gd name="connsiteY8" fmla="*/ 90049 h 203524"/>
                <a:gd name="connsiteX9" fmla="*/ 65608 w 117771"/>
                <a:gd name="connsiteY9" fmla="*/ 120430 h 203524"/>
                <a:gd name="connsiteX10" fmla="*/ 94975 w 117771"/>
                <a:gd name="connsiteY10" fmla="*/ 162905 h 203524"/>
                <a:gd name="connsiteX11" fmla="*/ 61672 w 117771"/>
                <a:gd name="connsiteY11" fmla="*/ 195351 h 203524"/>
                <a:gd name="connsiteX12" fmla="*/ 23222 w 117771"/>
                <a:gd name="connsiteY12" fmla="*/ 152581 h 203524"/>
                <a:gd name="connsiteX13" fmla="*/ 47442 w 117771"/>
                <a:gd name="connsiteY13" fmla="*/ 107451 h 203524"/>
                <a:gd name="connsiteX14" fmla="*/ 65608 w 117771"/>
                <a:gd name="connsiteY14" fmla="*/ 120430 h 203524"/>
                <a:gd name="connsiteX15" fmla="*/ 62277 w 117771"/>
                <a:gd name="connsiteY15" fmla="*/ 84739 h 203524"/>
                <a:gd name="connsiteX16" fmla="*/ 24433 w 117771"/>
                <a:gd name="connsiteY16" fmla="*/ 37545 h 203524"/>
                <a:gd name="connsiteX17" fmla="*/ 57131 w 117771"/>
                <a:gd name="connsiteY17" fmla="*/ 8344 h 203524"/>
                <a:gd name="connsiteX18" fmla="*/ 90736 w 117771"/>
                <a:gd name="connsiteY18" fmla="*/ 41675 h 203524"/>
                <a:gd name="connsiteX19" fmla="*/ 65002 w 117771"/>
                <a:gd name="connsiteY19" fmla="*/ 82969 h 203524"/>
                <a:gd name="connsiteX20" fmla="*/ 62277 w 117771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71" h="203524">
                  <a:moveTo>
                    <a:pt x="71057" y="90049"/>
                  </a:moveTo>
                  <a:cubicBezTo>
                    <a:pt x="101030" y="74416"/>
                    <a:pt x="111626" y="62027"/>
                    <a:pt x="111626" y="41970"/>
                  </a:cubicBezTo>
                  <a:cubicBezTo>
                    <a:pt x="111626" y="17783"/>
                    <a:pt x="89828" y="85"/>
                    <a:pt x="59553" y="85"/>
                  </a:cubicBezTo>
                  <a:cubicBezTo>
                    <a:pt x="26552" y="85"/>
                    <a:pt x="2029" y="19847"/>
                    <a:pt x="2029" y="46689"/>
                  </a:cubicBezTo>
                  <a:cubicBezTo>
                    <a:pt x="2029" y="65862"/>
                    <a:pt x="7782" y="74416"/>
                    <a:pt x="39571" y="101552"/>
                  </a:cubicBezTo>
                  <a:cubicBezTo>
                    <a:pt x="6873" y="125739"/>
                    <a:pt x="213" y="134883"/>
                    <a:pt x="213" y="154941"/>
                  </a:cubicBezTo>
                  <a:cubicBezTo>
                    <a:pt x="213" y="183552"/>
                    <a:pt x="24130" y="203610"/>
                    <a:pt x="58342" y="203610"/>
                  </a:cubicBezTo>
                  <a:cubicBezTo>
                    <a:pt x="94672" y="203610"/>
                    <a:pt x="117984" y="184142"/>
                    <a:pt x="117984" y="153761"/>
                  </a:cubicBezTo>
                  <a:cubicBezTo>
                    <a:pt x="117984" y="131049"/>
                    <a:pt x="107691" y="116595"/>
                    <a:pt x="71057" y="90049"/>
                  </a:cubicBezTo>
                  <a:close/>
                  <a:moveTo>
                    <a:pt x="65608" y="120430"/>
                  </a:moveTo>
                  <a:cubicBezTo>
                    <a:pt x="87709" y="135768"/>
                    <a:pt x="94975" y="146387"/>
                    <a:pt x="94975" y="162905"/>
                  </a:cubicBezTo>
                  <a:cubicBezTo>
                    <a:pt x="94975" y="182077"/>
                    <a:pt x="81351" y="195351"/>
                    <a:pt x="61672" y="195351"/>
                  </a:cubicBezTo>
                  <a:cubicBezTo>
                    <a:pt x="38663" y="195351"/>
                    <a:pt x="23222" y="178243"/>
                    <a:pt x="23222" y="152581"/>
                  </a:cubicBezTo>
                  <a:cubicBezTo>
                    <a:pt x="23222" y="133703"/>
                    <a:pt x="29883" y="121315"/>
                    <a:pt x="47442" y="107451"/>
                  </a:cubicBezTo>
                  <a:lnTo>
                    <a:pt x="65608" y="120430"/>
                  </a:lnTo>
                  <a:close/>
                  <a:moveTo>
                    <a:pt x="62277" y="84739"/>
                  </a:moveTo>
                  <a:cubicBezTo>
                    <a:pt x="35332" y="67631"/>
                    <a:pt x="24433" y="54063"/>
                    <a:pt x="24433" y="37545"/>
                  </a:cubicBezTo>
                  <a:cubicBezTo>
                    <a:pt x="24433" y="20437"/>
                    <a:pt x="38057" y="8344"/>
                    <a:pt x="57131" y="8344"/>
                  </a:cubicBezTo>
                  <a:cubicBezTo>
                    <a:pt x="77718" y="8344"/>
                    <a:pt x="90736" y="21322"/>
                    <a:pt x="90736" y="41675"/>
                  </a:cubicBezTo>
                  <a:cubicBezTo>
                    <a:pt x="90736" y="58487"/>
                    <a:pt x="82259" y="71761"/>
                    <a:pt x="65002" y="82969"/>
                  </a:cubicBezTo>
                  <a:cubicBezTo>
                    <a:pt x="63488" y="83854"/>
                    <a:pt x="63488" y="83854"/>
                    <a:pt x="62277" y="8473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BDC16D2-7C8B-78C3-D998-4B4D268FB000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9198722" y="4835369"/>
              <a:ext cx="70239" cy="294963"/>
            </a:xfrm>
            <a:custGeom>
              <a:avLst/>
              <a:gdLst>
                <a:gd name="connsiteX0" fmla="*/ 70457 w 70239"/>
                <a:gd name="connsiteY0" fmla="*/ 147567 h 294963"/>
                <a:gd name="connsiteX1" fmla="*/ 50475 w 70239"/>
                <a:gd name="connsiteY1" fmla="*/ 55538 h 294963"/>
                <a:gd name="connsiteX2" fmla="*/ 3245 w 70239"/>
                <a:gd name="connsiteY2" fmla="*/ 85 h 294963"/>
                <a:gd name="connsiteX3" fmla="*/ 218 w 70239"/>
                <a:gd name="connsiteY3" fmla="*/ 3034 h 294963"/>
                <a:gd name="connsiteX4" fmla="*/ 5970 w 70239"/>
                <a:gd name="connsiteY4" fmla="*/ 9818 h 294963"/>
                <a:gd name="connsiteX5" fmla="*/ 52897 w 70239"/>
                <a:gd name="connsiteY5" fmla="*/ 147567 h 294963"/>
                <a:gd name="connsiteX6" fmla="*/ 4154 w 70239"/>
                <a:gd name="connsiteY6" fmla="*/ 287084 h 294963"/>
                <a:gd name="connsiteX7" fmla="*/ 218 w 70239"/>
                <a:gd name="connsiteY7" fmla="*/ 292099 h 294963"/>
                <a:gd name="connsiteX8" fmla="*/ 3245 w 70239"/>
                <a:gd name="connsiteY8" fmla="*/ 295048 h 294963"/>
                <a:gd name="connsiteX9" fmla="*/ 51383 w 70239"/>
                <a:gd name="connsiteY9" fmla="*/ 237530 h 294963"/>
                <a:gd name="connsiteX10" fmla="*/ 70457 w 70239"/>
                <a:gd name="connsiteY10" fmla="*/ 14756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239" h="294963">
                  <a:moveTo>
                    <a:pt x="70457" y="147567"/>
                  </a:moveTo>
                  <a:cubicBezTo>
                    <a:pt x="70457" y="124559"/>
                    <a:pt x="67127" y="88869"/>
                    <a:pt x="50475" y="55538"/>
                  </a:cubicBezTo>
                  <a:cubicBezTo>
                    <a:pt x="32310" y="19257"/>
                    <a:pt x="6273" y="85"/>
                    <a:pt x="3245" y="85"/>
                  </a:cubicBezTo>
                  <a:cubicBezTo>
                    <a:pt x="1429" y="85"/>
                    <a:pt x="218" y="1265"/>
                    <a:pt x="218" y="3034"/>
                  </a:cubicBezTo>
                  <a:cubicBezTo>
                    <a:pt x="218" y="3919"/>
                    <a:pt x="218" y="4509"/>
                    <a:pt x="5970" y="9818"/>
                  </a:cubicBezTo>
                  <a:cubicBezTo>
                    <a:pt x="35640" y="39020"/>
                    <a:pt x="52897" y="85919"/>
                    <a:pt x="52897" y="147567"/>
                  </a:cubicBezTo>
                  <a:cubicBezTo>
                    <a:pt x="52897" y="198005"/>
                    <a:pt x="41695" y="249919"/>
                    <a:pt x="4154" y="287084"/>
                  </a:cubicBezTo>
                  <a:cubicBezTo>
                    <a:pt x="218" y="290624"/>
                    <a:pt x="218" y="291214"/>
                    <a:pt x="218" y="292099"/>
                  </a:cubicBezTo>
                  <a:cubicBezTo>
                    <a:pt x="218" y="293868"/>
                    <a:pt x="1429" y="295048"/>
                    <a:pt x="3245" y="295048"/>
                  </a:cubicBezTo>
                  <a:cubicBezTo>
                    <a:pt x="6273" y="295048"/>
                    <a:pt x="33521" y="274991"/>
                    <a:pt x="51383" y="237530"/>
                  </a:cubicBezTo>
                  <a:cubicBezTo>
                    <a:pt x="66824" y="205084"/>
                    <a:pt x="70457" y="172343"/>
                    <a:pt x="70457" y="147567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C34F96-3B97-FDF9-8BFD-ECB76C0132A0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9335096" y="4835369"/>
              <a:ext cx="41477" cy="294963"/>
            </a:xfrm>
            <a:custGeom>
              <a:avLst/>
              <a:gdLst>
                <a:gd name="connsiteX0" fmla="*/ 41699 w 41477"/>
                <a:gd name="connsiteY0" fmla="*/ 295048 h 294963"/>
                <a:gd name="connsiteX1" fmla="*/ 41699 w 41477"/>
                <a:gd name="connsiteY1" fmla="*/ 283250 h 294963"/>
                <a:gd name="connsiteX2" fmla="*/ 12332 w 41477"/>
                <a:gd name="connsiteY2" fmla="*/ 283250 h 294963"/>
                <a:gd name="connsiteX3" fmla="*/ 12332 w 41477"/>
                <a:gd name="connsiteY3" fmla="*/ 11883 h 294963"/>
                <a:gd name="connsiteX4" fmla="*/ 41699 w 41477"/>
                <a:gd name="connsiteY4" fmla="*/ 11883 h 294963"/>
                <a:gd name="connsiteX5" fmla="*/ 41699 w 41477"/>
                <a:gd name="connsiteY5" fmla="*/ 85 h 294963"/>
                <a:gd name="connsiteX6" fmla="*/ 222 w 41477"/>
                <a:gd name="connsiteY6" fmla="*/ 85 h 294963"/>
                <a:gd name="connsiteX7" fmla="*/ 222 w 41477"/>
                <a:gd name="connsiteY7" fmla="*/ 295048 h 294963"/>
                <a:gd name="connsiteX8" fmla="*/ 41699 w 41477"/>
                <a:gd name="connsiteY8" fmla="*/ 295048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77" h="294963">
                  <a:moveTo>
                    <a:pt x="41699" y="295048"/>
                  </a:moveTo>
                  <a:lnTo>
                    <a:pt x="41699" y="283250"/>
                  </a:lnTo>
                  <a:lnTo>
                    <a:pt x="12332" y="283250"/>
                  </a:lnTo>
                  <a:lnTo>
                    <a:pt x="12332" y="11883"/>
                  </a:lnTo>
                  <a:lnTo>
                    <a:pt x="41699" y="11883"/>
                  </a:lnTo>
                  <a:lnTo>
                    <a:pt x="41699" y="85"/>
                  </a:lnTo>
                  <a:lnTo>
                    <a:pt x="222" y="85"/>
                  </a:lnTo>
                  <a:lnTo>
                    <a:pt x="222" y="295048"/>
                  </a:lnTo>
                  <a:lnTo>
                    <a:pt x="41699" y="295048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26768E7-D1E7-0CAE-95AA-9B4C45E54F47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9390812" y="4857196"/>
              <a:ext cx="136845" cy="203524"/>
            </a:xfrm>
            <a:custGeom>
              <a:avLst/>
              <a:gdLst>
                <a:gd name="connsiteX0" fmla="*/ 69858 w 136845"/>
                <a:gd name="connsiteY0" fmla="*/ 85 h 203524"/>
                <a:gd name="connsiteX1" fmla="*/ 29289 w 136845"/>
                <a:gd name="connsiteY1" fmla="*/ 15423 h 203524"/>
                <a:gd name="connsiteX2" fmla="*/ 224 w 136845"/>
                <a:gd name="connsiteY2" fmla="*/ 100372 h 203524"/>
                <a:gd name="connsiteX3" fmla="*/ 24445 w 136845"/>
                <a:gd name="connsiteY3" fmla="*/ 183552 h 203524"/>
                <a:gd name="connsiteX4" fmla="*/ 68647 w 136845"/>
                <a:gd name="connsiteY4" fmla="*/ 203610 h 203524"/>
                <a:gd name="connsiteX5" fmla="*/ 108005 w 136845"/>
                <a:gd name="connsiteY5" fmla="*/ 188271 h 203524"/>
                <a:gd name="connsiteX6" fmla="*/ 137069 w 136845"/>
                <a:gd name="connsiteY6" fmla="*/ 102142 h 203524"/>
                <a:gd name="connsiteX7" fmla="*/ 69858 w 136845"/>
                <a:gd name="connsiteY7" fmla="*/ 85 h 203524"/>
                <a:gd name="connsiteX8" fmla="*/ 68950 w 136845"/>
                <a:gd name="connsiteY8" fmla="*/ 7754 h 203524"/>
                <a:gd name="connsiteX9" fmla="*/ 108005 w 136845"/>
                <a:gd name="connsiteY9" fmla="*/ 102732 h 203524"/>
                <a:gd name="connsiteX10" fmla="*/ 68647 w 136845"/>
                <a:gd name="connsiteY10" fmla="*/ 195941 h 203524"/>
                <a:gd name="connsiteX11" fmla="*/ 29289 w 136845"/>
                <a:gd name="connsiteY11" fmla="*/ 103027 h 203524"/>
                <a:gd name="connsiteX12" fmla="*/ 68950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858" y="85"/>
                  </a:moveTo>
                  <a:cubicBezTo>
                    <a:pt x="53206" y="85"/>
                    <a:pt x="40491" y="5099"/>
                    <a:pt x="29289" y="15423"/>
                  </a:cubicBezTo>
                  <a:cubicBezTo>
                    <a:pt x="11729" y="31941"/>
                    <a:pt x="224" y="65862"/>
                    <a:pt x="224" y="100372"/>
                  </a:cubicBezTo>
                  <a:cubicBezTo>
                    <a:pt x="224" y="132523"/>
                    <a:pt x="10215" y="167034"/>
                    <a:pt x="24445" y="183552"/>
                  </a:cubicBezTo>
                  <a:cubicBezTo>
                    <a:pt x="35647" y="196530"/>
                    <a:pt x="51087" y="203610"/>
                    <a:pt x="68647" y="203610"/>
                  </a:cubicBezTo>
                  <a:cubicBezTo>
                    <a:pt x="84087" y="203610"/>
                    <a:pt x="97106" y="198595"/>
                    <a:pt x="108005" y="188271"/>
                  </a:cubicBezTo>
                  <a:cubicBezTo>
                    <a:pt x="125565" y="172048"/>
                    <a:pt x="137069" y="137833"/>
                    <a:pt x="137069" y="102142"/>
                  </a:cubicBezTo>
                  <a:cubicBezTo>
                    <a:pt x="137069" y="41675"/>
                    <a:pt x="109519" y="85"/>
                    <a:pt x="69858" y="85"/>
                  </a:cubicBezTo>
                  <a:close/>
                  <a:moveTo>
                    <a:pt x="68950" y="7754"/>
                  </a:moveTo>
                  <a:cubicBezTo>
                    <a:pt x="94381" y="7754"/>
                    <a:pt x="108005" y="41085"/>
                    <a:pt x="108005" y="102732"/>
                  </a:cubicBezTo>
                  <a:cubicBezTo>
                    <a:pt x="108005" y="164379"/>
                    <a:pt x="94684" y="195941"/>
                    <a:pt x="68647" y="195941"/>
                  </a:cubicBezTo>
                  <a:cubicBezTo>
                    <a:pt x="42610" y="195941"/>
                    <a:pt x="29289" y="164379"/>
                    <a:pt x="29289" y="103027"/>
                  </a:cubicBezTo>
                  <a:cubicBezTo>
                    <a:pt x="29289" y="40495"/>
                    <a:pt x="42913" y="7754"/>
                    <a:pt x="68950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0D1CE6E-75D1-04CA-927D-B26022441C07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9561527" y="5025325"/>
              <a:ext cx="32092" cy="31266"/>
            </a:xfrm>
            <a:custGeom>
              <a:avLst/>
              <a:gdLst>
                <a:gd name="connsiteX0" fmla="*/ 32321 w 32092"/>
                <a:gd name="connsiteY0" fmla="*/ 15718 h 31266"/>
                <a:gd name="connsiteX1" fmla="*/ 16275 w 32092"/>
                <a:gd name="connsiteY1" fmla="*/ 85 h 31266"/>
                <a:gd name="connsiteX2" fmla="*/ 229 w 32092"/>
                <a:gd name="connsiteY2" fmla="*/ 15718 h 31266"/>
                <a:gd name="connsiteX3" fmla="*/ 16275 w 32092"/>
                <a:gd name="connsiteY3" fmla="*/ 31351 h 31266"/>
                <a:gd name="connsiteX4" fmla="*/ 32321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321" y="15718"/>
                  </a:moveTo>
                  <a:cubicBezTo>
                    <a:pt x="32321" y="7164"/>
                    <a:pt x="25055" y="85"/>
                    <a:pt x="16275" y="85"/>
                  </a:cubicBezTo>
                  <a:cubicBezTo>
                    <a:pt x="7495" y="85"/>
                    <a:pt x="229" y="7164"/>
                    <a:pt x="229" y="15718"/>
                  </a:cubicBezTo>
                  <a:cubicBezTo>
                    <a:pt x="229" y="24272"/>
                    <a:pt x="7495" y="31351"/>
                    <a:pt x="16275" y="31351"/>
                  </a:cubicBezTo>
                  <a:cubicBezTo>
                    <a:pt x="25055" y="31351"/>
                    <a:pt x="32321" y="24272"/>
                    <a:pt x="32321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BA30B5-1951-A21D-A13F-83F38CCC2DD6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678825" y="4884627"/>
              <a:ext cx="201331" cy="196445"/>
            </a:xfrm>
            <a:custGeom>
              <a:avLst/>
              <a:gdLst>
                <a:gd name="connsiteX0" fmla="*/ 107106 w 201331"/>
                <a:gd name="connsiteY0" fmla="*/ 104207 h 196445"/>
                <a:gd name="connsiteX1" fmla="*/ 191574 w 201331"/>
                <a:gd name="connsiteY1" fmla="*/ 104207 h 196445"/>
                <a:gd name="connsiteX2" fmla="*/ 201565 w 201331"/>
                <a:gd name="connsiteY2" fmla="*/ 98308 h 196445"/>
                <a:gd name="connsiteX3" fmla="*/ 191574 w 201331"/>
                <a:gd name="connsiteY3" fmla="*/ 92408 h 196445"/>
                <a:gd name="connsiteX4" fmla="*/ 107106 w 201331"/>
                <a:gd name="connsiteY4" fmla="*/ 92408 h 196445"/>
                <a:gd name="connsiteX5" fmla="*/ 107106 w 201331"/>
                <a:gd name="connsiteY5" fmla="*/ 9818 h 196445"/>
                <a:gd name="connsiteX6" fmla="*/ 101051 w 201331"/>
                <a:gd name="connsiteY6" fmla="*/ 85 h 196445"/>
                <a:gd name="connsiteX7" fmla="*/ 94996 w 201331"/>
                <a:gd name="connsiteY7" fmla="*/ 9818 h 196445"/>
                <a:gd name="connsiteX8" fmla="*/ 94996 w 201331"/>
                <a:gd name="connsiteY8" fmla="*/ 92408 h 196445"/>
                <a:gd name="connsiteX9" fmla="*/ 10224 w 201331"/>
                <a:gd name="connsiteY9" fmla="*/ 92408 h 196445"/>
                <a:gd name="connsiteX10" fmla="*/ 233 w 201331"/>
                <a:gd name="connsiteY10" fmla="*/ 98308 h 196445"/>
                <a:gd name="connsiteX11" fmla="*/ 10224 w 201331"/>
                <a:gd name="connsiteY11" fmla="*/ 104207 h 196445"/>
                <a:gd name="connsiteX12" fmla="*/ 94996 w 201331"/>
                <a:gd name="connsiteY12" fmla="*/ 104207 h 196445"/>
                <a:gd name="connsiteX13" fmla="*/ 94996 w 201331"/>
                <a:gd name="connsiteY13" fmla="*/ 186797 h 196445"/>
                <a:gd name="connsiteX14" fmla="*/ 101051 w 201331"/>
                <a:gd name="connsiteY14" fmla="*/ 196530 h 196445"/>
                <a:gd name="connsiteX15" fmla="*/ 107106 w 201331"/>
                <a:gd name="connsiteY15" fmla="*/ 186797 h 196445"/>
                <a:gd name="connsiteX16" fmla="*/ 107106 w 201331"/>
                <a:gd name="connsiteY16" fmla="*/ 104207 h 196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31" h="196445">
                  <a:moveTo>
                    <a:pt x="107106" y="104207"/>
                  </a:moveTo>
                  <a:lnTo>
                    <a:pt x="191574" y="104207"/>
                  </a:lnTo>
                  <a:cubicBezTo>
                    <a:pt x="195813" y="104207"/>
                    <a:pt x="201565" y="104207"/>
                    <a:pt x="201565" y="98308"/>
                  </a:cubicBezTo>
                  <a:cubicBezTo>
                    <a:pt x="201565" y="92408"/>
                    <a:pt x="195813" y="92408"/>
                    <a:pt x="191574" y="92408"/>
                  </a:cubicBezTo>
                  <a:lnTo>
                    <a:pt x="107106" y="92408"/>
                  </a:lnTo>
                  <a:lnTo>
                    <a:pt x="107106" y="9818"/>
                  </a:lnTo>
                  <a:cubicBezTo>
                    <a:pt x="107106" y="5689"/>
                    <a:pt x="107106" y="85"/>
                    <a:pt x="101051" y="85"/>
                  </a:cubicBezTo>
                  <a:cubicBezTo>
                    <a:pt x="94996" y="85"/>
                    <a:pt x="94996" y="5689"/>
                    <a:pt x="94996" y="9818"/>
                  </a:cubicBezTo>
                  <a:lnTo>
                    <a:pt x="94996" y="92408"/>
                  </a:lnTo>
                  <a:lnTo>
                    <a:pt x="10224" y="92408"/>
                  </a:lnTo>
                  <a:cubicBezTo>
                    <a:pt x="5986" y="92408"/>
                    <a:pt x="233" y="92408"/>
                    <a:pt x="233" y="98308"/>
                  </a:cubicBezTo>
                  <a:cubicBezTo>
                    <a:pt x="233" y="104207"/>
                    <a:pt x="5986" y="104207"/>
                    <a:pt x="10224" y="104207"/>
                  </a:cubicBezTo>
                  <a:lnTo>
                    <a:pt x="94996" y="104207"/>
                  </a:lnTo>
                  <a:lnTo>
                    <a:pt x="94996" y="186797"/>
                  </a:lnTo>
                  <a:cubicBezTo>
                    <a:pt x="94996" y="190926"/>
                    <a:pt x="94996" y="196530"/>
                    <a:pt x="101051" y="196530"/>
                  </a:cubicBezTo>
                  <a:cubicBezTo>
                    <a:pt x="107106" y="196530"/>
                    <a:pt x="107106" y="190926"/>
                    <a:pt x="107106" y="186797"/>
                  </a:cubicBezTo>
                  <a:lnTo>
                    <a:pt x="107106" y="104207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97D7967-582C-C8A6-EB2E-B1C62155AD6E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953215" y="4857196"/>
              <a:ext cx="117771" cy="203524"/>
            </a:xfrm>
            <a:custGeom>
              <a:avLst/>
              <a:gdLst>
                <a:gd name="connsiteX0" fmla="*/ 33546 w 117771"/>
                <a:gd name="connsiteY0" fmla="*/ 102142 h 203524"/>
                <a:gd name="connsiteX1" fmla="*/ 65638 w 117771"/>
                <a:gd name="connsiteY1" fmla="*/ 105387 h 203524"/>
                <a:gd name="connsiteX2" fmla="*/ 96216 w 117771"/>
                <a:gd name="connsiteY2" fmla="*/ 149041 h 203524"/>
                <a:gd name="connsiteX3" fmla="*/ 56555 w 117771"/>
                <a:gd name="connsiteY3" fmla="*/ 192991 h 203524"/>
                <a:gd name="connsiteX4" fmla="*/ 31124 w 117771"/>
                <a:gd name="connsiteY4" fmla="*/ 183847 h 203524"/>
                <a:gd name="connsiteX5" fmla="*/ 11747 w 117771"/>
                <a:gd name="connsiteY5" fmla="*/ 176473 h 203524"/>
                <a:gd name="connsiteX6" fmla="*/ 243 w 117771"/>
                <a:gd name="connsiteY6" fmla="*/ 186797 h 203524"/>
                <a:gd name="connsiteX7" fmla="*/ 34454 w 117771"/>
                <a:gd name="connsiteY7" fmla="*/ 203610 h 203524"/>
                <a:gd name="connsiteX8" fmla="*/ 95913 w 117771"/>
                <a:gd name="connsiteY8" fmla="*/ 183847 h 203524"/>
                <a:gd name="connsiteX9" fmla="*/ 118014 w 117771"/>
                <a:gd name="connsiteY9" fmla="*/ 134883 h 203524"/>
                <a:gd name="connsiteX10" fmla="*/ 104390 w 117771"/>
                <a:gd name="connsiteY10" fmla="*/ 96833 h 203524"/>
                <a:gd name="connsiteX11" fmla="*/ 79262 w 117771"/>
                <a:gd name="connsiteY11" fmla="*/ 81200 h 203524"/>
                <a:gd name="connsiteX12" fmla="*/ 107720 w 117771"/>
                <a:gd name="connsiteY12" fmla="*/ 40495 h 203524"/>
                <a:gd name="connsiteX13" fmla="*/ 60491 w 117771"/>
                <a:gd name="connsiteY13" fmla="*/ 85 h 203524"/>
                <a:gd name="connsiteX14" fmla="*/ 21133 w 117771"/>
                <a:gd name="connsiteY14" fmla="*/ 14538 h 203524"/>
                <a:gd name="connsiteX15" fmla="*/ 848 w 117771"/>
                <a:gd name="connsiteY15" fmla="*/ 47869 h 203524"/>
                <a:gd name="connsiteX16" fmla="*/ 5389 w 117771"/>
                <a:gd name="connsiteY16" fmla="*/ 49049 h 203524"/>
                <a:gd name="connsiteX17" fmla="*/ 50500 w 117771"/>
                <a:gd name="connsiteY17" fmla="*/ 17783 h 203524"/>
                <a:gd name="connsiteX18" fmla="*/ 83803 w 117771"/>
                <a:gd name="connsiteY18" fmla="*/ 49344 h 203524"/>
                <a:gd name="connsiteX19" fmla="*/ 71693 w 117771"/>
                <a:gd name="connsiteY19" fmla="*/ 77955 h 203524"/>
                <a:gd name="connsiteX20" fmla="*/ 33546 w 117771"/>
                <a:gd name="connsiteY20" fmla="*/ 98308 h 203524"/>
                <a:gd name="connsiteX21" fmla="*/ 33546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546" y="102142"/>
                  </a:moveTo>
                  <a:cubicBezTo>
                    <a:pt x="51408" y="102142"/>
                    <a:pt x="58372" y="102732"/>
                    <a:pt x="65638" y="105387"/>
                  </a:cubicBezTo>
                  <a:cubicBezTo>
                    <a:pt x="84408" y="111876"/>
                    <a:pt x="96216" y="128689"/>
                    <a:pt x="96216" y="149041"/>
                  </a:cubicBezTo>
                  <a:cubicBezTo>
                    <a:pt x="96216" y="173818"/>
                    <a:pt x="78959" y="192991"/>
                    <a:pt x="56555" y="192991"/>
                  </a:cubicBezTo>
                  <a:cubicBezTo>
                    <a:pt x="48381" y="192991"/>
                    <a:pt x="42325" y="190926"/>
                    <a:pt x="31124" y="183847"/>
                  </a:cubicBezTo>
                  <a:cubicBezTo>
                    <a:pt x="22041" y="178538"/>
                    <a:pt x="16894" y="176473"/>
                    <a:pt x="11747" y="176473"/>
                  </a:cubicBezTo>
                  <a:cubicBezTo>
                    <a:pt x="4784" y="176473"/>
                    <a:pt x="243" y="180602"/>
                    <a:pt x="243" y="186797"/>
                  </a:cubicBezTo>
                  <a:cubicBezTo>
                    <a:pt x="243" y="197120"/>
                    <a:pt x="13261" y="203610"/>
                    <a:pt x="34454" y="203610"/>
                  </a:cubicBezTo>
                  <a:cubicBezTo>
                    <a:pt x="57766" y="203610"/>
                    <a:pt x="81684" y="195941"/>
                    <a:pt x="95913" y="183847"/>
                  </a:cubicBezTo>
                  <a:cubicBezTo>
                    <a:pt x="110143" y="171754"/>
                    <a:pt x="118014" y="154646"/>
                    <a:pt x="118014" y="134883"/>
                  </a:cubicBezTo>
                  <a:cubicBezTo>
                    <a:pt x="118014" y="119840"/>
                    <a:pt x="113170" y="105977"/>
                    <a:pt x="104390" y="96833"/>
                  </a:cubicBezTo>
                  <a:cubicBezTo>
                    <a:pt x="98335" y="90344"/>
                    <a:pt x="92583" y="86804"/>
                    <a:pt x="79262" y="81200"/>
                  </a:cubicBezTo>
                  <a:cubicBezTo>
                    <a:pt x="100152" y="67336"/>
                    <a:pt x="107720" y="56423"/>
                    <a:pt x="107720" y="40495"/>
                  </a:cubicBezTo>
                  <a:cubicBezTo>
                    <a:pt x="107720" y="16603"/>
                    <a:pt x="88344" y="85"/>
                    <a:pt x="60491" y="85"/>
                  </a:cubicBezTo>
                  <a:cubicBezTo>
                    <a:pt x="45353" y="85"/>
                    <a:pt x="32032" y="5099"/>
                    <a:pt x="21133" y="14538"/>
                  </a:cubicBezTo>
                  <a:cubicBezTo>
                    <a:pt x="12050" y="22502"/>
                    <a:pt x="7509" y="30171"/>
                    <a:pt x="848" y="47869"/>
                  </a:cubicBezTo>
                  <a:lnTo>
                    <a:pt x="5389" y="49049"/>
                  </a:lnTo>
                  <a:cubicBezTo>
                    <a:pt x="17802" y="27516"/>
                    <a:pt x="31426" y="17783"/>
                    <a:pt x="50500" y="17783"/>
                  </a:cubicBezTo>
                  <a:cubicBezTo>
                    <a:pt x="70179" y="17783"/>
                    <a:pt x="83803" y="30761"/>
                    <a:pt x="83803" y="49344"/>
                  </a:cubicBezTo>
                  <a:cubicBezTo>
                    <a:pt x="83803" y="59962"/>
                    <a:pt x="79262" y="70581"/>
                    <a:pt x="71693" y="77955"/>
                  </a:cubicBezTo>
                  <a:cubicBezTo>
                    <a:pt x="62610" y="86804"/>
                    <a:pt x="54133" y="91228"/>
                    <a:pt x="33546" y="98308"/>
                  </a:cubicBezTo>
                  <a:lnTo>
                    <a:pt x="33546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EFE42D7-381A-1827-C2E6-31ABFD7E5AFB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0178852" y="4911764"/>
              <a:ext cx="146230" cy="142172"/>
            </a:xfrm>
            <a:custGeom>
              <a:avLst/>
              <a:gdLst>
                <a:gd name="connsiteX0" fmla="*/ 73516 w 146230"/>
                <a:gd name="connsiteY0" fmla="*/ 62912 h 142172"/>
                <a:gd name="connsiteX1" fmla="*/ 12965 w 146230"/>
                <a:gd name="connsiteY1" fmla="*/ 4214 h 142172"/>
                <a:gd name="connsiteX2" fmla="*/ 6304 w 146230"/>
                <a:gd name="connsiteY2" fmla="*/ 85 h 142172"/>
                <a:gd name="connsiteX3" fmla="*/ 249 w 146230"/>
                <a:gd name="connsiteY3" fmla="*/ 5984 h 142172"/>
                <a:gd name="connsiteX4" fmla="*/ 4185 w 146230"/>
                <a:gd name="connsiteY4" fmla="*/ 11883 h 142172"/>
                <a:gd name="connsiteX5" fmla="*/ 64736 w 146230"/>
                <a:gd name="connsiteY5" fmla="*/ 71171 h 142172"/>
                <a:gd name="connsiteX6" fmla="*/ 4185 w 146230"/>
                <a:gd name="connsiteY6" fmla="*/ 130459 h 142172"/>
                <a:gd name="connsiteX7" fmla="*/ 249 w 146230"/>
                <a:gd name="connsiteY7" fmla="*/ 136358 h 142172"/>
                <a:gd name="connsiteX8" fmla="*/ 6304 w 146230"/>
                <a:gd name="connsiteY8" fmla="*/ 142257 h 142172"/>
                <a:gd name="connsiteX9" fmla="*/ 12965 w 146230"/>
                <a:gd name="connsiteY9" fmla="*/ 138128 h 142172"/>
                <a:gd name="connsiteX10" fmla="*/ 73213 w 146230"/>
                <a:gd name="connsiteY10" fmla="*/ 79430 h 142172"/>
                <a:gd name="connsiteX11" fmla="*/ 135883 w 146230"/>
                <a:gd name="connsiteY11" fmla="*/ 140487 h 142172"/>
                <a:gd name="connsiteX12" fmla="*/ 140424 w 146230"/>
                <a:gd name="connsiteY12" fmla="*/ 142257 h 142172"/>
                <a:gd name="connsiteX13" fmla="*/ 146479 w 146230"/>
                <a:gd name="connsiteY13" fmla="*/ 136358 h 142172"/>
                <a:gd name="connsiteX14" fmla="*/ 145571 w 146230"/>
                <a:gd name="connsiteY14" fmla="*/ 133113 h 142172"/>
                <a:gd name="connsiteX15" fmla="*/ 81993 w 146230"/>
                <a:gd name="connsiteY15" fmla="*/ 71171 h 142172"/>
                <a:gd name="connsiteX16" fmla="*/ 137397 w 146230"/>
                <a:gd name="connsiteY16" fmla="*/ 17193 h 142172"/>
                <a:gd name="connsiteX17" fmla="*/ 144966 w 146230"/>
                <a:gd name="connsiteY17" fmla="*/ 9818 h 142172"/>
                <a:gd name="connsiteX18" fmla="*/ 146479 w 146230"/>
                <a:gd name="connsiteY18" fmla="*/ 5984 h 142172"/>
                <a:gd name="connsiteX19" fmla="*/ 140424 w 146230"/>
                <a:gd name="connsiteY19" fmla="*/ 85 h 142172"/>
                <a:gd name="connsiteX20" fmla="*/ 133461 w 146230"/>
                <a:gd name="connsiteY20" fmla="*/ 4509 h 142172"/>
                <a:gd name="connsiteX21" fmla="*/ 73516 w 146230"/>
                <a:gd name="connsiteY21" fmla="*/ 62912 h 142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6230" h="142172">
                  <a:moveTo>
                    <a:pt x="73516" y="62912"/>
                  </a:moveTo>
                  <a:lnTo>
                    <a:pt x="12965" y="4214"/>
                  </a:lnTo>
                  <a:cubicBezTo>
                    <a:pt x="9332" y="675"/>
                    <a:pt x="8726" y="85"/>
                    <a:pt x="6304" y="85"/>
                  </a:cubicBezTo>
                  <a:cubicBezTo>
                    <a:pt x="3277" y="85"/>
                    <a:pt x="249" y="2739"/>
                    <a:pt x="249" y="5984"/>
                  </a:cubicBezTo>
                  <a:cubicBezTo>
                    <a:pt x="249" y="8049"/>
                    <a:pt x="854" y="8639"/>
                    <a:pt x="4185" y="11883"/>
                  </a:cubicBezTo>
                  <a:lnTo>
                    <a:pt x="64736" y="71171"/>
                  </a:lnTo>
                  <a:lnTo>
                    <a:pt x="4185" y="130459"/>
                  </a:lnTo>
                  <a:cubicBezTo>
                    <a:pt x="854" y="133703"/>
                    <a:pt x="249" y="134293"/>
                    <a:pt x="249" y="136358"/>
                  </a:cubicBezTo>
                  <a:cubicBezTo>
                    <a:pt x="249" y="139602"/>
                    <a:pt x="3277" y="142257"/>
                    <a:pt x="6304" y="142257"/>
                  </a:cubicBezTo>
                  <a:cubicBezTo>
                    <a:pt x="8726" y="142257"/>
                    <a:pt x="9332" y="141667"/>
                    <a:pt x="12965" y="138128"/>
                  </a:cubicBezTo>
                  <a:lnTo>
                    <a:pt x="73213" y="79430"/>
                  </a:lnTo>
                  <a:lnTo>
                    <a:pt x="135883" y="140487"/>
                  </a:lnTo>
                  <a:cubicBezTo>
                    <a:pt x="136489" y="140782"/>
                    <a:pt x="138608" y="142257"/>
                    <a:pt x="140424" y="142257"/>
                  </a:cubicBezTo>
                  <a:cubicBezTo>
                    <a:pt x="144057" y="142257"/>
                    <a:pt x="146479" y="139602"/>
                    <a:pt x="146479" y="136358"/>
                  </a:cubicBezTo>
                  <a:cubicBezTo>
                    <a:pt x="146479" y="135768"/>
                    <a:pt x="146479" y="134588"/>
                    <a:pt x="145571" y="133113"/>
                  </a:cubicBezTo>
                  <a:cubicBezTo>
                    <a:pt x="145268" y="132523"/>
                    <a:pt x="97130" y="86214"/>
                    <a:pt x="81993" y="71171"/>
                  </a:cubicBezTo>
                  <a:lnTo>
                    <a:pt x="137397" y="17193"/>
                  </a:lnTo>
                  <a:cubicBezTo>
                    <a:pt x="138911" y="15423"/>
                    <a:pt x="143452" y="11588"/>
                    <a:pt x="144966" y="9818"/>
                  </a:cubicBezTo>
                  <a:cubicBezTo>
                    <a:pt x="145268" y="9229"/>
                    <a:pt x="146479" y="8049"/>
                    <a:pt x="146479" y="5984"/>
                  </a:cubicBezTo>
                  <a:cubicBezTo>
                    <a:pt x="146479" y="2739"/>
                    <a:pt x="144057" y="85"/>
                    <a:pt x="140424" y="85"/>
                  </a:cubicBezTo>
                  <a:cubicBezTo>
                    <a:pt x="138002" y="85"/>
                    <a:pt x="136791" y="1265"/>
                    <a:pt x="133461" y="4509"/>
                  </a:cubicBezTo>
                  <a:lnTo>
                    <a:pt x="73516" y="6291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C2DC374-C7F7-7210-8C7F-A2FBBFD80F37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0422361" y="4853656"/>
              <a:ext cx="122918" cy="207064"/>
            </a:xfrm>
            <a:custGeom>
              <a:avLst/>
              <a:gdLst>
                <a:gd name="connsiteX0" fmla="*/ 45369 w 122918"/>
                <a:gd name="connsiteY0" fmla="*/ 31056 h 207064"/>
                <a:gd name="connsiteX1" fmla="*/ 104708 w 122918"/>
                <a:gd name="connsiteY1" fmla="*/ 31056 h 207064"/>
                <a:gd name="connsiteX2" fmla="*/ 111672 w 122918"/>
                <a:gd name="connsiteY2" fmla="*/ 28401 h 207064"/>
                <a:gd name="connsiteX3" fmla="*/ 123176 w 122918"/>
                <a:gd name="connsiteY3" fmla="*/ 2149 h 207064"/>
                <a:gd name="connsiteX4" fmla="*/ 120452 w 122918"/>
                <a:gd name="connsiteY4" fmla="*/ 85 h 207064"/>
                <a:gd name="connsiteX5" fmla="*/ 106525 w 122918"/>
                <a:gd name="connsiteY5" fmla="*/ 7754 h 207064"/>
                <a:gd name="connsiteX6" fmla="*/ 43249 w 122918"/>
                <a:gd name="connsiteY6" fmla="*/ 7754 h 207064"/>
                <a:gd name="connsiteX7" fmla="*/ 10249 w 122918"/>
                <a:gd name="connsiteY7" fmla="*/ 77660 h 207064"/>
                <a:gd name="connsiteX8" fmla="*/ 9946 w 122918"/>
                <a:gd name="connsiteY8" fmla="*/ 79135 h 207064"/>
                <a:gd name="connsiteX9" fmla="*/ 13579 w 122918"/>
                <a:gd name="connsiteY9" fmla="*/ 81495 h 207064"/>
                <a:gd name="connsiteX10" fmla="*/ 47791 w 122918"/>
                <a:gd name="connsiteY10" fmla="*/ 87394 h 207064"/>
                <a:gd name="connsiteX11" fmla="*/ 98653 w 122918"/>
                <a:gd name="connsiteY11" fmla="*/ 145797 h 207064"/>
                <a:gd name="connsiteX12" fmla="*/ 56570 w 122918"/>
                <a:gd name="connsiteY12" fmla="*/ 196235 h 207064"/>
                <a:gd name="connsiteX13" fmla="*/ 36286 w 122918"/>
                <a:gd name="connsiteY13" fmla="*/ 187682 h 207064"/>
                <a:gd name="connsiteX14" fmla="*/ 13277 w 122918"/>
                <a:gd name="connsiteY14" fmla="*/ 177948 h 207064"/>
                <a:gd name="connsiteX15" fmla="*/ 258 w 122918"/>
                <a:gd name="connsiteY15" fmla="*/ 188861 h 207064"/>
                <a:gd name="connsiteX16" fmla="*/ 37194 w 122918"/>
                <a:gd name="connsiteY16" fmla="*/ 207149 h 207064"/>
                <a:gd name="connsiteX17" fmla="*/ 99562 w 122918"/>
                <a:gd name="connsiteY17" fmla="*/ 184142 h 207064"/>
                <a:gd name="connsiteX18" fmla="*/ 119846 w 122918"/>
                <a:gd name="connsiteY18" fmla="*/ 131638 h 207064"/>
                <a:gd name="connsiteX19" fmla="*/ 98956 w 122918"/>
                <a:gd name="connsiteY19" fmla="*/ 82085 h 207064"/>
                <a:gd name="connsiteX20" fmla="*/ 32653 w 122918"/>
                <a:gd name="connsiteY20" fmla="*/ 56128 h 207064"/>
                <a:gd name="connsiteX21" fmla="*/ 45369 w 122918"/>
                <a:gd name="connsiteY21" fmla="*/ 31056 h 20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2918" h="207064">
                  <a:moveTo>
                    <a:pt x="45369" y="31056"/>
                  </a:moveTo>
                  <a:lnTo>
                    <a:pt x="104708" y="31056"/>
                  </a:lnTo>
                  <a:cubicBezTo>
                    <a:pt x="109553" y="31056"/>
                    <a:pt x="110764" y="30466"/>
                    <a:pt x="111672" y="28401"/>
                  </a:cubicBezTo>
                  <a:lnTo>
                    <a:pt x="123176" y="2149"/>
                  </a:lnTo>
                  <a:lnTo>
                    <a:pt x="120452" y="85"/>
                  </a:lnTo>
                  <a:cubicBezTo>
                    <a:pt x="115910" y="6279"/>
                    <a:pt x="112883" y="7754"/>
                    <a:pt x="106525" y="7754"/>
                  </a:cubicBezTo>
                  <a:lnTo>
                    <a:pt x="43249" y="7754"/>
                  </a:lnTo>
                  <a:lnTo>
                    <a:pt x="10249" y="77660"/>
                  </a:lnTo>
                  <a:cubicBezTo>
                    <a:pt x="9946" y="78250"/>
                    <a:pt x="9946" y="78545"/>
                    <a:pt x="9946" y="79135"/>
                  </a:cubicBezTo>
                  <a:cubicBezTo>
                    <a:pt x="9946" y="80610"/>
                    <a:pt x="11157" y="81495"/>
                    <a:pt x="13579" y="81495"/>
                  </a:cubicBezTo>
                  <a:cubicBezTo>
                    <a:pt x="23267" y="81495"/>
                    <a:pt x="35378" y="83559"/>
                    <a:pt x="47791" y="87394"/>
                  </a:cubicBezTo>
                  <a:cubicBezTo>
                    <a:pt x="82607" y="98308"/>
                    <a:pt x="98653" y="116595"/>
                    <a:pt x="98653" y="145797"/>
                  </a:cubicBezTo>
                  <a:cubicBezTo>
                    <a:pt x="98653" y="174113"/>
                    <a:pt x="80185" y="196235"/>
                    <a:pt x="56570" y="196235"/>
                  </a:cubicBezTo>
                  <a:cubicBezTo>
                    <a:pt x="50515" y="196235"/>
                    <a:pt x="45369" y="194171"/>
                    <a:pt x="36286" y="187682"/>
                  </a:cubicBezTo>
                  <a:cubicBezTo>
                    <a:pt x="26598" y="180897"/>
                    <a:pt x="19634" y="177948"/>
                    <a:pt x="13277" y="177948"/>
                  </a:cubicBezTo>
                  <a:cubicBezTo>
                    <a:pt x="4497" y="177948"/>
                    <a:pt x="258" y="181487"/>
                    <a:pt x="258" y="188861"/>
                  </a:cubicBezTo>
                  <a:cubicBezTo>
                    <a:pt x="258" y="200070"/>
                    <a:pt x="14488" y="207149"/>
                    <a:pt x="37194" y="207149"/>
                  </a:cubicBezTo>
                  <a:cubicBezTo>
                    <a:pt x="62626" y="207149"/>
                    <a:pt x="84424" y="199185"/>
                    <a:pt x="99562" y="184142"/>
                  </a:cubicBezTo>
                  <a:cubicBezTo>
                    <a:pt x="113488" y="170869"/>
                    <a:pt x="119846" y="154056"/>
                    <a:pt x="119846" y="131638"/>
                  </a:cubicBezTo>
                  <a:cubicBezTo>
                    <a:pt x="119846" y="110401"/>
                    <a:pt x="114094" y="96833"/>
                    <a:pt x="98956" y="82085"/>
                  </a:cubicBezTo>
                  <a:cubicBezTo>
                    <a:pt x="85635" y="69106"/>
                    <a:pt x="68378" y="62322"/>
                    <a:pt x="32653" y="56128"/>
                  </a:cubicBezTo>
                  <a:lnTo>
                    <a:pt x="45369" y="3105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C79FC7D-6E79-A699-7F0C-30CC896C3DD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590654" y="5025325"/>
              <a:ext cx="32092" cy="31266"/>
            </a:xfrm>
            <a:custGeom>
              <a:avLst/>
              <a:gdLst>
                <a:gd name="connsiteX0" fmla="*/ 32355 w 32092"/>
                <a:gd name="connsiteY0" fmla="*/ 15718 h 31266"/>
                <a:gd name="connsiteX1" fmla="*/ 16309 w 32092"/>
                <a:gd name="connsiteY1" fmla="*/ 85 h 31266"/>
                <a:gd name="connsiteX2" fmla="*/ 263 w 32092"/>
                <a:gd name="connsiteY2" fmla="*/ 15718 h 31266"/>
                <a:gd name="connsiteX3" fmla="*/ 16309 w 32092"/>
                <a:gd name="connsiteY3" fmla="*/ 31351 h 31266"/>
                <a:gd name="connsiteX4" fmla="*/ 32355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355" y="15718"/>
                  </a:moveTo>
                  <a:cubicBezTo>
                    <a:pt x="32355" y="7164"/>
                    <a:pt x="25089" y="85"/>
                    <a:pt x="16309" y="85"/>
                  </a:cubicBezTo>
                  <a:cubicBezTo>
                    <a:pt x="7529" y="85"/>
                    <a:pt x="263" y="7164"/>
                    <a:pt x="263" y="15718"/>
                  </a:cubicBezTo>
                  <a:cubicBezTo>
                    <a:pt x="263" y="24272"/>
                    <a:pt x="7529" y="31351"/>
                    <a:pt x="16309" y="31351"/>
                  </a:cubicBezTo>
                  <a:cubicBezTo>
                    <a:pt x="25089" y="31351"/>
                    <a:pt x="32355" y="24272"/>
                    <a:pt x="32355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80C26BE-7AC4-498C-9544-CE7CB1634775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659085" y="4854836"/>
              <a:ext cx="131395" cy="205884"/>
            </a:xfrm>
            <a:custGeom>
              <a:avLst/>
              <a:gdLst>
                <a:gd name="connsiteX0" fmla="*/ 125001 w 131395"/>
                <a:gd name="connsiteY0" fmla="*/ 85 h 205884"/>
                <a:gd name="connsiteX1" fmla="*/ 50826 w 131395"/>
                <a:gd name="connsiteY1" fmla="*/ 23682 h 205884"/>
                <a:gd name="connsiteX2" fmla="*/ 266 w 131395"/>
                <a:gd name="connsiteY2" fmla="*/ 119545 h 205884"/>
                <a:gd name="connsiteX3" fmla="*/ 21459 w 131395"/>
                <a:gd name="connsiteY3" fmla="*/ 185912 h 205884"/>
                <a:gd name="connsiteX4" fmla="*/ 68083 w 131395"/>
                <a:gd name="connsiteY4" fmla="*/ 205969 h 205884"/>
                <a:gd name="connsiteX5" fmla="*/ 131661 w 131395"/>
                <a:gd name="connsiteY5" fmla="*/ 137243 h 205884"/>
                <a:gd name="connsiteX6" fmla="*/ 74743 w 131395"/>
                <a:gd name="connsiteY6" fmla="*/ 75595 h 205884"/>
                <a:gd name="connsiteX7" fmla="*/ 35991 w 131395"/>
                <a:gd name="connsiteY7" fmla="*/ 88869 h 205884"/>
                <a:gd name="connsiteX8" fmla="*/ 125606 w 131395"/>
                <a:gd name="connsiteY8" fmla="*/ 4804 h 205884"/>
                <a:gd name="connsiteX9" fmla="*/ 125001 w 131395"/>
                <a:gd name="connsiteY9" fmla="*/ 85 h 205884"/>
                <a:gd name="connsiteX10" fmla="*/ 63239 w 131395"/>
                <a:gd name="connsiteY10" fmla="*/ 89164 h 205884"/>
                <a:gd name="connsiteX11" fmla="*/ 104413 w 131395"/>
                <a:gd name="connsiteY11" fmla="*/ 147272 h 205884"/>
                <a:gd name="connsiteX12" fmla="*/ 71413 w 131395"/>
                <a:gd name="connsiteY12" fmla="*/ 197710 h 205884"/>
                <a:gd name="connsiteX13" fmla="*/ 28422 w 131395"/>
                <a:gd name="connsiteY13" fmla="*/ 124264 h 205884"/>
                <a:gd name="connsiteX14" fmla="*/ 36899 w 131395"/>
                <a:gd name="connsiteY14" fmla="*/ 96538 h 205884"/>
                <a:gd name="connsiteX15" fmla="*/ 63239 w 131395"/>
                <a:gd name="connsiteY15" fmla="*/ 89164 h 205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1395" h="205884">
                  <a:moveTo>
                    <a:pt x="125001" y="85"/>
                  </a:moveTo>
                  <a:cubicBezTo>
                    <a:pt x="90487" y="3034"/>
                    <a:pt x="72927" y="8639"/>
                    <a:pt x="50826" y="23682"/>
                  </a:cubicBezTo>
                  <a:cubicBezTo>
                    <a:pt x="18128" y="46394"/>
                    <a:pt x="266" y="80020"/>
                    <a:pt x="266" y="119545"/>
                  </a:cubicBezTo>
                  <a:cubicBezTo>
                    <a:pt x="266" y="145207"/>
                    <a:pt x="8440" y="171164"/>
                    <a:pt x="21459" y="185912"/>
                  </a:cubicBezTo>
                  <a:cubicBezTo>
                    <a:pt x="32963" y="198890"/>
                    <a:pt x="49312" y="205969"/>
                    <a:pt x="68083" y="205969"/>
                  </a:cubicBezTo>
                  <a:cubicBezTo>
                    <a:pt x="105624" y="205969"/>
                    <a:pt x="131661" y="177948"/>
                    <a:pt x="131661" y="137243"/>
                  </a:cubicBezTo>
                  <a:cubicBezTo>
                    <a:pt x="131661" y="99487"/>
                    <a:pt x="109560" y="75595"/>
                    <a:pt x="74743" y="75595"/>
                  </a:cubicBezTo>
                  <a:cubicBezTo>
                    <a:pt x="61422" y="75595"/>
                    <a:pt x="55064" y="77660"/>
                    <a:pt x="35991" y="88869"/>
                  </a:cubicBezTo>
                  <a:cubicBezTo>
                    <a:pt x="44165" y="44329"/>
                    <a:pt x="78074" y="12473"/>
                    <a:pt x="125606" y="4804"/>
                  </a:cubicBezTo>
                  <a:lnTo>
                    <a:pt x="125001" y="85"/>
                  </a:lnTo>
                  <a:close/>
                  <a:moveTo>
                    <a:pt x="63239" y="89164"/>
                  </a:moveTo>
                  <a:cubicBezTo>
                    <a:pt x="89276" y="89164"/>
                    <a:pt x="104413" y="110401"/>
                    <a:pt x="104413" y="147272"/>
                  </a:cubicBezTo>
                  <a:cubicBezTo>
                    <a:pt x="104413" y="179718"/>
                    <a:pt x="92606" y="197710"/>
                    <a:pt x="71413" y="197710"/>
                  </a:cubicBezTo>
                  <a:cubicBezTo>
                    <a:pt x="44771" y="197710"/>
                    <a:pt x="28422" y="169984"/>
                    <a:pt x="28422" y="124264"/>
                  </a:cubicBezTo>
                  <a:cubicBezTo>
                    <a:pt x="28422" y="109221"/>
                    <a:pt x="30844" y="100962"/>
                    <a:pt x="36899" y="96538"/>
                  </a:cubicBezTo>
                  <a:cubicBezTo>
                    <a:pt x="43257" y="91818"/>
                    <a:pt x="52642" y="89164"/>
                    <a:pt x="63239" y="8916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8140920-878E-1F16-3114-F90A5B531888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806792" y="4861325"/>
              <a:ext cx="129881" cy="197625"/>
            </a:xfrm>
            <a:custGeom>
              <a:avLst/>
              <a:gdLst>
                <a:gd name="connsiteX0" fmla="*/ 130153 w 129881"/>
                <a:gd name="connsiteY0" fmla="*/ 85 h 197625"/>
                <a:gd name="connsiteX1" fmla="*/ 18133 w 129881"/>
                <a:gd name="connsiteY1" fmla="*/ 85 h 197625"/>
                <a:gd name="connsiteX2" fmla="*/ 271 w 129881"/>
                <a:gd name="connsiteY2" fmla="*/ 43444 h 197625"/>
                <a:gd name="connsiteX3" fmla="*/ 5418 w 129881"/>
                <a:gd name="connsiteY3" fmla="*/ 45804 h 197625"/>
                <a:gd name="connsiteX4" fmla="*/ 40537 w 129881"/>
                <a:gd name="connsiteY4" fmla="*/ 21912 h 197625"/>
                <a:gd name="connsiteX5" fmla="*/ 106235 w 129881"/>
                <a:gd name="connsiteY5" fmla="*/ 21912 h 197625"/>
                <a:gd name="connsiteX6" fmla="*/ 46290 w 129881"/>
                <a:gd name="connsiteY6" fmla="*/ 197710 h 197625"/>
                <a:gd name="connsiteX7" fmla="*/ 65969 w 129881"/>
                <a:gd name="connsiteY7" fmla="*/ 197710 h 197625"/>
                <a:gd name="connsiteX8" fmla="*/ 130153 w 129881"/>
                <a:gd name="connsiteY8" fmla="*/ 4804 h 197625"/>
                <a:gd name="connsiteX9" fmla="*/ 130153 w 129881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81" h="197625">
                  <a:moveTo>
                    <a:pt x="130153" y="85"/>
                  </a:moveTo>
                  <a:lnTo>
                    <a:pt x="18133" y="85"/>
                  </a:lnTo>
                  <a:lnTo>
                    <a:pt x="271" y="43444"/>
                  </a:lnTo>
                  <a:lnTo>
                    <a:pt x="5418" y="45804"/>
                  </a:lnTo>
                  <a:cubicBezTo>
                    <a:pt x="18436" y="25747"/>
                    <a:pt x="23886" y="21912"/>
                    <a:pt x="40537" y="21912"/>
                  </a:cubicBezTo>
                  <a:lnTo>
                    <a:pt x="106235" y="21912"/>
                  </a:lnTo>
                  <a:lnTo>
                    <a:pt x="46290" y="197710"/>
                  </a:lnTo>
                  <a:lnTo>
                    <a:pt x="65969" y="197710"/>
                  </a:lnTo>
                  <a:lnTo>
                    <a:pt x="130153" y="4804"/>
                  </a:lnTo>
                  <a:lnTo>
                    <a:pt x="130153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39EDA40-A45A-C877-EF2C-8434D045D8FF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986288" y="4857196"/>
              <a:ext cx="85679" cy="199395"/>
            </a:xfrm>
            <a:custGeom>
              <a:avLst/>
              <a:gdLst>
                <a:gd name="connsiteX0" fmla="*/ 54772 w 85679"/>
                <a:gd name="connsiteY0" fmla="*/ 85 h 199395"/>
                <a:gd name="connsiteX1" fmla="*/ 276 w 85679"/>
                <a:gd name="connsiteY1" fmla="*/ 26926 h 199395"/>
                <a:gd name="connsiteX2" fmla="*/ 276 w 85679"/>
                <a:gd name="connsiteY2" fmla="*/ 31056 h 199395"/>
                <a:gd name="connsiteX3" fmla="*/ 8450 w 85679"/>
                <a:gd name="connsiteY3" fmla="*/ 27811 h 199395"/>
                <a:gd name="connsiteX4" fmla="*/ 22074 w 85679"/>
                <a:gd name="connsiteY4" fmla="*/ 24567 h 199395"/>
                <a:gd name="connsiteX5" fmla="*/ 31157 w 85679"/>
                <a:gd name="connsiteY5" fmla="*/ 38430 h 199395"/>
                <a:gd name="connsiteX6" fmla="*/ 31157 w 85679"/>
                <a:gd name="connsiteY6" fmla="*/ 172048 h 199395"/>
                <a:gd name="connsiteX7" fmla="*/ 23891 w 85679"/>
                <a:gd name="connsiteY7" fmla="*/ 191221 h 199395"/>
                <a:gd name="connsiteX8" fmla="*/ 2395 w 85679"/>
                <a:gd name="connsiteY8" fmla="*/ 195056 h 199395"/>
                <a:gd name="connsiteX9" fmla="*/ 2395 w 85679"/>
                <a:gd name="connsiteY9" fmla="*/ 199480 h 199395"/>
                <a:gd name="connsiteX10" fmla="*/ 85955 w 85679"/>
                <a:gd name="connsiteY10" fmla="*/ 199480 h 199395"/>
                <a:gd name="connsiteX11" fmla="*/ 85955 w 85679"/>
                <a:gd name="connsiteY11" fmla="*/ 195056 h 199395"/>
                <a:gd name="connsiteX12" fmla="*/ 57194 w 85679"/>
                <a:gd name="connsiteY12" fmla="*/ 177653 h 199395"/>
                <a:gd name="connsiteX13" fmla="*/ 57194 w 85679"/>
                <a:gd name="connsiteY13" fmla="*/ 675 h 199395"/>
                <a:gd name="connsiteX14" fmla="*/ 54772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772" y="85"/>
                  </a:moveTo>
                  <a:lnTo>
                    <a:pt x="276" y="26926"/>
                  </a:lnTo>
                  <a:lnTo>
                    <a:pt x="276" y="31056"/>
                  </a:lnTo>
                  <a:cubicBezTo>
                    <a:pt x="3909" y="29581"/>
                    <a:pt x="7239" y="28401"/>
                    <a:pt x="8450" y="27811"/>
                  </a:cubicBezTo>
                  <a:cubicBezTo>
                    <a:pt x="13900" y="25747"/>
                    <a:pt x="19047" y="24567"/>
                    <a:pt x="22074" y="24567"/>
                  </a:cubicBezTo>
                  <a:cubicBezTo>
                    <a:pt x="28432" y="24567"/>
                    <a:pt x="31157" y="28991"/>
                    <a:pt x="31157" y="38430"/>
                  </a:cubicBezTo>
                  <a:lnTo>
                    <a:pt x="31157" y="172048"/>
                  </a:lnTo>
                  <a:cubicBezTo>
                    <a:pt x="31157" y="181782"/>
                    <a:pt x="28735" y="188566"/>
                    <a:pt x="23891" y="191221"/>
                  </a:cubicBezTo>
                  <a:cubicBezTo>
                    <a:pt x="19349" y="193876"/>
                    <a:pt x="15111" y="194761"/>
                    <a:pt x="2395" y="195056"/>
                  </a:cubicBezTo>
                  <a:lnTo>
                    <a:pt x="2395" y="199480"/>
                  </a:lnTo>
                  <a:lnTo>
                    <a:pt x="85955" y="199480"/>
                  </a:lnTo>
                  <a:lnTo>
                    <a:pt x="85955" y="195056"/>
                  </a:lnTo>
                  <a:cubicBezTo>
                    <a:pt x="62038" y="194761"/>
                    <a:pt x="57194" y="191811"/>
                    <a:pt x="57194" y="177653"/>
                  </a:cubicBezTo>
                  <a:lnTo>
                    <a:pt x="57194" y="675"/>
                  </a:lnTo>
                  <a:lnTo>
                    <a:pt x="54772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D97081B5-13F0-DAC2-6EE2-A9B0FC36C57F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1117645" y="4857196"/>
              <a:ext cx="117771" cy="203524"/>
            </a:xfrm>
            <a:custGeom>
              <a:avLst/>
              <a:gdLst>
                <a:gd name="connsiteX0" fmla="*/ 33584 w 117771"/>
                <a:gd name="connsiteY0" fmla="*/ 102142 h 203524"/>
                <a:gd name="connsiteX1" fmla="*/ 65676 w 117771"/>
                <a:gd name="connsiteY1" fmla="*/ 105387 h 203524"/>
                <a:gd name="connsiteX2" fmla="*/ 96254 w 117771"/>
                <a:gd name="connsiteY2" fmla="*/ 149041 h 203524"/>
                <a:gd name="connsiteX3" fmla="*/ 56593 w 117771"/>
                <a:gd name="connsiteY3" fmla="*/ 192991 h 203524"/>
                <a:gd name="connsiteX4" fmla="*/ 31162 w 117771"/>
                <a:gd name="connsiteY4" fmla="*/ 183847 h 203524"/>
                <a:gd name="connsiteX5" fmla="*/ 11785 w 117771"/>
                <a:gd name="connsiteY5" fmla="*/ 176473 h 203524"/>
                <a:gd name="connsiteX6" fmla="*/ 281 w 117771"/>
                <a:gd name="connsiteY6" fmla="*/ 186797 h 203524"/>
                <a:gd name="connsiteX7" fmla="*/ 34492 w 117771"/>
                <a:gd name="connsiteY7" fmla="*/ 203610 h 203524"/>
                <a:gd name="connsiteX8" fmla="*/ 95951 w 117771"/>
                <a:gd name="connsiteY8" fmla="*/ 183847 h 203524"/>
                <a:gd name="connsiteX9" fmla="*/ 118052 w 117771"/>
                <a:gd name="connsiteY9" fmla="*/ 134883 h 203524"/>
                <a:gd name="connsiteX10" fmla="*/ 104428 w 117771"/>
                <a:gd name="connsiteY10" fmla="*/ 96833 h 203524"/>
                <a:gd name="connsiteX11" fmla="*/ 79300 w 117771"/>
                <a:gd name="connsiteY11" fmla="*/ 81200 h 203524"/>
                <a:gd name="connsiteX12" fmla="*/ 107759 w 117771"/>
                <a:gd name="connsiteY12" fmla="*/ 40495 h 203524"/>
                <a:gd name="connsiteX13" fmla="*/ 60529 w 117771"/>
                <a:gd name="connsiteY13" fmla="*/ 85 h 203524"/>
                <a:gd name="connsiteX14" fmla="*/ 21171 w 117771"/>
                <a:gd name="connsiteY14" fmla="*/ 14538 h 203524"/>
                <a:gd name="connsiteX15" fmla="*/ 886 w 117771"/>
                <a:gd name="connsiteY15" fmla="*/ 47869 h 203524"/>
                <a:gd name="connsiteX16" fmla="*/ 5428 w 117771"/>
                <a:gd name="connsiteY16" fmla="*/ 49049 h 203524"/>
                <a:gd name="connsiteX17" fmla="*/ 50538 w 117771"/>
                <a:gd name="connsiteY17" fmla="*/ 17783 h 203524"/>
                <a:gd name="connsiteX18" fmla="*/ 83841 w 117771"/>
                <a:gd name="connsiteY18" fmla="*/ 49344 h 203524"/>
                <a:gd name="connsiteX19" fmla="*/ 71731 w 117771"/>
                <a:gd name="connsiteY19" fmla="*/ 77955 h 203524"/>
                <a:gd name="connsiteX20" fmla="*/ 33584 w 117771"/>
                <a:gd name="connsiteY20" fmla="*/ 98308 h 203524"/>
                <a:gd name="connsiteX21" fmla="*/ 33584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584" y="102142"/>
                  </a:moveTo>
                  <a:cubicBezTo>
                    <a:pt x="51446" y="102142"/>
                    <a:pt x="58410" y="102732"/>
                    <a:pt x="65676" y="105387"/>
                  </a:cubicBezTo>
                  <a:cubicBezTo>
                    <a:pt x="84447" y="111876"/>
                    <a:pt x="96254" y="128689"/>
                    <a:pt x="96254" y="149041"/>
                  </a:cubicBezTo>
                  <a:cubicBezTo>
                    <a:pt x="96254" y="173818"/>
                    <a:pt x="78997" y="192991"/>
                    <a:pt x="56593" y="192991"/>
                  </a:cubicBezTo>
                  <a:cubicBezTo>
                    <a:pt x="48419" y="192991"/>
                    <a:pt x="42364" y="190926"/>
                    <a:pt x="31162" y="183847"/>
                  </a:cubicBezTo>
                  <a:cubicBezTo>
                    <a:pt x="22079" y="178538"/>
                    <a:pt x="16932" y="176473"/>
                    <a:pt x="11785" y="176473"/>
                  </a:cubicBezTo>
                  <a:cubicBezTo>
                    <a:pt x="4822" y="176473"/>
                    <a:pt x="281" y="180602"/>
                    <a:pt x="281" y="186797"/>
                  </a:cubicBezTo>
                  <a:cubicBezTo>
                    <a:pt x="281" y="197120"/>
                    <a:pt x="13299" y="203610"/>
                    <a:pt x="34492" y="203610"/>
                  </a:cubicBezTo>
                  <a:cubicBezTo>
                    <a:pt x="57804" y="203610"/>
                    <a:pt x="81722" y="195941"/>
                    <a:pt x="95951" y="183847"/>
                  </a:cubicBezTo>
                  <a:cubicBezTo>
                    <a:pt x="110181" y="171754"/>
                    <a:pt x="118052" y="154646"/>
                    <a:pt x="118052" y="134883"/>
                  </a:cubicBezTo>
                  <a:cubicBezTo>
                    <a:pt x="118052" y="119840"/>
                    <a:pt x="113208" y="105977"/>
                    <a:pt x="104428" y="96833"/>
                  </a:cubicBezTo>
                  <a:cubicBezTo>
                    <a:pt x="98373" y="90344"/>
                    <a:pt x="92621" y="86804"/>
                    <a:pt x="79300" y="81200"/>
                  </a:cubicBezTo>
                  <a:cubicBezTo>
                    <a:pt x="100190" y="67336"/>
                    <a:pt x="107759" y="56423"/>
                    <a:pt x="107759" y="40495"/>
                  </a:cubicBezTo>
                  <a:cubicBezTo>
                    <a:pt x="107759" y="16603"/>
                    <a:pt x="88382" y="85"/>
                    <a:pt x="60529" y="85"/>
                  </a:cubicBezTo>
                  <a:cubicBezTo>
                    <a:pt x="45391" y="85"/>
                    <a:pt x="32070" y="5099"/>
                    <a:pt x="21171" y="14538"/>
                  </a:cubicBezTo>
                  <a:cubicBezTo>
                    <a:pt x="12088" y="22502"/>
                    <a:pt x="7547" y="30171"/>
                    <a:pt x="886" y="47869"/>
                  </a:cubicBezTo>
                  <a:lnTo>
                    <a:pt x="5428" y="49049"/>
                  </a:lnTo>
                  <a:cubicBezTo>
                    <a:pt x="17841" y="27516"/>
                    <a:pt x="31464" y="17783"/>
                    <a:pt x="50538" y="17783"/>
                  </a:cubicBezTo>
                  <a:cubicBezTo>
                    <a:pt x="70217" y="17783"/>
                    <a:pt x="83841" y="30761"/>
                    <a:pt x="83841" y="49344"/>
                  </a:cubicBezTo>
                  <a:cubicBezTo>
                    <a:pt x="83841" y="59962"/>
                    <a:pt x="79300" y="70581"/>
                    <a:pt x="71731" y="77955"/>
                  </a:cubicBezTo>
                  <a:cubicBezTo>
                    <a:pt x="62648" y="86804"/>
                    <a:pt x="54171" y="91228"/>
                    <a:pt x="33584" y="98308"/>
                  </a:cubicBezTo>
                  <a:lnTo>
                    <a:pt x="33584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199BCB9-7EDB-0B6E-F9C3-DFE01D1F79D2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1323906" y="4976951"/>
              <a:ext cx="184983" cy="11798"/>
            </a:xfrm>
            <a:custGeom>
              <a:avLst/>
              <a:gdLst>
                <a:gd name="connsiteX0" fmla="*/ 174674 w 184983"/>
                <a:gd name="connsiteY0" fmla="*/ 11883 h 11798"/>
                <a:gd name="connsiteX1" fmla="*/ 185270 w 184983"/>
                <a:gd name="connsiteY1" fmla="*/ 5984 h 11798"/>
                <a:gd name="connsiteX2" fmla="*/ 174674 w 184983"/>
                <a:gd name="connsiteY2" fmla="*/ 85 h 11798"/>
                <a:gd name="connsiteX3" fmla="*/ 10884 w 184983"/>
                <a:gd name="connsiteY3" fmla="*/ 85 h 11798"/>
                <a:gd name="connsiteX4" fmla="*/ 287 w 184983"/>
                <a:gd name="connsiteY4" fmla="*/ 5984 h 11798"/>
                <a:gd name="connsiteX5" fmla="*/ 10884 w 184983"/>
                <a:gd name="connsiteY5" fmla="*/ 11883 h 11798"/>
                <a:gd name="connsiteX6" fmla="*/ 174674 w 184983"/>
                <a:gd name="connsiteY6" fmla="*/ 11883 h 1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983" h="11798">
                  <a:moveTo>
                    <a:pt x="174674" y="11883"/>
                  </a:moveTo>
                  <a:cubicBezTo>
                    <a:pt x="179821" y="11883"/>
                    <a:pt x="185270" y="11883"/>
                    <a:pt x="185270" y="5984"/>
                  </a:cubicBezTo>
                  <a:cubicBezTo>
                    <a:pt x="185270" y="85"/>
                    <a:pt x="179821" y="85"/>
                    <a:pt x="174674" y="85"/>
                  </a:cubicBezTo>
                  <a:lnTo>
                    <a:pt x="10884" y="85"/>
                  </a:lnTo>
                  <a:cubicBezTo>
                    <a:pt x="5737" y="85"/>
                    <a:pt x="287" y="85"/>
                    <a:pt x="287" y="5984"/>
                  </a:cubicBezTo>
                  <a:cubicBezTo>
                    <a:pt x="287" y="11883"/>
                    <a:pt x="5737" y="11883"/>
                    <a:pt x="10884" y="11883"/>
                  </a:cubicBezTo>
                  <a:lnTo>
                    <a:pt x="174674" y="11883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A0B65AF-3B53-B732-955E-57D3A8E86C8D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1610709" y="4857196"/>
              <a:ext cx="85679" cy="199395"/>
            </a:xfrm>
            <a:custGeom>
              <a:avLst/>
              <a:gdLst>
                <a:gd name="connsiteX0" fmla="*/ 54792 w 85679"/>
                <a:gd name="connsiteY0" fmla="*/ 85 h 199395"/>
                <a:gd name="connsiteX1" fmla="*/ 296 w 85679"/>
                <a:gd name="connsiteY1" fmla="*/ 26926 h 199395"/>
                <a:gd name="connsiteX2" fmla="*/ 296 w 85679"/>
                <a:gd name="connsiteY2" fmla="*/ 31056 h 199395"/>
                <a:gd name="connsiteX3" fmla="*/ 8471 w 85679"/>
                <a:gd name="connsiteY3" fmla="*/ 27811 h 199395"/>
                <a:gd name="connsiteX4" fmla="*/ 22095 w 85679"/>
                <a:gd name="connsiteY4" fmla="*/ 24567 h 199395"/>
                <a:gd name="connsiteX5" fmla="*/ 31177 w 85679"/>
                <a:gd name="connsiteY5" fmla="*/ 38430 h 199395"/>
                <a:gd name="connsiteX6" fmla="*/ 31177 w 85679"/>
                <a:gd name="connsiteY6" fmla="*/ 172048 h 199395"/>
                <a:gd name="connsiteX7" fmla="*/ 23911 w 85679"/>
                <a:gd name="connsiteY7" fmla="*/ 191221 h 199395"/>
                <a:gd name="connsiteX8" fmla="*/ 2416 w 85679"/>
                <a:gd name="connsiteY8" fmla="*/ 195056 h 199395"/>
                <a:gd name="connsiteX9" fmla="*/ 2416 w 85679"/>
                <a:gd name="connsiteY9" fmla="*/ 199480 h 199395"/>
                <a:gd name="connsiteX10" fmla="*/ 85976 w 85679"/>
                <a:gd name="connsiteY10" fmla="*/ 199480 h 199395"/>
                <a:gd name="connsiteX11" fmla="*/ 85976 w 85679"/>
                <a:gd name="connsiteY11" fmla="*/ 195056 h 199395"/>
                <a:gd name="connsiteX12" fmla="*/ 57214 w 85679"/>
                <a:gd name="connsiteY12" fmla="*/ 177653 h 199395"/>
                <a:gd name="connsiteX13" fmla="*/ 57214 w 85679"/>
                <a:gd name="connsiteY13" fmla="*/ 675 h 199395"/>
                <a:gd name="connsiteX14" fmla="*/ 54792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792" y="85"/>
                  </a:moveTo>
                  <a:lnTo>
                    <a:pt x="296" y="26926"/>
                  </a:lnTo>
                  <a:lnTo>
                    <a:pt x="296" y="31056"/>
                  </a:lnTo>
                  <a:cubicBezTo>
                    <a:pt x="3929" y="29581"/>
                    <a:pt x="7260" y="28401"/>
                    <a:pt x="8471" y="27811"/>
                  </a:cubicBezTo>
                  <a:cubicBezTo>
                    <a:pt x="13920" y="25747"/>
                    <a:pt x="19067" y="24567"/>
                    <a:pt x="22095" y="24567"/>
                  </a:cubicBezTo>
                  <a:cubicBezTo>
                    <a:pt x="28452" y="24567"/>
                    <a:pt x="31177" y="28991"/>
                    <a:pt x="31177" y="38430"/>
                  </a:cubicBezTo>
                  <a:lnTo>
                    <a:pt x="31177" y="172048"/>
                  </a:lnTo>
                  <a:cubicBezTo>
                    <a:pt x="31177" y="181782"/>
                    <a:pt x="28755" y="188566"/>
                    <a:pt x="23911" y="191221"/>
                  </a:cubicBezTo>
                  <a:cubicBezTo>
                    <a:pt x="19370" y="193876"/>
                    <a:pt x="15131" y="194761"/>
                    <a:pt x="2416" y="195056"/>
                  </a:cubicBezTo>
                  <a:lnTo>
                    <a:pt x="2416" y="199480"/>
                  </a:lnTo>
                  <a:lnTo>
                    <a:pt x="85976" y="199480"/>
                  </a:lnTo>
                  <a:lnTo>
                    <a:pt x="85976" y="195056"/>
                  </a:lnTo>
                  <a:cubicBezTo>
                    <a:pt x="62058" y="194761"/>
                    <a:pt x="57214" y="191811"/>
                    <a:pt x="57214" y="177653"/>
                  </a:cubicBezTo>
                  <a:lnTo>
                    <a:pt x="57214" y="675"/>
                  </a:lnTo>
                  <a:lnTo>
                    <a:pt x="54792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E355FC1-0C63-D820-7661-3140B3A2A3E5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1755085" y="5025325"/>
              <a:ext cx="32092" cy="31266"/>
            </a:xfrm>
            <a:custGeom>
              <a:avLst/>
              <a:gdLst>
                <a:gd name="connsiteX0" fmla="*/ 32393 w 32092"/>
                <a:gd name="connsiteY0" fmla="*/ 15718 h 31266"/>
                <a:gd name="connsiteX1" fmla="*/ 16347 w 32092"/>
                <a:gd name="connsiteY1" fmla="*/ 85 h 31266"/>
                <a:gd name="connsiteX2" fmla="*/ 301 w 32092"/>
                <a:gd name="connsiteY2" fmla="*/ 15718 h 31266"/>
                <a:gd name="connsiteX3" fmla="*/ 16347 w 32092"/>
                <a:gd name="connsiteY3" fmla="*/ 31351 h 31266"/>
                <a:gd name="connsiteX4" fmla="*/ 32393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393" y="15718"/>
                  </a:moveTo>
                  <a:cubicBezTo>
                    <a:pt x="32393" y="7164"/>
                    <a:pt x="25127" y="85"/>
                    <a:pt x="16347" y="85"/>
                  </a:cubicBezTo>
                  <a:cubicBezTo>
                    <a:pt x="7567" y="85"/>
                    <a:pt x="301" y="7164"/>
                    <a:pt x="301" y="15718"/>
                  </a:cubicBezTo>
                  <a:cubicBezTo>
                    <a:pt x="301" y="24272"/>
                    <a:pt x="7567" y="31351"/>
                    <a:pt x="16347" y="31351"/>
                  </a:cubicBezTo>
                  <a:cubicBezTo>
                    <a:pt x="25127" y="31351"/>
                    <a:pt x="32393" y="24272"/>
                    <a:pt x="32393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4080CD6-77E5-73A8-B041-6DC04152F1FC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819277" y="4861325"/>
              <a:ext cx="129881" cy="197625"/>
            </a:xfrm>
            <a:custGeom>
              <a:avLst/>
              <a:gdLst>
                <a:gd name="connsiteX0" fmla="*/ 130186 w 129881"/>
                <a:gd name="connsiteY0" fmla="*/ 85 h 197625"/>
                <a:gd name="connsiteX1" fmla="*/ 18167 w 129881"/>
                <a:gd name="connsiteY1" fmla="*/ 85 h 197625"/>
                <a:gd name="connsiteX2" fmla="*/ 304 w 129881"/>
                <a:gd name="connsiteY2" fmla="*/ 43444 h 197625"/>
                <a:gd name="connsiteX3" fmla="*/ 5451 w 129881"/>
                <a:gd name="connsiteY3" fmla="*/ 45804 h 197625"/>
                <a:gd name="connsiteX4" fmla="*/ 40570 w 129881"/>
                <a:gd name="connsiteY4" fmla="*/ 21912 h 197625"/>
                <a:gd name="connsiteX5" fmla="*/ 106268 w 129881"/>
                <a:gd name="connsiteY5" fmla="*/ 21912 h 197625"/>
                <a:gd name="connsiteX6" fmla="*/ 46323 w 129881"/>
                <a:gd name="connsiteY6" fmla="*/ 197710 h 197625"/>
                <a:gd name="connsiteX7" fmla="*/ 66002 w 129881"/>
                <a:gd name="connsiteY7" fmla="*/ 197710 h 197625"/>
                <a:gd name="connsiteX8" fmla="*/ 130186 w 129881"/>
                <a:gd name="connsiteY8" fmla="*/ 4804 h 197625"/>
                <a:gd name="connsiteX9" fmla="*/ 130186 w 129881"/>
                <a:gd name="connsiteY9" fmla="*/ 85 h 19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9881" h="197625">
                  <a:moveTo>
                    <a:pt x="130186" y="85"/>
                  </a:moveTo>
                  <a:lnTo>
                    <a:pt x="18167" y="85"/>
                  </a:lnTo>
                  <a:lnTo>
                    <a:pt x="304" y="43444"/>
                  </a:lnTo>
                  <a:lnTo>
                    <a:pt x="5451" y="45804"/>
                  </a:lnTo>
                  <a:cubicBezTo>
                    <a:pt x="18469" y="25747"/>
                    <a:pt x="23919" y="21912"/>
                    <a:pt x="40570" y="21912"/>
                  </a:cubicBezTo>
                  <a:lnTo>
                    <a:pt x="106268" y="21912"/>
                  </a:lnTo>
                  <a:lnTo>
                    <a:pt x="46323" y="197710"/>
                  </a:lnTo>
                  <a:lnTo>
                    <a:pt x="66002" y="197710"/>
                  </a:lnTo>
                  <a:lnTo>
                    <a:pt x="130186" y="4804"/>
                  </a:lnTo>
                  <a:lnTo>
                    <a:pt x="130186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076EFCD-E48A-121A-3F9E-15149D5F706E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1978186" y="4857196"/>
              <a:ext cx="117771" cy="203524"/>
            </a:xfrm>
            <a:custGeom>
              <a:avLst/>
              <a:gdLst>
                <a:gd name="connsiteX0" fmla="*/ 33612 w 117771"/>
                <a:gd name="connsiteY0" fmla="*/ 102142 h 203524"/>
                <a:gd name="connsiteX1" fmla="*/ 65704 w 117771"/>
                <a:gd name="connsiteY1" fmla="*/ 105387 h 203524"/>
                <a:gd name="connsiteX2" fmla="*/ 96282 w 117771"/>
                <a:gd name="connsiteY2" fmla="*/ 149041 h 203524"/>
                <a:gd name="connsiteX3" fmla="*/ 56621 w 117771"/>
                <a:gd name="connsiteY3" fmla="*/ 192991 h 203524"/>
                <a:gd name="connsiteX4" fmla="*/ 31190 w 117771"/>
                <a:gd name="connsiteY4" fmla="*/ 183847 h 203524"/>
                <a:gd name="connsiteX5" fmla="*/ 11814 w 117771"/>
                <a:gd name="connsiteY5" fmla="*/ 176473 h 203524"/>
                <a:gd name="connsiteX6" fmla="*/ 309 w 117771"/>
                <a:gd name="connsiteY6" fmla="*/ 186797 h 203524"/>
                <a:gd name="connsiteX7" fmla="*/ 34520 w 117771"/>
                <a:gd name="connsiteY7" fmla="*/ 203610 h 203524"/>
                <a:gd name="connsiteX8" fmla="*/ 95979 w 117771"/>
                <a:gd name="connsiteY8" fmla="*/ 183847 h 203524"/>
                <a:gd name="connsiteX9" fmla="*/ 118081 w 117771"/>
                <a:gd name="connsiteY9" fmla="*/ 134883 h 203524"/>
                <a:gd name="connsiteX10" fmla="*/ 104457 w 117771"/>
                <a:gd name="connsiteY10" fmla="*/ 96833 h 203524"/>
                <a:gd name="connsiteX11" fmla="*/ 79328 w 117771"/>
                <a:gd name="connsiteY11" fmla="*/ 81200 h 203524"/>
                <a:gd name="connsiteX12" fmla="*/ 107787 w 117771"/>
                <a:gd name="connsiteY12" fmla="*/ 40495 h 203524"/>
                <a:gd name="connsiteX13" fmla="*/ 60557 w 117771"/>
                <a:gd name="connsiteY13" fmla="*/ 85 h 203524"/>
                <a:gd name="connsiteX14" fmla="*/ 21199 w 117771"/>
                <a:gd name="connsiteY14" fmla="*/ 14538 h 203524"/>
                <a:gd name="connsiteX15" fmla="*/ 915 w 117771"/>
                <a:gd name="connsiteY15" fmla="*/ 47869 h 203524"/>
                <a:gd name="connsiteX16" fmla="*/ 5456 w 117771"/>
                <a:gd name="connsiteY16" fmla="*/ 49049 h 203524"/>
                <a:gd name="connsiteX17" fmla="*/ 50566 w 117771"/>
                <a:gd name="connsiteY17" fmla="*/ 17783 h 203524"/>
                <a:gd name="connsiteX18" fmla="*/ 83869 w 117771"/>
                <a:gd name="connsiteY18" fmla="*/ 49344 h 203524"/>
                <a:gd name="connsiteX19" fmla="*/ 71759 w 117771"/>
                <a:gd name="connsiteY19" fmla="*/ 77955 h 203524"/>
                <a:gd name="connsiteX20" fmla="*/ 33612 w 117771"/>
                <a:gd name="connsiteY20" fmla="*/ 98308 h 203524"/>
                <a:gd name="connsiteX21" fmla="*/ 33612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612" y="102142"/>
                  </a:moveTo>
                  <a:cubicBezTo>
                    <a:pt x="51475" y="102142"/>
                    <a:pt x="58438" y="102732"/>
                    <a:pt x="65704" y="105387"/>
                  </a:cubicBezTo>
                  <a:cubicBezTo>
                    <a:pt x="84475" y="111876"/>
                    <a:pt x="96282" y="128689"/>
                    <a:pt x="96282" y="149041"/>
                  </a:cubicBezTo>
                  <a:cubicBezTo>
                    <a:pt x="96282" y="173818"/>
                    <a:pt x="79025" y="192991"/>
                    <a:pt x="56621" y="192991"/>
                  </a:cubicBezTo>
                  <a:cubicBezTo>
                    <a:pt x="48447" y="192991"/>
                    <a:pt x="42392" y="190926"/>
                    <a:pt x="31190" y="183847"/>
                  </a:cubicBezTo>
                  <a:cubicBezTo>
                    <a:pt x="22107" y="178538"/>
                    <a:pt x="16960" y="176473"/>
                    <a:pt x="11814" y="176473"/>
                  </a:cubicBezTo>
                  <a:cubicBezTo>
                    <a:pt x="4850" y="176473"/>
                    <a:pt x="309" y="180602"/>
                    <a:pt x="309" y="186797"/>
                  </a:cubicBezTo>
                  <a:cubicBezTo>
                    <a:pt x="309" y="197120"/>
                    <a:pt x="13327" y="203610"/>
                    <a:pt x="34520" y="203610"/>
                  </a:cubicBezTo>
                  <a:cubicBezTo>
                    <a:pt x="57832" y="203610"/>
                    <a:pt x="81750" y="195941"/>
                    <a:pt x="95979" y="183847"/>
                  </a:cubicBezTo>
                  <a:cubicBezTo>
                    <a:pt x="110209" y="171754"/>
                    <a:pt x="118081" y="154646"/>
                    <a:pt x="118081" y="134883"/>
                  </a:cubicBezTo>
                  <a:cubicBezTo>
                    <a:pt x="118081" y="119840"/>
                    <a:pt x="113236" y="105977"/>
                    <a:pt x="104457" y="96833"/>
                  </a:cubicBezTo>
                  <a:cubicBezTo>
                    <a:pt x="98401" y="90344"/>
                    <a:pt x="92649" y="86804"/>
                    <a:pt x="79328" y="81200"/>
                  </a:cubicBezTo>
                  <a:cubicBezTo>
                    <a:pt x="100218" y="67336"/>
                    <a:pt x="107787" y="56423"/>
                    <a:pt x="107787" y="40495"/>
                  </a:cubicBezTo>
                  <a:cubicBezTo>
                    <a:pt x="107787" y="16603"/>
                    <a:pt x="88411" y="85"/>
                    <a:pt x="60557" y="85"/>
                  </a:cubicBezTo>
                  <a:cubicBezTo>
                    <a:pt x="45419" y="85"/>
                    <a:pt x="32098" y="5099"/>
                    <a:pt x="21199" y="14538"/>
                  </a:cubicBezTo>
                  <a:cubicBezTo>
                    <a:pt x="12116" y="22502"/>
                    <a:pt x="7575" y="30171"/>
                    <a:pt x="915" y="47869"/>
                  </a:cubicBezTo>
                  <a:lnTo>
                    <a:pt x="5456" y="49049"/>
                  </a:lnTo>
                  <a:cubicBezTo>
                    <a:pt x="17869" y="27516"/>
                    <a:pt x="31493" y="17783"/>
                    <a:pt x="50566" y="17783"/>
                  </a:cubicBezTo>
                  <a:cubicBezTo>
                    <a:pt x="70245" y="17783"/>
                    <a:pt x="83869" y="30761"/>
                    <a:pt x="83869" y="49344"/>
                  </a:cubicBezTo>
                  <a:cubicBezTo>
                    <a:pt x="83869" y="59962"/>
                    <a:pt x="79328" y="70581"/>
                    <a:pt x="71759" y="77955"/>
                  </a:cubicBezTo>
                  <a:cubicBezTo>
                    <a:pt x="62676" y="86804"/>
                    <a:pt x="54199" y="91228"/>
                    <a:pt x="33612" y="98308"/>
                  </a:cubicBezTo>
                  <a:lnTo>
                    <a:pt x="33612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8135673-A338-311A-10AA-4A9607EAAB9B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2126195" y="4857196"/>
              <a:ext cx="134725" cy="199395"/>
            </a:xfrm>
            <a:custGeom>
              <a:avLst/>
              <a:gdLst>
                <a:gd name="connsiteX0" fmla="*/ 135040 w 134725"/>
                <a:gd name="connsiteY0" fmla="*/ 159070 h 199395"/>
                <a:gd name="connsiteX1" fmla="*/ 131104 w 134725"/>
                <a:gd name="connsiteY1" fmla="*/ 157595 h 199395"/>
                <a:gd name="connsiteX2" fmla="*/ 102342 w 134725"/>
                <a:gd name="connsiteY2" fmla="*/ 177063 h 199395"/>
                <a:gd name="connsiteX3" fmla="*/ 29984 w 134725"/>
                <a:gd name="connsiteY3" fmla="*/ 177063 h 199395"/>
                <a:gd name="connsiteX4" fmla="*/ 80847 w 134725"/>
                <a:gd name="connsiteY4" fmla="*/ 125149 h 199395"/>
                <a:gd name="connsiteX5" fmla="*/ 119599 w 134725"/>
                <a:gd name="connsiteY5" fmla="*/ 52293 h 199395"/>
                <a:gd name="connsiteX6" fmla="*/ 63590 w 134725"/>
                <a:gd name="connsiteY6" fmla="*/ 85 h 199395"/>
                <a:gd name="connsiteX7" fmla="*/ 19993 w 134725"/>
                <a:gd name="connsiteY7" fmla="*/ 18372 h 199395"/>
                <a:gd name="connsiteX8" fmla="*/ 617 w 134725"/>
                <a:gd name="connsiteY8" fmla="*/ 58782 h 199395"/>
                <a:gd name="connsiteX9" fmla="*/ 6975 w 134725"/>
                <a:gd name="connsiteY9" fmla="*/ 60257 h 199395"/>
                <a:gd name="connsiteX10" fmla="*/ 50874 w 134725"/>
                <a:gd name="connsiteY10" fmla="*/ 21912 h 199395"/>
                <a:gd name="connsiteX11" fmla="*/ 93562 w 134725"/>
                <a:gd name="connsiteY11" fmla="*/ 63502 h 199395"/>
                <a:gd name="connsiteX12" fmla="*/ 54204 w 134725"/>
                <a:gd name="connsiteY12" fmla="*/ 140192 h 199395"/>
                <a:gd name="connsiteX13" fmla="*/ 314 w 134725"/>
                <a:gd name="connsiteY13" fmla="*/ 195941 h 199395"/>
                <a:gd name="connsiteX14" fmla="*/ 314 w 134725"/>
                <a:gd name="connsiteY14" fmla="*/ 199480 h 199395"/>
                <a:gd name="connsiteX15" fmla="*/ 118388 w 134725"/>
                <a:gd name="connsiteY15" fmla="*/ 199480 h 199395"/>
                <a:gd name="connsiteX16" fmla="*/ 135040 w 134725"/>
                <a:gd name="connsiteY16" fmla="*/ 15907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25" h="199395">
                  <a:moveTo>
                    <a:pt x="135040" y="159070"/>
                  </a:moveTo>
                  <a:lnTo>
                    <a:pt x="131104" y="157595"/>
                  </a:lnTo>
                  <a:cubicBezTo>
                    <a:pt x="119902" y="174408"/>
                    <a:pt x="115966" y="177063"/>
                    <a:pt x="102342" y="177063"/>
                  </a:cubicBezTo>
                  <a:lnTo>
                    <a:pt x="29984" y="177063"/>
                  </a:lnTo>
                  <a:lnTo>
                    <a:pt x="80847" y="125149"/>
                  </a:lnTo>
                  <a:cubicBezTo>
                    <a:pt x="107792" y="97718"/>
                    <a:pt x="119599" y="75300"/>
                    <a:pt x="119599" y="52293"/>
                  </a:cubicBezTo>
                  <a:cubicBezTo>
                    <a:pt x="119599" y="22797"/>
                    <a:pt x="95076" y="85"/>
                    <a:pt x="63590" y="85"/>
                  </a:cubicBezTo>
                  <a:cubicBezTo>
                    <a:pt x="46938" y="85"/>
                    <a:pt x="31195" y="6574"/>
                    <a:pt x="19993" y="18372"/>
                  </a:cubicBezTo>
                  <a:cubicBezTo>
                    <a:pt x="10305" y="28401"/>
                    <a:pt x="5764" y="37840"/>
                    <a:pt x="617" y="58782"/>
                  </a:cubicBezTo>
                  <a:lnTo>
                    <a:pt x="6975" y="60257"/>
                  </a:lnTo>
                  <a:cubicBezTo>
                    <a:pt x="19085" y="31351"/>
                    <a:pt x="29984" y="21912"/>
                    <a:pt x="50874" y="21912"/>
                  </a:cubicBezTo>
                  <a:cubicBezTo>
                    <a:pt x="76305" y="21912"/>
                    <a:pt x="93562" y="38725"/>
                    <a:pt x="93562" y="63502"/>
                  </a:cubicBezTo>
                  <a:cubicBezTo>
                    <a:pt x="93562" y="86509"/>
                    <a:pt x="79636" y="113941"/>
                    <a:pt x="54204" y="140192"/>
                  </a:cubicBezTo>
                  <a:lnTo>
                    <a:pt x="314" y="195941"/>
                  </a:lnTo>
                  <a:lnTo>
                    <a:pt x="314" y="199480"/>
                  </a:lnTo>
                  <a:lnTo>
                    <a:pt x="118388" y="199480"/>
                  </a:lnTo>
                  <a:lnTo>
                    <a:pt x="135040" y="15907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6665D8-2C30-EB1B-4FBD-4DC163BEE59D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2302663" y="4857196"/>
              <a:ext cx="85679" cy="199395"/>
            </a:xfrm>
            <a:custGeom>
              <a:avLst/>
              <a:gdLst>
                <a:gd name="connsiteX0" fmla="*/ 54815 w 85679"/>
                <a:gd name="connsiteY0" fmla="*/ 85 h 199395"/>
                <a:gd name="connsiteX1" fmla="*/ 319 w 85679"/>
                <a:gd name="connsiteY1" fmla="*/ 26926 h 199395"/>
                <a:gd name="connsiteX2" fmla="*/ 319 w 85679"/>
                <a:gd name="connsiteY2" fmla="*/ 31056 h 199395"/>
                <a:gd name="connsiteX3" fmla="*/ 8493 w 85679"/>
                <a:gd name="connsiteY3" fmla="*/ 27811 h 199395"/>
                <a:gd name="connsiteX4" fmla="*/ 22117 w 85679"/>
                <a:gd name="connsiteY4" fmla="*/ 24567 h 199395"/>
                <a:gd name="connsiteX5" fmla="*/ 31200 w 85679"/>
                <a:gd name="connsiteY5" fmla="*/ 38430 h 199395"/>
                <a:gd name="connsiteX6" fmla="*/ 31200 w 85679"/>
                <a:gd name="connsiteY6" fmla="*/ 172048 h 199395"/>
                <a:gd name="connsiteX7" fmla="*/ 23934 w 85679"/>
                <a:gd name="connsiteY7" fmla="*/ 191221 h 199395"/>
                <a:gd name="connsiteX8" fmla="*/ 2438 w 85679"/>
                <a:gd name="connsiteY8" fmla="*/ 195056 h 199395"/>
                <a:gd name="connsiteX9" fmla="*/ 2438 w 85679"/>
                <a:gd name="connsiteY9" fmla="*/ 199480 h 199395"/>
                <a:gd name="connsiteX10" fmla="*/ 85998 w 85679"/>
                <a:gd name="connsiteY10" fmla="*/ 199480 h 199395"/>
                <a:gd name="connsiteX11" fmla="*/ 85998 w 85679"/>
                <a:gd name="connsiteY11" fmla="*/ 195056 h 199395"/>
                <a:gd name="connsiteX12" fmla="*/ 57237 w 85679"/>
                <a:gd name="connsiteY12" fmla="*/ 177653 h 199395"/>
                <a:gd name="connsiteX13" fmla="*/ 57237 w 85679"/>
                <a:gd name="connsiteY13" fmla="*/ 675 h 199395"/>
                <a:gd name="connsiteX14" fmla="*/ 54815 w 85679"/>
                <a:gd name="connsiteY14" fmla="*/ 85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679" h="199395">
                  <a:moveTo>
                    <a:pt x="54815" y="85"/>
                  </a:moveTo>
                  <a:lnTo>
                    <a:pt x="319" y="26926"/>
                  </a:lnTo>
                  <a:lnTo>
                    <a:pt x="319" y="31056"/>
                  </a:lnTo>
                  <a:cubicBezTo>
                    <a:pt x="3952" y="29581"/>
                    <a:pt x="7282" y="28401"/>
                    <a:pt x="8493" y="27811"/>
                  </a:cubicBezTo>
                  <a:cubicBezTo>
                    <a:pt x="13943" y="25747"/>
                    <a:pt x="19090" y="24567"/>
                    <a:pt x="22117" y="24567"/>
                  </a:cubicBezTo>
                  <a:cubicBezTo>
                    <a:pt x="28475" y="24567"/>
                    <a:pt x="31200" y="28991"/>
                    <a:pt x="31200" y="38430"/>
                  </a:cubicBezTo>
                  <a:lnTo>
                    <a:pt x="31200" y="172048"/>
                  </a:lnTo>
                  <a:cubicBezTo>
                    <a:pt x="31200" y="181782"/>
                    <a:pt x="28778" y="188566"/>
                    <a:pt x="23934" y="191221"/>
                  </a:cubicBezTo>
                  <a:cubicBezTo>
                    <a:pt x="19392" y="193876"/>
                    <a:pt x="15154" y="194761"/>
                    <a:pt x="2438" y="195056"/>
                  </a:cubicBezTo>
                  <a:lnTo>
                    <a:pt x="2438" y="199480"/>
                  </a:lnTo>
                  <a:lnTo>
                    <a:pt x="85998" y="199480"/>
                  </a:lnTo>
                  <a:lnTo>
                    <a:pt x="85998" y="195056"/>
                  </a:lnTo>
                  <a:cubicBezTo>
                    <a:pt x="62081" y="194761"/>
                    <a:pt x="57237" y="191811"/>
                    <a:pt x="57237" y="177653"/>
                  </a:cubicBezTo>
                  <a:lnTo>
                    <a:pt x="57237" y="675"/>
                  </a:lnTo>
                  <a:lnTo>
                    <a:pt x="54815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E92122D-B48D-E28D-9A89-081ECBA3FC0A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2480162" y="4884627"/>
              <a:ext cx="201331" cy="196445"/>
            </a:xfrm>
            <a:custGeom>
              <a:avLst/>
              <a:gdLst>
                <a:gd name="connsiteX0" fmla="*/ 107198 w 201331"/>
                <a:gd name="connsiteY0" fmla="*/ 104207 h 196445"/>
                <a:gd name="connsiteX1" fmla="*/ 191666 w 201331"/>
                <a:gd name="connsiteY1" fmla="*/ 104207 h 196445"/>
                <a:gd name="connsiteX2" fmla="*/ 201657 w 201331"/>
                <a:gd name="connsiteY2" fmla="*/ 98308 h 196445"/>
                <a:gd name="connsiteX3" fmla="*/ 191666 w 201331"/>
                <a:gd name="connsiteY3" fmla="*/ 92408 h 196445"/>
                <a:gd name="connsiteX4" fmla="*/ 107198 w 201331"/>
                <a:gd name="connsiteY4" fmla="*/ 92408 h 196445"/>
                <a:gd name="connsiteX5" fmla="*/ 107198 w 201331"/>
                <a:gd name="connsiteY5" fmla="*/ 9818 h 196445"/>
                <a:gd name="connsiteX6" fmla="*/ 101143 w 201331"/>
                <a:gd name="connsiteY6" fmla="*/ 85 h 196445"/>
                <a:gd name="connsiteX7" fmla="*/ 95088 w 201331"/>
                <a:gd name="connsiteY7" fmla="*/ 9818 h 196445"/>
                <a:gd name="connsiteX8" fmla="*/ 95088 w 201331"/>
                <a:gd name="connsiteY8" fmla="*/ 92408 h 196445"/>
                <a:gd name="connsiteX9" fmla="*/ 10316 w 201331"/>
                <a:gd name="connsiteY9" fmla="*/ 92408 h 196445"/>
                <a:gd name="connsiteX10" fmla="*/ 325 w 201331"/>
                <a:gd name="connsiteY10" fmla="*/ 98308 h 196445"/>
                <a:gd name="connsiteX11" fmla="*/ 10316 w 201331"/>
                <a:gd name="connsiteY11" fmla="*/ 104207 h 196445"/>
                <a:gd name="connsiteX12" fmla="*/ 95088 w 201331"/>
                <a:gd name="connsiteY12" fmla="*/ 104207 h 196445"/>
                <a:gd name="connsiteX13" fmla="*/ 95088 w 201331"/>
                <a:gd name="connsiteY13" fmla="*/ 186797 h 196445"/>
                <a:gd name="connsiteX14" fmla="*/ 101143 w 201331"/>
                <a:gd name="connsiteY14" fmla="*/ 196530 h 196445"/>
                <a:gd name="connsiteX15" fmla="*/ 107198 w 201331"/>
                <a:gd name="connsiteY15" fmla="*/ 186797 h 196445"/>
                <a:gd name="connsiteX16" fmla="*/ 107198 w 201331"/>
                <a:gd name="connsiteY16" fmla="*/ 104207 h 196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1331" h="196445">
                  <a:moveTo>
                    <a:pt x="107198" y="104207"/>
                  </a:moveTo>
                  <a:lnTo>
                    <a:pt x="191666" y="104207"/>
                  </a:lnTo>
                  <a:cubicBezTo>
                    <a:pt x="195905" y="104207"/>
                    <a:pt x="201657" y="104207"/>
                    <a:pt x="201657" y="98308"/>
                  </a:cubicBezTo>
                  <a:cubicBezTo>
                    <a:pt x="201657" y="92408"/>
                    <a:pt x="195905" y="92408"/>
                    <a:pt x="191666" y="92408"/>
                  </a:cubicBezTo>
                  <a:lnTo>
                    <a:pt x="107198" y="92408"/>
                  </a:lnTo>
                  <a:lnTo>
                    <a:pt x="107198" y="9818"/>
                  </a:lnTo>
                  <a:cubicBezTo>
                    <a:pt x="107198" y="5689"/>
                    <a:pt x="107198" y="85"/>
                    <a:pt x="101143" y="85"/>
                  </a:cubicBezTo>
                  <a:cubicBezTo>
                    <a:pt x="95087" y="85"/>
                    <a:pt x="95088" y="5689"/>
                    <a:pt x="95088" y="9818"/>
                  </a:cubicBezTo>
                  <a:lnTo>
                    <a:pt x="95088" y="92408"/>
                  </a:lnTo>
                  <a:lnTo>
                    <a:pt x="10316" y="92408"/>
                  </a:lnTo>
                  <a:cubicBezTo>
                    <a:pt x="6078" y="92408"/>
                    <a:pt x="325" y="92408"/>
                    <a:pt x="325" y="98308"/>
                  </a:cubicBezTo>
                  <a:cubicBezTo>
                    <a:pt x="325" y="104207"/>
                    <a:pt x="6078" y="104207"/>
                    <a:pt x="10316" y="104207"/>
                  </a:cubicBezTo>
                  <a:lnTo>
                    <a:pt x="95088" y="104207"/>
                  </a:lnTo>
                  <a:lnTo>
                    <a:pt x="95088" y="186797"/>
                  </a:lnTo>
                  <a:cubicBezTo>
                    <a:pt x="95088" y="190926"/>
                    <a:pt x="95088" y="196530"/>
                    <a:pt x="101143" y="196530"/>
                  </a:cubicBezTo>
                  <a:cubicBezTo>
                    <a:pt x="107198" y="196530"/>
                    <a:pt x="107198" y="190926"/>
                    <a:pt x="107198" y="186797"/>
                  </a:cubicBezTo>
                  <a:lnTo>
                    <a:pt x="107198" y="104207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364D7F9-BA7F-536D-DFC0-B6CB63A34739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2748800" y="4857196"/>
              <a:ext cx="136845" cy="203524"/>
            </a:xfrm>
            <a:custGeom>
              <a:avLst/>
              <a:gdLst>
                <a:gd name="connsiteX0" fmla="*/ 69968 w 136845"/>
                <a:gd name="connsiteY0" fmla="*/ 85 h 203524"/>
                <a:gd name="connsiteX1" fmla="*/ 29399 w 136845"/>
                <a:gd name="connsiteY1" fmla="*/ 15423 h 203524"/>
                <a:gd name="connsiteX2" fmla="*/ 334 w 136845"/>
                <a:gd name="connsiteY2" fmla="*/ 100372 h 203524"/>
                <a:gd name="connsiteX3" fmla="*/ 24555 w 136845"/>
                <a:gd name="connsiteY3" fmla="*/ 183552 h 203524"/>
                <a:gd name="connsiteX4" fmla="*/ 68757 w 136845"/>
                <a:gd name="connsiteY4" fmla="*/ 203610 h 203524"/>
                <a:gd name="connsiteX5" fmla="*/ 108115 w 136845"/>
                <a:gd name="connsiteY5" fmla="*/ 188271 h 203524"/>
                <a:gd name="connsiteX6" fmla="*/ 137180 w 136845"/>
                <a:gd name="connsiteY6" fmla="*/ 102142 h 203524"/>
                <a:gd name="connsiteX7" fmla="*/ 69968 w 136845"/>
                <a:gd name="connsiteY7" fmla="*/ 85 h 203524"/>
                <a:gd name="connsiteX8" fmla="*/ 69060 w 136845"/>
                <a:gd name="connsiteY8" fmla="*/ 7754 h 203524"/>
                <a:gd name="connsiteX9" fmla="*/ 108115 w 136845"/>
                <a:gd name="connsiteY9" fmla="*/ 102732 h 203524"/>
                <a:gd name="connsiteX10" fmla="*/ 68757 w 136845"/>
                <a:gd name="connsiteY10" fmla="*/ 195941 h 203524"/>
                <a:gd name="connsiteX11" fmla="*/ 29399 w 136845"/>
                <a:gd name="connsiteY11" fmla="*/ 103027 h 203524"/>
                <a:gd name="connsiteX12" fmla="*/ 69060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968" y="85"/>
                  </a:moveTo>
                  <a:cubicBezTo>
                    <a:pt x="53317" y="85"/>
                    <a:pt x="40601" y="5099"/>
                    <a:pt x="29399" y="15423"/>
                  </a:cubicBezTo>
                  <a:cubicBezTo>
                    <a:pt x="11839" y="31941"/>
                    <a:pt x="334" y="65862"/>
                    <a:pt x="334" y="100372"/>
                  </a:cubicBezTo>
                  <a:cubicBezTo>
                    <a:pt x="334" y="132523"/>
                    <a:pt x="10325" y="167034"/>
                    <a:pt x="24555" y="183552"/>
                  </a:cubicBezTo>
                  <a:cubicBezTo>
                    <a:pt x="35757" y="196530"/>
                    <a:pt x="51197" y="203610"/>
                    <a:pt x="68757" y="203610"/>
                  </a:cubicBezTo>
                  <a:cubicBezTo>
                    <a:pt x="84197" y="203610"/>
                    <a:pt x="97216" y="198595"/>
                    <a:pt x="108115" y="188271"/>
                  </a:cubicBezTo>
                  <a:cubicBezTo>
                    <a:pt x="125675" y="172048"/>
                    <a:pt x="137180" y="137833"/>
                    <a:pt x="137180" y="102142"/>
                  </a:cubicBezTo>
                  <a:cubicBezTo>
                    <a:pt x="137180" y="41675"/>
                    <a:pt x="109629" y="85"/>
                    <a:pt x="69968" y="85"/>
                  </a:cubicBezTo>
                  <a:close/>
                  <a:moveTo>
                    <a:pt x="69060" y="7754"/>
                  </a:moveTo>
                  <a:cubicBezTo>
                    <a:pt x="94491" y="7754"/>
                    <a:pt x="108115" y="41085"/>
                    <a:pt x="108115" y="102732"/>
                  </a:cubicBezTo>
                  <a:cubicBezTo>
                    <a:pt x="108115" y="164379"/>
                    <a:pt x="94794" y="195941"/>
                    <a:pt x="68757" y="195941"/>
                  </a:cubicBezTo>
                  <a:cubicBezTo>
                    <a:pt x="42720" y="195941"/>
                    <a:pt x="29399" y="164379"/>
                    <a:pt x="29399" y="103027"/>
                  </a:cubicBezTo>
                  <a:cubicBezTo>
                    <a:pt x="29399" y="40495"/>
                    <a:pt x="43023" y="7754"/>
                    <a:pt x="69060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AC0B726-C539-8253-DE9E-1E645D17326F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2919515" y="5025325"/>
              <a:ext cx="32092" cy="31266"/>
            </a:xfrm>
            <a:custGeom>
              <a:avLst/>
              <a:gdLst>
                <a:gd name="connsiteX0" fmla="*/ 32431 w 32092"/>
                <a:gd name="connsiteY0" fmla="*/ 15718 h 31266"/>
                <a:gd name="connsiteX1" fmla="*/ 16385 w 32092"/>
                <a:gd name="connsiteY1" fmla="*/ 85 h 31266"/>
                <a:gd name="connsiteX2" fmla="*/ 339 w 32092"/>
                <a:gd name="connsiteY2" fmla="*/ 15718 h 31266"/>
                <a:gd name="connsiteX3" fmla="*/ 16385 w 32092"/>
                <a:gd name="connsiteY3" fmla="*/ 31351 h 31266"/>
                <a:gd name="connsiteX4" fmla="*/ 32431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431" y="15718"/>
                  </a:moveTo>
                  <a:cubicBezTo>
                    <a:pt x="32431" y="7164"/>
                    <a:pt x="25165" y="85"/>
                    <a:pt x="16385" y="85"/>
                  </a:cubicBezTo>
                  <a:cubicBezTo>
                    <a:pt x="7606" y="85"/>
                    <a:pt x="339" y="7164"/>
                    <a:pt x="339" y="15718"/>
                  </a:cubicBezTo>
                  <a:cubicBezTo>
                    <a:pt x="339" y="24272"/>
                    <a:pt x="7606" y="31351"/>
                    <a:pt x="16385" y="31351"/>
                  </a:cubicBezTo>
                  <a:cubicBezTo>
                    <a:pt x="25165" y="31351"/>
                    <a:pt x="32431" y="24272"/>
                    <a:pt x="32431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1C9EA1F-AFE3-05E2-6265-E8EB7146187D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2984919" y="4857196"/>
              <a:ext cx="136845" cy="203524"/>
            </a:xfrm>
            <a:custGeom>
              <a:avLst/>
              <a:gdLst>
                <a:gd name="connsiteX0" fmla="*/ 69976 w 136845"/>
                <a:gd name="connsiteY0" fmla="*/ 85 h 203524"/>
                <a:gd name="connsiteX1" fmla="*/ 29407 w 136845"/>
                <a:gd name="connsiteY1" fmla="*/ 15423 h 203524"/>
                <a:gd name="connsiteX2" fmla="*/ 342 w 136845"/>
                <a:gd name="connsiteY2" fmla="*/ 100372 h 203524"/>
                <a:gd name="connsiteX3" fmla="*/ 24563 w 136845"/>
                <a:gd name="connsiteY3" fmla="*/ 183552 h 203524"/>
                <a:gd name="connsiteX4" fmla="*/ 68765 w 136845"/>
                <a:gd name="connsiteY4" fmla="*/ 203610 h 203524"/>
                <a:gd name="connsiteX5" fmla="*/ 108123 w 136845"/>
                <a:gd name="connsiteY5" fmla="*/ 188271 h 203524"/>
                <a:gd name="connsiteX6" fmla="*/ 137187 w 136845"/>
                <a:gd name="connsiteY6" fmla="*/ 102142 h 203524"/>
                <a:gd name="connsiteX7" fmla="*/ 69976 w 136845"/>
                <a:gd name="connsiteY7" fmla="*/ 85 h 203524"/>
                <a:gd name="connsiteX8" fmla="*/ 69067 w 136845"/>
                <a:gd name="connsiteY8" fmla="*/ 7754 h 203524"/>
                <a:gd name="connsiteX9" fmla="*/ 108123 w 136845"/>
                <a:gd name="connsiteY9" fmla="*/ 102732 h 203524"/>
                <a:gd name="connsiteX10" fmla="*/ 68765 w 136845"/>
                <a:gd name="connsiteY10" fmla="*/ 195941 h 203524"/>
                <a:gd name="connsiteX11" fmla="*/ 29407 w 136845"/>
                <a:gd name="connsiteY11" fmla="*/ 103027 h 203524"/>
                <a:gd name="connsiteX12" fmla="*/ 69067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69976" y="85"/>
                  </a:moveTo>
                  <a:cubicBezTo>
                    <a:pt x="53324" y="85"/>
                    <a:pt x="40609" y="5099"/>
                    <a:pt x="29407" y="15423"/>
                  </a:cubicBezTo>
                  <a:cubicBezTo>
                    <a:pt x="11847" y="31941"/>
                    <a:pt x="342" y="65862"/>
                    <a:pt x="342" y="100372"/>
                  </a:cubicBezTo>
                  <a:cubicBezTo>
                    <a:pt x="342" y="132523"/>
                    <a:pt x="10333" y="167034"/>
                    <a:pt x="24563" y="183552"/>
                  </a:cubicBezTo>
                  <a:cubicBezTo>
                    <a:pt x="35764" y="196530"/>
                    <a:pt x="51205" y="203610"/>
                    <a:pt x="68765" y="203610"/>
                  </a:cubicBezTo>
                  <a:cubicBezTo>
                    <a:pt x="84205" y="203610"/>
                    <a:pt x="97224" y="198595"/>
                    <a:pt x="108123" y="188271"/>
                  </a:cubicBezTo>
                  <a:cubicBezTo>
                    <a:pt x="125683" y="172048"/>
                    <a:pt x="137187" y="137833"/>
                    <a:pt x="137187" y="102142"/>
                  </a:cubicBezTo>
                  <a:cubicBezTo>
                    <a:pt x="137187" y="41675"/>
                    <a:pt x="109637" y="85"/>
                    <a:pt x="69976" y="85"/>
                  </a:cubicBezTo>
                  <a:close/>
                  <a:moveTo>
                    <a:pt x="69067" y="7754"/>
                  </a:moveTo>
                  <a:cubicBezTo>
                    <a:pt x="94499" y="7754"/>
                    <a:pt x="108123" y="41085"/>
                    <a:pt x="108123" y="102732"/>
                  </a:cubicBezTo>
                  <a:cubicBezTo>
                    <a:pt x="108123" y="164379"/>
                    <a:pt x="94802" y="195941"/>
                    <a:pt x="68765" y="195941"/>
                  </a:cubicBezTo>
                  <a:cubicBezTo>
                    <a:pt x="42728" y="195941"/>
                    <a:pt x="29407" y="164379"/>
                    <a:pt x="29407" y="103027"/>
                  </a:cubicBezTo>
                  <a:cubicBezTo>
                    <a:pt x="29407" y="40495"/>
                    <a:pt x="43031" y="7754"/>
                    <a:pt x="69067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590EB62-9494-64F9-CB36-B92C5E1B89BC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3136258" y="4835369"/>
              <a:ext cx="41477" cy="294963"/>
            </a:xfrm>
            <a:custGeom>
              <a:avLst/>
              <a:gdLst>
                <a:gd name="connsiteX0" fmla="*/ 41825 w 41477"/>
                <a:gd name="connsiteY0" fmla="*/ 85 h 294963"/>
                <a:gd name="connsiteX1" fmla="*/ 347 w 41477"/>
                <a:gd name="connsiteY1" fmla="*/ 85 h 294963"/>
                <a:gd name="connsiteX2" fmla="*/ 347 w 41477"/>
                <a:gd name="connsiteY2" fmla="*/ 11883 h 294963"/>
                <a:gd name="connsiteX3" fmla="*/ 29714 w 41477"/>
                <a:gd name="connsiteY3" fmla="*/ 11883 h 294963"/>
                <a:gd name="connsiteX4" fmla="*/ 29714 w 41477"/>
                <a:gd name="connsiteY4" fmla="*/ 283250 h 294963"/>
                <a:gd name="connsiteX5" fmla="*/ 347 w 41477"/>
                <a:gd name="connsiteY5" fmla="*/ 283250 h 294963"/>
                <a:gd name="connsiteX6" fmla="*/ 347 w 41477"/>
                <a:gd name="connsiteY6" fmla="*/ 295048 h 294963"/>
                <a:gd name="connsiteX7" fmla="*/ 41825 w 41477"/>
                <a:gd name="connsiteY7" fmla="*/ 295048 h 294963"/>
                <a:gd name="connsiteX8" fmla="*/ 41825 w 41477"/>
                <a:gd name="connsiteY8" fmla="*/ 85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477" h="294963">
                  <a:moveTo>
                    <a:pt x="41825" y="85"/>
                  </a:moveTo>
                  <a:lnTo>
                    <a:pt x="347" y="85"/>
                  </a:lnTo>
                  <a:lnTo>
                    <a:pt x="347" y="11883"/>
                  </a:lnTo>
                  <a:lnTo>
                    <a:pt x="29714" y="11883"/>
                  </a:lnTo>
                  <a:lnTo>
                    <a:pt x="29714" y="283250"/>
                  </a:lnTo>
                  <a:lnTo>
                    <a:pt x="347" y="283250"/>
                  </a:lnTo>
                  <a:lnTo>
                    <a:pt x="347" y="295048"/>
                  </a:lnTo>
                  <a:lnTo>
                    <a:pt x="41825" y="295048"/>
                  </a:lnTo>
                  <a:lnTo>
                    <a:pt x="41825" y="85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AB7E661-9A71-6D8D-67C2-6739208E7DA1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3298256" y="4948340"/>
              <a:ext cx="201331" cy="69021"/>
            </a:xfrm>
            <a:custGeom>
              <a:avLst/>
              <a:gdLst>
                <a:gd name="connsiteX0" fmla="*/ 191390 w 201331"/>
                <a:gd name="connsiteY0" fmla="*/ 11883 h 69021"/>
                <a:gd name="connsiteX1" fmla="*/ 201684 w 201331"/>
                <a:gd name="connsiteY1" fmla="*/ 5984 h 69021"/>
                <a:gd name="connsiteX2" fmla="*/ 191693 w 201331"/>
                <a:gd name="connsiteY2" fmla="*/ 85 h 69021"/>
                <a:gd name="connsiteX3" fmla="*/ 10343 w 201331"/>
                <a:gd name="connsiteY3" fmla="*/ 85 h 69021"/>
                <a:gd name="connsiteX4" fmla="*/ 352 w 201331"/>
                <a:gd name="connsiteY4" fmla="*/ 5984 h 69021"/>
                <a:gd name="connsiteX5" fmla="*/ 10646 w 201331"/>
                <a:gd name="connsiteY5" fmla="*/ 11883 h 69021"/>
                <a:gd name="connsiteX6" fmla="*/ 191390 w 201331"/>
                <a:gd name="connsiteY6" fmla="*/ 11883 h 69021"/>
                <a:gd name="connsiteX7" fmla="*/ 191693 w 201331"/>
                <a:gd name="connsiteY7" fmla="*/ 69106 h 69021"/>
                <a:gd name="connsiteX8" fmla="*/ 201684 w 201331"/>
                <a:gd name="connsiteY8" fmla="*/ 63207 h 69021"/>
                <a:gd name="connsiteX9" fmla="*/ 191390 w 201331"/>
                <a:gd name="connsiteY9" fmla="*/ 57308 h 69021"/>
                <a:gd name="connsiteX10" fmla="*/ 10646 w 201331"/>
                <a:gd name="connsiteY10" fmla="*/ 57308 h 69021"/>
                <a:gd name="connsiteX11" fmla="*/ 352 w 201331"/>
                <a:gd name="connsiteY11" fmla="*/ 63207 h 69021"/>
                <a:gd name="connsiteX12" fmla="*/ 10343 w 201331"/>
                <a:gd name="connsiteY12" fmla="*/ 69106 h 69021"/>
                <a:gd name="connsiteX13" fmla="*/ 191693 w 201331"/>
                <a:gd name="connsiteY13" fmla="*/ 69106 h 69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331" h="69021">
                  <a:moveTo>
                    <a:pt x="191390" y="11883"/>
                  </a:moveTo>
                  <a:cubicBezTo>
                    <a:pt x="195932" y="11883"/>
                    <a:pt x="201684" y="11883"/>
                    <a:pt x="201684" y="5984"/>
                  </a:cubicBezTo>
                  <a:cubicBezTo>
                    <a:pt x="201684" y="85"/>
                    <a:pt x="195932" y="85"/>
                    <a:pt x="191693" y="85"/>
                  </a:cubicBezTo>
                  <a:lnTo>
                    <a:pt x="10343" y="85"/>
                  </a:lnTo>
                  <a:cubicBezTo>
                    <a:pt x="6104" y="85"/>
                    <a:pt x="352" y="85"/>
                    <a:pt x="352" y="5984"/>
                  </a:cubicBezTo>
                  <a:cubicBezTo>
                    <a:pt x="352" y="11883"/>
                    <a:pt x="6104" y="11883"/>
                    <a:pt x="10646" y="11883"/>
                  </a:cubicBezTo>
                  <a:lnTo>
                    <a:pt x="191390" y="11883"/>
                  </a:lnTo>
                  <a:close/>
                  <a:moveTo>
                    <a:pt x="191693" y="69106"/>
                  </a:moveTo>
                  <a:cubicBezTo>
                    <a:pt x="195932" y="69106"/>
                    <a:pt x="201684" y="69106"/>
                    <a:pt x="201684" y="63207"/>
                  </a:cubicBezTo>
                  <a:cubicBezTo>
                    <a:pt x="201684" y="57308"/>
                    <a:pt x="195932" y="57308"/>
                    <a:pt x="191390" y="57308"/>
                  </a:cubicBezTo>
                  <a:lnTo>
                    <a:pt x="10646" y="57308"/>
                  </a:lnTo>
                  <a:cubicBezTo>
                    <a:pt x="6104" y="57308"/>
                    <a:pt x="352" y="57308"/>
                    <a:pt x="352" y="63207"/>
                  </a:cubicBezTo>
                  <a:cubicBezTo>
                    <a:pt x="352" y="69106"/>
                    <a:pt x="6104" y="69106"/>
                    <a:pt x="10343" y="69106"/>
                  </a:cubicBezTo>
                  <a:lnTo>
                    <a:pt x="191693" y="69106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F2C4712-4FC0-319B-B2ED-37FFAD0911AF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3594033" y="4857196"/>
              <a:ext cx="134725" cy="199395"/>
            </a:xfrm>
            <a:custGeom>
              <a:avLst/>
              <a:gdLst>
                <a:gd name="connsiteX0" fmla="*/ 135088 w 134725"/>
                <a:gd name="connsiteY0" fmla="*/ 159070 h 199395"/>
                <a:gd name="connsiteX1" fmla="*/ 131152 w 134725"/>
                <a:gd name="connsiteY1" fmla="*/ 157595 h 199395"/>
                <a:gd name="connsiteX2" fmla="*/ 102390 w 134725"/>
                <a:gd name="connsiteY2" fmla="*/ 177063 h 199395"/>
                <a:gd name="connsiteX3" fmla="*/ 30032 w 134725"/>
                <a:gd name="connsiteY3" fmla="*/ 177063 h 199395"/>
                <a:gd name="connsiteX4" fmla="*/ 80895 w 134725"/>
                <a:gd name="connsiteY4" fmla="*/ 125149 h 199395"/>
                <a:gd name="connsiteX5" fmla="*/ 119647 w 134725"/>
                <a:gd name="connsiteY5" fmla="*/ 52293 h 199395"/>
                <a:gd name="connsiteX6" fmla="*/ 63638 w 134725"/>
                <a:gd name="connsiteY6" fmla="*/ 85 h 199395"/>
                <a:gd name="connsiteX7" fmla="*/ 20041 w 134725"/>
                <a:gd name="connsiteY7" fmla="*/ 18372 h 199395"/>
                <a:gd name="connsiteX8" fmla="*/ 665 w 134725"/>
                <a:gd name="connsiteY8" fmla="*/ 58782 h 199395"/>
                <a:gd name="connsiteX9" fmla="*/ 7023 w 134725"/>
                <a:gd name="connsiteY9" fmla="*/ 60257 h 199395"/>
                <a:gd name="connsiteX10" fmla="*/ 50922 w 134725"/>
                <a:gd name="connsiteY10" fmla="*/ 21912 h 199395"/>
                <a:gd name="connsiteX11" fmla="*/ 93611 w 134725"/>
                <a:gd name="connsiteY11" fmla="*/ 63502 h 199395"/>
                <a:gd name="connsiteX12" fmla="*/ 54252 w 134725"/>
                <a:gd name="connsiteY12" fmla="*/ 140192 h 199395"/>
                <a:gd name="connsiteX13" fmla="*/ 362 w 134725"/>
                <a:gd name="connsiteY13" fmla="*/ 195941 h 199395"/>
                <a:gd name="connsiteX14" fmla="*/ 362 w 134725"/>
                <a:gd name="connsiteY14" fmla="*/ 199480 h 199395"/>
                <a:gd name="connsiteX15" fmla="*/ 118436 w 134725"/>
                <a:gd name="connsiteY15" fmla="*/ 199480 h 199395"/>
                <a:gd name="connsiteX16" fmla="*/ 135088 w 134725"/>
                <a:gd name="connsiteY16" fmla="*/ 15907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25" h="199395">
                  <a:moveTo>
                    <a:pt x="135088" y="159070"/>
                  </a:moveTo>
                  <a:lnTo>
                    <a:pt x="131152" y="157595"/>
                  </a:lnTo>
                  <a:cubicBezTo>
                    <a:pt x="119950" y="174408"/>
                    <a:pt x="116014" y="177063"/>
                    <a:pt x="102390" y="177063"/>
                  </a:cubicBezTo>
                  <a:lnTo>
                    <a:pt x="30032" y="177063"/>
                  </a:lnTo>
                  <a:lnTo>
                    <a:pt x="80895" y="125149"/>
                  </a:lnTo>
                  <a:cubicBezTo>
                    <a:pt x="107840" y="97718"/>
                    <a:pt x="119647" y="75300"/>
                    <a:pt x="119647" y="52293"/>
                  </a:cubicBezTo>
                  <a:cubicBezTo>
                    <a:pt x="119647" y="22797"/>
                    <a:pt x="95124" y="85"/>
                    <a:pt x="63638" y="85"/>
                  </a:cubicBezTo>
                  <a:cubicBezTo>
                    <a:pt x="46986" y="85"/>
                    <a:pt x="31243" y="6574"/>
                    <a:pt x="20041" y="18372"/>
                  </a:cubicBezTo>
                  <a:cubicBezTo>
                    <a:pt x="10353" y="28401"/>
                    <a:pt x="5812" y="37840"/>
                    <a:pt x="665" y="58782"/>
                  </a:cubicBezTo>
                  <a:lnTo>
                    <a:pt x="7023" y="60257"/>
                  </a:lnTo>
                  <a:cubicBezTo>
                    <a:pt x="19133" y="31351"/>
                    <a:pt x="30032" y="21912"/>
                    <a:pt x="50922" y="21912"/>
                  </a:cubicBezTo>
                  <a:cubicBezTo>
                    <a:pt x="76353" y="21912"/>
                    <a:pt x="93611" y="38725"/>
                    <a:pt x="93611" y="63502"/>
                  </a:cubicBezTo>
                  <a:cubicBezTo>
                    <a:pt x="93611" y="86509"/>
                    <a:pt x="79684" y="113941"/>
                    <a:pt x="54252" y="140192"/>
                  </a:cubicBezTo>
                  <a:lnTo>
                    <a:pt x="362" y="195941"/>
                  </a:lnTo>
                  <a:lnTo>
                    <a:pt x="362" y="199480"/>
                  </a:lnTo>
                  <a:lnTo>
                    <a:pt x="118436" y="199480"/>
                  </a:lnTo>
                  <a:lnTo>
                    <a:pt x="135088" y="15907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FEA6297-E476-36C1-276A-BED1BE34FB33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3762932" y="5025325"/>
              <a:ext cx="32092" cy="31266"/>
            </a:xfrm>
            <a:custGeom>
              <a:avLst/>
              <a:gdLst>
                <a:gd name="connsiteX0" fmla="*/ 32459 w 32092"/>
                <a:gd name="connsiteY0" fmla="*/ 15718 h 31266"/>
                <a:gd name="connsiteX1" fmla="*/ 16413 w 32092"/>
                <a:gd name="connsiteY1" fmla="*/ 85 h 31266"/>
                <a:gd name="connsiteX2" fmla="*/ 367 w 32092"/>
                <a:gd name="connsiteY2" fmla="*/ 15718 h 31266"/>
                <a:gd name="connsiteX3" fmla="*/ 16413 w 32092"/>
                <a:gd name="connsiteY3" fmla="*/ 31351 h 31266"/>
                <a:gd name="connsiteX4" fmla="*/ 32459 w 32092"/>
                <a:gd name="connsiteY4" fmla="*/ 15718 h 3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92" h="31266">
                  <a:moveTo>
                    <a:pt x="32459" y="15718"/>
                  </a:moveTo>
                  <a:cubicBezTo>
                    <a:pt x="32459" y="7164"/>
                    <a:pt x="25193" y="85"/>
                    <a:pt x="16413" y="85"/>
                  </a:cubicBezTo>
                  <a:cubicBezTo>
                    <a:pt x="7633" y="85"/>
                    <a:pt x="367" y="7164"/>
                    <a:pt x="367" y="15718"/>
                  </a:cubicBezTo>
                  <a:cubicBezTo>
                    <a:pt x="367" y="24272"/>
                    <a:pt x="7633" y="31351"/>
                    <a:pt x="16413" y="31351"/>
                  </a:cubicBezTo>
                  <a:cubicBezTo>
                    <a:pt x="25193" y="31351"/>
                    <a:pt x="32459" y="24272"/>
                    <a:pt x="32459" y="15718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58E9D7A-6608-62DA-34C1-F991233ABA6E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3828336" y="4857196"/>
              <a:ext cx="136845" cy="203524"/>
            </a:xfrm>
            <a:custGeom>
              <a:avLst/>
              <a:gdLst>
                <a:gd name="connsiteX0" fmla="*/ 70003 w 136845"/>
                <a:gd name="connsiteY0" fmla="*/ 85 h 203524"/>
                <a:gd name="connsiteX1" fmla="*/ 29434 w 136845"/>
                <a:gd name="connsiteY1" fmla="*/ 15423 h 203524"/>
                <a:gd name="connsiteX2" fmla="*/ 370 w 136845"/>
                <a:gd name="connsiteY2" fmla="*/ 100372 h 203524"/>
                <a:gd name="connsiteX3" fmla="*/ 24590 w 136845"/>
                <a:gd name="connsiteY3" fmla="*/ 183552 h 203524"/>
                <a:gd name="connsiteX4" fmla="*/ 68792 w 136845"/>
                <a:gd name="connsiteY4" fmla="*/ 203610 h 203524"/>
                <a:gd name="connsiteX5" fmla="*/ 108150 w 136845"/>
                <a:gd name="connsiteY5" fmla="*/ 188271 h 203524"/>
                <a:gd name="connsiteX6" fmla="*/ 137215 w 136845"/>
                <a:gd name="connsiteY6" fmla="*/ 102142 h 203524"/>
                <a:gd name="connsiteX7" fmla="*/ 70003 w 136845"/>
                <a:gd name="connsiteY7" fmla="*/ 85 h 203524"/>
                <a:gd name="connsiteX8" fmla="*/ 69095 w 136845"/>
                <a:gd name="connsiteY8" fmla="*/ 7754 h 203524"/>
                <a:gd name="connsiteX9" fmla="*/ 108150 w 136845"/>
                <a:gd name="connsiteY9" fmla="*/ 102732 h 203524"/>
                <a:gd name="connsiteX10" fmla="*/ 68792 w 136845"/>
                <a:gd name="connsiteY10" fmla="*/ 195941 h 203524"/>
                <a:gd name="connsiteX11" fmla="*/ 29434 w 136845"/>
                <a:gd name="connsiteY11" fmla="*/ 103027 h 203524"/>
                <a:gd name="connsiteX12" fmla="*/ 69095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70003" y="85"/>
                  </a:moveTo>
                  <a:cubicBezTo>
                    <a:pt x="53352" y="85"/>
                    <a:pt x="40636" y="5099"/>
                    <a:pt x="29434" y="15423"/>
                  </a:cubicBezTo>
                  <a:cubicBezTo>
                    <a:pt x="11875" y="31941"/>
                    <a:pt x="370" y="65862"/>
                    <a:pt x="370" y="100372"/>
                  </a:cubicBezTo>
                  <a:cubicBezTo>
                    <a:pt x="370" y="132523"/>
                    <a:pt x="10361" y="167034"/>
                    <a:pt x="24590" y="183552"/>
                  </a:cubicBezTo>
                  <a:cubicBezTo>
                    <a:pt x="35792" y="196530"/>
                    <a:pt x="51233" y="203610"/>
                    <a:pt x="68792" y="203610"/>
                  </a:cubicBezTo>
                  <a:cubicBezTo>
                    <a:pt x="84233" y="203610"/>
                    <a:pt x="97251" y="198595"/>
                    <a:pt x="108150" y="188271"/>
                  </a:cubicBezTo>
                  <a:cubicBezTo>
                    <a:pt x="125710" y="172048"/>
                    <a:pt x="137215" y="137833"/>
                    <a:pt x="137215" y="102142"/>
                  </a:cubicBezTo>
                  <a:cubicBezTo>
                    <a:pt x="137215" y="41675"/>
                    <a:pt x="109664" y="85"/>
                    <a:pt x="70003" y="85"/>
                  </a:cubicBezTo>
                  <a:close/>
                  <a:moveTo>
                    <a:pt x="69095" y="7754"/>
                  </a:moveTo>
                  <a:cubicBezTo>
                    <a:pt x="94527" y="7754"/>
                    <a:pt x="108150" y="41085"/>
                    <a:pt x="108150" y="102732"/>
                  </a:cubicBezTo>
                  <a:cubicBezTo>
                    <a:pt x="108150" y="164379"/>
                    <a:pt x="94829" y="195941"/>
                    <a:pt x="68792" y="195941"/>
                  </a:cubicBezTo>
                  <a:cubicBezTo>
                    <a:pt x="42755" y="195941"/>
                    <a:pt x="29434" y="164379"/>
                    <a:pt x="29434" y="103027"/>
                  </a:cubicBezTo>
                  <a:cubicBezTo>
                    <a:pt x="29434" y="40495"/>
                    <a:pt x="43058" y="7754"/>
                    <a:pt x="69095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8063F08-8277-4009-CEB0-73F2D163F6EE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3980281" y="4857196"/>
              <a:ext cx="136845" cy="203524"/>
            </a:xfrm>
            <a:custGeom>
              <a:avLst/>
              <a:gdLst>
                <a:gd name="connsiteX0" fmla="*/ 70008 w 136845"/>
                <a:gd name="connsiteY0" fmla="*/ 85 h 203524"/>
                <a:gd name="connsiteX1" fmla="*/ 29439 w 136845"/>
                <a:gd name="connsiteY1" fmla="*/ 15423 h 203524"/>
                <a:gd name="connsiteX2" fmla="*/ 375 w 136845"/>
                <a:gd name="connsiteY2" fmla="*/ 100372 h 203524"/>
                <a:gd name="connsiteX3" fmla="*/ 24595 w 136845"/>
                <a:gd name="connsiteY3" fmla="*/ 183552 h 203524"/>
                <a:gd name="connsiteX4" fmla="*/ 68797 w 136845"/>
                <a:gd name="connsiteY4" fmla="*/ 203610 h 203524"/>
                <a:gd name="connsiteX5" fmla="*/ 108155 w 136845"/>
                <a:gd name="connsiteY5" fmla="*/ 188271 h 203524"/>
                <a:gd name="connsiteX6" fmla="*/ 137220 w 136845"/>
                <a:gd name="connsiteY6" fmla="*/ 102142 h 203524"/>
                <a:gd name="connsiteX7" fmla="*/ 70008 w 136845"/>
                <a:gd name="connsiteY7" fmla="*/ 85 h 203524"/>
                <a:gd name="connsiteX8" fmla="*/ 69100 w 136845"/>
                <a:gd name="connsiteY8" fmla="*/ 7754 h 203524"/>
                <a:gd name="connsiteX9" fmla="*/ 108155 w 136845"/>
                <a:gd name="connsiteY9" fmla="*/ 102732 h 203524"/>
                <a:gd name="connsiteX10" fmla="*/ 68797 w 136845"/>
                <a:gd name="connsiteY10" fmla="*/ 195941 h 203524"/>
                <a:gd name="connsiteX11" fmla="*/ 29439 w 136845"/>
                <a:gd name="connsiteY11" fmla="*/ 103027 h 203524"/>
                <a:gd name="connsiteX12" fmla="*/ 69100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70008" y="85"/>
                  </a:moveTo>
                  <a:cubicBezTo>
                    <a:pt x="53357" y="85"/>
                    <a:pt x="40641" y="5099"/>
                    <a:pt x="29439" y="15423"/>
                  </a:cubicBezTo>
                  <a:cubicBezTo>
                    <a:pt x="11879" y="31941"/>
                    <a:pt x="375" y="65862"/>
                    <a:pt x="375" y="100372"/>
                  </a:cubicBezTo>
                  <a:cubicBezTo>
                    <a:pt x="375" y="132523"/>
                    <a:pt x="10366" y="167034"/>
                    <a:pt x="24595" y="183552"/>
                  </a:cubicBezTo>
                  <a:cubicBezTo>
                    <a:pt x="35797" y="196530"/>
                    <a:pt x="51238" y="203610"/>
                    <a:pt x="68797" y="203610"/>
                  </a:cubicBezTo>
                  <a:cubicBezTo>
                    <a:pt x="84238" y="203610"/>
                    <a:pt x="97256" y="198595"/>
                    <a:pt x="108155" y="188271"/>
                  </a:cubicBezTo>
                  <a:cubicBezTo>
                    <a:pt x="125715" y="172048"/>
                    <a:pt x="137220" y="137833"/>
                    <a:pt x="137220" y="102142"/>
                  </a:cubicBezTo>
                  <a:cubicBezTo>
                    <a:pt x="137220" y="41675"/>
                    <a:pt x="109669" y="85"/>
                    <a:pt x="70008" y="85"/>
                  </a:cubicBezTo>
                  <a:close/>
                  <a:moveTo>
                    <a:pt x="69100" y="7754"/>
                  </a:moveTo>
                  <a:cubicBezTo>
                    <a:pt x="94532" y="7754"/>
                    <a:pt x="108155" y="41085"/>
                    <a:pt x="108155" y="102732"/>
                  </a:cubicBezTo>
                  <a:cubicBezTo>
                    <a:pt x="108155" y="164379"/>
                    <a:pt x="94834" y="195941"/>
                    <a:pt x="68797" y="195941"/>
                  </a:cubicBezTo>
                  <a:cubicBezTo>
                    <a:pt x="42760" y="195941"/>
                    <a:pt x="29439" y="164379"/>
                    <a:pt x="29439" y="103027"/>
                  </a:cubicBezTo>
                  <a:cubicBezTo>
                    <a:pt x="29439" y="40495"/>
                    <a:pt x="43063" y="7754"/>
                    <a:pt x="69100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48DE02F-AB2F-2604-78F9-2BEF293F4131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4132226" y="4857196"/>
              <a:ext cx="136845" cy="203524"/>
            </a:xfrm>
            <a:custGeom>
              <a:avLst/>
              <a:gdLst>
                <a:gd name="connsiteX0" fmla="*/ 70013 w 136845"/>
                <a:gd name="connsiteY0" fmla="*/ 85 h 203524"/>
                <a:gd name="connsiteX1" fmla="*/ 29444 w 136845"/>
                <a:gd name="connsiteY1" fmla="*/ 15423 h 203524"/>
                <a:gd name="connsiteX2" fmla="*/ 380 w 136845"/>
                <a:gd name="connsiteY2" fmla="*/ 100372 h 203524"/>
                <a:gd name="connsiteX3" fmla="*/ 24600 w 136845"/>
                <a:gd name="connsiteY3" fmla="*/ 183552 h 203524"/>
                <a:gd name="connsiteX4" fmla="*/ 68802 w 136845"/>
                <a:gd name="connsiteY4" fmla="*/ 203610 h 203524"/>
                <a:gd name="connsiteX5" fmla="*/ 108160 w 136845"/>
                <a:gd name="connsiteY5" fmla="*/ 188271 h 203524"/>
                <a:gd name="connsiteX6" fmla="*/ 137225 w 136845"/>
                <a:gd name="connsiteY6" fmla="*/ 102142 h 203524"/>
                <a:gd name="connsiteX7" fmla="*/ 70013 w 136845"/>
                <a:gd name="connsiteY7" fmla="*/ 85 h 203524"/>
                <a:gd name="connsiteX8" fmla="*/ 69105 w 136845"/>
                <a:gd name="connsiteY8" fmla="*/ 7754 h 203524"/>
                <a:gd name="connsiteX9" fmla="*/ 108160 w 136845"/>
                <a:gd name="connsiteY9" fmla="*/ 102732 h 203524"/>
                <a:gd name="connsiteX10" fmla="*/ 68802 w 136845"/>
                <a:gd name="connsiteY10" fmla="*/ 195941 h 203524"/>
                <a:gd name="connsiteX11" fmla="*/ 29444 w 136845"/>
                <a:gd name="connsiteY11" fmla="*/ 103027 h 203524"/>
                <a:gd name="connsiteX12" fmla="*/ 69105 w 136845"/>
                <a:gd name="connsiteY12" fmla="*/ 7754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6845" h="203524">
                  <a:moveTo>
                    <a:pt x="70013" y="85"/>
                  </a:moveTo>
                  <a:cubicBezTo>
                    <a:pt x="53362" y="85"/>
                    <a:pt x="40646" y="5099"/>
                    <a:pt x="29444" y="15423"/>
                  </a:cubicBezTo>
                  <a:cubicBezTo>
                    <a:pt x="11884" y="31941"/>
                    <a:pt x="380" y="65862"/>
                    <a:pt x="380" y="100372"/>
                  </a:cubicBezTo>
                  <a:cubicBezTo>
                    <a:pt x="380" y="132523"/>
                    <a:pt x="10371" y="167034"/>
                    <a:pt x="24600" y="183552"/>
                  </a:cubicBezTo>
                  <a:cubicBezTo>
                    <a:pt x="35802" y="196530"/>
                    <a:pt x="51243" y="203610"/>
                    <a:pt x="68802" y="203610"/>
                  </a:cubicBezTo>
                  <a:cubicBezTo>
                    <a:pt x="84243" y="203610"/>
                    <a:pt x="97261" y="198595"/>
                    <a:pt x="108160" y="188271"/>
                  </a:cubicBezTo>
                  <a:cubicBezTo>
                    <a:pt x="125720" y="172048"/>
                    <a:pt x="137225" y="137833"/>
                    <a:pt x="137225" y="102142"/>
                  </a:cubicBezTo>
                  <a:cubicBezTo>
                    <a:pt x="137225" y="41675"/>
                    <a:pt x="109674" y="85"/>
                    <a:pt x="70013" y="85"/>
                  </a:cubicBezTo>
                  <a:close/>
                  <a:moveTo>
                    <a:pt x="69105" y="7754"/>
                  </a:moveTo>
                  <a:cubicBezTo>
                    <a:pt x="94536" y="7754"/>
                    <a:pt x="108160" y="41085"/>
                    <a:pt x="108160" y="102732"/>
                  </a:cubicBezTo>
                  <a:cubicBezTo>
                    <a:pt x="108160" y="164379"/>
                    <a:pt x="94839" y="195941"/>
                    <a:pt x="68802" y="195941"/>
                  </a:cubicBezTo>
                  <a:cubicBezTo>
                    <a:pt x="42765" y="195941"/>
                    <a:pt x="29444" y="164379"/>
                    <a:pt x="29444" y="103027"/>
                  </a:cubicBezTo>
                  <a:cubicBezTo>
                    <a:pt x="29444" y="40495"/>
                    <a:pt x="43068" y="7754"/>
                    <a:pt x="69105" y="7754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0EE3827-1DA4-ACF6-13F1-41B6A07C57FE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4289923" y="4857196"/>
              <a:ext cx="117771" cy="203524"/>
            </a:xfrm>
            <a:custGeom>
              <a:avLst/>
              <a:gdLst>
                <a:gd name="connsiteX0" fmla="*/ 33688 w 117771"/>
                <a:gd name="connsiteY0" fmla="*/ 102142 h 203524"/>
                <a:gd name="connsiteX1" fmla="*/ 65780 w 117771"/>
                <a:gd name="connsiteY1" fmla="*/ 105387 h 203524"/>
                <a:gd name="connsiteX2" fmla="*/ 96358 w 117771"/>
                <a:gd name="connsiteY2" fmla="*/ 149041 h 203524"/>
                <a:gd name="connsiteX3" fmla="*/ 56697 w 117771"/>
                <a:gd name="connsiteY3" fmla="*/ 192991 h 203524"/>
                <a:gd name="connsiteX4" fmla="*/ 31266 w 117771"/>
                <a:gd name="connsiteY4" fmla="*/ 183847 h 203524"/>
                <a:gd name="connsiteX5" fmla="*/ 11889 w 117771"/>
                <a:gd name="connsiteY5" fmla="*/ 176473 h 203524"/>
                <a:gd name="connsiteX6" fmla="*/ 385 w 117771"/>
                <a:gd name="connsiteY6" fmla="*/ 186797 h 203524"/>
                <a:gd name="connsiteX7" fmla="*/ 34596 w 117771"/>
                <a:gd name="connsiteY7" fmla="*/ 203610 h 203524"/>
                <a:gd name="connsiteX8" fmla="*/ 96055 w 117771"/>
                <a:gd name="connsiteY8" fmla="*/ 183847 h 203524"/>
                <a:gd name="connsiteX9" fmla="*/ 118156 w 117771"/>
                <a:gd name="connsiteY9" fmla="*/ 134883 h 203524"/>
                <a:gd name="connsiteX10" fmla="*/ 104532 w 117771"/>
                <a:gd name="connsiteY10" fmla="*/ 96833 h 203524"/>
                <a:gd name="connsiteX11" fmla="*/ 79404 w 117771"/>
                <a:gd name="connsiteY11" fmla="*/ 81200 h 203524"/>
                <a:gd name="connsiteX12" fmla="*/ 107863 w 117771"/>
                <a:gd name="connsiteY12" fmla="*/ 40495 h 203524"/>
                <a:gd name="connsiteX13" fmla="*/ 60633 w 117771"/>
                <a:gd name="connsiteY13" fmla="*/ 85 h 203524"/>
                <a:gd name="connsiteX14" fmla="*/ 21275 w 117771"/>
                <a:gd name="connsiteY14" fmla="*/ 14538 h 203524"/>
                <a:gd name="connsiteX15" fmla="*/ 990 w 117771"/>
                <a:gd name="connsiteY15" fmla="*/ 47869 h 203524"/>
                <a:gd name="connsiteX16" fmla="*/ 5532 w 117771"/>
                <a:gd name="connsiteY16" fmla="*/ 49049 h 203524"/>
                <a:gd name="connsiteX17" fmla="*/ 50642 w 117771"/>
                <a:gd name="connsiteY17" fmla="*/ 17783 h 203524"/>
                <a:gd name="connsiteX18" fmla="*/ 83945 w 117771"/>
                <a:gd name="connsiteY18" fmla="*/ 49344 h 203524"/>
                <a:gd name="connsiteX19" fmla="*/ 71835 w 117771"/>
                <a:gd name="connsiteY19" fmla="*/ 77955 h 203524"/>
                <a:gd name="connsiteX20" fmla="*/ 33688 w 117771"/>
                <a:gd name="connsiteY20" fmla="*/ 98308 h 203524"/>
                <a:gd name="connsiteX21" fmla="*/ 33688 w 117771"/>
                <a:gd name="connsiteY21" fmla="*/ 102142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7771" h="203524">
                  <a:moveTo>
                    <a:pt x="33688" y="102142"/>
                  </a:moveTo>
                  <a:cubicBezTo>
                    <a:pt x="51550" y="102142"/>
                    <a:pt x="58514" y="102732"/>
                    <a:pt x="65780" y="105387"/>
                  </a:cubicBezTo>
                  <a:cubicBezTo>
                    <a:pt x="84551" y="111876"/>
                    <a:pt x="96358" y="128689"/>
                    <a:pt x="96358" y="149041"/>
                  </a:cubicBezTo>
                  <a:cubicBezTo>
                    <a:pt x="96358" y="173818"/>
                    <a:pt x="79101" y="192991"/>
                    <a:pt x="56697" y="192991"/>
                  </a:cubicBezTo>
                  <a:cubicBezTo>
                    <a:pt x="48523" y="192991"/>
                    <a:pt x="42468" y="190926"/>
                    <a:pt x="31266" y="183847"/>
                  </a:cubicBezTo>
                  <a:cubicBezTo>
                    <a:pt x="22183" y="178538"/>
                    <a:pt x="17036" y="176473"/>
                    <a:pt x="11889" y="176473"/>
                  </a:cubicBezTo>
                  <a:cubicBezTo>
                    <a:pt x="4926" y="176473"/>
                    <a:pt x="385" y="180602"/>
                    <a:pt x="385" y="186797"/>
                  </a:cubicBezTo>
                  <a:cubicBezTo>
                    <a:pt x="385" y="197120"/>
                    <a:pt x="13403" y="203610"/>
                    <a:pt x="34596" y="203610"/>
                  </a:cubicBezTo>
                  <a:cubicBezTo>
                    <a:pt x="57908" y="203610"/>
                    <a:pt x="81826" y="195941"/>
                    <a:pt x="96055" y="183847"/>
                  </a:cubicBezTo>
                  <a:cubicBezTo>
                    <a:pt x="110285" y="171754"/>
                    <a:pt x="118156" y="154646"/>
                    <a:pt x="118156" y="134883"/>
                  </a:cubicBezTo>
                  <a:cubicBezTo>
                    <a:pt x="118156" y="119840"/>
                    <a:pt x="113312" y="105977"/>
                    <a:pt x="104532" y="96833"/>
                  </a:cubicBezTo>
                  <a:cubicBezTo>
                    <a:pt x="98477" y="90344"/>
                    <a:pt x="92725" y="86804"/>
                    <a:pt x="79404" y="81200"/>
                  </a:cubicBezTo>
                  <a:cubicBezTo>
                    <a:pt x="100294" y="67336"/>
                    <a:pt x="107863" y="56423"/>
                    <a:pt x="107863" y="40495"/>
                  </a:cubicBezTo>
                  <a:cubicBezTo>
                    <a:pt x="107863" y="16603"/>
                    <a:pt x="88486" y="85"/>
                    <a:pt x="60633" y="85"/>
                  </a:cubicBezTo>
                  <a:cubicBezTo>
                    <a:pt x="45495" y="85"/>
                    <a:pt x="32174" y="5099"/>
                    <a:pt x="21275" y="14538"/>
                  </a:cubicBezTo>
                  <a:cubicBezTo>
                    <a:pt x="12192" y="22502"/>
                    <a:pt x="7651" y="30171"/>
                    <a:pt x="990" y="47869"/>
                  </a:cubicBezTo>
                  <a:lnTo>
                    <a:pt x="5532" y="49049"/>
                  </a:lnTo>
                  <a:cubicBezTo>
                    <a:pt x="17945" y="27516"/>
                    <a:pt x="31568" y="17783"/>
                    <a:pt x="50642" y="17783"/>
                  </a:cubicBezTo>
                  <a:cubicBezTo>
                    <a:pt x="70321" y="17783"/>
                    <a:pt x="83945" y="30761"/>
                    <a:pt x="83945" y="49344"/>
                  </a:cubicBezTo>
                  <a:cubicBezTo>
                    <a:pt x="83945" y="59962"/>
                    <a:pt x="79404" y="70581"/>
                    <a:pt x="71835" y="77955"/>
                  </a:cubicBezTo>
                  <a:cubicBezTo>
                    <a:pt x="62752" y="86804"/>
                    <a:pt x="54275" y="91228"/>
                    <a:pt x="33688" y="98308"/>
                  </a:cubicBezTo>
                  <a:lnTo>
                    <a:pt x="33688" y="102142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1257B09-3229-F2EB-3E9E-C1E8A860F828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4445804" y="4857196"/>
              <a:ext cx="117771" cy="203524"/>
            </a:xfrm>
            <a:custGeom>
              <a:avLst/>
              <a:gdLst>
                <a:gd name="connsiteX0" fmla="*/ 71234 w 117771"/>
                <a:gd name="connsiteY0" fmla="*/ 90049 h 203524"/>
                <a:gd name="connsiteX1" fmla="*/ 111803 w 117771"/>
                <a:gd name="connsiteY1" fmla="*/ 41970 h 203524"/>
                <a:gd name="connsiteX2" fmla="*/ 59730 w 117771"/>
                <a:gd name="connsiteY2" fmla="*/ 85 h 203524"/>
                <a:gd name="connsiteX3" fmla="*/ 2206 w 117771"/>
                <a:gd name="connsiteY3" fmla="*/ 46689 h 203524"/>
                <a:gd name="connsiteX4" fmla="*/ 39748 w 117771"/>
                <a:gd name="connsiteY4" fmla="*/ 101552 h 203524"/>
                <a:gd name="connsiteX5" fmla="*/ 390 w 117771"/>
                <a:gd name="connsiteY5" fmla="*/ 154941 h 203524"/>
                <a:gd name="connsiteX6" fmla="*/ 58519 w 117771"/>
                <a:gd name="connsiteY6" fmla="*/ 203610 h 203524"/>
                <a:gd name="connsiteX7" fmla="*/ 118161 w 117771"/>
                <a:gd name="connsiteY7" fmla="*/ 153761 h 203524"/>
                <a:gd name="connsiteX8" fmla="*/ 71234 w 117771"/>
                <a:gd name="connsiteY8" fmla="*/ 90049 h 203524"/>
                <a:gd name="connsiteX9" fmla="*/ 65785 w 117771"/>
                <a:gd name="connsiteY9" fmla="*/ 120430 h 203524"/>
                <a:gd name="connsiteX10" fmla="*/ 95152 w 117771"/>
                <a:gd name="connsiteY10" fmla="*/ 162905 h 203524"/>
                <a:gd name="connsiteX11" fmla="*/ 61849 w 117771"/>
                <a:gd name="connsiteY11" fmla="*/ 195351 h 203524"/>
                <a:gd name="connsiteX12" fmla="*/ 23399 w 117771"/>
                <a:gd name="connsiteY12" fmla="*/ 152581 h 203524"/>
                <a:gd name="connsiteX13" fmla="*/ 47619 w 117771"/>
                <a:gd name="connsiteY13" fmla="*/ 107451 h 203524"/>
                <a:gd name="connsiteX14" fmla="*/ 65785 w 117771"/>
                <a:gd name="connsiteY14" fmla="*/ 120430 h 203524"/>
                <a:gd name="connsiteX15" fmla="*/ 62454 w 117771"/>
                <a:gd name="connsiteY15" fmla="*/ 84739 h 203524"/>
                <a:gd name="connsiteX16" fmla="*/ 24610 w 117771"/>
                <a:gd name="connsiteY16" fmla="*/ 37545 h 203524"/>
                <a:gd name="connsiteX17" fmla="*/ 57308 w 117771"/>
                <a:gd name="connsiteY17" fmla="*/ 8344 h 203524"/>
                <a:gd name="connsiteX18" fmla="*/ 90913 w 117771"/>
                <a:gd name="connsiteY18" fmla="*/ 41675 h 203524"/>
                <a:gd name="connsiteX19" fmla="*/ 65179 w 117771"/>
                <a:gd name="connsiteY19" fmla="*/ 82969 h 203524"/>
                <a:gd name="connsiteX20" fmla="*/ 62454 w 117771"/>
                <a:gd name="connsiteY20" fmla="*/ 84739 h 20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7771" h="203524">
                  <a:moveTo>
                    <a:pt x="71234" y="90049"/>
                  </a:moveTo>
                  <a:cubicBezTo>
                    <a:pt x="101207" y="74416"/>
                    <a:pt x="111803" y="62027"/>
                    <a:pt x="111803" y="41970"/>
                  </a:cubicBezTo>
                  <a:cubicBezTo>
                    <a:pt x="111803" y="17783"/>
                    <a:pt x="90005" y="85"/>
                    <a:pt x="59730" y="85"/>
                  </a:cubicBezTo>
                  <a:cubicBezTo>
                    <a:pt x="26729" y="85"/>
                    <a:pt x="2206" y="19847"/>
                    <a:pt x="2206" y="46689"/>
                  </a:cubicBezTo>
                  <a:cubicBezTo>
                    <a:pt x="2206" y="65862"/>
                    <a:pt x="7959" y="74416"/>
                    <a:pt x="39748" y="101552"/>
                  </a:cubicBezTo>
                  <a:cubicBezTo>
                    <a:pt x="7050" y="125739"/>
                    <a:pt x="390" y="134883"/>
                    <a:pt x="390" y="154941"/>
                  </a:cubicBezTo>
                  <a:cubicBezTo>
                    <a:pt x="390" y="183552"/>
                    <a:pt x="24307" y="203610"/>
                    <a:pt x="58519" y="203610"/>
                  </a:cubicBezTo>
                  <a:cubicBezTo>
                    <a:pt x="94849" y="203610"/>
                    <a:pt x="118161" y="184142"/>
                    <a:pt x="118161" y="153761"/>
                  </a:cubicBezTo>
                  <a:cubicBezTo>
                    <a:pt x="118161" y="131049"/>
                    <a:pt x="107868" y="116595"/>
                    <a:pt x="71234" y="90049"/>
                  </a:cubicBezTo>
                  <a:close/>
                  <a:moveTo>
                    <a:pt x="65785" y="120430"/>
                  </a:moveTo>
                  <a:cubicBezTo>
                    <a:pt x="87886" y="135768"/>
                    <a:pt x="95152" y="146387"/>
                    <a:pt x="95152" y="162905"/>
                  </a:cubicBezTo>
                  <a:cubicBezTo>
                    <a:pt x="95152" y="182077"/>
                    <a:pt x="81528" y="195351"/>
                    <a:pt x="61849" y="195351"/>
                  </a:cubicBezTo>
                  <a:cubicBezTo>
                    <a:pt x="38840" y="195351"/>
                    <a:pt x="23399" y="178243"/>
                    <a:pt x="23399" y="152581"/>
                  </a:cubicBezTo>
                  <a:cubicBezTo>
                    <a:pt x="23399" y="133703"/>
                    <a:pt x="30060" y="121315"/>
                    <a:pt x="47619" y="107451"/>
                  </a:cubicBezTo>
                  <a:lnTo>
                    <a:pt x="65785" y="120430"/>
                  </a:lnTo>
                  <a:close/>
                  <a:moveTo>
                    <a:pt x="62454" y="84739"/>
                  </a:moveTo>
                  <a:cubicBezTo>
                    <a:pt x="35509" y="67631"/>
                    <a:pt x="24610" y="54063"/>
                    <a:pt x="24610" y="37545"/>
                  </a:cubicBezTo>
                  <a:cubicBezTo>
                    <a:pt x="24610" y="20437"/>
                    <a:pt x="38234" y="8344"/>
                    <a:pt x="57308" y="8344"/>
                  </a:cubicBezTo>
                  <a:cubicBezTo>
                    <a:pt x="77895" y="8344"/>
                    <a:pt x="90913" y="21322"/>
                    <a:pt x="90913" y="41675"/>
                  </a:cubicBezTo>
                  <a:cubicBezTo>
                    <a:pt x="90913" y="58487"/>
                    <a:pt x="82436" y="71761"/>
                    <a:pt x="65179" y="82969"/>
                  </a:cubicBezTo>
                  <a:cubicBezTo>
                    <a:pt x="63665" y="83854"/>
                    <a:pt x="63665" y="83854"/>
                    <a:pt x="62454" y="84739"/>
                  </a:cubicBez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92D5414-EDC6-0BC1-EFA4-DCAE8F4BF420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4589877" y="4857196"/>
              <a:ext cx="134725" cy="199395"/>
            </a:xfrm>
            <a:custGeom>
              <a:avLst/>
              <a:gdLst>
                <a:gd name="connsiteX0" fmla="*/ 135121 w 134725"/>
                <a:gd name="connsiteY0" fmla="*/ 159070 h 199395"/>
                <a:gd name="connsiteX1" fmla="*/ 131185 w 134725"/>
                <a:gd name="connsiteY1" fmla="*/ 157595 h 199395"/>
                <a:gd name="connsiteX2" fmla="*/ 102423 w 134725"/>
                <a:gd name="connsiteY2" fmla="*/ 177063 h 199395"/>
                <a:gd name="connsiteX3" fmla="*/ 30065 w 134725"/>
                <a:gd name="connsiteY3" fmla="*/ 177063 h 199395"/>
                <a:gd name="connsiteX4" fmla="*/ 80927 w 134725"/>
                <a:gd name="connsiteY4" fmla="*/ 125149 h 199395"/>
                <a:gd name="connsiteX5" fmla="*/ 119680 w 134725"/>
                <a:gd name="connsiteY5" fmla="*/ 52293 h 199395"/>
                <a:gd name="connsiteX6" fmla="*/ 63670 w 134725"/>
                <a:gd name="connsiteY6" fmla="*/ 85 h 199395"/>
                <a:gd name="connsiteX7" fmla="*/ 20074 w 134725"/>
                <a:gd name="connsiteY7" fmla="*/ 18372 h 199395"/>
                <a:gd name="connsiteX8" fmla="*/ 697 w 134725"/>
                <a:gd name="connsiteY8" fmla="*/ 58782 h 199395"/>
                <a:gd name="connsiteX9" fmla="*/ 7055 w 134725"/>
                <a:gd name="connsiteY9" fmla="*/ 60257 h 199395"/>
                <a:gd name="connsiteX10" fmla="*/ 50955 w 134725"/>
                <a:gd name="connsiteY10" fmla="*/ 21912 h 199395"/>
                <a:gd name="connsiteX11" fmla="*/ 93643 w 134725"/>
                <a:gd name="connsiteY11" fmla="*/ 63502 h 199395"/>
                <a:gd name="connsiteX12" fmla="*/ 54285 w 134725"/>
                <a:gd name="connsiteY12" fmla="*/ 140192 h 199395"/>
                <a:gd name="connsiteX13" fmla="*/ 395 w 134725"/>
                <a:gd name="connsiteY13" fmla="*/ 195941 h 199395"/>
                <a:gd name="connsiteX14" fmla="*/ 395 w 134725"/>
                <a:gd name="connsiteY14" fmla="*/ 199480 h 199395"/>
                <a:gd name="connsiteX15" fmla="*/ 118469 w 134725"/>
                <a:gd name="connsiteY15" fmla="*/ 199480 h 199395"/>
                <a:gd name="connsiteX16" fmla="*/ 135121 w 134725"/>
                <a:gd name="connsiteY16" fmla="*/ 159070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725" h="199395">
                  <a:moveTo>
                    <a:pt x="135121" y="159070"/>
                  </a:moveTo>
                  <a:lnTo>
                    <a:pt x="131185" y="157595"/>
                  </a:lnTo>
                  <a:cubicBezTo>
                    <a:pt x="119983" y="174408"/>
                    <a:pt x="116047" y="177063"/>
                    <a:pt x="102423" y="177063"/>
                  </a:cubicBezTo>
                  <a:lnTo>
                    <a:pt x="30065" y="177063"/>
                  </a:lnTo>
                  <a:lnTo>
                    <a:pt x="80927" y="125149"/>
                  </a:lnTo>
                  <a:cubicBezTo>
                    <a:pt x="107873" y="97718"/>
                    <a:pt x="119680" y="75300"/>
                    <a:pt x="119680" y="52293"/>
                  </a:cubicBezTo>
                  <a:cubicBezTo>
                    <a:pt x="119680" y="22797"/>
                    <a:pt x="95157" y="85"/>
                    <a:pt x="63670" y="85"/>
                  </a:cubicBezTo>
                  <a:cubicBezTo>
                    <a:pt x="47019" y="85"/>
                    <a:pt x="31276" y="6574"/>
                    <a:pt x="20074" y="18372"/>
                  </a:cubicBezTo>
                  <a:cubicBezTo>
                    <a:pt x="10386" y="28401"/>
                    <a:pt x="5844" y="37840"/>
                    <a:pt x="697" y="58782"/>
                  </a:cubicBezTo>
                  <a:lnTo>
                    <a:pt x="7055" y="60257"/>
                  </a:lnTo>
                  <a:cubicBezTo>
                    <a:pt x="19166" y="31351"/>
                    <a:pt x="30065" y="21912"/>
                    <a:pt x="50955" y="21912"/>
                  </a:cubicBezTo>
                  <a:cubicBezTo>
                    <a:pt x="76386" y="21912"/>
                    <a:pt x="93643" y="38725"/>
                    <a:pt x="93643" y="63502"/>
                  </a:cubicBezTo>
                  <a:cubicBezTo>
                    <a:pt x="93643" y="86509"/>
                    <a:pt x="79716" y="113941"/>
                    <a:pt x="54285" y="140192"/>
                  </a:cubicBezTo>
                  <a:lnTo>
                    <a:pt x="395" y="195941"/>
                  </a:lnTo>
                  <a:lnTo>
                    <a:pt x="395" y="199480"/>
                  </a:lnTo>
                  <a:lnTo>
                    <a:pt x="118469" y="199480"/>
                  </a:lnTo>
                  <a:lnTo>
                    <a:pt x="135121" y="159070"/>
                  </a:lnTo>
                  <a:close/>
                </a:path>
              </a:pathLst>
            </a:custGeom>
            <a:solidFill>
              <a:srgbClr val="FFFFFF"/>
            </a:solidFill>
            <a:ln w="304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0" name="Group 99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= \int_0^\pi f(x)\,dx = \int_0^\pi \sin(x)\,dx&#10;\end{align*}&#10;}&#10;\end{document}" title="IguanaTex Shape Display">
            <a:extLst>
              <a:ext uri="{FF2B5EF4-FFF2-40B4-BE49-F238E27FC236}">
                <a16:creationId xmlns:a16="http://schemas.microsoft.com/office/drawing/2014/main" id="{1D1FC02F-AF60-44EC-90F8-B7396981E6F5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201643" y="126699"/>
            <a:ext cx="3739884" cy="646585"/>
            <a:chOff x="7804042" y="4786052"/>
            <a:chExt cx="3739884" cy="646585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48AB176-2852-AF49-EF2B-40F8DDCB36A2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804042" y="4993123"/>
              <a:ext cx="118833" cy="197549"/>
            </a:xfrm>
            <a:custGeom>
              <a:avLst/>
              <a:gdLst>
                <a:gd name="connsiteX0" fmla="*/ 173 w 118833"/>
                <a:gd name="connsiteY0" fmla="*/ 197636 h 197549"/>
                <a:gd name="connsiteX1" fmla="*/ 74141 w 118833"/>
                <a:gd name="connsiteY1" fmla="*/ 197636 h 197549"/>
                <a:gd name="connsiteX2" fmla="*/ 74141 w 118833"/>
                <a:gd name="connsiteY2" fmla="*/ 192796 h 197549"/>
                <a:gd name="connsiteX3" fmla="*/ 53527 w 118833"/>
                <a:gd name="connsiteY3" fmla="*/ 180392 h 197549"/>
                <a:gd name="connsiteX4" fmla="*/ 56861 w 118833"/>
                <a:gd name="connsiteY4" fmla="*/ 161333 h 197549"/>
                <a:gd name="connsiteX5" fmla="*/ 94148 w 118833"/>
                <a:gd name="connsiteY5" fmla="*/ 27313 h 197549"/>
                <a:gd name="connsiteX6" fmla="*/ 119006 w 118833"/>
                <a:gd name="connsiteY6" fmla="*/ 4927 h 197549"/>
                <a:gd name="connsiteX7" fmla="*/ 119006 w 118833"/>
                <a:gd name="connsiteY7" fmla="*/ 86 h 197549"/>
                <a:gd name="connsiteX8" fmla="*/ 44129 w 118833"/>
                <a:gd name="connsiteY8" fmla="*/ 86 h 197549"/>
                <a:gd name="connsiteX9" fmla="*/ 44129 w 118833"/>
                <a:gd name="connsiteY9" fmla="*/ 4927 h 197549"/>
                <a:gd name="connsiteX10" fmla="*/ 65349 w 118833"/>
                <a:gd name="connsiteY10" fmla="*/ 17935 h 197549"/>
                <a:gd name="connsiteX11" fmla="*/ 62015 w 118833"/>
                <a:gd name="connsiteY11" fmla="*/ 36692 h 197549"/>
                <a:gd name="connsiteX12" fmla="*/ 24728 w 118833"/>
                <a:gd name="connsiteY12" fmla="*/ 170409 h 197549"/>
                <a:gd name="connsiteX13" fmla="*/ 173 w 118833"/>
                <a:gd name="connsiteY13" fmla="*/ 192796 h 197549"/>
                <a:gd name="connsiteX14" fmla="*/ 173 w 118833"/>
                <a:gd name="connsiteY14" fmla="*/ 197636 h 19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833" h="197549">
                  <a:moveTo>
                    <a:pt x="173" y="197636"/>
                  </a:moveTo>
                  <a:lnTo>
                    <a:pt x="74141" y="197636"/>
                  </a:lnTo>
                  <a:lnTo>
                    <a:pt x="74141" y="192796"/>
                  </a:lnTo>
                  <a:cubicBezTo>
                    <a:pt x="56861" y="190678"/>
                    <a:pt x="53527" y="188863"/>
                    <a:pt x="53527" y="180392"/>
                  </a:cubicBezTo>
                  <a:cubicBezTo>
                    <a:pt x="53527" y="174644"/>
                    <a:pt x="54133" y="171014"/>
                    <a:pt x="56861" y="161333"/>
                  </a:cubicBezTo>
                  <a:lnTo>
                    <a:pt x="94148" y="27313"/>
                  </a:lnTo>
                  <a:cubicBezTo>
                    <a:pt x="99605" y="9767"/>
                    <a:pt x="101727" y="7952"/>
                    <a:pt x="119006" y="4927"/>
                  </a:cubicBezTo>
                  <a:lnTo>
                    <a:pt x="119006" y="86"/>
                  </a:lnTo>
                  <a:lnTo>
                    <a:pt x="44129" y="86"/>
                  </a:lnTo>
                  <a:lnTo>
                    <a:pt x="44129" y="4927"/>
                  </a:lnTo>
                  <a:cubicBezTo>
                    <a:pt x="61712" y="7044"/>
                    <a:pt x="65349" y="9464"/>
                    <a:pt x="65349" y="17935"/>
                  </a:cubicBezTo>
                  <a:cubicBezTo>
                    <a:pt x="65349" y="22171"/>
                    <a:pt x="64137" y="29129"/>
                    <a:pt x="62015" y="36692"/>
                  </a:cubicBezTo>
                  <a:lnTo>
                    <a:pt x="24728" y="170409"/>
                  </a:lnTo>
                  <a:cubicBezTo>
                    <a:pt x="19271" y="187955"/>
                    <a:pt x="17149" y="189770"/>
                    <a:pt x="173" y="192796"/>
                  </a:cubicBezTo>
                  <a:lnTo>
                    <a:pt x="173" y="197636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56A63EF-13FD-66E0-5B4A-A1171190578A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8007900" y="5079646"/>
              <a:ext cx="201592" cy="70791"/>
            </a:xfrm>
            <a:custGeom>
              <a:avLst/>
              <a:gdLst>
                <a:gd name="connsiteX0" fmla="*/ 191465 w 201592"/>
                <a:gd name="connsiteY0" fmla="*/ 12187 h 70791"/>
                <a:gd name="connsiteX1" fmla="*/ 201772 w 201592"/>
                <a:gd name="connsiteY1" fmla="*/ 6137 h 70791"/>
                <a:gd name="connsiteX2" fmla="*/ 191768 w 201592"/>
                <a:gd name="connsiteY2" fmla="*/ 86 h 70791"/>
                <a:gd name="connsiteX3" fmla="*/ 10183 w 201592"/>
                <a:gd name="connsiteY3" fmla="*/ 86 h 70791"/>
                <a:gd name="connsiteX4" fmla="*/ 179 w 201592"/>
                <a:gd name="connsiteY4" fmla="*/ 6137 h 70791"/>
                <a:gd name="connsiteX5" fmla="*/ 10486 w 201592"/>
                <a:gd name="connsiteY5" fmla="*/ 12187 h 70791"/>
                <a:gd name="connsiteX6" fmla="*/ 191465 w 201592"/>
                <a:gd name="connsiteY6" fmla="*/ 12187 h 70791"/>
                <a:gd name="connsiteX7" fmla="*/ 191768 w 201592"/>
                <a:gd name="connsiteY7" fmla="*/ 70878 h 70791"/>
                <a:gd name="connsiteX8" fmla="*/ 201772 w 201592"/>
                <a:gd name="connsiteY8" fmla="*/ 64827 h 70791"/>
                <a:gd name="connsiteX9" fmla="*/ 191465 w 201592"/>
                <a:gd name="connsiteY9" fmla="*/ 58776 h 70791"/>
                <a:gd name="connsiteX10" fmla="*/ 10486 w 201592"/>
                <a:gd name="connsiteY10" fmla="*/ 58776 h 70791"/>
                <a:gd name="connsiteX11" fmla="*/ 179 w 201592"/>
                <a:gd name="connsiteY11" fmla="*/ 64827 h 70791"/>
                <a:gd name="connsiteX12" fmla="*/ 10183 w 201592"/>
                <a:gd name="connsiteY12" fmla="*/ 70878 h 70791"/>
                <a:gd name="connsiteX13" fmla="*/ 191768 w 201592"/>
                <a:gd name="connsiteY13" fmla="*/ 70878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592" h="70791">
                  <a:moveTo>
                    <a:pt x="191465" y="12187"/>
                  </a:moveTo>
                  <a:cubicBezTo>
                    <a:pt x="196012" y="12187"/>
                    <a:pt x="201772" y="12187"/>
                    <a:pt x="201772" y="6137"/>
                  </a:cubicBezTo>
                  <a:cubicBezTo>
                    <a:pt x="201772" y="86"/>
                    <a:pt x="196012" y="86"/>
                    <a:pt x="191768" y="86"/>
                  </a:cubicBezTo>
                  <a:lnTo>
                    <a:pt x="10183" y="86"/>
                  </a:lnTo>
                  <a:cubicBezTo>
                    <a:pt x="5939" y="86"/>
                    <a:pt x="179" y="86"/>
                    <a:pt x="179" y="6137"/>
                  </a:cubicBezTo>
                  <a:cubicBezTo>
                    <a:pt x="179" y="12187"/>
                    <a:pt x="5939" y="12187"/>
                    <a:pt x="10486" y="12187"/>
                  </a:cubicBezTo>
                  <a:lnTo>
                    <a:pt x="191465" y="12187"/>
                  </a:lnTo>
                  <a:close/>
                  <a:moveTo>
                    <a:pt x="191768" y="70878"/>
                  </a:moveTo>
                  <a:cubicBezTo>
                    <a:pt x="196012" y="70878"/>
                    <a:pt x="201772" y="70878"/>
                    <a:pt x="201772" y="64827"/>
                  </a:cubicBezTo>
                  <a:cubicBezTo>
                    <a:pt x="201772" y="58776"/>
                    <a:pt x="196012" y="58776"/>
                    <a:pt x="191465" y="58776"/>
                  </a:cubicBezTo>
                  <a:lnTo>
                    <a:pt x="10486" y="58776"/>
                  </a:lnTo>
                  <a:cubicBezTo>
                    <a:pt x="5939" y="58776"/>
                    <a:pt x="179" y="58776"/>
                    <a:pt x="179" y="64827"/>
                  </a:cubicBezTo>
                  <a:cubicBezTo>
                    <a:pt x="179" y="70878"/>
                    <a:pt x="5939" y="70878"/>
                    <a:pt x="10183" y="70878"/>
                  </a:cubicBezTo>
                  <a:lnTo>
                    <a:pt x="191768" y="70878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B38B466-3A3A-848B-CABA-9B019CE7E73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8310245" y="4811249"/>
              <a:ext cx="242002" cy="604993"/>
            </a:xfrm>
            <a:custGeom>
              <a:avLst/>
              <a:gdLst>
                <a:gd name="connsiteX0" fmla="*/ 13284 w 242002"/>
                <a:gd name="connsiteY0" fmla="*/ 592814 h 604993"/>
                <a:gd name="connsiteX1" fmla="*/ 26653 w 242002"/>
                <a:gd name="connsiteY1" fmla="*/ 579473 h 604993"/>
                <a:gd name="connsiteX2" fmla="*/ 13557 w 242002"/>
                <a:gd name="connsiteY2" fmla="*/ 566131 h 604993"/>
                <a:gd name="connsiteX3" fmla="*/ 188 w 242002"/>
                <a:gd name="connsiteY3" fmla="*/ 579745 h 604993"/>
                <a:gd name="connsiteX4" fmla="*/ 30472 w 242002"/>
                <a:gd name="connsiteY4" fmla="*/ 605067 h 604993"/>
                <a:gd name="connsiteX5" fmla="*/ 106865 w 242002"/>
                <a:gd name="connsiteY5" fmla="*/ 462395 h 604993"/>
                <a:gd name="connsiteX6" fmla="*/ 160340 w 242002"/>
                <a:gd name="connsiteY6" fmla="*/ 202101 h 604993"/>
                <a:gd name="connsiteX7" fmla="*/ 189806 w 242002"/>
                <a:gd name="connsiteY7" fmla="*/ 54528 h 604993"/>
                <a:gd name="connsiteX8" fmla="*/ 212997 w 242002"/>
                <a:gd name="connsiteY8" fmla="*/ 6063 h 604993"/>
                <a:gd name="connsiteX9" fmla="*/ 229367 w 242002"/>
                <a:gd name="connsiteY9" fmla="*/ 12326 h 604993"/>
                <a:gd name="connsiteX10" fmla="*/ 215725 w 242002"/>
                <a:gd name="connsiteY10" fmla="*/ 25667 h 604993"/>
                <a:gd name="connsiteX11" fmla="*/ 228821 w 242002"/>
                <a:gd name="connsiteY11" fmla="*/ 39009 h 604993"/>
                <a:gd name="connsiteX12" fmla="*/ 242190 w 242002"/>
                <a:gd name="connsiteY12" fmla="*/ 25395 h 604993"/>
                <a:gd name="connsiteX13" fmla="*/ 212451 w 242002"/>
                <a:gd name="connsiteY13" fmla="*/ 73 h 604993"/>
                <a:gd name="connsiteX14" fmla="*/ 161432 w 242002"/>
                <a:gd name="connsiteY14" fmla="*/ 85295 h 604993"/>
                <a:gd name="connsiteX15" fmla="*/ 93496 w 242002"/>
                <a:gd name="connsiteY15" fmla="*/ 403039 h 604993"/>
                <a:gd name="connsiteX16" fmla="*/ 69487 w 242002"/>
                <a:gd name="connsiteY16" fmla="*/ 528013 h 604993"/>
                <a:gd name="connsiteX17" fmla="*/ 29927 w 242002"/>
                <a:gd name="connsiteY17" fmla="*/ 599077 h 604993"/>
                <a:gd name="connsiteX18" fmla="*/ 13284 w 242002"/>
                <a:gd name="connsiteY18" fmla="*/ 592814 h 60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002" h="604993">
                  <a:moveTo>
                    <a:pt x="13284" y="592814"/>
                  </a:moveTo>
                  <a:cubicBezTo>
                    <a:pt x="22014" y="592270"/>
                    <a:pt x="26653" y="586280"/>
                    <a:pt x="26653" y="579473"/>
                  </a:cubicBezTo>
                  <a:cubicBezTo>
                    <a:pt x="26653" y="570488"/>
                    <a:pt x="19832" y="566131"/>
                    <a:pt x="13557" y="566131"/>
                  </a:cubicBezTo>
                  <a:cubicBezTo>
                    <a:pt x="7009" y="566131"/>
                    <a:pt x="188" y="570215"/>
                    <a:pt x="188" y="579745"/>
                  </a:cubicBezTo>
                  <a:cubicBezTo>
                    <a:pt x="188" y="593631"/>
                    <a:pt x="13830" y="605067"/>
                    <a:pt x="30472" y="605067"/>
                  </a:cubicBezTo>
                  <a:cubicBezTo>
                    <a:pt x="71943" y="605067"/>
                    <a:pt x="87494" y="541354"/>
                    <a:pt x="106865" y="462395"/>
                  </a:cubicBezTo>
                  <a:cubicBezTo>
                    <a:pt x="127873" y="376356"/>
                    <a:pt x="145607" y="289501"/>
                    <a:pt x="160340" y="202101"/>
                  </a:cubicBezTo>
                  <a:cubicBezTo>
                    <a:pt x="170435" y="144106"/>
                    <a:pt x="180530" y="89652"/>
                    <a:pt x="189806" y="54528"/>
                  </a:cubicBezTo>
                  <a:cubicBezTo>
                    <a:pt x="193080" y="41187"/>
                    <a:pt x="202356" y="6063"/>
                    <a:pt x="212997" y="6063"/>
                  </a:cubicBezTo>
                  <a:cubicBezTo>
                    <a:pt x="221455" y="6063"/>
                    <a:pt x="228275" y="11237"/>
                    <a:pt x="229367" y="12326"/>
                  </a:cubicBezTo>
                  <a:cubicBezTo>
                    <a:pt x="220363" y="12870"/>
                    <a:pt x="215725" y="18860"/>
                    <a:pt x="215725" y="25667"/>
                  </a:cubicBezTo>
                  <a:cubicBezTo>
                    <a:pt x="215725" y="34652"/>
                    <a:pt x="222546" y="39009"/>
                    <a:pt x="228821" y="39009"/>
                  </a:cubicBezTo>
                  <a:cubicBezTo>
                    <a:pt x="235369" y="39009"/>
                    <a:pt x="242190" y="34925"/>
                    <a:pt x="242190" y="25395"/>
                  </a:cubicBezTo>
                  <a:cubicBezTo>
                    <a:pt x="242190" y="10692"/>
                    <a:pt x="227457" y="73"/>
                    <a:pt x="212451" y="73"/>
                  </a:cubicBezTo>
                  <a:cubicBezTo>
                    <a:pt x="191716" y="73"/>
                    <a:pt x="176437" y="29751"/>
                    <a:pt x="161432" y="85295"/>
                  </a:cubicBezTo>
                  <a:cubicBezTo>
                    <a:pt x="160613" y="88290"/>
                    <a:pt x="123508" y="224972"/>
                    <a:pt x="93496" y="403039"/>
                  </a:cubicBezTo>
                  <a:cubicBezTo>
                    <a:pt x="86403" y="444697"/>
                    <a:pt x="78491" y="490167"/>
                    <a:pt x="69487" y="528013"/>
                  </a:cubicBezTo>
                  <a:cubicBezTo>
                    <a:pt x="64576" y="547889"/>
                    <a:pt x="52026" y="599077"/>
                    <a:pt x="29927" y="599077"/>
                  </a:cubicBezTo>
                  <a:cubicBezTo>
                    <a:pt x="20105" y="599077"/>
                    <a:pt x="13557" y="592814"/>
                    <a:pt x="13284" y="592814"/>
                  </a:cubicBezTo>
                  <a:close/>
                </a:path>
              </a:pathLst>
            </a:custGeom>
            <a:solidFill>
              <a:srgbClr val="FFFFFF"/>
            </a:solidFill>
            <a:ln w="274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BE3D885-0F98-D5A6-87E5-7CE238FDEE01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8582397" y="4786052"/>
              <a:ext cx="121981" cy="114845"/>
            </a:xfrm>
            <a:custGeom>
              <a:avLst/>
              <a:gdLst>
                <a:gd name="connsiteX0" fmla="*/ 5753 w 121981"/>
                <a:gd name="connsiteY0" fmla="*/ 34106 h 114845"/>
                <a:gd name="connsiteX1" fmla="*/ 30205 w 121981"/>
                <a:gd name="connsiteY1" fmla="*/ 20002 h 114845"/>
                <a:gd name="connsiteX2" fmla="*/ 40524 w 121981"/>
                <a:gd name="connsiteY2" fmla="*/ 20002 h 114845"/>
                <a:gd name="connsiteX3" fmla="*/ 26391 w 121981"/>
                <a:gd name="connsiteY3" fmla="*/ 69701 h 114845"/>
                <a:gd name="connsiteX4" fmla="*/ 11810 w 121981"/>
                <a:gd name="connsiteY4" fmla="*/ 87834 h 114845"/>
                <a:gd name="connsiteX5" fmla="*/ 369 w 121981"/>
                <a:gd name="connsiteY5" fmla="*/ 102610 h 114845"/>
                <a:gd name="connsiteX6" fmla="*/ 10688 w 121981"/>
                <a:gd name="connsiteY6" fmla="*/ 114922 h 114845"/>
                <a:gd name="connsiteX7" fmla="*/ 28410 w 121981"/>
                <a:gd name="connsiteY7" fmla="*/ 100147 h 114845"/>
                <a:gd name="connsiteX8" fmla="*/ 44113 w 121981"/>
                <a:gd name="connsiteY8" fmla="*/ 48881 h 114845"/>
                <a:gd name="connsiteX9" fmla="*/ 51740 w 121981"/>
                <a:gd name="connsiteY9" fmla="*/ 20002 h 114845"/>
                <a:gd name="connsiteX10" fmla="*/ 76192 w 121981"/>
                <a:gd name="connsiteY10" fmla="*/ 20002 h 114845"/>
                <a:gd name="connsiteX11" fmla="*/ 62284 w 121981"/>
                <a:gd name="connsiteY11" fmla="*/ 74626 h 114845"/>
                <a:gd name="connsiteX12" fmla="*/ 77762 w 121981"/>
                <a:gd name="connsiteY12" fmla="*/ 114922 h 114845"/>
                <a:gd name="connsiteX13" fmla="*/ 102438 w 121981"/>
                <a:gd name="connsiteY13" fmla="*/ 98356 h 114845"/>
                <a:gd name="connsiteX14" fmla="*/ 110738 w 121981"/>
                <a:gd name="connsiteY14" fmla="*/ 76641 h 114845"/>
                <a:gd name="connsiteX15" fmla="*/ 105355 w 121981"/>
                <a:gd name="connsiteY15" fmla="*/ 76641 h 114845"/>
                <a:gd name="connsiteX16" fmla="*/ 89876 w 121981"/>
                <a:gd name="connsiteY16" fmla="*/ 92983 h 114845"/>
                <a:gd name="connsiteX17" fmla="*/ 79557 w 121981"/>
                <a:gd name="connsiteY17" fmla="*/ 85148 h 114845"/>
                <a:gd name="connsiteX18" fmla="*/ 79333 w 121981"/>
                <a:gd name="connsiteY18" fmla="*/ 70149 h 114845"/>
                <a:gd name="connsiteX19" fmla="*/ 90549 w 121981"/>
                <a:gd name="connsiteY19" fmla="*/ 20002 h 114845"/>
                <a:gd name="connsiteX20" fmla="*/ 118814 w 121981"/>
                <a:gd name="connsiteY20" fmla="*/ 20002 h 114845"/>
                <a:gd name="connsiteX21" fmla="*/ 122179 w 121981"/>
                <a:gd name="connsiteY21" fmla="*/ 77 h 114845"/>
                <a:gd name="connsiteX22" fmla="*/ 43664 w 121981"/>
                <a:gd name="connsiteY22" fmla="*/ 77 h 114845"/>
                <a:gd name="connsiteX23" fmla="*/ 19437 w 121981"/>
                <a:gd name="connsiteY23" fmla="*/ 7913 h 114845"/>
                <a:gd name="connsiteX24" fmla="*/ 1266 w 121981"/>
                <a:gd name="connsiteY24" fmla="*/ 34106 h 114845"/>
                <a:gd name="connsiteX25" fmla="*/ 5753 w 121981"/>
                <a:gd name="connsiteY25" fmla="*/ 34106 h 11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1981" h="114845">
                  <a:moveTo>
                    <a:pt x="5753" y="34106"/>
                  </a:moveTo>
                  <a:cubicBezTo>
                    <a:pt x="15175" y="22464"/>
                    <a:pt x="19437" y="20002"/>
                    <a:pt x="30205" y="20002"/>
                  </a:cubicBezTo>
                  <a:lnTo>
                    <a:pt x="40524" y="20002"/>
                  </a:lnTo>
                  <a:lnTo>
                    <a:pt x="26391" y="69701"/>
                  </a:lnTo>
                  <a:cubicBezTo>
                    <a:pt x="24372" y="75969"/>
                    <a:pt x="20558" y="80894"/>
                    <a:pt x="11810" y="87834"/>
                  </a:cubicBezTo>
                  <a:cubicBezTo>
                    <a:pt x="3734" y="94103"/>
                    <a:pt x="1266" y="97685"/>
                    <a:pt x="369" y="102610"/>
                  </a:cubicBezTo>
                  <a:cubicBezTo>
                    <a:pt x="-753" y="109326"/>
                    <a:pt x="3734" y="114922"/>
                    <a:pt x="10688" y="114922"/>
                  </a:cubicBezTo>
                  <a:cubicBezTo>
                    <a:pt x="17642" y="114922"/>
                    <a:pt x="23923" y="109773"/>
                    <a:pt x="28410" y="100147"/>
                  </a:cubicBezTo>
                  <a:cubicBezTo>
                    <a:pt x="31326" y="94326"/>
                    <a:pt x="38280" y="71492"/>
                    <a:pt x="44113" y="48881"/>
                  </a:cubicBezTo>
                  <a:lnTo>
                    <a:pt x="51740" y="20002"/>
                  </a:lnTo>
                  <a:lnTo>
                    <a:pt x="76192" y="20002"/>
                  </a:lnTo>
                  <a:cubicBezTo>
                    <a:pt x="70359" y="37687"/>
                    <a:pt x="64303" y="61865"/>
                    <a:pt x="62284" y="74626"/>
                  </a:cubicBezTo>
                  <a:cubicBezTo>
                    <a:pt x="58021" y="99699"/>
                    <a:pt x="64078" y="114922"/>
                    <a:pt x="77762" y="114922"/>
                  </a:cubicBezTo>
                  <a:cubicBezTo>
                    <a:pt x="86511" y="114922"/>
                    <a:pt x="95260" y="108878"/>
                    <a:pt x="102438" y="98356"/>
                  </a:cubicBezTo>
                  <a:cubicBezTo>
                    <a:pt x="106701" y="92088"/>
                    <a:pt x="108271" y="87834"/>
                    <a:pt x="110738" y="76641"/>
                  </a:cubicBezTo>
                  <a:lnTo>
                    <a:pt x="105355" y="76641"/>
                  </a:lnTo>
                  <a:cubicBezTo>
                    <a:pt x="102438" y="87387"/>
                    <a:pt x="97279" y="92983"/>
                    <a:pt x="89876" y="92983"/>
                  </a:cubicBezTo>
                  <a:cubicBezTo>
                    <a:pt x="85389" y="92983"/>
                    <a:pt x="81351" y="89849"/>
                    <a:pt x="79557" y="85148"/>
                  </a:cubicBezTo>
                  <a:cubicBezTo>
                    <a:pt x="78211" y="81118"/>
                    <a:pt x="78211" y="77536"/>
                    <a:pt x="79333" y="70149"/>
                  </a:cubicBezTo>
                  <a:cubicBezTo>
                    <a:pt x="82249" y="53134"/>
                    <a:pt x="86735" y="32315"/>
                    <a:pt x="90549" y="20002"/>
                  </a:cubicBezTo>
                  <a:lnTo>
                    <a:pt x="118814" y="20002"/>
                  </a:lnTo>
                  <a:lnTo>
                    <a:pt x="122179" y="77"/>
                  </a:lnTo>
                  <a:lnTo>
                    <a:pt x="43664" y="77"/>
                  </a:lnTo>
                  <a:cubicBezTo>
                    <a:pt x="31551" y="77"/>
                    <a:pt x="26840" y="1644"/>
                    <a:pt x="19437" y="7913"/>
                  </a:cubicBezTo>
                  <a:cubicBezTo>
                    <a:pt x="12034" y="14181"/>
                    <a:pt x="7323" y="20673"/>
                    <a:pt x="1266" y="34106"/>
                  </a:cubicBezTo>
                  <a:lnTo>
                    <a:pt x="5753" y="34106"/>
                  </a:ln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09D92EB-B5C4-97A1-A522-F38E798CA2EE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8452187" y="5278167"/>
              <a:ext cx="101396" cy="154470"/>
            </a:xfrm>
            <a:custGeom>
              <a:avLst/>
              <a:gdLst>
                <a:gd name="connsiteX0" fmla="*/ 51789 w 101396"/>
                <a:gd name="connsiteY0" fmla="*/ 95 h 154470"/>
                <a:gd name="connsiteX1" fmla="*/ 21729 w 101396"/>
                <a:gd name="connsiteY1" fmla="*/ 11736 h 154470"/>
                <a:gd name="connsiteX2" fmla="*/ 193 w 101396"/>
                <a:gd name="connsiteY2" fmla="*/ 76210 h 154470"/>
                <a:gd name="connsiteX3" fmla="*/ 18140 w 101396"/>
                <a:gd name="connsiteY3" fmla="*/ 139342 h 154470"/>
                <a:gd name="connsiteX4" fmla="*/ 50892 w 101396"/>
                <a:gd name="connsiteY4" fmla="*/ 154565 h 154470"/>
                <a:gd name="connsiteX5" fmla="*/ 80054 w 101396"/>
                <a:gd name="connsiteY5" fmla="*/ 142924 h 154470"/>
                <a:gd name="connsiteX6" fmla="*/ 101590 w 101396"/>
                <a:gd name="connsiteY6" fmla="*/ 77554 h 154470"/>
                <a:gd name="connsiteX7" fmla="*/ 51789 w 101396"/>
                <a:gd name="connsiteY7" fmla="*/ 95 h 154470"/>
                <a:gd name="connsiteX8" fmla="*/ 51116 w 101396"/>
                <a:gd name="connsiteY8" fmla="*/ 5915 h 154470"/>
                <a:gd name="connsiteX9" fmla="*/ 80054 w 101396"/>
                <a:gd name="connsiteY9" fmla="*/ 78001 h 154470"/>
                <a:gd name="connsiteX10" fmla="*/ 50892 w 101396"/>
                <a:gd name="connsiteY10" fmla="*/ 148744 h 154470"/>
                <a:gd name="connsiteX11" fmla="*/ 21729 w 101396"/>
                <a:gd name="connsiteY11" fmla="*/ 78225 h 154470"/>
                <a:gd name="connsiteX12" fmla="*/ 51116 w 101396"/>
                <a:gd name="connsiteY12" fmla="*/ 5915 h 1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96" h="154470">
                  <a:moveTo>
                    <a:pt x="51789" y="95"/>
                  </a:moveTo>
                  <a:cubicBezTo>
                    <a:pt x="39451" y="95"/>
                    <a:pt x="30029" y="3901"/>
                    <a:pt x="21729" y="11736"/>
                  </a:cubicBezTo>
                  <a:cubicBezTo>
                    <a:pt x="8718" y="24273"/>
                    <a:pt x="193" y="50018"/>
                    <a:pt x="193" y="76210"/>
                  </a:cubicBezTo>
                  <a:cubicBezTo>
                    <a:pt x="193" y="100612"/>
                    <a:pt x="7596" y="126805"/>
                    <a:pt x="18140" y="139342"/>
                  </a:cubicBezTo>
                  <a:cubicBezTo>
                    <a:pt x="26440" y="149192"/>
                    <a:pt x="37881" y="154565"/>
                    <a:pt x="50892" y="154565"/>
                  </a:cubicBezTo>
                  <a:cubicBezTo>
                    <a:pt x="62332" y="154565"/>
                    <a:pt x="71979" y="150759"/>
                    <a:pt x="80054" y="142924"/>
                  </a:cubicBezTo>
                  <a:cubicBezTo>
                    <a:pt x="93065" y="130611"/>
                    <a:pt x="101590" y="104642"/>
                    <a:pt x="101590" y="77554"/>
                  </a:cubicBezTo>
                  <a:cubicBezTo>
                    <a:pt x="101590" y="31660"/>
                    <a:pt x="81176" y="95"/>
                    <a:pt x="51789" y="95"/>
                  </a:cubicBezTo>
                  <a:close/>
                  <a:moveTo>
                    <a:pt x="51116" y="5915"/>
                  </a:moveTo>
                  <a:cubicBezTo>
                    <a:pt x="69960" y="5915"/>
                    <a:pt x="80054" y="31213"/>
                    <a:pt x="80054" y="78001"/>
                  </a:cubicBezTo>
                  <a:cubicBezTo>
                    <a:pt x="80054" y="124790"/>
                    <a:pt x="70184" y="148744"/>
                    <a:pt x="50892" y="148744"/>
                  </a:cubicBezTo>
                  <a:cubicBezTo>
                    <a:pt x="31599" y="148744"/>
                    <a:pt x="21729" y="124790"/>
                    <a:pt x="21729" y="78225"/>
                  </a:cubicBezTo>
                  <a:cubicBezTo>
                    <a:pt x="21729" y="30765"/>
                    <a:pt x="31824" y="5915"/>
                    <a:pt x="51116" y="5915"/>
                  </a:cubicBez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A85B249-85E4-FDC7-2690-615525605788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8760169" y="4985560"/>
              <a:ext cx="173096" cy="267736"/>
            </a:xfrm>
            <a:custGeom>
              <a:avLst/>
              <a:gdLst>
                <a:gd name="connsiteX0" fmla="*/ 55378 w 173096"/>
                <a:gd name="connsiteY0" fmla="*/ 85399 h 267736"/>
                <a:gd name="connsiteX1" fmla="*/ 82661 w 173096"/>
                <a:gd name="connsiteY1" fmla="*/ 85399 h 267736"/>
                <a:gd name="connsiteX2" fmla="*/ 55984 w 173096"/>
                <a:gd name="connsiteY2" fmla="*/ 212460 h 267736"/>
                <a:gd name="connsiteX3" fmla="*/ 26579 w 173096"/>
                <a:gd name="connsiteY3" fmla="*/ 261469 h 267736"/>
                <a:gd name="connsiteX4" fmla="*/ 20516 w 173096"/>
                <a:gd name="connsiteY4" fmla="*/ 256629 h 267736"/>
                <a:gd name="connsiteX5" fmla="*/ 21729 w 173096"/>
                <a:gd name="connsiteY5" fmla="*/ 253301 h 267736"/>
                <a:gd name="connsiteX6" fmla="*/ 23245 w 173096"/>
                <a:gd name="connsiteY6" fmla="*/ 248461 h 267736"/>
                <a:gd name="connsiteX7" fmla="*/ 11422 w 173096"/>
                <a:gd name="connsiteY7" fmla="*/ 236965 h 267736"/>
                <a:gd name="connsiteX8" fmla="*/ 205 w 173096"/>
                <a:gd name="connsiteY8" fmla="*/ 249368 h 267736"/>
                <a:gd name="connsiteX9" fmla="*/ 24154 w 173096"/>
                <a:gd name="connsiteY9" fmla="*/ 267823 h 267736"/>
                <a:gd name="connsiteX10" fmla="*/ 84783 w 173096"/>
                <a:gd name="connsiteY10" fmla="*/ 182207 h 267736"/>
                <a:gd name="connsiteX11" fmla="*/ 106610 w 173096"/>
                <a:gd name="connsiteY11" fmla="*/ 85399 h 267736"/>
                <a:gd name="connsiteX12" fmla="*/ 139653 w 173096"/>
                <a:gd name="connsiteY12" fmla="*/ 85399 h 267736"/>
                <a:gd name="connsiteX13" fmla="*/ 141472 w 173096"/>
                <a:gd name="connsiteY13" fmla="*/ 75718 h 267736"/>
                <a:gd name="connsiteX14" fmla="*/ 108732 w 173096"/>
                <a:gd name="connsiteY14" fmla="*/ 75718 h 267736"/>
                <a:gd name="connsiteX15" fmla="*/ 145716 w 173096"/>
                <a:gd name="connsiteY15" fmla="*/ 6742 h 267736"/>
                <a:gd name="connsiteX16" fmla="*/ 152385 w 173096"/>
                <a:gd name="connsiteY16" fmla="*/ 10372 h 267736"/>
                <a:gd name="connsiteX17" fmla="*/ 151172 w 173096"/>
                <a:gd name="connsiteY17" fmla="*/ 13398 h 267736"/>
                <a:gd name="connsiteX18" fmla="*/ 149354 w 173096"/>
                <a:gd name="connsiteY18" fmla="*/ 19751 h 267736"/>
                <a:gd name="connsiteX19" fmla="*/ 160570 w 173096"/>
                <a:gd name="connsiteY19" fmla="*/ 31852 h 267736"/>
                <a:gd name="connsiteX20" fmla="*/ 173302 w 173096"/>
                <a:gd name="connsiteY20" fmla="*/ 19751 h 267736"/>
                <a:gd name="connsiteX21" fmla="*/ 147232 w 173096"/>
                <a:gd name="connsiteY21" fmla="*/ 86 h 267736"/>
                <a:gd name="connsiteX22" fmla="*/ 109641 w 173096"/>
                <a:gd name="connsiteY22" fmla="*/ 20961 h 267736"/>
                <a:gd name="connsiteX23" fmla="*/ 85390 w 173096"/>
                <a:gd name="connsiteY23" fmla="*/ 75718 h 267736"/>
                <a:gd name="connsiteX24" fmla="*/ 57500 w 173096"/>
                <a:gd name="connsiteY24" fmla="*/ 75718 h 267736"/>
                <a:gd name="connsiteX25" fmla="*/ 55378 w 173096"/>
                <a:gd name="connsiteY25" fmla="*/ 85399 h 267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3096" h="267736">
                  <a:moveTo>
                    <a:pt x="55378" y="85399"/>
                  </a:moveTo>
                  <a:lnTo>
                    <a:pt x="82661" y="85399"/>
                  </a:lnTo>
                  <a:lnTo>
                    <a:pt x="55984" y="212460"/>
                  </a:lnTo>
                  <a:cubicBezTo>
                    <a:pt x="49315" y="244830"/>
                    <a:pt x="39311" y="261469"/>
                    <a:pt x="26579" y="261469"/>
                  </a:cubicBezTo>
                  <a:cubicBezTo>
                    <a:pt x="22941" y="261469"/>
                    <a:pt x="20516" y="259352"/>
                    <a:pt x="20516" y="256629"/>
                  </a:cubicBezTo>
                  <a:cubicBezTo>
                    <a:pt x="20516" y="255721"/>
                    <a:pt x="20819" y="254814"/>
                    <a:pt x="21729" y="253301"/>
                  </a:cubicBezTo>
                  <a:cubicBezTo>
                    <a:pt x="22941" y="251486"/>
                    <a:pt x="23245" y="250276"/>
                    <a:pt x="23245" y="248461"/>
                  </a:cubicBezTo>
                  <a:cubicBezTo>
                    <a:pt x="23245" y="242108"/>
                    <a:pt x="17788" y="236965"/>
                    <a:pt x="11422" y="236965"/>
                  </a:cubicBezTo>
                  <a:cubicBezTo>
                    <a:pt x="5056" y="236965"/>
                    <a:pt x="205" y="242410"/>
                    <a:pt x="205" y="249368"/>
                  </a:cubicBezTo>
                  <a:cubicBezTo>
                    <a:pt x="205" y="259654"/>
                    <a:pt x="10816" y="267823"/>
                    <a:pt x="24154" y="267823"/>
                  </a:cubicBezTo>
                  <a:cubicBezTo>
                    <a:pt x="51134" y="267823"/>
                    <a:pt x="72354" y="237872"/>
                    <a:pt x="84783" y="182207"/>
                  </a:cubicBezTo>
                  <a:lnTo>
                    <a:pt x="106610" y="85399"/>
                  </a:lnTo>
                  <a:lnTo>
                    <a:pt x="139653" y="85399"/>
                  </a:lnTo>
                  <a:lnTo>
                    <a:pt x="141472" y="75718"/>
                  </a:lnTo>
                  <a:lnTo>
                    <a:pt x="108732" y="75718"/>
                  </a:lnTo>
                  <a:cubicBezTo>
                    <a:pt x="117523" y="28221"/>
                    <a:pt x="128740" y="6742"/>
                    <a:pt x="145716" y="6742"/>
                  </a:cubicBezTo>
                  <a:cubicBezTo>
                    <a:pt x="149657" y="6742"/>
                    <a:pt x="152385" y="8255"/>
                    <a:pt x="152385" y="10372"/>
                  </a:cubicBezTo>
                  <a:cubicBezTo>
                    <a:pt x="152385" y="11280"/>
                    <a:pt x="152082" y="11885"/>
                    <a:pt x="151172" y="13398"/>
                  </a:cubicBezTo>
                  <a:cubicBezTo>
                    <a:pt x="149960" y="16120"/>
                    <a:pt x="149354" y="17633"/>
                    <a:pt x="149354" y="19751"/>
                  </a:cubicBezTo>
                  <a:cubicBezTo>
                    <a:pt x="149354" y="27011"/>
                    <a:pt x="153901" y="31852"/>
                    <a:pt x="160570" y="31852"/>
                  </a:cubicBezTo>
                  <a:cubicBezTo>
                    <a:pt x="167542" y="31852"/>
                    <a:pt x="173302" y="26406"/>
                    <a:pt x="173302" y="19751"/>
                  </a:cubicBezTo>
                  <a:cubicBezTo>
                    <a:pt x="173302" y="8557"/>
                    <a:pt x="162086" y="86"/>
                    <a:pt x="147232" y="86"/>
                  </a:cubicBezTo>
                  <a:cubicBezTo>
                    <a:pt x="132377" y="86"/>
                    <a:pt x="120555" y="6742"/>
                    <a:pt x="109641" y="20961"/>
                  </a:cubicBezTo>
                  <a:cubicBezTo>
                    <a:pt x="100547" y="32759"/>
                    <a:pt x="94484" y="46675"/>
                    <a:pt x="85390" y="75718"/>
                  </a:cubicBezTo>
                  <a:lnTo>
                    <a:pt x="57500" y="75718"/>
                  </a:lnTo>
                  <a:lnTo>
                    <a:pt x="55378" y="85399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18C910B-C73F-0E58-7D39-48E2FE249024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8963755" y="4963778"/>
              <a:ext cx="70329" cy="302526"/>
            </a:xfrm>
            <a:custGeom>
              <a:avLst/>
              <a:gdLst>
                <a:gd name="connsiteX0" fmla="*/ 70540 w 70329"/>
                <a:gd name="connsiteY0" fmla="*/ 299588 h 302526"/>
                <a:gd name="connsiteX1" fmla="*/ 65386 w 70329"/>
                <a:gd name="connsiteY1" fmla="*/ 292932 h 302526"/>
                <a:gd name="connsiteX2" fmla="*/ 17792 w 70329"/>
                <a:gd name="connsiteY2" fmla="*/ 151350 h 302526"/>
                <a:gd name="connsiteX3" fmla="*/ 66599 w 70329"/>
                <a:gd name="connsiteY3" fmla="*/ 8255 h 302526"/>
                <a:gd name="connsiteX4" fmla="*/ 70540 w 70329"/>
                <a:gd name="connsiteY4" fmla="*/ 3112 h 302526"/>
                <a:gd name="connsiteX5" fmla="*/ 67508 w 70329"/>
                <a:gd name="connsiteY5" fmla="*/ 86 h 302526"/>
                <a:gd name="connsiteX6" fmla="*/ 19308 w 70329"/>
                <a:gd name="connsiteY6" fmla="*/ 59079 h 302526"/>
                <a:gd name="connsiteX7" fmla="*/ 210 w 70329"/>
                <a:gd name="connsiteY7" fmla="*/ 151350 h 302526"/>
                <a:gd name="connsiteX8" fmla="*/ 20218 w 70329"/>
                <a:gd name="connsiteY8" fmla="*/ 245738 h 302526"/>
                <a:gd name="connsiteX9" fmla="*/ 67508 w 70329"/>
                <a:gd name="connsiteY9" fmla="*/ 302613 h 302526"/>
                <a:gd name="connsiteX10" fmla="*/ 70540 w 70329"/>
                <a:gd name="connsiteY10" fmla="*/ 29958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540" y="299588"/>
                  </a:moveTo>
                  <a:cubicBezTo>
                    <a:pt x="70540" y="298680"/>
                    <a:pt x="70540" y="298075"/>
                    <a:pt x="65386" y="292932"/>
                  </a:cubicBezTo>
                  <a:cubicBezTo>
                    <a:pt x="27493" y="254814"/>
                    <a:pt x="17792" y="197636"/>
                    <a:pt x="17792" y="151350"/>
                  </a:cubicBezTo>
                  <a:cubicBezTo>
                    <a:pt x="17792" y="98710"/>
                    <a:pt x="29312" y="46070"/>
                    <a:pt x="66599" y="8255"/>
                  </a:cubicBezTo>
                  <a:cubicBezTo>
                    <a:pt x="70540" y="4624"/>
                    <a:pt x="70540" y="4019"/>
                    <a:pt x="70540" y="3112"/>
                  </a:cubicBezTo>
                  <a:cubicBezTo>
                    <a:pt x="70540" y="994"/>
                    <a:pt x="69327" y="86"/>
                    <a:pt x="67508" y="86"/>
                  </a:cubicBezTo>
                  <a:cubicBezTo>
                    <a:pt x="64477" y="86"/>
                    <a:pt x="37194" y="20658"/>
                    <a:pt x="19308" y="59079"/>
                  </a:cubicBezTo>
                  <a:cubicBezTo>
                    <a:pt x="3848" y="92357"/>
                    <a:pt x="210" y="125937"/>
                    <a:pt x="210" y="151350"/>
                  </a:cubicBezTo>
                  <a:cubicBezTo>
                    <a:pt x="210" y="174947"/>
                    <a:pt x="3545" y="211552"/>
                    <a:pt x="20218" y="245738"/>
                  </a:cubicBezTo>
                  <a:cubicBezTo>
                    <a:pt x="38406" y="282949"/>
                    <a:pt x="64477" y="302613"/>
                    <a:pt x="67508" y="302613"/>
                  </a:cubicBezTo>
                  <a:cubicBezTo>
                    <a:pt x="69327" y="302613"/>
                    <a:pt x="70540" y="301705"/>
                    <a:pt x="70540" y="299588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0178167-8AA7-28CE-12E2-866F65FE0C3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9043617" y="5057259"/>
              <a:ext cx="143691" cy="136742"/>
            </a:xfrm>
            <a:custGeom>
              <a:avLst/>
              <a:gdLst>
                <a:gd name="connsiteX0" fmla="*/ 130264 w 143691"/>
                <a:gd name="connsiteY0" fmla="*/ 99920 h 136742"/>
                <a:gd name="connsiteX1" fmla="*/ 123594 w 143691"/>
                <a:gd name="connsiteY1" fmla="*/ 108088 h 136742"/>
                <a:gd name="connsiteX2" fmla="*/ 109650 w 143691"/>
                <a:gd name="connsiteY2" fmla="*/ 120190 h 136742"/>
                <a:gd name="connsiteX3" fmla="*/ 100252 w 143691"/>
                <a:gd name="connsiteY3" fmla="*/ 107786 h 136742"/>
                <a:gd name="connsiteX4" fmla="*/ 99040 w 143691"/>
                <a:gd name="connsiteY4" fmla="*/ 102643 h 136742"/>
                <a:gd name="connsiteX5" fmla="*/ 88126 w 143691"/>
                <a:gd name="connsiteY5" fmla="*/ 53634 h 136742"/>
                <a:gd name="connsiteX6" fmla="*/ 117835 w 143691"/>
                <a:gd name="connsiteY6" fmla="*/ 17028 h 136742"/>
                <a:gd name="connsiteX7" fmla="*/ 125110 w 143691"/>
                <a:gd name="connsiteY7" fmla="*/ 19448 h 136742"/>
                <a:gd name="connsiteX8" fmla="*/ 133295 w 143691"/>
                <a:gd name="connsiteY8" fmla="*/ 22171 h 136742"/>
                <a:gd name="connsiteX9" fmla="*/ 143905 w 143691"/>
                <a:gd name="connsiteY9" fmla="*/ 11280 h 136742"/>
                <a:gd name="connsiteX10" fmla="*/ 131476 w 143691"/>
                <a:gd name="connsiteY10" fmla="*/ 86 h 136742"/>
                <a:gd name="connsiteX11" fmla="*/ 85701 w 143691"/>
                <a:gd name="connsiteY11" fmla="*/ 43348 h 136742"/>
                <a:gd name="connsiteX12" fmla="*/ 82366 w 143691"/>
                <a:gd name="connsiteY12" fmla="*/ 26709 h 136742"/>
                <a:gd name="connsiteX13" fmla="*/ 66603 w 143691"/>
                <a:gd name="connsiteY13" fmla="*/ 86 h 136742"/>
                <a:gd name="connsiteX14" fmla="*/ 31135 w 143691"/>
                <a:gd name="connsiteY14" fmla="*/ 8860 h 136742"/>
                <a:gd name="connsiteX15" fmla="*/ 27800 w 143691"/>
                <a:gd name="connsiteY15" fmla="*/ 10070 h 136742"/>
                <a:gd name="connsiteX16" fmla="*/ 29013 w 143691"/>
                <a:gd name="connsiteY16" fmla="*/ 14608 h 136742"/>
                <a:gd name="connsiteX17" fmla="*/ 45989 w 143691"/>
                <a:gd name="connsiteY17" fmla="*/ 11280 h 136742"/>
                <a:gd name="connsiteX18" fmla="*/ 59630 w 143691"/>
                <a:gd name="connsiteY18" fmla="*/ 32154 h 136742"/>
                <a:gd name="connsiteX19" fmla="*/ 68422 w 143691"/>
                <a:gd name="connsiteY19" fmla="*/ 69365 h 136742"/>
                <a:gd name="connsiteX20" fmla="*/ 43564 w 143691"/>
                <a:gd name="connsiteY20" fmla="*/ 104761 h 136742"/>
                <a:gd name="connsiteX21" fmla="*/ 28103 w 143691"/>
                <a:gd name="connsiteY21" fmla="*/ 119282 h 136742"/>
                <a:gd name="connsiteX22" fmla="*/ 20221 w 143691"/>
                <a:gd name="connsiteY22" fmla="*/ 116559 h 136742"/>
                <a:gd name="connsiteX23" fmla="*/ 10521 w 143691"/>
                <a:gd name="connsiteY23" fmla="*/ 113534 h 136742"/>
                <a:gd name="connsiteX24" fmla="*/ 214 w 143691"/>
                <a:gd name="connsiteY24" fmla="*/ 124122 h 136742"/>
                <a:gd name="connsiteX25" fmla="*/ 15371 w 143691"/>
                <a:gd name="connsiteY25" fmla="*/ 136828 h 136742"/>
                <a:gd name="connsiteX26" fmla="*/ 43564 w 143691"/>
                <a:gd name="connsiteY26" fmla="*/ 115652 h 136742"/>
                <a:gd name="connsiteX27" fmla="*/ 70847 w 143691"/>
                <a:gd name="connsiteY27" fmla="*/ 80256 h 136742"/>
                <a:gd name="connsiteX28" fmla="*/ 79941 w 143691"/>
                <a:gd name="connsiteY28" fmla="*/ 116559 h 136742"/>
                <a:gd name="connsiteX29" fmla="*/ 97524 w 143691"/>
                <a:gd name="connsiteY29" fmla="*/ 136828 h 136742"/>
                <a:gd name="connsiteX30" fmla="*/ 134508 w 143691"/>
                <a:gd name="connsiteY30" fmla="*/ 102340 h 136742"/>
                <a:gd name="connsiteX31" fmla="*/ 130264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264" y="99920"/>
                  </a:moveTo>
                  <a:cubicBezTo>
                    <a:pt x="127838" y="102643"/>
                    <a:pt x="126323" y="104458"/>
                    <a:pt x="123594" y="108088"/>
                  </a:cubicBezTo>
                  <a:cubicBezTo>
                    <a:pt x="116622" y="117164"/>
                    <a:pt x="112984" y="120190"/>
                    <a:pt x="109650" y="120190"/>
                  </a:cubicBezTo>
                  <a:cubicBezTo>
                    <a:pt x="105103" y="120190"/>
                    <a:pt x="102374" y="116257"/>
                    <a:pt x="100252" y="107786"/>
                  </a:cubicBezTo>
                  <a:cubicBezTo>
                    <a:pt x="99646" y="105366"/>
                    <a:pt x="99343" y="103551"/>
                    <a:pt x="99040" y="102643"/>
                  </a:cubicBezTo>
                  <a:cubicBezTo>
                    <a:pt x="91461" y="72088"/>
                    <a:pt x="88126" y="58172"/>
                    <a:pt x="88126" y="53634"/>
                  </a:cubicBezTo>
                  <a:cubicBezTo>
                    <a:pt x="101465" y="30339"/>
                    <a:pt x="112378" y="17028"/>
                    <a:pt x="117835" y="17028"/>
                  </a:cubicBezTo>
                  <a:cubicBezTo>
                    <a:pt x="119654" y="17028"/>
                    <a:pt x="122079" y="17936"/>
                    <a:pt x="125110" y="19448"/>
                  </a:cubicBezTo>
                  <a:cubicBezTo>
                    <a:pt x="128748" y="21566"/>
                    <a:pt x="130870" y="22171"/>
                    <a:pt x="133295" y="22171"/>
                  </a:cubicBezTo>
                  <a:cubicBezTo>
                    <a:pt x="139661" y="22171"/>
                    <a:pt x="143905" y="17633"/>
                    <a:pt x="143905" y="11280"/>
                  </a:cubicBezTo>
                  <a:cubicBezTo>
                    <a:pt x="143905" y="4927"/>
                    <a:pt x="138752" y="86"/>
                    <a:pt x="131476" y="86"/>
                  </a:cubicBezTo>
                  <a:cubicBezTo>
                    <a:pt x="118138" y="86"/>
                    <a:pt x="106618" y="10977"/>
                    <a:pt x="85701" y="43348"/>
                  </a:cubicBezTo>
                  <a:lnTo>
                    <a:pt x="82366" y="26709"/>
                  </a:lnTo>
                  <a:cubicBezTo>
                    <a:pt x="78122" y="6137"/>
                    <a:pt x="74788" y="86"/>
                    <a:pt x="66603" y="86"/>
                  </a:cubicBezTo>
                  <a:cubicBezTo>
                    <a:pt x="59934" y="86"/>
                    <a:pt x="49627" y="2809"/>
                    <a:pt x="31135" y="8860"/>
                  </a:cubicBezTo>
                  <a:lnTo>
                    <a:pt x="27800" y="10070"/>
                  </a:lnTo>
                  <a:lnTo>
                    <a:pt x="29013" y="14608"/>
                  </a:lnTo>
                  <a:cubicBezTo>
                    <a:pt x="40532" y="11885"/>
                    <a:pt x="43261" y="11280"/>
                    <a:pt x="45989" y="11280"/>
                  </a:cubicBezTo>
                  <a:cubicBezTo>
                    <a:pt x="53568" y="11280"/>
                    <a:pt x="55386" y="14003"/>
                    <a:pt x="59630" y="32154"/>
                  </a:cubicBezTo>
                  <a:lnTo>
                    <a:pt x="68422" y="69365"/>
                  </a:lnTo>
                  <a:lnTo>
                    <a:pt x="43564" y="104761"/>
                  </a:lnTo>
                  <a:cubicBezTo>
                    <a:pt x="37501" y="113836"/>
                    <a:pt x="31438" y="119282"/>
                    <a:pt x="28103" y="119282"/>
                  </a:cubicBezTo>
                  <a:cubicBezTo>
                    <a:pt x="26284" y="119282"/>
                    <a:pt x="23253" y="118374"/>
                    <a:pt x="20221" y="116559"/>
                  </a:cubicBezTo>
                  <a:cubicBezTo>
                    <a:pt x="16281" y="114441"/>
                    <a:pt x="12946" y="113534"/>
                    <a:pt x="10521" y="113534"/>
                  </a:cubicBezTo>
                  <a:cubicBezTo>
                    <a:pt x="4761" y="113534"/>
                    <a:pt x="214" y="118072"/>
                    <a:pt x="214" y="124122"/>
                  </a:cubicBezTo>
                  <a:cubicBezTo>
                    <a:pt x="214" y="131988"/>
                    <a:pt x="6277" y="136828"/>
                    <a:pt x="15371" y="136828"/>
                  </a:cubicBezTo>
                  <a:cubicBezTo>
                    <a:pt x="24769" y="136828"/>
                    <a:pt x="28406" y="134106"/>
                    <a:pt x="43564" y="115652"/>
                  </a:cubicBezTo>
                  <a:cubicBezTo>
                    <a:pt x="51749" y="105971"/>
                    <a:pt x="58115" y="97803"/>
                    <a:pt x="70847" y="80256"/>
                  </a:cubicBezTo>
                  <a:lnTo>
                    <a:pt x="79941" y="116559"/>
                  </a:lnTo>
                  <a:cubicBezTo>
                    <a:pt x="83882" y="131988"/>
                    <a:pt x="87823" y="136828"/>
                    <a:pt x="97524" y="136828"/>
                  </a:cubicBezTo>
                  <a:cubicBezTo>
                    <a:pt x="109043" y="136828"/>
                    <a:pt x="116925" y="129568"/>
                    <a:pt x="134508" y="102340"/>
                  </a:cubicBezTo>
                  <a:lnTo>
                    <a:pt x="130264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CBAF17B-DE50-F623-9A54-C4534C666F8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9205091" y="4963778"/>
              <a:ext cx="70330" cy="302526"/>
            </a:xfrm>
            <a:custGeom>
              <a:avLst/>
              <a:gdLst>
                <a:gd name="connsiteX0" fmla="*/ 70548 w 70330"/>
                <a:gd name="connsiteY0" fmla="*/ 151350 h 302526"/>
                <a:gd name="connsiteX1" fmla="*/ 50540 w 70330"/>
                <a:gd name="connsiteY1" fmla="*/ 56961 h 302526"/>
                <a:gd name="connsiteX2" fmla="*/ 3250 w 70330"/>
                <a:gd name="connsiteY2" fmla="*/ 86 h 302526"/>
                <a:gd name="connsiteX3" fmla="*/ 218 w 70330"/>
                <a:gd name="connsiteY3" fmla="*/ 3112 h 302526"/>
                <a:gd name="connsiteX4" fmla="*/ 5978 w 70330"/>
                <a:gd name="connsiteY4" fmla="*/ 10070 h 302526"/>
                <a:gd name="connsiteX5" fmla="*/ 52966 w 70330"/>
                <a:gd name="connsiteY5" fmla="*/ 151350 h 302526"/>
                <a:gd name="connsiteX6" fmla="*/ 4159 w 70330"/>
                <a:gd name="connsiteY6" fmla="*/ 294445 h 302526"/>
                <a:gd name="connsiteX7" fmla="*/ 218 w 70330"/>
                <a:gd name="connsiteY7" fmla="*/ 299588 h 302526"/>
                <a:gd name="connsiteX8" fmla="*/ 3250 w 70330"/>
                <a:gd name="connsiteY8" fmla="*/ 302613 h 302526"/>
                <a:gd name="connsiteX9" fmla="*/ 51450 w 70330"/>
                <a:gd name="connsiteY9" fmla="*/ 243620 h 302526"/>
                <a:gd name="connsiteX10" fmla="*/ 70548 w 70330"/>
                <a:gd name="connsiteY10" fmla="*/ 15135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548" y="151350"/>
                  </a:moveTo>
                  <a:cubicBezTo>
                    <a:pt x="70548" y="127753"/>
                    <a:pt x="67214" y="91147"/>
                    <a:pt x="50540" y="56961"/>
                  </a:cubicBezTo>
                  <a:cubicBezTo>
                    <a:pt x="32352" y="19751"/>
                    <a:pt x="6281" y="86"/>
                    <a:pt x="3250" y="86"/>
                  </a:cubicBezTo>
                  <a:cubicBezTo>
                    <a:pt x="1431" y="86"/>
                    <a:pt x="218" y="1296"/>
                    <a:pt x="218" y="3112"/>
                  </a:cubicBezTo>
                  <a:cubicBezTo>
                    <a:pt x="218" y="4019"/>
                    <a:pt x="218" y="4624"/>
                    <a:pt x="5978" y="10070"/>
                  </a:cubicBezTo>
                  <a:cubicBezTo>
                    <a:pt x="35686" y="40020"/>
                    <a:pt x="52966" y="88122"/>
                    <a:pt x="52966" y="151350"/>
                  </a:cubicBezTo>
                  <a:cubicBezTo>
                    <a:pt x="52966" y="203082"/>
                    <a:pt x="41749" y="256326"/>
                    <a:pt x="4159" y="294445"/>
                  </a:cubicBezTo>
                  <a:cubicBezTo>
                    <a:pt x="218" y="298075"/>
                    <a:pt x="218" y="298680"/>
                    <a:pt x="218" y="299588"/>
                  </a:cubicBezTo>
                  <a:cubicBezTo>
                    <a:pt x="218" y="301403"/>
                    <a:pt x="1431" y="302613"/>
                    <a:pt x="3250" y="302613"/>
                  </a:cubicBezTo>
                  <a:cubicBezTo>
                    <a:pt x="6281" y="302613"/>
                    <a:pt x="33564" y="282041"/>
                    <a:pt x="51450" y="243620"/>
                  </a:cubicBezTo>
                  <a:cubicBezTo>
                    <a:pt x="66910" y="210342"/>
                    <a:pt x="70548" y="176762"/>
                    <a:pt x="70548" y="151350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7539BE0-1E59-6273-81D5-03D56353F88F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9344226" y="4984048"/>
              <a:ext cx="155211" cy="210558"/>
            </a:xfrm>
            <a:custGeom>
              <a:avLst/>
              <a:gdLst>
                <a:gd name="connsiteX0" fmla="*/ 136033 w 155211"/>
                <a:gd name="connsiteY0" fmla="*/ 173131 h 210558"/>
                <a:gd name="connsiteX1" fmla="*/ 111175 w 155211"/>
                <a:gd name="connsiteY1" fmla="*/ 194611 h 210558"/>
                <a:gd name="connsiteX2" fmla="*/ 105718 w 155211"/>
                <a:gd name="connsiteY2" fmla="*/ 188560 h 210558"/>
                <a:gd name="connsiteX3" fmla="*/ 125423 w 155211"/>
                <a:gd name="connsiteY3" fmla="*/ 114139 h 210558"/>
                <a:gd name="connsiteX4" fmla="*/ 155434 w 155211"/>
                <a:gd name="connsiteY4" fmla="*/ 1599 h 210558"/>
                <a:gd name="connsiteX5" fmla="*/ 153919 w 155211"/>
                <a:gd name="connsiteY5" fmla="*/ 86 h 210558"/>
                <a:gd name="connsiteX6" fmla="*/ 107537 w 155211"/>
                <a:gd name="connsiteY6" fmla="*/ 7044 h 210558"/>
                <a:gd name="connsiteX7" fmla="*/ 107537 w 155211"/>
                <a:gd name="connsiteY7" fmla="*/ 12187 h 210558"/>
                <a:gd name="connsiteX8" fmla="*/ 126332 w 155211"/>
                <a:gd name="connsiteY8" fmla="*/ 20053 h 210558"/>
                <a:gd name="connsiteX9" fmla="*/ 121785 w 155211"/>
                <a:gd name="connsiteY9" fmla="*/ 41230 h 210558"/>
                <a:gd name="connsiteX10" fmla="*/ 108447 w 155211"/>
                <a:gd name="connsiteY10" fmla="*/ 90844 h 210558"/>
                <a:gd name="connsiteX11" fmla="*/ 88742 w 155211"/>
                <a:gd name="connsiteY11" fmla="*/ 73298 h 210558"/>
                <a:gd name="connsiteX12" fmla="*/ 223 w 155211"/>
                <a:gd name="connsiteY12" fmla="*/ 175552 h 210558"/>
                <a:gd name="connsiteX13" fmla="*/ 32054 w 155211"/>
                <a:gd name="connsiteY13" fmla="*/ 210040 h 210558"/>
                <a:gd name="connsiteX14" fmla="*/ 86620 w 155211"/>
                <a:gd name="connsiteY14" fmla="*/ 170106 h 210558"/>
                <a:gd name="connsiteX15" fmla="*/ 82679 w 155211"/>
                <a:gd name="connsiteY15" fmla="*/ 197031 h 210558"/>
                <a:gd name="connsiteX16" fmla="*/ 95411 w 155211"/>
                <a:gd name="connsiteY16" fmla="*/ 210645 h 210558"/>
                <a:gd name="connsiteX17" fmla="*/ 139671 w 155211"/>
                <a:gd name="connsiteY17" fmla="*/ 176157 h 210558"/>
                <a:gd name="connsiteX18" fmla="*/ 136033 w 155211"/>
                <a:gd name="connsiteY18" fmla="*/ 173131 h 210558"/>
                <a:gd name="connsiteX19" fmla="*/ 89955 w 155211"/>
                <a:gd name="connsiteY19" fmla="*/ 80256 h 210558"/>
                <a:gd name="connsiteX20" fmla="*/ 103596 w 155211"/>
                <a:gd name="connsiteY20" fmla="*/ 97500 h 210558"/>
                <a:gd name="connsiteX21" fmla="*/ 44180 w 155211"/>
                <a:gd name="connsiteY21" fmla="*/ 195518 h 210558"/>
                <a:gd name="connsiteX22" fmla="*/ 26597 w 155211"/>
                <a:gd name="connsiteY22" fmla="*/ 175552 h 210558"/>
                <a:gd name="connsiteX23" fmla="*/ 61762 w 155211"/>
                <a:gd name="connsiteY23" fmla="*/ 94172 h 210558"/>
                <a:gd name="connsiteX24" fmla="*/ 89955 w 155211"/>
                <a:gd name="connsiteY24" fmla="*/ 80256 h 210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211" h="210558">
                  <a:moveTo>
                    <a:pt x="136033" y="173131"/>
                  </a:moveTo>
                  <a:cubicBezTo>
                    <a:pt x="119663" y="191888"/>
                    <a:pt x="116328" y="194611"/>
                    <a:pt x="111175" y="194611"/>
                  </a:cubicBezTo>
                  <a:cubicBezTo>
                    <a:pt x="108144" y="194611"/>
                    <a:pt x="105718" y="191888"/>
                    <a:pt x="105718" y="188560"/>
                  </a:cubicBezTo>
                  <a:cubicBezTo>
                    <a:pt x="105718" y="184325"/>
                    <a:pt x="115419" y="147417"/>
                    <a:pt x="125423" y="114139"/>
                  </a:cubicBezTo>
                  <a:cubicBezTo>
                    <a:pt x="133608" y="86306"/>
                    <a:pt x="139974" y="62104"/>
                    <a:pt x="155434" y="1599"/>
                  </a:cubicBezTo>
                  <a:lnTo>
                    <a:pt x="153919" y="86"/>
                  </a:lnTo>
                  <a:cubicBezTo>
                    <a:pt x="137852" y="3414"/>
                    <a:pt x="126939" y="5229"/>
                    <a:pt x="107537" y="7044"/>
                  </a:cubicBezTo>
                  <a:lnTo>
                    <a:pt x="107537" y="12187"/>
                  </a:lnTo>
                  <a:cubicBezTo>
                    <a:pt x="124210" y="12792"/>
                    <a:pt x="126332" y="13700"/>
                    <a:pt x="126332" y="20053"/>
                  </a:cubicBezTo>
                  <a:cubicBezTo>
                    <a:pt x="126332" y="23986"/>
                    <a:pt x="126029" y="25801"/>
                    <a:pt x="121785" y="41230"/>
                  </a:cubicBezTo>
                  <a:lnTo>
                    <a:pt x="108447" y="90844"/>
                  </a:lnTo>
                  <a:cubicBezTo>
                    <a:pt x="106022" y="78138"/>
                    <a:pt x="100565" y="73298"/>
                    <a:pt x="88742" y="73298"/>
                  </a:cubicBezTo>
                  <a:cubicBezTo>
                    <a:pt x="49333" y="73298"/>
                    <a:pt x="223" y="130173"/>
                    <a:pt x="223" y="175552"/>
                  </a:cubicBezTo>
                  <a:cubicBezTo>
                    <a:pt x="223" y="197031"/>
                    <a:pt x="12349" y="210040"/>
                    <a:pt x="32054" y="210040"/>
                  </a:cubicBezTo>
                  <a:cubicBezTo>
                    <a:pt x="52668" y="210040"/>
                    <a:pt x="66006" y="200359"/>
                    <a:pt x="86620" y="170106"/>
                  </a:cubicBezTo>
                  <a:cubicBezTo>
                    <a:pt x="83286" y="185535"/>
                    <a:pt x="82679" y="190073"/>
                    <a:pt x="82679" y="197031"/>
                  </a:cubicBezTo>
                  <a:cubicBezTo>
                    <a:pt x="82679" y="205199"/>
                    <a:pt x="87833" y="210645"/>
                    <a:pt x="95411" y="210645"/>
                  </a:cubicBezTo>
                  <a:cubicBezTo>
                    <a:pt x="108144" y="210645"/>
                    <a:pt x="123907" y="198241"/>
                    <a:pt x="139671" y="176157"/>
                  </a:cubicBezTo>
                  <a:lnTo>
                    <a:pt x="136033" y="173131"/>
                  </a:lnTo>
                  <a:close/>
                  <a:moveTo>
                    <a:pt x="89955" y="80256"/>
                  </a:moveTo>
                  <a:cubicBezTo>
                    <a:pt x="99049" y="80861"/>
                    <a:pt x="103596" y="86609"/>
                    <a:pt x="103596" y="97500"/>
                  </a:cubicBezTo>
                  <a:cubicBezTo>
                    <a:pt x="103596" y="143484"/>
                    <a:pt x="72069" y="195518"/>
                    <a:pt x="44180" y="195518"/>
                  </a:cubicBezTo>
                  <a:cubicBezTo>
                    <a:pt x="33873" y="195518"/>
                    <a:pt x="26597" y="187350"/>
                    <a:pt x="26597" y="175552"/>
                  </a:cubicBezTo>
                  <a:cubicBezTo>
                    <a:pt x="26597" y="150442"/>
                    <a:pt x="41754" y="115349"/>
                    <a:pt x="61762" y="94172"/>
                  </a:cubicBezTo>
                  <a:cubicBezTo>
                    <a:pt x="70250" y="85399"/>
                    <a:pt x="81467" y="79651"/>
                    <a:pt x="89955" y="80256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FECB7D3-B968-46BB-CB1D-AA9DF92307D9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9499455" y="5057259"/>
              <a:ext cx="143691" cy="136742"/>
            </a:xfrm>
            <a:custGeom>
              <a:avLst/>
              <a:gdLst>
                <a:gd name="connsiteX0" fmla="*/ 130279 w 143691"/>
                <a:gd name="connsiteY0" fmla="*/ 99920 h 136742"/>
                <a:gd name="connsiteX1" fmla="*/ 123609 w 143691"/>
                <a:gd name="connsiteY1" fmla="*/ 108088 h 136742"/>
                <a:gd name="connsiteX2" fmla="*/ 109665 w 143691"/>
                <a:gd name="connsiteY2" fmla="*/ 120190 h 136742"/>
                <a:gd name="connsiteX3" fmla="*/ 100267 w 143691"/>
                <a:gd name="connsiteY3" fmla="*/ 107786 h 136742"/>
                <a:gd name="connsiteX4" fmla="*/ 99054 w 143691"/>
                <a:gd name="connsiteY4" fmla="*/ 102643 h 136742"/>
                <a:gd name="connsiteX5" fmla="*/ 88141 w 143691"/>
                <a:gd name="connsiteY5" fmla="*/ 53634 h 136742"/>
                <a:gd name="connsiteX6" fmla="*/ 117850 w 143691"/>
                <a:gd name="connsiteY6" fmla="*/ 17028 h 136742"/>
                <a:gd name="connsiteX7" fmla="*/ 125125 w 143691"/>
                <a:gd name="connsiteY7" fmla="*/ 19448 h 136742"/>
                <a:gd name="connsiteX8" fmla="*/ 133310 w 143691"/>
                <a:gd name="connsiteY8" fmla="*/ 22171 h 136742"/>
                <a:gd name="connsiteX9" fmla="*/ 143920 w 143691"/>
                <a:gd name="connsiteY9" fmla="*/ 11280 h 136742"/>
                <a:gd name="connsiteX10" fmla="*/ 131491 w 143691"/>
                <a:gd name="connsiteY10" fmla="*/ 86 h 136742"/>
                <a:gd name="connsiteX11" fmla="*/ 85716 w 143691"/>
                <a:gd name="connsiteY11" fmla="*/ 43348 h 136742"/>
                <a:gd name="connsiteX12" fmla="*/ 82381 w 143691"/>
                <a:gd name="connsiteY12" fmla="*/ 26709 h 136742"/>
                <a:gd name="connsiteX13" fmla="*/ 66618 w 143691"/>
                <a:gd name="connsiteY13" fmla="*/ 86 h 136742"/>
                <a:gd name="connsiteX14" fmla="*/ 31150 w 143691"/>
                <a:gd name="connsiteY14" fmla="*/ 8860 h 136742"/>
                <a:gd name="connsiteX15" fmla="*/ 27815 w 143691"/>
                <a:gd name="connsiteY15" fmla="*/ 10070 h 136742"/>
                <a:gd name="connsiteX16" fmla="*/ 29028 w 143691"/>
                <a:gd name="connsiteY16" fmla="*/ 14608 h 136742"/>
                <a:gd name="connsiteX17" fmla="*/ 46004 w 143691"/>
                <a:gd name="connsiteY17" fmla="*/ 11280 h 136742"/>
                <a:gd name="connsiteX18" fmla="*/ 59645 w 143691"/>
                <a:gd name="connsiteY18" fmla="*/ 32154 h 136742"/>
                <a:gd name="connsiteX19" fmla="*/ 68437 w 143691"/>
                <a:gd name="connsiteY19" fmla="*/ 69365 h 136742"/>
                <a:gd name="connsiteX20" fmla="*/ 43579 w 143691"/>
                <a:gd name="connsiteY20" fmla="*/ 104761 h 136742"/>
                <a:gd name="connsiteX21" fmla="*/ 28118 w 143691"/>
                <a:gd name="connsiteY21" fmla="*/ 119282 h 136742"/>
                <a:gd name="connsiteX22" fmla="*/ 20236 w 143691"/>
                <a:gd name="connsiteY22" fmla="*/ 116559 h 136742"/>
                <a:gd name="connsiteX23" fmla="*/ 10536 w 143691"/>
                <a:gd name="connsiteY23" fmla="*/ 113534 h 136742"/>
                <a:gd name="connsiteX24" fmla="*/ 229 w 143691"/>
                <a:gd name="connsiteY24" fmla="*/ 124122 h 136742"/>
                <a:gd name="connsiteX25" fmla="*/ 15386 w 143691"/>
                <a:gd name="connsiteY25" fmla="*/ 136828 h 136742"/>
                <a:gd name="connsiteX26" fmla="*/ 43579 w 143691"/>
                <a:gd name="connsiteY26" fmla="*/ 115652 h 136742"/>
                <a:gd name="connsiteX27" fmla="*/ 70862 w 143691"/>
                <a:gd name="connsiteY27" fmla="*/ 80256 h 136742"/>
                <a:gd name="connsiteX28" fmla="*/ 79956 w 143691"/>
                <a:gd name="connsiteY28" fmla="*/ 116559 h 136742"/>
                <a:gd name="connsiteX29" fmla="*/ 97539 w 143691"/>
                <a:gd name="connsiteY29" fmla="*/ 136828 h 136742"/>
                <a:gd name="connsiteX30" fmla="*/ 134523 w 143691"/>
                <a:gd name="connsiteY30" fmla="*/ 102340 h 136742"/>
                <a:gd name="connsiteX31" fmla="*/ 130279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279" y="99920"/>
                  </a:moveTo>
                  <a:cubicBezTo>
                    <a:pt x="127853" y="102643"/>
                    <a:pt x="126338" y="104458"/>
                    <a:pt x="123609" y="108088"/>
                  </a:cubicBezTo>
                  <a:cubicBezTo>
                    <a:pt x="116637" y="117164"/>
                    <a:pt x="112999" y="120190"/>
                    <a:pt x="109665" y="120190"/>
                  </a:cubicBezTo>
                  <a:cubicBezTo>
                    <a:pt x="105117" y="120190"/>
                    <a:pt x="102389" y="116257"/>
                    <a:pt x="100267" y="107786"/>
                  </a:cubicBezTo>
                  <a:cubicBezTo>
                    <a:pt x="99661" y="105366"/>
                    <a:pt x="99358" y="103551"/>
                    <a:pt x="99054" y="102643"/>
                  </a:cubicBezTo>
                  <a:cubicBezTo>
                    <a:pt x="91476" y="72088"/>
                    <a:pt x="88141" y="58172"/>
                    <a:pt x="88141" y="53634"/>
                  </a:cubicBezTo>
                  <a:cubicBezTo>
                    <a:pt x="101480" y="30339"/>
                    <a:pt x="112393" y="17028"/>
                    <a:pt x="117850" y="17028"/>
                  </a:cubicBezTo>
                  <a:cubicBezTo>
                    <a:pt x="119668" y="17028"/>
                    <a:pt x="122094" y="17936"/>
                    <a:pt x="125125" y="19448"/>
                  </a:cubicBezTo>
                  <a:cubicBezTo>
                    <a:pt x="128763" y="21566"/>
                    <a:pt x="130885" y="22171"/>
                    <a:pt x="133310" y="22171"/>
                  </a:cubicBezTo>
                  <a:cubicBezTo>
                    <a:pt x="139676" y="22171"/>
                    <a:pt x="143920" y="17633"/>
                    <a:pt x="143920" y="11280"/>
                  </a:cubicBezTo>
                  <a:cubicBezTo>
                    <a:pt x="143920" y="4927"/>
                    <a:pt x="138767" y="86"/>
                    <a:pt x="131491" y="86"/>
                  </a:cubicBezTo>
                  <a:cubicBezTo>
                    <a:pt x="118153" y="86"/>
                    <a:pt x="106633" y="10977"/>
                    <a:pt x="85716" y="43348"/>
                  </a:cubicBezTo>
                  <a:lnTo>
                    <a:pt x="82381" y="26709"/>
                  </a:lnTo>
                  <a:cubicBezTo>
                    <a:pt x="78137" y="6137"/>
                    <a:pt x="74803" y="86"/>
                    <a:pt x="66618" y="86"/>
                  </a:cubicBezTo>
                  <a:cubicBezTo>
                    <a:pt x="59949" y="86"/>
                    <a:pt x="49642" y="2809"/>
                    <a:pt x="31150" y="8860"/>
                  </a:cubicBezTo>
                  <a:lnTo>
                    <a:pt x="27815" y="10070"/>
                  </a:lnTo>
                  <a:lnTo>
                    <a:pt x="29028" y="14608"/>
                  </a:lnTo>
                  <a:cubicBezTo>
                    <a:pt x="40547" y="11885"/>
                    <a:pt x="43276" y="11280"/>
                    <a:pt x="46004" y="11280"/>
                  </a:cubicBezTo>
                  <a:cubicBezTo>
                    <a:pt x="53582" y="11280"/>
                    <a:pt x="55401" y="14003"/>
                    <a:pt x="59645" y="32154"/>
                  </a:cubicBezTo>
                  <a:lnTo>
                    <a:pt x="68437" y="69365"/>
                  </a:lnTo>
                  <a:lnTo>
                    <a:pt x="43579" y="104761"/>
                  </a:lnTo>
                  <a:cubicBezTo>
                    <a:pt x="37516" y="113836"/>
                    <a:pt x="31453" y="119282"/>
                    <a:pt x="28118" y="119282"/>
                  </a:cubicBezTo>
                  <a:cubicBezTo>
                    <a:pt x="26299" y="119282"/>
                    <a:pt x="23268" y="118374"/>
                    <a:pt x="20236" y="116559"/>
                  </a:cubicBezTo>
                  <a:cubicBezTo>
                    <a:pt x="16295" y="114441"/>
                    <a:pt x="12961" y="113534"/>
                    <a:pt x="10536" y="113534"/>
                  </a:cubicBezTo>
                  <a:cubicBezTo>
                    <a:pt x="4776" y="113534"/>
                    <a:pt x="229" y="118072"/>
                    <a:pt x="229" y="124122"/>
                  </a:cubicBezTo>
                  <a:cubicBezTo>
                    <a:pt x="229" y="131988"/>
                    <a:pt x="6292" y="136828"/>
                    <a:pt x="15386" y="136828"/>
                  </a:cubicBezTo>
                  <a:cubicBezTo>
                    <a:pt x="24784" y="136828"/>
                    <a:pt x="28421" y="134106"/>
                    <a:pt x="43579" y="115652"/>
                  </a:cubicBezTo>
                  <a:cubicBezTo>
                    <a:pt x="51764" y="105971"/>
                    <a:pt x="58130" y="97803"/>
                    <a:pt x="70862" y="80256"/>
                  </a:cubicBezTo>
                  <a:lnTo>
                    <a:pt x="79956" y="116559"/>
                  </a:lnTo>
                  <a:cubicBezTo>
                    <a:pt x="83897" y="131988"/>
                    <a:pt x="87838" y="136828"/>
                    <a:pt x="97539" y="136828"/>
                  </a:cubicBezTo>
                  <a:cubicBezTo>
                    <a:pt x="109058" y="136828"/>
                    <a:pt x="116940" y="129568"/>
                    <a:pt x="134523" y="102340"/>
                  </a:cubicBezTo>
                  <a:lnTo>
                    <a:pt x="130279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657694B-6DCA-DC3A-8FDA-4528301339D8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9728243" y="5079646"/>
              <a:ext cx="201592" cy="70791"/>
            </a:xfrm>
            <a:custGeom>
              <a:avLst/>
              <a:gdLst>
                <a:gd name="connsiteX0" fmla="*/ 191521 w 201592"/>
                <a:gd name="connsiteY0" fmla="*/ 12187 h 70791"/>
                <a:gd name="connsiteX1" fmla="*/ 201828 w 201592"/>
                <a:gd name="connsiteY1" fmla="*/ 6137 h 70791"/>
                <a:gd name="connsiteX2" fmla="*/ 191824 w 201592"/>
                <a:gd name="connsiteY2" fmla="*/ 86 h 70791"/>
                <a:gd name="connsiteX3" fmla="*/ 10240 w 201592"/>
                <a:gd name="connsiteY3" fmla="*/ 86 h 70791"/>
                <a:gd name="connsiteX4" fmla="*/ 236 w 201592"/>
                <a:gd name="connsiteY4" fmla="*/ 6137 h 70791"/>
                <a:gd name="connsiteX5" fmla="*/ 10543 w 201592"/>
                <a:gd name="connsiteY5" fmla="*/ 12187 h 70791"/>
                <a:gd name="connsiteX6" fmla="*/ 191521 w 201592"/>
                <a:gd name="connsiteY6" fmla="*/ 12187 h 70791"/>
                <a:gd name="connsiteX7" fmla="*/ 191824 w 201592"/>
                <a:gd name="connsiteY7" fmla="*/ 70878 h 70791"/>
                <a:gd name="connsiteX8" fmla="*/ 201828 w 201592"/>
                <a:gd name="connsiteY8" fmla="*/ 64827 h 70791"/>
                <a:gd name="connsiteX9" fmla="*/ 191521 w 201592"/>
                <a:gd name="connsiteY9" fmla="*/ 58776 h 70791"/>
                <a:gd name="connsiteX10" fmla="*/ 10543 w 201592"/>
                <a:gd name="connsiteY10" fmla="*/ 58776 h 70791"/>
                <a:gd name="connsiteX11" fmla="*/ 236 w 201592"/>
                <a:gd name="connsiteY11" fmla="*/ 64827 h 70791"/>
                <a:gd name="connsiteX12" fmla="*/ 10240 w 201592"/>
                <a:gd name="connsiteY12" fmla="*/ 70878 h 70791"/>
                <a:gd name="connsiteX13" fmla="*/ 191824 w 201592"/>
                <a:gd name="connsiteY13" fmla="*/ 70878 h 70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592" h="70791">
                  <a:moveTo>
                    <a:pt x="191521" y="12187"/>
                  </a:moveTo>
                  <a:cubicBezTo>
                    <a:pt x="196069" y="12187"/>
                    <a:pt x="201828" y="12187"/>
                    <a:pt x="201828" y="6137"/>
                  </a:cubicBezTo>
                  <a:cubicBezTo>
                    <a:pt x="201828" y="86"/>
                    <a:pt x="196069" y="86"/>
                    <a:pt x="191824" y="86"/>
                  </a:cubicBezTo>
                  <a:lnTo>
                    <a:pt x="10240" y="86"/>
                  </a:lnTo>
                  <a:cubicBezTo>
                    <a:pt x="5996" y="86"/>
                    <a:pt x="236" y="86"/>
                    <a:pt x="236" y="6137"/>
                  </a:cubicBezTo>
                  <a:cubicBezTo>
                    <a:pt x="236" y="12187"/>
                    <a:pt x="5996" y="12187"/>
                    <a:pt x="10543" y="12187"/>
                  </a:cubicBezTo>
                  <a:lnTo>
                    <a:pt x="191521" y="12187"/>
                  </a:lnTo>
                  <a:close/>
                  <a:moveTo>
                    <a:pt x="191824" y="70878"/>
                  </a:moveTo>
                  <a:cubicBezTo>
                    <a:pt x="196069" y="70878"/>
                    <a:pt x="201828" y="70878"/>
                    <a:pt x="201828" y="64827"/>
                  </a:cubicBezTo>
                  <a:cubicBezTo>
                    <a:pt x="201828" y="58776"/>
                    <a:pt x="196069" y="58776"/>
                    <a:pt x="191521" y="58776"/>
                  </a:cubicBezTo>
                  <a:lnTo>
                    <a:pt x="10543" y="58776"/>
                  </a:lnTo>
                  <a:cubicBezTo>
                    <a:pt x="5996" y="58776"/>
                    <a:pt x="236" y="58776"/>
                    <a:pt x="236" y="64827"/>
                  </a:cubicBezTo>
                  <a:cubicBezTo>
                    <a:pt x="236" y="70878"/>
                    <a:pt x="5996" y="70878"/>
                    <a:pt x="10240" y="70878"/>
                  </a:cubicBezTo>
                  <a:lnTo>
                    <a:pt x="191824" y="70878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D9F7DFE-19D8-0ACB-216B-19F0DEB5745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030587" y="4811249"/>
              <a:ext cx="242002" cy="604993"/>
            </a:xfrm>
            <a:custGeom>
              <a:avLst/>
              <a:gdLst>
                <a:gd name="connsiteX0" fmla="*/ 13340 w 242002"/>
                <a:gd name="connsiteY0" fmla="*/ 592814 h 604993"/>
                <a:gd name="connsiteX1" fmla="*/ 26709 w 242002"/>
                <a:gd name="connsiteY1" fmla="*/ 579473 h 604993"/>
                <a:gd name="connsiteX2" fmla="*/ 13613 w 242002"/>
                <a:gd name="connsiteY2" fmla="*/ 566131 h 604993"/>
                <a:gd name="connsiteX3" fmla="*/ 244 w 242002"/>
                <a:gd name="connsiteY3" fmla="*/ 579745 h 604993"/>
                <a:gd name="connsiteX4" fmla="*/ 30529 w 242002"/>
                <a:gd name="connsiteY4" fmla="*/ 605067 h 604993"/>
                <a:gd name="connsiteX5" fmla="*/ 106922 w 242002"/>
                <a:gd name="connsiteY5" fmla="*/ 462395 h 604993"/>
                <a:gd name="connsiteX6" fmla="*/ 160397 w 242002"/>
                <a:gd name="connsiteY6" fmla="*/ 202101 h 604993"/>
                <a:gd name="connsiteX7" fmla="*/ 189863 w 242002"/>
                <a:gd name="connsiteY7" fmla="*/ 54528 h 604993"/>
                <a:gd name="connsiteX8" fmla="*/ 213053 w 242002"/>
                <a:gd name="connsiteY8" fmla="*/ 6063 h 604993"/>
                <a:gd name="connsiteX9" fmla="*/ 229423 w 242002"/>
                <a:gd name="connsiteY9" fmla="*/ 12326 h 604993"/>
                <a:gd name="connsiteX10" fmla="*/ 215782 w 242002"/>
                <a:gd name="connsiteY10" fmla="*/ 25667 h 604993"/>
                <a:gd name="connsiteX11" fmla="*/ 228878 w 242002"/>
                <a:gd name="connsiteY11" fmla="*/ 39009 h 604993"/>
                <a:gd name="connsiteX12" fmla="*/ 242246 w 242002"/>
                <a:gd name="connsiteY12" fmla="*/ 25395 h 604993"/>
                <a:gd name="connsiteX13" fmla="*/ 212508 w 242002"/>
                <a:gd name="connsiteY13" fmla="*/ 73 h 604993"/>
                <a:gd name="connsiteX14" fmla="*/ 161488 w 242002"/>
                <a:gd name="connsiteY14" fmla="*/ 85295 h 604993"/>
                <a:gd name="connsiteX15" fmla="*/ 93553 w 242002"/>
                <a:gd name="connsiteY15" fmla="*/ 403039 h 604993"/>
                <a:gd name="connsiteX16" fmla="*/ 69544 w 242002"/>
                <a:gd name="connsiteY16" fmla="*/ 528013 h 604993"/>
                <a:gd name="connsiteX17" fmla="*/ 29983 w 242002"/>
                <a:gd name="connsiteY17" fmla="*/ 599077 h 604993"/>
                <a:gd name="connsiteX18" fmla="*/ 13340 w 242002"/>
                <a:gd name="connsiteY18" fmla="*/ 592814 h 604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2002" h="604993">
                  <a:moveTo>
                    <a:pt x="13340" y="592814"/>
                  </a:moveTo>
                  <a:cubicBezTo>
                    <a:pt x="22071" y="592270"/>
                    <a:pt x="26709" y="586280"/>
                    <a:pt x="26709" y="579473"/>
                  </a:cubicBezTo>
                  <a:cubicBezTo>
                    <a:pt x="26709" y="570488"/>
                    <a:pt x="19888" y="566131"/>
                    <a:pt x="13613" y="566131"/>
                  </a:cubicBezTo>
                  <a:cubicBezTo>
                    <a:pt x="7065" y="566131"/>
                    <a:pt x="244" y="570215"/>
                    <a:pt x="244" y="579745"/>
                  </a:cubicBezTo>
                  <a:cubicBezTo>
                    <a:pt x="244" y="593631"/>
                    <a:pt x="13886" y="605067"/>
                    <a:pt x="30529" y="605067"/>
                  </a:cubicBezTo>
                  <a:cubicBezTo>
                    <a:pt x="71999" y="605067"/>
                    <a:pt x="87551" y="541354"/>
                    <a:pt x="106922" y="462395"/>
                  </a:cubicBezTo>
                  <a:cubicBezTo>
                    <a:pt x="127930" y="376356"/>
                    <a:pt x="145664" y="289501"/>
                    <a:pt x="160397" y="202101"/>
                  </a:cubicBezTo>
                  <a:cubicBezTo>
                    <a:pt x="170491" y="144106"/>
                    <a:pt x="180586" y="89652"/>
                    <a:pt x="189863" y="54528"/>
                  </a:cubicBezTo>
                  <a:cubicBezTo>
                    <a:pt x="193137" y="41187"/>
                    <a:pt x="202413" y="6063"/>
                    <a:pt x="213053" y="6063"/>
                  </a:cubicBezTo>
                  <a:cubicBezTo>
                    <a:pt x="221511" y="6063"/>
                    <a:pt x="228332" y="11237"/>
                    <a:pt x="229423" y="12326"/>
                  </a:cubicBezTo>
                  <a:cubicBezTo>
                    <a:pt x="220420" y="12870"/>
                    <a:pt x="215782" y="18860"/>
                    <a:pt x="215782" y="25667"/>
                  </a:cubicBezTo>
                  <a:cubicBezTo>
                    <a:pt x="215782" y="34652"/>
                    <a:pt x="222602" y="39009"/>
                    <a:pt x="228878" y="39009"/>
                  </a:cubicBezTo>
                  <a:cubicBezTo>
                    <a:pt x="235425" y="39009"/>
                    <a:pt x="242246" y="34925"/>
                    <a:pt x="242246" y="25395"/>
                  </a:cubicBezTo>
                  <a:cubicBezTo>
                    <a:pt x="242246" y="10692"/>
                    <a:pt x="227513" y="73"/>
                    <a:pt x="212508" y="73"/>
                  </a:cubicBezTo>
                  <a:cubicBezTo>
                    <a:pt x="191772" y="73"/>
                    <a:pt x="176494" y="29751"/>
                    <a:pt x="161488" y="85295"/>
                  </a:cubicBezTo>
                  <a:cubicBezTo>
                    <a:pt x="160669" y="88290"/>
                    <a:pt x="123564" y="224972"/>
                    <a:pt x="93553" y="403039"/>
                  </a:cubicBezTo>
                  <a:cubicBezTo>
                    <a:pt x="86459" y="444697"/>
                    <a:pt x="78547" y="490167"/>
                    <a:pt x="69544" y="528013"/>
                  </a:cubicBezTo>
                  <a:cubicBezTo>
                    <a:pt x="64633" y="547889"/>
                    <a:pt x="52082" y="599077"/>
                    <a:pt x="29983" y="599077"/>
                  </a:cubicBezTo>
                  <a:cubicBezTo>
                    <a:pt x="20161" y="599077"/>
                    <a:pt x="13613" y="592814"/>
                    <a:pt x="13340" y="592814"/>
                  </a:cubicBezTo>
                  <a:close/>
                </a:path>
              </a:pathLst>
            </a:custGeom>
            <a:solidFill>
              <a:srgbClr val="FFFFFF"/>
            </a:solidFill>
            <a:ln w="274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831549C-BA46-4CA8-EA2A-5F21DDE3A114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0302740" y="4786052"/>
              <a:ext cx="121981" cy="114845"/>
            </a:xfrm>
            <a:custGeom>
              <a:avLst/>
              <a:gdLst>
                <a:gd name="connsiteX0" fmla="*/ 5809 w 121981"/>
                <a:gd name="connsiteY0" fmla="*/ 34106 h 114845"/>
                <a:gd name="connsiteX1" fmla="*/ 30261 w 121981"/>
                <a:gd name="connsiteY1" fmla="*/ 20002 h 114845"/>
                <a:gd name="connsiteX2" fmla="*/ 40580 w 121981"/>
                <a:gd name="connsiteY2" fmla="*/ 20002 h 114845"/>
                <a:gd name="connsiteX3" fmla="*/ 26447 w 121981"/>
                <a:gd name="connsiteY3" fmla="*/ 69701 h 114845"/>
                <a:gd name="connsiteX4" fmla="*/ 11866 w 121981"/>
                <a:gd name="connsiteY4" fmla="*/ 87834 h 114845"/>
                <a:gd name="connsiteX5" fmla="*/ 425 w 121981"/>
                <a:gd name="connsiteY5" fmla="*/ 102610 h 114845"/>
                <a:gd name="connsiteX6" fmla="*/ 10744 w 121981"/>
                <a:gd name="connsiteY6" fmla="*/ 114922 h 114845"/>
                <a:gd name="connsiteX7" fmla="*/ 28466 w 121981"/>
                <a:gd name="connsiteY7" fmla="*/ 100147 h 114845"/>
                <a:gd name="connsiteX8" fmla="*/ 44169 w 121981"/>
                <a:gd name="connsiteY8" fmla="*/ 48881 h 114845"/>
                <a:gd name="connsiteX9" fmla="*/ 51796 w 121981"/>
                <a:gd name="connsiteY9" fmla="*/ 20002 h 114845"/>
                <a:gd name="connsiteX10" fmla="*/ 76248 w 121981"/>
                <a:gd name="connsiteY10" fmla="*/ 20002 h 114845"/>
                <a:gd name="connsiteX11" fmla="*/ 62340 w 121981"/>
                <a:gd name="connsiteY11" fmla="*/ 74626 h 114845"/>
                <a:gd name="connsiteX12" fmla="*/ 77819 w 121981"/>
                <a:gd name="connsiteY12" fmla="*/ 114922 h 114845"/>
                <a:gd name="connsiteX13" fmla="*/ 102495 w 121981"/>
                <a:gd name="connsiteY13" fmla="*/ 98356 h 114845"/>
                <a:gd name="connsiteX14" fmla="*/ 110795 w 121981"/>
                <a:gd name="connsiteY14" fmla="*/ 76641 h 114845"/>
                <a:gd name="connsiteX15" fmla="*/ 105411 w 121981"/>
                <a:gd name="connsiteY15" fmla="*/ 76641 h 114845"/>
                <a:gd name="connsiteX16" fmla="*/ 89932 w 121981"/>
                <a:gd name="connsiteY16" fmla="*/ 92983 h 114845"/>
                <a:gd name="connsiteX17" fmla="*/ 79613 w 121981"/>
                <a:gd name="connsiteY17" fmla="*/ 85148 h 114845"/>
                <a:gd name="connsiteX18" fmla="*/ 79389 w 121981"/>
                <a:gd name="connsiteY18" fmla="*/ 70149 h 114845"/>
                <a:gd name="connsiteX19" fmla="*/ 90605 w 121981"/>
                <a:gd name="connsiteY19" fmla="*/ 20002 h 114845"/>
                <a:gd name="connsiteX20" fmla="*/ 118871 w 121981"/>
                <a:gd name="connsiteY20" fmla="*/ 20002 h 114845"/>
                <a:gd name="connsiteX21" fmla="*/ 122236 w 121981"/>
                <a:gd name="connsiteY21" fmla="*/ 77 h 114845"/>
                <a:gd name="connsiteX22" fmla="*/ 43721 w 121981"/>
                <a:gd name="connsiteY22" fmla="*/ 77 h 114845"/>
                <a:gd name="connsiteX23" fmla="*/ 19493 w 121981"/>
                <a:gd name="connsiteY23" fmla="*/ 7913 h 114845"/>
                <a:gd name="connsiteX24" fmla="*/ 1323 w 121981"/>
                <a:gd name="connsiteY24" fmla="*/ 34106 h 114845"/>
                <a:gd name="connsiteX25" fmla="*/ 5809 w 121981"/>
                <a:gd name="connsiteY25" fmla="*/ 34106 h 114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1981" h="114845">
                  <a:moveTo>
                    <a:pt x="5809" y="34106"/>
                  </a:moveTo>
                  <a:cubicBezTo>
                    <a:pt x="15231" y="22464"/>
                    <a:pt x="19493" y="20002"/>
                    <a:pt x="30261" y="20002"/>
                  </a:cubicBezTo>
                  <a:lnTo>
                    <a:pt x="40580" y="20002"/>
                  </a:lnTo>
                  <a:lnTo>
                    <a:pt x="26447" y="69701"/>
                  </a:lnTo>
                  <a:cubicBezTo>
                    <a:pt x="24428" y="75969"/>
                    <a:pt x="20615" y="80894"/>
                    <a:pt x="11866" y="87834"/>
                  </a:cubicBezTo>
                  <a:cubicBezTo>
                    <a:pt x="3790" y="94103"/>
                    <a:pt x="1323" y="97685"/>
                    <a:pt x="425" y="102610"/>
                  </a:cubicBezTo>
                  <a:cubicBezTo>
                    <a:pt x="-696" y="109326"/>
                    <a:pt x="3790" y="114922"/>
                    <a:pt x="10744" y="114922"/>
                  </a:cubicBezTo>
                  <a:cubicBezTo>
                    <a:pt x="17699" y="114922"/>
                    <a:pt x="23980" y="109773"/>
                    <a:pt x="28466" y="100147"/>
                  </a:cubicBezTo>
                  <a:cubicBezTo>
                    <a:pt x="31383" y="94326"/>
                    <a:pt x="38337" y="71492"/>
                    <a:pt x="44169" y="48881"/>
                  </a:cubicBezTo>
                  <a:lnTo>
                    <a:pt x="51796" y="20002"/>
                  </a:lnTo>
                  <a:lnTo>
                    <a:pt x="76248" y="20002"/>
                  </a:lnTo>
                  <a:cubicBezTo>
                    <a:pt x="70416" y="37687"/>
                    <a:pt x="64359" y="61865"/>
                    <a:pt x="62340" y="74626"/>
                  </a:cubicBezTo>
                  <a:cubicBezTo>
                    <a:pt x="58078" y="99699"/>
                    <a:pt x="64135" y="114922"/>
                    <a:pt x="77819" y="114922"/>
                  </a:cubicBezTo>
                  <a:cubicBezTo>
                    <a:pt x="86567" y="114922"/>
                    <a:pt x="95316" y="108878"/>
                    <a:pt x="102495" y="98356"/>
                  </a:cubicBezTo>
                  <a:cubicBezTo>
                    <a:pt x="106757" y="92088"/>
                    <a:pt x="108327" y="87834"/>
                    <a:pt x="110795" y="76641"/>
                  </a:cubicBezTo>
                  <a:lnTo>
                    <a:pt x="105411" y="76641"/>
                  </a:lnTo>
                  <a:cubicBezTo>
                    <a:pt x="102495" y="87387"/>
                    <a:pt x="97335" y="92983"/>
                    <a:pt x="89932" y="92983"/>
                  </a:cubicBezTo>
                  <a:cubicBezTo>
                    <a:pt x="85446" y="92983"/>
                    <a:pt x="81408" y="89849"/>
                    <a:pt x="79613" y="85148"/>
                  </a:cubicBezTo>
                  <a:cubicBezTo>
                    <a:pt x="78267" y="81118"/>
                    <a:pt x="78267" y="77536"/>
                    <a:pt x="79389" y="70149"/>
                  </a:cubicBezTo>
                  <a:cubicBezTo>
                    <a:pt x="82305" y="53134"/>
                    <a:pt x="86792" y="32315"/>
                    <a:pt x="90605" y="20002"/>
                  </a:cubicBezTo>
                  <a:lnTo>
                    <a:pt x="118871" y="20002"/>
                  </a:lnTo>
                  <a:lnTo>
                    <a:pt x="122236" y="77"/>
                  </a:lnTo>
                  <a:lnTo>
                    <a:pt x="43721" y="77"/>
                  </a:lnTo>
                  <a:cubicBezTo>
                    <a:pt x="31607" y="77"/>
                    <a:pt x="26896" y="1644"/>
                    <a:pt x="19493" y="7913"/>
                  </a:cubicBezTo>
                  <a:cubicBezTo>
                    <a:pt x="12090" y="14181"/>
                    <a:pt x="7379" y="20673"/>
                    <a:pt x="1323" y="34106"/>
                  </a:cubicBezTo>
                  <a:lnTo>
                    <a:pt x="5809" y="34106"/>
                  </a:ln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ADA80E85-4AEF-F6AE-4D91-0C360A5A5398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0172529" y="5278167"/>
              <a:ext cx="101396" cy="154470"/>
            </a:xfrm>
            <a:custGeom>
              <a:avLst/>
              <a:gdLst>
                <a:gd name="connsiteX0" fmla="*/ 51845 w 101396"/>
                <a:gd name="connsiteY0" fmla="*/ 95 h 154470"/>
                <a:gd name="connsiteX1" fmla="*/ 21785 w 101396"/>
                <a:gd name="connsiteY1" fmla="*/ 11736 h 154470"/>
                <a:gd name="connsiteX2" fmla="*/ 250 w 101396"/>
                <a:gd name="connsiteY2" fmla="*/ 76210 h 154470"/>
                <a:gd name="connsiteX3" fmla="*/ 18196 w 101396"/>
                <a:gd name="connsiteY3" fmla="*/ 139342 h 154470"/>
                <a:gd name="connsiteX4" fmla="*/ 50948 w 101396"/>
                <a:gd name="connsiteY4" fmla="*/ 154565 h 154470"/>
                <a:gd name="connsiteX5" fmla="*/ 80111 w 101396"/>
                <a:gd name="connsiteY5" fmla="*/ 142924 h 154470"/>
                <a:gd name="connsiteX6" fmla="*/ 101646 w 101396"/>
                <a:gd name="connsiteY6" fmla="*/ 77554 h 154470"/>
                <a:gd name="connsiteX7" fmla="*/ 51845 w 101396"/>
                <a:gd name="connsiteY7" fmla="*/ 95 h 154470"/>
                <a:gd name="connsiteX8" fmla="*/ 51172 w 101396"/>
                <a:gd name="connsiteY8" fmla="*/ 5915 h 154470"/>
                <a:gd name="connsiteX9" fmla="*/ 80111 w 101396"/>
                <a:gd name="connsiteY9" fmla="*/ 78001 h 154470"/>
                <a:gd name="connsiteX10" fmla="*/ 50948 w 101396"/>
                <a:gd name="connsiteY10" fmla="*/ 148744 h 154470"/>
                <a:gd name="connsiteX11" fmla="*/ 21785 w 101396"/>
                <a:gd name="connsiteY11" fmla="*/ 78225 h 154470"/>
                <a:gd name="connsiteX12" fmla="*/ 51172 w 101396"/>
                <a:gd name="connsiteY12" fmla="*/ 5915 h 15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1396" h="154470">
                  <a:moveTo>
                    <a:pt x="51845" y="95"/>
                  </a:moveTo>
                  <a:cubicBezTo>
                    <a:pt x="39507" y="95"/>
                    <a:pt x="30085" y="3901"/>
                    <a:pt x="21785" y="11736"/>
                  </a:cubicBezTo>
                  <a:cubicBezTo>
                    <a:pt x="8774" y="24273"/>
                    <a:pt x="250" y="50018"/>
                    <a:pt x="250" y="76210"/>
                  </a:cubicBezTo>
                  <a:cubicBezTo>
                    <a:pt x="250" y="100612"/>
                    <a:pt x="7653" y="126805"/>
                    <a:pt x="18196" y="139342"/>
                  </a:cubicBezTo>
                  <a:cubicBezTo>
                    <a:pt x="26496" y="149192"/>
                    <a:pt x="37937" y="154565"/>
                    <a:pt x="50948" y="154565"/>
                  </a:cubicBezTo>
                  <a:cubicBezTo>
                    <a:pt x="62389" y="154565"/>
                    <a:pt x="72035" y="150759"/>
                    <a:pt x="80111" y="142924"/>
                  </a:cubicBezTo>
                  <a:cubicBezTo>
                    <a:pt x="93122" y="130611"/>
                    <a:pt x="101646" y="104642"/>
                    <a:pt x="101646" y="77554"/>
                  </a:cubicBezTo>
                  <a:cubicBezTo>
                    <a:pt x="101646" y="31660"/>
                    <a:pt x="81232" y="95"/>
                    <a:pt x="51845" y="95"/>
                  </a:cubicBezTo>
                  <a:close/>
                  <a:moveTo>
                    <a:pt x="51172" y="5915"/>
                  </a:moveTo>
                  <a:cubicBezTo>
                    <a:pt x="70016" y="5915"/>
                    <a:pt x="80111" y="31213"/>
                    <a:pt x="80111" y="78001"/>
                  </a:cubicBezTo>
                  <a:cubicBezTo>
                    <a:pt x="80111" y="124790"/>
                    <a:pt x="70240" y="148744"/>
                    <a:pt x="50948" y="148744"/>
                  </a:cubicBezTo>
                  <a:cubicBezTo>
                    <a:pt x="31656" y="148744"/>
                    <a:pt x="21785" y="124790"/>
                    <a:pt x="21785" y="78225"/>
                  </a:cubicBezTo>
                  <a:cubicBezTo>
                    <a:pt x="21785" y="30765"/>
                    <a:pt x="31880" y="5915"/>
                    <a:pt x="51172" y="5915"/>
                  </a:cubicBezTo>
                  <a:close/>
                </a:path>
              </a:pathLst>
            </a:custGeom>
            <a:solidFill>
              <a:srgbClr val="FFFFFF"/>
            </a:solidFill>
            <a:ln w="305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8076FFE-54A7-0420-32F9-612DF6FDE343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0494892" y="5051814"/>
              <a:ext cx="90034" cy="141885"/>
            </a:xfrm>
            <a:custGeom>
              <a:avLst/>
              <a:gdLst>
                <a:gd name="connsiteX0" fmla="*/ 80291 w 90034"/>
                <a:gd name="connsiteY0" fmla="*/ 43953 h 141885"/>
                <a:gd name="connsiteX1" fmla="*/ 79079 w 90034"/>
                <a:gd name="connsiteY1" fmla="*/ 2809 h 141885"/>
                <a:gd name="connsiteX2" fmla="*/ 75744 w 90034"/>
                <a:gd name="connsiteY2" fmla="*/ 2809 h 141885"/>
                <a:gd name="connsiteX3" fmla="*/ 75138 w 90034"/>
                <a:gd name="connsiteY3" fmla="*/ 3414 h 141885"/>
                <a:gd name="connsiteX4" fmla="*/ 70894 w 90034"/>
                <a:gd name="connsiteY4" fmla="*/ 5834 h 141885"/>
                <a:gd name="connsiteX5" fmla="*/ 62709 w 90034"/>
                <a:gd name="connsiteY5" fmla="*/ 3717 h 141885"/>
                <a:gd name="connsiteX6" fmla="*/ 41488 w 90034"/>
                <a:gd name="connsiteY6" fmla="*/ 86 h 141885"/>
                <a:gd name="connsiteX7" fmla="*/ 260 w 90034"/>
                <a:gd name="connsiteY7" fmla="*/ 37297 h 141885"/>
                <a:gd name="connsiteX8" fmla="*/ 35729 w 90034"/>
                <a:gd name="connsiteY8" fmla="*/ 80861 h 141885"/>
                <a:gd name="connsiteX9" fmla="*/ 53311 w 90034"/>
                <a:gd name="connsiteY9" fmla="*/ 90844 h 141885"/>
                <a:gd name="connsiteX10" fmla="*/ 69075 w 90034"/>
                <a:gd name="connsiteY10" fmla="*/ 113534 h 141885"/>
                <a:gd name="connsiteX11" fmla="*/ 43914 w 90034"/>
                <a:gd name="connsiteY11" fmla="*/ 135316 h 141885"/>
                <a:gd name="connsiteX12" fmla="*/ 18449 w 90034"/>
                <a:gd name="connsiteY12" fmla="*/ 124727 h 141885"/>
                <a:gd name="connsiteX13" fmla="*/ 5414 w 90034"/>
                <a:gd name="connsiteY13" fmla="*/ 92962 h 141885"/>
                <a:gd name="connsiteX14" fmla="*/ 564 w 90034"/>
                <a:gd name="connsiteY14" fmla="*/ 92962 h 141885"/>
                <a:gd name="connsiteX15" fmla="*/ 564 w 90034"/>
                <a:gd name="connsiteY15" fmla="*/ 140156 h 141885"/>
                <a:gd name="connsiteX16" fmla="*/ 4505 w 90034"/>
                <a:gd name="connsiteY16" fmla="*/ 140156 h 141885"/>
                <a:gd name="connsiteX17" fmla="*/ 11477 w 90034"/>
                <a:gd name="connsiteY17" fmla="*/ 136526 h 141885"/>
                <a:gd name="connsiteX18" fmla="*/ 25422 w 90034"/>
                <a:gd name="connsiteY18" fmla="*/ 138946 h 141885"/>
                <a:gd name="connsiteX19" fmla="*/ 47551 w 90034"/>
                <a:gd name="connsiteY19" fmla="*/ 141971 h 141885"/>
                <a:gd name="connsiteX20" fmla="*/ 90295 w 90034"/>
                <a:gd name="connsiteY20" fmla="*/ 103248 h 141885"/>
                <a:gd name="connsiteX21" fmla="*/ 64831 w 90034"/>
                <a:gd name="connsiteY21" fmla="*/ 67247 h 141885"/>
                <a:gd name="connsiteX22" fmla="*/ 32091 w 90034"/>
                <a:gd name="connsiteY22" fmla="*/ 47886 h 141885"/>
                <a:gd name="connsiteX23" fmla="*/ 19056 w 90034"/>
                <a:gd name="connsiteY23" fmla="*/ 27314 h 141885"/>
                <a:gd name="connsiteX24" fmla="*/ 42398 w 90034"/>
                <a:gd name="connsiteY24" fmla="*/ 6742 h 141885"/>
                <a:gd name="connsiteX25" fmla="*/ 75744 w 90034"/>
                <a:gd name="connsiteY25" fmla="*/ 43953 h 141885"/>
                <a:gd name="connsiteX26" fmla="*/ 80291 w 90034"/>
                <a:gd name="connsiteY26" fmla="*/ 43953 h 14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0034" h="141885">
                  <a:moveTo>
                    <a:pt x="80291" y="43953"/>
                  </a:moveTo>
                  <a:lnTo>
                    <a:pt x="79079" y="2809"/>
                  </a:lnTo>
                  <a:lnTo>
                    <a:pt x="75744" y="2809"/>
                  </a:lnTo>
                  <a:lnTo>
                    <a:pt x="75138" y="3414"/>
                  </a:lnTo>
                  <a:cubicBezTo>
                    <a:pt x="72409" y="5532"/>
                    <a:pt x="72106" y="5834"/>
                    <a:pt x="70894" y="5834"/>
                  </a:cubicBezTo>
                  <a:cubicBezTo>
                    <a:pt x="69075" y="5834"/>
                    <a:pt x="66043" y="5229"/>
                    <a:pt x="62709" y="3717"/>
                  </a:cubicBezTo>
                  <a:cubicBezTo>
                    <a:pt x="56039" y="1296"/>
                    <a:pt x="49370" y="86"/>
                    <a:pt x="41488" y="86"/>
                  </a:cubicBezTo>
                  <a:cubicBezTo>
                    <a:pt x="17540" y="86"/>
                    <a:pt x="260" y="15515"/>
                    <a:pt x="260" y="37297"/>
                  </a:cubicBezTo>
                  <a:cubicBezTo>
                    <a:pt x="260" y="54239"/>
                    <a:pt x="9961" y="66340"/>
                    <a:pt x="35729" y="80861"/>
                  </a:cubicBezTo>
                  <a:lnTo>
                    <a:pt x="53311" y="90844"/>
                  </a:lnTo>
                  <a:cubicBezTo>
                    <a:pt x="63921" y="96895"/>
                    <a:pt x="69075" y="104156"/>
                    <a:pt x="69075" y="113534"/>
                  </a:cubicBezTo>
                  <a:cubicBezTo>
                    <a:pt x="69075" y="126845"/>
                    <a:pt x="59374" y="135316"/>
                    <a:pt x="43914" y="135316"/>
                  </a:cubicBezTo>
                  <a:cubicBezTo>
                    <a:pt x="33607" y="135316"/>
                    <a:pt x="24209" y="131383"/>
                    <a:pt x="18449" y="124727"/>
                  </a:cubicBezTo>
                  <a:cubicBezTo>
                    <a:pt x="12083" y="117164"/>
                    <a:pt x="9355" y="110206"/>
                    <a:pt x="5414" y="92962"/>
                  </a:cubicBezTo>
                  <a:lnTo>
                    <a:pt x="564" y="92962"/>
                  </a:lnTo>
                  <a:lnTo>
                    <a:pt x="564" y="140156"/>
                  </a:lnTo>
                  <a:lnTo>
                    <a:pt x="4505" y="140156"/>
                  </a:lnTo>
                  <a:cubicBezTo>
                    <a:pt x="6627" y="137131"/>
                    <a:pt x="7839" y="136526"/>
                    <a:pt x="11477" y="136526"/>
                  </a:cubicBezTo>
                  <a:cubicBezTo>
                    <a:pt x="14205" y="136526"/>
                    <a:pt x="18449" y="137131"/>
                    <a:pt x="25422" y="138946"/>
                  </a:cubicBezTo>
                  <a:cubicBezTo>
                    <a:pt x="33910" y="140761"/>
                    <a:pt x="42095" y="141971"/>
                    <a:pt x="47551" y="141971"/>
                  </a:cubicBezTo>
                  <a:cubicBezTo>
                    <a:pt x="70894" y="141971"/>
                    <a:pt x="90295" y="124425"/>
                    <a:pt x="90295" y="103248"/>
                  </a:cubicBezTo>
                  <a:cubicBezTo>
                    <a:pt x="90295" y="88122"/>
                    <a:pt x="83020" y="78138"/>
                    <a:pt x="64831" y="67247"/>
                  </a:cubicBezTo>
                  <a:lnTo>
                    <a:pt x="32091" y="47886"/>
                  </a:lnTo>
                  <a:cubicBezTo>
                    <a:pt x="23603" y="43045"/>
                    <a:pt x="19056" y="35482"/>
                    <a:pt x="19056" y="27314"/>
                  </a:cubicBezTo>
                  <a:cubicBezTo>
                    <a:pt x="19056" y="15213"/>
                    <a:pt x="28453" y="6742"/>
                    <a:pt x="42398" y="6742"/>
                  </a:cubicBezTo>
                  <a:cubicBezTo>
                    <a:pt x="59677" y="6742"/>
                    <a:pt x="68772" y="17028"/>
                    <a:pt x="75744" y="43953"/>
                  </a:cubicBezTo>
                  <a:lnTo>
                    <a:pt x="80291" y="43953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AB62651-B70F-9B42-99FC-C435240EAF4E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0602645" y="4984048"/>
              <a:ext cx="71845" cy="206625"/>
            </a:xfrm>
            <a:custGeom>
              <a:avLst/>
              <a:gdLst>
                <a:gd name="connsiteX0" fmla="*/ 48464 w 71845"/>
                <a:gd name="connsiteY0" fmla="*/ 67550 h 206625"/>
                <a:gd name="connsiteX1" fmla="*/ 1477 w 71845"/>
                <a:gd name="connsiteY1" fmla="*/ 84189 h 206625"/>
                <a:gd name="connsiteX2" fmla="*/ 1477 w 71845"/>
                <a:gd name="connsiteY2" fmla="*/ 88726 h 206625"/>
                <a:gd name="connsiteX3" fmla="*/ 3902 w 71845"/>
                <a:gd name="connsiteY3" fmla="*/ 88424 h 206625"/>
                <a:gd name="connsiteX4" fmla="*/ 14209 w 71845"/>
                <a:gd name="connsiteY4" fmla="*/ 87516 h 206625"/>
                <a:gd name="connsiteX5" fmla="*/ 24213 w 71845"/>
                <a:gd name="connsiteY5" fmla="*/ 105668 h 206625"/>
                <a:gd name="connsiteX6" fmla="*/ 24213 w 71845"/>
                <a:gd name="connsiteY6" fmla="*/ 175854 h 206625"/>
                <a:gd name="connsiteX7" fmla="*/ 264 w 71845"/>
                <a:gd name="connsiteY7" fmla="*/ 202174 h 206625"/>
                <a:gd name="connsiteX8" fmla="*/ 264 w 71845"/>
                <a:gd name="connsiteY8" fmla="*/ 206712 h 206625"/>
                <a:gd name="connsiteX9" fmla="*/ 72110 w 71845"/>
                <a:gd name="connsiteY9" fmla="*/ 206712 h 206625"/>
                <a:gd name="connsiteX10" fmla="*/ 72110 w 71845"/>
                <a:gd name="connsiteY10" fmla="*/ 202174 h 206625"/>
                <a:gd name="connsiteX11" fmla="*/ 49677 w 71845"/>
                <a:gd name="connsiteY11" fmla="*/ 175854 h 206625"/>
                <a:gd name="connsiteX12" fmla="*/ 49677 w 71845"/>
                <a:gd name="connsiteY12" fmla="*/ 68457 h 206625"/>
                <a:gd name="connsiteX13" fmla="*/ 48464 w 71845"/>
                <a:gd name="connsiteY13" fmla="*/ 67550 h 206625"/>
                <a:gd name="connsiteX14" fmla="*/ 34217 w 71845"/>
                <a:gd name="connsiteY14" fmla="*/ 86 h 206625"/>
                <a:gd name="connsiteX15" fmla="*/ 19059 w 71845"/>
                <a:gd name="connsiteY15" fmla="*/ 15515 h 206625"/>
                <a:gd name="connsiteX16" fmla="*/ 34217 w 71845"/>
                <a:gd name="connsiteY16" fmla="*/ 30944 h 206625"/>
                <a:gd name="connsiteX17" fmla="*/ 49980 w 71845"/>
                <a:gd name="connsiteY17" fmla="*/ 15515 h 206625"/>
                <a:gd name="connsiteX18" fmla="*/ 34217 w 71845"/>
                <a:gd name="connsiteY18" fmla="*/ 8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845" h="206625">
                  <a:moveTo>
                    <a:pt x="48464" y="67550"/>
                  </a:moveTo>
                  <a:lnTo>
                    <a:pt x="1477" y="84189"/>
                  </a:lnTo>
                  <a:lnTo>
                    <a:pt x="1477" y="88726"/>
                  </a:lnTo>
                  <a:lnTo>
                    <a:pt x="3902" y="88424"/>
                  </a:lnTo>
                  <a:cubicBezTo>
                    <a:pt x="7540" y="87819"/>
                    <a:pt x="11481" y="87516"/>
                    <a:pt x="14209" y="87516"/>
                  </a:cubicBezTo>
                  <a:cubicBezTo>
                    <a:pt x="21484" y="87516"/>
                    <a:pt x="24213" y="92357"/>
                    <a:pt x="24213" y="105668"/>
                  </a:cubicBezTo>
                  <a:lnTo>
                    <a:pt x="24213" y="175854"/>
                  </a:lnTo>
                  <a:cubicBezTo>
                    <a:pt x="24213" y="197636"/>
                    <a:pt x="21181" y="200964"/>
                    <a:pt x="264" y="202174"/>
                  </a:cubicBezTo>
                  <a:lnTo>
                    <a:pt x="264" y="206712"/>
                  </a:lnTo>
                  <a:lnTo>
                    <a:pt x="72110" y="206712"/>
                  </a:lnTo>
                  <a:lnTo>
                    <a:pt x="72110" y="202174"/>
                  </a:lnTo>
                  <a:cubicBezTo>
                    <a:pt x="52102" y="200661"/>
                    <a:pt x="49677" y="197636"/>
                    <a:pt x="49677" y="175854"/>
                  </a:cubicBezTo>
                  <a:lnTo>
                    <a:pt x="49677" y="68457"/>
                  </a:lnTo>
                  <a:lnTo>
                    <a:pt x="48464" y="67550"/>
                  </a:lnTo>
                  <a:close/>
                  <a:moveTo>
                    <a:pt x="34217" y="86"/>
                  </a:moveTo>
                  <a:cubicBezTo>
                    <a:pt x="26032" y="86"/>
                    <a:pt x="19059" y="7044"/>
                    <a:pt x="19059" y="15515"/>
                  </a:cubicBezTo>
                  <a:cubicBezTo>
                    <a:pt x="19059" y="23986"/>
                    <a:pt x="25728" y="30944"/>
                    <a:pt x="34217" y="30944"/>
                  </a:cubicBezTo>
                  <a:cubicBezTo>
                    <a:pt x="43008" y="30944"/>
                    <a:pt x="49980" y="24288"/>
                    <a:pt x="49980" y="15515"/>
                  </a:cubicBezTo>
                  <a:cubicBezTo>
                    <a:pt x="49980" y="7044"/>
                    <a:pt x="43008" y="86"/>
                    <a:pt x="34217" y="86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4FA5176-BD88-8670-FB77-28BA82619C84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0687233" y="5051511"/>
              <a:ext cx="142175" cy="139162"/>
            </a:xfrm>
            <a:custGeom>
              <a:avLst/>
              <a:gdLst>
                <a:gd name="connsiteX0" fmla="*/ 267 w 142175"/>
                <a:gd name="connsiteY0" fmla="*/ 18843 h 139162"/>
                <a:gd name="connsiteX1" fmla="*/ 8452 w 142175"/>
                <a:gd name="connsiteY1" fmla="*/ 17633 h 139162"/>
                <a:gd name="connsiteX2" fmla="*/ 19669 w 142175"/>
                <a:gd name="connsiteY2" fmla="*/ 36995 h 139162"/>
                <a:gd name="connsiteX3" fmla="*/ 19669 w 142175"/>
                <a:gd name="connsiteY3" fmla="*/ 112021 h 139162"/>
                <a:gd name="connsiteX4" fmla="*/ 874 w 142175"/>
                <a:gd name="connsiteY4" fmla="*/ 134711 h 139162"/>
                <a:gd name="connsiteX5" fmla="*/ 874 w 142175"/>
                <a:gd name="connsiteY5" fmla="*/ 139249 h 139162"/>
                <a:gd name="connsiteX6" fmla="*/ 65141 w 142175"/>
                <a:gd name="connsiteY6" fmla="*/ 139249 h 139162"/>
                <a:gd name="connsiteX7" fmla="*/ 65141 w 142175"/>
                <a:gd name="connsiteY7" fmla="*/ 134711 h 139162"/>
                <a:gd name="connsiteX8" fmla="*/ 45133 w 142175"/>
                <a:gd name="connsiteY8" fmla="*/ 118979 h 139162"/>
                <a:gd name="connsiteX9" fmla="*/ 45133 w 142175"/>
                <a:gd name="connsiteY9" fmla="*/ 33969 h 139162"/>
                <a:gd name="connsiteX10" fmla="*/ 76357 w 142175"/>
                <a:gd name="connsiteY10" fmla="*/ 16725 h 139162"/>
                <a:gd name="connsiteX11" fmla="*/ 98487 w 142175"/>
                <a:gd name="connsiteY11" fmla="*/ 46070 h 139162"/>
                <a:gd name="connsiteX12" fmla="*/ 98487 w 142175"/>
                <a:gd name="connsiteY12" fmla="*/ 109298 h 139162"/>
                <a:gd name="connsiteX13" fmla="*/ 79389 w 142175"/>
                <a:gd name="connsiteY13" fmla="*/ 134711 h 139162"/>
                <a:gd name="connsiteX14" fmla="*/ 79389 w 142175"/>
                <a:gd name="connsiteY14" fmla="*/ 139249 h 139162"/>
                <a:gd name="connsiteX15" fmla="*/ 142443 w 142175"/>
                <a:gd name="connsiteY15" fmla="*/ 139249 h 139162"/>
                <a:gd name="connsiteX16" fmla="*/ 142443 w 142175"/>
                <a:gd name="connsiteY16" fmla="*/ 134711 h 139162"/>
                <a:gd name="connsiteX17" fmla="*/ 123951 w 142175"/>
                <a:gd name="connsiteY17" fmla="*/ 114744 h 139162"/>
                <a:gd name="connsiteX18" fmla="*/ 123951 w 142175"/>
                <a:gd name="connsiteY18" fmla="*/ 45465 h 139162"/>
                <a:gd name="connsiteX19" fmla="*/ 88180 w 142175"/>
                <a:gd name="connsiteY19" fmla="*/ 86 h 139162"/>
                <a:gd name="connsiteX20" fmla="*/ 44224 w 142175"/>
                <a:gd name="connsiteY20" fmla="*/ 24591 h 139162"/>
                <a:gd name="connsiteX21" fmla="*/ 44224 w 142175"/>
                <a:gd name="connsiteY21" fmla="*/ 691 h 139162"/>
                <a:gd name="connsiteX22" fmla="*/ 42101 w 142175"/>
                <a:gd name="connsiteY22" fmla="*/ 86 h 139162"/>
                <a:gd name="connsiteX23" fmla="*/ 267 w 142175"/>
                <a:gd name="connsiteY23" fmla="*/ 13700 h 139162"/>
                <a:gd name="connsiteX24" fmla="*/ 267 w 142175"/>
                <a:gd name="connsiteY24" fmla="*/ 18843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2175" h="139162">
                  <a:moveTo>
                    <a:pt x="267" y="18843"/>
                  </a:moveTo>
                  <a:cubicBezTo>
                    <a:pt x="2086" y="17935"/>
                    <a:pt x="5118" y="17633"/>
                    <a:pt x="8452" y="17633"/>
                  </a:cubicBezTo>
                  <a:cubicBezTo>
                    <a:pt x="16940" y="17633"/>
                    <a:pt x="19669" y="22171"/>
                    <a:pt x="19669" y="36995"/>
                  </a:cubicBezTo>
                  <a:lnTo>
                    <a:pt x="19669" y="112021"/>
                  </a:lnTo>
                  <a:cubicBezTo>
                    <a:pt x="19669" y="129265"/>
                    <a:pt x="16334" y="133501"/>
                    <a:pt x="874" y="134711"/>
                  </a:cubicBezTo>
                  <a:lnTo>
                    <a:pt x="874" y="139249"/>
                  </a:lnTo>
                  <a:lnTo>
                    <a:pt x="65141" y="139249"/>
                  </a:lnTo>
                  <a:lnTo>
                    <a:pt x="65141" y="134711"/>
                  </a:lnTo>
                  <a:cubicBezTo>
                    <a:pt x="49680" y="133501"/>
                    <a:pt x="45133" y="129870"/>
                    <a:pt x="45133" y="118979"/>
                  </a:cubicBezTo>
                  <a:lnTo>
                    <a:pt x="45133" y="33969"/>
                  </a:lnTo>
                  <a:cubicBezTo>
                    <a:pt x="59684" y="20356"/>
                    <a:pt x="66353" y="16725"/>
                    <a:pt x="76357" y="16725"/>
                  </a:cubicBezTo>
                  <a:cubicBezTo>
                    <a:pt x="91211" y="16725"/>
                    <a:pt x="98487" y="26104"/>
                    <a:pt x="98487" y="46070"/>
                  </a:cubicBezTo>
                  <a:lnTo>
                    <a:pt x="98487" y="109298"/>
                  </a:lnTo>
                  <a:cubicBezTo>
                    <a:pt x="98487" y="128358"/>
                    <a:pt x="94546" y="133501"/>
                    <a:pt x="79389" y="134711"/>
                  </a:cubicBezTo>
                  <a:lnTo>
                    <a:pt x="79389" y="139249"/>
                  </a:lnTo>
                  <a:lnTo>
                    <a:pt x="142443" y="139249"/>
                  </a:lnTo>
                  <a:lnTo>
                    <a:pt x="142443" y="134711"/>
                  </a:lnTo>
                  <a:cubicBezTo>
                    <a:pt x="127589" y="133198"/>
                    <a:pt x="123951" y="129568"/>
                    <a:pt x="123951" y="114744"/>
                  </a:cubicBezTo>
                  <a:lnTo>
                    <a:pt x="123951" y="45465"/>
                  </a:lnTo>
                  <a:cubicBezTo>
                    <a:pt x="123951" y="17028"/>
                    <a:pt x="110613" y="86"/>
                    <a:pt x="88180" y="86"/>
                  </a:cubicBezTo>
                  <a:cubicBezTo>
                    <a:pt x="74235" y="86"/>
                    <a:pt x="64837" y="5229"/>
                    <a:pt x="44224" y="24591"/>
                  </a:cubicBezTo>
                  <a:lnTo>
                    <a:pt x="44224" y="691"/>
                  </a:lnTo>
                  <a:lnTo>
                    <a:pt x="42101" y="86"/>
                  </a:lnTo>
                  <a:cubicBezTo>
                    <a:pt x="27247" y="5532"/>
                    <a:pt x="16940" y="8860"/>
                    <a:pt x="267" y="13700"/>
                  </a:cubicBezTo>
                  <a:lnTo>
                    <a:pt x="267" y="18843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53534BF-0D61-73BF-A7CB-1885BE6D46CF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0864535" y="4963778"/>
              <a:ext cx="70329" cy="302526"/>
            </a:xfrm>
            <a:custGeom>
              <a:avLst/>
              <a:gdLst>
                <a:gd name="connsiteX0" fmla="*/ 70602 w 70329"/>
                <a:gd name="connsiteY0" fmla="*/ 299588 h 302526"/>
                <a:gd name="connsiteX1" fmla="*/ 65449 w 70329"/>
                <a:gd name="connsiteY1" fmla="*/ 292932 h 302526"/>
                <a:gd name="connsiteX2" fmla="*/ 17855 w 70329"/>
                <a:gd name="connsiteY2" fmla="*/ 151350 h 302526"/>
                <a:gd name="connsiteX3" fmla="*/ 66661 w 70329"/>
                <a:gd name="connsiteY3" fmla="*/ 8255 h 302526"/>
                <a:gd name="connsiteX4" fmla="*/ 70602 w 70329"/>
                <a:gd name="connsiteY4" fmla="*/ 3112 h 302526"/>
                <a:gd name="connsiteX5" fmla="*/ 67571 w 70329"/>
                <a:gd name="connsiteY5" fmla="*/ 86 h 302526"/>
                <a:gd name="connsiteX6" fmla="*/ 19370 w 70329"/>
                <a:gd name="connsiteY6" fmla="*/ 59079 h 302526"/>
                <a:gd name="connsiteX7" fmla="*/ 272 w 70329"/>
                <a:gd name="connsiteY7" fmla="*/ 151350 h 302526"/>
                <a:gd name="connsiteX8" fmla="*/ 20280 w 70329"/>
                <a:gd name="connsiteY8" fmla="*/ 245738 h 302526"/>
                <a:gd name="connsiteX9" fmla="*/ 67571 w 70329"/>
                <a:gd name="connsiteY9" fmla="*/ 302613 h 302526"/>
                <a:gd name="connsiteX10" fmla="*/ 70602 w 70329"/>
                <a:gd name="connsiteY10" fmla="*/ 299588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29" h="302526">
                  <a:moveTo>
                    <a:pt x="70602" y="299588"/>
                  </a:moveTo>
                  <a:cubicBezTo>
                    <a:pt x="70602" y="298680"/>
                    <a:pt x="70602" y="298075"/>
                    <a:pt x="65449" y="292932"/>
                  </a:cubicBezTo>
                  <a:cubicBezTo>
                    <a:pt x="27555" y="254814"/>
                    <a:pt x="17855" y="197636"/>
                    <a:pt x="17855" y="151350"/>
                  </a:cubicBezTo>
                  <a:cubicBezTo>
                    <a:pt x="17855" y="98710"/>
                    <a:pt x="29374" y="46070"/>
                    <a:pt x="66661" y="8255"/>
                  </a:cubicBezTo>
                  <a:cubicBezTo>
                    <a:pt x="70602" y="4624"/>
                    <a:pt x="70602" y="4019"/>
                    <a:pt x="70602" y="3112"/>
                  </a:cubicBezTo>
                  <a:cubicBezTo>
                    <a:pt x="70602" y="994"/>
                    <a:pt x="69390" y="86"/>
                    <a:pt x="67571" y="86"/>
                  </a:cubicBezTo>
                  <a:cubicBezTo>
                    <a:pt x="64539" y="86"/>
                    <a:pt x="37256" y="20658"/>
                    <a:pt x="19370" y="59079"/>
                  </a:cubicBezTo>
                  <a:cubicBezTo>
                    <a:pt x="3910" y="92357"/>
                    <a:pt x="272" y="125937"/>
                    <a:pt x="272" y="151350"/>
                  </a:cubicBezTo>
                  <a:cubicBezTo>
                    <a:pt x="272" y="174947"/>
                    <a:pt x="3607" y="211552"/>
                    <a:pt x="20280" y="245738"/>
                  </a:cubicBezTo>
                  <a:cubicBezTo>
                    <a:pt x="38469" y="282949"/>
                    <a:pt x="64539" y="302613"/>
                    <a:pt x="67571" y="302613"/>
                  </a:cubicBezTo>
                  <a:cubicBezTo>
                    <a:pt x="69390" y="302613"/>
                    <a:pt x="70602" y="301705"/>
                    <a:pt x="70602" y="299588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D0D745D-527F-F19A-9C17-C98C6ADBEB38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0944397" y="5057259"/>
              <a:ext cx="143691" cy="136742"/>
            </a:xfrm>
            <a:custGeom>
              <a:avLst/>
              <a:gdLst>
                <a:gd name="connsiteX0" fmla="*/ 130326 w 143691"/>
                <a:gd name="connsiteY0" fmla="*/ 99920 h 136742"/>
                <a:gd name="connsiteX1" fmla="*/ 123657 w 143691"/>
                <a:gd name="connsiteY1" fmla="*/ 108088 h 136742"/>
                <a:gd name="connsiteX2" fmla="*/ 109712 w 143691"/>
                <a:gd name="connsiteY2" fmla="*/ 120190 h 136742"/>
                <a:gd name="connsiteX3" fmla="*/ 100314 w 143691"/>
                <a:gd name="connsiteY3" fmla="*/ 107786 h 136742"/>
                <a:gd name="connsiteX4" fmla="*/ 99102 w 143691"/>
                <a:gd name="connsiteY4" fmla="*/ 102643 h 136742"/>
                <a:gd name="connsiteX5" fmla="*/ 88189 w 143691"/>
                <a:gd name="connsiteY5" fmla="*/ 53634 h 136742"/>
                <a:gd name="connsiteX6" fmla="*/ 117897 w 143691"/>
                <a:gd name="connsiteY6" fmla="*/ 17028 h 136742"/>
                <a:gd name="connsiteX7" fmla="*/ 125172 w 143691"/>
                <a:gd name="connsiteY7" fmla="*/ 19448 h 136742"/>
                <a:gd name="connsiteX8" fmla="*/ 133357 w 143691"/>
                <a:gd name="connsiteY8" fmla="*/ 22171 h 136742"/>
                <a:gd name="connsiteX9" fmla="*/ 143968 w 143691"/>
                <a:gd name="connsiteY9" fmla="*/ 11280 h 136742"/>
                <a:gd name="connsiteX10" fmla="*/ 131539 w 143691"/>
                <a:gd name="connsiteY10" fmla="*/ 86 h 136742"/>
                <a:gd name="connsiteX11" fmla="*/ 85763 w 143691"/>
                <a:gd name="connsiteY11" fmla="*/ 43348 h 136742"/>
                <a:gd name="connsiteX12" fmla="*/ 82429 w 143691"/>
                <a:gd name="connsiteY12" fmla="*/ 26709 h 136742"/>
                <a:gd name="connsiteX13" fmla="*/ 66665 w 143691"/>
                <a:gd name="connsiteY13" fmla="*/ 86 h 136742"/>
                <a:gd name="connsiteX14" fmla="*/ 31197 w 143691"/>
                <a:gd name="connsiteY14" fmla="*/ 8860 h 136742"/>
                <a:gd name="connsiteX15" fmla="*/ 27862 w 143691"/>
                <a:gd name="connsiteY15" fmla="*/ 10070 h 136742"/>
                <a:gd name="connsiteX16" fmla="*/ 29075 w 143691"/>
                <a:gd name="connsiteY16" fmla="*/ 14608 h 136742"/>
                <a:gd name="connsiteX17" fmla="*/ 46051 w 143691"/>
                <a:gd name="connsiteY17" fmla="*/ 11280 h 136742"/>
                <a:gd name="connsiteX18" fmla="*/ 59693 w 143691"/>
                <a:gd name="connsiteY18" fmla="*/ 32154 h 136742"/>
                <a:gd name="connsiteX19" fmla="*/ 68484 w 143691"/>
                <a:gd name="connsiteY19" fmla="*/ 69365 h 136742"/>
                <a:gd name="connsiteX20" fmla="*/ 43626 w 143691"/>
                <a:gd name="connsiteY20" fmla="*/ 104761 h 136742"/>
                <a:gd name="connsiteX21" fmla="*/ 28165 w 143691"/>
                <a:gd name="connsiteY21" fmla="*/ 119282 h 136742"/>
                <a:gd name="connsiteX22" fmla="*/ 20284 w 143691"/>
                <a:gd name="connsiteY22" fmla="*/ 116559 h 136742"/>
                <a:gd name="connsiteX23" fmla="*/ 10583 w 143691"/>
                <a:gd name="connsiteY23" fmla="*/ 113534 h 136742"/>
                <a:gd name="connsiteX24" fmla="*/ 276 w 143691"/>
                <a:gd name="connsiteY24" fmla="*/ 124122 h 136742"/>
                <a:gd name="connsiteX25" fmla="*/ 15433 w 143691"/>
                <a:gd name="connsiteY25" fmla="*/ 136828 h 136742"/>
                <a:gd name="connsiteX26" fmla="*/ 43626 w 143691"/>
                <a:gd name="connsiteY26" fmla="*/ 115652 h 136742"/>
                <a:gd name="connsiteX27" fmla="*/ 70909 w 143691"/>
                <a:gd name="connsiteY27" fmla="*/ 80256 h 136742"/>
                <a:gd name="connsiteX28" fmla="*/ 80004 w 143691"/>
                <a:gd name="connsiteY28" fmla="*/ 116559 h 136742"/>
                <a:gd name="connsiteX29" fmla="*/ 97586 w 143691"/>
                <a:gd name="connsiteY29" fmla="*/ 136828 h 136742"/>
                <a:gd name="connsiteX30" fmla="*/ 134570 w 143691"/>
                <a:gd name="connsiteY30" fmla="*/ 102340 h 136742"/>
                <a:gd name="connsiteX31" fmla="*/ 130326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326" y="99920"/>
                  </a:moveTo>
                  <a:cubicBezTo>
                    <a:pt x="127901" y="102643"/>
                    <a:pt x="126385" y="104458"/>
                    <a:pt x="123657" y="108088"/>
                  </a:cubicBezTo>
                  <a:cubicBezTo>
                    <a:pt x="116684" y="117164"/>
                    <a:pt x="113047" y="120190"/>
                    <a:pt x="109712" y="120190"/>
                  </a:cubicBezTo>
                  <a:cubicBezTo>
                    <a:pt x="105165" y="120190"/>
                    <a:pt x="102436" y="116257"/>
                    <a:pt x="100314" y="107786"/>
                  </a:cubicBezTo>
                  <a:cubicBezTo>
                    <a:pt x="99708" y="105366"/>
                    <a:pt x="99405" y="103551"/>
                    <a:pt x="99102" y="102643"/>
                  </a:cubicBezTo>
                  <a:cubicBezTo>
                    <a:pt x="91523" y="72088"/>
                    <a:pt x="88189" y="58172"/>
                    <a:pt x="88189" y="53634"/>
                  </a:cubicBezTo>
                  <a:cubicBezTo>
                    <a:pt x="101527" y="30339"/>
                    <a:pt x="112440" y="17028"/>
                    <a:pt x="117897" y="17028"/>
                  </a:cubicBezTo>
                  <a:cubicBezTo>
                    <a:pt x="119716" y="17028"/>
                    <a:pt x="122141" y="17936"/>
                    <a:pt x="125172" y="19448"/>
                  </a:cubicBezTo>
                  <a:cubicBezTo>
                    <a:pt x="128810" y="21566"/>
                    <a:pt x="130932" y="22171"/>
                    <a:pt x="133357" y="22171"/>
                  </a:cubicBezTo>
                  <a:cubicBezTo>
                    <a:pt x="139723" y="22171"/>
                    <a:pt x="143968" y="17633"/>
                    <a:pt x="143968" y="11280"/>
                  </a:cubicBezTo>
                  <a:cubicBezTo>
                    <a:pt x="143968" y="4927"/>
                    <a:pt x="138814" y="86"/>
                    <a:pt x="131539" y="86"/>
                  </a:cubicBezTo>
                  <a:cubicBezTo>
                    <a:pt x="118200" y="86"/>
                    <a:pt x="106680" y="10977"/>
                    <a:pt x="85763" y="43348"/>
                  </a:cubicBezTo>
                  <a:lnTo>
                    <a:pt x="82429" y="26709"/>
                  </a:lnTo>
                  <a:cubicBezTo>
                    <a:pt x="78185" y="6137"/>
                    <a:pt x="74850" y="86"/>
                    <a:pt x="66665" y="86"/>
                  </a:cubicBezTo>
                  <a:cubicBezTo>
                    <a:pt x="59996" y="86"/>
                    <a:pt x="49689" y="2809"/>
                    <a:pt x="31197" y="8860"/>
                  </a:cubicBezTo>
                  <a:lnTo>
                    <a:pt x="27862" y="10070"/>
                  </a:lnTo>
                  <a:lnTo>
                    <a:pt x="29075" y="14608"/>
                  </a:lnTo>
                  <a:cubicBezTo>
                    <a:pt x="40594" y="11885"/>
                    <a:pt x="43323" y="11280"/>
                    <a:pt x="46051" y="11280"/>
                  </a:cubicBezTo>
                  <a:cubicBezTo>
                    <a:pt x="53630" y="11280"/>
                    <a:pt x="55449" y="14003"/>
                    <a:pt x="59693" y="32154"/>
                  </a:cubicBezTo>
                  <a:lnTo>
                    <a:pt x="68484" y="69365"/>
                  </a:lnTo>
                  <a:lnTo>
                    <a:pt x="43626" y="104761"/>
                  </a:lnTo>
                  <a:cubicBezTo>
                    <a:pt x="37563" y="113836"/>
                    <a:pt x="31500" y="119282"/>
                    <a:pt x="28165" y="119282"/>
                  </a:cubicBezTo>
                  <a:cubicBezTo>
                    <a:pt x="26347" y="119282"/>
                    <a:pt x="23315" y="118374"/>
                    <a:pt x="20284" y="116559"/>
                  </a:cubicBezTo>
                  <a:cubicBezTo>
                    <a:pt x="16343" y="114441"/>
                    <a:pt x="13008" y="113534"/>
                    <a:pt x="10583" y="113534"/>
                  </a:cubicBezTo>
                  <a:cubicBezTo>
                    <a:pt x="4823" y="113534"/>
                    <a:pt x="276" y="118072"/>
                    <a:pt x="276" y="124122"/>
                  </a:cubicBezTo>
                  <a:cubicBezTo>
                    <a:pt x="276" y="131988"/>
                    <a:pt x="6339" y="136828"/>
                    <a:pt x="15433" y="136828"/>
                  </a:cubicBezTo>
                  <a:cubicBezTo>
                    <a:pt x="24831" y="136828"/>
                    <a:pt x="28469" y="134106"/>
                    <a:pt x="43626" y="115652"/>
                  </a:cubicBezTo>
                  <a:cubicBezTo>
                    <a:pt x="51811" y="105971"/>
                    <a:pt x="58177" y="97803"/>
                    <a:pt x="70909" y="80256"/>
                  </a:cubicBezTo>
                  <a:lnTo>
                    <a:pt x="80004" y="116559"/>
                  </a:lnTo>
                  <a:cubicBezTo>
                    <a:pt x="83944" y="131988"/>
                    <a:pt x="87885" y="136828"/>
                    <a:pt x="97586" y="136828"/>
                  </a:cubicBezTo>
                  <a:cubicBezTo>
                    <a:pt x="109106" y="136828"/>
                    <a:pt x="116987" y="129568"/>
                    <a:pt x="134570" y="102340"/>
                  </a:cubicBezTo>
                  <a:lnTo>
                    <a:pt x="130326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8539F87-6ED4-1721-E1A8-9D683FC46F31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1105871" y="4963778"/>
              <a:ext cx="70330" cy="302526"/>
            </a:xfrm>
            <a:custGeom>
              <a:avLst/>
              <a:gdLst>
                <a:gd name="connsiteX0" fmla="*/ 70610 w 70330"/>
                <a:gd name="connsiteY0" fmla="*/ 151350 h 302526"/>
                <a:gd name="connsiteX1" fmla="*/ 50603 w 70330"/>
                <a:gd name="connsiteY1" fmla="*/ 56961 h 302526"/>
                <a:gd name="connsiteX2" fmla="*/ 3312 w 70330"/>
                <a:gd name="connsiteY2" fmla="*/ 86 h 302526"/>
                <a:gd name="connsiteX3" fmla="*/ 280 w 70330"/>
                <a:gd name="connsiteY3" fmla="*/ 3112 h 302526"/>
                <a:gd name="connsiteX4" fmla="*/ 6040 w 70330"/>
                <a:gd name="connsiteY4" fmla="*/ 10070 h 302526"/>
                <a:gd name="connsiteX5" fmla="*/ 53028 w 70330"/>
                <a:gd name="connsiteY5" fmla="*/ 151350 h 302526"/>
                <a:gd name="connsiteX6" fmla="*/ 4221 w 70330"/>
                <a:gd name="connsiteY6" fmla="*/ 294445 h 302526"/>
                <a:gd name="connsiteX7" fmla="*/ 280 w 70330"/>
                <a:gd name="connsiteY7" fmla="*/ 299588 h 302526"/>
                <a:gd name="connsiteX8" fmla="*/ 3312 w 70330"/>
                <a:gd name="connsiteY8" fmla="*/ 302613 h 302526"/>
                <a:gd name="connsiteX9" fmla="*/ 51512 w 70330"/>
                <a:gd name="connsiteY9" fmla="*/ 243620 h 302526"/>
                <a:gd name="connsiteX10" fmla="*/ 70610 w 70330"/>
                <a:gd name="connsiteY10" fmla="*/ 151350 h 30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330" h="302526">
                  <a:moveTo>
                    <a:pt x="70610" y="151350"/>
                  </a:moveTo>
                  <a:cubicBezTo>
                    <a:pt x="70610" y="127753"/>
                    <a:pt x="67276" y="91147"/>
                    <a:pt x="50603" y="56961"/>
                  </a:cubicBezTo>
                  <a:cubicBezTo>
                    <a:pt x="32414" y="19751"/>
                    <a:pt x="6343" y="86"/>
                    <a:pt x="3312" y="86"/>
                  </a:cubicBezTo>
                  <a:cubicBezTo>
                    <a:pt x="1493" y="86"/>
                    <a:pt x="280" y="1296"/>
                    <a:pt x="280" y="3112"/>
                  </a:cubicBezTo>
                  <a:cubicBezTo>
                    <a:pt x="280" y="4019"/>
                    <a:pt x="280" y="4624"/>
                    <a:pt x="6040" y="10070"/>
                  </a:cubicBezTo>
                  <a:cubicBezTo>
                    <a:pt x="35748" y="40020"/>
                    <a:pt x="53028" y="88122"/>
                    <a:pt x="53028" y="151350"/>
                  </a:cubicBezTo>
                  <a:cubicBezTo>
                    <a:pt x="53028" y="203082"/>
                    <a:pt x="41811" y="256326"/>
                    <a:pt x="4221" y="294445"/>
                  </a:cubicBezTo>
                  <a:cubicBezTo>
                    <a:pt x="280" y="298075"/>
                    <a:pt x="280" y="298680"/>
                    <a:pt x="280" y="299588"/>
                  </a:cubicBezTo>
                  <a:cubicBezTo>
                    <a:pt x="280" y="301403"/>
                    <a:pt x="1493" y="302613"/>
                    <a:pt x="3312" y="302613"/>
                  </a:cubicBezTo>
                  <a:cubicBezTo>
                    <a:pt x="6343" y="302613"/>
                    <a:pt x="33626" y="282041"/>
                    <a:pt x="51512" y="243620"/>
                  </a:cubicBezTo>
                  <a:cubicBezTo>
                    <a:pt x="66973" y="210342"/>
                    <a:pt x="70610" y="176762"/>
                    <a:pt x="70610" y="151350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39236A-9D5F-E3BF-9195-E4FC9D5E385F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1245006" y="4984048"/>
              <a:ext cx="155211" cy="210558"/>
            </a:xfrm>
            <a:custGeom>
              <a:avLst/>
              <a:gdLst>
                <a:gd name="connsiteX0" fmla="*/ 136095 w 155211"/>
                <a:gd name="connsiteY0" fmla="*/ 173131 h 210558"/>
                <a:gd name="connsiteX1" fmla="*/ 111237 w 155211"/>
                <a:gd name="connsiteY1" fmla="*/ 194611 h 210558"/>
                <a:gd name="connsiteX2" fmla="*/ 105781 w 155211"/>
                <a:gd name="connsiteY2" fmla="*/ 188560 h 210558"/>
                <a:gd name="connsiteX3" fmla="*/ 125485 w 155211"/>
                <a:gd name="connsiteY3" fmla="*/ 114139 h 210558"/>
                <a:gd name="connsiteX4" fmla="*/ 155497 w 155211"/>
                <a:gd name="connsiteY4" fmla="*/ 1599 h 210558"/>
                <a:gd name="connsiteX5" fmla="*/ 153981 w 155211"/>
                <a:gd name="connsiteY5" fmla="*/ 86 h 210558"/>
                <a:gd name="connsiteX6" fmla="*/ 107599 w 155211"/>
                <a:gd name="connsiteY6" fmla="*/ 7044 h 210558"/>
                <a:gd name="connsiteX7" fmla="*/ 107599 w 155211"/>
                <a:gd name="connsiteY7" fmla="*/ 12187 h 210558"/>
                <a:gd name="connsiteX8" fmla="*/ 126395 w 155211"/>
                <a:gd name="connsiteY8" fmla="*/ 20053 h 210558"/>
                <a:gd name="connsiteX9" fmla="*/ 121847 w 155211"/>
                <a:gd name="connsiteY9" fmla="*/ 41230 h 210558"/>
                <a:gd name="connsiteX10" fmla="*/ 108509 w 155211"/>
                <a:gd name="connsiteY10" fmla="*/ 90844 h 210558"/>
                <a:gd name="connsiteX11" fmla="*/ 88804 w 155211"/>
                <a:gd name="connsiteY11" fmla="*/ 73298 h 210558"/>
                <a:gd name="connsiteX12" fmla="*/ 286 w 155211"/>
                <a:gd name="connsiteY12" fmla="*/ 175552 h 210558"/>
                <a:gd name="connsiteX13" fmla="*/ 32116 w 155211"/>
                <a:gd name="connsiteY13" fmla="*/ 210040 h 210558"/>
                <a:gd name="connsiteX14" fmla="*/ 86682 w 155211"/>
                <a:gd name="connsiteY14" fmla="*/ 170106 h 210558"/>
                <a:gd name="connsiteX15" fmla="*/ 82741 w 155211"/>
                <a:gd name="connsiteY15" fmla="*/ 197031 h 210558"/>
                <a:gd name="connsiteX16" fmla="*/ 95474 w 155211"/>
                <a:gd name="connsiteY16" fmla="*/ 210645 h 210558"/>
                <a:gd name="connsiteX17" fmla="*/ 139733 w 155211"/>
                <a:gd name="connsiteY17" fmla="*/ 176157 h 210558"/>
                <a:gd name="connsiteX18" fmla="*/ 136095 w 155211"/>
                <a:gd name="connsiteY18" fmla="*/ 173131 h 210558"/>
                <a:gd name="connsiteX19" fmla="*/ 90017 w 155211"/>
                <a:gd name="connsiteY19" fmla="*/ 80256 h 210558"/>
                <a:gd name="connsiteX20" fmla="*/ 103659 w 155211"/>
                <a:gd name="connsiteY20" fmla="*/ 97500 h 210558"/>
                <a:gd name="connsiteX21" fmla="*/ 44242 w 155211"/>
                <a:gd name="connsiteY21" fmla="*/ 195518 h 210558"/>
                <a:gd name="connsiteX22" fmla="*/ 26659 w 155211"/>
                <a:gd name="connsiteY22" fmla="*/ 175552 h 210558"/>
                <a:gd name="connsiteX23" fmla="*/ 61824 w 155211"/>
                <a:gd name="connsiteY23" fmla="*/ 94172 h 210558"/>
                <a:gd name="connsiteX24" fmla="*/ 90017 w 155211"/>
                <a:gd name="connsiteY24" fmla="*/ 80256 h 210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5211" h="210558">
                  <a:moveTo>
                    <a:pt x="136095" y="173131"/>
                  </a:moveTo>
                  <a:cubicBezTo>
                    <a:pt x="119725" y="191888"/>
                    <a:pt x="116391" y="194611"/>
                    <a:pt x="111237" y="194611"/>
                  </a:cubicBezTo>
                  <a:cubicBezTo>
                    <a:pt x="108206" y="194611"/>
                    <a:pt x="105781" y="191888"/>
                    <a:pt x="105781" y="188560"/>
                  </a:cubicBezTo>
                  <a:cubicBezTo>
                    <a:pt x="105781" y="184325"/>
                    <a:pt x="115481" y="147417"/>
                    <a:pt x="125485" y="114139"/>
                  </a:cubicBezTo>
                  <a:cubicBezTo>
                    <a:pt x="133670" y="86306"/>
                    <a:pt x="140036" y="62104"/>
                    <a:pt x="155497" y="1599"/>
                  </a:cubicBezTo>
                  <a:lnTo>
                    <a:pt x="153981" y="86"/>
                  </a:lnTo>
                  <a:cubicBezTo>
                    <a:pt x="137914" y="3414"/>
                    <a:pt x="127001" y="5229"/>
                    <a:pt x="107599" y="7044"/>
                  </a:cubicBezTo>
                  <a:lnTo>
                    <a:pt x="107599" y="12187"/>
                  </a:lnTo>
                  <a:cubicBezTo>
                    <a:pt x="124273" y="12792"/>
                    <a:pt x="126395" y="13700"/>
                    <a:pt x="126395" y="20053"/>
                  </a:cubicBezTo>
                  <a:cubicBezTo>
                    <a:pt x="126395" y="23986"/>
                    <a:pt x="126091" y="25801"/>
                    <a:pt x="121847" y="41230"/>
                  </a:cubicBezTo>
                  <a:lnTo>
                    <a:pt x="108509" y="90844"/>
                  </a:lnTo>
                  <a:cubicBezTo>
                    <a:pt x="106084" y="78138"/>
                    <a:pt x="100627" y="73298"/>
                    <a:pt x="88804" y="73298"/>
                  </a:cubicBezTo>
                  <a:cubicBezTo>
                    <a:pt x="49395" y="73298"/>
                    <a:pt x="286" y="130173"/>
                    <a:pt x="286" y="175552"/>
                  </a:cubicBezTo>
                  <a:cubicBezTo>
                    <a:pt x="286" y="197031"/>
                    <a:pt x="12411" y="210040"/>
                    <a:pt x="32116" y="210040"/>
                  </a:cubicBezTo>
                  <a:cubicBezTo>
                    <a:pt x="52730" y="210040"/>
                    <a:pt x="66068" y="200359"/>
                    <a:pt x="86682" y="170106"/>
                  </a:cubicBezTo>
                  <a:cubicBezTo>
                    <a:pt x="83348" y="185535"/>
                    <a:pt x="82741" y="190073"/>
                    <a:pt x="82741" y="197031"/>
                  </a:cubicBezTo>
                  <a:cubicBezTo>
                    <a:pt x="82741" y="205199"/>
                    <a:pt x="87895" y="210645"/>
                    <a:pt x="95474" y="210645"/>
                  </a:cubicBezTo>
                  <a:cubicBezTo>
                    <a:pt x="108206" y="210645"/>
                    <a:pt x="123969" y="198241"/>
                    <a:pt x="139733" y="176157"/>
                  </a:cubicBezTo>
                  <a:lnTo>
                    <a:pt x="136095" y="173131"/>
                  </a:lnTo>
                  <a:close/>
                  <a:moveTo>
                    <a:pt x="90017" y="80256"/>
                  </a:moveTo>
                  <a:cubicBezTo>
                    <a:pt x="99111" y="80861"/>
                    <a:pt x="103659" y="86609"/>
                    <a:pt x="103659" y="97500"/>
                  </a:cubicBezTo>
                  <a:cubicBezTo>
                    <a:pt x="103659" y="143484"/>
                    <a:pt x="72131" y="195518"/>
                    <a:pt x="44242" y="195518"/>
                  </a:cubicBezTo>
                  <a:cubicBezTo>
                    <a:pt x="33935" y="195518"/>
                    <a:pt x="26659" y="187350"/>
                    <a:pt x="26659" y="175552"/>
                  </a:cubicBezTo>
                  <a:cubicBezTo>
                    <a:pt x="26659" y="150442"/>
                    <a:pt x="41817" y="115349"/>
                    <a:pt x="61824" y="94172"/>
                  </a:cubicBezTo>
                  <a:cubicBezTo>
                    <a:pt x="70312" y="85399"/>
                    <a:pt x="81529" y="79651"/>
                    <a:pt x="90017" y="80256"/>
                  </a:cubicBez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03CC055-A6E7-0C44-0820-DAD7CA96BCFB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1400235" y="5057259"/>
              <a:ext cx="143691" cy="136742"/>
            </a:xfrm>
            <a:custGeom>
              <a:avLst/>
              <a:gdLst>
                <a:gd name="connsiteX0" fmla="*/ 130341 w 143691"/>
                <a:gd name="connsiteY0" fmla="*/ 99920 h 136742"/>
                <a:gd name="connsiteX1" fmla="*/ 123672 w 143691"/>
                <a:gd name="connsiteY1" fmla="*/ 108088 h 136742"/>
                <a:gd name="connsiteX2" fmla="*/ 109727 w 143691"/>
                <a:gd name="connsiteY2" fmla="*/ 120190 h 136742"/>
                <a:gd name="connsiteX3" fmla="*/ 100329 w 143691"/>
                <a:gd name="connsiteY3" fmla="*/ 107786 h 136742"/>
                <a:gd name="connsiteX4" fmla="*/ 99117 w 143691"/>
                <a:gd name="connsiteY4" fmla="*/ 102643 h 136742"/>
                <a:gd name="connsiteX5" fmla="*/ 88203 w 143691"/>
                <a:gd name="connsiteY5" fmla="*/ 53634 h 136742"/>
                <a:gd name="connsiteX6" fmla="*/ 117912 w 143691"/>
                <a:gd name="connsiteY6" fmla="*/ 17028 h 136742"/>
                <a:gd name="connsiteX7" fmla="*/ 125187 w 143691"/>
                <a:gd name="connsiteY7" fmla="*/ 19448 h 136742"/>
                <a:gd name="connsiteX8" fmla="*/ 133372 w 143691"/>
                <a:gd name="connsiteY8" fmla="*/ 22171 h 136742"/>
                <a:gd name="connsiteX9" fmla="*/ 143982 w 143691"/>
                <a:gd name="connsiteY9" fmla="*/ 11280 h 136742"/>
                <a:gd name="connsiteX10" fmla="*/ 131553 w 143691"/>
                <a:gd name="connsiteY10" fmla="*/ 86 h 136742"/>
                <a:gd name="connsiteX11" fmla="*/ 85778 w 143691"/>
                <a:gd name="connsiteY11" fmla="*/ 43348 h 136742"/>
                <a:gd name="connsiteX12" fmla="*/ 82444 w 143691"/>
                <a:gd name="connsiteY12" fmla="*/ 26709 h 136742"/>
                <a:gd name="connsiteX13" fmla="*/ 66680 w 143691"/>
                <a:gd name="connsiteY13" fmla="*/ 86 h 136742"/>
                <a:gd name="connsiteX14" fmla="*/ 31212 w 143691"/>
                <a:gd name="connsiteY14" fmla="*/ 8860 h 136742"/>
                <a:gd name="connsiteX15" fmla="*/ 27877 w 143691"/>
                <a:gd name="connsiteY15" fmla="*/ 10070 h 136742"/>
                <a:gd name="connsiteX16" fmla="*/ 29090 w 143691"/>
                <a:gd name="connsiteY16" fmla="*/ 14608 h 136742"/>
                <a:gd name="connsiteX17" fmla="*/ 46066 w 143691"/>
                <a:gd name="connsiteY17" fmla="*/ 11280 h 136742"/>
                <a:gd name="connsiteX18" fmla="*/ 59708 w 143691"/>
                <a:gd name="connsiteY18" fmla="*/ 32154 h 136742"/>
                <a:gd name="connsiteX19" fmla="*/ 68499 w 143691"/>
                <a:gd name="connsiteY19" fmla="*/ 69365 h 136742"/>
                <a:gd name="connsiteX20" fmla="*/ 43641 w 143691"/>
                <a:gd name="connsiteY20" fmla="*/ 104761 h 136742"/>
                <a:gd name="connsiteX21" fmla="*/ 28180 w 143691"/>
                <a:gd name="connsiteY21" fmla="*/ 119282 h 136742"/>
                <a:gd name="connsiteX22" fmla="*/ 20299 w 143691"/>
                <a:gd name="connsiteY22" fmla="*/ 116559 h 136742"/>
                <a:gd name="connsiteX23" fmla="*/ 10598 w 143691"/>
                <a:gd name="connsiteY23" fmla="*/ 113534 h 136742"/>
                <a:gd name="connsiteX24" fmla="*/ 291 w 143691"/>
                <a:gd name="connsiteY24" fmla="*/ 124122 h 136742"/>
                <a:gd name="connsiteX25" fmla="*/ 15448 w 143691"/>
                <a:gd name="connsiteY25" fmla="*/ 136828 h 136742"/>
                <a:gd name="connsiteX26" fmla="*/ 43641 w 143691"/>
                <a:gd name="connsiteY26" fmla="*/ 115652 h 136742"/>
                <a:gd name="connsiteX27" fmla="*/ 70924 w 143691"/>
                <a:gd name="connsiteY27" fmla="*/ 80256 h 136742"/>
                <a:gd name="connsiteX28" fmla="*/ 80018 w 143691"/>
                <a:gd name="connsiteY28" fmla="*/ 116559 h 136742"/>
                <a:gd name="connsiteX29" fmla="*/ 97601 w 143691"/>
                <a:gd name="connsiteY29" fmla="*/ 136828 h 136742"/>
                <a:gd name="connsiteX30" fmla="*/ 134585 w 143691"/>
                <a:gd name="connsiteY30" fmla="*/ 102340 h 136742"/>
                <a:gd name="connsiteX31" fmla="*/ 130341 w 143691"/>
                <a:gd name="connsiteY31" fmla="*/ 99920 h 13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3691" h="136742">
                  <a:moveTo>
                    <a:pt x="130341" y="99920"/>
                  </a:moveTo>
                  <a:cubicBezTo>
                    <a:pt x="127916" y="102643"/>
                    <a:pt x="126400" y="104458"/>
                    <a:pt x="123672" y="108088"/>
                  </a:cubicBezTo>
                  <a:cubicBezTo>
                    <a:pt x="116699" y="117164"/>
                    <a:pt x="113061" y="120190"/>
                    <a:pt x="109727" y="120190"/>
                  </a:cubicBezTo>
                  <a:cubicBezTo>
                    <a:pt x="105180" y="120190"/>
                    <a:pt x="102451" y="116257"/>
                    <a:pt x="100329" y="107786"/>
                  </a:cubicBezTo>
                  <a:cubicBezTo>
                    <a:pt x="99723" y="105366"/>
                    <a:pt x="99420" y="103551"/>
                    <a:pt x="99117" y="102643"/>
                  </a:cubicBezTo>
                  <a:cubicBezTo>
                    <a:pt x="91538" y="72088"/>
                    <a:pt x="88203" y="58172"/>
                    <a:pt x="88203" y="53634"/>
                  </a:cubicBezTo>
                  <a:cubicBezTo>
                    <a:pt x="101542" y="30339"/>
                    <a:pt x="112455" y="17028"/>
                    <a:pt x="117912" y="17028"/>
                  </a:cubicBezTo>
                  <a:cubicBezTo>
                    <a:pt x="119731" y="17028"/>
                    <a:pt x="122156" y="17936"/>
                    <a:pt x="125187" y="19448"/>
                  </a:cubicBezTo>
                  <a:cubicBezTo>
                    <a:pt x="128825" y="21566"/>
                    <a:pt x="130947" y="22171"/>
                    <a:pt x="133372" y="22171"/>
                  </a:cubicBezTo>
                  <a:cubicBezTo>
                    <a:pt x="139738" y="22171"/>
                    <a:pt x="143982" y="17633"/>
                    <a:pt x="143982" y="11280"/>
                  </a:cubicBezTo>
                  <a:cubicBezTo>
                    <a:pt x="143982" y="4927"/>
                    <a:pt x="138829" y="86"/>
                    <a:pt x="131553" y="86"/>
                  </a:cubicBezTo>
                  <a:cubicBezTo>
                    <a:pt x="118215" y="86"/>
                    <a:pt x="106695" y="10977"/>
                    <a:pt x="85778" y="43348"/>
                  </a:cubicBezTo>
                  <a:lnTo>
                    <a:pt x="82444" y="26709"/>
                  </a:lnTo>
                  <a:cubicBezTo>
                    <a:pt x="78200" y="6137"/>
                    <a:pt x="74865" y="86"/>
                    <a:pt x="66680" y="86"/>
                  </a:cubicBezTo>
                  <a:cubicBezTo>
                    <a:pt x="60011" y="86"/>
                    <a:pt x="49704" y="2809"/>
                    <a:pt x="31212" y="8860"/>
                  </a:cubicBezTo>
                  <a:lnTo>
                    <a:pt x="27877" y="10070"/>
                  </a:lnTo>
                  <a:lnTo>
                    <a:pt x="29090" y="14608"/>
                  </a:lnTo>
                  <a:cubicBezTo>
                    <a:pt x="40609" y="11885"/>
                    <a:pt x="43338" y="11280"/>
                    <a:pt x="46066" y="11280"/>
                  </a:cubicBezTo>
                  <a:cubicBezTo>
                    <a:pt x="53645" y="11280"/>
                    <a:pt x="55464" y="14003"/>
                    <a:pt x="59708" y="32154"/>
                  </a:cubicBezTo>
                  <a:lnTo>
                    <a:pt x="68499" y="69365"/>
                  </a:lnTo>
                  <a:lnTo>
                    <a:pt x="43641" y="104761"/>
                  </a:lnTo>
                  <a:cubicBezTo>
                    <a:pt x="37578" y="113836"/>
                    <a:pt x="31515" y="119282"/>
                    <a:pt x="28180" y="119282"/>
                  </a:cubicBezTo>
                  <a:cubicBezTo>
                    <a:pt x="26362" y="119282"/>
                    <a:pt x="23330" y="118374"/>
                    <a:pt x="20299" y="116559"/>
                  </a:cubicBezTo>
                  <a:cubicBezTo>
                    <a:pt x="16358" y="114441"/>
                    <a:pt x="13023" y="113534"/>
                    <a:pt x="10598" y="113534"/>
                  </a:cubicBezTo>
                  <a:cubicBezTo>
                    <a:pt x="4838" y="113534"/>
                    <a:pt x="291" y="118072"/>
                    <a:pt x="291" y="124122"/>
                  </a:cubicBezTo>
                  <a:cubicBezTo>
                    <a:pt x="291" y="131988"/>
                    <a:pt x="6354" y="136828"/>
                    <a:pt x="15448" y="136828"/>
                  </a:cubicBezTo>
                  <a:cubicBezTo>
                    <a:pt x="24846" y="136828"/>
                    <a:pt x="28484" y="134106"/>
                    <a:pt x="43641" y="115652"/>
                  </a:cubicBezTo>
                  <a:cubicBezTo>
                    <a:pt x="51826" y="105971"/>
                    <a:pt x="58192" y="97803"/>
                    <a:pt x="70924" y="80256"/>
                  </a:cubicBezTo>
                  <a:lnTo>
                    <a:pt x="80018" y="116559"/>
                  </a:lnTo>
                  <a:cubicBezTo>
                    <a:pt x="83959" y="131988"/>
                    <a:pt x="87900" y="136828"/>
                    <a:pt x="97601" y="136828"/>
                  </a:cubicBezTo>
                  <a:cubicBezTo>
                    <a:pt x="109121" y="136828"/>
                    <a:pt x="117002" y="129568"/>
                    <a:pt x="134585" y="102340"/>
                  </a:cubicBezTo>
                  <a:lnTo>
                    <a:pt x="130341" y="99920"/>
                  </a:lnTo>
                  <a:close/>
                </a:path>
              </a:pathLst>
            </a:custGeom>
            <a:solidFill>
              <a:srgbClr val="FFFFFF"/>
            </a:solidFill>
            <a:ln w="412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2B772F85-9DEC-7574-924F-3ECE683BBC55}"/>
              </a:ext>
            </a:extLst>
          </p:cNvPr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200025" y="90487"/>
            <a:ext cx="11791950" cy="6677025"/>
          </a:xfrm>
          <a:prstGeom prst="rect">
            <a:avLst/>
          </a:prstGeom>
        </p:spPr>
      </p:pic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C314797-EE17-0EB2-1F2C-2C0F9779C108}"/>
              </a:ext>
            </a:extLst>
          </p:cNvPr>
          <p:cNvGrpSpPr/>
          <p:nvPr/>
        </p:nvGrpSpPr>
        <p:grpSpPr>
          <a:xfrm>
            <a:off x="5496791" y="509155"/>
            <a:ext cx="6178991" cy="604942"/>
            <a:chOff x="5496791" y="509155"/>
            <a:chExt cx="6178991" cy="604942"/>
          </a:xfrm>
        </p:grpSpPr>
        <p:sp>
          <p:nvSpPr>
            <p:cNvPr id="136" name="Rectangle: Rounded Corners 135">
              <a:extLst>
                <a:ext uri="{FF2B5EF4-FFF2-40B4-BE49-F238E27FC236}">
                  <a16:creationId xmlns:a16="http://schemas.microsoft.com/office/drawing/2014/main" id="{20996E52-1081-F9CC-F843-736829820E0C}"/>
                </a:ext>
              </a:extLst>
            </p:cNvPr>
            <p:cNvSpPr/>
            <p:nvPr/>
          </p:nvSpPr>
          <p:spPr>
            <a:xfrm>
              <a:off x="5496791" y="509155"/>
              <a:ext cx="6178991" cy="604942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5" name="Group 134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 \text{&#10;Python code for Simpson's 3/8th Integration}&#10;\end{align*}&#10;}&#10;\end{document}" title="IguanaTex Shape Display">
              <a:extLst>
                <a:ext uri="{FF2B5EF4-FFF2-40B4-BE49-F238E27FC236}">
                  <a16:creationId xmlns:a16="http://schemas.microsoft.com/office/drawing/2014/main" id="{A79CA624-0EC5-0948-6974-957BB28AE670}"/>
                </a:ext>
              </a:extLst>
            </p:cNvPr>
            <p:cNvGrpSpPr>
              <a:grpSpLocks noChangeAspect="1"/>
            </p:cNvGrpSpPr>
            <p:nvPr>
              <p:custDataLst>
                <p:tags r:id="rId3"/>
              </p:custDataLst>
            </p:nvPr>
          </p:nvGrpSpPr>
          <p:grpSpPr>
            <a:xfrm>
              <a:off x="5927435" y="711200"/>
              <a:ext cx="5375447" cy="272577"/>
              <a:chOff x="7010961" y="4914494"/>
              <a:chExt cx="5375447" cy="27257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CFE494E-3CB8-36E0-D3D7-66303B74A061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010961" y="4920848"/>
                <a:ext cx="159129" cy="200272"/>
              </a:xfrm>
              <a:custGeom>
                <a:avLst/>
                <a:gdLst>
                  <a:gd name="connsiteX0" fmla="*/ 56417 w 159129"/>
                  <a:gd name="connsiteY0" fmla="*/ 112322 h 200272"/>
                  <a:gd name="connsiteX1" fmla="*/ 77291 w 159129"/>
                  <a:gd name="connsiteY1" fmla="*/ 113230 h 200272"/>
                  <a:gd name="connsiteX2" fmla="*/ 130233 w 159129"/>
                  <a:gd name="connsiteY2" fmla="*/ 102944 h 200272"/>
                  <a:gd name="connsiteX3" fmla="*/ 159276 w 159129"/>
                  <a:gd name="connsiteY3" fmla="*/ 54842 h 200272"/>
                  <a:gd name="connsiteX4" fmla="*/ 146872 w 159129"/>
                  <a:gd name="connsiteY4" fmla="*/ 21867 h 200272"/>
                  <a:gd name="connsiteX5" fmla="*/ 80014 w 159129"/>
                  <a:gd name="connsiteY5" fmla="*/ 85 h 200272"/>
                  <a:gd name="connsiteX6" fmla="*/ 147 w 159129"/>
                  <a:gd name="connsiteY6" fmla="*/ 85 h 200272"/>
                  <a:gd name="connsiteX7" fmla="*/ 147 w 159129"/>
                  <a:gd name="connsiteY7" fmla="*/ 5833 h 200272"/>
                  <a:gd name="connsiteX8" fmla="*/ 25559 w 159129"/>
                  <a:gd name="connsiteY8" fmla="*/ 33060 h 200272"/>
                  <a:gd name="connsiteX9" fmla="*/ 25559 w 159129"/>
                  <a:gd name="connsiteY9" fmla="*/ 164054 h 200272"/>
                  <a:gd name="connsiteX10" fmla="*/ 147 w 159129"/>
                  <a:gd name="connsiteY10" fmla="*/ 194609 h 200272"/>
                  <a:gd name="connsiteX11" fmla="*/ 147 w 159129"/>
                  <a:gd name="connsiteY11" fmla="*/ 200357 h 200272"/>
                  <a:gd name="connsiteX12" fmla="*/ 84854 w 159129"/>
                  <a:gd name="connsiteY12" fmla="*/ 200357 h 200272"/>
                  <a:gd name="connsiteX13" fmla="*/ 84854 w 159129"/>
                  <a:gd name="connsiteY13" fmla="*/ 194609 h 200272"/>
                  <a:gd name="connsiteX14" fmla="*/ 56417 w 159129"/>
                  <a:gd name="connsiteY14" fmla="*/ 167382 h 200272"/>
                  <a:gd name="connsiteX15" fmla="*/ 56417 w 159129"/>
                  <a:gd name="connsiteY15" fmla="*/ 112322 h 200272"/>
                  <a:gd name="connsiteX16" fmla="*/ 56417 w 159129"/>
                  <a:gd name="connsiteY16" fmla="*/ 21564 h 200272"/>
                  <a:gd name="connsiteX17" fmla="*/ 66702 w 159129"/>
                  <a:gd name="connsiteY17" fmla="*/ 11278 h 200272"/>
                  <a:gd name="connsiteX18" fmla="*/ 126300 w 159129"/>
                  <a:gd name="connsiteY18" fmla="*/ 56657 h 200272"/>
                  <a:gd name="connsiteX19" fmla="*/ 73661 w 159129"/>
                  <a:gd name="connsiteY19" fmla="*/ 101129 h 200272"/>
                  <a:gd name="connsiteX20" fmla="*/ 56417 w 159129"/>
                  <a:gd name="connsiteY20" fmla="*/ 100221 h 200272"/>
                  <a:gd name="connsiteX21" fmla="*/ 56417 w 159129"/>
                  <a:gd name="connsiteY21" fmla="*/ 21564 h 200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9129" h="200272">
                    <a:moveTo>
                      <a:pt x="56417" y="112322"/>
                    </a:moveTo>
                    <a:cubicBezTo>
                      <a:pt x="64282" y="112927"/>
                      <a:pt x="69425" y="113230"/>
                      <a:pt x="77291" y="113230"/>
                    </a:cubicBezTo>
                    <a:cubicBezTo>
                      <a:pt x="100888" y="113230"/>
                      <a:pt x="117224" y="110204"/>
                      <a:pt x="130233" y="102944"/>
                    </a:cubicBezTo>
                    <a:cubicBezTo>
                      <a:pt x="148385" y="93263"/>
                      <a:pt x="159276" y="74809"/>
                      <a:pt x="159276" y="54842"/>
                    </a:cubicBezTo>
                    <a:cubicBezTo>
                      <a:pt x="159276" y="42136"/>
                      <a:pt x="155040" y="30640"/>
                      <a:pt x="146872" y="21867"/>
                    </a:cubicBezTo>
                    <a:cubicBezTo>
                      <a:pt x="134771" y="8555"/>
                      <a:pt x="108451" y="85"/>
                      <a:pt x="80014" y="85"/>
                    </a:cubicBezTo>
                    <a:lnTo>
                      <a:pt x="147" y="85"/>
                    </a:lnTo>
                    <a:lnTo>
                      <a:pt x="147" y="5833"/>
                    </a:lnTo>
                    <a:cubicBezTo>
                      <a:pt x="22534" y="8253"/>
                      <a:pt x="25559" y="11278"/>
                      <a:pt x="25559" y="33060"/>
                    </a:cubicBezTo>
                    <a:lnTo>
                      <a:pt x="25559" y="164054"/>
                    </a:lnTo>
                    <a:cubicBezTo>
                      <a:pt x="25559" y="189466"/>
                      <a:pt x="23139" y="192492"/>
                      <a:pt x="147" y="194609"/>
                    </a:cubicBezTo>
                    <a:lnTo>
                      <a:pt x="147" y="200357"/>
                    </a:lnTo>
                    <a:lnTo>
                      <a:pt x="84854" y="200357"/>
                    </a:lnTo>
                    <a:lnTo>
                      <a:pt x="84854" y="194609"/>
                    </a:lnTo>
                    <a:cubicBezTo>
                      <a:pt x="60954" y="193702"/>
                      <a:pt x="56417" y="189466"/>
                      <a:pt x="56417" y="167382"/>
                    </a:cubicBezTo>
                    <a:lnTo>
                      <a:pt x="56417" y="112322"/>
                    </a:lnTo>
                    <a:close/>
                    <a:moveTo>
                      <a:pt x="56417" y="21564"/>
                    </a:moveTo>
                    <a:cubicBezTo>
                      <a:pt x="56417" y="13396"/>
                      <a:pt x="58534" y="11278"/>
                      <a:pt x="66702" y="11278"/>
                    </a:cubicBezTo>
                    <a:cubicBezTo>
                      <a:pt x="107544" y="11278"/>
                      <a:pt x="126300" y="25497"/>
                      <a:pt x="126300" y="56657"/>
                    </a:cubicBezTo>
                    <a:cubicBezTo>
                      <a:pt x="126300" y="86002"/>
                      <a:pt x="108451" y="101129"/>
                      <a:pt x="73661" y="101129"/>
                    </a:cubicBezTo>
                    <a:cubicBezTo>
                      <a:pt x="67610" y="101129"/>
                      <a:pt x="63375" y="100826"/>
                      <a:pt x="56417" y="100221"/>
                    </a:cubicBezTo>
                    <a:lnTo>
                      <a:pt x="56417" y="21564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2A745B7-7A07-0EF6-4047-ACA2983A6A15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179189" y="4984983"/>
                <a:ext cx="139464" cy="202087"/>
              </a:xfrm>
              <a:custGeom>
                <a:avLst/>
                <a:gdLst>
                  <a:gd name="connsiteX0" fmla="*/ 139617 w 139464"/>
                  <a:gd name="connsiteY0" fmla="*/ 85 h 202087"/>
                  <a:gd name="connsiteX1" fmla="*/ 98776 w 139464"/>
                  <a:gd name="connsiteY1" fmla="*/ 85 h 202087"/>
                  <a:gd name="connsiteX2" fmla="*/ 98776 w 139464"/>
                  <a:gd name="connsiteY2" fmla="*/ 4623 h 202087"/>
                  <a:gd name="connsiteX3" fmla="*/ 113297 w 139464"/>
                  <a:gd name="connsiteY3" fmla="*/ 12186 h 202087"/>
                  <a:gd name="connsiteX4" fmla="*/ 112087 w 139464"/>
                  <a:gd name="connsiteY4" fmla="*/ 17329 h 202087"/>
                  <a:gd name="connsiteX5" fmla="*/ 82742 w 139464"/>
                  <a:gd name="connsiteY5" fmla="*/ 100826 h 202087"/>
                  <a:gd name="connsiteX6" fmla="*/ 47951 w 139464"/>
                  <a:gd name="connsiteY6" fmla="*/ 24287 h 202087"/>
                  <a:gd name="connsiteX7" fmla="*/ 44926 w 139464"/>
                  <a:gd name="connsiteY7" fmla="*/ 12791 h 202087"/>
                  <a:gd name="connsiteX8" fmla="*/ 62473 w 139464"/>
                  <a:gd name="connsiteY8" fmla="*/ 4623 h 202087"/>
                  <a:gd name="connsiteX9" fmla="*/ 62473 w 139464"/>
                  <a:gd name="connsiteY9" fmla="*/ 85 h 202087"/>
                  <a:gd name="connsiteX10" fmla="*/ 152 w 139464"/>
                  <a:gd name="connsiteY10" fmla="*/ 85 h 202087"/>
                  <a:gd name="connsiteX11" fmla="*/ 152 w 139464"/>
                  <a:gd name="connsiteY11" fmla="*/ 4320 h 202087"/>
                  <a:gd name="connsiteX12" fmla="*/ 15581 w 139464"/>
                  <a:gd name="connsiteY12" fmla="*/ 14001 h 202087"/>
                  <a:gd name="connsiteX13" fmla="*/ 50069 w 139464"/>
                  <a:gd name="connsiteY13" fmla="*/ 88423 h 202087"/>
                  <a:gd name="connsiteX14" fmla="*/ 50977 w 139464"/>
                  <a:gd name="connsiteY14" fmla="*/ 90843 h 202087"/>
                  <a:gd name="connsiteX15" fmla="*/ 55514 w 139464"/>
                  <a:gd name="connsiteY15" fmla="*/ 99919 h 202087"/>
                  <a:gd name="connsiteX16" fmla="*/ 68826 w 139464"/>
                  <a:gd name="connsiteY16" fmla="*/ 130474 h 202087"/>
                  <a:gd name="connsiteX17" fmla="*/ 56725 w 139464"/>
                  <a:gd name="connsiteY17" fmla="*/ 163147 h 202087"/>
                  <a:gd name="connsiteX18" fmla="*/ 41598 w 139464"/>
                  <a:gd name="connsiteY18" fmla="*/ 176760 h 202087"/>
                  <a:gd name="connsiteX19" fmla="*/ 34035 w 139464"/>
                  <a:gd name="connsiteY19" fmla="*/ 174643 h 202087"/>
                  <a:gd name="connsiteX20" fmla="*/ 18001 w 139464"/>
                  <a:gd name="connsiteY20" fmla="*/ 171315 h 202087"/>
                  <a:gd name="connsiteX21" fmla="*/ 4993 w 139464"/>
                  <a:gd name="connsiteY21" fmla="*/ 184626 h 202087"/>
                  <a:gd name="connsiteX22" fmla="*/ 27379 w 139464"/>
                  <a:gd name="connsiteY22" fmla="*/ 202173 h 202087"/>
                  <a:gd name="connsiteX23" fmla="*/ 78507 w 139464"/>
                  <a:gd name="connsiteY23" fmla="*/ 141667 h 202087"/>
                  <a:gd name="connsiteX24" fmla="*/ 125096 w 139464"/>
                  <a:gd name="connsiteY24" fmla="*/ 18236 h 202087"/>
                  <a:gd name="connsiteX25" fmla="*/ 139617 w 139464"/>
                  <a:gd name="connsiteY25" fmla="*/ 4623 h 202087"/>
                  <a:gd name="connsiteX26" fmla="*/ 139617 w 139464"/>
                  <a:gd name="connsiteY26" fmla="*/ 85 h 202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9464" h="202087">
                    <a:moveTo>
                      <a:pt x="139617" y="85"/>
                    </a:moveTo>
                    <a:lnTo>
                      <a:pt x="98776" y="85"/>
                    </a:lnTo>
                    <a:lnTo>
                      <a:pt x="98776" y="4623"/>
                    </a:lnTo>
                    <a:cubicBezTo>
                      <a:pt x="108457" y="4623"/>
                      <a:pt x="113297" y="7345"/>
                      <a:pt x="113297" y="12186"/>
                    </a:cubicBezTo>
                    <a:cubicBezTo>
                      <a:pt x="113297" y="13396"/>
                      <a:pt x="112995" y="15211"/>
                      <a:pt x="112087" y="17329"/>
                    </a:cubicBezTo>
                    <a:lnTo>
                      <a:pt x="82742" y="100826"/>
                    </a:lnTo>
                    <a:lnTo>
                      <a:pt x="47951" y="24287"/>
                    </a:lnTo>
                    <a:cubicBezTo>
                      <a:pt x="46136" y="20051"/>
                      <a:pt x="44926" y="16119"/>
                      <a:pt x="44926" y="12791"/>
                    </a:cubicBezTo>
                    <a:cubicBezTo>
                      <a:pt x="44926" y="7345"/>
                      <a:pt x="49464" y="5228"/>
                      <a:pt x="62473" y="4623"/>
                    </a:cubicBezTo>
                    <a:lnTo>
                      <a:pt x="62473" y="85"/>
                    </a:lnTo>
                    <a:lnTo>
                      <a:pt x="152" y="85"/>
                    </a:lnTo>
                    <a:lnTo>
                      <a:pt x="152" y="4320"/>
                    </a:lnTo>
                    <a:cubicBezTo>
                      <a:pt x="8018" y="5530"/>
                      <a:pt x="13161" y="8858"/>
                      <a:pt x="15581" y="14001"/>
                    </a:cubicBezTo>
                    <a:lnTo>
                      <a:pt x="50069" y="88423"/>
                    </a:lnTo>
                    <a:lnTo>
                      <a:pt x="50977" y="90843"/>
                    </a:lnTo>
                    <a:lnTo>
                      <a:pt x="55514" y="99919"/>
                    </a:lnTo>
                    <a:cubicBezTo>
                      <a:pt x="63985" y="115045"/>
                      <a:pt x="68826" y="125936"/>
                      <a:pt x="68826" y="130474"/>
                    </a:cubicBezTo>
                    <a:cubicBezTo>
                      <a:pt x="68826" y="135012"/>
                      <a:pt x="61868" y="154071"/>
                      <a:pt x="56725" y="163147"/>
                    </a:cubicBezTo>
                    <a:cubicBezTo>
                      <a:pt x="52489" y="171012"/>
                      <a:pt x="45834" y="176760"/>
                      <a:pt x="41598" y="176760"/>
                    </a:cubicBezTo>
                    <a:cubicBezTo>
                      <a:pt x="39783" y="176760"/>
                      <a:pt x="37060" y="176155"/>
                      <a:pt x="34035" y="174643"/>
                    </a:cubicBezTo>
                    <a:cubicBezTo>
                      <a:pt x="28287" y="172525"/>
                      <a:pt x="23144" y="171315"/>
                      <a:pt x="18001" y="171315"/>
                    </a:cubicBezTo>
                    <a:cubicBezTo>
                      <a:pt x="11043" y="171315"/>
                      <a:pt x="4993" y="177365"/>
                      <a:pt x="4993" y="184626"/>
                    </a:cubicBezTo>
                    <a:cubicBezTo>
                      <a:pt x="4993" y="194609"/>
                      <a:pt x="14673" y="202173"/>
                      <a:pt x="27379" y="202173"/>
                    </a:cubicBezTo>
                    <a:cubicBezTo>
                      <a:pt x="47649" y="202173"/>
                      <a:pt x="62170" y="185231"/>
                      <a:pt x="78507" y="141667"/>
                    </a:cubicBezTo>
                    <a:lnTo>
                      <a:pt x="125096" y="18236"/>
                    </a:lnTo>
                    <a:cubicBezTo>
                      <a:pt x="129028" y="8555"/>
                      <a:pt x="132356" y="5530"/>
                      <a:pt x="139617" y="4623"/>
                    </a:cubicBezTo>
                    <a:lnTo>
                      <a:pt x="139617" y="85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27BD860-9F3F-02E5-6B45-B03660C3EC63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7330718" y="4945957"/>
                <a:ext cx="80472" cy="178188"/>
              </a:xfrm>
              <a:custGeom>
                <a:avLst/>
                <a:gdLst>
                  <a:gd name="connsiteX0" fmla="*/ 73369 w 80472"/>
                  <a:gd name="connsiteY0" fmla="*/ 39111 h 178188"/>
                  <a:gd name="connsiteX1" fmla="*/ 42813 w 80472"/>
                  <a:gd name="connsiteY1" fmla="*/ 39111 h 178188"/>
                  <a:gd name="connsiteX2" fmla="*/ 42813 w 80472"/>
                  <a:gd name="connsiteY2" fmla="*/ 4018 h 178188"/>
                  <a:gd name="connsiteX3" fmla="*/ 40696 w 80472"/>
                  <a:gd name="connsiteY3" fmla="*/ 85 h 178188"/>
                  <a:gd name="connsiteX4" fmla="*/ 34645 w 80472"/>
                  <a:gd name="connsiteY4" fmla="*/ 8555 h 178188"/>
                  <a:gd name="connsiteX5" fmla="*/ 5300 w 80472"/>
                  <a:gd name="connsiteY5" fmla="*/ 40926 h 178188"/>
                  <a:gd name="connsiteX6" fmla="*/ 157 w 80472"/>
                  <a:gd name="connsiteY6" fmla="*/ 46674 h 178188"/>
                  <a:gd name="connsiteX7" fmla="*/ 1367 w 80472"/>
                  <a:gd name="connsiteY7" fmla="*/ 48792 h 178188"/>
                  <a:gd name="connsiteX8" fmla="*/ 17401 w 80472"/>
                  <a:gd name="connsiteY8" fmla="*/ 48792 h 178188"/>
                  <a:gd name="connsiteX9" fmla="*/ 17401 w 80472"/>
                  <a:gd name="connsiteY9" fmla="*/ 139852 h 178188"/>
                  <a:gd name="connsiteX10" fmla="*/ 44326 w 80472"/>
                  <a:gd name="connsiteY10" fmla="*/ 178273 h 178188"/>
                  <a:gd name="connsiteX11" fmla="*/ 80629 w 80472"/>
                  <a:gd name="connsiteY11" fmla="*/ 155281 h 178188"/>
                  <a:gd name="connsiteX12" fmla="*/ 76696 w 80472"/>
                  <a:gd name="connsiteY12" fmla="*/ 151953 h 178188"/>
                  <a:gd name="connsiteX13" fmla="*/ 58545 w 80472"/>
                  <a:gd name="connsiteY13" fmla="*/ 162542 h 178188"/>
                  <a:gd name="connsiteX14" fmla="*/ 42813 w 80472"/>
                  <a:gd name="connsiteY14" fmla="*/ 135314 h 178188"/>
                  <a:gd name="connsiteX15" fmla="*/ 42813 w 80472"/>
                  <a:gd name="connsiteY15" fmla="*/ 48792 h 178188"/>
                  <a:gd name="connsiteX16" fmla="*/ 73369 w 80472"/>
                  <a:gd name="connsiteY16" fmla="*/ 48792 h 178188"/>
                  <a:gd name="connsiteX17" fmla="*/ 73369 w 80472"/>
                  <a:gd name="connsiteY17" fmla="*/ 39111 h 178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472" h="178188">
                    <a:moveTo>
                      <a:pt x="73369" y="39111"/>
                    </a:moveTo>
                    <a:lnTo>
                      <a:pt x="42813" y="39111"/>
                    </a:lnTo>
                    <a:lnTo>
                      <a:pt x="42813" y="4018"/>
                    </a:lnTo>
                    <a:cubicBezTo>
                      <a:pt x="42813" y="992"/>
                      <a:pt x="42511" y="85"/>
                      <a:pt x="40696" y="85"/>
                    </a:cubicBezTo>
                    <a:cubicBezTo>
                      <a:pt x="38578" y="2807"/>
                      <a:pt x="36763" y="5530"/>
                      <a:pt x="34645" y="8555"/>
                    </a:cubicBezTo>
                    <a:cubicBezTo>
                      <a:pt x="23149" y="25194"/>
                      <a:pt x="10140" y="39716"/>
                      <a:pt x="5300" y="40926"/>
                    </a:cubicBezTo>
                    <a:cubicBezTo>
                      <a:pt x="1972" y="43044"/>
                      <a:pt x="157" y="45161"/>
                      <a:pt x="157" y="46674"/>
                    </a:cubicBezTo>
                    <a:cubicBezTo>
                      <a:pt x="157" y="47581"/>
                      <a:pt x="460" y="48186"/>
                      <a:pt x="1367" y="48792"/>
                    </a:cubicBezTo>
                    <a:lnTo>
                      <a:pt x="17401" y="48792"/>
                    </a:lnTo>
                    <a:lnTo>
                      <a:pt x="17401" y="139852"/>
                    </a:lnTo>
                    <a:cubicBezTo>
                      <a:pt x="17401" y="165264"/>
                      <a:pt x="26477" y="178273"/>
                      <a:pt x="44326" y="178273"/>
                    </a:cubicBezTo>
                    <a:cubicBezTo>
                      <a:pt x="59150" y="178273"/>
                      <a:pt x="70646" y="171012"/>
                      <a:pt x="80629" y="155281"/>
                    </a:cubicBezTo>
                    <a:lnTo>
                      <a:pt x="76696" y="151953"/>
                    </a:lnTo>
                    <a:cubicBezTo>
                      <a:pt x="70343" y="159516"/>
                      <a:pt x="65200" y="162542"/>
                      <a:pt x="58545" y="162542"/>
                    </a:cubicBezTo>
                    <a:cubicBezTo>
                      <a:pt x="47351" y="162542"/>
                      <a:pt x="42813" y="154373"/>
                      <a:pt x="42813" y="135314"/>
                    </a:cubicBezTo>
                    <a:lnTo>
                      <a:pt x="42813" y="48792"/>
                    </a:lnTo>
                    <a:lnTo>
                      <a:pt x="73369" y="48792"/>
                    </a:lnTo>
                    <a:lnTo>
                      <a:pt x="73369" y="3911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3678C6E-4D48-B682-524E-3CFD6523B19D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7413922" y="4914494"/>
                <a:ext cx="144607" cy="206625"/>
              </a:xfrm>
              <a:custGeom>
                <a:avLst/>
                <a:gdLst>
                  <a:gd name="connsiteX0" fmla="*/ 44934 w 144607"/>
                  <a:gd name="connsiteY0" fmla="*/ 102944 h 206625"/>
                  <a:gd name="connsiteX1" fmla="*/ 78514 w 144607"/>
                  <a:gd name="connsiteY1" fmla="*/ 83885 h 206625"/>
                  <a:gd name="connsiteX2" fmla="*/ 101204 w 144607"/>
                  <a:gd name="connsiteY2" fmla="*/ 115952 h 206625"/>
                  <a:gd name="connsiteX3" fmla="*/ 101204 w 144607"/>
                  <a:gd name="connsiteY3" fmla="*/ 175853 h 206625"/>
                  <a:gd name="connsiteX4" fmla="*/ 80632 w 144607"/>
                  <a:gd name="connsiteY4" fmla="*/ 202173 h 206625"/>
                  <a:gd name="connsiteX5" fmla="*/ 80632 w 144607"/>
                  <a:gd name="connsiteY5" fmla="*/ 206710 h 206625"/>
                  <a:gd name="connsiteX6" fmla="*/ 144768 w 144607"/>
                  <a:gd name="connsiteY6" fmla="*/ 206710 h 206625"/>
                  <a:gd name="connsiteX7" fmla="*/ 144768 w 144607"/>
                  <a:gd name="connsiteY7" fmla="*/ 202173 h 206625"/>
                  <a:gd name="connsiteX8" fmla="*/ 126616 w 144607"/>
                  <a:gd name="connsiteY8" fmla="*/ 175853 h 206625"/>
                  <a:gd name="connsiteX9" fmla="*/ 126616 w 144607"/>
                  <a:gd name="connsiteY9" fmla="*/ 115650 h 206625"/>
                  <a:gd name="connsiteX10" fmla="*/ 89405 w 144607"/>
                  <a:gd name="connsiteY10" fmla="*/ 67548 h 206625"/>
                  <a:gd name="connsiteX11" fmla="*/ 44934 w 144607"/>
                  <a:gd name="connsiteY11" fmla="*/ 92960 h 206625"/>
                  <a:gd name="connsiteX12" fmla="*/ 44934 w 144607"/>
                  <a:gd name="connsiteY12" fmla="*/ 992 h 206625"/>
                  <a:gd name="connsiteX13" fmla="*/ 43421 w 144607"/>
                  <a:gd name="connsiteY13" fmla="*/ 85 h 206625"/>
                  <a:gd name="connsiteX14" fmla="*/ 8631 w 144607"/>
                  <a:gd name="connsiteY14" fmla="*/ 10976 h 206625"/>
                  <a:gd name="connsiteX15" fmla="*/ 462 w 144607"/>
                  <a:gd name="connsiteY15" fmla="*/ 13396 h 206625"/>
                  <a:gd name="connsiteX16" fmla="*/ 462 w 144607"/>
                  <a:gd name="connsiteY16" fmla="*/ 18236 h 206625"/>
                  <a:gd name="connsiteX17" fmla="*/ 4093 w 144607"/>
                  <a:gd name="connsiteY17" fmla="*/ 17934 h 206625"/>
                  <a:gd name="connsiteX18" fmla="*/ 19522 w 144607"/>
                  <a:gd name="connsiteY18" fmla="*/ 33363 h 206625"/>
                  <a:gd name="connsiteX19" fmla="*/ 19522 w 144607"/>
                  <a:gd name="connsiteY19" fmla="*/ 175853 h 206625"/>
                  <a:gd name="connsiteX20" fmla="*/ 160 w 144607"/>
                  <a:gd name="connsiteY20" fmla="*/ 202173 h 206625"/>
                  <a:gd name="connsiteX21" fmla="*/ 160 w 144607"/>
                  <a:gd name="connsiteY21" fmla="*/ 206710 h 206625"/>
                  <a:gd name="connsiteX22" fmla="*/ 65506 w 144607"/>
                  <a:gd name="connsiteY22" fmla="*/ 206710 h 206625"/>
                  <a:gd name="connsiteX23" fmla="*/ 65506 w 144607"/>
                  <a:gd name="connsiteY23" fmla="*/ 202173 h 206625"/>
                  <a:gd name="connsiteX24" fmla="*/ 44934 w 144607"/>
                  <a:gd name="connsiteY24" fmla="*/ 175853 h 206625"/>
                  <a:gd name="connsiteX25" fmla="*/ 44934 w 144607"/>
                  <a:gd name="connsiteY25" fmla="*/ 102944 h 206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4607" h="206625">
                    <a:moveTo>
                      <a:pt x="44934" y="102944"/>
                    </a:moveTo>
                    <a:cubicBezTo>
                      <a:pt x="57640" y="89028"/>
                      <a:pt x="66716" y="83885"/>
                      <a:pt x="78514" y="83885"/>
                    </a:cubicBezTo>
                    <a:cubicBezTo>
                      <a:pt x="93641" y="83885"/>
                      <a:pt x="101204" y="94776"/>
                      <a:pt x="101204" y="115952"/>
                    </a:cubicBezTo>
                    <a:lnTo>
                      <a:pt x="101204" y="175853"/>
                    </a:lnTo>
                    <a:cubicBezTo>
                      <a:pt x="101204" y="196425"/>
                      <a:pt x="98179" y="200357"/>
                      <a:pt x="80632" y="202173"/>
                    </a:cubicBezTo>
                    <a:lnTo>
                      <a:pt x="80632" y="206710"/>
                    </a:lnTo>
                    <a:lnTo>
                      <a:pt x="144768" y="206710"/>
                    </a:lnTo>
                    <a:lnTo>
                      <a:pt x="144768" y="202173"/>
                    </a:lnTo>
                    <a:cubicBezTo>
                      <a:pt x="128431" y="199147"/>
                      <a:pt x="126616" y="196727"/>
                      <a:pt x="126616" y="175853"/>
                    </a:cubicBezTo>
                    <a:lnTo>
                      <a:pt x="126616" y="115650"/>
                    </a:lnTo>
                    <a:cubicBezTo>
                      <a:pt x="126616" y="83885"/>
                      <a:pt x="113910" y="67548"/>
                      <a:pt x="89405" y="67548"/>
                    </a:cubicBezTo>
                    <a:cubicBezTo>
                      <a:pt x="71556" y="67548"/>
                      <a:pt x="58850" y="74809"/>
                      <a:pt x="44934" y="92960"/>
                    </a:cubicBezTo>
                    <a:lnTo>
                      <a:pt x="44934" y="992"/>
                    </a:lnTo>
                    <a:lnTo>
                      <a:pt x="43421" y="85"/>
                    </a:lnTo>
                    <a:cubicBezTo>
                      <a:pt x="33135" y="3715"/>
                      <a:pt x="25572" y="6135"/>
                      <a:pt x="8631" y="10976"/>
                    </a:cubicBezTo>
                    <a:lnTo>
                      <a:pt x="462" y="13396"/>
                    </a:lnTo>
                    <a:lnTo>
                      <a:pt x="462" y="18236"/>
                    </a:lnTo>
                    <a:cubicBezTo>
                      <a:pt x="1672" y="17934"/>
                      <a:pt x="2580" y="17934"/>
                      <a:pt x="4093" y="17934"/>
                    </a:cubicBezTo>
                    <a:cubicBezTo>
                      <a:pt x="17101" y="17934"/>
                      <a:pt x="19522" y="20354"/>
                      <a:pt x="19522" y="33363"/>
                    </a:cubicBezTo>
                    <a:lnTo>
                      <a:pt x="19522" y="175853"/>
                    </a:lnTo>
                    <a:cubicBezTo>
                      <a:pt x="19522" y="197030"/>
                      <a:pt x="17706" y="199752"/>
                      <a:pt x="160" y="202173"/>
                    </a:cubicBezTo>
                    <a:lnTo>
                      <a:pt x="160" y="206710"/>
                    </a:lnTo>
                    <a:lnTo>
                      <a:pt x="65506" y="206710"/>
                    </a:lnTo>
                    <a:lnTo>
                      <a:pt x="65506" y="202173"/>
                    </a:lnTo>
                    <a:cubicBezTo>
                      <a:pt x="47959" y="200357"/>
                      <a:pt x="44934" y="196727"/>
                      <a:pt x="44934" y="175853"/>
                    </a:cubicBezTo>
                    <a:lnTo>
                      <a:pt x="44934" y="102944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F8853D2-E0D6-D4EB-75D8-F2397AF0798E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7571804" y="4981958"/>
                <a:ext cx="133414" cy="142187"/>
              </a:xfrm>
              <a:custGeom>
                <a:avLst/>
                <a:gdLst>
                  <a:gd name="connsiteX0" fmla="*/ 67023 w 133414"/>
                  <a:gd name="connsiteY0" fmla="*/ 85 h 142187"/>
                  <a:gd name="connsiteX1" fmla="*/ 165 w 133414"/>
                  <a:gd name="connsiteY1" fmla="*/ 70876 h 142187"/>
                  <a:gd name="connsiteX2" fmla="*/ 66418 w 133414"/>
                  <a:gd name="connsiteY2" fmla="*/ 142272 h 142187"/>
                  <a:gd name="connsiteX3" fmla="*/ 133579 w 133414"/>
                  <a:gd name="connsiteY3" fmla="*/ 68456 h 142187"/>
                  <a:gd name="connsiteX4" fmla="*/ 67023 w 133414"/>
                  <a:gd name="connsiteY4" fmla="*/ 85 h 142187"/>
                  <a:gd name="connsiteX5" fmla="*/ 63090 w 133414"/>
                  <a:gd name="connsiteY5" fmla="*/ 8555 h 142187"/>
                  <a:gd name="connsiteX6" fmla="*/ 106352 w 133414"/>
                  <a:gd name="connsiteY6" fmla="*/ 79044 h 142187"/>
                  <a:gd name="connsiteX7" fmla="*/ 70048 w 133414"/>
                  <a:gd name="connsiteY7" fmla="*/ 133802 h 142187"/>
                  <a:gd name="connsiteX8" fmla="*/ 40703 w 133414"/>
                  <a:gd name="connsiteY8" fmla="*/ 114440 h 142187"/>
                  <a:gd name="connsiteX9" fmla="*/ 27392 w 133414"/>
                  <a:gd name="connsiteY9" fmla="*/ 56052 h 142187"/>
                  <a:gd name="connsiteX10" fmla="*/ 63090 w 133414"/>
                  <a:gd name="connsiteY10" fmla="*/ 8555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414" h="142187">
                    <a:moveTo>
                      <a:pt x="67023" y="85"/>
                    </a:moveTo>
                    <a:cubicBezTo>
                      <a:pt x="27695" y="85"/>
                      <a:pt x="165" y="29127"/>
                      <a:pt x="165" y="70876"/>
                    </a:cubicBezTo>
                    <a:cubicBezTo>
                      <a:pt x="165" y="111717"/>
                      <a:pt x="28300" y="142272"/>
                      <a:pt x="66418" y="142272"/>
                    </a:cubicBezTo>
                    <a:cubicBezTo>
                      <a:pt x="104537" y="142272"/>
                      <a:pt x="133579" y="110204"/>
                      <a:pt x="133579" y="68456"/>
                    </a:cubicBezTo>
                    <a:cubicBezTo>
                      <a:pt x="133579" y="28825"/>
                      <a:pt x="105747" y="85"/>
                      <a:pt x="67023" y="85"/>
                    </a:cubicBezTo>
                    <a:close/>
                    <a:moveTo>
                      <a:pt x="63090" y="8555"/>
                    </a:moveTo>
                    <a:cubicBezTo>
                      <a:pt x="88503" y="8555"/>
                      <a:pt x="106352" y="37598"/>
                      <a:pt x="106352" y="79044"/>
                    </a:cubicBezTo>
                    <a:cubicBezTo>
                      <a:pt x="106352" y="113230"/>
                      <a:pt x="92738" y="133802"/>
                      <a:pt x="70048" y="133802"/>
                    </a:cubicBezTo>
                    <a:cubicBezTo>
                      <a:pt x="58250" y="133802"/>
                      <a:pt x="47056" y="126541"/>
                      <a:pt x="40703" y="114440"/>
                    </a:cubicBezTo>
                    <a:cubicBezTo>
                      <a:pt x="32233" y="98708"/>
                      <a:pt x="27392" y="77532"/>
                      <a:pt x="27392" y="56052"/>
                    </a:cubicBezTo>
                    <a:cubicBezTo>
                      <a:pt x="27392" y="27312"/>
                      <a:pt x="41611" y="8555"/>
                      <a:pt x="63090" y="8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FE1F7DA8-4203-7C52-0428-8F28035CC6ED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7719701" y="4981958"/>
                <a:ext cx="141885" cy="139162"/>
              </a:xfrm>
              <a:custGeom>
                <a:avLst/>
                <a:gdLst>
                  <a:gd name="connsiteX0" fmla="*/ 170 w 141885"/>
                  <a:gd name="connsiteY0" fmla="*/ 18841 h 139162"/>
                  <a:gd name="connsiteX1" fmla="*/ 8338 w 141885"/>
                  <a:gd name="connsiteY1" fmla="*/ 17631 h 139162"/>
                  <a:gd name="connsiteX2" fmla="*/ 19531 w 141885"/>
                  <a:gd name="connsiteY2" fmla="*/ 36993 h 139162"/>
                  <a:gd name="connsiteX3" fmla="*/ 19531 w 141885"/>
                  <a:gd name="connsiteY3" fmla="*/ 112020 h 139162"/>
                  <a:gd name="connsiteX4" fmla="*/ 775 w 141885"/>
                  <a:gd name="connsiteY4" fmla="*/ 134709 h 139162"/>
                  <a:gd name="connsiteX5" fmla="*/ 775 w 141885"/>
                  <a:gd name="connsiteY5" fmla="*/ 139247 h 139162"/>
                  <a:gd name="connsiteX6" fmla="*/ 64911 w 141885"/>
                  <a:gd name="connsiteY6" fmla="*/ 139247 h 139162"/>
                  <a:gd name="connsiteX7" fmla="*/ 64911 w 141885"/>
                  <a:gd name="connsiteY7" fmla="*/ 134709 h 139162"/>
                  <a:gd name="connsiteX8" fmla="*/ 44944 w 141885"/>
                  <a:gd name="connsiteY8" fmla="*/ 118978 h 139162"/>
                  <a:gd name="connsiteX9" fmla="*/ 44944 w 141885"/>
                  <a:gd name="connsiteY9" fmla="*/ 33968 h 139162"/>
                  <a:gd name="connsiteX10" fmla="*/ 76104 w 141885"/>
                  <a:gd name="connsiteY10" fmla="*/ 16724 h 139162"/>
                  <a:gd name="connsiteX11" fmla="*/ 98188 w 141885"/>
                  <a:gd name="connsiteY11" fmla="*/ 46069 h 139162"/>
                  <a:gd name="connsiteX12" fmla="*/ 98188 w 141885"/>
                  <a:gd name="connsiteY12" fmla="*/ 109297 h 139162"/>
                  <a:gd name="connsiteX13" fmla="*/ 79129 w 141885"/>
                  <a:gd name="connsiteY13" fmla="*/ 134709 h 139162"/>
                  <a:gd name="connsiteX14" fmla="*/ 79129 w 141885"/>
                  <a:gd name="connsiteY14" fmla="*/ 139247 h 139162"/>
                  <a:gd name="connsiteX15" fmla="*/ 142055 w 141885"/>
                  <a:gd name="connsiteY15" fmla="*/ 139247 h 139162"/>
                  <a:gd name="connsiteX16" fmla="*/ 142055 w 141885"/>
                  <a:gd name="connsiteY16" fmla="*/ 134709 h 139162"/>
                  <a:gd name="connsiteX17" fmla="*/ 123601 w 141885"/>
                  <a:gd name="connsiteY17" fmla="*/ 114742 h 139162"/>
                  <a:gd name="connsiteX18" fmla="*/ 123601 w 141885"/>
                  <a:gd name="connsiteY18" fmla="*/ 45464 h 139162"/>
                  <a:gd name="connsiteX19" fmla="*/ 87903 w 141885"/>
                  <a:gd name="connsiteY19" fmla="*/ 85 h 139162"/>
                  <a:gd name="connsiteX20" fmla="*/ 44036 w 141885"/>
                  <a:gd name="connsiteY20" fmla="*/ 24589 h 139162"/>
                  <a:gd name="connsiteX21" fmla="*/ 44036 w 141885"/>
                  <a:gd name="connsiteY21" fmla="*/ 690 h 139162"/>
                  <a:gd name="connsiteX22" fmla="*/ 41918 w 141885"/>
                  <a:gd name="connsiteY22" fmla="*/ 85 h 139162"/>
                  <a:gd name="connsiteX23" fmla="*/ 170 w 141885"/>
                  <a:gd name="connsiteY23" fmla="*/ 13698 h 139162"/>
                  <a:gd name="connsiteX24" fmla="*/ 170 w 141885"/>
                  <a:gd name="connsiteY24" fmla="*/ 18841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1885" h="139162">
                    <a:moveTo>
                      <a:pt x="170" y="18841"/>
                    </a:moveTo>
                    <a:cubicBezTo>
                      <a:pt x="1985" y="17934"/>
                      <a:pt x="5010" y="17631"/>
                      <a:pt x="8338" y="17631"/>
                    </a:cubicBezTo>
                    <a:cubicBezTo>
                      <a:pt x="16809" y="17631"/>
                      <a:pt x="19531" y="22169"/>
                      <a:pt x="19531" y="36993"/>
                    </a:cubicBezTo>
                    <a:lnTo>
                      <a:pt x="19531" y="112020"/>
                    </a:lnTo>
                    <a:cubicBezTo>
                      <a:pt x="19531" y="129264"/>
                      <a:pt x="16204" y="133499"/>
                      <a:pt x="775" y="134709"/>
                    </a:cubicBezTo>
                    <a:lnTo>
                      <a:pt x="775" y="139247"/>
                    </a:lnTo>
                    <a:lnTo>
                      <a:pt x="64911" y="139247"/>
                    </a:lnTo>
                    <a:lnTo>
                      <a:pt x="64911" y="134709"/>
                    </a:lnTo>
                    <a:cubicBezTo>
                      <a:pt x="49482" y="133499"/>
                      <a:pt x="44944" y="129869"/>
                      <a:pt x="44944" y="118978"/>
                    </a:cubicBezTo>
                    <a:lnTo>
                      <a:pt x="44944" y="33968"/>
                    </a:lnTo>
                    <a:cubicBezTo>
                      <a:pt x="59465" y="20354"/>
                      <a:pt x="66121" y="16724"/>
                      <a:pt x="76104" y="16724"/>
                    </a:cubicBezTo>
                    <a:cubicBezTo>
                      <a:pt x="90928" y="16724"/>
                      <a:pt x="98188" y="26102"/>
                      <a:pt x="98188" y="46069"/>
                    </a:cubicBezTo>
                    <a:lnTo>
                      <a:pt x="98188" y="109297"/>
                    </a:lnTo>
                    <a:cubicBezTo>
                      <a:pt x="98188" y="128356"/>
                      <a:pt x="94256" y="133499"/>
                      <a:pt x="79129" y="134709"/>
                    </a:cubicBezTo>
                    <a:lnTo>
                      <a:pt x="79129" y="139247"/>
                    </a:lnTo>
                    <a:lnTo>
                      <a:pt x="142055" y="139247"/>
                    </a:lnTo>
                    <a:lnTo>
                      <a:pt x="142055" y="134709"/>
                    </a:lnTo>
                    <a:cubicBezTo>
                      <a:pt x="127231" y="133196"/>
                      <a:pt x="123601" y="129566"/>
                      <a:pt x="123601" y="114742"/>
                    </a:cubicBezTo>
                    <a:lnTo>
                      <a:pt x="123601" y="45464"/>
                    </a:lnTo>
                    <a:cubicBezTo>
                      <a:pt x="123601" y="17026"/>
                      <a:pt x="110290" y="85"/>
                      <a:pt x="87903" y="85"/>
                    </a:cubicBezTo>
                    <a:cubicBezTo>
                      <a:pt x="73986" y="85"/>
                      <a:pt x="64608" y="5228"/>
                      <a:pt x="44036" y="24589"/>
                    </a:cubicBezTo>
                    <a:lnTo>
                      <a:pt x="44036" y="690"/>
                    </a:lnTo>
                    <a:lnTo>
                      <a:pt x="41918" y="85"/>
                    </a:lnTo>
                    <a:cubicBezTo>
                      <a:pt x="27095" y="5530"/>
                      <a:pt x="16809" y="8858"/>
                      <a:pt x="170" y="13698"/>
                    </a:cubicBezTo>
                    <a:lnTo>
                      <a:pt x="170" y="1884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9715F48F-151D-2D61-E69D-815C7B6DF477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950170" y="4981958"/>
                <a:ext cx="117077" cy="142187"/>
              </a:xfrm>
              <a:custGeom>
                <a:avLst/>
                <a:gdLst>
                  <a:gd name="connsiteX0" fmla="*/ 113020 w 117077"/>
                  <a:gd name="connsiteY0" fmla="*/ 92053 h 142187"/>
                  <a:gd name="connsiteX1" fmla="*/ 70363 w 117077"/>
                  <a:gd name="connsiteY1" fmla="*/ 120490 h 142187"/>
                  <a:gd name="connsiteX2" fmla="*/ 23472 w 117077"/>
                  <a:gd name="connsiteY2" fmla="*/ 61498 h 142187"/>
                  <a:gd name="connsiteX3" fmla="*/ 64615 w 117077"/>
                  <a:gd name="connsiteY3" fmla="*/ 8858 h 142187"/>
                  <a:gd name="connsiteX4" fmla="*/ 82465 w 117077"/>
                  <a:gd name="connsiteY4" fmla="*/ 23379 h 142187"/>
                  <a:gd name="connsiteX5" fmla="*/ 84280 w 117077"/>
                  <a:gd name="connsiteY5" fmla="*/ 30035 h 142187"/>
                  <a:gd name="connsiteX6" fmla="*/ 98498 w 117077"/>
                  <a:gd name="connsiteY6" fmla="*/ 43951 h 142187"/>
                  <a:gd name="connsiteX7" fmla="*/ 113020 w 117077"/>
                  <a:gd name="connsiteY7" fmla="*/ 31245 h 142187"/>
                  <a:gd name="connsiteX8" fmla="*/ 66431 w 117077"/>
                  <a:gd name="connsiteY8" fmla="*/ 85 h 142187"/>
                  <a:gd name="connsiteX9" fmla="*/ 23774 w 117077"/>
                  <a:gd name="connsiteY9" fmla="*/ 17026 h 142187"/>
                  <a:gd name="connsiteX10" fmla="*/ 177 w 117077"/>
                  <a:gd name="connsiteY10" fmla="*/ 74809 h 142187"/>
                  <a:gd name="connsiteX11" fmla="*/ 57657 w 117077"/>
                  <a:gd name="connsiteY11" fmla="*/ 142272 h 142187"/>
                  <a:gd name="connsiteX12" fmla="*/ 94263 w 117077"/>
                  <a:gd name="connsiteY12" fmla="*/ 128054 h 142187"/>
                  <a:gd name="connsiteX13" fmla="*/ 117255 w 117077"/>
                  <a:gd name="connsiteY13" fmla="*/ 94776 h 142187"/>
                  <a:gd name="connsiteX14" fmla="*/ 113020 w 117077"/>
                  <a:gd name="connsiteY14" fmla="*/ 92053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077" h="142187">
                    <a:moveTo>
                      <a:pt x="113020" y="92053"/>
                    </a:moveTo>
                    <a:cubicBezTo>
                      <a:pt x="98498" y="113230"/>
                      <a:pt x="87608" y="120490"/>
                      <a:pt x="70363" y="120490"/>
                    </a:cubicBezTo>
                    <a:cubicBezTo>
                      <a:pt x="42834" y="120490"/>
                      <a:pt x="23472" y="96288"/>
                      <a:pt x="23472" y="61498"/>
                    </a:cubicBezTo>
                    <a:cubicBezTo>
                      <a:pt x="23472" y="30337"/>
                      <a:pt x="40111" y="8858"/>
                      <a:pt x="64615" y="8858"/>
                    </a:cubicBezTo>
                    <a:cubicBezTo>
                      <a:pt x="75506" y="8858"/>
                      <a:pt x="79439" y="12186"/>
                      <a:pt x="82465" y="23379"/>
                    </a:cubicBezTo>
                    <a:lnTo>
                      <a:pt x="84280" y="30035"/>
                    </a:lnTo>
                    <a:cubicBezTo>
                      <a:pt x="86700" y="38506"/>
                      <a:pt x="92145" y="43951"/>
                      <a:pt x="98498" y="43951"/>
                    </a:cubicBezTo>
                    <a:cubicBezTo>
                      <a:pt x="106364" y="43951"/>
                      <a:pt x="113020" y="38203"/>
                      <a:pt x="113020" y="31245"/>
                    </a:cubicBezTo>
                    <a:cubicBezTo>
                      <a:pt x="113020" y="14303"/>
                      <a:pt x="91843" y="85"/>
                      <a:pt x="66431" y="85"/>
                    </a:cubicBezTo>
                    <a:cubicBezTo>
                      <a:pt x="51607" y="85"/>
                      <a:pt x="36178" y="6135"/>
                      <a:pt x="23774" y="17026"/>
                    </a:cubicBezTo>
                    <a:cubicBezTo>
                      <a:pt x="8648" y="30337"/>
                      <a:pt x="177" y="50909"/>
                      <a:pt x="177" y="74809"/>
                    </a:cubicBezTo>
                    <a:cubicBezTo>
                      <a:pt x="177" y="114137"/>
                      <a:pt x="24077" y="142272"/>
                      <a:pt x="57657" y="142272"/>
                    </a:cubicBezTo>
                    <a:cubicBezTo>
                      <a:pt x="71271" y="142272"/>
                      <a:pt x="83372" y="137432"/>
                      <a:pt x="94263" y="128054"/>
                    </a:cubicBezTo>
                    <a:cubicBezTo>
                      <a:pt x="102431" y="120793"/>
                      <a:pt x="108179" y="112625"/>
                      <a:pt x="117255" y="94776"/>
                    </a:cubicBezTo>
                    <a:lnTo>
                      <a:pt x="113020" y="92053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E41422C-9315-DB16-FDD6-2586D1FAF385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8086204" y="4981958"/>
                <a:ext cx="133414" cy="142187"/>
              </a:xfrm>
              <a:custGeom>
                <a:avLst/>
                <a:gdLst>
                  <a:gd name="connsiteX0" fmla="*/ 67040 w 133414"/>
                  <a:gd name="connsiteY0" fmla="*/ 85 h 142187"/>
                  <a:gd name="connsiteX1" fmla="*/ 182 w 133414"/>
                  <a:gd name="connsiteY1" fmla="*/ 70876 h 142187"/>
                  <a:gd name="connsiteX2" fmla="*/ 66435 w 133414"/>
                  <a:gd name="connsiteY2" fmla="*/ 142272 h 142187"/>
                  <a:gd name="connsiteX3" fmla="*/ 133596 w 133414"/>
                  <a:gd name="connsiteY3" fmla="*/ 68456 h 142187"/>
                  <a:gd name="connsiteX4" fmla="*/ 67040 w 133414"/>
                  <a:gd name="connsiteY4" fmla="*/ 85 h 142187"/>
                  <a:gd name="connsiteX5" fmla="*/ 63107 w 133414"/>
                  <a:gd name="connsiteY5" fmla="*/ 8555 h 142187"/>
                  <a:gd name="connsiteX6" fmla="*/ 106369 w 133414"/>
                  <a:gd name="connsiteY6" fmla="*/ 79044 h 142187"/>
                  <a:gd name="connsiteX7" fmla="*/ 70065 w 133414"/>
                  <a:gd name="connsiteY7" fmla="*/ 133802 h 142187"/>
                  <a:gd name="connsiteX8" fmla="*/ 40720 w 133414"/>
                  <a:gd name="connsiteY8" fmla="*/ 114440 h 142187"/>
                  <a:gd name="connsiteX9" fmla="*/ 27409 w 133414"/>
                  <a:gd name="connsiteY9" fmla="*/ 56052 h 142187"/>
                  <a:gd name="connsiteX10" fmla="*/ 63107 w 133414"/>
                  <a:gd name="connsiteY10" fmla="*/ 8555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414" h="142187">
                    <a:moveTo>
                      <a:pt x="67040" y="85"/>
                    </a:moveTo>
                    <a:cubicBezTo>
                      <a:pt x="27712" y="85"/>
                      <a:pt x="182" y="29127"/>
                      <a:pt x="182" y="70876"/>
                    </a:cubicBezTo>
                    <a:cubicBezTo>
                      <a:pt x="182" y="111717"/>
                      <a:pt x="28317" y="142272"/>
                      <a:pt x="66435" y="142272"/>
                    </a:cubicBezTo>
                    <a:cubicBezTo>
                      <a:pt x="104553" y="142272"/>
                      <a:pt x="133596" y="110204"/>
                      <a:pt x="133596" y="68456"/>
                    </a:cubicBezTo>
                    <a:cubicBezTo>
                      <a:pt x="133596" y="28825"/>
                      <a:pt x="105764" y="85"/>
                      <a:pt x="67040" y="85"/>
                    </a:cubicBezTo>
                    <a:close/>
                    <a:moveTo>
                      <a:pt x="63107" y="8555"/>
                    </a:moveTo>
                    <a:cubicBezTo>
                      <a:pt x="88520" y="8555"/>
                      <a:pt x="106369" y="37598"/>
                      <a:pt x="106369" y="79044"/>
                    </a:cubicBezTo>
                    <a:cubicBezTo>
                      <a:pt x="106369" y="113230"/>
                      <a:pt x="92755" y="133802"/>
                      <a:pt x="70065" y="133802"/>
                    </a:cubicBezTo>
                    <a:cubicBezTo>
                      <a:pt x="58267" y="133802"/>
                      <a:pt x="47073" y="126541"/>
                      <a:pt x="40720" y="114440"/>
                    </a:cubicBezTo>
                    <a:cubicBezTo>
                      <a:pt x="32250" y="98708"/>
                      <a:pt x="27409" y="77532"/>
                      <a:pt x="27409" y="56052"/>
                    </a:cubicBezTo>
                    <a:cubicBezTo>
                      <a:pt x="27409" y="27312"/>
                      <a:pt x="41628" y="8555"/>
                      <a:pt x="63107" y="8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86F7464D-6A40-FFE0-665F-6200664B613C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8237430" y="4914494"/>
                <a:ext cx="140372" cy="209651"/>
              </a:xfrm>
              <a:custGeom>
                <a:avLst/>
                <a:gdLst>
                  <a:gd name="connsiteX0" fmla="*/ 96088 w 140372"/>
                  <a:gd name="connsiteY0" fmla="*/ 209736 h 209651"/>
                  <a:gd name="connsiteX1" fmla="*/ 140559 w 140372"/>
                  <a:gd name="connsiteY1" fmla="*/ 194004 h 209651"/>
                  <a:gd name="connsiteX2" fmla="*/ 140559 w 140372"/>
                  <a:gd name="connsiteY2" fmla="*/ 189164 h 209651"/>
                  <a:gd name="connsiteX3" fmla="*/ 133601 w 140372"/>
                  <a:gd name="connsiteY3" fmla="*/ 189466 h 209651"/>
                  <a:gd name="connsiteX4" fmla="*/ 120290 w 140372"/>
                  <a:gd name="connsiteY4" fmla="*/ 172222 h 209651"/>
                  <a:gd name="connsiteX5" fmla="*/ 120290 w 140372"/>
                  <a:gd name="connsiteY5" fmla="*/ 690 h 209651"/>
                  <a:gd name="connsiteX6" fmla="*/ 118777 w 140372"/>
                  <a:gd name="connsiteY6" fmla="*/ 85 h 209651"/>
                  <a:gd name="connsiteX7" fmla="*/ 74306 w 140372"/>
                  <a:gd name="connsiteY7" fmla="*/ 13396 h 209651"/>
                  <a:gd name="connsiteX8" fmla="*/ 74306 w 140372"/>
                  <a:gd name="connsiteY8" fmla="*/ 18236 h 209651"/>
                  <a:gd name="connsiteX9" fmla="*/ 80961 w 140372"/>
                  <a:gd name="connsiteY9" fmla="*/ 17934 h 209651"/>
                  <a:gd name="connsiteX10" fmla="*/ 94878 w 140372"/>
                  <a:gd name="connsiteY10" fmla="*/ 33363 h 209651"/>
                  <a:gd name="connsiteX11" fmla="*/ 94878 w 140372"/>
                  <a:gd name="connsiteY11" fmla="*/ 80557 h 209651"/>
                  <a:gd name="connsiteX12" fmla="*/ 63112 w 140372"/>
                  <a:gd name="connsiteY12" fmla="*/ 67548 h 209651"/>
                  <a:gd name="connsiteX13" fmla="*/ 187 w 140372"/>
                  <a:gd name="connsiteY13" fmla="*/ 144693 h 209651"/>
                  <a:gd name="connsiteX14" fmla="*/ 56154 w 140372"/>
                  <a:gd name="connsiteY14" fmla="*/ 209736 h 209651"/>
                  <a:gd name="connsiteX15" fmla="*/ 94878 w 140372"/>
                  <a:gd name="connsiteY15" fmla="*/ 189466 h 209651"/>
                  <a:gd name="connsiteX16" fmla="*/ 94878 w 140372"/>
                  <a:gd name="connsiteY16" fmla="*/ 208828 h 209651"/>
                  <a:gd name="connsiteX17" fmla="*/ 96088 w 140372"/>
                  <a:gd name="connsiteY17" fmla="*/ 209736 h 209651"/>
                  <a:gd name="connsiteX18" fmla="*/ 94878 w 140372"/>
                  <a:gd name="connsiteY18" fmla="*/ 175853 h 209651"/>
                  <a:gd name="connsiteX19" fmla="*/ 89735 w 140372"/>
                  <a:gd name="connsiteY19" fmla="*/ 184929 h 209651"/>
                  <a:gd name="connsiteX20" fmla="*/ 67953 w 140372"/>
                  <a:gd name="connsiteY20" fmla="*/ 194004 h 209651"/>
                  <a:gd name="connsiteX21" fmla="*/ 26204 w 140372"/>
                  <a:gd name="connsiteY21" fmla="*/ 132591 h 209651"/>
                  <a:gd name="connsiteX22" fmla="*/ 64020 w 140372"/>
                  <a:gd name="connsiteY22" fmla="*/ 76019 h 209651"/>
                  <a:gd name="connsiteX23" fmla="*/ 94878 w 140372"/>
                  <a:gd name="connsiteY23" fmla="*/ 106272 h 209651"/>
                  <a:gd name="connsiteX24" fmla="*/ 94878 w 140372"/>
                  <a:gd name="connsiteY24" fmla="*/ 175853 h 209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0372" h="209651">
                    <a:moveTo>
                      <a:pt x="96088" y="209736"/>
                    </a:moveTo>
                    <a:lnTo>
                      <a:pt x="140559" y="194004"/>
                    </a:lnTo>
                    <a:lnTo>
                      <a:pt x="140559" y="189164"/>
                    </a:lnTo>
                    <a:cubicBezTo>
                      <a:pt x="135114" y="189466"/>
                      <a:pt x="134509" y="189466"/>
                      <a:pt x="133601" y="189466"/>
                    </a:cubicBezTo>
                    <a:cubicBezTo>
                      <a:pt x="122710" y="189466"/>
                      <a:pt x="120290" y="186139"/>
                      <a:pt x="120290" y="172222"/>
                    </a:cubicBezTo>
                    <a:lnTo>
                      <a:pt x="120290" y="690"/>
                    </a:lnTo>
                    <a:lnTo>
                      <a:pt x="118777" y="85"/>
                    </a:lnTo>
                    <a:cubicBezTo>
                      <a:pt x="104256" y="5228"/>
                      <a:pt x="93667" y="8253"/>
                      <a:pt x="74306" y="13396"/>
                    </a:cubicBezTo>
                    <a:lnTo>
                      <a:pt x="74306" y="18236"/>
                    </a:lnTo>
                    <a:cubicBezTo>
                      <a:pt x="76726" y="17934"/>
                      <a:pt x="78541" y="17934"/>
                      <a:pt x="80961" y="17934"/>
                    </a:cubicBezTo>
                    <a:cubicBezTo>
                      <a:pt x="92155" y="17934"/>
                      <a:pt x="94878" y="20959"/>
                      <a:pt x="94878" y="33363"/>
                    </a:cubicBezTo>
                    <a:lnTo>
                      <a:pt x="94878" y="80557"/>
                    </a:lnTo>
                    <a:cubicBezTo>
                      <a:pt x="83382" y="70876"/>
                      <a:pt x="75213" y="67548"/>
                      <a:pt x="63112" y="67548"/>
                    </a:cubicBezTo>
                    <a:cubicBezTo>
                      <a:pt x="28322" y="67548"/>
                      <a:pt x="187" y="101734"/>
                      <a:pt x="187" y="144693"/>
                    </a:cubicBezTo>
                    <a:cubicBezTo>
                      <a:pt x="187" y="183416"/>
                      <a:pt x="22876" y="209736"/>
                      <a:pt x="56154" y="209736"/>
                    </a:cubicBezTo>
                    <a:cubicBezTo>
                      <a:pt x="73096" y="209736"/>
                      <a:pt x="84592" y="203685"/>
                      <a:pt x="94878" y="189466"/>
                    </a:cubicBezTo>
                    <a:lnTo>
                      <a:pt x="94878" y="208828"/>
                    </a:lnTo>
                    <a:lnTo>
                      <a:pt x="96088" y="209736"/>
                    </a:lnTo>
                    <a:close/>
                    <a:moveTo>
                      <a:pt x="94878" y="175853"/>
                    </a:moveTo>
                    <a:cubicBezTo>
                      <a:pt x="94878" y="177970"/>
                      <a:pt x="92760" y="181601"/>
                      <a:pt x="89735" y="184929"/>
                    </a:cubicBezTo>
                    <a:cubicBezTo>
                      <a:pt x="84289" y="190979"/>
                      <a:pt x="76726" y="194004"/>
                      <a:pt x="67953" y="194004"/>
                    </a:cubicBezTo>
                    <a:cubicBezTo>
                      <a:pt x="42843" y="194004"/>
                      <a:pt x="26204" y="169802"/>
                      <a:pt x="26204" y="132591"/>
                    </a:cubicBezTo>
                    <a:cubicBezTo>
                      <a:pt x="26204" y="98406"/>
                      <a:pt x="41028" y="76019"/>
                      <a:pt x="64020" y="76019"/>
                    </a:cubicBezTo>
                    <a:cubicBezTo>
                      <a:pt x="80054" y="76019"/>
                      <a:pt x="94878" y="90238"/>
                      <a:pt x="94878" y="106272"/>
                    </a:cubicBezTo>
                    <a:lnTo>
                      <a:pt x="94878" y="175853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F0AA0E93-3CB6-0E36-0C0E-4F66D9006F5D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8388655" y="4981958"/>
                <a:ext cx="120708" cy="142187"/>
              </a:xfrm>
              <a:custGeom>
                <a:avLst/>
                <a:gdLst>
                  <a:gd name="connsiteX0" fmla="*/ 116059 w 120708"/>
                  <a:gd name="connsiteY0" fmla="*/ 89633 h 142187"/>
                  <a:gd name="connsiteX1" fmla="*/ 69168 w 120708"/>
                  <a:gd name="connsiteY1" fmla="*/ 121398 h 142187"/>
                  <a:gd name="connsiteX2" fmla="*/ 30142 w 120708"/>
                  <a:gd name="connsiteY2" fmla="*/ 95381 h 142187"/>
                  <a:gd name="connsiteX3" fmla="*/ 21974 w 120708"/>
                  <a:gd name="connsiteY3" fmla="*/ 55447 h 142187"/>
                  <a:gd name="connsiteX4" fmla="*/ 115152 w 120708"/>
                  <a:gd name="connsiteY4" fmla="*/ 55447 h 142187"/>
                  <a:gd name="connsiteX5" fmla="*/ 102143 w 120708"/>
                  <a:gd name="connsiteY5" fmla="*/ 17329 h 142187"/>
                  <a:gd name="connsiteX6" fmla="*/ 63420 w 120708"/>
                  <a:gd name="connsiteY6" fmla="*/ 85 h 142187"/>
                  <a:gd name="connsiteX7" fmla="*/ 22579 w 120708"/>
                  <a:gd name="connsiteY7" fmla="*/ 15816 h 142187"/>
                  <a:gd name="connsiteX8" fmla="*/ 192 w 120708"/>
                  <a:gd name="connsiteY8" fmla="*/ 74506 h 142187"/>
                  <a:gd name="connsiteX9" fmla="*/ 56764 w 120708"/>
                  <a:gd name="connsiteY9" fmla="*/ 142272 h 142187"/>
                  <a:gd name="connsiteX10" fmla="*/ 120900 w 120708"/>
                  <a:gd name="connsiteY10" fmla="*/ 91750 h 142187"/>
                  <a:gd name="connsiteX11" fmla="*/ 116059 w 120708"/>
                  <a:gd name="connsiteY11" fmla="*/ 89633 h 142187"/>
                  <a:gd name="connsiteX12" fmla="*/ 22579 w 120708"/>
                  <a:gd name="connsiteY12" fmla="*/ 45766 h 142187"/>
                  <a:gd name="connsiteX13" fmla="*/ 54646 w 120708"/>
                  <a:gd name="connsiteY13" fmla="*/ 10976 h 142187"/>
                  <a:gd name="connsiteX14" fmla="*/ 84294 w 120708"/>
                  <a:gd name="connsiteY14" fmla="*/ 45766 h 142187"/>
                  <a:gd name="connsiteX15" fmla="*/ 22579 w 120708"/>
                  <a:gd name="connsiteY15" fmla="*/ 45766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0708" h="142187">
                    <a:moveTo>
                      <a:pt x="116059" y="89633"/>
                    </a:moveTo>
                    <a:cubicBezTo>
                      <a:pt x="101538" y="112625"/>
                      <a:pt x="88529" y="121398"/>
                      <a:pt x="69168" y="121398"/>
                    </a:cubicBezTo>
                    <a:cubicBezTo>
                      <a:pt x="51924" y="121398"/>
                      <a:pt x="38915" y="112625"/>
                      <a:pt x="30142" y="95381"/>
                    </a:cubicBezTo>
                    <a:cubicBezTo>
                      <a:pt x="24696" y="83885"/>
                      <a:pt x="22579" y="73901"/>
                      <a:pt x="21974" y="55447"/>
                    </a:cubicBezTo>
                    <a:lnTo>
                      <a:pt x="115152" y="55447"/>
                    </a:lnTo>
                    <a:cubicBezTo>
                      <a:pt x="112732" y="35783"/>
                      <a:pt x="109706" y="27010"/>
                      <a:pt x="102143" y="17329"/>
                    </a:cubicBezTo>
                    <a:cubicBezTo>
                      <a:pt x="93067" y="6438"/>
                      <a:pt x="79151" y="85"/>
                      <a:pt x="63420" y="85"/>
                    </a:cubicBezTo>
                    <a:cubicBezTo>
                      <a:pt x="48293" y="85"/>
                      <a:pt x="34075" y="5530"/>
                      <a:pt x="22579" y="15816"/>
                    </a:cubicBezTo>
                    <a:cubicBezTo>
                      <a:pt x="8360" y="28220"/>
                      <a:pt x="192" y="49699"/>
                      <a:pt x="192" y="74506"/>
                    </a:cubicBezTo>
                    <a:cubicBezTo>
                      <a:pt x="192" y="116255"/>
                      <a:pt x="21974" y="142272"/>
                      <a:pt x="56764" y="142272"/>
                    </a:cubicBezTo>
                    <a:cubicBezTo>
                      <a:pt x="85504" y="142272"/>
                      <a:pt x="108194" y="124423"/>
                      <a:pt x="120900" y="91750"/>
                    </a:cubicBezTo>
                    <a:lnTo>
                      <a:pt x="116059" y="89633"/>
                    </a:lnTo>
                    <a:close/>
                    <a:moveTo>
                      <a:pt x="22579" y="45766"/>
                    </a:moveTo>
                    <a:cubicBezTo>
                      <a:pt x="25906" y="22169"/>
                      <a:pt x="36192" y="10976"/>
                      <a:pt x="54646" y="10976"/>
                    </a:cubicBezTo>
                    <a:cubicBezTo>
                      <a:pt x="73101" y="10976"/>
                      <a:pt x="80361" y="19446"/>
                      <a:pt x="84294" y="45766"/>
                    </a:cubicBezTo>
                    <a:lnTo>
                      <a:pt x="22579" y="45766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01E6C50C-B58C-7417-2CA0-F27D02B2C91E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8597882" y="4914494"/>
                <a:ext cx="109817" cy="206625"/>
              </a:xfrm>
              <a:custGeom>
                <a:avLst/>
                <a:gdLst>
                  <a:gd name="connsiteX0" fmla="*/ 87629 w 109817"/>
                  <a:gd name="connsiteY0" fmla="*/ 70573 h 206625"/>
                  <a:gd name="connsiteX1" fmla="*/ 50418 w 109817"/>
                  <a:gd name="connsiteY1" fmla="*/ 70573 h 206625"/>
                  <a:gd name="connsiteX2" fmla="*/ 50418 w 109817"/>
                  <a:gd name="connsiteY2" fmla="*/ 35480 h 206625"/>
                  <a:gd name="connsiteX3" fmla="*/ 67662 w 109817"/>
                  <a:gd name="connsiteY3" fmla="*/ 8555 h 206625"/>
                  <a:gd name="connsiteX4" fmla="*/ 83696 w 109817"/>
                  <a:gd name="connsiteY4" fmla="*/ 20354 h 206625"/>
                  <a:gd name="connsiteX5" fmla="*/ 97310 w 109817"/>
                  <a:gd name="connsiteY5" fmla="*/ 31245 h 206625"/>
                  <a:gd name="connsiteX6" fmla="*/ 110016 w 109817"/>
                  <a:gd name="connsiteY6" fmla="*/ 18841 h 206625"/>
                  <a:gd name="connsiteX7" fmla="*/ 78553 w 109817"/>
                  <a:gd name="connsiteY7" fmla="*/ 85 h 206625"/>
                  <a:gd name="connsiteX8" fmla="*/ 35897 w 109817"/>
                  <a:gd name="connsiteY8" fmla="*/ 22169 h 206625"/>
                  <a:gd name="connsiteX9" fmla="*/ 25308 w 109817"/>
                  <a:gd name="connsiteY9" fmla="*/ 70573 h 206625"/>
                  <a:gd name="connsiteX10" fmla="*/ 501 w 109817"/>
                  <a:gd name="connsiteY10" fmla="*/ 70573 h 206625"/>
                  <a:gd name="connsiteX11" fmla="*/ 501 w 109817"/>
                  <a:gd name="connsiteY11" fmla="*/ 80254 h 206625"/>
                  <a:gd name="connsiteX12" fmla="*/ 25308 w 109817"/>
                  <a:gd name="connsiteY12" fmla="*/ 80254 h 206625"/>
                  <a:gd name="connsiteX13" fmla="*/ 25308 w 109817"/>
                  <a:gd name="connsiteY13" fmla="*/ 175248 h 206625"/>
                  <a:gd name="connsiteX14" fmla="*/ 199 w 109817"/>
                  <a:gd name="connsiteY14" fmla="*/ 202173 h 206625"/>
                  <a:gd name="connsiteX15" fmla="*/ 199 w 109817"/>
                  <a:gd name="connsiteY15" fmla="*/ 206710 h 206625"/>
                  <a:gd name="connsiteX16" fmla="*/ 78856 w 109817"/>
                  <a:gd name="connsiteY16" fmla="*/ 206710 h 206625"/>
                  <a:gd name="connsiteX17" fmla="*/ 78856 w 109817"/>
                  <a:gd name="connsiteY17" fmla="*/ 202173 h 206625"/>
                  <a:gd name="connsiteX18" fmla="*/ 50721 w 109817"/>
                  <a:gd name="connsiteY18" fmla="*/ 175248 h 206625"/>
                  <a:gd name="connsiteX19" fmla="*/ 50721 w 109817"/>
                  <a:gd name="connsiteY19" fmla="*/ 80254 h 206625"/>
                  <a:gd name="connsiteX20" fmla="*/ 87629 w 109817"/>
                  <a:gd name="connsiteY20" fmla="*/ 80254 h 206625"/>
                  <a:gd name="connsiteX21" fmla="*/ 87629 w 109817"/>
                  <a:gd name="connsiteY21" fmla="*/ 70573 h 206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817" h="206625">
                    <a:moveTo>
                      <a:pt x="87629" y="70573"/>
                    </a:moveTo>
                    <a:lnTo>
                      <a:pt x="50418" y="70573"/>
                    </a:lnTo>
                    <a:lnTo>
                      <a:pt x="50418" y="35480"/>
                    </a:lnTo>
                    <a:cubicBezTo>
                      <a:pt x="50418" y="17934"/>
                      <a:pt x="56166" y="8555"/>
                      <a:pt x="67662" y="8555"/>
                    </a:cubicBezTo>
                    <a:cubicBezTo>
                      <a:pt x="74015" y="8555"/>
                      <a:pt x="78250" y="11581"/>
                      <a:pt x="83696" y="20354"/>
                    </a:cubicBezTo>
                    <a:cubicBezTo>
                      <a:pt x="88536" y="28220"/>
                      <a:pt x="92167" y="31245"/>
                      <a:pt x="97310" y="31245"/>
                    </a:cubicBezTo>
                    <a:cubicBezTo>
                      <a:pt x="104268" y="31245"/>
                      <a:pt x="110016" y="25799"/>
                      <a:pt x="110016" y="18841"/>
                    </a:cubicBezTo>
                    <a:cubicBezTo>
                      <a:pt x="110016" y="7950"/>
                      <a:pt x="96705" y="85"/>
                      <a:pt x="78553" y="85"/>
                    </a:cubicBezTo>
                    <a:cubicBezTo>
                      <a:pt x="59796" y="85"/>
                      <a:pt x="43762" y="8253"/>
                      <a:pt x="35897" y="22169"/>
                    </a:cubicBezTo>
                    <a:cubicBezTo>
                      <a:pt x="28031" y="35480"/>
                      <a:pt x="25611" y="46371"/>
                      <a:pt x="25308" y="70573"/>
                    </a:cubicBezTo>
                    <a:lnTo>
                      <a:pt x="501" y="70573"/>
                    </a:lnTo>
                    <a:lnTo>
                      <a:pt x="501" y="80254"/>
                    </a:lnTo>
                    <a:lnTo>
                      <a:pt x="25308" y="80254"/>
                    </a:lnTo>
                    <a:lnTo>
                      <a:pt x="25308" y="175248"/>
                    </a:lnTo>
                    <a:cubicBezTo>
                      <a:pt x="25308" y="197332"/>
                      <a:pt x="21981" y="200962"/>
                      <a:pt x="199" y="202173"/>
                    </a:cubicBezTo>
                    <a:lnTo>
                      <a:pt x="199" y="206710"/>
                    </a:lnTo>
                    <a:lnTo>
                      <a:pt x="78856" y="206710"/>
                    </a:lnTo>
                    <a:lnTo>
                      <a:pt x="78856" y="202173"/>
                    </a:lnTo>
                    <a:cubicBezTo>
                      <a:pt x="54048" y="201265"/>
                      <a:pt x="50721" y="197937"/>
                      <a:pt x="50721" y="175248"/>
                    </a:cubicBezTo>
                    <a:lnTo>
                      <a:pt x="50721" y="80254"/>
                    </a:lnTo>
                    <a:lnTo>
                      <a:pt x="87629" y="80254"/>
                    </a:lnTo>
                    <a:lnTo>
                      <a:pt x="87629" y="70573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C8020E-F57D-FCF9-4E6D-446924AB8E03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8701723" y="4981958"/>
                <a:ext cx="133414" cy="142187"/>
              </a:xfrm>
              <a:custGeom>
                <a:avLst/>
                <a:gdLst>
                  <a:gd name="connsiteX0" fmla="*/ 67060 w 133414"/>
                  <a:gd name="connsiteY0" fmla="*/ 85 h 142187"/>
                  <a:gd name="connsiteX1" fmla="*/ 202 w 133414"/>
                  <a:gd name="connsiteY1" fmla="*/ 70876 h 142187"/>
                  <a:gd name="connsiteX2" fmla="*/ 66455 w 133414"/>
                  <a:gd name="connsiteY2" fmla="*/ 142272 h 142187"/>
                  <a:gd name="connsiteX3" fmla="*/ 133616 w 133414"/>
                  <a:gd name="connsiteY3" fmla="*/ 68456 h 142187"/>
                  <a:gd name="connsiteX4" fmla="*/ 67060 w 133414"/>
                  <a:gd name="connsiteY4" fmla="*/ 85 h 142187"/>
                  <a:gd name="connsiteX5" fmla="*/ 63127 w 133414"/>
                  <a:gd name="connsiteY5" fmla="*/ 8555 h 142187"/>
                  <a:gd name="connsiteX6" fmla="*/ 106389 w 133414"/>
                  <a:gd name="connsiteY6" fmla="*/ 79044 h 142187"/>
                  <a:gd name="connsiteX7" fmla="*/ 70086 w 133414"/>
                  <a:gd name="connsiteY7" fmla="*/ 133802 h 142187"/>
                  <a:gd name="connsiteX8" fmla="*/ 40740 w 133414"/>
                  <a:gd name="connsiteY8" fmla="*/ 114440 h 142187"/>
                  <a:gd name="connsiteX9" fmla="*/ 27429 w 133414"/>
                  <a:gd name="connsiteY9" fmla="*/ 56052 h 142187"/>
                  <a:gd name="connsiteX10" fmla="*/ 63127 w 133414"/>
                  <a:gd name="connsiteY10" fmla="*/ 8555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414" h="142187">
                    <a:moveTo>
                      <a:pt x="67060" y="85"/>
                    </a:moveTo>
                    <a:cubicBezTo>
                      <a:pt x="27732" y="85"/>
                      <a:pt x="202" y="29127"/>
                      <a:pt x="202" y="70876"/>
                    </a:cubicBezTo>
                    <a:cubicBezTo>
                      <a:pt x="202" y="111717"/>
                      <a:pt x="28337" y="142272"/>
                      <a:pt x="66455" y="142272"/>
                    </a:cubicBezTo>
                    <a:cubicBezTo>
                      <a:pt x="104574" y="142272"/>
                      <a:pt x="133616" y="110204"/>
                      <a:pt x="133616" y="68456"/>
                    </a:cubicBezTo>
                    <a:cubicBezTo>
                      <a:pt x="133616" y="28825"/>
                      <a:pt x="105784" y="85"/>
                      <a:pt x="67060" y="85"/>
                    </a:cubicBezTo>
                    <a:close/>
                    <a:moveTo>
                      <a:pt x="63127" y="8555"/>
                    </a:moveTo>
                    <a:cubicBezTo>
                      <a:pt x="88540" y="8555"/>
                      <a:pt x="106389" y="37598"/>
                      <a:pt x="106389" y="79044"/>
                    </a:cubicBezTo>
                    <a:cubicBezTo>
                      <a:pt x="106389" y="113230"/>
                      <a:pt x="92775" y="133802"/>
                      <a:pt x="70086" y="133802"/>
                    </a:cubicBezTo>
                    <a:cubicBezTo>
                      <a:pt x="58287" y="133802"/>
                      <a:pt x="47094" y="126541"/>
                      <a:pt x="40740" y="114440"/>
                    </a:cubicBezTo>
                    <a:cubicBezTo>
                      <a:pt x="32270" y="98708"/>
                      <a:pt x="27429" y="77532"/>
                      <a:pt x="27429" y="56052"/>
                    </a:cubicBezTo>
                    <a:cubicBezTo>
                      <a:pt x="27429" y="27312"/>
                      <a:pt x="41648" y="8555"/>
                      <a:pt x="63127" y="8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D7705858-27C5-F50A-E5D1-E5E892C615BA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8846293" y="4981958"/>
                <a:ext cx="99833" cy="139162"/>
              </a:xfrm>
              <a:custGeom>
                <a:avLst/>
                <a:gdLst>
                  <a:gd name="connsiteX0" fmla="*/ 812 w 99833"/>
                  <a:gd name="connsiteY0" fmla="*/ 21262 h 139162"/>
                  <a:gd name="connsiteX1" fmla="*/ 11400 w 99833"/>
                  <a:gd name="connsiteY1" fmla="*/ 20051 h 139162"/>
                  <a:gd name="connsiteX2" fmla="*/ 21686 w 99833"/>
                  <a:gd name="connsiteY2" fmla="*/ 38203 h 139162"/>
                  <a:gd name="connsiteX3" fmla="*/ 21686 w 99833"/>
                  <a:gd name="connsiteY3" fmla="*/ 113835 h 139162"/>
                  <a:gd name="connsiteX4" fmla="*/ 207 w 99833"/>
                  <a:gd name="connsiteY4" fmla="*/ 134709 h 139162"/>
                  <a:gd name="connsiteX5" fmla="*/ 207 w 99833"/>
                  <a:gd name="connsiteY5" fmla="*/ 139247 h 139162"/>
                  <a:gd name="connsiteX6" fmla="*/ 72813 w 99833"/>
                  <a:gd name="connsiteY6" fmla="*/ 139247 h 139162"/>
                  <a:gd name="connsiteX7" fmla="*/ 72813 w 99833"/>
                  <a:gd name="connsiteY7" fmla="*/ 134709 h 139162"/>
                  <a:gd name="connsiteX8" fmla="*/ 47099 w 99833"/>
                  <a:gd name="connsiteY8" fmla="*/ 112020 h 139162"/>
                  <a:gd name="connsiteX9" fmla="*/ 47099 w 99833"/>
                  <a:gd name="connsiteY9" fmla="*/ 43951 h 139162"/>
                  <a:gd name="connsiteX10" fmla="*/ 68275 w 99833"/>
                  <a:gd name="connsiteY10" fmla="*/ 19144 h 139162"/>
                  <a:gd name="connsiteX11" fmla="*/ 76141 w 99833"/>
                  <a:gd name="connsiteY11" fmla="*/ 23682 h 139162"/>
                  <a:gd name="connsiteX12" fmla="*/ 88242 w 99833"/>
                  <a:gd name="connsiteY12" fmla="*/ 29732 h 139162"/>
                  <a:gd name="connsiteX13" fmla="*/ 100041 w 99833"/>
                  <a:gd name="connsiteY13" fmla="*/ 16119 h 139162"/>
                  <a:gd name="connsiteX14" fmla="*/ 83402 w 99833"/>
                  <a:gd name="connsiteY14" fmla="*/ 85 h 139162"/>
                  <a:gd name="connsiteX15" fmla="*/ 47099 w 99833"/>
                  <a:gd name="connsiteY15" fmla="*/ 28522 h 139162"/>
                  <a:gd name="connsiteX16" fmla="*/ 47099 w 99833"/>
                  <a:gd name="connsiteY16" fmla="*/ 690 h 139162"/>
                  <a:gd name="connsiteX17" fmla="*/ 45586 w 99833"/>
                  <a:gd name="connsiteY17" fmla="*/ 85 h 139162"/>
                  <a:gd name="connsiteX18" fmla="*/ 812 w 99833"/>
                  <a:gd name="connsiteY18" fmla="*/ 16421 h 139162"/>
                  <a:gd name="connsiteX19" fmla="*/ 812 w 99833"/>
                  <a:gd name="connsiteY19" fmla="*/ 21262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9833" h="139162">
                    <a:moveTo>
                      <a:pt x="812" y="21262"/>
                    </a:moveTo>
                    <a:cubicBezTo>
                      <a:pt x="5047" y="20354"/>
                      <a:pt x="7770" y="20051"/>
                      <a:pt x="11400" y="20051"/>
                    </a:cubicBezTo>
                    <a:cubicBezTo>
                      <a:pt x="18964" y="20051"/>
                      <a:pt x="21686" y="24892"/>
                      <a:pt x="21686" y="38203"/>
                    </a:cubicBezTo>
                    <a:lnTo>
                      <a:pt x="21686" y="113835"/>
                    </a:lnTo>
                    <a:cubicBezTo>
                      <a:pt x="21686" y="128961"/>
                      <a:pt x="19569" y="131079"/>
                      <a:pt x="207" y="134709"/>
                    </a:cubicBezTo>
                    <a:lnTo>
                      <a:pt x="207" y="139247"/>
                    </a:lnTo>
                    <a:lnTo>
                      <a:pt x="72813" y="139247"/>
                    </a:lnTo>
                    <a:lnTo>
                      <a:pt x="72813" y="134709"/>
                    </a:lnTo>
                    <a:cubicBezTo>
                      <a:pt x="52241" y="133802"/>
                      <a:pt x="47099" y="129264"/>
                      <a:pt x="47099" y="112020"/>
                    </a:cubicBezTo>
                    <a:lnTo>
                      <a:pt x="47099" y="43951"/>
                    </a:lnTo>
                    <a:cubicBezTo>
                      <a:pt x="47099" y="34270"/>
                      <a:pt x="60107" y="19144"/>
                      <a:pt x="68275" y="19144"/>
                    </a:cubicBezTo>
                    <a:cubicBezTo>
                      <a:pt x="70091" y="19144"/>
                      <a:pt x="72813" y="20656"/>
                      <a:pt x="76141" y="23682"/>
                    </a:cubicBezTo>
                    <a:cubicBezTo>
                      <a:pt x="80982" y="27917"/>
                      <a:pt x="84309" y="29732"/>
                      <a:pt x="88242" y="29732"/>
                    </a:cubicBezTo>
                    <a:cubicBezTo>
                      <a:pt x="95503" y="29732"/>
                      <a:pt x="100041" y="24589"/>
                      <a:pt x="100041" y="16119"/>
                    </a:cubicBezTo>
                    <a:cubicBezTo>
                      <a:pt x="100041" y="6135"/>
                      <a:pt x="93688" y="85"/>
                      <a:pt x="83402" y="85"/>
                    </a:cubicBezTo>
                    <a:cubicBezTo>
                      <a:pt x="70696" y="85"/>
                      <a:pt x="61922" y="7043"/>
                      <a:pt x="47099" y="28522"/>
                    </a:cubicBezTo>
                    <a:lnTo>
                      <a:pt x="47099" y="690"/>
                    </a:lnTo>
                    <a:lnTo>
                      <a:pt x="45586" y="85"/>
                    </a:lnTo>
                    <a:cubicBezTo>
                      <a:pt x="29552" y="6740"/>
                      <a:pt x="18661" y="10673"/>
                      <a:pt x="812" y="16421"/>
                    </a:cubicBezTo>
                    <a:lnTo>
                      <a:pt x="812" y="21262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8E38002A-7D5C-51C7-9363-2C8E1928D756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9034520" y="4916612"/>
                <a:ext cx="135834" cy="208743"/>
              </a:xfrm>
              <a:custGeom>
                <a:avLst/>
                <a:gdLst>
                  <a:gd name="connsiteX0" fmla="*/ 122736 w 135834"/>
                  <a:gd name="connsiteY0" fmla="*/ 85 h 208743"/>
                  <a:gd name="connsiteX1" fmla="*/ 116383 w 135834"/>
                  <a:gd name="connsiteY1" fmla="*/ 85 h 208743"/>
                  <a:gd name="connsiteX2" fmla="*/ 106702 w 135834"/>
                  <a:gd name="connsiteY2" fmla="*/ 10371 h 208743"/>
                  <a:gd name="connsiteX3" fmla="*/ 93391 w 135834"/>
                  <a:gd name="connsiteY3" fmla="*/ 6740 h 208743"/>
                  <a:gd name="connsiteX4" fmla="*/ 61323 w 135834"/>
                  <a:gd name="connsiteY4" fmla="*/ 85 h 208743"/>
                  <a:gd name="connsiteX5" fmla="*/ 25020 w 135834"/>
                  <a:gd name="connsiteY5" fmla="*/ 14001 h 208743"/>
                  <a:gd name="connsiteX6" fmla="*/ 8986 w 135834"/>
                  <a:gd name="connsiteY6" fmla="*/ 51817 h 208743"/>
                  <a:gd name="connsiteX7" fmla="*/ 56180 w 135834"/>
                  <a:gd name="connsiteY7" fmla="*/ 110810 h 208743"/>
                  <a:gd name="connsiteX8" fmla="*/ 101257 w 135834"/>
                  <a:gd name="connsiteY8" fmla="*/ 146205 h 208743"/>
                  <a:gd name="connsiteX9" fmla="*/ 105492 w 135834"/>
                  <a:gd name="connsiteY9" fmla="*/ 163752 h 208743"/>
                  <a:gd name="connsiteX10" fmla="*/ 68281 w 135834"/>
                  <a:gd name="connsiteY10" fmla="*/ 197937 h 208743"/>
                  <a:gd name="connsiteX11" fmla="*/ 7171 w 135834"/>
                  <a:gd name="connsiteY11" fmla="*/ 144390 h 208743"/>
                  <a:gd name="connsiteX12" fmla="*/ 213 w 135834"/>
                  <a:gd name="connsiteY12" fmla="*/ 144390 h 208743"/>
                  <a:gd name="connsiteX13" fmla="*/ 9288 w 135834"/>
                  <a:gd name="connsiteY13" fmla="*/ 208526 h 208743"/>
                  <a:gd name="connsiteX14" fmla="*/ 15944 w 135834"/>
                  <a:gd name="connsiteY14" fmla="*/ 208526 h 208743"/>
                  <a:gd name="connsiteX15" fmla="*/ 24415 w 135834"/>
                  <a:gd name="connsiteY15" fmla="*/ 198542 h 208743"/>
                  <a:gd name="connsiteX16" fmla="*/ 38634 w 135834"/>
                  <a:gd name="connsiteY16" fmla="*/ 201870 h 208743"/>
                  <a:gd name="connsiteX17" fmla="*/ 74332 w 135834"/>
                  <a:gd name="connsiteY17" fmla="*/ 208828 h 208743"/>
                  <a:gd name="connsiteX18" fmla="*/ 136047 w 135834"/>
                  <a:gd name="connsiteY18" fmla="*/ 153768 h 208743"/>
                  <a:gd name="connsiteX19" fmla="*/ 79475 w 135834"/>
                  <a:gd name="connsiteY19" fmla="*/ 87817 h 208743"/>
                  <a:gd name="connsiteX20" fmla="*/ 35003 w 135834"/>
                  <a:gd name="connsiteY20" fmla="*/ 40623 h 208743"/>
                  <a:gd name="connsiteX21" fmla="*/ 66466 w 135834"/>
                  <a:gd name="connsiteY21" fmla="*/ 12488 h 208743"/>
                  <a:gd name="connsiteX22" fmla="*/ 103374 w 135834"/>
                  <a:gd name="connsiteY22" fmla="*/ 29127 h 208743"/>
                  <a:gd name="connsiteX23" fmla="*/ 121828 w 135834"/>
                  <a:gd name="connsiteY23" fmla="*/ 64523 h 208743"/>
                  <a:gd name="connsiteX24" fmla="*/ 129392 w 135834"/>
                  <a:gd name="connsiteY24" fmla="*/ 64523 h 208743"/>
                  <a:gd name="connsiteX25" fmla="*/ 122736 w 135834"/>
                  <a:gd name="connsiteY25" fmla="*/ 85 h 208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5834" h="208743">
                    <a:moveTo>
                      <a:pt x="122736" y="85"/>
                    </a:moveTo>
                    <a:lnTo>
                      <a:pt x="116383" y="85"/>
                    </a:lnTo>
                    <a:cubicBezTo>
                      <a:pt x="115173" y="7043"/>
                      <a:pt x="111845" y="10371"/>
                      <a:pt x="106702" y="10371"/>
                    </a:cubicBezTo>
                    <a:cubicBezTo>
                      <a:pt x="103677" y="10371"/>
                      <a:pt x="98534" y="9161"/>
                      <a:pt x="93391" y="6740"/>
                    </a:cubicBezTo>
                    <a:cubicBezTo>
                      <a:pt x="82197" y="2505"/>
                      <a:pt x="71004" y="85"/>
                      <a:pt x="61323" y="85"/>
                    </a:cubicBezTo>
                    <a:cubicBezTo>
                      <a:pt x="48314" y="85"/>
                      <a:pt x="35003" y="5228"/>
                      <a:pt x="25020" y="14001"/>
                    </a:cubicBezTo>
                    <a:cubicBezTo>
                      <a:pt x="14431" y="23379"/>
                      <a:pt x="8986" y="36085"/>
                      <a:pt x="8986" y="51817"/>
                    </a:cubicBezTo>
                    <a:cubicBezTo>
                      <a:pt x="8986" y="76019"/>
                      <a:pt x="22297" y="92960"/>
                      <a:pt x="56180" y="110810"/>
                    </a:cubicBezTo>
                    <a:cubicBezTo>
                      <a:pt x="77962" y="122306"/>
                      <a:pt x="93693" y="134709"/>
                      <a:pt x="101257" y="146205"/>
                    </a:cubicBezTo>
                    <a:cubicBezTo>
                      <a:pt x="103979" y="150138"/>
                      <a:pt x="105492" y="156491"/>
                      <a:pt x="105492" y="163752"/>
                    </a:cubicBezTo>
                    <a:cubicBezTo>
                      <a:pt x="105492" y="184021"/>
                      <a:pt x="90366" y="197937"/>
                      <a:pt x="68281" y="197937"/>
                    </a:cubicBezTo>
                    <a:cubicBezTo>
                      <a:pt x="41356" y="197937"/>
                      <a:pt x="22297" y="181298"/>
                      <a:pt x="7171" y="144390"/>
                    </a:cubicBezTo>
                    <a:lnTo>
                      <a:pt x="213" y="144390"/>
                    </a:lnTo>
                    <a:lnTo>
                      <a:pt x="9288" y="208526"/>
                    </a:lnTo>
                    <a:lnTo>
                      <a:pt x="15944" y="208526"/>
                    </a:lnTo>
                    <a:cubicBezTo>
                      <a:pt x="16247" y="202778"/>
                      <a:pt x="19877" y="198542"/>
                      <a:pt x="24415" y="198542"/>
                    </a:cubicBezTo>
                    <a:cubicBezTo>
                      <a:pt x="27743" y="198542"/>
                      <a:pt x="32886" y="199752"/>
                      <a:pt x="38634" y="201870"/>
                    </a:cubicBezTo>
                    <a:cubicBezTo>
                      <a:pt x="50130" y="206408"/>
                      <a:pt x="62231" y="208828"/>
                      <a:pt x="74332" y="208828"/>
                    </a:cubicBezTo>
                    <a:cubicBezTo>
                      <a:pt x="109122" y="208828"/>
                      <a:pt x="136047" y="184929"/>
                      <a:pt x="136047" y="153768"/>
                    </a:cubicBezTo>
                    <a:cubicBezTo>
                      <a:pt x="136047" y="128961"/>
                      <a:pt x="119408" y="109297"/>
                      <a:pt x="79475" y="87817"/>
                    </a:cubicBezTo>
                    <a:cubicBezTo>
                      <a:pt x="47709" y="70271"/>
                      <a:pt x="35003" y="56960"/>
                      <a:pt x="35003" y="40623"/>
                    </a:cubicBezTo>
                    <a:cubicBezTo>
                      <a:pt x="35003" y="23984"/>
                      <a:pt x="47709" y="12488"/>
                      <a:pt x="66466" y="12488"/>
                    </a:cubicBezTo>
                    <a:cubicBezTo>
                      <a:pt x="80080" y="12488"/>
                      <a:pt x="92786" y="18236"/>
                      <a:pt x="103374" y="29127"/>
                    </a:cubicBezTo>
                    <a:cubicBezTo>
                      <a:pt x="112753" y="38808"/>
                      <a:pt x="116988" y="46674"/>
                      <a:pt x="121828" y="64523"/>
                    </a:cubicBezTo>
                    <a:lnTo>
                      <a:pt x="129392" y="64523"/>
                    </a:lnTo>
                    <a:lnTo>
                      <a:pt x="122736" y="85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34900BEF-427C-C521-6045-922C7CE36DDC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9195488" y="4914494"/>
                <a:ext cx="71698" cy="206625"/>
              </a:xfrm>
              <a:custGeom>
                <a:avLst/>
                <a:gdLst>
                  <a:gd name="connsiteX0" fmla="*/ 48320 w 71698"/>
                  <a:gd name="connsiteY0" fmla="*/ 67548 h 206625"/>
                  <a:gd name="connsiteX1" fmla="*/ 1428 w 71698"/>
                  <a:gd name="connsiteY1" fmla="*/ 84187 h 206625"/>
                  <a:gd name="connsiteX2" fmla="*/ 1428 w 71698"/>
                  <a:gd name="connsiteY2" fmla="*/ 88725 h 206625"/>
                  <a:gd name="connsiteX3" fmla="*/ 3849 w 71698"/>
                  <a:gd name="connsiteY3" fmla="*/ 88423 h 206625"/>
                  <a:gd name="connsiteX4" fmla="*/ 14134 w 71698"/>
                  <a:gd name="connsiteY4" fmla="*/ 87515 h 206625"/>
                  <a:gd name="connsiteX5" fmla="*/ 24118 w 71698"/>
                  <a:gd name="connsiteY5" fmla="*/ 105667 h 206625"/>
                  <a:gd name="connsiteX6" fmla="*/ 24118 w 71698"/>
                  <a:gd name="connsiteY6" fmla="*/ 175853 h 206625"/>
                  <a:gd name="connsiteX7" fmla="*/ 218 w 71698"/>
                  <a:gd name="connsiteY7" fmla="*/ 202173 h 206625"/>
                  <a:gd name="connsiteX8" fmla="*/ 218 w 71698"/>
                  <a:gd name="connsiteY8" fmla="*/ 206710 h 206625"/>
                  <a:gd name="connsiteX9" fmla="*/ 71917 w 71698"/>
                  <a:gd name="connsiteY9" fmla="*/ 206710 h 206625"/>
                  <a:gd name="connsiteX10" fmla="*/ 71917 w 71698"/>
                  <a:gd name="connsiteY10" fmla="*/ 202173 h 206625"/>
                  <a:gd name="connsiteX11" fmla="*/ 49530 w 71698"/>
                  <a:gd name="connsiteY11" fmla="*/ 175853 h 206625"/>
                  <a:gd name="connsiteX12" fmla="*/ 49530 w 71698"/>
                  <a:gd name="connsiteY12" fmla="*/ 68456 h 206625"/>
                  <a:gd name="connsiteX13" fmla="*/ 48320 w 71698"/>
                  <a:gd name="connsiteY13" fmla="*/ 67548 h 206625"/>
                  <a:gd name="connsiteX14" fmla="*/ 34101 w 71698"/>
                  <a:gd name="connsiteY14" fmla="*/ 85 h 206625"/>
                  <a:gd name="connsiteX15" fmla="*/ 18975 w 71698"/>
                  <a:gd name="connsiteY15" fmla="*/ 15514 h 206625"/>
                  <a:gd name="connsiteX16" fmla="*/ 34101 w 71698"/>
                  <a:gd name="connsiteY16" fmla="*/ 30942 h 206625"/>
                  <a:gd name="connsiteX17" fmla="*/ 49833 w 71698"/>
                  <a:gd name="connsiteY17" fmla="*/ 15514 h 206625"/>
                  <a:gd name="connsiteX18" fmla="*/ 34101 w 71698"/>
                  <a:gd name="connsiteY18" fmla="*/ 85 h 206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698" h="206625">
                    <a:moveTo>
                      <a:pt x="48320" y="67548"/>
                    </a:moveTo>
                    <a:lnTo>
                      <a:pt x="1428" y="84187"/>
                    </a:lnTo>
                    <a:lnTo>
                      <a:pt x="1428" y="88725"/>
                    </a:lnTo>
                    <a:lnTo>
                      <a:pt x="3849" y="88423"/>
                    </a:lnTo>
                    <a:cubicBezTo>
                      <a:pt x="7479" y="87817"/>
                      <a:pt x="11412" y="87515"/>
                      <a:pt x="14134" y="87515"/>
                    </a:cubicBezTo>
                    <a:cubicBezTo>
                      <a:pt x="21395" y="87515"/>
                      <a:pt x="24118" y="92355"/>
                      <a:pt x="24118" y="105667"/>
                    </a:cubicBezTo>
                    <a:lnTo>
                      <a:pt x="24118" y="175853"/>
                    </a:lnTo>
                    <a:cubicBezTo>
                      <a:pt x="24118" y="197635"/>
                      <a:pt x="21093" y="200962"/>
                      <a:pt x="218" y="202173"/>
                    </a:cubicBezTo>
                    <a:lnTo>
                      <a:pt x="218" y="206710"/>
                    </a:lnTo>
                    <a:lnTo>
                      <a:pt x="71917" y="206710"/>
                    </a:lnTo>
                    <a:lnTo>
                      <a:pt x="71917" y="202173"/>
                    </a:lnTo>
                    <a:cubicBezTo>
                      <a:pt x="51950" y="200660"/>
                      <a:pt x="49530" y="197635"/>
                      <a:pt x="49530" y="175853"/>
                    </a:cubicBezTo>
                    <a:lnTo>
                      <a:pt x="49530" y="68456"/>
                    </a:lnTo>
                    <a:lnTo>
                      <a:pt x="48320" y="67548"/>
                    </a:lnTo>
                    <a:close/>
                    <a:moveTo>
                      <a:pt x="34101" y="85"/>
                    </a:moveTo>
                    <a:cubicBezTo>
                      <a:pt x="25933" y="85"/>
                      <a:pt x="18975" y="7043"/>
                      <a:pt x="18975" y="15514"/>
                    </a:cubicBezTo>
                    <a:cubicBezTo>
                      <a:pt x="18975" y="23984"/>
                      <a:pt x="25630" y="30942"/>
                      <a:pt x="34101" y="30942"/>
                    </a:cubicBezTo>
                    <a:cubicBezTo>
                      <a:pt x="42874" y="30942"/>
                      <a:pt x="49833" y="24287"/>
                      <a:pt x="49833" y="15514"/>
                    </a:cubicBezTo>
                    <a:cubicBezTo>
                      <a:pt x="49833" y="7043"/>
                      <a:pt x="42874" y="85"/>
                      <a:pt x="34101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BF90F5D3-FA52-81B7-950F-0449110C5FC4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9279903" y="4981958"/>
                <a:ext cx="229617" cy="139162"/>
              </a:xfrm>
              <a:custGeom>
                <a:avLst/>
                <a:gdLst>
                  <a:gd name="connsiteX0" fmla="*/ 1129 w 229617"/>
                  <a:gd name="connsiteY0" fmla="*/ 18841 h 139162"/>
                  <a:gd name="connsiteX1" fmla="*/ 10809 w 229617"/>
                  <a:gd name="connsiteY1" fmla="*/ 17631 h 139162"/>
                  <a:gd name="connsiteX2" fmla="*/ 21398 w 229617"/>
                  <a:gd name="connsiteY2" fmla="*/ 36993 h 139162"/>
                  <a:gd name="connsiteX3" fmla="*/ 21398 w 229617"/>
                  <a:gd name="connsiteY3" fmla="*/ 113532 h 139162"/>
                  <a:gd name="connsiteX4" fmla="*/ 221 w 229617"/>
                  <a:gd name="connsiteY4" fmla="*/ 134709 h 139162"/>
                  <a:gd name="connsiteX5" fmla="*/ 221 w 229617"/>
                  <a:gd name="connsiteY5" fmla="*/ 139247 h 139162"/>
                  <a:gd name="connsiteX6" fmla="*/ 67382 w 229617"/>
                  <a:gd name="connsiteY6" fmla="*/ 139247 h 139162"/>
                  <a:gd name="connsiteX7" fmla="*/ 67382 w 229617"/>
                  <a:gd name="connsiteY7" fmla="*/ 134709 h 139162"/>
                  <a:gd name="connsiteX8" fmla="*/ 46810 w 229617"/>
                  <a:gd name="connsiteY8" fmla="*/ 118978 h 139162"/>
                  <a:gd name="connsiteX9" fmla="*/ 46810 w 229617"/>
                  <a:gd name="connsiteY9" fmla="*/ 33665 h 139162"/>
                  <a:gd name="connsiteX10" fmla="*/ 51348 w 229617"/>
                  <a:gd name="connsiteY10" fmla="*/ 27917 h 139162"/>
                  <a:gd name="connsiteX11" fmla="*/ 82508 w 229617"/>
                  <a:gd name="connsiteY11" fmla="*/ 15816 h 139162"/>
                  <a:gd name="connsiteX12" fmla="*/ 102475 w 229617"/>
                  <a:gd name="connsiteY12" fmla="*/ 47581 h 139162"/>
                  <a:gd name="connsiteX13" fmla="*/ 102475 w 229617"/>
                  <a:gd name="connsiteY13" fmla="*/ 113230 h 139162"/>
                  <a:gd name="connsiteX14" fmla="*/ 81903 w 229617"/>
                  <a:gd name="connsiteY14" fmla="*/ 134709 h 139162"/>
                  <a:gd name="connsiteX15" fmla="*/ 81903 w 229617"/>
                  <a:gd name="connsiteY15" fmla="*/ 139247 h 139162"/>
                  <a:gd name="connsiteX16" fmla="*/ 149669 w 229617"/>
                  <a:gd name="connsiteY16" fmla="*/ 139247 h 139162"/>
                  <a:gd name="connsiteX17" fmla="*/ 149669 w 229617"/>
                  <a:gd name="connsiteY17" fmla="*/ 134709 h 139162"/>
                  <a:gd name="connsiteX18" fmla="*/ 127887 w 229617"/>
                  <a:gd name="connsiteY18" fmla="*/ 110507 h 139162"/>
                  <a:gd name="connsiteX19" fmla="*/ 127887 w 229617"/>
                  <a:gd name="connsiteY19" fmla="*/ 34270 h 139162"/>
                  <a:gd name="connsiteX20" fmla="*/ 160863 w 229617"/>
                  <a:gd name="connsiteY20" fmla="*/ 15816 h 139162"/>
                  <a:gd name="connsiteX21" fmla="*/ 183552 w 229617"/>
                  <a:gd name="connsiteY21" fmla="*/ 49094 h 139162"/>
                  <a:gd name="connsiteX22" fmla="*/ 183552 w 229617"/>
                  <a:gd name="connsiteY22" fmla="*/ 112927 h 139162"/>
                  <a:gd name="connsiteX23" fmla="*/ 163585 w 229617"/>
                  <a:gd name="connsiteY23" fmla="*/ 134709 h 139162"/>
                  <a:gd name="connsiteX24" fmla="*/ 163585 w 229617"/>
                  <a:gd name="connsiteY24" fmla="*/ 139247 h 139162"/>
                  <a:gd name="connsiteX25" fmla="*/ 229839 w 229617"/>
                  <a:gd name="connsiteY25" fmla="*/ 139247 h 139162"/>
                  <a:gd name="connsiteX26" fmla="*/ 229839 w 229617"/>
                  <a:gd name="connsiteY26" fmla="*/ 134709 h 139162"/>
                  <a:gd name="connsiteX27" fmla="*/ 221973 w 229617"/>
                  <a:gd name="connsiteY27" fmla="*/ 134104 h 139162"/>
                  <a:gd name="connsiteX28" fmla="*/ 208964 w 229617"/>
                  <a:gd name="connsiteY28" fmla="*/ 116255 h 139162"/>
                  <a:gd name="connsiteX29" fmla="*/ 208964 w 229617"/>
                  <a:gd name="connsiteY29" fmla="*/ 53934 h 139162"/>
                  <a:gd name="connsiteX30" fmla="*/ 173871 w 229617"/>
                  <a:gd name="connsiteY30" fmla="*/ 85 h 139162"/>
                  <a:gd name="connsiteX31" fmla="*/ 124559 w 229617"/>
                  <a:gd name="connsiteY31" fmla="*/ 25497 h 139162"/>
                  <a:gd name="connsiteX32" fmla="*/ 92492 w 229617"/>
                  <a:gd name="connsiteY32" fmla="*/ 85 h 139162"/>
                  <a:gd name="connsiteX33" fmla="*/ 45600 w 229617"/>
                  <a:gd name="connsiteY33" fmla="*/ 23379 h 139162"/>
                  <a:gd name="connsiteX34" fmla="*/ 45600 w 229617"/>
                  <a:gd name="connsiteY34" fmla="*/ 690 h 139162"/>
                  <a:gd name="connsiteX35" fmla="*/ 43482 w 229617"/>
                  <a:gd name="connsiteY35" fmla="*/ 85 h 139162"/>
                  <a:gd name="connsiteX36" fmla="*/ 1129 w 229617"/>
                  <a:gd name="connsiteY36" fmla="*/ 13698 h 139162"/>
                  <a:gd name="connsiteX37" fmla="*/ 1129 w 229617"/>
                  <a:gd name="connsiteY37" fmla="*/ 18841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9617" h="139162">
                    <a:moveTo>
                      <a:pt x="1129" y="18841"/>
                    </a:moveTo>
                    <a:cubicBezTo>
                      <a:pt x="5061" y="17934"/>
                      <a:pt x="7482" y="17631"/>
                      <a:pt x="10809" y="17631"/>
                    </a:cubicBezTo>
                    <a:cubicBezTo>
                      <a:pt x="18675" y="17631"/>
                      <a:pt x="21398" y="22472"/>
                      <a:pt x="21398" y="36993"/>
                    </a:cubicBezTo>
                    <a:lnTo>
                      <a:pt x="21398" y="113532"/>
                    </a:lnTo>
                    <a:cubicBezTo>
                      <a:pt x="21398" y="129869"/>
                      <a:pt x="17162" y="134407"/>
                      <a:pt x="221" y="134709"/>
                    </a:cubicBezTo>
                    <a:lnTo>
                      <a:pt x="221" y="139247"/>
                    </a:lnTo>
                    <a:lnTo>
                      <a:pt x="67382" y="139247"/>
                    </a:lnTo>
                    <a:lnTo>
                      <a:pt x="67382" y="134709"/>
                    </a:lnTo>
                    <a:cubicBezTo>
                      <a:pt x="51348" y="134104"/>
                      <a:pt x="46810" y="130776"/>
                      <a:pt x="46810" y="118978"/>
                    </a:cubicBezTo>
                    <a:lnTo>
                      <a:pt x="46810" y="33665"/>
                    </a:lnTo>
                    <a:cubicBezTo>
                      <a:pt x="46810" y="33060"/>
                      <a:pt x="49230" y="30035"/>
                      <a:pt x="51348" y="27917"/>
                    </a:cubicBezTo>
                    <a:cubicBezTo>
                      <a:pt x="58911" y="20959"/>
                      <a:pt x="71920" y="15816"/>
                      <a:pt x="82508" y="15816"/>
                    </a:cubicBezTo>
                    <a:cubicBezTo>
                      <a:pt x="95819" y="15816"/>
                      <a:pt x="102475" y="26404"/>
                      <a:pt x="102475" y="47581"/>
                    </a:cubicBezTo>
                    <a:lnTo>
                      <a:pt x="102475" y="113230"/>
                    </a:lnTo>
                    <a:cubicBezTo>
                      <a:pt x="102475" y="130171"/>
                      <a:pt x="99147" y="133499"/>
                      <a:pt x="81903" y="134709"/>
                    </a:cubicBezTo>
                    <a:lnTo>
                      <a:pt x="81903" y="139247"/>
                    </a:lnTo>
                    <a:lnTo>
                      <a:pt x="149669" y="139247"/>
                    </a:lnTo>
                    <a:lnTo>
                      <a:pt x="149669" y="134709"/>
                    </a:lnTo>
                    <a:cubicBezTo>
                      <a:pt x="132425" y="134407"/>
                      <a:pt x="127887" y="129264"/>
                      <a:pt x="127887" y="110507"/>
                    </a:cubicBezTo>
                    <a:lnTo>
                      <a:pt x="127887" y="34270"/>
                    </a:lnTo>
                    <a:cubicBezTo>
                      <a:pt x="136963" y="21262"/>
                      <a:pt x="146946" y="15816"/>
                      <a:pt x="160863" y="15816"/>
                    </a:cubicBezTo>
                    <a:cubicBezTo>
                      <a:pt x="178107" y="15816"/>
                      <a:pt x="183552" y="23984"/>
                      <a:pt x="183552" y="49094"/>
                    </a:cubicBezTo>
                    <a:lnTo>
                      <a:pt x="183552" y="112927"/>
                    </a:lnTo>
                    <a:cubicBezTo>
                      <a:pt x="183552" y="130171"/>
                      <a:pt x="181132" y="132591"/>
                      <a:pt x="163585" y="134709"/>
                    </a:cubicBezTo>
                    <a:lnTo>
                      <a:pt x="163585" y="139247"/>
                    </a:lnTo>
                    <a:lnTo>
                      <a:pt x="229839" y="139247"/>
                    </a:lnTo>
                    <a:lnTo>
                      <a:pt x="229839" y="134709"/>
                    </a:lnTo>
                    <a:lnTo>
                      <a:pt x="221973" y="134104"/>
                    </a:lnTo>
                    <a:cubicBezTo>
                      <a:pt x="212897" y="133499"/>
                      <a:pt x="208964" y="128054"/>
                      <a:pt x="208964" y="116255"/>
                    </a:cubicBezTo>
                    <a:lnTo>
                      <a:pt x="208964" y="53934"/>
                    </a:lnTo>
                    <a:cubicBezTo>
                      <a:pt x="208964" y="18236"/>
                      <a:pt x="197166" y="85"/>
                      <a:pt x="173871" y="85"/>
                    </a:cubicBezTo>
                    <a:cubicBezTo>
                      <a:pt x="156325" y="85"/>
                      <a:pt x="140896" y="7950"/>
                      <a:pt x="124559" y="25497"/>
                    </a:cubicBezTo>
                    <a:cubicBezTo>
                      <a:pt x="119114" y="8253"/>
                      <a:pt x="108828" y="85"/>
                      <a:pt x="92492" y="85"/>
                    </a:cubicBezTo>
                    <a:cubicBezTo>
                      <a:pt x="79180" y="85"/>
                      <a:pt x="70710" y="4320"/>
                      <a:pt x="45600" y="23379"/>
                    </a:cubicBezTo>
                    <a:lnTo>
                      <a:pt x="45600" y="690"/>
                    </a:lnTo>
                    <a:lnTo>
                      <a:pt x="43482" y="85"/>
                    </a:lnTo>
                    <a:cubicBezTo>
                      <a:pt x="28053" y="5833"/>
                      <a:pt x="17768" y="9160"/>
                      <a:pt x="1129" y="13698"/>
                    </a:cubicBezTo>
                    <a:lnTo>
                      <a:pt x="1129" y="1884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4B1FCD4-1B57-288D-0F34-B53AFE0EE727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9512820" y="4981958"/>
                <a:ext cx="140674" cy="204810"/>
              </a:xfrm>
              <a:custGeom>
                <a:avLst/>
                <a:gdLst>
                  <a:gd name="connsiteX0" fmla="*/ 1439 w 140674"/>
                  <a:gd name="connsiteY0" fmla="*/ 20354 h 204810"/>
                  <a:gd name="connsiteX1" fmla="*/ 9002 w 140674"/>
                  <a:gd name="connsiteY1" fmla="*/ 20051 h 204810"/>
                  <a:gd name="connsiteX2" fmla="*/ 21406 w 140674"/>
                  <a:gd name="connsiteY2" fmla="*/ 37295 h 204810"/>
                  <a:gd name="connsiteX3" fmla="*/ 21406 w 140674"/>
                  <a:gd name="connsiteY3" fmla="*/ 178878 h 204810"/>
                  <a:gd name="connsiteX4" fmla="*/ 229 w 140674"/>
                  <a:gd name="connsiteY4" fmla="*/ 199752 h 204810"/>
                  <a:gd name="connsiteX5" fmla="*/ 229 w 140674"/>
                  <a:gd name="connsiteY5" fmla="*/ 204895 h 204810"/>
                  <a:gd name="connsiteX6" fmla="*/ 73440 w 140674"/>
                  <a:gd name="connsiteY6" fmla="*/ 204895 h 204810"/>
                  <a:gd name="connsiteX7" fmla="*/ 73440 w 140674"/>
                  <a:gd name="connsiteY7" fmla="*/ 199450 h 204810"/>
                  <a:gd name="connsiteX8" fmla="*/ 46818 w 140674"/>
                  <a:gd name="connsiteY8" fmla="*/ 176760 h 204810"/>
                  <a:gd name="connsiteX9" fmla="*/ 46818 w 140674"/>
                  <a:gd name="connsiteY9" fmla="*/ 129264 h 204810"/>
                  <a:gd name="connsiteX10" fmla="*/ 77373 w 140674"/>
                  <a:gd name="connsiteY10" fmla="*/ 142272 h 204810"/>
                  <a:gd name="connsiteX11" fmla="*/ 140904 w 140674"/>
                  <a:gd name="connsiteY11" fmla="*/ 64523 h 204810"/>
                  <a:gd name="connsiteX12" fmla="*/ 90382 w 140674"/>
                  <a:gd name="connsiteY12" fmla="*/ 85 h 204810"/>
                  <a:gd name="connsiteX13" fmla="*/ 46818 w 140674"/>
                  <a:gd name="connsiteY13" fmla="*/ 23984 h 204810"/>
                  <a:gd name="connsiteX14" fmla="*/ 46818 w 140674"/>
                  <a:gd name="connsiteY14" fmla="*/ 690 h 204810"/>
                  <a:gd name="connsiteX15" fmla="*/ 45003 w 140674"/>
                  <a:gd name="connsiteY15" fmla="*/ 85 h 204810"/>
                  <a:gd name="connsiteX16" fmla="*/ 1439 w 140674"/>
                  <a:gd name="connsiteY16" fmla="*/ 15514 h 204810"/>
                  <a:gd name="connsiteX17" fmla="*/ 1439 w 140674"/>
                  <a:gd name="connsiteY17" fmla="*/ 20354 h 204810"/>
                  <a:gd name="connsiteX18" fmla="*/ 46818 w 140674"/>
                  <a:gd name="connsiteY18" fmla="*/ 38203 h 204810"/>
                  <a:gd name="connsiteX19" fmla="*/ 77676 w 140674"/>
                  <a:gd name="connsiteY19" fmla="*/ 18236 h 204810"/>
                  <a:gd name="connsiteX20" fmla="*/ 114886 w 140674"/>
                  <a:gd name="connsiteY20" fmla="*/ 76321 h 204810"/>
                  <a:gd name="connsiteX21" fmla="*/ 78281 w 140674"/>
                  <a:gd name="connsiteY21" fmla="*/ 132591 h 204810"/>
                  <a:gd name="connsiteX22" fmla="*/ 46818 w 140674"/>
                  <a:gd name="connsiteY22" fmla="*/ 112625 h 204810"/>
                  <a:gd name="connsiteX23" fmla="*/ 46818 w 140674"/>
                  <a:gd name="connsiteY23" fmla="*/ 38203 h 204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40674" h="204810">
                    <a:moveTo>
                      <a:pt x="1439" y="20354"/>
                    </a:moveTo>
                    <a:cubicBezTo>
                      <a:pt x="4162" y="20051"/>
                      <a:pt x="6279" y="20051"/>
                      <a:pt x="9002" y="20051"/>
                    </a:cubicBezTo>
                    <a:cubicBezTo>
                      <a:pt x="19288" y="20051"/>
                      <a:pt x="21406" y="23077"/>
                      <a:pt x="21406" y="37295"/>
                    </a:cubicBezTo>
                    <a:lnTo>
                      <a:pt x="21406" y="178878"/>
                    </a:lnTo>
                    <a:cubicBezTo>
                      <a:pt x="21406" y="194609"/>
                      <a:pt x="18078" y="197937"/>
                      <a:pt x="229" y="199752"/>
                    </a:cubicBezTo>
                    <a:lnTo>
                      <a:pt x="229" y="204895"/>
                    </a:lnTo>
                    <a:lnTo>
                      <a:pt x="73440" y="204895"/>
                    </a:lnTo>
                    <a:lnTo>
                      <a:pt x="73440" y="199450"/>
                    </a:lnTo>
                    <a:cubicBezTo>
                      <a:pt x="50751" y="199147"/>
                      <a:pt x="46818" y="195820"/>
                      <a:pt x="46818" y="176760"/>
                    </a:cubicBezTo>
                    <a:lnTo>
                      <a:pt x="46818" y="129264"/>
                    </a:lnTo>
                    <a:cubicBezTo>
                      <a:pt x="57406" y="139247"/>
                      <a:pt x="64667" y="142272"/>
                      <a:pt x="77373" y="142272"/>
                    </a:cubicBezTo>
                    <a:cubicBezTo>
                      <a:pt x="113071" y="142272"/>
                      <a:pt x="140904" y="108389"/>
                      <a:pt x="140904" y="64523"/>
                    </a:cubicBezTo>
                    <a:cubicBezTo>
                      <a:pt x="140904" y="27010"/>
                      <a:pt x="119727" y="85"/>
                      <a:pt x="90382" y="85"/>
                    </a:cubicBezTo>
                    <a:cubicBezTo>
                      <a:pt x="73440" y="85"/>
                      <a:pt x="60129" y="7648"/>
                      <a:pt x="46818" y="23984"/>
                    </a:cubicBezTo>
                    <a:lnTo>
                      <a:pt x="46818" y="690"/>
                    </a:lnTo>
                    <a:lnTo>
                      <a:pt x="45003" y="85"/>
                    </a:lnTo>
                    <a:cubicBezTo>
                      <a:pt x="28666" y="6438"/>
                      <a:pt x="18078" y="10371"/>
                      <a:pt x="1439" y="15514"/>
                    </a:cubicBezTo>
                    <a:lnTo>
                      <a:pt x="1439" y="20354"/>
                    </a:lnTo>
                    <a:close/>
                    <a:moveTo>
                      <a:pt x="46818" y="38203"/>
                    </a:moveTo>
                    <a:cubicBezTo>
                      <a:pt x="46818" y="29127"/>
                      <a:pt x="63759" y="18236"/>
                      <a:pt x="77676" y="18236"/>
                    </a:cubicBezTo>
                    <a:cubicBezTo>
                      <a:pt x="100063" y="18236"/>
                      <a:pt x="114886" y="41228"/>
                      <a:pt x="114886" y="76321"/>
                    </a:cubicBezTo>
                    <a:cubicBezTo>
                      <a:pt x="114886" y="109902"/>
                      <a:pt x="100063" y="132591"/>
                      <a:pt x="78281" y="132591"/>
                    </a:cubicBezTo>
                    <a:cubicBezTo>
                      <a:pt x="64062" y="132591"/>
                      <a:pt x="46818" y="121700"/>
                      <a:pt x="46818" y="112625"/>
                    </a:cubicBezTo>
                    <a:lnTo>
                      <a:pt x="46818" y="38203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B0C7496E-9DF7-A097-6128-B2B3FECAFCFD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9678567" y="4982260"/>
                <a:ext cx="89850" cy="141885"/>
              </a:xfrm>
              <a:custGeom>
                <a:avLst/>
                <a:gdLst>
                  <a:gd name="connsiteX0" fmla="*/ 80101 w 89850"/>
                  <a:gd name="connsiteY0" fmla="*/ 43951 h 141885"/>
                  <a:gd name="connsiteX1" fmla="*/ 78891 w 89850"/>
                  <a:gd name="connsiteY1" fmla="*/ 2807 h 141885"/>
                  <a:gd name="connsiteX2" fmla="*/ 75563 w 89850"/>
                  <a:gd name="connsiteY2" fmla="*/ 2807 h 141885"/>
                  <a:gd name="connsiteX3" fmla="*/ 74958 w 89850"/>
                  <a:gd name="connsiteY3" fmla="*/ 3412 h 141885"/>
                  <a:gd name="connsiteX4" fmla="*/ 70722 w 89850"/>
                  <a:gd name="connsiteY4" fmla="*/ 5833 h 141885"/>
                  <a:gd name="connsiteX5" fmla="*/ 62554 w 89850"/>
                  <a:gd name="connsiteY5" fmla="*/ 3715 h 141885"/>
                  <a:gd name="connsiteX6" fmla="*/ 41377 w 89850"/>
                  <a:gd name="connsiteY6" fmla="*/ 85 h 141885"/>
                  <a:gd name="connsiteX7" fmla="*/ 234 w 89850"/>
                  <a:gd name="connsiteY7" fmla="*/ 37295 h 141885"/>
                  <a:gd name="connsiteX8" fmla="*/ 35629 w 89850"/>
                  <a:gd name="connsiteY8" fmla="*/ 80859 h 141885"/>
                  <a:gd name="connsiteX9" fmla="*/ 53176 w 89850"/>
                  <a:gd name="connsiteY9" fmla="*/ 90843 h 141885"/>
                  <a:gd name="connsiteX10" fmla="*/ 68907 w 89850"/>
                  <a:gd name="connsiteY10" fmla="*/ 113532 h 141885"/>
                  <a:gd name="connsiteX11" fmla="*/ 43798 w 89850"/>
                  <a:gd name="connsiteY11" fmla="*/ 135314 h 141885"/>
                  <a:gd name="connsiteX12" fmla="*/ 18385 w 89850"/>
                  <a:gd name="connsiteY12" fmla="*/ 124726 h 141885"/>
                  <a:gd name="connsiteX13" fmla="*/ 5377 w 89850"/>
                  <a:gd name="connsiteY13" fmla="*/ 92960 h 141885"/>
                  <a:gd name="connsiteX14" fmla="*/ 536 w 89850"/>
                  <a:gd name="connsiteY14" fmla="*/ 92960 h 141885"/>
                  <a:gd name="connsiteX15" fmla="*/ 536 w 89850"/>
                  <a:gd name="connsiteY15" fmla="*/ 140155 h 141885"/>
                  <a:gd name="connsiteX16" fmla="*/ 4469 w 89850"/>
                  <a:gd name="connsiteY16" fmla="*/ 140155 h 141885"/>
                  <a:gd name="connsiteX17" fmla="*/ 11427 w 89850"/>
                  <a:gd name="connsiteY17" fmla="*/ 136524 h 141885"/>
                  <a:gd name="connsiteX18" fmla="*/ 25343 w 89850"/>
                  <a:gd name="connsiteY18" fmla="*/ 138944 h 141885"/>
                  <a:gd name="connsiteX19" fmla="*/ 47428 w 89850"/>
                  <a:gd name="connsiteY19" fmla="*/ 141970 h 141885"/>
                  <a:gd name="connsiteX20" fmla="*/ 90084 w 89850"/>
                  <a:gd name="connsiteY20" fmla="*/ 103246 h 141885"/>
                  <a:gd name="connsiteX21" fmla="*/ 64672 w 89850"/>
                  <a:gd name="connsiteY21" fmla="*/ 67246 h 141885"/>
                  <a:gd name="connsiteX22" fmla="*/ 31999 w 89850"/>
                  <a:gd name="connsiteY22" fmla="*/ 47884 h 141885"/>
                  <a:gd name="connsiteX23" fmla="*/ 18990 w 89850"/>
                  <a:gd name="connsiteY23" fmla="*/ 27312 h 141885"/>
                  <a:gd name="connsiteX24" fmla="*/ 42285 w 89850"/>
                  <a:gd name="connsiteY24" fmla="*/ 6740 h 141885"/>
                  <a:gd name="connsiteX25" fmla="*/ 75563 w 89850"/>
                  <a:gd name="connsiteY25" fmla="*/ 43951 h 141885"/>
                  <a:gd name="connsiteX26" fmla="*/ 80101 w 89850"/>
                  <a:gd name="connsiteY26" fmla="*/ 43951 h 14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9850" h="141885">
                    <a:moveTo>
                      <a:pt x="80101" y="43951"/>
                    </a:moveTo>
                    <a:lnTo>
                      <a:pt x="78891" y="2807"/>
                    </a:lnTo>
                    <a:lnTo>
                      <a:pt x="75563" y="2807"/>
                    </a:lnTo>
                    <a:lnTo>
                      <a:pt x="74958" y="3412"/>
                    </a:lnTo>
                    <a:cubicBezTo>
                      <a:pt x="72235" y="5530"/>
                      <a:pt x="71933" y="5833"/>
                      <a:pt x="70722" y="5833"/>
                    </a:cubicBezTo>
                    <a:cubicBezTo>
                      <a:pt x="68907" y="5833"/>
                      <a:pt x="65882" y="5228"/>
                      <a:pt x="62554" y="3715"/>
                    </a:cubicBezTo>
                    <a:cubicBezTo>
                      <a:pt x="55899" y="1295"/>
                      <a:pt x="49243" y="85"/>
                      <a:pt x="41377" y="85"/>
                    </a:cubicBezTo>
                    <a:cubicBezTo>
                      <a:pt x="17478" y="85"/>
                      <a:pt x="234" y="15514"/>
                      <a:pt x="234" y="37295"/>
                    </a:cubicBezTo>
                    <a:cubicBezTo>
                      <a:pt x="234" y="54237"/>
                      <a:pt x="9915" y="66338"/>
                      <a:pt x="35629" y="80859"/>
                    </a:cubicBezTo>
                    <a:lnTo>
                      <a:pt x="53176" y="90843"/>
                    </a:lnTo>
                    <a:cubicBezTo>
                      <a:pt x="63764" y="96893"/>
                      <a:pt x="68907" y="104154"/>
                      <a:pt x="68907" y="113532"/>
                    </a:cubicBezTo>
                    <a:cubicBezTo>
                      <a:pt x="68907" y="126843"/>
                      <a:pt x="59226" y="135314"/>
                      <a:pt x="43798" y="135314"/>
                    </a:cubicBezTo>
                    <a:cubicBezTo>
                      <a:pt x="33512" y="135314"/>
                      <a:pt x="24133" y="131381"/>
                      <a:pt x="18385" y="124726"/>
                    </a:cubicBezTo>
                    <a:cubicBezTo>
                      <a:pt x="12032" y="117163"/>
                      <a:pt x="9310" y="110204"/>
                      <a:pt x="5377" y="92960"/>
                    </a:cubicBezTo>
                    <a:lnTo>
                      <a:pt x="536" y="92960"/>
                    </a:lnTo>
                    <a:lnTo>
                      <a:pt x="536" y="140155"/>
                    </a:lnTo>
                    <a:lnTo>
                      <a:pt x="4469" y="140155"/>
                    </a:lnTo>
                    <a:cubicBezTo>
                      <a:pt x="6587" y="137129"/>
                      <a:pt x="7797" y="136524"/>
                      <a:pt x="11427" y="136524"/>
                    </a:cubicBezTo>
                    <a:cubicBezTo>
                      <a:pt x="14150" y="136524"/>
                      <a:pt x="18385" y="137129"/>
                      <a:pt x="25343" y="138944"/>
                    </a:cubicBezTo>
                    <a:cubicBezTo>
                      <a:pt x="33814" y="140760"/>
                      <a:pt x="41982" y="141970"/>
                      <a:pt x="47428" y="141970"/>
                    </a:cubicBezTo>
                    <a:cubicBezTo>
                      <a:pt x="70722" y="141970"/>
                      <a:pt x="90084" y="124423"/>
                      <a:pt x="90084" y="103246"/>
                    </a:cubicBezTo>
                    <a:cubicBezTo>
                      <a:pt x="90084" y="88120"/>
                      <a:pt x="82824" y="78137"/>
                      <a:pt x="64672" y="67246"/>
                    </a:cubicBezTo>
                    <a:lnTo>
                      <a:pt x="31999" y="47884"/>
                    </a:lnTo>
                    <a:cubicBezTo>
                      <a:pt x="23528" y="43044"/>
                      <a:pt x="18990" y="35480"/>
                      <a:pt x="18990" y="27312"/>
                    </a:cubicBezTo>
                    <a:cubicBezTo>
                      <a:pt x="18990" y="15211"/>
                      <a:pt x="28369" y="6740"/>
                      <a:pt x="42285" y="6740"/>
                    </a:cubicBezTo>
                    <a:cubicBezTo>
                      <a:pt x="59529" y="6740"/>
                      <a:pt x="68605" y="17026"/>
                      <a:pt x="75563" y="43951"/>
                    </a:cubicBezTo>
                    <a:lnTo>
                      <a:pt x="80101" y="4395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C309C6A9-17B6-58B4-2197-EB458C33D123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9790033" y="4981958"/>
                <a:ext cx="133414" cy="142187"/>
              </a:xfrm>
              <a:custGeom>
                <a:avLst/>
                <a:gdLst>
                  <a:gd name="connsiteX0" fmla="*/ 67096 w 133414"/>
                  <a:gd name="connsiteY0" fmla="*/ 85 h 142187"/>
                  <a:gd name="connsiteX1" fmla="*/ 238 w 133414"/>
                  <a:gd name="connsiteY1" fmla="*/ 70876 h 142187"/>
                  <a:gd name="connsiteX2" fmla="*/ 66491 w 133414"/>
                  <a:gd name="connsiteY2" fmla="*/ 142272 h 142187"/>
                  <a:gd name="connsiteX3" fmla="*/ 133652 w 133414"/>
                  <a:gd name="connsiteY3" fmla="*/ 68456 h 142187"/>
                  <a:gd name="connsiteX4" fmla="*/ 67096 w 133414"/>
                  <a:gd name="connsiteY4" fmla="*/ 85 h 142187"/>
                  <a:gd name="connsiteX5" fmla="*/ 63163 w 133414"/>
                  <a:gd name="connsiteY5" fmla="*/ 8555 h 142187"/>
                  <a:gd name="connsiteX6" fmla="*/ 106425 w 133414"/>
                  <a:gd name="connsiteY6" fmla="*/ 79044 h 142187"/>
                  <a:gd name="connsiteX7" fmla="*/ 70121 w 133414"/>
                  <a:gd name="connsiteY7" fmla="*/ 133802 h 142187"/>
                  <a:gd name="connsiteX8" fmla="*/ 40776 w 133414"/>
                  <a:gd name="connsiteY8" fmla="*/ 114440 h 142187"/>
                  <a:gd name="connsiteX9" fmla="*/ 27465 w 133414"/>
                  <a:gd name="connsiteY9" fmla="*/ 56052 h 142187"/>
                  <a:gd name="connsiteX10" fmla="*/ 63163 w 133414"/>
                  <a:gd name="connsiteY10" fmla="*/ 8555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414" h="142187">
                    <a:moveTo>
                      <a:pt x="67096" y="85"/>
                    </a:moveTo>
                    <a:cubicBezTo>
                      <a:pt x="27768" y="85"/>
                      <a:pt x="238" y="29127"/>
                      <a:pt x="238" y="70876"/>
                    </a:cubicBezTo>
                    <a:cubicBezTo>
                      <a:pt x="238" y="111717"/>
                      <a:pt x="28373" y="142272"/>
                      <a:pt x="66491" y="142272"/>
                    </a:cubicBezTo>
                    <a:cubicBezTo>
                      <a:pt x="104609" y="142272"/>
                      <a:pt x="133652" y="110204"/>
                      <a:pt x="133652" y="68456"/>
                    </a:cubicBezTo>
                    <a:cubicBezTo>
                      <a:pt x="133652" y="28825"/>
                      <a:pt x="105819" y="85"/>
                      <a:pt x="67096" y="85"/>
                    </a:cubicBezTo>
                    <a:close/>
                    <a:moveTo>
                      <a:pt x="63163" y="8555"/>
                    </a:moveTo>
                    <a:cubicBezTo>
                      <a:pt x="88575" y="8555"/>
                      <a:pt x="106425" y="37598"/>
                      <a:pt x="106425" y="79044"/>
                    </a:cubicBezTo>
                    <a:cubicBezTo>
                      <a:pt x="106425" y="113230"/>
                      <a:pt x="92811" y="133802"/>
                      <a:pt x="70121" y="133802"/>
                    </a:cubicBezTo>
                    <a:cubicBezTo>
                      <a:pt x="58323" y="133802"/>
                      <a:pt x="47129" y="126541"/>
                      <a:pt x="40776" y="114440"/>
                    </a:cubicBezTo>
                    <a:cubicBezTo>
                      <a:pt x="32305" y="98708"/>
                      <a:pt x="27465" y="77532"/>
                      <a:pt x="27465" y="56052"/>
                    </a:cubicBezTo>
                    <a:cubicBezTo>
                      <a:pt x="27465" y="27312"/>
                      <a:pt x="41684" y="8555"/>
                      <a:pt x="63163" y="8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FF7CA40-4351-8887-CAFE-4BA6893A0A9E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9937931" y="4981958"/>
                <a:ext cx="141885" cy="139162"/>
              </a:xfrm>
              <a:custGeom>
                <a:avLst/>
                <a:gdLst>
                  <a:gd name="connsiteX0" fmla="*/ 243 w 141885"/>
                  <a:gd name="connsiteY0" fmla="*/ 18841 h 139162"/>
                  <a:gd name="connsiteX1" fmla="*/ 8411 w 141885"/>
                  <a:gd name="connsiteY1" fmla="*/ 17631 h 139162"/>
                  <a:gd name="connsiteX2" fmla="*/ 19604 w 141885"/>
                  <a:gd name="connsiteY2" fmla="*/ 36993 h 139162"/>
                  <a:gd name="connsiteX3" fmla="*/ 19604 w 141885"/>
                  <a:gd name="connsiteY3" fmla="*/ 112020 h 139162"/>
                  <a:gd name="connsiteX4" fmla="*/ 848 w 141885"/>
                  <a:gd name="connsiteY4" fmla="*/ 134709 h 139162"/>
                  <a:gd name="connsiteX5" fmla="*/ 848 w 141885"/>
                  <a:gd name="connsiteY5" fmla="*/ 139247 h 139162"/>
                  <a:gd name="connsiteX6" fmla="*/ 64983 w 141885"/>
                  <a:gd name="connsiteY6" fmla="*/ 139247 h 139162"/>
                  <a:gd name="connsiteX7" fmla="*/ 64983 w 141885"/>
                  <a:gd name="connsiteY7" fmla="*/ 134709 h 139162"/>
                  <a:gd name="connsiteX8" fmla="*/ 45017 w 141885"/>
                  <a:gd name="connsiteY8" fmla="*/ 118978 h 139162"/>
                  <a:gd name="connsiteX9" fmla="*/ 45017 w 141885"/>
                  <a:gd name="connsiteY9" fmla="*/ 33968 h 139162"/>
                  <a:gd name="connsiteX10" fmla="*/ 76177 w 141885"/>
                  <a:gd name="connsiteY10" fmla="*/ 16724 h 139162"/>
                  <a:gd name="connsiteX11" fmla="*/ 98261 w 141885"/>
                  <a:gd name="connsiteY11" fmla="*/ 46069 h 139162"/>
                  <a:gd name="connsiteX12" fmla="*/ 98261 w 141885"/>
                  <a:gd name="connsiteY12" fmla="*/ 109297 h 139162"/>
                  <a:gd name="connsiteX13" fmla="*/ 79202 w 141885"/>
                  <a:gd name="connsiteY13" fmla="*/ 134709 h 139162"/>
                  <a:gd name="connsiteX14" fmla="*/ 79202 w 141885"/>
                  <a:gd name="connsiteY14" fmla="*/ 139247 h 139162"/>
                  <a:gd name="connsiteX15" fmla="*/ 142128 w 141885"/>
                  <a:gd name="connsiteY15" fmla="*/ 139247 h 139162"/>
                  <a:gd name="connsiteX16" fmla="*/ 142128 w 141885"/>
                  <a:gd name="connsiteY16" fmla="*/ 134709 h 139162"/>
                  <a:gd name="connsiteX17" fmla="*/ 123673 w 141885"/>
                  <a:gd name="connsiteY17" fmla="*/ 114742 h 139162"/>
                  <a:gd name="connsiteX18" fmla="*/ 123673 w 141885"/>
                  <a:gd name="connsiteY18" fmla="*/ 45464 h 139162"/>
                  <a:gd name="connsiteX19" fmla="*/ 87975 w 141885"/>
                  <a:gd name="connsiteY19" fmla="*/ 85 h 139162"/>
                  <a:gd name="connsiteX20" fmla="*/ 44109 w 141885"/>
                  <a:gd name="connsiteY20" fmla="*/ 24589 h 139162"/>
                  <a:gd name="connsiteX21" fmla="*/ 44109 w 141885"/>
                  <a:gd name="connsiteY21" fmla="*/ 690 h 139162"/>
                  <a:gd name="connsiteX22" fmla="*/ 41991 w 141885"/>
                  <a:gd name="connsiteY22" fmla="*/ 85 h 139162"/>
                  <a:gd name="connsiteX23" fmla="*/ 243 w 141885"/>
                  <a:gd name="connsiteY23" fmla="*/ 13698 h 139162"/>
                  <a:gd name="connsiteX24" fmla="*/ 243 w 141885"/>
                  <a:gd name="connsiteY24" fmla="*/ 18841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1885" h="139162">
                    <a:moveTo>
                      <a:pt x="243" y="18841"/>
                    </a:moveTo>
                    <a:cubicBezTo>
                      <a:pt x="2058" y="17934"/>
                      <a:pt x="5083" y="17631"/>
                      <a:pt x="8411" y="17631"/>
                    </a:cubicBezTo>
                    <a:cubicBezTo>
                      <a:pt x="16882" y="17631"/>
                      <a:pt x="19604" y="22169"/>
                      <a:pt x="19604" y="36993"/>
                    </a:cubicBezTo>
                    <a:lnTo>
                      <a:pt x="19604" y="112020"/>
                    </a:lnTo>
                    <a:cubicBezTo>
                      <a:pt x="19604" y="129264"/>
                      <a:pt x="16276" y="133499"/>
                      <a:pt x="848" y="134709"/>
                    </a:cubicBezTo>
                    <a:lnTo>
                      <a:pt x="848" y="139247"/>
                    </a:lnTo>
                    <a:lnTo>
                      <a:pt x="64983" y="139247"/>
                    </a:lnTo>
                    <a:lnTo>
                      <a:pt x="64983" y="134709"/>
                    </a:lnTo>
                    <a:cubicBezTo>
                      <a:pt x="49554" y="133499"/>
                      <a:pt x="45017" y="129869"/>
                      <a:pt x="45017" y="118978"/>
                    </a:cubicBezTo>
                    <a:lnTo>
                      <a:pt x="45017" y="33968"/>
                    </a:lnTo>
                    <a:cubicBezTo>
                      <a:pt x="59538" y="20354"/>
                      <a:pt x="66193" y="16724"/>
                      <a:pt x="76177" y="16724"/>
                    </a:cubicBezTo>
                    <a:cubicBezTo>
                      <a:pt x="91001" y="16724"/>
                      <a:pt x="98261" y="26102"/>
                      <a:pt x="98261" y="46069"/>
                    </a:cubicBezTo>
                    <a:lnTo>
                      <a:pt x="98261" y="109297"/>
                    </a:lnTo>
                    <a:cubicBezTo>
                      <a:pt x="98261" y="128356"/>
                      <a:pt x="94328" y="133499"/>
                      <a:pt x="79202" y="134709"/>
                    </a:cubicBezTo>
                    <a:lnTo>
                      <a:pt x="79202" y="139247"/>
                    </a:lnTo>
                    <a:lnTo>
                      <a:pt x="142128" y="139247"/>
                    </a:lnTo>
                    <a:lnTo>
                      <a:pt x="142128" y="134709"/>
                    </a:lnTo>
                    <a:cubicBezTo>
                      <a:pt x="127304" y="133196"/>
                      <a:pt x="123673" y="129566"/>
                      <a:pt x="123673" y="114742"/>
                    </a:cubicBezTo>
                    <a:lnTo>
                      <a:pt x="123673" y="45464"/>
                    </a:lnTo>
                    <a:cubicBezTo>
                      <a:pt x="123673" y="17026"/>
                      <a:pt x="110362" y="85"/>
                      <a:pt x="87975" y="85"/>
                    </a:cubicBezTo>
                    <a:cubicBezTo>
                      <a:pt x="74059" y="85"/>
                      <a:pt x="64681" y="5228"/>
                      <a:pt x="44109" y="24589"/>
                    </a:cubicBezTo>
                    <a:lnTo>
                      <a:pt x="44109" y="690"/>
                    </a:lnTo>
                    <a:lnTo>
                      <a:pt x="41991" y="85"/>
                    </a:lnTo>
                    <a:cubicBezTo>
                      <a:pt x="27167" y="5530"/>
                      <a:pt x="16882" y="8858"/>
                      <a:pt x="243" y="13698"/>
                    </a:cubicBezTo>
                    <a:lnTo>
                      <a:pt x="243" y="1884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9C36078D-193C-3D30-43DE-A742A12D583F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0108821" y="4916612"/>
                <a:ext cx="42051" cy="73514"/>
              </a:xfrm>
              <a:custGeom>
                <a:avLst/>
                <a:gdLst>
                  <a:gd name="connsiteX0" fmla="*/ 8416 w 42051"/>
                  <a:gd name="connsiteY0" fmla="*/ 73599 h 73514"/>
                  <a:gd name="connsiteX1" fmla="*/ 42299 w 42051"/>
                  <a:gd name="connsiteY1" fmla="*/ 27010 h 73514"/>
                  <a:gd name="connsiteX2" fmla="*/ 18097 w 42051"/>
                  <a:gd name="connsiteY2" fmla="*/ 85 h 73514"/>
                  <a:gd name="connsiteX3" fmla="*/ 248 w 42051"/>
                  <a:gd name="connsiteY3" fmla="*/ 17329 h 73514"/>
                  <a:gd name="connsiteX4" fmla="*/ 18097 w 42051"/>
                  <a:gd name="connsiteY4" fmla="*/ 32758 h 73514"/>
                  <a:gd name="connsiteX5" fmla="*/ 23845 w 42051"/>
                  <a:gd name="connsiteY5" fmla="*/ 32153 h 73514"/>
                  <a:gd name="connsiteX6" fmla="*/ 26265 w 42051"/>
                  <a:gd name="connsiteY6" fmla="*/ 31547 h 73514"/>
                  <a:gd name="connsiteX7" fmla="*/ 30500 w 42051"/>
                  <a:gd name="connsiteY7" fmla="*/ 35783 h 73514"/>
                  <a:gd name="connsiteX8" fmla="*/ 5693 w 42051"/>
                  <a:gd name="connsiteY8" fmla="*/ 67851 h 73514"/>
                  <a:gd name="connsiteX9" fmla="*/ 8416 w 42051"/>
                  <a:gd name="connsiteY9" fmla="*/ 73599 h 73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051" h="73514">
                    <a:moveTo>
                      <a:pt x="8416" y="73599"/>
                    </a:moveTo>
                    <a:cubicBezTo>
                      <a:pt x="28685" y="63615"/>
                      <a:pt x="42299" y="45161"/>
                      <a:pt x="42299" y="27010"/>
                    </a:cubicBezTo>
                    <a:cubicBezTo>
                      <a:pt x="42299" y="11883"/>
                      <a:pt x="31710" y="85"/>
                      <a:pt x="18097" y="85"/>
                    </a:cubicBezTo>
                    <a:cubicBezTo>
                      <a:pt x="7508" y="85"/>
                      <a:pt x="248" y="7043"/>
                      <a:pt x="248" y="17329"/>
                    </a:cubicBezTo>
                    <a:cubicBezTo>
                      <a:pt x="248" y="27010"/>
                      <a:pt x="7206" y="32758"/>
                      <a:pt x="18097" y="32758"/>
                    </a:cubicBezTo>
                    <a:cubicBezTo>
                      <a:pt x="19912" y="32758"/>
                      <a:pt x="22029" y="32455"/>
                      <a:pt x="23845" y="32153"/>
                    </a:cubicBezTo>
                    <a:cubicBezTo>
                      <a:pt x="25962" y="31547"/>
                      <a:pt x="25962" y="31547"/>
                      <a:pt x="26265" y="31547"/>
                    </a:cubicBezTo>
                    <a:cubicBezTo>
                      <a:pt x="28685" y="31547"/>
                      <a:pt x="30500" y="33363"/>
                      <a:pt x="30500" y="35783"/>
                    </a:cubicBezTo>
                    <a:cubicBezTo>
                      <a:pt x="30500" y="45766"/>
                      <a:pt x="22029" y="56657"/>
                      <a:pt x="5693" y="67851"/>
                    </a:cubicBezTo>
                    <a:lnTo>
                      <a:pt x="8416" y="73599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1FAAF6D1-0A6D-2850-71A4-A0E13253619A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0184769" y="4982260"/>
                <a:ext cx="89850" cy="141885"/>
              </a:xfrm>
              <a:custGeom>
                <a:avLst/>
                <a:gdLst>
                  <a:gd name="connsiteX0" fmla="*/ 80117 w 89850"/>
                  <a:gd name="connsiteY0" fmla="*/ 43951 h 141885"/>
                  <a:gd name="connsiteX1" fmla="*/ 78907 w 89850"/>
                  <a:gd name="connsiteY1" fmla="*/ 2807 h 141885"/>
                  <a:gd name="connsiteX2" fmla="*/ 75579 w 89850"/>
                  <a:gd name="connsiteY2" fmla="*/ 2807 h 141885"/>
                  <a:gd name="connsiteX3" fmla="*/ 74974 w 89850"/>
                  <a:gd name="connsiteY3" fmla="*/ 3412 h 141885"/>
                  <a:gd name="connsiteX4" fmla="*/ 70739 w 89850"/>
                  <a:gd name="connsiteY4" fmla="*/ 5833 h 141885"/>
                  <a:gd name="connsiteX5" fmla="*/ 62571 w 89850"/>
                  <a:gd name="connsiteY5" fmla="*/ 3715 h 141885"/>
                  <a:gd name="connsiteX6" fmla="*/ 41394 w 89850"/>
                  <a:gd name="connsiteY6" fmla="*/ 85 h 141885"/>
                  <a:gd name="connsiteX7" fmla="*/ 250 w 89850"/>
                  <a:gd name="connsiteY7" fmla="*/ 37295 h 141885"/>
                  <a:gd name="connsiteX8" fmla="*/ 35646 w 89850"/>
                  <a:gd name="connsiteY8" fmla="*/ 80859 h 141885"/>
                  <a:gd name="connsiteX9" fmla="*/ 53193 w 89850"/>
                  <a:gd name="connsiteY9" fmla="*/ 90843 h 141885"/>
                  <a:gd name="connsiteX10" fmla="*/ 68924 w 89850"/>
                  <a:gd name="connsiteY10" fmla="*/ 113532 h 141885"/>
                  <a:gd name="connsiteX11" fmla="*/ 43814 w 89850"/>
                  <a:gd name="connsiteY11" fmla="*/ 135314 h 141885"/>
                  <a:gd name="connsiteX12" fmla="*/ 18402 w 89850"/>
                  <a:gd name="connsiteY12" fmla="*/ 124726 h 141885"/>
                  <a:gd name="connsiteX13" fmla="*/ 5393 w 89850"/>
                  <a:gd name="connsiteY13" fmla="*/ 92960 h 141885"/>
                  <a:gd name="connsiteX14" fmla="*/ 553 w 89850"/>
                  <a:gd name="connsiteY14" fmla="*/ 92960 h 141885"/>
                  <a:gd name="connsiteX15" fmla="*/ 553 w 89850"/>
                  <a:gd name="connsiteY15" fmla="*/ 140155 h 141885"/>
                  <a:gd name="connsiteX16" fmla="*/ 4486 w 89850"/>
                  <a:gd name="connsiteY16" fmla="*/ 140155 h 141885"/>
                  <a:gd name="connsiteX17" fmla="*/ 11444 w 89850"/>
                  <a:gd name="connsiteY17" fmla="*/ 136524 h 141885"/>
                  <a:gd name="connsiteX18" fmla="*/ 25360 w 89850"/>
                  <a:gd name="connsiteY18" fmla="*/ 138944 h 141885"/>
                  <a:gd name="connsiteX19" fmla="*/ 47445 w 89850"/>
                  <a:gd name="connsiteY19" fmla="*/ 141970 h 141885"/>
                  <a:gd name="connsiteX20" fmla="*/ 90101 w 89850"/>
                  <a:gd name="connsiteY20" fmla="*/ 103246 h 141885"/>
                  <a:gd name="connsiteX21" fmla="*/ 64689 w 89850"/>
                  <a:gd name="connsiteY21" fmla="*/ 67246 h 141885"/>
                  <a:gd name="connsiteX22" fmla="*/ 32016 w 89850"/>
                  <a:gd name="connsiteY22" fmla="*/ 47884 h 141885"/>
                  <a:gd name="connsiteX23" fmla="*/ 19007 w 89850"/>
                  <a:gd name="connsiteY23" fmla="*/ 27312 h 141885"/>
                  <a:gd name="connsiteX24" fmla="*/ 42302 w 89850"/>
                  <a:gd name="connsiteY24" fmla="*/ 6740 h 141885"/>
                  <a:gd name="connsiteX25" fmla="*/ 75579 w 89850"/>
                  <a:gd name="connsiteY25" fmla="*/ 43951 h 141885"/>
                  <a:gd name="connsiteX26" fmla="*/ 80117 w 89850"/>
                  <a:gd name="connsiteY26" fmla="*/ 43951 h 14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9850" h="141885">
                    <a:moveTo>
                      <a:pt x="80117" y="43951"/>
                    </a:moveTo>
                    <a:lnTo>
                      <a:pt x="78907" y="2807"/>
                    </a:lnTo>
                    <a:lnTo>
                      <a:pt x="75579" y="2807"/>
                    </a:lnTo>
                    <a:lnTo>
                      <a:pt x="74974" y="3412"/>
                    </a:lnTo>
                    <a:cubicBezTo>
                      <a:pt x="72252" y="5530"/>
                      <a:pt x="71949" y="5833"/>
                      <a:pt x="70739" y="5833"/>
                    </a:cubicBezTo>
                    <a:cubicBezTo>
                      <a:pt x="68924" y="5833"/>
                      <a:pt x="65899" y="5228"/>
                      <a:pt x="62571" y="3715"/>
                    </a:cubicBezTo>
                    <a:cubicBezTo>
                      <a:pt x="55915" y="1295"/>
                      <a:pt x="49260" y="85"/>
                      <a:pt x="41394" y="85"/>
                    </a:cubicBezTo>
                    <a:cubicBezTo>
                      <a:pt x="17494" y="85"/>
                      <a:pt x="250" y="15514"/>
                      <a:pt x="250" y="37295"/>
                    </a:cubicBezTo>
                    <a:cubicBezTo>
                      <a:pt x="250" y="54237"/>
                      <a:pt x="9931" y="66338"/>
                      <a:pt x="35646" y="80859"/>
                    </a:cubicBezTo>
                    <a:lnTo>
                      <a:pt x="53193" y="90843"/>
                    </a:lnTo>
                    <a:cubicBezTo>
                      <a:pt x="63781" y="96893"/>
                      <a:pt x="68924" y="104154"/>
                      <a:pt x="68924" y="113532"/>
                    </a:cubicBezTo>
                    <a:cubicBezTo>
                      <a:pt x="68924" y="126843"/>
                      <a:pt x="59243" y="135314"/>
                      <a:pt x="43814" y="135314"/>
                    </a:cubicBezTo>
                    <a:cubicBezTo>
                      <a:pt x="33528" y="135314"/>
                      <a:pt x="24150" y="131381"/>
                      <a:pt x="18402" y="124726"/>
                    </a:cubicBezTo>
                    <a:cubicBezTo>
                      <a:pt x="12049" y="117163"/>
                      <a:pt x="9326" y="110204"/>
                      <a:pt x="5393" y="92960"/>
                    </a:cubicBezTo>
                    <a:lnTo>
                      <a:pt x="553" y="92960"/>
                    </a:lnTo>
                    <a:lnTo>
                      <a:pt x="553" y="140155"/>
                    </a:lnTo>
                    <a:lnTo>
                      <a:pt x="4486" y="140155"/>
                    </a:lnTo>
                    <a:cubicBezTo>
                      <a:pt x="6603" y="137129"/>
                      <a:pt x="7813" y="136524"/>
                      <a:pt x="11444" y="136524"/>
                    </a:cubicBezTo>
                    <a:cubicBezTo>
                      <a:pt x="14167" y="136524"/>
                      <a:pt x="18402" y="137129"/>
                      <a:pt x="25360" y="138944"/>
                    </a:cubicBezTo>
                    <a:cubicBezTo>
                      <a:pt x="33831" y="140760"/>
                      <a:pt x="41999" y="141970"/>
                      <a:pt x="47445" y="141970"/>
                    </a:cubicBezTo>
                    <a:cubicBezTo>
                      <a:pt x="70739" y="141970"/>
                      <a:pt x="90101" y="124423"/>
                      <a:pt x="90101" y="103246"/>
                    </a:cubicBezTo>
                    <a:cubicBezTo>
                      <a:pt x="90101" y="88120"/>
                      <a:pt x="82840" y="78137"/>
                      <a:pt x="64689" y="67246"/>
                    </a:cubicBezTo>
                    <a:lnTo>
                      <a:pt x="32016" y="47884"/>
                    </a:lnTo>
                    <a:cubicBezTo>
                      <a:pt x="23545" y="43044"/>
                      <a:pt x="19007" y="35480"/>
                      <a:pt x="19007" y="27312"/>
                    </a:cubicBezTo>
                    <a:cubicBezTo>
                      <a:pt x="19007" y="15211"/>
                      <a:pt x="28385" y="6740"/>
                      <a:pt x="42302" y="6740"/>
                    </a:cubicBezTo>
                    <a:cubicBezTo>
                      <a:pt x="59546" y="6740"/>
                      <a:pt x="68621" y="17026"/>
                      <a:pt x="75579" y="43951"/>
                    </a:cubicBezTo>
                    <a:lnTo>
                      <a:pt x="80117" y="4395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E4517E73-20D3-EE28-346D-9C8676C02BAC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0376385" y="4916612"/>
                <a:ext cx="117682" cy="208743"/>
              </a:xfrm>
              <a:custGeom>
                <a:avLst/>
                <a:gdLst>
                  <a:gd name="connsiteX0" fmla="*/ 33535 w 117682"/>
                  <a:gd name="connsiteY0" fmla="*/ 104759 h 208743"/>
                  <a:gd name="connsiteX1" fmla="*/ 65602 w 117682"/>
                  <a:gd name="connsiteY1" fmla="*/ 108087 h 208743"/>
                  <a:gd name="connsiteX2" fmla="*/ 96158 w 117682"/>
                  <a:gd name="connsiteY2" fmla="*/ 152861 h 208743"/>
                  <a:gd name="connsiteX3" fmla="*/ 56527 w 117682"/>
                  <a:gd name="connsiteY3" fmla="*/ 197937 h 208743"/>
                  <a:gd name="connsiteX4" fmla="*/ 31114 w 117682"/>
                  <a:gd name="connsiteY4" fmla="*/ 188559 h 208743"/>
                  <a:gd name="connsiteX5" fmla="*/ 11753 w 117682"/>
                  <a:gd name="connsiteY5" fmla="*/ 180996 h 208743"/>
                  <a:gd name="connsiteX6" fmla="*/ 257 w 117682"/>
                  <a:gd name="connsiteY6" fmla="*/ 191584 h 208743"/>
                  <a:gd name="connsiteX7" fmla="*/ 34442 w 117682"/>
                  <a:gd name="connsiteY7" fmla="*/ 208828 h 208743"/>
                  <a:gd name="connsiteX8" fmla="*/ 95855 w 117682"/>
                  <a:gd name="connsiteY8" fmla="*/ 188559 h 208743"/>
                  <a:gd name="connsiteX9" fmla="*/ 117940 w 117682"/>
                  <a:gd name="connsiteY9" fmla="*/ 138339 h 208743"/>
                  <a:gd name="connsiteX10" fmla="*/ 104326 w 117682"/>
                  <a:gd name="connsiteY10" fmla="*/ 99313 h 208743"/>
                  <a:gd name="connsiteX11" fmla="*/ 79216 w 117682"/>
                  <a:gd name="connsiteY11" fmla="*/ 83280 h 208743"/>
                  <a:gd name="connsiteX12" fmla="*/ 107654 w 117682"/>
                  <a:gd name="connsiteY12" fmla="*/ 41531 h 208743"/>
                  <a:gd name="connsiteX13" fmla="*/ 60460 w 117682"/>
                  <a:gd name="connsiteY13" fmla="*/ 85 h 208743"/>
                  <a:gd name="connsiteX14" fmla="*/ 21131 w 117682"/>
                  <a:gd name="connsiteY14" fmla="*/ 14909 h 208743"/>
                  <a:gd name="connsiteX15" fmla="*/ 862 w 117682"/>
                  <a:gd name="connsiteY15" fmla="*/ 49094 h 208743"/>
                  <a:gd name="connsiteX16" fmla="*/ 5400 w 117682"/>
                  <a:gd name="connsiteY16" fmla="*/ 50304 h 208743"/>
                  <a:gd name="connsiteX17" fmla="*/ 50476 w 117682"/>
                  <a:gd name="connsiteY17" fmla="*/ 18236 h 208743"/>
                  <a:gd name="connsiteX18" fmla="*/ 83754 w 117682"/>
                  <a:gd name="connsiteY18" fmla="*/ 50607 h 208743"/>
                  <a:gd name="connsiteX19" fmla="*/ 71653 w 117682"/>
                  <a:gd name="connsiteY19" fmla="*/ 79952 h 208743"/>
                  <a:gd name="connsiteX20" fmla="*/ 33535 w 117682"/>
                  <a:gd name="connsiteY20" fmla="*/ 100826 h 208743"/>
                  <a:gd name="connsiteX21" fmla="*/ 33535 w 117682"/>
                  <a:gd name="connsiteY21" fmla="*/ 104759 h 208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7682" h="208743">
                    <a:moveTo>
                      <a:pt x="33535" y="104759"/>
                    </a:moveTo>
                    <a:cubicBezTo>
                      <a:pt x="51384" y="104759"/>
                      <a:pt x="58342" y="105364"/>
                      <a:pt x="65602" y="108087"/>
                    </a:cubicBezTo>
                    <a:cubicBezTo>
                      <a:pt x="84359" y="114742"/>
                      <a:pt x="96158" y="131986"/>
                      <a:pt x="96158" y="152861"/>
                    </a:cubicBezTo>
                    <a:cubicBezTo>
                      <a:pt x="96158" y="178273"/>
                      <a:pt x="78914" y="197937"/>
                      <a:pt x="56527" y="197937"/>
                    </a:cubicBezTo>
                    <a:cubicBezTo>
                      <a:pt x="48358" y="197937"/>
                      <a:pt x="42308" y="195820"/>
                      <a:pt x="31114" y="188559"/>
                    </a:cubicBezTo>
                    <a:cubicBezTo>
                      <a:pt x="22039" y="183113"/>
                      <a:pt x="16896" y="180996"/>
                      <a:pt x="11753" y="180996"/>
                    </a:cubicBezTo>
                    <a:cubicBezTo>
                      <a:pt x="4795" y="180996"/>
                      <a:pt x="257" y="185231"/>
                      <a:pt x="257" y="191584"/>
                    </a:cubicBezTo>
                    <a:cubicBezTo>
                      <a:pt x="257" y="202173"/>
                      <a:pt x="13265" y="208828"/>
                      <a:pt x="34442" y="208828"/>
                    </a:cubicBezTo>
                    <a:cubicBezTo>
                      <a:pt x="57737" y="208828"/>
                      <a:pt x="81636" y="200962"/>
                      <a:pt x="95855" y="188559"/>
                    </a:cubicBezTo>
                    <a:cubicBezTo>
                      <a:pt x="110074" y="176155"/>
                      <a:pt x="117940" y="158609"/>
                      <a:pt x="117940" y="138339"/>
                    </a:cubicBezTo>
                    <a:cubicBezTo>
                      <a:pt x="117940" y="122911"/>
                      <a:pt x="113099" y="108692"/>
                      <a:pt x="104326" y="99313"/>
                    </a:cubicBezTo>
                    <a:cubicBezTo>
                      <a:pt x="98275" y="92658"/>
                      <a:pt x="92527" y="89028"/>
                      <a:pt x="79216" y="83280"/>
                    </a:cubicBezTo>
                    <a:cubicBezTo>
                      <a:pt x="100091" y="69061"/>
                      <a:pt x="107654" y="57867"/>
                      <a:pt x="107654" y="41531"/>
                    </a:cubicBezTo>
                    <a:cubicBezTo>
                      <a:pt x="107654" y="17026"/>
                      <a:pt x="88292" y="85"/>
                      <a:pt x="60460" y="85"/>
                    </a:cubicBezTo>
                    <a:cubicBezTo>
                      <a:pt x="45333" y="85"/>
                      <a:pt x="32022" y="5228"/>
                      <a:pt x="21131" y="14909"/>
                    </a:cubicBezTo>
                    <a:cubicBezTo>
                      <a:pt x="12055" y="23077"/>
                      <a:pt x="7517" y="30942"/>
                      <a:pt x="862" y="49094"/>
                    </a:cubicBezTo>
                    <a:lnTo>
                      <a:pt x="5400" y="50304"/>
                    </a:lnTo>
                    <a:cubicBezTo>
                      <a:pt x="17803" y="28220"/>
                      <a:pt x="31417" y="18236"/>
                      <a:pt x="50476" y="18236"/>
                    </a:cubicBezTo>
                    <a:cubicBezTo>
                      <a:pt x="70140" y="18236"/>
                      <a:pt x="83754" y="31547"/>
                      <a:pt x="83754" y="50607"/>
                    </a:cubicBezTo>
                    <a:cubicBezTo>
                      <a:pt x="83754" y="61498"/>
                      <a:pt x="79216" y="72389"/>
                      <a:pt x="71653" y="79952"/>
                    </a:cubicBezTo>
                    <a:cubicBezTo>
                      <a:pt x="62577" y="89028"/>
                      <a:pt x="54106" y="93565"/>
                      <a:pt x="33535" y="100826"/>
                    </a:cubicBezTo>
                    <a:lnTo>
                      <a:pt x="33535" y="104759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A2B0781-509E-3EE0-21C1-CDBD928BBD09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0512484" y="4916612"/>
                <a:ext cx="89547" cy="208743"/>
              </a:xfrm>
              <a:custGeom>
                <a:avLst/>
                <a:gdLst>
                  <a:gd name="connsiteX0" fmla="*/ 89810 w 89547"/>
                  <a:gd name="connsiteY0" fmla="*/ 85 h 208743"/>
                  <a:gd name="connsiteX1" fmla="*/ 69540 w 89547"/>
                  <a:gd name="connsiteY1" fmla="*/ 85 h 208743"/>
                  <a:gd name="connsiteX2" fmla="*/ 262 w 89547"/>
                  <a:gd name="connsiteY2" fmla="*/ 208828 h 208743"/>
                  <a:gd name="connsiteX3" fmla="*/ 20833 w 89547"/>
                  <a:gd name="connsiteY3" fmla="*/ 208828 h 208743"/>
                  <a:gd name="connsiteX4" fmla="*/ 89810 w 89547"/>
                  <a:gd name="connsiteY4" fmla="*/ 85 h 208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547" h="208743">
                    <a:moveTo>
                      <a:pt x="89810" y="85"/>
                    </a:moveTo>
                    <a:lnTo>
                      <a:pt x="69540" y="85"/>
                    </a:lnTo>
                    <a:lnTo>
                      <a:pt x="262" y="208828"/>
                    </a:lnTo>
                    <a:lnTo>
                      <a:pt x="20833" y="208828"/>
                    </a:lnTo>
                    <a:lnTo>
                      <a:pt x="89810" y="85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708202C-8E89-0D95-8DC5-A336907F38A6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0616564" y="4916612"/>
                <a:ext cx="117682" cy="208743"/>
              </a:xfrm>
              <a:custGeom>
                <a:avLst/>
                <a:gdLst>
                  <a:gd name="connsiteX0" fmla="*/ 71056 w 117682"/>
                  <a:gd name="connsiteY0" fmla="*/ 92355 h 208743"/>
                  <a:gd name="connsiteX1" fmla="*/ 111594 w 117682"/>
                  <a:gd name="connsiteY1" fmla="*/ 43044 h 208743"/>
                  <a:gd name="connsiteX2" fmla="*/ 59560 w 117682"/>
                  <a:gd name="connsiteY2" fmla="*/ 85 h 208743"/>
                  <a:gd name="connsiteX3" fmla="*/ 2080 w 117682"/>
                  <a:gd name="connsiteY3" fmla="*/ 47884 h 208743"/>
                  <a:gd name="connsiteX4" fmla="*/ 39593 w 117682"/>
                  <a:gd name="connsiteY4" fmla="*/ 104154 h 208743"/>
                  <a:gd name="connsiteX5" fmla="*/ 264 w 117682"/>
                  <a:gd name="connsiteY5" fmla="*/ 158911 h 208743"/>
                  <a:gd name="connsiteX6" fmla="*/ 58350 w 117682"/>
                  <a:gd name="connsiteY6" fmla="*/ 208828 h 208743"/>
                  <a:gd name="connsiteX7" fmla="*/ 117947 w 117682"/>
                  <a:gd name="connsiteY7" fmla="*/ 157701 h 208743"/>
                  <a:gd name="connsiteX8" fmla="*/ 71056 w 117682"/>
                  <a:gd name="connsiteY8" fmla="*/ 92355 h 208743"/>
                  <a:gd name="connsiteX9" fmla="*/ 65610 w 117682"/>
                  <a:gd name="connsiteY9" fmla="*/ 123516 h 208743"/>
                  <a:gd name="connsiteX10" fmla="*/ 94955 w 117682"/>
                  <a:gd name="connsiteY10" fmla="*/ 167079 h 208743"/>
                  <a:gd name="connsiteX11" fmla="*/ 61677 w 117682"/>
                  <a:gd name="connsiteY11" fmla="*/ 200357 h 208743"/>
                  <a:gd name="connsiteX12" fmla="*/ 23256 w 117682"/>
                  <a:gd name="connsiteY12" fmla="*/ 156491 h 208743"/>
                  <a:gd name="connsiteX13" fmla="*/ 47459 w 117682"/>
                  <a:gd name="connsiteY13" fmla="*/ 110204 h 208743"/>
                  <a:gd name="connsiteX14" fmla="*/ 65610 w 117682"/>
                  <a:gd name="connsiteY14" fmla="*/ 123516 h 208743"/>
                  <a:gd name="connsiteX15" fmla="*/ 62282 w 117682"/>
                  <a:gd name="connsiteY15" fmla="*/ 86910 h 208743"/>
                  <a:gd name="connsiteX16" fmla="*/ 24467 w 117682"/>
                  <a:gd name="connsiteY16" fmla="*/ 38506 h 208743"/>
                  <a:gd name="connsiteX17" fmla="*/ 57139 w 117682"/>
                  <a:gd name="connsiteY17" fmla="*/ 8555 h 208743"/>
                  <a:gd name="connsiteX18" fmla="*/ 90720 w 117682"/>
                  <a:gd name="connsiteY18" fmla="*/ 42741 h 208743"/>
                  <a:gd name="connsiteX19" fmla="*/ 65005 w 117682"/>
                  <a:gd name="connsiteY19" fmla="*/ 85095 h 208743"/>
                  <a:gd name="connsiteX20" fmla="*/ 62282 w 117682"/>
                  <a:gd name="connsiteY20" fmla="*/ 86910 h 208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7682" h="208743">
                    <a:moveTo>
                      <a:pt x="71056" y="92355"/>
                    </a:moveTo>
                    <a:cubicBezTo>
                      <a:pt x="101006" y="76321"/>
                      <a:pt x="111594" y="63615"/>
                      <a:pt x="111594" y="43044"/>
                    </a:cubicBezTo>
                    <a:cubicBezTo>
                      <a:pt x="111594" y="18236"/>
                      <a:pt x="89812" y="85"/>
                      <a:pt x="59560" y="85"/>
                    </a:cubicBezTo>
                    <a:cubicBezTo>
                      <a:pt x="26584" y="85"/>
                      <a:pt x="2080" y="20354"/>
                      <a:pt x="2080" y="47884"/>
                    </a:cubicBezTo>
                    <a:cubicBezTo>
                      <a:pt x="2080" y="67548"/>
                      <a:pt x="7828" y="76321"/>
                      <a:pt x="39593" y="104154"/>
                    </a:cubicBezTo>
                    <a:cubicBezTo>
                      <a:pt x="6920" y="128961"/>
                      <a:pt x="264" y="138339"/>
                      <a:pt x="264" y="158911"/>
                    </a:cubicBezTo>
                    <a:cubicBezTo>
                      <a:pt x="264" y="188256"/>
                      <a:pt x="24164" y="208828"/>
                      <a:pt x="58350" y="208828"/>
                    </a:cubicBezTo>
                    <a:cubicBezTo>
                      <a:pt x="94653" y="208828"/>
                      <a:pt x="117947" y="188861"/>
                      <a:pt x="117947" y="157701"/>
                    </a:cubicBezTo>
                    <a:cubicBezTo>
                      <a:pt x="117947" y="134407"/>
                      <a:pt x="107661" y="119583"/>
                      <a:pt x="71056" y="92355"/>
                    </a:cubicBezTo>
                    <a:close/>
                    <a:moveTo>
                      <a:pt x="65610" y="123516"/>
                    </a:moveTo>
                    <a:cubicBezTo>
                      <a:pt x="87695" y="139247"/>
                      <a:pt x="94955" y="150138"/>
                      <a:pt x="94955" y="167079"/>
                    </a:cubicBezTo>
                    <a:cubicBezTo>
                      <a:pt x="94955" y="186744"/>
                      <a:pt x="81342" y="200357"/>
                      <a:pt x="61677" y="200357"/>
                    </a:cubicBezTo>
                    <a:cubicBezTo>
                      <a:pt x="38685" y="200357"/>
                      <a:pt x="23256" y="182811"/>
                      <a:pt x="23256" y="156491"/>
                    </a:cubicBezTo>
                    <a:cubicBezTo>
                      <a:pt x="23256" y="137129"/>
                      <a:pt x="29912" y="124423"/>
                      <a:pt x="47459" y="110204"/>
                    </a:cubicBezTo>
                    <a:lnTo>
                      <a:pt x="65610" y="123516"/>
                    </a:lnTo>
                    <a:close/>
                    <a:moveTo>
                      <a:pt x="62282" y="86910"/>
                    </a:moveTo>
                    <a:cubicBezTo>
                      <a:pt x="35358" y="69363"/>
                      <a:pt x="24467" y="55447"/>
                      <a:pt x="24467" y="38506"/>
                    </a:cubicBezTo>
                    <a:cubicBezTo>
                      <a:pt x="24467" y="20959"/>
                      <a:pt x="38080" y="8555"/>
                      <a:pt x="57139" y="8555"/>
                    </a:cubicBezTo>
                    <a:cubicBezTo>
                      <a:pt x="77711" y="8555"/>
                      <a:pt x="90720" y="21867"/>
                      <a:pt x="90720" y="42741"/>
                    </a:cubicBezTo>
                    <a:cubicBezTo>
                      <a:pt x="90720" y="59985"/>
                      <a:pt x="82249" y="73599"/>
                      <a:pt x="65005" y="85095"/>
                    </a:cubicBezTo>
                    <a:cubicBezTo>
                      <a:pt x="63493" y="86002"/>
                      <a:pt x="63493" y="86002"/>
                      <a:pt x="62282" y="869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41929E7-1665-BE47-89CD-EC008FC4A04C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10755386" y="4945957"/>
                <a:ext cx="80472" cy="178188"/>
              </a:xfrm>
              <a:custGeom>
                <a:avLst/>
                <a:gdLst>
                  <a:gd name="connsiteX0" fmla="*/ 73481 w 80472"/>
                  <a:gd name="connsiteY0" fmla="*/ 39111 h 178188"/>
                  <a:gd name="connsiteX1" fmla="*/ 42926 w 80472"/>
                  <a:gd name="connsiteY1" fmla="*/ 39111 h 178188"/>
                  <a:gd name="connsiteX2" fmla="*/ 42926 w 80472"/>
                  <a:gd name="connsiteY2" fmla="*/ 4018 h 178188"/>
                  <a:gd name="connsiteX3" fmla="*/ 40808 w 80472"/>
                  <a:gd name="connsiteY3" fmla="*/ 85 h 178188"/>
                  <a:gd name="connsiteX4" fmla="*/ 34757 w 80472"/>
                  <a:gd name="connsiteY4" fmla="*/ 8555 h 178188"/>
                  <a:gd name="connsiteX5" fmla="*/ 5412 w 80472"/>
                  <a:gd name="connsiteY5" fmla="*/ 40926 h 178188"/>
                  <a:gd name="connsiteX6" fmla="*/ 269 w 80472"/>
                  <a:gd name="connsiteY6" fmla="*/ 46674 h 178188"/>
                  <a:gd name="connsiteX7" fmla="*/ 1480 w 80472"/>
                  <a:gd name="connsiteY7" fmla="*/ 48792 h 178188"/>
                  <a:gd name="connsiteX8" fmla="*/ 17513 w 80472"/>
                  <a:gd name="connsiteY8" fmla="*/ 48792 h 178188"/>
                  <a:gd name="connsiteX9" fmla="*/ 17513 w 80472"/>
                  <a:gd name="connsiteY9" fmla="*/ 139852 h 178188"/>
                  <a:gd name="connsiteX10" fmla="*/ 44438 w 80472"/>
                  <a:gd name="connsiteY10" fmla="*/ 178273 h 178188"/>
                  <a:gd name="connsiteX11" fmla="*/ 80742 w 80472"/>
                  <a:gd name="connsiteY11" fmla="*/ 155281 h 178188"/>
                  <a:gd name="connsiteX12" fmla="*/ 76809 w 80472"/>
                  <a:gd name="connsiteY12" fmla="*/ 151953 h 178188"/>
                  <a:gd name="connsiteX13" fmla="*/ 58657 w 80472"/>
                  <a:gd name="connsiteY13" fmla="*/ 162542 h 178188"/>
                  <a:gd name="connsiteX14" fmla="*/ 42926 w 80472"/>
                  <a:gd name="connsiteY14" fmla="*/ 135314 h 178188"/>
                  <a:gd name="connsiteX15" fmla="*/ 42926 w 80472"/>
                  <a:gd name="connsiteY15" fmla="*/ 48792 h 178188"/>
                  <a:gd name="connsiteX16" fmla="*/ 73481 w 80472"/>
                  <a:gd name="connsiteY16" fmla="*/ 48792 h 178188"/>
                  <a:gd name="connsiteX17" fmla="*/ 73481 w 80472"/>
                  <a:gd name="connsiteY17" fmla="*/ 39111 h 178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472" h="178188">
                    <a:moveTo>
                      <a:pt x="73481" y="39111"/>
                    </a:moveTo>
                    <a:lnTo>
                      <a:pt x="42926" y="39111"/>
                    </a:lnTo>
                    <a:lnTo>
                      <a:pt x="42926" y="4018"/>
                    </a:lnTo>
                    <a:cubicBezTo>
                      <a:pt x="42926" y="992"/>
                      <a:pt x="42623" y="85"/>
                      <a:pt x="40808" y="85"/>
                    </a:cubicBezTo>
                    <a:cubicBezTo>
                      <a:pt x="38690" y="2807"/>
                      <a:pt x="36875" y="5530"/>
                      <a:pt x="34757" y="8555"/>
                    </a:cubicBezTo>
                    <a:cubicBezTo>
                      <a:pt x="23261" y="25194"/>
                      <a:pt x="10253" y="39716"/>
                      <a:pt x="5412" y="40926"/>
                    </a:cubicBezTo>
                    <a:cubicBezTo>
                      <a:pt x="2085" y="43044"/>
                      <a:pt x="269" y="45161"/>
                      <a:pt x="269" y="46674"/>
                    </a:cubicBezTo>
                    <a:cubicBezTo>
                      <a:pt x="269" y="47581"/>
                      <a:pt x="572" y="48186"/>
                      <a:pt x="1480" y="48792"/>
                    </a:cubicBezTo>
                    <a:lnTo>
                      <a:pt x="17513" y="48792"/>
                    </a:lnTo>
                    <a:lnTo>
                      <a:pt x="17513" y="139852"/>
                    </a:lnTo>
                    <a:cubicBezTo>
                      <a:pt x="17513" y="165264"/>
                      <a:pt x="26589" y="178273"/>
                      <a:pt x="44438" y="178273"/>
                    </a:cubicBezTo>
                    <a:cubicBezTo>
                      <a:pt x="59262" y="178273"/>
                      <a:pt x="70758" y="171012"/>
                      <a:pt x="80742" y="155281"/>
                    </a:cubicBezTo>
                    <a:lnTo>
                      <a:pt x="76809" y="151953"/>
                    </a:lnTo>
                    <a:cubicBezTo>
                      <a:pt x="70456" y="159516"/>
                      <a:pt x="65313" y="162542"/>
                      <a:pt x="58657" y="162542"/>
                    </a:cubicBezTo>
                    <a:cubicBezTo>
                      <a:pt x="47464" y="162542"/>
                      <a:pt x="42926" y="154373"/>
                      <a:pt x="42926" y="135314"/>
                    </a:cubicBezTo>
                    <a:lnTo>
                      <a:pt x="42926" y="48792"/>
                    </a:lnTo>
                    <a:lnTo>
                      <a:pt x="73481" y="48792"/>
                    </a:lnTo>
                    <a:lnTo>
                      <a:pt x="73481" y="3911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9150F8A-AF1C-0B5A-3D65-01E1F34EC203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10838590" y="4914494"/>
                <a:ext cx="144607" cy="206625"/>
              </a:xfrm>
              <a:custGeom>
                <a:avLst/>
                <a:gdLst>
                  <a:gd name="connsiteX0" fmla="*/ 45046 w 144607"/>
                  <a:gd name="connsiteY0" fmla="*/ 102944 h 206625"/>
                  <a:gd name="connsiteX1" fmla="*/ 78627 w 144607"/>
                  <a:gd name="connsiteY1" fmla="*/ 83885 h 206625"/>
                  <a:gd name="connsiteX2" fmla="*/ 101316 w 144607"/>
                  <a:gd name="connsiteY2" fmla="*/ 115952 h 206625"/>
                  <a:gd name="connsiteX3" fmla="*/ 101316 w 144607"/>
                  <a:gd name="connsiteY3" fmla="*/ 175853 h 206625"/>
                  <a:gd name="connsiteX4" fmla="*/ 80744 w 144607"/>
                  <a:gd name="connsiteY4" fmla="*/ 202173 h 206625"/>
                  <a:gd name="connsiteX5" fmla="*/ 80744 w 144607"/>
                  <a:gd name="connsiteY5" fmla="*/ 206710 h 206625"/>
                  <a:gd name="connsiteX6" fmla="*/ 144880 w 144607"/>
                  <a:gd name="connsiteY6" fmla="*/ 206710 h 206625"/>
                  <a:gd name="connsiteX7" fmla="*/ 144880 w 144607"/>
                  <a:gd name="connsiteY7" fmla="*/ 202173 h 206625"/>
                  <a:gd name="connsiteX8" fmla="*/ 126728 w 144607"/>
                  <a:gd name="connsiteY8" fmla="*/ 175853 h 206625"/>
                  <a:gd name="connsiteX9" fmla="*/ 126728 w 144607"/>
                  <a:gd name="connsiteY9" fmla="*/ 115650 h 206625"/>
                  <a:gd name="connsiteX10" fmla="*/ 89518 w 144607"/>
                  <a:gd name="connsiteY10" fmla="*/ 67548 h 206625"/>
                  <a:gd name="connsiteX11" fmla="*/ 45046 w 144607"/>
                  <a:gd name="connsiteY11" fmla="*/ 92960 h 206625"/>
                  <a:gd name="connsiteX12" fmla="*/ 45046 w 144607"/>
                  <a:gd name="connsiteY12" fmla="*/ 992 h 206625"/>
                  <a:gd name="connsiteX13" fmla="*/ 43534 w 144607"/>
                  <a:gd name="connsiteY13" fmla="*/ 85 h 206625"/>
                  <a:gd name="connsiteX14" fmla="*/ 8743 w 144607"/>
                  <a:gd name="connsiteY14" fmla="*/ 10976 h 206625"/>
                  <a:gd name="connsiteX15" fmla="*/ 575 w 144607"/>
                  <a:gd name="connsiteY15" fmla="*/ 13396 h 206625"/>
                  <a:gd name="connsiteX16" fmla="*/ 575 w 144607"/>
                  <a:gd name="connsiteY16" fmla="*/ 18236 h 206625"/>
                  <a:gd name="connsiteX17" fmla="*/ 4205 w 144607"/>
                  <a:gd name="connsiteY17" fmla="*/ 17934 h 206625"/>
                  <a:gd name="connsiteX18" fmla="*/ 19634 w 144607"/>
                  <a:gd name="connsiteY18" fmla="*/ 33363 h 206625"/>
                  <a:gd name="connsiteX19" fmla="*/ 19634 w 144607"/>
                  <a:gd name="connsiteY19" fmla="*/ 175853 h 206625"/>
                  <a:gd name="connsiteX20" fmla="*/ 272 w 144607"/>
                  <a:gd name="connsiteY20" fmla="*/ 202173 h 206625"/>
                  <a:gd name="connsiteX21" fmla="*/ 272 w 144607"/>
                  <a:gd name="connsiteY21" fmla="*/ 206710 h 206625"/>
                  <a:gd name="connsiteX22" fmla="*/ 65618 w 144607"/>
                  <a:gd name="connsiteY22" fmla="*/ 206710 h 206625"/>
                  <a:gd name="connsiteX23" fmla="*/ 65618 w 144607"/>
                  <a:gd name="connsiteY23" fmla="*/ 202173 h 206625"/>
                  <a:gd name="connsiteX24" fmla="*/ 45046 w 144607"/>
                  <a:gd name="connsiteY24" fmla="*/ 175853 h 206625"/>
                  <a:gd name="connsiteX25" fmla="*/ 45046 w 144607"/>
                  <a:gd name="connsiteY25" fmla="*/ 102944 h 206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4607" h="206625">
                    <a:moveTo>
                      <a:pt x="45046" y="102944"/>
                    </a:moveTo>
                    <a:cubicBezTo>
                      <a:pt x="57752" y="89028"/>
                      <a:pt x="66828" y="83885"/>
                      <a:pt x="78627" y="83885"/>
                    </a:cubicBezTo>
                    <a:cubicBezTo>
                      <a:pt x="93753" y="83885"/>
                      <a:pt x="101316" y="94776"/>
                      <a:pt x="101316" y="115952"/>
                    </a:cubicBezTo>
                    <a:lnTo>
                      <a:pt x="101316" y="175853"/>
                    </a:lnTo>
                    <a:cubicBezTo>
                      <a:pt x="101316" y="196425"/>
                      <a:pt x="98291" y="200357"/>
                      <a:pt x="80744" y="202173"/>
                    </a:cubicBezTo>
                    <a:lnTo>
                      <a:pt x="80744" y="206710"/>
                    </a:lnTo>
                    <a:lnTo>
                      <a:pt x="144880" y="206710"/>
                    </a:lnTo>
                    <a:lnTo>
                      <a:pt x="144880" y="202173"/>
                    </a:lnTo>
                    <a:cubicBezTo>
                      <a:pt x="128544" y="199147"/>
                      <a:pt x="126728" y="196727"/>
                      <a:pt x="126728" y="175853"/>
                    </a:cubicBezTo>
                    <a:lnTo>
                      <a:pt x="126728" y="115650"/>
                    </a:lnTo>
                    <a:cubicBezTo>
                      <a:pt x="126728" y="83885"/>
                      <a:pt x="114022" y="67548"/>
                      <a:pt x="89518" y="67548"/>
                    </a:cubicBezTo>
                    <a:cubicBezTo>
                      <a:pt x="71668" y="67548"/>
                      <a:pt x="58962" y="74809"/>
                      <a:pt x="45046" y="92960"/>
                    </a:cubicBezTo>
                    <a:lnTo>
                      <a:pt x="45046" y="992"/>
                    </a:lnTo>
                    <a:lnTo>
                      <a:pt x="43534" y="85"/>
                    </a:lnTo>
                    <a:cubicBezTo>
                      <a:pt x="33248" y="3715"/>
                      <a:pt x="25684" y="6135"/>
                      <a:pt x="8743" y="10976"/>
                    </a:cubicBezTo>
                    <a:lnTo>
                      <a:pt x="575" y="13396"/>
                    </a:lnTo>
                    <a:lnTo>
                      <a:pt x="575" y="18236"/>
                    </a:lnTo>
                    <a:cubicBezTo>
                      <a:pt x="1785" y="17934"/>
                      <a:pt x="2692" y="17934"/>
                      <a:pt x="4205" y="17934"/>
                    </a:cubicBezTo>
                    <a:cubicBezTo>
                      <a:pt x="17214" y="17934"/>
                      <a:pt x="19634" y="20354"/>
                      <a:pt x="19634" y="33363"/>
                    </a:cubicBezTo>
                    <a:lnTo>
                      <a:pt x="19634" y="175853"/>
                    </a:lnTo>
                    <a:cubicBezTo>
                      <a:pt x="19634" y="197030"/>
                      <a:pt x="17819" y="199752"/>
                      <a:pt x="272" y="202173"/>
                    </a:cubicBezTo>
                    <a:lnTo>
                      <a:pt x="272" y="206710"/>
                    </a:lnTo>
                    <a:lnTo>
                      <a:pt x="65618" y="206710"/>
                    </a:lnTo>
                    <a:lnTo>
                      <a:pt x="65618" y="202173"/>
                    </a:lnTo>
                    <a:cubicBezTo>
                      <a:pt x="48071" y="200357"/>
                      <a:pt x="45046" y="196727"/>
                      <a:pt x="45046" y="175853"/>
                    </a:cubicBezTo>
                    <a:lnTo>
                      <a:pt x="45046" y="102944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D529631-6CC8-F967-4811-5B1B391EC11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11069059" y="4920848"/>
                <a:ext cx="89850" cy="200272"/>
              </a:xfrm>
              <a:custGeom>
                <a:avLst/>
                <a:gdLst>
                  <a:gd name="connsiteX0" fmla="*/ 29625 w 89850"/>
                  <a:gd name="connsiteY0" fmla="*/ 167382 h 200272"/>
                  <a:gd name="connsiteX1" fmla="*/ 280 w 89850"/>
                  <a:gd name="connsiteY1" fmla="*/ 194609 h 200272"/>
                  <a:gd name="connsiteX2" fmla="*/ 280 w 89850"/>
                  <a:gd name="connsiteY2" fmla="*/ 200357 h 200272"/>
                  <a:gd name="connsiteX3" fmla="*/ 90130 w 89850"/>
                  <a:gd name="connsiteY3" fmla="*/ 200357 h 200272"/>
                  <a:gd name="connsiteX4" fmla="*/ 90130 w 89850"/>
                  <a:gd name="connsiteY4" fmla="*/ 194609 h 200272"/>
                  <a:gd name="connsiteX5" fmla="*/ 60482 w 89850"/>
                  <a:gd name="connsiteY5" fmla="*/ 167382 h 200272"/>
                  <a:gd name="connsiteX6" fmla="*/ 60482 w 89850"/>
                  <a:gd name="connsiteY6" fmla="*/ 33060 h 200272"/>
                  <a:gd name="connsiteX7" fmla="*/ 90130 w 89850"/>
                  <a:gd name="connsiteY7" fmla="*/ 5833 h 200272"/>
                  <a:gd name="connsiteX8" fmla="*/ 90130 w 89850"/>
                  <a:gd name="connsiteY8" fmla="*/ 85 h 200272"/>
                  <a:gd name="connsiteX9" fmla="*/ 280 w 89850"/>
                  <a:gd name="connsiteY9" fmla="*/ 85 h 200272"/>
                  <a:gd name="connsiteX10" fmla="*/ 280 w 89850"/>
                  <a:gd name="connsiteY10" fmla="*/ 5833 h 200272"/>
                  <a:gd name="connsiteX11" fmla="*/ 29625 w 89850"/>
                  <a:gd name="connsiteY11" fmla="*/ 33060 h 200272"/>
                  <a:gd name="connsiteX12" fmla="*/ 29625 w 89850"/>
                  <a:gd name="connsiteY12" fmla="*/ 167382 h 200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850" h="200272">
                    <a:moveTo>
                      <a:pt x="29625" y="167382"/>
                    </a:moveTo>
                    <a:cubicBezTo>
                      <a:pt x="29625" y="190072"/>
                      <a:pt x="25692" y="193702"/>
                      <a:pt x="280" y="194609"/>
                    </a:cubicBezTo>
                    <a:lnTo>
                      <a:pt x="280" y="200357"/>
                    </a:lnTo>
                    <a:lnTo>
                      <a:pt x="90130" y="200357"/>
                    </a:lnTo>
                    <a:lnTo>
                      <a:pt x="90130" y="194609"/>
                    </a:lnTo>
                    <a:cubicBezTo>
                      <a:pt x="65323" y="193702"/>
                      <a:pt x="60482" y="189466"/>
                      <a:pt x="60482" y="167382"/>
                    </a:cubicBezTo>
                    <a:lnTo>
                      <a:pt x="60482" y="33060"/>
                    </a:lnTo>
                    <a:cubicBezTo>
                      <a:pt x="60482" y="10976"/>
                      <a:pt x="64718" y="7043"/>
                      <a:pt x="90130" y="5833"/>
                    </a:cubicBezTo>
                    <a:lnTo>
                      <a:pt x="90130" y="85"/>
                    </a:lnTo>
                    <a:lnTo>
                      <a:pt x="280" y="85"/>
                    </a:lnTo>
                    <a:lnTo>
                      <a:pt x="280" y="5833"/>
                    </a:lnTo>
                    <a:cubicBezTo>
                      <a:pt x="25994" y="7345"/>
                      <a:pt x="29625" y="10673"/>
                      <a:pt x="29625" y="33060"/>
                    </a:cubicBezTo>
                    <a:lnTo>
                      <a:pt x="29625" y="167382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EA8A6E0D-9D7B-67B5-F2EF-2C0C357E1A8E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11169572" y="4981958"/>
                <a:ext cx="141885" cy="139162"/>
              </a:xfrm>
              <a:custGeom>
                <a:avLst/>
                <a:gdLst>
                  <a:gd name="connsiteX0" fmla="*/ 283 w 141885"/>
                  <a:gd name="connsiteY0" fmla="*/ 18841 h 139162"/>
                  <a:gd name="connsiteX1" fmla="*/ 8451 w 141885"/>
                  <a:gd name="connsiteY1" fmla="*/ 17631 h 139162"/>
                  <a:gd name="connsiteX2" fmla="*/ 19645 w 141885"/>
                  <a:gd name="connsiteY2" fmla="*/ 36993 h 139162"/>
                  <a:gd name="connsiteX3" fmla="*/ 19645 w 141885"/>
                  <a:gd name="connsiteY3" fmla="*/ 112020 h 139162"/>
                  <a:gd name="connsiteX4" fmla="*/ 888 w 141885"/>
                  <a:gd name="connsiteY4" fmla="*/ 134709 h 139162"/>
                  <a:gd name="connsiteX5" fmla="*/ 888 w 141885"/>
                  <a:gd name="connsiteY5" fmla="*/ 139247 h 139162"/>
                  <a:gd name="connsiteX6" fmla="*/ 65024 w 141885"/>
                  <a:gd name="connsiteY6" fmla="*/ 139247 h 139162"/>
                  <a:gd name="connsiteX7" fmla="*/ 65024 w 141885"/>
                  <a:gd name="connsiteY7" fmla="*/ 134709 h 139162"/>
                  <a:gd name="connsiteX8" fmla="*/ 45057 w 141885"/>
                  <a:gd name="connsiteY8" fmla="*/ 118978 h 139162"/>
                  <a:gd name="connsiteX9" fmla="*/ 45057 w 141885"/>
                  <a:gd name="connsiteY9" fmla="*/ 33968 h 139162"/>
                  <a:gd name="connsiteX10" fmla="*/ 76217 w 141885"/>
                  <a:gd name="connsiteY10" fmla="*/ 16724 h 139162"/>
                  <a:gd name="connsiteX11" fmla="*/ 98302 w 141885"/>
                  <a:gd name="connsiteY11" fmla="*/ 46069 h 139162"/>
                  <a:gd name="connsiteX12" fmla="*/ 98302 w 141885"/>
                  <a:gd name="connsiteY12" fmla="*/ 109297 h 139162"/>
                  <a:gd name="connsiteX13" fmla="*/ 79242 w 141885"/>
                  <a:gd name="connsiteY13" fmla="*/ 134709 h 139162"/>
                  <a:gd name="connsiteX14" fmla="*/ 79242 w 141885"/>
                  <a:gd name="connsiteY14" fmla="*/ 139247 h 139162"/>
                  <a:gd name="connsiteX15" fmla="*/ 142168 w 141885"/>
                  <a:gd name="connsiteY15" fmla="*/ 139247 h 139162"/>
                  <a:gd name="connsiteX16" fmla="*/ 142168 w 141885"/>
                  <a:gd name="connsiteY16" fmla="*/ 134709 h 139162"/>
                  <a:gd name="connsiteX17" fmla="*/ 123714 w 141885"/>
                  <a:gd name="connsiteY17" fmla="*/ 114742 h 139162"/>
                  <a:gd name="connsiteX18" fmla="*/ 123714 w 141885"/>
                  <a:gd name="connsiteY18" fmla="*/ 45464 h 139162"/>
                  <a:gd name="connsiteX19" fmla="*/ 88016 w 141885"/>
                  <a:gd name="connsiteY19" fmla="*/ 85 h 139162"/>
                  <a:gd name="connsiteX20" fmla="*/ 44149 w 141885"/>
                  <a:gd name="connsiteY20" fmla="*/ 24589 h 139162"/>
                  <a:gd name="connsiteX21" fmla="*/ 44149 w 141885"/>
                  <a:gd name="connsiteY21" fmla="*/ 690 h 139162"/>
                  <a:gd name="connsiteX22" fmla="*/ 42032 w 141885"/>
                  <a:gd name="connsiteY22" fmla="*/ 85 h 139162"/>
                  <a:gd name="connsiteX23" fmla="*/ 283 w 141885"/>
                  <a:gd name="connsiteY23" fmla="*/ 13698 h 139162"/>
                  <a:gd name="connsiteX24" fmla="*/ 283 w 141885"/>
                  <a:gd name="connsiteY24" fmla="*/ 18841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1885" h="139162">
                    <a:moveTo>
                      <a:pt x="283" y="18841"/>
                    </a:moveTo>
                    <a:cubicBezTo>
                      <a:pt x="2098" y="17934"/>
                      <a:pt x="5123" y="17631"/>
                      <a:pt x="8451" y="17631"/>
                    </a:cubicBezTo>
                    <a:cubicBezTo>
                      <a:pt x="16922" y="17631"/>
                      <a:pt x="19645" y="22169"/>
                      <a:pt x="19645" y="36993"/>
                    </a:cubicBezTo>
                    <a:lnTo>
                      <a:pt x="19645" y="112020"/>
                    </a:lnTo>
                    <a:cubicBezTo>
                      <a:pt x="19645" y="129264"/>
                      <a:pt x="16317" y="133499"/>
                      <a:pt x="888" y="134709"/>
                    </a:cubicBezTo>
                    <a:lnTo>
                      <a:pt x="888" y="139247"/>
                    </a:lnTo>
                    <a:lnTo>
                      <a:pt x="65024" y="139247"/>
                    </a:lnTo>
                    <a:lnTo>
                      <a:pt x="65024" y="134709"/>
                    </a:lnTo>
                    <a:cubicBezTo>
                      <a:pt x="49595" y="133499"/>
                      <a:pt x="45057" y="129869"/>
                      <a:pt x="45057" y="118978"/>
                    </a:cubicBezTo>
                    <a:lnTo>
                      <a:pt x="45057" y="33968"/>
                    </a:lnTo>
                    <a:cubicBezTo>
                      <a:pt x="59578" y="20354"/>
                      <a:pt x="66234" y="16724"/>
                      <a:pt x="76217" y="16724"/>
                    </a:cubicBezTo>
                    <a:cubicBezTo>
                      <a:pt x="91041" y="16724"/>
                      <a:pt x="98302" y="26102"/>
                      <a:pt x="98302" y="46069"/>
                    </a:cubicBezTo>
                    <a:lnTo>
                      <a:pt x="98302" y="109297"/>
                    </a:lnTo>
                    <a:cubicBezTo>
                      <a:pt x="98302" y="128356"/>
                      <a:pt x="94369" y="133499"/>
                      <a:pt x="79242" y="134709"/>
                    </a:cubicBezTo>
                    <a:lnTo>
                      <a:pt x="79242" y="139247"/>
                    </a:lnTo>
                    <a:lnTo>
                      <a:pt x="142168" y="139247"/>
                    </a:lnTo>
                    <a:lnTo>
                      <a:pt x="142168" y="134709"/>
                    </a:lnTo>
                    <a:cubicBezTo>
                      <a:pt x="127344" y="133196"/>
                      <a:pt x="123714" y="129566"/>
                      <a:pt x="123714" y="114742"/>
                    </a:cubicBezTo>
                    <a:lnTo>
                      <a:pt x="123714" y="45464"/>
                    </a:lnTo>
                    <a:cubicBezTo>
                      <a:pt x="123714" y="17026"/>
                      <a:pt x="110403" y="85"/>
                      <a:pt x="88016" y="85"/>
                    </a:cubicBezTo>
                    <a:cubicBezTo>
                      <a:pt x="74099" y="85"/>
                      <a:pt x="64721" y="5228"/>
                      <a:pt x="44149" y="24589"/>
                    </a:cubicBezTo>
                    <a:lnTo>
                      <a:pt x="44149" y="690"/>
                    </a:lnTo>
                    <a:lnTo>
                      <a:pt x="42032" y="85"/>
                    </a:lnTo>
                    <a:cubicBezTo>
                      <a:pt x="27208" y="5530"/>
                      <a:pt x="16922" y="8858"/>
                      <a:pt x="283" y="13698"/>
                    </a:cubicBezTo>
                    <a:lnTo>
                      <a:pt x="283" y="1884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9262D220-61D7-BFFF-DB9C-9FDCE1CBAB1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11320495" y="4945957"/>
                <a:ext cx="80472" cy="178188"/>
              </a:xfrm>
              <a:custGeom>
                <a:avLst/>
                <a:gdLst>
                  <a:gd name="connsiteX0" fmla="*/ 73499 w 80472"/>
                  <a:gd name="connsiteY0" fmla="*/ 39111 h 178188"/>
                  <a:gd name="connsiteX1" fmla="*/ 42944 w 80472"/>
                  <a:gd name="connsiteY1" fmla="*/ 39111 h 178188"/>
                  <a:gd name="connsiteX2" fmla="*/ 42944 w 80472"/>
                  <a:gd name="connsiteY2" fmla="*/ 4018 h 178188"/>
                  <a:gd name="connsiteX3" fmla="*/ 40827 w 80472"/>
                  <a:gd name="connsiteY3" fmla="*/ 85 h 178188"/>
                  <a:gd name="connsiteX4" fmla="*/ 34776 w 80472"/>
                  <a:gd name="connsiteY4" fmla="*/ 8555 h 178188"/>
                  <a:gd name="connsiteX5" fmla="*/ 5431 w 80472"/>
                  <a:gd name="connsiteY5" fmla="*/ 40926 h 178188"/>
                  <a:gd name="connsiteX6" fmla="*/ 288 w 80472"/>
                  <a:gd name="connsiteY6" fmla="*/ 46674 h 178188"/>
                  <a:gd name="connsiteX7" fmla="*/ 1498 w 80472"/>
                  <a:gd name="connsiteY7" fmla="*/ 48792 h 178188"/>
                  <a:gd name="connsiteX8" fmla="*/ 17532 w 80472"/>
                  <a:gd name="connsiteY8" fmla="*/ 48792 h 178188"/>
                  <a:gd name="connsiteX9" fmla="*/ 17532 w 80472"/>
                  <a:gd name="connsiteY9" fmla="*/ 139852 h 178188"/>
                  <a:gd name="connsiteX10" fmla="*/ 44457 w 80472"/>
                  <a:gd name="connsiteY10" fmla="*/ 178273 h 178188"/>
                  <a:gd name="connsiteX11" fmla="*/ 80760 w 80472"/>
                  <a:gd name="connsiteY11" fmla="*/ 155281 h 178188"/>
                  <a:gd name="connsiteX12" fmla="*/ 76827 w 80472"/>
                  <a:gd name="connsiteY12" fmla="*/ 151953 h 178188"/>
                  <a:gd name="connsiteX13" fmla="*/ 58676 w 80472"/>
                  <a:gd name="connsiteY13" fmla="*/ 162542 h 178188"/>
                  <a:gd name="connsiteX14" fmla="*/ 42944 w 80472"/>
                  <a:gd name="connsiteY14" fmla="*/ 135314 h 178188"/>
                  <a:gd name="connsiteX15" fmla="*/ 42944 w 80472"/>
                  <a:gd name="connsiteY15" fmla="*/ 48792 h 178188"/>
                  <a:gd name="connsiteX16" fmla="*/ 73499 w 80472"/>
                  <a:gd name="connsiteY16" fmla="*/ 48792 h 178188"/>
                  <a:gd name="connsiteX17" fmla="*/ 73499 w 80472"/>
                  <a:gd name="connsiteY17" fmla="*/ 39111 h 178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472" h="178188">
                    <a:moveTo>
                      <a:pt x="73499" y="39111"/>
                    </a:moveTo>
                    <a:lnTo>
                      <a:pt x="42944" y="39111"/>
                    </a:lnTo>
                    <a:lnTo>
                      <a:pt x="42944" y="4018"/>
                    </a:lnTo>
                    <a:cubicBezTo>
                      <a:pt x="42944" y="992"/>
                      <a:pt x="42642" y="85"/>
                      <a:pt x="40827" y="85"/>
                    </a:cubicBezTo>
                    <a:cubicBezTo>
                      <a:pt x="38709" y="2807"/>
                      <a:pt x="36894" y="5530"/>
                      <a:pt x="34776" y="8555"/>
                    </a:cubicBezTo>
                    <a:cubicBezTo>
                      <a:pt x="23280" y="25194"/>
                      <a:pt x="10271" y="39716"/>
                      <a:pt x="5431" y="40926"/>
                    </a:cubicBezTo>
                    <a:cubicBezTo>
                      <a:pt x="2103" y="43044"/>
                      <a:pt x="288" y="45161"/>
                      <a:pt x="288" y="46674"/>
                    </a:cubicBezTo>
                    <a:cubicBezTo>
                      <a:pt x="288" y="47581"/>
                      <a:pt x="590" y="48186"/>
                      <a:pt x="1498" y="48792"/>
                    </a:cubicBezTo>
                    <a:lnTo>
                      <a:pt x="17532" y="48792"/>
                    </a:lnTo>
                    <a:lnTo>
                      <a:pt x="17532" y="139852"/>
                    </a:lnTo>
                    <a:cubicBezTo>
                      <a:pt x="17532" y="165264"/>
                      <a:pt x="26608" y="178273"/>
                      <a:pt x="44457" y="178273"/>
                    </a:cubicBezTo>
                    <a:cubicBezTo>
                      <a:pt x="59281" y="178273"/>
                      <a:pt x="70777" y="171012"/>
                      <a:pt x="80760" y="155281"/>
                    </a:cubicBezTo>
                    <a:lnTo>
                      <a:pt x="76827" y="151953"/>
                    </a:lnTo>
                    <a:cubicBezTo>
                      <a:pt x="70474" y="159516"/>
                      <a:pt x="65331" y="162542"/>
                      <a:pt x="58676" y="162542"/>
                    </a:cubicBezTo>
                    <a:cubicBezTo>
                      <a:pt x="47482" y="162542"/>
                      <a:pt x="42944" y="154373"/>
                      <a:pt x="42944" y="135314"/>
                    </a:cubicBezTo>
                    <a:lnTo>
                      <a:pt x="42944" y="48792"/>
                    </a:lnTo>
                    <a:lnTo>
                      <a:pt x="73499" y="48792"/>
                    </a:lnTo>
                    <a:lnTo>
                      <a:pt x="73499" y="3911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D4D83A34-FFE5-BCE1-C6FE-7429B062E2B6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1408540" y="4981958"/>
                <a:ext cx="120708" cy="142187"/>
              </a:xfrm>
              <a:custGeom>
                <a:avLst/>
                <a:gdLst>
                  <a:gd name="connsiteX0" fmla="*/ 116158 w 120708"/>
                  <a:gd name="connsiteY0" fmla="*/ 89633 h 142187"/>
                  <a:gd name="connsiteX1" fmla="*/ 69267 w 120708"/>
                  <a:gd name="connsiteY1" fmla="*/ 121398 h 142187"/>
                  <a:gd name="connsiteX2" fmla="*/ 30241 w 120708"/>
                  <a:gd name="connsiteY2" fmla="*/ 95381 h 142187"/>
                  <a:gd name="connsiteX3" fmla="*/ 22073 w 120708"/>
                  <a:gd name="connsiteY3" fmla="*/ 55447 h 142187"/>
                  <a:gd name="connsiteX4" fmla="*/ 115251 w 120708"/>
                  <a:gd name="connsiteY4" fmla="*/ 55447 h 142187"/>
                  <a:gd name="connsiteX5" fmla="*/ 102242 w 120708"/>
                  <a:gd name="connsiteY5" fmla="*/ 17329 h 142187"/>
                  <a:gd name="connsiteX6" fmla="*/ 63519 w 120708"/>
                  <a:gd name="connsiteY6" fmla="*/ 85 h 142187"/>
                  <a:gd name="connsiteX7" fmla="*/ 22678 w 120708"/>
                  <a:gd name="connsiteY7" fmla="*/ 15816 h 142187"/>
                  <a:gd name="connsiteX8" fmla="*/ 291 w 120708"/>
                  <a:gd name="connsiteY8" fmla="*/ 74506 h 142187"/>
                  <a:gd name="connsiteX9" fmla="*/ 56863 w 120708"/>
                  <a:gd name="connsiteY9" fmla="*/ 142272 h 142187"/>
                  <a:gd name="connsiteX10" fmla="*/ 120999 w 120708"/>
                  <a:gd name="connsiteY10" fmla="*/ 91750 h 142187"/>
                  <a:gd name="connsiteX11" fmla="*/ 116158 w 120708"/>
                  <a:gd name="connsiteY11" fmla="*/ 89633 h 142187"/>
                  <a:gd name="connsiteX12" fmla="*/ 22678 w 120708"/>
                  <a:gd name="connsiteY12" fmla="*/ 45766 h 142187"/>
                  <a:gd name="connsiteX13" fmla="*/ 54746 w 120708"/>
                  <a:gd name="connsiteY13" fmla="*/ 10976 h 142187"/>
                  <a:gd name="connsiteX14" fmla="*/ 84393 w 120708"/>
                  <a:gd name="connsiteY14" fmla="*/ 45766 h 142187"/>
                  <a:gd name="connsiteX15" fmla="*/ 22678 w 120708"/>
                  <a:gd name="connsiteY15" fmla="*/ 45766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0708" h="142187">
                    <a:moveTo>
                      <a:pt x="116158" y="89633"/>
                    </a:moveTo>
                    <a:cubicBezTo>
                      <a:pt x="101637" y="112625"/>
                      <a:pt x="88629" y="121398"/>
                      <a:pt x="69267" y="121398"/>
                    </a:cubicBezTo>
                    <a:cubicBezTo>
                      <a:pt x="52023" y="121398"/>
                      <a:pt x="39014" y="112625"/>
                      <a:pt x="30241" y="95381"/>
                    </a:cubicBezTo>
                    <a:cubicBezTo>
                      <a:pt x="24795" y="83885"/>
                      <a:pt x="22678" y="73901"/>
                      <a:pt x="22073" y="55447"/>
                    </a:cubicBezTo>
                    <a:lnTo>
                      <a:pt x="115251" y="55447"/>
                    </a:lnTo>
                    <a:cubicBezTo>
                      <a:pt x="112831" y="35783"/>
                      <a:pt x="109805" y="27010"/>
                      <a:pt x="102242" y="17329"/>
                    </a:cubicBezTo>
                    <a:cubicBezTo>
                      <a:pt x="93166" y="6438"/>
                      <a:pt x="79250" y="85"/>
                      <a:pt x="63519" y="85"/>
                    </a:cubicBezTo>
                    <a:cubicBezTo>
                      <a:pt x="48392" y="85"/>
                      <a:pt x="34174" y="5530"/>
                      <a:pt x="22678" y="15816"/>
                    </a:cubicBezTo>
                    <a:cubicBezTo>
                      <a:pt x="8459" y="28220"/>
                      <a:pt x="291" y="49699"/>
                      <a:pt x="291" y="74506"/>
                    </a:cubicBezTo>
                    <a:cubicBezTo>
                      <a:pt x="291" y="116255"/>
                      <a:pt x="22073" y="142272"/>
                      <a:pt x="56863" y="142272"/>
                    </a:cubicBezTo>
                    <a:cubicBezTo>
                      <a:pt x="85603" y="142272"/>
                      <a:pt x="108293" y="124423"/>
                      <a:pt x="120999" y="91750"/>
                    </a:cubicBezTo>
                    <a:lnTo>
                      <a:pt x="116158" y="89633"/>
                    </a:lnTo>
                    <a:close/>
                    <a:moveTo>
                      <a:pt x="22678" y="45766"/>
                    </a:moveTo>
                    <a:cubicBezTo>
                      <a:pt x="26006" y="22169"/>
                      <a:pt x="36291" y="10976"/>
                      <a:pt x="54746" y="10976"/>
                    </a:cubicBezTo>
                    <a:cubicBezTo>
                      <a:pt x="73200" y="10976"/>
                      <a:pt x="80460" y="19446"/>
                      <a:pt x="84393" y="45766"/>
                    </a:cubicBezTo>
                    <a:lnTo>
                      <a:pt x="22678" y="45766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7C70881A-9A98-6B62-8801-814A66292E57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1539720" y="4981958"/>
                <a:ext cx="133716" cy="205113"/>
              </a:xfrm>
              <a:custGeom>
                <a:avLst/>
                <a:gdLst>
                  <a:gd name="connsiteX0" fmla="*/ 134012 w 133716"/>
                  <a:gd name="connsiteY0" fmla="*/ 21867 h 205113"/>
                  <a:gd name="connsiteX1" fmla="*/ 134012 w 133716"/>
                  <a:gd name="connsiteY1" fmla="*/ 10068 h 205113"/>
                  <a:gd name="connsiteX2" fmla="*/ 110717 w 133716"/>
                  <a:gd name="connsiteY2" fmla="*/ 10068 h 205113"/>
                  <a:gd name="connsiteX3" fmla="*/ 94078 w 133716"/>
                  <a:gd name="connsiteY3" fmla="*/ 7043 h 205113"/>
                  <a:gd name="connsiteX4" fmla="*/ 87423 w 133716"/>
                  <a:gd name="connsiteY4" fmla="*/ 4623 h 205113"/>
                  <a:gd name="connsiteX5" fmla="*/ 63221 w 133716"/>
                  <a:gd name="connsiteY5" fmla="*/ 85 h 205113"/>
                  <a:gd name="connsiteX6" fmla="*/ 12699 w 133716"/>
                  <a:gd name="connsiteY6" fmla="*/ 49397 h 205113"/>
                  <a:gd name="connsiteX7" fmla="*/ 40834 w 133716"/>
                  <a:gd name="connsiteY7" fmla="*/ 89935 h 205113"/>
                  <a:gd name="connsiteX8" fmla="*/ 27825 w 133716"/>
                  <a:gd name="connsiteY8" fmla="*/ 102036 h 205113"/>
                  <a:gd name="connsiteX9" fmla="*/ 13909 w 133716"/>
                  <a:gd name="connsiteY9" fmla="*/ 122911 h 205113"/>
                  <a:gd name="connsiteX10" fmla="*/ 29943 w 133716"/>
                  <a:gd name="connsiteY10" fmla="*/ 138944 h 205113"/>
                  <a:gd name="connsiteX11" fmla="*/ 295 w 133716"/>
                  <a:gd name="connsiteY11" fmla="*/ 175853 h 205113"/>
                  <a:gd name="connsiteX12" fmla="*/ 52632 w 133716"/>
                  <a:gd name="connsiteY12" fmla="*/ 205198 h 205113"/>
                  <a:gd name="connsiteX13" fmla="*/ 114650 w 133716"/>
                  <a:gd name="connsiteY13" fmla="*/ 184626 h 205113"/>
                  <a:gd name="connsiteX14" fmla="*/ 131289 w 133716"/>
                  <a:gd name="connsiteY14" fmla="*/ 154071 h 205113"/>
                  <a:gd name="connsiteX15" fmla="*/ 94683 w 133716"/>
                  <a:gd name="connsiteY15" fmla="*/ 121700 h 205113"/>
                  <a:gd name="connsiteX16" fmla="*/ 55657 w 133716"/>
                  <a:gd name="connsiteY16" fmla="*/ 119885 h 205113"/>
                  <a:gd name="connsiteX17" fmla="*/ 32060 w 133716"/>
                  <a:gd name="connsiteY17" fmla="*/ 111717 h 205113"/>
                  <a:gd name="connsiteX18" fmla="*/ 50212 w 133716"/>
                  <a:gd name="connsiteY18" fmla="*/ 92658 h 205113"/>
                  <a:gd name="connsiteX19" fmla="*/ 55960 w 133716"/>
                  <a:gd name="connsiteY19" fmla="*/ 93263 h 205113"/>
                  <a:gd name="connsiteX20" fmla="*/ 67456 w 133716"/>
                  <a:gd name="connsiteY20" fmla="*/ 94170 h 205113"/>
                  <a:gd name="connsiteX21" fmla="*/ 100129 w 133716"/>
                  <a:gd name="connsiteY21" fmla="*/ 81464 h 205113"/>
                  <a:gd name="connsiteX22" fmla="*/ 114650 w 133716"/>
                  <a:gd name="connsiteY22" fmla="*/ 47279 h 205113"/>
                  <a:gd name="connsiteX23" fmla="*/ 108902 w 133716"/>
                  <a:gd name="connsiteY23" fmla="*/ 21867 h 205113"/>
                  <a:gd name="connsiteX24" fmla="*/ 134012 w 133716"/>
                  <a:gd name="connsiteY24" fmla="*/ 21867 h 205113"/>
                  <a:gd name="connsiteX25" fmla="*/ 36296 w 133716"/>
                  <a:gd name="connsiteY25" fmla="*/ 139852 h 205113"/>
                  <a:gd name="connsiteX26" fmla="*/ 85305 w 133716"/>
                  <a:gd name="connsiteY26" fmla="*/ 143785 h 205113"/>
                  <a:gd name="connsiteX27" fmla="*/ 122818 w 133716"/>
                  <a:gd name="connsiteY27" fmla="*/ 158609 h 205113"/>
                  <a:gd name="connsiteX28" fmla="*/ 65641 w 133716"/>
                  <a:gd name="connsiteY28" fmla="*/ 187954 h 205113"/>
                  <a:gd name="connsiteX29" fmla="*/ 21472 w 133716"/>
                  <a:gd name="connsiteY29" fmla="*/ 165869 h 205113"/>
                  <a:gd name="connsiteX30" fmla="*/ 36296 w 133716"/>
                  <a:gd name="connsiteY30" fmla="*/ 139852 h 205113"/>
                  <a:gd name="connsiteX31" fmla="*/ 37808 w 133716"/>
                  <a:gd name="connsiteY31" fmla="*/ 36993 h 205113"/>
                  <a:gd name="connsiteX32" fmla="*/ 60195 w 133716"/>
                  <a:gd name="connsiteY32" fmla="*/ 8555 h 205113"/>
                  <a:gd name="connsiteX33" fmla="*/ 82280 w 133716"/>
                  <a:gd name="connsiteY33" fmla="*/ 22774 h 205113"/>
                  <a:gd name="connsiteX34" fmla="*/ 91356 w 133716"/>
                  <a:gd name="connsiteY34" fmla="*/ 59077 h 205113"/>
                  <a:gd name="connsiteX35" fmla="*/ 68666 w 133716"/>
                  <a:gd name="connsiteY35" fmla="*/ 86607 h 205113"/>
                  <a:gd name="connsiteX36" fmla="*/ 37808 w 133716"/>
                  <a:gd name="connsiteY36" fmla="*/ 37901 h 205113"/>
                  <a:gd name="connsiteX37" fmla="*/ 37808 w 133716"/>
                  <a:gd name="connsiteY37" fmla="*/ 36993 h 20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33716" h="205113">
                    <a:moveTo>
                      <a:pt x="134012" y="21867"/>
                    </a:moveTo>
                    <a:lnTo>
                      <a:pt x="134012" y="10068"/>
                    </a:lnTo>
                    <a:lnTo>
                      <a:pt x="110717" y="10068"/>
                    </a:lnTo>
                    <a:cubicBezTo>
                      <a:pt x="104667" y="10068"/>
                      <a:pt x="100129" y="9160"/>
                      <a:pt x="94078" y="7043"/>
                    </a:cubicBezTo>
                    <a:lnTo>
                      <a:pt x="87423" y="4623"/>
                    </a:lnTo>
                    <a:cubicBezTo>
                      <a:pt x="79254" y="1597"/>
                      <a:pt x="71086" y="85"/>
                      <a:pt x="63221" y="85"/>
                    </a:cubicBezTo>
                    <a:cubicBezTo>
                      <a:pt x="35086" y="85"/>
                      <a:pt x="12699" y="21867"/>
                      <a:pt x="12699" y="49397"/>
                    </a:cubicBezTo>
                    <a:cubicBezTo>
                      <a:pt x="12699" y="68456"/>
                      <a:pt x="20867" y="79952"/>
                      <a:pt x="40834" y="89935"/>
                    </a:cubicBezTo>
                    <a:cubicBezTo>
                      <a:pt x="35086" y="95381"/>
                      <a:pt x="29640" y="100524"/>
                      <a:pt x="27825" y="102036"/>
                    </a:cubicBezTo>
                    <a:cubicBezTo>
                      <a:pt x="17842" y="110810"/>
                      <a:pt x="13909" y="116860"/>
                      <a:pt x="13909" y="122911"/>
                    </a:cubicBezTo>
                    <a:cubicBezTo>
                      <a:pt x="13909" y="129264"/>
                      <a:pt x="17539" y="132894"/>
                      <a:pt x="29943" y="138944"/>
                    </a:cubicBezTo>
                    <a:cubicBezTo>
                      <a:pt x="8463" y="154676"/>
                      <a:pt x="295" y="164659"/>
                      <a:pt x="295" y="175853"/>
                    </a:cubicBezTo>
                    <a:cubicBezTo>
                      <a:pt x="295" y="191887"/>
                      <a:pt x="23892" y="205198"/>
                      <a:pt x="52632" y="205198"/>
                    </a:cubicBezTo>
                    <a:cubicBezTo>
                      <a:pt x="75322" y="205198"/>
                      <a:pt x="98919" y="197332"/>
                      <a:pt x="114650" y="184626"/>
                    </a:cubicBezTo>
                    <a:cubicBezTo>
                      <a:pt x="126146" y="175248"/>
                      <a:pt x="131289" y="165567"/>
                      <a:pt x="131289" y="154071"/>
                    </a:cubicBezTo>
                    <a:cubicBezTo>
                      <a:pt x="131289" y="135314"/>
                      <a:pt x="117070" y="122608"/>
                      <a:pt x="94683" y="121700"/>
                    </a:cubicBezTo>
                    <a:lnTo>
                      <a:pt x="55657" y="119885"/>
                    </a:lnTo>
                    <a:cubicBezTo>
                      <a:pt x="39623" y="119280"/>
                      <a:pt x="32060" y="116558"/>
                      <a:pt x="32060" y="111717"/>
                    </a:cubicBezTo>
                    <a:cubicBezTo>
                      <a:pt x="32060" y="105667"/>
                      <a:pt x="42044" y="95078"/>
                      <a:pt x="50212" y="92658"/>
                    </a:cubicBezTo>
                    <a:cubicBezTo>
                      <a:pt x="52935" y="92960"/>
                      <a:pt x="55052" y="93263"/>
                      <a:pt x="55960" y="93263"/>
                    </a:cubicBezTo>
                    <a:cubicBezTo>
                      <a:pt x="61708" y="93868"/>
                      <a:pt x="65641" y="94170"/>
                      <a:pt x="67456" y="94170"/>
                    </a:cubicBezTo>
                    <a:cubicBezTo>
                      <a:pt x="78649" y="94170"/>
                      <a:pt x="90750" y="89633"/>
                      <a:pt x="100129" y="81464"/>
                    </a:cubicBezTo>
                    <a:cubicBezTo>
                      <a:pt x="110112" y="72994"/>
                      <a:pt x="114650" y="62405"/>
                      <a:pt x="114650" y="47279"/>
                    </a:cubicBezTo>
                    <a:cubicBezTo>
                      <a:pt x="114650" y="38506"/>
                      <a:pt x="113137" y="31547"/>
                      <a:pt x="108902" y="21867"/>
                    </a:cubicBezTo>
                    <a:lnTo>
                      <a:pt x="134012" y="21867"/>
                    </a:lnTo>
                    <a:close/>
                    <a:moveTo>
                      <a:pt x="36296" y="139852"/>
                    </a:moveTo>
                    <a:cubicBezTo>
                      <a:pt x="46279" y="141970"/>
                      <a:pt x="70481" y="143785"/>
                      <a:pt x="85305" y="143785"/>
                    </a:cubicBezTo>
                    <a:cubicBezTo>
                      <a:pt x="112835" y="143785"/>
                      <a:pt x="122818" y="147718"/>
                      <a:pt x="122818" y="158609"/>
                    </a:cubicBezTo>
                    <a:cubicBezTo>
                      <a:pt x="122818" y="176155"/>
                      <a:pt x="99826" y="187954"/>
                      <a:pt x="65641" y="187954"/>
                    </a:cubicBezTo>
                    <a:cubicBezTo>
                      <a:pt x="39018" y="187954"/>
                      <a:pt x="21472" y="179181"/>
                      <a:pt x="21472" y="165869"/>
                    </a:cubicBezTo>
                    <a:cubicBezTo>
                      <a:pt x="21472" y="158911"/>
                      <a:pt x="23590" y="154978"/>
                      <a:pt x="36296" y="139852"/>
                    </a:cubicBezTo>
                    <a:close/>
                    <a:moveTo>
                      <a:pt x="37808" y="36993"/>
                    </a:moveTo>
                    <a:cubicBezTo>
                      <a:pt x="37808" y="19144"/>
                      <a:pt x="46279" y="8555"/>
                      <a:pt x="60195" y="8555"/>
                    </a:cubicBezTo>
                    <a:cubicBezTo>
                      <a:pt x="69574" y="8555"/>
                      <a:pt x="77439" y="13698"/>
                      <a:pt x="82280" y="22774"/>
                    </a:cubicBezTo>
                    <a:cubicBezTo>
                      <a:pt x="87725" y="33363"/>
                      <a:pt x="91356" y="47279"/>
                      <a:pt x="91356" y="59077"/>
                    </a:cubicBezTo>
                    <a:cubicBezTo>
                      <a:pt x="91356" y="76019"/>
                      <a:pt x="82582" y="86607"/>
                      <a:pt x="68666" y="86607"/>
                    </a:cubicBezTo>
                    <a:cubicBezTo>
                      <a:pt x="50514" y="86607"/>
                      <a:pt x="37808" y="66943"/>
                      <a:pt x="37808" y="37901"/>
                    </a:cubicBezTo>
                    <a:lnTo>
                      <a:pt x="37808" y="36993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BABAF22-9F2C-FF96-183B-A6E3CA4EA886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1684592" y="4981958"/>
                <a:ext cx="99833" cy="139162"/>
              </a:xfrm>
              <a:custGeom>
                <a:avLst/>
                <a:gdLst>
                  <a:gd name="connsiteX0" fmla="*/ 905 w 99833"/>
                  <a:gd name="connsiteY0" fmla="*/ 21262 h 139162"/>
                  <a:gd name="connsiteX1" fmla="*/ 11493 w 99833"/>
                  <a:gd name="connsiteY1" fmla="*/ 20051 h 139162"/>
                  <a:gd name="connsiteX2" fmla="*/ 21779 w 99833"/>
                  <a:gd name="connsiteY2" fmla="*/ 38203 h 139162"/>
                  <a:gd name="connsiteX3" fmla="*/ 21779 w 99833"/>
                  <a:gd name="connsiteY3" fmla="*/ 113835 h 139162"/>
                  <a:gd name="connsiteX4" fmla="*/ 300 w 99833"/>
                  <a:gd name="connsiteY4" fmla="*/ 134709 h 139162"/>
                  <a:gd name="connsiteX5" fmla="*/ 300 w 99833"/>
                  <a:gd name="connsiteY5" fmla="*/ 139247 h 139162"/>
                  <a:gd name="connsiteX6" fmla="*/ 72906 w 99833"/>
                  <a:gd name="connsiteY6" fmla="*/ 139247 h 139162"/>
                  <a:gd name="connsiteX7" fmla="*/ 72906 w 99833"/>
                  <a:gd name="connsiteY7" fmla="*/ 134709 h 139162"/>
                  <a:gd name="connsiteX8" fmla="*/ 47192 w 99833"/>
                  <a:gd name="connsiteY8" fmla="*/ 112020 h 139162"/>
                  <a:gd name="connsiteX9" fmla="*/ 47192 w 99833"/>
                  <a:gd name="connsiteY9" fmla="*/ 43951 h 139162"/>
                  <a:gd name="connsiteX10" fmla="*/ 68369 w 99833"/>
                  <a:gd name="connsiteY10" fmla="*/ 19144 h 139162"/>
                  <a:gd name="connsiteX11" fmla="*/ 76234 w 99833"/>
                  <a:gd name="connsiteY11" fmla="*/ 23682 h 139162"/>
                  <a:gd name="connsiteX12" fmla="*/ 88335 w 99833"/>
                  <a:gd name="connsiteY12" fmla="*/ 29732 h 139162"/>
                  <a:gd name="connsiteX13" fmla="*/ 100134 w 99833"/>
                  <a:gd name="connsiteY13" fmla="*/ 16119 h 139162"/>
                  <a:gd name="connsiteX14" fmla="*/ 83495 w 99833"/>
                  <a:gd name="connsiteY14" fmla="*/ 85 h 139162"/>
                  <a:gd name="connsiteX15" fmla="*/ 47192 w 99833"/>
                  <a:gd name="connsiteY15" fmla="*/ 28522 h 139162"/>
                  <a:gd name="connsiteX16" fmla="*/ 47192 w 99833"/>
                  <a:gd name="connsiteY16" fmla="*/ 690 h 139162"/>
                  <a:gd name="connsiteX17" fmla="*/ 45679 w 99833"/>
                  <a:gd name="connsiteY17" fmla="*/ 85 h 139162"/>
                  <a:gd name="connsiteX18" fmla="*/ 905 w 99833"/>
                  <a:gd name="connsiteY18" fmla="*/ 16421 h 139162"/>
                  <a:gd name="connsiteX19" fmla="*/ 905 w 99833"/>
                  <a:gd name="connsiteY19" fmla="*/ 21262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9833" h="139162">
                    <a:moveTo>
                      <a:pt x="905" y="21262"/>
                    </a:moveTo>
                    <a:cubicBezTo>
                      <a:pt x="5140" y="20354"/>
                      <a:pt x="7863" y="20051"/>
                      <a:pt x="11493" y="20051"/>
                    </a:cubicBezTo>
                    <a:cubicBezTo>
                      <a:pt x="19057" y="20051"/>
                      <a:pt x="21779" y="24892"/>
                      <a:pt x="21779" y="38203"/>
                    </a:cubicBezTo>
                    <a:lnTo>
                      <a:pt x="21779" y="113835"/>
                    </a:lnTo>
                    <a:cubicBezTo>
                      <a:pt x="21779" y="128961"/>
                      <a:pt x="19662" y="131079"/>
                      <a:pt x="300" y="134709"/>
                    </a:cubicBezTo>
                    <a:lnTo>
                      <a:pt x="300" y="139247"/>
                    </a:lnTo>
                    <a:lnTo>
                      <a:pt x="72906" y="139247"/>
                    </a:lnTo>
                    <a:lnTo>
                      <a:pt x="72906" y="134709"/>
                    </a:lnTo>
                    <a:cubicBezTo>
                      <a:pt x="52335" y="133802"/>
                      <a:pt x="47192" y="129264"/>
                      <a:pt x="47192" y="112020"/>
                    </a:cubicBezTo>
                    <a:lnTo>
                      <a:pt x="47192" y="43951"/>
                    </a:lnTo>
                    <a:cubicBezTo>
                      <a:pt x="47192" y="34270"/>
                      <a:pt x="60200" y="19144"/>
                      <a:pt x="68369" y="19144"/>
                    </a:cubicBezTo>
                    <a:cubicBezTo>
                      <a:pt x="70184" y="19144"/>
                      <a:pt x="72906" y="20656"/>
                      <a:pt x="76234" y="23682"/>
                    </a:cubicBezTo>
                    <a:cubicBezTo>
                      <a:pt x="81075" y="27917"/>
                      <a:pt x="84402" y="29732"/>
                      <a:pt x="88335" y="29732"/>
                    </a:cubicBezTo>
                    <a:cubicBezTo>
                      <a:pt x="95596" y="29732"/>
                      <a:pt x="100134" y="24589"/>
                      <a:pt x="100134" y="16119"/>
                    </a:cubicBezTo>
                    <a:cubicBezTo>
                      <a:pt x="100134" y="6135"/>
                      <a:pt x="93781" y="85"/>
                      <a:pt x="83495" y="85"/>
                    </a:cubicBezTo>
                    <a:cubicBezTo>
                      <a:pt x="70789" y="85"/>
                      <a:pt x="62015" y="7043"/>
                      <a:pt x="47192" y="28522"/>
                    </a:cubicBezTo>
                    <a:lnTo>
                      <a:pt x="47192" y="690"/>
                    </a:lnTo>
                    <a:lnTo>
                      <a:pt x="45679" y="85"/>
                    </a:lnTo>
                    <a:cubicBezTo>
                      <a:pt x="29645" y="6740"/>
                      <a:pt x="18754" y="10673"/>
                      <a:pt x="905" y="16421"/>
                    </a:cubicBezTo>
                    <a:lnTo>
                      <a:pt x="905" y="21262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98AFB634-8756-DCAB-CE23-1EB6D0F74F0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1795391" y="4981958"/>
                <a:ext cx="122523" cy="142187"/>
              </a:xfrm>
              <a:custGeom>
                <a:avLst/>
                <a:gdLst>
                  <a:gd name="connsiteX0" fmla="*/ 122827 w 122523"/>
                  <a:gd name="connsiteY0" fmla="*/ 119280 h 142187"/>
                  <a:gd name="connsiteX1" fmla="*/ 109515 w 122523"/>
                  <a:gd name="connsiteY1" fmla="*/ 125028 h 142187"/>
                  <a:gd name="connsiteX2" fmla="*/ 100440 w 122523"/>
                  <a:gd name="connsiteY2" fmla="*/ 107482 h 142187"/>
                  <a:gd name="connsiteX3" fmla="*/ 100440 w 122523"/>
                  <a:gd name="connsiteY3" fmla="*/ 48489 h 142187"/>
                  <a:gd name="connsiteX4" fmla="*/ 94389 w 122523"/>
                  <a:gd name="connsiteY4" fmla="*/ 16724 h 142187"/>
                  <a:gd name="connsiteX5" fmla="*/ 56876 w 122523"/>
                  <a:gd name="connsiteY5" fmla="*/ 85 h 142187"/>
                  <a:gd name="connsiteX6" fmla="*/ 6051 w 122523"/>
                  <a:gd name="connsiteY6" fmla="*/ 33968 h 142187"/>
                  <a:gd name="connsiteX7" fmla="*/ 19060 w 122523"/>
                  <a:gd name="connsiteY7" fmla="*/ 46976 h 142187"/>
                  <a:gd name="connsiteX8" fmla="*/ 32674 w 122523"/>
                  <a:gd name="connsiteY8" fmla="*/ 34270 h 142187"/>
                  <a:gd name="connsiteX9" fmla="*/ 32069 w 122523"/>
                  <a:gd name="connsiteY9" fmla="*/ 29430 h 142187"/>
                  <a:gd name="connsiteX10" fmla="*/ 31161 w 122523"/>
                  <a:gd name="connsiteY10" fmla="*/ 22169 h 142187"/>
                  <a:gd name="connsiteX11" fmla="*/ 52943 w 122523"/>
                  <a:gd name="connsiteY11" fmla="*/ 7345 h 142187"/>
                  <a:gd name="connsiteX12" fmla="*/ 75935 w 122523"/>
                  <a:gd name="connsiteY12" fmla="*/ 32455 h 142187"/>
                  <a:gd name="connsiteX13" fmla="*/ 75935 w 122523"/>
                  <a:gd name="connsiteY13" fmla="*/ 50909 h 142187"/>
                  <a:gd name="connsiteX14" fmla="*/ 11194 w 122523"/>
                  <a:gd name="connsiteY14" fmla="*/ 83582 h 142187"/>
                  <a:gd name="connsiteX15" fmla="*/ 303 w 122523"/>
                  <a:gd name="connsiteY15" fmla="*/ 109902 h 142187"/>
                  <a:gd name="connsiteX16" fmla="*/ 32069 w 122523"/>
                  <a:gd name="connsiteY16" fmla="*/ 142272 h 142187"/>
                  <a:gd name="connsiteX17" fmla="*/ 76238 w 122523"/>
                  <a:gd name="connsiteY17" fmla="*/ 120188 h 142187"/>
                  <a:gd name="connsiteX18" fmla="*/ 95599 w 122523"/>
                  <a:gd name="connsiteY18" fmla="*/ 142272 h 142187"/>
                  <a:gd name="connsiteX19" fmla="*/ 122827 w 122523"/>
                  <a:gd name="connsiteY19" fmla="*/ 127146 h 142187"/>
                  <a:gd name="connsiteX20" fmla="*/ 122827 w 122523"/>
                  <a:gd name="connsiteY20" fmla="*/ 119280 h 142187"/>
                  <a:gd name="connsiteX21" fmla="*/ 75935 w 122523"/>
                  <a:gd name="connsiteY21" fmla="*/ 102036 h 142187"/>
                  <a:gd name="connsiteX22" fmla="*/ 68069 w 122523"/>
                  <a:gd name="connsiteY22" fmla="*/ 117768 h 142187"/>
                  <a:gd name="connsiteX23" fmla="*/ 45985 w 122523"/>
                  <a:gd name="connsiteY23" fmla="*/ 124726 h 142187"/>
                  <a:gd name="connsiteX24" fmla="*/ 26926 w 122523"/>
                  <a:gd name="connsiteY24" fmla="*/ 101431 h 142187"/>
                  <a:gd name="connsiteX25" fmla="*/ 26926 w 122523"/>
                  <a:gd name="connsiteY25" fmla="*/ 100221 h 142187"/>
                  <a:gd name="connsiteX26" fmla="*/ 75935 w 122523"/>
                  <a:gd name="connsiteY26" fmla="*/ 58170 h 142187"/>
                  <a:gd name="connsiteX27" fmla="*/ 75935 w 122523"/>
                  <a:gd name="connsiteY27" fmla="*/ 102036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2523" h="142187">
                    <a:moveTo>
                      <a:pt x="122827" y="119280"/>
                    </a:moveTo>
                    <a:cubicBezTo>
                      <a:pt x="117684" y="123516"/>
                      <a:pt x="114053" y="125028"/>
                      <a:pt x="109515" y="125028"/>
                    </a:cubicBezTo>
                    <a:cubicBezTo>
                      <a:pt x="102557" y="125028"/>
                      <a:pt x="100440" y="120793"/>
                      <a:pt x="100440" y="107482"/>
                    </a:cubicBezTo>
                    <a:lnTo>
                      <a:pt x="100440" y="48489"/>
                    </a:lnTo>
                    <a:cubicBezTo>
                      <a:pt x="100440" y="32758"/>
                      <a:pt x="98927" y="23984"/>
                      <a:pt x="94389" y="16724"/>
                    </a:cubicBezTo>
                    <a:cubicBezTo>
                      <a:pt x="87734" y="5833"/>
                      <a:pt x="74725" y="85"/>
                      <a:pt x="56876" y="85"/>
                    </a:cubicBezTo>
                    <a:cubicBezTo>
                      <a:pt x="28438" y="85"/>
                      <a:pt x="6051" y="14908"/>
                      <a:pt x="6051" y="33968"/>
                    </a:cubicBezTo>
                    <a:cubicBezTo>
                      <a:pt x="6051" y="40926"/>
                      <a:pt x="12102" y="46976"/>
                      <a:pt x="19060" y="46976"/>
                    </a:cubicBezTo>
                    <a:cubicBezTo>
                      <a:pt x="26321" y="46976"/>
                      <a:pt x="32674" y="40926"/>
                      <a:pt x="32674" y="34270"/>
                    </a:cubicBezTo>
                    <a:cubicBezTo>
                      <a:pt x="32674" y="33060"/>
                      <a:pt x="32371" y="31547"/>
                      <a:pt x="32069" y="29430"/>
                    </a:cubicBezTo>
                    <a:cubicBezTo>
                      <a:pt x="31464" y="26707"/>
                      <a:pt x="31161" y="24287"/>
                      <a:pt x="31161" y="22169"/>
                    </a:cubicBezTo>
                    <a:cubicBezTo>
                      <a:pt x="31161" y="14001"/>
                      <a:pt x="40842" y="7345"/>
                      <a:pt x="52943" y="7345"/>
                    </a:cubicBezTo>
                    <a:cubicBezTo>
                      <a:pt x="67767" y="7345"/>
                      <a:pt x="75935" y="16119"/>
                      <a:pt x="75935" y="32455"/>
                    </a:cubicBezTo>
                    <a:lnTo>
                      <a:pt x="75935" y="50909"/>
                    </a:lnTo>
                    <a:cubicBezTo>
                      <a:pt x="29346" y="69666"/>
                      <a:pt x="24203" y="72086"/>
                      <a:pt x="11194" y="83582"/>
                    </a:cubicBezTo>
                    <a:cubicBezTo>
                      <a:pt x="4539" y="89633"/>
                      <a:pt x="303" y="99919"/>
                      <a:pt x="303" y="109902"/>
                    </a:cubicBezTo>
                    <a:cubicBezTo>
                      <a:pt x="303" y="128961"/>
                      <a:pt x="13614" y="142272"/>
                      <a:pt x="32069" y="142272"/>
                    </a:cubicBezTo>
                    <a:cubicBezTo>
                      <a:pt x="45380" y="142272"/>
                      <a:pt x="57783" y="135919"/>
                      <a:pt x="76238" y="120188"/>
                    </a:cubicBezTo>
                    <a:cubicBezTo>
                      <a:pt x="77750" y="135919"/>
                      <a:pt x="83196" y="142272"/>
                      <a:pt x="95599" y="142272"/>
                    </a:cubicBezTo>
                    <a:cubicBezTo>
                      <a:pt x="105885" y="142272"/>
                      <a:pt x="112238" y="138642"/>
                      <a:pt x="122827" y="127146"/>
                    </a:cubicBezTo>
                    <a:lnTo>
                      <a:pt x="122827" y="119280"/>
                    </a:lnTo>
                    <a:close/>
                    <a:moveTo>
                      <a:pt x="75935" y="102036"/>
                    </a:moveTo>
                    <a:cubicBezTo>
                      <a:pt x="75935" y="111415"/>
                      <a:pt x="74422" y="114137"/>
                      <a:pt x="68069" y="117768"/>
                    </a:cubicBezTo>
                    <a:cubicBezTo>
                      <a:pt x="60809" y="122003"/>
                      <a:pt x="52338" y="124726"/>
                      <a:pt x="45985" y="124726"/>
                    </a:cubicBezTo>
                    <a:cubicBezTo>
                      <a:pt x="35396" y="124726"/>
                      <a:pt x="26926" y="114440"/>
                      <a:pt x="26926" y="101431"/>
                    </a:cubicBezTo>
                    <a:lnTo>
                      <a:pt x="26926" y="100221"/>
                    </a:lnTo>
                    <a:cubicBezTo>
                      <a:pt x="26926" y="82372"/>
                      <a:pt x="39329" y="71481"/>
                      <a:pt x="75935" y="58170"/>
                    </a:cubicBezTo>
                    <a:lnTo>
                      <a:pt x="75935" y="102036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A6B6DB9-D5E7-BC82-4B18-70841647B5F0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11922955" y="4945957"/>
                <a:ext cx="80472" cy="178188"/>
              </a:xfrm>
              <a:custGeom>
                <a:avLst/>
                <a:gdLst>
                  <a:gd name="connsiteX0" fmla="*/ 73519 w 80472"/>
                  <a:gd name="connsiteY0" fmla="*/ 39111 h 178188"/>
                  <a:gd name="connsiteX1" fmla="*/ 42964 w 80472"/>
                  <a:gd name="connsiteY1" fmla="*/ 39111 h 178188"/>
                  <a:gd name="connsiteX2" fmla="*/ 42964 w 80472"/>
                  <a:gd name="connsiteY2" fmla="*/ 4018 h 178188"/>
                  <a:gd name="connsiteX3" fmla="*/ 40846 w 80472"/>
                  <a:gd name="connsiteY3" fmla="*/ 85 h 178188"/>
                  <a:gd name="connsiteX4" fmla="*/ 34796 w 80472"/>
                  <a:gd name="connsiteY4" fmla="*/ 8555 h 178188"/>
                  <a:gd name="connsiteX5" fmla="*/ 5451 w 80472"/>
                  <a:gd name="connsiteY5" fmla="*/ 40926 h 178188"/>
                  <a:gd name="connsiteX6" fmla="*/ 308 w 80472"/>
                  <a:gd name="connsiteY6" fmla="*/ 46674 h 178188"/>
                  <a:gd name="connsiteX7" fmla="*/ 1518 w 80472"/>
                  <a:gd name="connsiteY7" fmla="*/ 48792 h 178188"/>
                  <a:gd name="connsiteX8" fmla="*/ 17552 w 80472"/>
                  <a:gd name="connsiteY8" fmla="*/ 48792 h 178188"/>
                  <a:gd name="connsiteX9" fmla="*/ 17552 w 80472"/>
                  <a:gd name="connsiteY9" fmla="*/ 139852 h 178188"/>
                  <a:gd name="connsiteX10" fmla="*/ 44477 w 80472"/>
                  <a:gd name="connsiteY10" fmla="*/ 178273 h 178188"/>
                  <a:gd name="connsiteX11" fmla="*/ 80780 w 80472"/>
                  <a:gd name="connsiteY11" fmla="*/ 155281 h 178188"/>
                  <a:gd name="connsiteX12" fmla="*/ 76847 w 80472"/>
                  <a:gd name="connsiteY12" fmla="*/ 151953 h 178188"/>
                  <a:gd name="connsiteX13" fmla="*/ 58695 w 80472"/>
                  <a:gd name="connsiteY13" fmla="*/ 162542 h 178188"/>
                  <a:gd name="connsiteX14" fmla="*/ 42964 w 80472"/>
                  <a:gd name="connsiteY14" fmla="*/ 135314 h 178188"/>
                  <a:gd name="connsiteX15" fmla="*/ 42964 w 80472"/>
                  <a:gd name="connsiteY15" fmla="*/ 48792 h 178188"/>
                  <a:gd name="connsiteX16" fmla="*/ 73519 w 80472"/>
                  <a:gd name="connsiteY16" fmla="*/ 48792 h 178188"/>
                  <a:gd name="connsiteX17" fmla="*/ 73519 w 80472"/>
                  <a:gd name="connsiteY17" fmla="*/ 39111 h 178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0472" h="178188">
                    <a:moveTo>
                      <a:pt x="73519" y="39111"/>
                    </a:moveTo>
                    <a:lnTo>
                      <a:pt x="42964" y="39111"/>
                    </a:lnTo>
                    <a:lnTo>
                      <a:pt x="42964" y="4018"/>
                    </a:lnTo>
                    <a:cubicBezTo>
                      <a:pt x="42964" y="992"/>
                      <a:pt x="42661" y="85"/>
                      <a:pt x="40846" y="85"/>
                    </a:cubicBezTo>
                    <a:cubicBezTo>
                      <a:pt x="38729" y="2807"/>
                      <a:pt x="36913" y="5530"/>
                      <a:pt x="34796" y="8555"/>
                    </a:cubicBezTo>
                    <a:cubicBezTo>
                      <a:pt x="23300" y="25194"/>
                      <a:pt x="10291" y="39716"/>
                      <a:pt x="5451" y="40926"/>
                    </a:cubicBezTo>
                    <a:cubicBezTo>
                      <a:pt x="2123" y="43044"/>
                      <a:pt x="308" y="45161"/>
                      <a:pt x="308" y="46674"/>
                    </a:cubicBezTo>
                    <a:cubicBezTo>
                      <a:pt x="308" y="47581"/>
                      <a:pt x="610" y="48186"/>
                      <a:pt x="1518" y="48792"/>
                    </a:cubicBezTo>
                    <a:lnTo>
                      <a:pt x="17552" y="48792"/>
                    </a:lnTo>
                    <a:lnTo>
                      <a:pt x="17552" y="139852"/>
                    </a:lnTo>
                    <a:cubicBezTo>
                      <a:pt x="17552" y="165264"/>
                      <a:pt x="26628" y="178273"/>
                      <a:pt x="44477" y="178273"/>
                    </a:cubicBezTo>
                    <a:cubicBezTo>
                      <a:pt x="59300" y="178273"/>
                      <a:pt x="70796" y="171012"/>
                      <a:pt x="80780" y="155281"/>
                    </a:cubicBezTo>
                    <a:lnTo>
                      <a:pt x="76847" y="151953"/>
                    </a:lnTo>
                    <a:cubicBezTo>
                      <a:pt x="70494" y="159516"/>
                      <a:pt x="65351" y="162542"/>
                      <a:pt x="58695" y="162542"/>
                    </a:cubicBezTo>
                    <a:cubicBezTo>
                      <a:pt x="47502" y="162542"/>
                      <a:pt x="42964" y="154373"/>
                      <a:pt x="42964" y="135314"/>
                    </a:cubicBezTo>
                    <a:lnTo>
                      <a:pt x="42964" y="48792"/>
                    </a:lnTo>
                    <a:lnTo>
                      <a:pt x="73519" y="48792"/>
                    </a:lnTo>
                    <a:lnTo>
                      <a:pt x="73519" y="3911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8BB5FE4A-1EF8-E313-4FB4-0239C0553EE0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12008277" y="4914494"/>
                <a:ext cx="71698" cy="206625"/>
              </a:xfrm>
              <a:custGeom>
                <a:avLst/>
                <a:gdLst>
                  <a:gd name="connsiteX0" fmla="*/ 48412 w 71698"/>
                  <a:gd name="connsiteY0" fmla="*/ 67548 h 206625"/>
                  <a:gd name="connsiteX1" fmla="*/ 1521 w 71698"/>
                  <a:gd name="connsiteY1" fmla="*/ 84187 h 206625"/>
                  <a:gd name="connsiteX2" fmla="*/ 1521 w 71698"/>
                  <a:gd name="connsiteY2" fmla="*/ 88725 h 206625"/>
                  <a:gd name="connsiteX3" fmla="*/ 3941 w 71698"/>
                  <a:gd name="connsiteY3" fmla="*/ 88423 h 206625"/>
                  <a:gd name="connsiteX4" fmla="*/ 14227 w 71698"/>
                  <a:gd name="connsiteY4" fmla="*/ 87515 h 206625"/>
                  <a:gd name="connsiteX5" fmla="*/ 24210 w 71698"/>
                  <a:gd name="connsiteY5" fmla="*/ 105667 h 206625"/>
                  <a:gd name="connsiteX6" fmla="*/ 24210 w 71698"/>
                  <a:gd name="connsiteY6" fmla="*/ 175853 h 206625"/>
                  <a:gd name="connsiteX7" fmla="*/ 310 w 71698"/>
                  <a:gd name="connsiteY7" fmla="*/ 202173 h 206625"/>
                  <a:gd name="connsiteX8" fmla="*/ 310 w 71698"/>
                  <a:gd name="connsiteY8" fmla="*/ 206710 h 206625"/>
                  <a:gd name="connsiteX9" fmla="*/ 72009 w 71698"/>
                  <a:gd name="connsiteY9" fmla="*/ 206710 h 206625"/>
                  <a:gd name="connsiteX10" fmla="*/ 72009 w 71698"/>
                  <a:gd name="connsiteY10" fmla="*/ 202173 h 206625"/>
                  <a:gd name="connsiteX11" fmla="*/ 49622 w 71698"/>
                  <a:gd name="connsiteY11" fmla="*/ 175853 h 206625"/>
                  <a:gd name="connsiteX12" fmla="*/ 49622 w 71698"/>
                  <a:gd name="connsiteY12" fmla="*/ 68456 h 206625"/>
                  <a:gd name="connsiteX13" fmla="*/ 48412 w 71698"/>
                  <a:gd name="connsiteY13" fmla="*/ 67548 h 206625"/>
                  <a:gd name="connsiteX14" fmla="*/ 34193 w 71698"/>
                  <a:gd name="connsiteY14" fmla="*/ 85 h 206625"/>
                  <a:gd name="connsiteX15" fmla="*/ 19067 w 71698"/>
                  <a:gd name="connsiteY15" fmla="*/ 15514 h 206625"/>
                  <a:gd name="connsiteX16" fmla="*/ 34193 w 71698"/>
                  <a:gd name="connsiteY16" fmla="*/ 30942 h 206625"/>
                  <a:gd name="connsiteX17" fmla="*/ 49925 w 71698"/>
                  <a:gd name="connsiteY17" fmla="*/ 15514 h 206625"/>
                  <a:gd name="connsiteX18" fmla="*/ 34193 w 71698"/>
                  <a:gd name="connsiteY18" fmla="*/ 85 h 206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698" h="206625">
                    <a:moveTo>
                      <a:pt x="48412" y="67548"/>
                    </a:moveTo>
                    <a:lnTo>
                      <a:pt x="1521" y="84187"/>
                    </a:lnTo>
                    <a:lnTo>
                      <a:pt x="1521" y="88725"/>
                    </a:lnTo>
                    <a:lnTo>
                      <a:pt x="3941" y="88423"/>
                    </a:lnTo>
                    <a:cubicBezTo>
                      <a:pt x="7571" y="87817"/>
                      <a:pt x="11504" y="87515"/>
                      <a:pt x="14227" y="87515"/>
                    </a:cubicBezTo>
                    <a:cubicBezTo>
                      <a:pt x="21487" y="87515"/>
                      <a:pt x="24210" y="92355"/>
                      <a:pt x="24210" y="105667"/>
                    </a:cubicBezTo>
                    <a:lnTo>
                      <a:pt x="24210" y="175853"/>
                    </a:lnTo>
                    <a:cubicBezTo>
                      <a:pt x="24210" y="197635"/>
                      <a:pt x="21185" y="200962"/>
                      <a:pt x="310" y="202173"/>
                    </a:cubicBezTo>
                    <a:lnTo>
                      <a:pt x="310" y="206710"/>
                    </a:lnTo>
                    <a:lnTo>
                      <a:pt x="72009" y="206710"/>
                    </a:lnTo>
                    <a:lnTo>
                      <a:pt x="72009" y="202173"/>
                    </a:lnTo>
                    <a:cubicBezTo>
                      <a:pt x="52043" y="200660"/>
                      <a:pt x="49622" y="197635"/>
                      <a:pt x="49622" y="175853"/>
                    </a:cubicBezTo>
                    <a:lnTo>
                      <a:pt x="49622" y="68456"/>
                    </a:lnTo>
                    <a:lnTo>
                      <a:pt x="48412" y="67548"/>
                    </a:lnTo>
                    <a:close/>
                    <a:moveTo>
                      <a:pt x="34193" y="85"/>
                    </a:moveTo>
                    <a:cubicBezTo>
                      <a:pt x="26025" y="85"/>
                      <a:pt x="19067" y="7043"/>
                      <a:pt x="19067" y="15514"/>
                    </a:cubicBezTo>
                    <a:cubicBezTo>
                      <a:pt x="19067" y="23984"/>
                      <a:pt x="25723" y="30942"/>
                      <a:pt x="34193" y="30942"/>
                    </a:cubicBezTo>
                    <a:cubicBezTo>
                      <a:pt x="42967" y="30942"/>
                      <a:pt x="49925" y="24287"/>
                      <a:pt x="49925" y="15514"/>
                    </a:cubicBezTo>
                    <a:cubicBezTo>
                      <a:pt x="49925" y="7043"/>
                      <a:pt x="42967" y="85"/>
                      <a:pt x="34193" y="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428AE9ED-5E74-38A3-527C-5790BB50E83B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12096625" y="4981958"/>
                <a:ext cx="133414" cy="142187"/>
              </a:xfrm>
              <a:custGeom>
                <a:avLst/>
                <a:gdLst>
                  <a:gd name="connsiteX0" fmla="*/ 67172 w 133414"/>
                  <a:gd name="connsiteY0" fmla="*/ 85 h 142187"/>
                  <a:gd name="connsiteX1" fmla="*/ 313 w 133414"/>
                  <a:gd name="connsiteY1" fmla="*/ 70876 h 142187"/>
                  <a:gd name="connsiteX2" fmla="*/ 66567 w 133414"/>
                  <a:gd name="connsiteY2" fmla="*/ 142272 h 142187"/>
                  <a:gd name="connsiteX3" fmla="*/ 133728 w 133414"/>
                  <a:gd name="connsiteY3" fmla="*/ 68456 h 142187"/>
                  <a:gd name="connsiteX4" fmla="*/ 67172 w 133414"/>
                  <a:gd name="connsiteY4" fmla="*/ 85 h 142187"/>
                  <a:gd name="connsiteX5" fmla="*/ 63239 w 133414"/>
                  <a:gd name="connsiteY5" fmla="*/ 8555 h 142187"/>
                  <a:gd name="connsiteX6" fmla="*/ 106500 w 133414"/>
                  <a:gd name="connsiteY6" fmla="*/ 79044 h 142187"/>
                  <a:gd name="connsiteX7" fmla="*/ 70197 w 133414"/>
                  <a:gd name="connsiteY7" fmla="*/ 133802 h 142187"/>
                  <a:gd name="connsiteX8" fmla="*/ 40852 w 133414"/>
                  <a:gd name="connsiteY8" fmla="*/ 114440 h 142187"/>
                  <a:gd name="connsiteX9" fmla="*/ 27541 w 133414"/>
                  <a:gd name="connsiteY9" fmla="*/ 56052 h 142187"/>
                  <a:gd name="connsiteX10" fmla="*/ 63239 w 133414"/>
                  <a:gd name="connsiteY10" fmla="*/ 8555 h 142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3414" h="142187">
                    <a:moveTo>
                      <a:pt x="67172" y="85"/>
                    </a:moveTo>
                    <a:cubicBezTo>
                      <a:pt x="27843" y="85"/>
                      <a:pt x="313" y="29127"/>
                      <a:pt x="313" y="70876"/>
                    </a:cubicBezTo>
                    <a:cubicBezTo>
                      <a:pt x="313" y="111717"/>
                      <a:pt x="28448" y="142272"/>
                      <a:pt x="66567" y="142272"/>
                    </a:cubicBezTo>
                    <a:cubicBezTo>
                      <a:pt x="104685" y="142272"/>
                      <a:pt x="133728" y="110204"/>
                      <a:pt x="133728" y="68456"/>
                    </a:cubicBezTo>
                    <a:cubicBezTo>
                      <a:pt x="133728" y="28825"/>
                      <a:pt x="105895" y="85"/>
                      <a:pt x="67172" y="85"/>
                    </a:cubicBezTo>
                    <a:close/>
                    <a:moveTo>
                      <a:pt x="63239" y="8555"/>
                    </a:moveTo>
                    <a:cubicBezTo>
                      <a:pt x="88651" y="8555"/>
                      <a:pt x="106500" y="37598"/>
                      <a:pt x="106500" y="79044"/>
                    </a:cubicBezTo>
                    <a:cubicBezTo>
                      <a:pt x="106500" y="113230"/>
                      <a:pt x="92886" y="133802"/>
                      <a:pt x="70197" y="133802"/>
                    </a:cubicBezTo>
                    <a:cubicBezTo>
                      <a:pt x="58398" y="133802"/>
                      <a:pt x="47205" y="126541"/>
                      <a:pt x="40852" y="114440"/>
                    </a:cubicBezTo>
                    <a:cubicBezTo>
                      <a:pt x="32381" y="98708"/>
                      <a:pt x="27541" y="77532"/>
                      <a:pt x="27541" y="56052"/>
                    </a:cubicBezTo>
                    <a:cubicBezTo>
                      <a:pt x="27541" y="27312"/>
                      <a:pt x="41759" y="8555"/>
                      <a:pt x="63239" y="8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658EB16-13D1-0C50-26DC-420CEE3E422E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12244523" y="4981958"/>
                <a:ext cx="141885" cy="139162"/>
              </a:xfrm>
              <a:custGeom>
                <a:avLst/>
                <a:gdLst>
                  <a:gd name="connsiteX0" fmla="*/ 318 w 141885"/>
                  <a:gd name="connsiteY0" fmla="*/ 18841 h 139162"/>
                  <a:gd name="connsiteX1" fmla="*/ 8486 w 141885"/>
                  <a:gd name="connsiteY1" fmla="*/ 17631 h 139162"/>
                  <a:gd name="connsiteX2" fmla="*/ 19680 w 141885"/>
                  <a:gd name="connsiteY2" fmla="*/ 36993 h 139162"/>
                  <a:gd name="connsiteX3" fmla="*/ 19680 w 141885"/>
                  <a:gd name="connsiteY3" fmla="*/ 112020 h 139162"/>
                  <a:gd name="connsiteX4" fmla="*/ 923 w 141885"/>
                  <a:gd name="connsiteY4" fmla="*/ 134709 h 139162"/>
                  <a:gd name="connsiteX5" fmla="*/ 923 w 141885"/>
                  <a:gd name="connsiteY5" fmla="*/ 139247 h 139162"/>
                  <a:gd name="connsiteX6" fmla="*/ 65059 w 141885"/>
                  <a:gd name="connsiteY6" fmla="*/ 139247 h 139162"/>
                  <a:gd name="connsiteX7" fmla="*/ 65059 w 141885"/>
                  <a:gd name="connsiteY7" fmla="*/ 134709 h 139162"/>
                  <a:gd name="connsiteX8" fmla="*/ 45092 w 141885"/>
                  <a:gd name="connsiteY8" fmla="*/ 118978 h 139162"/>
                  <a:gd name="connsiteX9" fmla="*/ 45092 w 141885"/>
                  <a:gd name="connsiteY9" fmla="*/ 33968 h 139162"/>
                  <a:gd name="connsiteX10" fmla="*/ 76252 w 141885"/>
                  <a:gd name="connsiteY10" fmla="*/ 16724 h 139162"/>
                  <a:gd name="connsiteX11" fmla="*/ 98337 w 141885"/>
                  <a:gd name="connsiteY11" fmla="*/ 46069 h 139162"/>
                  <a:gd name="connsiteX12" fmla="*/ 98337 w 141885"/>
                  <a:gd name="connsiteY12" fmla="*/ 109297 h 139162"/>
                  <a:gd name="connsiteX13" fmla="*/ 79278 w 141885"/>
                  <a:gd name="connsiteY13" fmla="*/ 134709 h 139162"/>
                  <a:gd name="connsiteX14" fmla="*/ 79278 w 141885"/>
                  <a:gd name="connsiteY14" fmla="*/ 139247 h 139162"/>
                  <a:gd name="connsiteX15" fmla="*/ 142203 w 141885"/>
                  <a:gd name="connsiteY15" fmla="*/ 139247 h 139162"/>
                  <a:gd name="connsiteX16" fmla="*/ 142203 w 141885"/>
                  <a:gd name="connsiteY16" fmla="*/ 134709 h 139162"/>
                  <a:gd name="connsiteX17" fmla="*/ 123749 w 141885"/>
                  <a:gd name="connsiteY17" fmla="*/ 114742 h 139162"/>
                  <a:gd name="connsiteX18" fmla="*/ 123749 w 141885"/>
                  <a:gd name="connsiteY18" fmla="*/ 45464 h 139162"/>
                  <a:gd name="connsiteX19" fmla="*/ 88051 w 141885"/>
                  <a:gd name="connsiteY19" fmla="*/ 85 h 139162"/>
                  <a:gd name="connsiteX20" fmla="*/ 44185 w 141885"/>
                  <a:gd name="connsiteY20" fmla="*/ 24589 h 139162"/>
                  <a:gd name="connsiteX21" fmla="*/ 44185 w 141885"/>
                  <a:gd name="connsiteY21" fmla="*/ 690 h 139162"/>
                  <a:gd name="connsiteX22" fmla="*/ 42067 w 141885"/>
                  <a:gd name="connsiteY22" fmla="*/ 85 h 139162"/>
                  <a:gd name="connsiteX23" fmla="*/ 318 w 141885"/>
                  <a:gd name="connsiteY23" fmla="*/ 13698 h 139162"/>
                  <a:gd name="connsiteX24" fmla="*/ 318 w 141885"/>
                  <a:gd name="connsiteY24" fmla="*/ 18841 h 139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1885" h="139162">
                    <a:moveTo>
                      <a:pt x="318" y="18841"/>
                    </a:moveTo>
                    <a:cubicBezTo>
                      <a:pt x="2133" y="17934"/>
                      <a:pt x="5159" y="17631"/>
                      <a:pt x="8486" y="17631"/>
                    </a:cubicBezTo>
                    <a:cubicBezTo>
                      <a:pt x="16957" y="17631"/>
                      <a:pt x="19680" y="22169"/>
                      <a:pt x="19680" y="36993"/>
                    </a:cubicBezTo>
                    <a:lnTo>
                      <a:pt x="19680" y="112020"/>
                    </a:lnTo>
                    <a:cubicBezTo>
                      <a:pt x="19680" y="129264"/>
                      <a:pt x="16352" y="133499"/>
                      <a:pt x="923" y="134709"/>
                    </a:cubicBezTo>
                    <a:lnTo>
                      <a:pt x="923" y="139247"/>
                    </a:lnTo>
                    <a:lnTo>
                      <a:pt x="65059" y="139247"/>
                    </a:lnTo>
                    <a:lnTo>
                      <a:pt x="65059" y="134709"/>
                    </a:lnTo>
                    <a:cubicBezTo>
                      <a:pt x="49630" y="133499"/>
                      <a:pt x="45092" y="129869"/>
                      <a:pt x="45092" y="118978"/>
                    </a:cubicBezTo>
                    <a:lnTo>
                      <a:pt x="45092" y="33968"/>
                    </a:lnTo>
                    <a:cubicBezTo>
                      <a:pt x="59613" y="20354"/>
                      <a:pt x="66269" y="16724"/>
                      <a:pt x="76252" y="16724"/>
                    </a:cubicBezTo>
                    <a:cubicBezTo>
                      <a:pt x="91076" y="16724"/>
                      <a:pt x="98337" y="26102"/>
                      <a:pt x="98337" y="46069"/>
                    </a:cubicBezTo>
                    <a:lnTo>
                      <a:pt x="98337" y="109297"/>
                    </a:lnTo>
                    <a:cubicBezTo>
                      <a:pt x="98337" y="128356"/>
                      <a:pt x="94404" y="133499"/>
                      <a:pt x="79278" y="134709"/>
                    </a:cubicBezTo>
                    <a:lnTo>
                      <a:pt x="79278" y="139247"/>
                    </a:lnTo>
                    <a:lnTo>
                      <a:pt x="142203" y="139247"/>
                    </a:lnTo>
                    <a:lnTo>
                      <a:pt x="142203" y="134709"/>
                    </a:lnTo>
                    <a:cubicBezTo>
                      <a:pt x="127379" y="133196"/>
                      <a:pt x="123749" y="129566"/>
                      <a:pt x="123749" y="114742"/>
                    </a:cubicBezTo>
                    <a:lnTo>
                      <a:pt x="123749" y="45464"/>
                    </a:lnTo>
                    <a:cubicBezTo>
                      <a:pt x="123749" y="17026"/>
                      <a:pt x="110438" y="85"/>
                      <a:pt x="88051" y="85"/>
                    </a:cubicBezTo>
                    <a:cubicBezTo>
                      <a:pt x="74135" y="85"/>
                      <a:pt x="64756" y="5228"/>
                      <a:pt x="44185" y="24589"/>
                    </a:cubicBezTo>
                    <a:lnTo>
                      <a:pt x="44185" y="690"/>
                    </a:lnTo>
                    <a:lnTo>
                      <a:pt x="42067" y="85"/>
                    </a:lnTo>
                    <a:cubicBezTo>
                      <a:pt x="27243" y="5530"/>
                      <a:pt x="16957" y="8858"/>
                      <a:pt x="318" y="13698"/>
                    </a:cubicBezTo>
                    <a:lnTo>
                      <a:pt x="318" y="18841"/>
                    </a:lnTo>
                    <a:close/>
                  </a:path>
                </a:pathLst>
              </a:custGeom>
              <a:solidFill>
                <a:srgbClr val="FFFFFF"/>
              </a:solidFill>
              <a:ln w="3045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351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AF691-0B7D-9BF0-6B3B-51F95860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06FB-3E11-7551-13B5-A93F178B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904F-3CD2-C4B6-2F18-5DA38E93B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07770-AC24-05FD-4372-019F15303715}"/>
              </a:ext>
            </a:extLst>
          </p:cNvPr>
          <p:cNvSpPr txBox="1"/>
          <p:nvPr/>
        </p:nvSpPr>
        <p:spPr>
          <a:xfrm>
            <a:off x="1619852" y="229092"/>
            <a:ext cx="9676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8703120-C9F1-A7B4-D499-3381E29C1A39}"/>
              </a:ext>
            </a:extLst>
          </p:cNvPr>
          <p:cNvGrpSpPr/>
          <p:nvPr/>
        </p:nvGrpSpPr>
        <p:grpSpPr>
          <a:xfrm>
            <a:off x="408262" y="1878313"/>
            <a:ext cx="11592988" cy="3101372"/>
            <a:chOff x="408262" y="1923394"/>
            <a:chExt cx="11592988" cy="31013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FB2FF11-1438-A257-DE78-10DAEF5A2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8262" y="1923394"/>
              <a:ext cx="11592988" cy="3101372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6131C87-9D99-64FD-343A-F113B5889D68}"/>
                </a:ext>
              </a:extLst>
            </p:cNvPr>
            <p:cNvSpPr/>
            <p:nvPr/>
          </p:nvSpPr>
          <p:spPr>
            <a:xfrm>
              <a:off x="4551218" y="4242216"/>
              <a:ext cx="1995055" cy="367260"/>
            </a:xfrm>
            <a:prstGeom prst="roundRect">
              <a:avLst/>
            </a:prstGeom>
            <a:solidFill>
              <a:schemeClr val="accent1">
                <a:alpha val="31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Arrow: Left 8">
            <a:extLst>
              <a:ext uri="{FF2B5EF4-FFF2-40B4-BE49-F238E27FC236}">
                <a16:creationId xmlns:a16="http://schemas.microsoft.com/office/drawing/2014/main" id="{DEEE4083-495C-05CD-7C7C-D59C0B910E63}"/>
              </a:ext>
            </a:extLst>
          </p:cNvPr>
          <p:cNvSpPr/>
          <p:nvPr/>
        </p:nvSpPr>
        <p:spPr>
          <a:xfrm rot="2760078">
            <a:off x="5549134" y="4854665"/>
            <a:ext cx="1171633" cy="369261"/>
          </a:xfrm>
          <a:prstGeom prst="left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 descr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Value of Integral:}&#10;\end{align*}&#10;}&#10;\end{document}" title="IguanaTex Shape Display">
            <a:extLst>
              <a:ext uri="{FF2B5EF4-FFF2-40B4-BE49-F238E27FC236}">
                <a16:creationId xmlns:a16="http://schemas.microsoft.com/office/drawing/2014/main" id="{0B407549-AB06-AFE4-0A0D-C696F24D64D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506720" y="5740400"/>
            <a:ext cx="2081814" cy="272577"/>
            <a:chOff x="8583811" y="4914494"/>
            <a:chExt cx="2081814" cy="27257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0E71C7-3F5A-C774-1DEC-2FBF68D6117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583811" y="4920848"/>
              <a:ext cx="205284" cy="203600"/>
            </a:xfrm>
            <a:custGeom>
              <a:avLst/>
              <a:gdLst>
                <a:gd name="connsiteX0" fmla="*/ 205484 w 205284"/>
                <a:gd name="connsiteY0" fmla="*/ 85 h 203600"/>
                <a:gd name="connsiteX1" fmla="*/ 143687 w 205284"/>
                <a:gd name="connsiteY1" fmla="*/ 85 h 203600"/>
                <a:gd name="connsiteX2" fmla="*/ 143687 w 205284"/>
                <a:gd name="connsiteY2" fmla="*/ 5833 h 203600"/>
                <a:gd name="connsiteX3" fmla="*/ 165693 w 205284"/>
                <a:gd name="connsiteY3" fmla="*/ 18539 h 203600"/>
                <a:gd name="connsiteX4" fmla="*/ 159965 w 205284"/>
                <a:gd name="connsiteY4" fmla="*/ 40623 h 203600"/>
                <a:gd name="connsiteX5" fmla="*/ 115653 w 205284"/>
                <a:gd name="connsiteY5" fmla="*/ 151651 h 203600"/>
                <a:gd name="connsiteX6" fmla="*/ 70134 w 205284"/>
                <a:gd name="connsiteY6" fmla="*/ 49397 h 203600"/>
                <a:gd name="connsiteX7" fmla="*/ 57775 w 205284"/>
                <a:gd name="connsiteY7" fmla="*/ 15816 h 203600"/>
                <a:gd name="connsiteX8" fmla="*/ 71642 w 205284"/>
                <a:gd name="connsiteY8" fmla="*/ 6438 h 203600"/>
                <a:gd name="connsiteX9" fmla="*/ 80384 w 205284"/>
                <a:gd name="connsiteY9" fmla="*/ 5833 h 203600"/>
                <a:gd name="connsiteX10" fmla="*/ 80384 w 205284"/>
                <a:gd name="connsiteY10" fmla="*/ 85 h 203600"/>
                <a:gd name="connsiteX11" fmla="*/ 199 w 205284"/>
                <a:gd name="connsiteY11" fmla="*/ 85 h 203600"/>
                <a:gd name="connsiteX12" fmla="*/ 199 w 205284"/>
                <a:gd name="connsiteY12" fmla="*/ 5833 h 203600"/>
                <a:gd name="connsiteX13" fmla="*/ 32152 w 205284"/>
                <a:gd name="connsiteY13" fmla="*/ 37598 h 203600"/>
                <a:gd name="connsiteX14" fmla="*/ 106308 w 205284"/>
                <a:gd name="connsiteY14" fmla="*/ 203685 h 203600"/>
                <a:gd name="connsiteX15" fmla="*/ 110830 w 205284"/>
                <a:gd name="connsiteY15" fmla="*/ 203685 h 203600"/>
                <a:gd name="connsiteX16" fmla="*/ 177751 w 205284"/>
                <a:gd name="connsiteY16" fmla="*/ 33968 h 203600"/>
                <a:gd name="connsiteX17" fmla="*/ 205484 w 205284"/>
                <a:gd name="connsiteY17" fmla="*/ 5833 h 203600"/>
                <a:gd name="connsiteX18" fmla="*/ 205484 w 205284"/>
                <a:gd name="connsiteY18" fmla="*/ 85 h 20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5284" h="203600">
                  <a:moveTo>
                    <a:pt x="205484" y="85"/>
                  </a:moveTo>
                  <a:lnTo>
                    <a:pt x="143687" y="85"/>
                  </a:lnTo>
                  <a:lnTo>
                    <a:pt x="143687" y="5833"/>
                  </a:lnTo>
                  <a:cubicBezTo>
                    <a:pt x="160267" y="6740"/>
                    <a:pt x="165693" y="10068"/>
                    <a:pt x="165693" y="18539"/>
                  </a:cubicBezTo>
                  <a:cubicBezTo>
                    <a:pt x="165693" y="23379"/>
                    <a:pt x="163583" y="31547"/>
                    <a:pt x="159965" y="40623"/>
                  </a:cubicBezTo>
                  <a:lnTo>
                    <a:pt x="115653" y="151651"/>
                  </a:lnTo>
                  <a:lnTo>
                    <a:pt x="70134" y="49397"/>
                  </a:lnTo>
                  <a:cubicBezTo>
                    <a:pt x="60187" y="27312"/>
                    <a:pt x="57775" y="20354"/>
                    <a:pt x="57775" y="15816"/>
                  </a:cubicBezTo>
                  <a:cubicBezTo>
                    <a:pt x="57775" y="10068"/>
                    <a:pt x="61995" y="7043"/>
                    <a:pt x="71642" y="6438"/>
                  </a:cubicBezTo>
                  <a:cubicBezTo>
                    <a:pt x="72847" y="6438"/>
                    <a:pt x="76163" y="6135"/>
                    <a:pt x="80384" y="5833"/>
                  </a:cubicBezTo>
                  <a:lnTo>
                    <a:pt x="80384" y="85"/>
                  </a:lnTo>
                  <a:lnTo>
                    <a:pt x="199" y="85"/>
                  </a:lnTo>
                  <a:lnTo>
                    <a:pt x="199" y="5833"/>
                  </a:lnTo>
                  <a:cubicBezTo>
                    <a:pt x="14970" y="6438"/>
                    <a:pt x="19190" y="10673"/>
                    <a:pt x="32152" y="37598"/>
                  </a:cubicBezTo>
                  <a:lnTo>
                    <a:pt x="106308" y="203685"/>
                  </a:lnTo>
                  <a:lnTo>
                    <a:pt x="110830" y="203685"/>
                  </a:lnTo>
                  <a:lnTo>
                    <a:pt x="177751" y="33968"/>
                  </a:lnTo>
                  <a:cubicBezTo>
                    <a:pt x="187698" y="10068"/>
                    <a:pt x="191014" y="6740"/>
                    <a:pt x="205484" y="5833"/>
                  </a:cubicBezTo>
                  <a:lnTo>
                    <a:pt x="205484" y="85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D9239D-DF59-9E02-B6A0-D07089A466B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775015" y="4981958"/>
              <a:ext cx="122085" cy="142187"/>
            </a:xfrm>
            <a:custGeom>
              <a:avLst/>
              <a:gdLst>
                <a:gd name="connsiteX0" fmla="*/ 122291 w 122085"/>
                <a:gd name="connsiteY0" fmla="*/ 119280 h 142187"/>
                <a:gd name="connsiteX1" fmla="*/ 109027 w 122085"/>
                <a:gd name="connsiteY1" fmla="*/ 125028 h 142187"/>
                <a:gd name="connsiteX2" fmla="*/ 99984 w 122085"/>
                <a:gd name="connsiteY2" fmla="*/ 107482 h 142187"/>
                <a:gd name="connsiteX3" fmla="*/ 99984 w 122085"/>
                <a:gd name="connsiteY3" fmla="*/ 48489 h 142187"/>
                <a:gd name="connsiteX4" fmla="*/ 93955 w 122085"/>
                <a:gd name="connsiteY4" fmla="*/ 16724 h 142187"/>
                <a:gd name="connsiteX5" fmla="*/ 56575 w 122085"/>
                <a:gd name="connsiteY5" fmla="*/ 85 h 142187"/>
                <a:gd name="connsiteX6" fmla="*/ 5932 w 122085"/>
                <a:gd name="connsiteY6" fmla="*/ 33968 h 142187"/>
                <a:gd name="connsiteX7" fmla="*/ 18895 w 122085"/>
                <a:gd name="connsiteY7" fmla="*/ 46976 h 142187"/>
                <a:gd name="connsiteX8" fmla="*/ 32460 w 122085"/>
                <a:gd name="connsiteY8" fmla="*/ 34270 h 142187"/>
                <a:gd name="connsiteX9" fmla="*/ 31857 w 122085"/>
                <a:gd name="connsiteY9" fmla="*/ 29430 h 142187"/>
                <a:gd name="connsiteX10" fmla="*/ 30952 w 122085"/>
                <a:gd name="connsiteY10" fmla="*/ 22169 h 142187"/>
                <a:gd name="connsiteX11" fmla="*/ 52657 w 122085"/>
                <a:gd name="connsiteY11" fmla="*/ 7345 h 142187"/>
                <a:gd name="connsiteX12" fmla="*/ 75566 w 122085"/>
                <a:gd name="connsiteY12" fmla="*/ 32455 h 142187"/>
                <a:gd name="connsiteX13" fmla="*/ 75566 w 122085"/>
                <a:gd name="connsiteY13" fmla="*/ 50909 h 142187"/>
                <a:gd name="connsiteX14" fmla="*/ 11057 w 122085"/>
                <a:gd name="connsiteY14" fmla="*/ 83582 h 142187"/>
                <a:gd name="connsiteX15" fmla="*/ 205 w 122085"/>
                <a:gd name="connsiteY15" fmla="*/ 109902 h 142187"/>
                <a:gd name="connsiteX16" fmla="*/ 31857 w 122085"/>
                <a:gd name="connsiteY16" fmla="*/ 142272 h 142187"/>
                <a:gd name="connsiteX17" fmla="*/ 75868 w 122085"/>
                <a:gd name="connsiteY17" fmla="*/ 120188 h 142187"/>
                <a:gd name="connsiteX18" fmla="*/ 95161 w 122085"/>
                <a:gd name="connsiteY18" fmla="*/ 142272 h 142187"/>
                <a:gd name="connsiteX19" fmla="*/ 122291 w 122085"/>
                <a:gd name="connsiteY19" fmla="*/ 127146 h 142187"/>
                <a:gd name="connsiteX20" fmla="*/ 122291 w 122085"/>
                <a:gd name="connsiteY20" fmla="*/ 119280 h 142187"/>
                <a:gd name="connsiteX21" fmla="*/ 75566 w 122085"/>
                <a:gd name="connsiteY21" fmla="*/ 102036 h 142187"/>
                <a:gd name="connsiteX22" fmla="*/ 67729 w 122085"/>
                <a:gd name="connsiteY22" fmla="*/ 117768 h 142187"/>
                <a:gd name="connsiteX23" fmla="*/ 45723 w 122085"/>
                <a:gd name="connsiteY23" fmla="*/ 124726 h 142187"/>
                <a:gd name="connsiteX24" fmla="*/ 26732 w 122085"/>
                <a:gd name="connsiteY24" fmla="*/ 101431 h 142187"/>
                <a:gd name="connsiteX25" fmla="*/ 26732 w 122085"/>
                <a:gd name="connsiteY25" fmla="*/ 100221 h 142187"/>
                <a:gd name="connsiteX26" fmla="*/ 75566 w 122085"/>
                <a:gd name="connsiteY26" fmla="*/ 58170 h 142187"/>
                <a:gd name="connsiteX27" fmla="*/ 75566 w 122085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085" h="142187">
                  <a:moveTo>
                    <a:pt x="122291" y="119280"/>
                  </a:moveTo>
                  <a:cubicBezTo>
                    <a:pt x="117166" y="123516"/>
                    <a:pt x="113549" y="125028"/>
                    <a:pt x="109027" y="125028"/>
                  </a:cubicBezTo>
                  <a:cubicBezTo>
                    <a:pt x="102094" y="125028"/>
                    <a:pt x="99984" y="120793"/>
                    <a:pt x="99984" y="107482"/>
                  </a:cubicBezTo>
                  <a:lnTo>
                    <a:pt x="99984" y="48489"/>
                  </a:lnTo>
                  <a:cubicBezTo>
                    <a:pt x="99984" y="32758"/>
                    <a:pt x="98476" y="23984"/>
                    <a:pt x="93955" y="16724"/>
                  </a:cubicBezTo>
                  <a:cubicBezTo>
                    <a:pt x="87323" y="5833"/>
                    <a:pt x="74361" y="85"/>
                    <a:pt x="56575" y="85"/>
                  </a:cubicBezTo>
                  <a:cubicBezTo>
                    <a:pt x="28239" y="85"/>
                    <a:pt x="5932" y="14908"/>
                    <a:pt x="5932" y="33968"/>
                  </a:cubicBezTo>
                  <a:cubicBezTo>
                    <a:pt x="5932" y="40926"/>
                    <a:pt x="11961" y="46976"/>
                    <a:pt x="18895" y="46976"/>
                  </a:cubicBezTo>
                  <a:cubicBezTo>
                    <a:pt x="26129" y="46976"/>
                    <a:pt x="32460" y="40926"/>
                    <a:pt x="32460" y="34270"/>
                  </a:cubicBezTo>
                  <a:cubicBezTo>
                    <a:pt x="32460" y="33060"/>
                    <a:pt x="32158" y="31547"/>
                    <a:pt x="31857" y="29430"/>
                  </a:cubicBezTo>
                  <a:cubicBezTo>
                    <a:pt x="31254" y="26707"/>
                    <a:pt x="30952" y="24287"/>
                    <a:pt x="30952" y="22169"/>
                  </a:cubicBezTo>
                  <a:cubicBezTo>
                    <a:pt x="30952" y="14001"/>
                    <a:pt x="40599" y="7345"/>
                    <a:pt x="52657" y="7345"/>
                  </a:cubicBezTo>
                  <a:cubicBezTo>
                    <a:pt x="67427" y="7345"/>
                    <a:pt x="75566" y="16119"/>
                    <a:pt x="75566" y="32455"/>
                  </a:cubicBezTo>
                  <a:lnTo>
                    <a:pt x="75566" y="50909"/>
                  </a:lnTo>
                  <a:cubicBezTo>
                    <a:pt x="29144" y="69666"/>
                    <a:pt x="24019" y="72086"/>
                    <a:pt x="11057" y="83582"/>
                  </a:cubicBezTo>
                  <a:cubicBezTo>
                    <a:pt x="4425" y="89633"/>
                    <a:pt x="205" y="99919"/>
                    <a:pt x="205" y="109902"/>
                  </a:cubicBezTo>
                  <a:cubicBezTo>
                    <a:pt x="205" y="128961"/>
                    <a:pt x="13469" y="142272"/>
                    <a:pt x="31857" y="142272"/>
                  </a:cubicBezTo>
                  <a:cubicBezTo>
                    <a:pt x="45120" y="142272"/>
                    <a:pt x="57480" y="135919"/>
                    <a:pt x="75868" y="120188"/>
                  </a:cubicBezTo>
                  <a:cubicBezTo>
                    <a:pt x="77375" y="135919"/>
                    <a:pt x="82801" y="142272"/>
                    <a:pt x="95161" y="142272"/>
                  </a:cubicBezTo>
                  <a:cubicBezTo>
                    <a:pt x="105410" y="142272"/>
                    <a:pt x="111740" y="138642"/>
                    <a:pt x="122291" y="127146"/>
                  </a:cubicBezTo>
                  <a:lnTo>
                    <a:pt x="122291" y="119280"/>
                  </a:lnTo>
                  <a:close/>
                  <a:moveTo>
                    <a:pt x="75566" y="102036"/>
                  </a:moveTo>
                  <a:cubicBezTo>
                    <a:pt x="75566" y="111415"/>
                    <a:pt x="74059" y="114137"/>
                    <a:pt x="67729" y="117768"/>
                  </a:cubicBezTo>
                  <a:cubicBezTo>
                    <a:pt x="60494" y="122003"/>
                    <a:pt x="52054" y="124726"/>
                    <a:pt x="45723" y="124726"/>
                  </a:cubicBezTo>
                  <a:cubicBezTo>
                    <a:pt x="35173" y="124726"/>
                    <a:pt x="26732" y="114440"/>
                    <a:pt x="26732" y="101431"/>
                  </a:cubicBezTo>
                  <a:lnTo>
                    <a:pt x="26732" y="100221"/>
                  </a:lnTo>
                  <a:cubicBezTo>
                    <a:pt x="26732" y="82372"/>
                    <a:pt x="39092" y="71481"/>
                    <a:pt x="75566" y="58170"/>
                  </a:cubicBezTo>
                  <a:lnTo>
                    <a:pt x="75566" y="10203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66825E6-23EA-6F59-C4A6-3980AEA0417E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03931" y="4914494"/>
              <a:ext cx="71744" cy="206625"/>
            </a:xfrm>
            <a:custGeom>
              <a:avLst/>
              <a:gdLst>
                <a:gd name="connsiteX0" fmla="*/ 209 w 71744"/>
                <a:gd name="connsiteY0" fmla="*/ 18236 h 206625"/>
                <a:gd name="connsiteX1" fmla="*/ 2018 w 71744"/>
                <a:gd name="connsiteY1" fmla="*/ 18236 h 206625"/>
                <a:gd name="connsiteX2" fmla="*/ 11363 w 71744"/>
                <a:gd name="connsiteY2" fmla="*/ 17631 h 206625"/>
                <a:gd name="connsiteX3" fmla="*/ 24024 w 71744"/>
                <a:gd name="connsiteY3" fmla="*/ 36085 h 206625"/>
                <a:gd name="connsiteX4" fmla="*/ 24024 w 71744"/>
                <a:gd name="connsiteY4" fmla="*/ 180391 h 206625"/>
                <a:gd name="connsiteX5" fmla="*/ 812 w 71744"/>
                <a:gd name="connsiteY5" fmla="*/ 202173 h 206625"/>
                <a:gd name="connsiteX6" fmla="*/ 812 w 71744"/>
                <a:gd name="connsiteY6" fmla="*/ 206710 h 206625"/>
                <a:gd name="connsiteX7" fmla="*/ 71954 w 71744"/>
                <a:gd name="connsiteY7" fmla="*/ 206710 h 206625"/>
                <a:gd name="connsiteX8" fmla="*/ 71954 w 71744"/>
                <a:gd name="connsiteY8" fmla="*/ 202173 h 206625"/>
                <a:gd name="connsiteX9" fmla="*/ 49345 w 71744"/>
                <a:gd name="connsiteY9" fmla="*/ 181298 h 206625"/>
                <a:gd name="connsiteX10" fmla="*/ 49345 w 71744"/>
                <a:gd name="connsiteY10" fmla="*/ 690 h 206625"/>
                <a:gd name="connsiteX11" fmla="*/ 48139 w 71744"/>
                <a:gd name="connsiteY11" fmla="*/ 85 h 206625"/>
                <a:gd name="connsiteX12" fmla="*/ 209 w 71744"/>
                <a:gd name="connsiteY12" fmla="*/ 13396 h 206625"/>
                <a:gd name="connsiteX13" fmla="*/ 209 w 71744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44" h="206625">
                  <a:moveTo>
                    <a:pt x="209" y="18236"/>
                  </a:moveTo>
                  <a:lnTo>
                    <a:pt x="2018" y="18236"/>
                  </a:lnTo>
                  <a:cubicBezTo>
                    <a:pt x="5334" y="17934"/>
                    <a:pt x="8951" y="17631"/>
                    <a:pt x="11363" y="17631"/>
                  </a:cubicBezTo>
                  <a:cubicBezTo>
                    <a:pt x="21009" y="17631"/>
                    <a:pt x="24024" y="21867"/>
                    <a:pt x="24024" y="36085"/>
                  </a:cubicBezTo>
                  <a:lnTo>
                    <a:pt x="24024" y="180391"/>
                  </a:lnTo>
                  <a:cubicBezTo>
                    <a:pt x="24024" y="196727"/>
                    <a:pt x="19803" y="200660"/>
                    <a:pt x="812" y="202173"/>
                  </a:cubicBezTo>
                  <a:lnTo>
                    <a:pt x="812" y="206710"/>
                  </a:lnTo>
                  <a:lnTo>
                    <a:pt x="71954" y="206710"/>
                  </a:lnTo>
                  <a:lnTo>
                    <a:pt x="71954" y="202173"/>
                  </a:lnTo>
                  <a:cubicBezTo>
                    <a:pt x="52962" y="200962"/>
                    <a:pt x="49345" y="197937"/>
                    <a:pt x="49345" y="181298"/>
                  </a:cubicBezTo>
                  <a:lnTo>
                    <a:pt x="49345" y="690"/>
                  </a:lnTo>
                  <a:lnTo>
                    <a:pt x="48139" y="85"/>
                  </a:lnTo>
                  <a:cubicBezTo>
                    <a:pt x="32464" y="5228"/>
                    <a:pt x="21009" y="8253"/>
                    <a:pt x="209" y="13396"/>
                  </a:cubicBezTo>
                  <a:lnTo>
                    <a:pt x="209" y="1823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026F7C6-8BA0-F3D9-7443-8FC52F6A8B6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85030" y="4984983"/>
              <a:ext cx="141679" cy="139162"/>
            </a:xfrm>
            <a:custGeom>
              <a:avLst/>
              <a:gdLst>
                <a:gd name="connsiteX0" fmla="*/ 141892 w 141679"/>
                <a:gd name="connsiteY0" fmla="*/ 121095 h 139162"/>
                <a:gd name="connsiteX1" fmla="*/ 140385 w 141679"/>
                <a:gd name="connsiteY1" fmla="*/ 121095 h 139162"/>
                <a:gd name="connsiteX2" fmla="*/ 123202 w 141679"/>
                <a:gd name="connsiteY2" fmla="*/ 103851 h 139162"/>
                <a:gd name="connsiteX3" fmla="*/ 123202 w 141679"/>
                <a:gd name="connsiteY3" fmla="*/ 85 h 139162"/>
                <a:gd name="connsiteX4" fmla="*/ 75574 w 141679"/>
                <a:gd name="connsiteY4" fmla="*/ 85 h 139162"/>
                <a:gd name="connsiteX5" fmla="*/ 75574 w 141679"/>
                <a:gd name="connsiteY5" fmla="*/ 5228 h 139162"/>
                <a:gd name="connsiteX6" fmla="*/ 97881 w 141679"/>
                <a:gd name="connsiteY6" fmla="*/ 24287 h 139162"/>
                <a:gd name="connsiteX7" fmla="*/ 97881 w 141679"/>
                <a:gd name="connsiteY7" fmla="*/ 95381 h 139162"/>
                <a:gd name="connsiteX8" fmla="*/ 92153 w 141679"/>
                <a:gd name="connsiteY8" fmla="*/ 111415 h 139162"/>
                <a:gd name="connsiteX9" fmla="*/ 65626 w 141679"/>
                <a:gd name="connsiteY9" fmla="*/ 121700 h 139162"/>
                <a:gd name="connsiteX10" fmla="*/ 44223 w 141679"/>
                <a:gd name="connsiteY10" fmla="*/ 98708 h 139162"/>
                <a:gd name="connsiteX11" fmla="*/ 44223 w 141679"/>
                <a:gd name="connsiteY11" fmla="*/ 85 h 139162"/>
                <a:gd name="connsiteX12" fmla="*/ 212 w 141679"/>
                <a:gd name="connsiteY12" fmla="*/ 85 h 139162"/>
                <a:gd name="connsiteX13" fmla="*/ 212 w 141679"/>
                <a:gd name="connsiteY13" fmla="*/ 4320 h 139162"/>
                <a:gd name="connsiteX14" fmla="*/ 18902 w 141679"/>
                <a:gd name="connsiteY14" fmla="*/ 23682 h 139162"/>
                <a:gd name="connsiteX15" fmla="*/ 18902 w 141679"/>
                <a:gd name="connsiteY15" fmla="*/ 99919 h 139162"/>
                <a:gd name="connsiteX16" fmla="*/ 55377 w 141679"/>
                <a:gd name="connsiteY16" fmla="*/ 139247 h 139162"/>
                <a:gd name="connsiteX17" fmla="*/ 86426 w 141679"/>
                <a:gd name="connsiteY17" fmla="*/ 126238 h 139162"/>
                <a:gd name="connsiteX18" fmla="*/ 99388 w 141679"/>
                <a:gd name="connsiteY18" fmla="*/ 113230 h 139162"/>
                <a:gd name="connsiteX19" fmla="*/ 99388 w 141679"/>
                <a:gd name="connsiteY19" fmla="*/ 138339 h 139162"/>
                <a:gd name="connsiteX20" fmla="*/ 100594 w 141679"/>
                <a:gd name="connsiteY20" fmla="*/ 138944 h 139162"/>
                <a:gd name="connsiteX21" fmla="*/ 141892 w 141679"/>
                <a:gd name="connsiteY21" fmla="*/ 125331 h 139162"/>
                <a:gd name="connsiteX22" fmla="*/ 141892 w 141679"/>
                <a:gd name="connsiteY22" fmla="*/ 121095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679" h="139162">
                  <a:moveTo>
                    <a:pt x="141892" y="121095"/>
                  </a:moveTo>
                  <a:lnTo>
                    <a:pt x="140385" y="121095"/>
                  </a:lnTo>
                  <a:cubicBezTo>
                    <a:pt x="126518" y="121095"/>
                    <a:pt x="123202" y="117768"/>
                    <a:pt x="123202" y="103851"/>
                  </a:cubicBezTo>
                  <a:lnTo>
                    <a:pt x="123202" y="85"/>
                  </a:lnTo>
                  <a:lnTo>
                    <a:pt x="75574" y="85"/>
                  </a:lnTo>
                  <a:lnTo>
                    <a:pt x="75574" y="5228"/>
                  </a:lnTo>
                  <a:cubicBezTo>
                    <a:pt x="94263" y="6135"/>
                    <a:pt x="97881" y="9160"/>
                    <a:pt x="97881" y="24287"/>
                  </a:cubicBezTo>
                  <a:lnTo>
                    <a:pt x="97881" y="95381"/>
                  </a:lnTo>
                  <a:cubicBezTo>
                    <a:pt x="97881" y="103851"/>
                    <a:pt x="96374" y="108087"/>
                    <a:pt x="92153" y="111415"/>
                  </a:cubicBezTo>
                  <a:cubicBezTo>
                    <a:pt x="84014" y="118070"/>
                    <a:pt x="74669" y="121700"/>
                    <a:pt x="65626" y="121700"/>
                  </a:cubicBezTo>
                  <a:cubicBezTo>
                    <a:pt x="53870" y="121700"/>
                    <a:pt x="44223" y="111415"/>
                    <a:pt x="44223" y="98708"/>
                  </a:cubicBezTo>
                  <a:lnTo>
                    <a:pt x="44223" y="85"/>
                  </a:lnTo>
                  <a:lnTo>
                    <a:pt x="212" y="85"/>
                  </a:lnTo>
                  <a:lnTo>
                    <a:pt x="212" y="4320"/>
                  </a:lnTo>
                  <a:cubicBezTo>
                    <a:pt x="14682" y="5228"/>
                    <a:pt x="18902" y="9766"/>
                    <a:pt x="18902" y="23682"/>
                  </a:cubicBezTo>
                  <a:lnTo>
                    <a:pt x="18902" y="99919"/>
                  </a:lnTo>
                  <a:cubicBezTo>
                    <a:pt x="18902" y="123818"/>
                    <a:pt x="33371" y="139247"/>
                    <a:pt x="55377" y="139247"/>
                  </a:cubicBezTo>
                  <a:cubicBezTo>
                    <a:pt x="66530" y="139247"/>
                    <a:pt x="78287" y="134407"/>
                    <a:pt x="86426" y="126238"/>
                  </a:cubicBezTo>
                  <a:lnTo>
                    <a:pt x="99388" y="113230"/>
                  </a:lnTo>
                  <a:lnTo>
                    <a:pt x="99388" y="138339"/>
                  </a:lnTo>
                  <a:lnTo>
                    <a:pt x="100594" y="138944"/>
                  </a:lnTo>
                  <a:cubicBezTo>
                    <a:pt x="115666" y="132894"/>
                    <a:pt x="126518" y="129566"/>
                    <a:pt x="141892" y="125331"/>
                  </a:cubicBezTo>
                  <a:lnTo>
                    <a:pt x="141892" y="121095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C9A9373-77D2-B672-3B84-81927386901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141142" y="4981958"/>
              <a:ext cx="120277" cy="142187"/>
            </a:xfrm>
            <a:custGeom>
              <a:avLst/>
              <a:gdLst>
                <a:gd name="connsiteX0" fmla="*/ 115671 w 120277"/>
                <a:gd name="connsiteY0" fmla="*/ 89633 h 142187"/>
                <a:gd name="connsiteX1" fmla="*/ 68947 w 120277"/>
                <a:gd name="connsiteY1" fmla="*/ 121398 h 142187"/>
                <a:gd name="connsiteX2" fmla="*/ 30060 w 120277"/>
                <a:gd name="connsiteY2" fmla="*/ 95381 h 142187"/>
                <a:gd name="connsiteX3" fmla="*/ 21921 w 120277"/>
                <a:gd name="connsiteY3" fmla="*/ 55447 h 142187"/>
                <a:gd name="connsiteX4" fmla="*/ 114767 w 120277"/>
                <a:gd name="connsiteY4" fmla="*/ 55447 h 142187"/>
                <a:gd name="connsiteX5" fmla="*/ 101805 w 120277"/>
                <a:gd name="connsiteY5" fmla="*/ 17329 h 142187"/>
                <a:gd name="connsiteX6" fmla="*/ 63219 w 120277"/>
                <a:gd name="connsiteY6" fmla="*/ 85 h 142187"/>
                <a:gd name="connsiteX7" fmla="*/ 22524 w 120277"/>
                <a:gd name="connsiteY7" fmla="*/ 15816 h 142187"/>
                <a:gd name="connsiteX8" fmla="*/ 217 w 120277"/>
                <a:gd name="connsiteY8" fmla="*/ 74506 h 142187"/>
                <a:gd name="connsiteX9" fmla="*/ 56588 w 120277"/>
                <a:gd name="connsiteY9" fmla="*/ 142272 h 142187"/>
                <a:gd name="connsiteX10" fmla="*/ 120494 w 120277"/>
                <a:gd name="connsiteY10" fmla="*/ 91750 h 142187"/>
                <a:gd name="connsiteX11" fmla="*/ 115671 w 120277"/>
                <a:gd name="connsiteY11" fmla="*/ 89633 h 142187"/>
                <a:gd name="connsiteX12" fmla="*/ 22524 w 120277"/>
                <a:gd name="connsiteY12" fmla="*/ 45766 h 142187"/>
                <a:gd name="connsiteX13" fmla="*/ 54477 w 120277"/>
                <a:gd name="connsiteY13" fmla="*/ 10976 h 142187"/>
                <a:gd name="connsiteX14" fmla="*/ 84019 w 120277"/>
                <a:gd name="connsiteY14" fmla="*/ 45766 h 142187"/>
                <a:gd name="connsiteX15" fmla="*/ 22524 w 120277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277" h="142187">
                  <a:moveTo>
                    <a:pt x="115671" y="89633"/>
                  </a:moveTo>
                  <a:cubicBezTo>
                    <a:pt x="101202" y="112625"/>
                    <a:pt x="88239" y="121398"/>
                    <a:pt x="68947" y="121398"/>
                  </a:cubicBezTo>
                  <a:cubicBezTo>
                    <a:pt x="51764" y="121398"/>
                    <a:pt x="38802" y="112625"/>
                    <a:pt x="30060" y="95381"/>
                  </a:cubicBezTo>
                  <a:cubicBezTo>
                    <a:pt x="24634" y="83885"/>
                    <a:pt x="22524" y="73901"/>
                    <a:pt x="21921" y="55447"/>
                  </a:cubicBezTo>
                  <a:lnTo>
                    <a:pt x="114767" y="55447"/>
                  </a:lnTo>
                  <a:cubicBezTo>
                    <a:pt x="112355" y="35783"/>
                    <a:pt x="109341" y="27010"/>
                    <a:pt x="101805" y="17329"/>
                  </a:cubicBezTo>
                  <a:cubicBezTo>
                    <a:pt x="92761" y="6438"/>
                    <a:pt x="78895" y="85"/>
                    <a:pt x="63219" y="85"/>
                  </a:cubicBezTo>
                  <a:cubicBezTo>
                    <a:pt x="48147" y="85"/>
                    <a:pt x="33979" y="5530"/>
                    <a:pt x="22524" y="15816"/>
                  </a:cubicBezTo>
                  <a:cubicBezTo>
                    <a:pt x="8356" y="28220"/>
                    <a:pt x="217" y="49699"/>
                    <a:pt x="217" y="74506"/>
                  </a:cubicBezTo>
                  <a:cubicBezTo>
                    <a:pt x="217" y="116255"/>
                    <a:pt x="21921" y="142272"/>
                    <a:pt x="56588" y="142272"/>
                  </a:cubicBezTo>
                  <a:cubicBezTo>
                    <a:pt x="85225" y="142272"/>
                    <a:pt x="107833" y="124423"/>
                    <a:pt x="120494" y="91750"/>
                  </a:cubicBezTo>
                  <a:lnTo>
                    <a:pt x="115671" y="89633"/>
                  </a:lnTo>
                  <a:close/>
                  <a:moveTo>
                    <a:pt x="22524" y="45766"/>
                  </a:moveTo>
                  <a:cubicBezTo>
                    <a:pt x="25840" y="22169"/>
                    <a:pt x="36089" y="10976"/>
                    <a:pt x="54477" y="10976"/>
                  </a:cubicBezTo>
                  <a:cubicBezTo>
                    <a:pt x="72866" y="10976"/>
                    <a:pt x="80100" y="19446"/>
                    <a:pt x="84019" y="45766"/>
                  </a:cubicBezTo>
                  <a:lnTo>
                    <a:pt x="22524" y="4576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258C941-05A0-4638-C306-E544205ABF5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352334" y="4981958"/>
              <a:ext cx="132937" cy="142187"/>
            </a:xfrm>
            <a:custGeom>
              <a:avLst/>
              <a:gdLst>
                <a:gd name="connsiteX0" fmla="*/ 66844 w 132937"/>
                <a:gd name="connsiteY0" fmla="*/ 85 h 142187"/>
                <a:gd name="connsiteX1" fmla="*/ 224 w 132937"/>
                <a:gd name="connsiteY1" fmla="*/ 70876 h 142187"/>
                <a:gd name="connsiteX2" fmla="*/ 66241 w 132937"/>
                <a:gd name="connsiteY2" fmla="*/ 142272 h 142187"/>
                <a:gd name="connsiteX3" fmla="*/ 133162 w 132937"/>
                <a:gd name="connsiteY3" fmla="*/ 68456 h 142187"/>
                <a:gd name="connsiteX4" fmla="*/ 66844 w 132937"/>
                <a:gd name="connsiteY4" fmla="*/ 85 h 142187"/>
                <a:gd name="connsiteX5" fmla="*/ 62925 w 132937"/>
                <a:gd name="connsiteY5" fmla="*/ 8555 h 142187"/>
                <a:gd name="connsiteX6" fmla="*/ 106032 w 132937"/>
                <a:gd name="connsiteY6" fmla="*/ 79044 h 142187"/>
                <a:gd name="connsiteX7" fmla="*/ 69858 w 132937"/>
                <a:gd name="connsiteY7" fmla="*/ 133802 h 142187"/>
                <a:gd name="connsiteX8" fmla="*/ 40618 w 132937"/>
                <a:gd name="connsiteY8" fmla="*/ 114440 h 142187"/>
                <a:gd name="connsiteX9" fmla="*/ 27354 w 132937"/>
                <a:gd name="connsiteY9" fmla="*/ 56052 h 142187"/>
                <a:gd name="connsiteX10" fmla="*/ 62925 w 132937"/>
                <a:gd name="connsiteY10" fmla="*/ 8555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2937" h="142187">
                  <a:moveTo>
                    <a:pt x="66844" y="85"/>
                  </a:moveTo>
                  <a:cubicBezTo>
                    <a:pt x="27656" y="85"/>
                    <a:pt x="224" y="29127"/>
                    <a:pt x="224" y="70876"/>
                  </a:cubicBezTo>
                  <a:cubicBezTo>
                    <a:pt x="224" y="111717"/>
                    <a:pt x="28259" y="142272"/>
                    <a:pt x="66241" y="142272"/>
                  </a:cubicBezTo>
                  <a:cubicBezTo>
                    <a:pt x="104223" y="142272"/>
                    <a:pt x="133162" y="110204"/>
                    <a:pt x="133162" y="68456"/>
                  </a:cubicBezTo>
                  <a:cubicBezTo>
                    <a:pt x="133162" y="28825"/>
                    <a:pt x="105429" y="85"/>
                    <a:pt x="66844" y="85"/>
                  </a:cubicBezTo>
                  <a:close/>
                  <a:moveTo>
                    <a:pt x="62925" y="8555"/>
                  </a:moveTo>
                  <a:cubicBezTo>
                    <a:pt x="88246" y="8555"/>
                    <a:pt x="106032" y="37598"/>
                    <a:pt x="106032" y="79044"/>
                  </a:cubicBezTo>
                  <a:cubicBezTo>
                    <a:pt x="106032" y="113230"/>
                    <a:pt x="92467" y="133802"/>
                    <a:pt x="69858" y="133802"/>
                  </a:cubicBezTo>
                  <a:cubicBezTo>
                    <a:pt x="58102" y="133802"/>
                    <a:pt x="46948" y="126541"/>
                    <a:pt x="40618" y="114440"/>
                  </a:cubicBezTo>
                  <a:cubicBezTo>
                    <a:pt x="32177" y="98708"/>
                    <a:pt x="27354" y="77532"/>
                    <a:pt x="27354" y="56052"/>
                  </a:cubicBezTo>
                  <a:cubicBezTo>
                    <a:pt x="27354" y="27312"/>
                    <a:pt x="41522" y="8555"/>
                    <a:pt x="62925" y="8555"/>
                  </a:cubicBez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517027-749A-F3F6-A08F-2819F671800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500909" y="4914494"/>
              <a:ext cx="109425" cy="206625"/>
            </a:xfrm>
            <a:custGeom>
              <a:avLst/>
              <a:gdLst>
                <a:gd name="connsiteX0" fmla="*/ 87347 w 109425"/>
                <a:gd name="connsiteY0" fmla="*/ 70573 h 206625"/>
                <a:gd name="connsiteX1" fmla="*/ 50269 w 109425"/>
                <a:gd name="connsiteY1" fmla="*/ 70573 h 206625"/>
                <a:gd name="connsiteX2" fmla="*/ 50269 w 109425"/>
                <a:gd name="connsiteY2" fmla="*/ 35480 h 206625"/>
                <a:gd name="connsiteX3" fmla="*/ 67452 w 109425"/>
                <a:gd name="connsiteY3" fmla="*/ 8555 h 206625"/>
                <a:gd name="connsiteX4" fmla="*/ 83428 w 109425"/>
                <a:gd name="connsiteY4" fmla="*/ 20354 h 206625"/>
                <a:gd name="connsiteX5" fmla="*/ 96993 w 109425"/>
                <a:gd name="connsiteY5" fmla="*/ 31245 h 206625"/>
                <a:gd name="connsiteX6" fmla="*/ 109654 w 109425"/>
                <a:gd name="connsiteY6" fmla="*/ 18841 h 206625"/>
                <a:gd name="connsiteX7" fmla="*/ 78304 w 109425"/>
                <a:gd name="connsiteY7" fmla="*/ 85 h 206625"/>
                <a:gd name="connsiteX8" fmla="*/ 35800 w 109425"/>
                <a:gd name="connsiteY8" fmla="*/ 22169 h 206625"/>
                <a:gd name="connsiteX9" fmla="*/ 25249 w 109425"/>
                <a:gd name="connsiteY9" fmla="*/ 70573 h 206625"/>
                <a:gd name="connsiteX10" fmla="*/ 530 w 109425"/>
                <a:gd name="connsiteY10" fmla="*/ 70573 h 206625"/>
                <a:gd name="connsiteX11" fmla="*/ 530 w 109425"/>
                <a:gd name="connsiteY11" fmla="*/ 80254 h 206625"/>
                <a:gd name="connsiteX12" fmla="*/ 25249 w 109425"/>
                <a:gd name="connsiteY12" fmla="*/ 80254 h 206625"/>
                <a:gd name="connsiteX13" fmla="*/ 25249 w 109425"/>
                <a:gd name="connsiteY13" fmla="*/ 175248 h 206625"/>
                <a:gd name="connsiteX14" fmla="*/ 229 w 109425"/>
                <a:gd name="connsiteY14" fmla="*/ 202173 h 206625"/>
                <a:gd name="connsiteX15" fmla="*/ 229 w 109425"/>
                <a:gd name="connsiteY15" fmla="*/ 206710 h 206625"/>
                <a:gd name="connsiteX16" fmla="*/ 78605 w 109425"/>
                <a:gd name="connsiteY16" fmla="*/ 206710 h 206625"/>
                <a:gd name="connsiteX17" fmla="*/ 78605 w 109425"/>
                <a:gd name="connsiteY17" fmla="*/ 202173 h 206625"/>
                <a:gd name="connsiteX18" fmla="*/ 50571 w 109425"/>
                <a:gd name="connsiteY18" fmla="*/ 175248 h 206625"/>
                <a:gd name="connsiteX19" fmla="*/ 50571 w 109425"/>
                <a:gd name="connsiteY19" fmla="*/ 80254 h 206625"/>
                <a:gd name="connsiteX20" fmla="*/ 87347 w 109425"/>
                <a:gd name="connsiteY20" fmla="*/ 80254 h 206625"/>
                <a:gd name="connsiteX21" fmla="*/ 87347 w 109425"/>
                <a:gd name="connsiteY21" fmla="*/ 70573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425" h="206625">
                  <a:moveTo>
                    <a:pt x="87347" y="70573"/>
                  </a:moveTo>
                  <a:lnTo>
                    <a:pt x="50269" y="70573"/>
                  </a:lnTo>
                  <a:lnTo>
                    <a:pt x="50269" y="35480"/>
                  </a:lnTo>
                  <a:cubicBezTo>
                    <a:pt x="50269" y="17934"/>
                    <a:pt x="55997" y="8555"/>
                    <a:pt x="67452" y="8555"/>
                  </a:cubicBezTo>
                  <a:cubicBezTo>
                    <a:pt x="73782" y="8555"/>
                    <a:pt x="78002" y="11581"/>
                    <a:pt x="83428" y="20354"/>
                  </a:cubicBezTo>
                  <a:cubicBezTo>
                    <a:pt x="88251" y="28220"/>
                    <a:pt x="91869" y="31245"/>
                    <a:pt x="96993" y="31245"/>
                  </a:cubicBezTo>
                  <a:cubicBezTo>
                    <a:pt x="103927" y="31245"/>
                    <a:pt x="109654" y="25799"/>
                    <a:pt x="109654" y="18841"/>
                  </a:cubicBezTo>
                  <a:cubicBezTo>
                    <a:pt x="109654" y="7950"/>
                    <a:pt x="96390" y="85"/>
                    <a:pt x="78304" y="85"/>
                  </a:cubicBezTo>
                  <a:cubicBezTo>
                    <a:pt x="59614" y="85"/>
                    <a:pt x="43637" y="8253"/>
                    <a:pt x="35800" y="22169"/>
                  </a:cubicBezTo>
                  <a:cubicBezTo>
                    <a:pt x="27962" y="35480"/>
                    <a:pt x="25551" y="46371"/>
                    <a:pt x="25249" y="70573"/>
                  </a:cubicBezTo>
                  <a:lnTo>
                    <a:pt x="530" y="70573"/>
                  </a:lnTo>
                  <a:lnTo>
                    <a:pt x="530" y="80254"/>
                  </a:lnTo>
                  <a:lnTo>
                    <a:pt x="25249" y="80254"/>
                  </a:lnTo>
                  <a:lnTo>
                    <a:pt x="25249" y="175248"/>
                  </a:lnTo>
                  <a:cubicBezTo>
                    <a:pt x="25249" y="197332"/>
                    <a:pt x="21933" y="200962"/>
                    <a:pt x="229" y="202173"/>
                  </a:cubicBezTo>
                  <a:lnTo>
                    <a:pt x="229" y="206710"/>
                  </a:lnTo>
                  <a:lnTo>
                    <a:pt x="78605" y="206710"/>
                  </a:lnTo>
                  <a:lnTo>
                    <a:pt x="78605" y="202173"/>
                  </a:lnTo>
                  <a:cubicBezTo>
                    <a:pt x="53886" y="201265"/>
                    <a:pt x="50571" y="197937"/>
                    <a:pt x="50571" y="175248"/>
                  </a:cubicBezTo>
                  <a:lnTo>
                    <a:pt x="50571" y="80254"/>
                  </a:lnTo>
                  <a:lnTo>
                    <a:pt x="87347" y="80254"/>
                  </a:lnTo>
                  <a:lnTo>
                    <a:pt x="87347" y="70573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9DD281-38BB-6C36-AA6B-7778138AA08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676708" y="4920848"/>
              <a:ext cx="89529" cy="200272"/>
            </a:xfrm>
            <a:custGeom>
              <a:avLst/>
              <a:gdLst>
                <a:gd name="connsiteX0" fmla="*/ 29475 w 89529"/>
                <a:gd name="connsiteY0" fmla="*/ 167382 h 200272"/>
                <a:gd name="connsiteX1" fmla="*/ 235 w 89529"/>
                <a:gd name="connsiteY1" fmla="*/ 194609 h 200272"/>
                <a:gd name="connsiteX2" fmla="*/ 235 w 89529"/>
                <a:gd name="connsiteY2" fmla="*/ 200357 h 200272"/>
                <a:gd name="connsiteX3" fmla="*/ 89764 w 89529"/>
                <a:gd name="connsiteY3" fmla="*/ 200357 h 200272"/>
                <a:gd name="connsiteX4" fmla="*/ 89764 w 89529"/>
                <a:gd name="connsiteY4" fmla="*/ 194609 h 200272"/>
                <a:gd name="connsiteX5" fmla="*/ 60223 w 89529"/>
                <a:gd name="connsiteY5" fmla="*/ 167382 h 200272"/>
                <a:gd name="connsiteX6" fmla="*/ 60223 w 89529"/>
                <a:gd name="connsiteY6" fmla="*/ 33060 h 200272"/>
                <a:gd name="connsiteX7" fmla="*/ 89764 w 89529"/>
                <a:gd name="connsiteY7" fmla="*/ 5833 h 200272"/>
                <a:gd name="connsiteX8" fmla="*/ 89764 w 89529"/>
                <a:gd name="connsiteY8" fmla="*/ 85 h 200272"/>
                <a:gd name="connsiteX9" fmla="*/ 235 w 89529"/>
                <a:gd name="connsiteY9" fmla="*/ 85 h 200272"/>
                <a:gd name="connsiteX10" fmla="*/ 235 w 89529"/>
                <a:gd name="connsiteY10" fmla="*/ 5833 h 200272"/>
                <a:gd name="connsiteX11" fmla="*/ 29475 w 89529"/>
                <a:gd name="connsiteY11" fmla="*/ 33060 h 200272"/>
                <a:gd name="connsiteX12" fmla="*/ 29475 w 89529"/>
                <a:gd name="connsiteY12" fmla="*/ 167382 h 200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529" h="200272">
                  <a:moveTo>
                    <a:pt x="29475" y="167382"/>
                  </a:moveTo>
                  <a:cubicBezTo>
                    <a:pt x="29475" y="190072"/>
                    <a:pt x="25556" y="193702"/>
                    <a:pt x="235" y="194609"/>
                  </a:cubicBezTo>
                  <a:lnTo>
                    <a:pt x="235" y="200357"/>
                  </a:lnTo>
                  <a:lnTo>
                    <a:pt x="89764" y="200357"/>
                  </a:lnTo>
                  <a:lnTo>
                    <a:pt x="89764" y="194609"/>
                  </a:lnTo>
                  <a:cubicBezTo>
                    <a:pt x="65046" y="193702"/>
                    <a:pt x="60223" y="189466"/>
                    <a:pt x="60223" y="167382"/>
                  </a:cubicBezTo>
                  <a:lnTo>
                    <a:pt x="60223" y="33060"/>
                  </a:lnTo>
                  <a:cubicBezTo>
                    <a:pt x="60223" y="10976"/>
                    <a:pt x="64443" y="7043"/>
                    <a:pt x="89764" y="5833"/>
                  </a:cubicBezTo>
                  <a:lnTo>
                    <a:pt x="89764" y="85"/>
                  </a:lnTo>
                  <a:lnTo>
                    <a:pt x="235" y="85"/>
                  </a:lnTo>
                  <a:lnTo>
                    <a:pt x="235" y="5833"/>
                  </a:lnTo>
                  <a:cubicBezTo>
                    <a:pt x="25858" y="7345"/>
                    <a:pt x="29475" y="10673"/>
                    <a:pt x="29475" y="33060"/>
                  </a:cubicBezTo>
                  <a:lnTo>
                    <a:pt x="29475" y="167382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4754992-EADE-ED95-A488-0D4C3BF5408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76862" y="4981958"/>
              <a:ext cx="141378" cy="139162"/>
            </a:xfrm>
            <a:custGeom>
              <a:avLst/>
              <a:gdLst>
                <a:gd name="connsiteX0" fmla="*/ 238 w 141378"/>
                <a:gd name="connsiteY0" fmla="*/ 18841 h 139162"/>
                <a:gd name="connsiteX1" fmla="*/ 8377 w 141378"/>
                <a:gd name="connsiteY1" fmla="*/ 17631 h 139162"/>
                <a:gd name="connsiteX2" fmla="*/ 19531 w 141378"/>
                <a:gd name="connsiteY2" fmla="*/ 36993 h 139162"/>
                <a:gd name="connsiteX3" fmla="*/ 19531 w 141378"/>
                <a:gd name="connsiteY3" fmla="*/ 112020 h 139162"/>
                <a:gd name="connsiteX4" fmla="*/ 841 w 141378"/>
                <a:gd name="connsiteY4" fmla="*/ 134709 h 139162"/>
                <a:gd name="connsiteX5" fmla="*/ 841 w 141378"/>
                <a:gd name="connsiteY5" fmla="*/ 139247 h 139162"/>
                <a:gd name="connsiteX6" fmla="*/ 64748 w 141378"/>
                <a:gd name="connsiteY6" fmla="*/ 139247 h 139162"/>
                <a:gd name="connsiteX7" fmla="*/ 64748 w 141378"/>
                <a:gd name="connsiteY7" fmla="*/ 134709 h 139162"/>
                <a:gd name="connsiteX8" fmla="*/ 44852 w 141378"/>
                <a:gd name="connsiteY8" fmla="*/ 118978 h 139162"/>
                <a:gd name="connsiteX9" fmla="*/ 44852 w 141378"/>
                <a:gd name="connsiteY9" fmla="*/ 33968 h 139162"/>
                <a:gd name="connsiteX10" fmla="*/ 75901 w 141378"/>
                <a:gd name="connsiteY10" fmla="*/ 16724 h 139162"/>
                <a:gd name="connsiteX11" fmla="*/ 97907 w 141378"/>
                <a:gd name="connsiteY11" fmla="*/ 46069 h 139162"/>
                <a:gd name="connsiteX12" fmla="*/ 97907 w 141378"/>
                <a:gd name="connsiteY12" fmla="*/ 109297 h 139162"/>
                <a:gd name="connsiteX13" fmla="*/ 78916 w 141378"/>
                <a:gd name="connsiteY13" fmla="*/ 134709 h 139162"/>
                <a:gd name="connsiteX14" fmla="*/ 78916 w 141378"/>
                <a:gd name="connsiteY14" fmla="*/ 139247 h 139162"/>
                <a:gd name="connsiteX15" fmla="*/ 141616 w 141378"/>
                <a:gd name="connsiteY15" fmla="*/ 139247 h 139162"/>
                <a:gd name="connsiteX16" fmla="*/ 141616 w 141378"/>
                <a:gd name="connsiteY16" fmla="*/ 134709 h 139162"/>
                <a:gd name="connsiteX17" fmla="*/ 123228 w 141378"/>
                <a:gd name="connsiteY17" fmla="*/ 114742 h 139162"/>
                <a:gd name="connsiteX18" fmla="*/ 123228 w 141378"/>
                <a:gd name="connsiteY18" fmla="*/ 45464 h 139162"/>
                <a:gd name="connsiteX19" fmla="*/ 87658 w 141378"/>
                <a:gd name="connsiteY19" fmla="*/ 85 h 139162"/>
                <a:gd name="connsiteX20" fmla="*/ 43948 w 141378"/>
                <a:gd name="connsiteY20" fmla="*/ 24589 h 139162"/>
                <a:gd name="connsiteX21" fmla="*/ 43948 w 141378"/>
                <a:gd name="connsiteY21" fmla="*/ 690 h 139162"/>
                <a:gd name="connsiteX22" fmla="*/ 41838 w 141378"/>
                <a:gd name="connsiteY22" fmla="*/ 85 h 139162"/>
                <a:gd name="connsiteX23" fmla="*/ 238 w 141378"/>
                <a:gd name="connsiteY23" fmla="*/ 13698 h 139162"/>
                <a:gd name="connsiteX24" fmla="*/ 238 w 141378"/>
                <a:gd name="connsiteY24" fmla="*/ 18841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378" h="139162">
                  <a:moveTo>
                    <a:pt x="238" y="18841"/>
                  </a:moveTo>
                  <a:cubicBezTo>
                    <a:pt x="2047" y="17934"/>
                    <a:pt x="5061" y="17631"/>
                    <a:pt x="8377" y="17631"/>
                  </a:cubicBezTo>
                  <a:cubicBezTo>
                    <a:pt x="16818" y="17631"/>
                    <a:pt x="19531" y="22169"/>
                    <a:pt x="19531" y="36993"/>
                  </a:cubicBezTo>
                  <a:lnTo>
                    <a:pt x="19531" y="112020"/>
                  </a:lnTo>
                  <a:cubicBezTo>
                    <a:pt x="19531" y="129264"/>
                    <a:pt x="16215" y="133499"/>
                    <a:pt x="841" y="134709"/>
                  </a:cubicBezTo>
                  <a:lnTo>
                    <a:pt x="841" y="139247"/>
                  </a:lnTo>
                  <a:lnTo>
                    <a:pt x="64748" y="139247"/>
                  </a:lnTo>
                  <a:lnTo>
                    <a:pt x="64748" y="134709"/>
                  </a:lnTo>
                  <a:cubicBezTo>
                    <a:pt x="49374" y="133499"/>
                    <a:pt x="44852" y="129869"/>
                    <a:pt x="44852" y="118978"/>
                  </a:cubicBezTo>
                  <a:lnTo>
                    <a:pt x="44852" y="33968"/>
                  </a:lnTo>
                  <a:cubicBezTo>
                    <a:pt x="59322" y="20354"/>
                    <a:pt x="65953" y="16724"/>
                    <a:pt x="75901" y="16724"/>
                  </a:cubicBezTo>
                  <a:cubicBezTo>
                    <a:pt x="90672" y="16724"/>
                    <a:pt x="97907" y="26102"/>
                    <a:pt x="97907" y="46069"/>
                  </a:cubicBezTo>
                  <a:lnTo>
                    <a:pt x="97907" y="109297"/>
                  </a:lnTo>
                  <a:cubicBezTo>
                    <a:pt x="97907" y="128356"/>
                    <a:pt x="93988" y="133499"/>
                    <a:pt x="78916" y="134709"/>
                  </a:cubicBezTo>
                  <a:lnTo>
                    <a:pt x="78916" y="139247"/>
                  </a:lnTo>
                  <a:lnTo>
                    <a:pt x="141616" y="139247"/>
                  </a:lnTo>
                  <a:lnTo>
                    <a:pt x="141616" y="134709"/>
                  </a:lnTo>
                  <a:cubicBezTo>
                    <a:pt x="126846" y="133196"/>
                    <a:pt x="123228" y="129566"/>
                    <a:pt x="123228" y="114742"/>
                  </a:cubicBezTo>
                  <a:lnTo>
                    <a:pt x="123228" y="45464"/>
                  </a:lnTo>
                  <a:cubicBezTo>
                    <a:pt x="123228" y="17026"/>
                    <a:pt x="109965" y="85"/>
                    <a:pt x="87658" y="85"/>
                  </a:cubicBezTo>
                  <a:cubicBezTo>
                    <a:pt x="73791" y="85"/>
                    <a:pt x="64446" y="5228"/>
                    <a:pt x="43948" y="24589"/>
                  </a:cubicBezTo>
                  <a:lnTo>
                    <a:pt x="43948" y="690"/>
                  </a:lnTo>
                  <a:lnTo>
                    <a:pt x="41838" y="85"/>
                  </a:lnTo>
                  <a:cubicBezTo>
                    <a:pt x="27067" y="5530"/>
                    <a:pt x="16818" y="8858"/>
                    <a:pt x="238" y="13698"/>
                  </a:cubicBezTo>
                  <a:lnTo>
                    <a:pt x="238" y="1884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A2624CC-9D73-6A3A-A46A-4C96923B00C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9927246" y="4945957"/>
              <a:ext cx="80184" cy="178188"/>
            </a:xfrm>
            <a:custGeom>
              <a:avLst/>
              <a:gdLst>
                <a:gd name="connsiteX0" fmla="*/ 73193 w 80184"/>
                <a:gd name="connsiteY0" fmla="*/ 39111 h 178188"/>
                <a:gd name="connsiteX1" fmla="*/ 42747 w 80184"/>
                <a:gd name="connsiteY1" fmla="*/ 39111 h 178188"/>
                <a:gd name="connsiteX2" fmla="*/ 42747 w 80184"/>
                <a:gd name="connsiteY2" fmla="*/ 4018 h 178188"/>
                <a:gd name="connsiteX3" fmla="*/ 40637 w 80184"/>
                <a:gd name="connsiteY3" fmla="*/ 85 h 178188"/>
                <a:gd name="connsiteX4" fmla="*/ 34608 w 80184"/>
                <a:gd name="connsiteY4" fmla="*/ 8555 h 178188"/>
                <a:gd name="connsiteX5" fmla="*/ 5368 w 80184"/>
                <a:gd name="connsiteY5" fmla="*/ 40926 h 178188"/>
                <a:gd name="connsiteX6" fmla="*/ 243 w 80184"/>
                <a:gd name="connsiteY6" fmla="*/ 46674 h 178188"/>
                <a:gd name="connsiteX7" fmla="*/ 1449 w 80184"/>
                <a:gd name="connsiteY7" fmla="*/ 48792 h 178188"/>
                <a:gd name="connsiteX8" fmla="*/ 17426 w 80184"/>
                <a:gd name="connsiteY8" fmla="*/ 48792 h 178188"/>
                <a:gd name="connsiteX9" fmla="*/ 17426 w 80184"/>
                <a:gd name="connsiteY9" fmla="*/ 139852 h 178188"/>
                <a:gd name="connsiteX10" fmla="*/ 44254 w 80184"/>
                <a:gd name="connsiteY10" fmla="*/ 178273 h 178188"/>
                <a:gd name="connsiteX11" fmla="*/ 80428 w 80184"/>
                <a:gd name="connsiteY11" fmla="*/ 155281 h 178188"/>
                <a:gd name="connsiteX12" fmla="*/ 76509 w 80184"/>
                <a:gd name="connsiteY12" fmla="*/ 151953 h 178188"/>
                <a:gd name="connsiteX13" fmla="*/ 58422 w 80184"/>
                <a:gd name="connsiteY13" fmla="*/ 162542 h 178188"/>
                <a:gd name="connsiteX14" fmla="*/ 42747 w 80184"/>
                <a:gd name="connsiteY14" fmla="*/ 135314 h 178188"/>
                <a:gd name="connsiteX15" fmla="*/ 42747 w 80184"/>
                <a:gd name="connsiteY15" fmla="*/ 48792 h 178188"/>
                <a:gd name="connsiteX16" fmla="*/ 73193 w 80184"/>
                <a:gd name="connsiteY16" fmla="*/ 48792 h 178188"/>
                <a:gd name="connsiteX17" fmla="*/ 73193 w 80184"/>
                <a:gd name="connsiteY17" fmla="*/ 39111 h 17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184" h="178188">
                  <a:moveTo>
                    <a:pt x="73193" y="39111"/>
                  </a:moveTo>
                  <a:lnTo>
                    <a:pt x="42747" y="39111"/>
                  </a:lnTo>
                  <a:lnTo>
                    <a:pt x="42747" y="4018"/>
                  </a:lnTo>
                  <a:cubicBezTo>
                    <a:pt x="42747" y="992"/>
                    <a:pt x="42446" y="85"/>
                    <a:pt x="40637" y="85"/>
                  </a:cubicBezTo>
                  <a:cubicBezTo>
                    <a:pt x="38527" y="2807"/>
                    <a:pt x="36718" y="5530"/>
                    <a:pt x="34608" y="8555"/>
                  </a:cubicBezTo>
                  <a:cubicBezTo>
                    <a:pt x="23153" y="25194"/>
                    <a:pt x="10191" y="39716"/>
                    <a:pt x="5368" y="40926"/>
                  </a:cubicBezTo>
                  <a:cubicBezTo>
                    <a:pt x="2052" y="43044"/>
                    <a:pt x="243" y="45161"/>
                    <a:pt x="243" y="46674"/>
                  </a:cubicBezTo>
                  <a:cubicBezTo>
                    <a:pt x="243" y="47581"/>
                    <a:pt x="545" y="48186"/>
                    <a:pt x="1449" y="48792"/>
                  </a:cubicBezTo>
                  <a:lnTo>
                    <a:pt x="17426" y="48792"/>
                  </a:lnTo>
                  <a:lnTo>
                    <a:pt x="17426" y="139852"/>
                  </a:lnTo>
                  <a:cubicBezTo>
                    <a:pt x="17426" y="165264"/>
                    <a:pt x="26469" y="178273"/>
                    <a:pt x="44254" y="178273"/>
                  </a:cubicBezTo>
                  <a:cubicBezTo>
                    <a:pt x="59025" y="178273"/>
                    <a:pt x="70480" y="171012"/>
                    <a:pt x="80428" y="155281"/>
                  </a:cubicBezTo>
                  <a:lnTo>
                    <a:pt x="76509" y="151953"/>
                  </a:lnTo>
                  <a:cubicBezTo>
                    <a:pt x="70179" y="159516"/>
                    <a:pt x="65054" y="162542"/>
                    <a:pt x="58422" y="162542"/>
                  </a:cubicBezTo>
                  <a:cubicBezTo>
                    <a:pt x="47269" y="162542"/>
                    <a:pt x="42747" y="154373"/>
                    <a:pt x="42747" y="135314"/>
                  </a:cubicBezTo>
                  <a:lnTo>
                    <a:pt x="42747" y="48792"/>
                  </a:lnTo>
                  <a:lnTo>
                    <a:pt x="73193" y="48792"/>
                  </a:lnTo>
                  <a:lnTo>
                    <a:pt x="73193" y="39111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0E48F3-DDD9-B577-6267-ED3613D7A2B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014977" y="4981958"/>
              <a:ext cx="120277" cy="142187"/>
            </a:xfrm>
            <a:custGeom>
              <a:avLst/>
              <a:gdLst>
                <a:gd name="connsiteX0" fmla="*/ 115700 w 120277"/>
                <a:gd name="connsiteY0" fmla="*/ 89633 h 142187"/>
                <a:gd name="connsiteX1" fmla="*/ 68976 w 120277"/>
                <a:gd name="connsiteY1" fmla="*/ 121398 h 142187"/>
                <a:gd name="connsiteX2" fmla="*/ 30089 w 120277"/>
                <a:gd name="connsiteY2" fmla="*/ 95381 h 142187"/>
                <a:gd name="connsiteX3" fmla="*/ 21950 w 120277"/>
                <a:gd name="connsiteY3" fmla="*/ 55447 h 142187"/>
                <a:gd name="connsiteX4" fmla="*/ 114795 w 120277"/>
                <a:gd name="connsiteY4" fmla="*/ 55447 h 142187"/>
                <a:gd name="connsiteX5" fmla="*/ 101833 w 120277"/>
                <a:gd name="connsiteY5" fmla="*/ 17329 h 142187"/>
                <a:gd name="connsiteX6" fmla="*/ 63248 w 120277"/>
                <a:gd name="connsiteY6" fmla="*/ 85 h 142187"/>
                <a:gd name="connsiteX7" fmla="*/ 22553 w 120277"/>
                <a:gd name="connsiteY7" fmla="*/ 15816 h 142187"/>
                <a:gd name="connsiteX8" fmla="*/ 246 w 120277"/>
                <a:gd name="connsiteY8" fmla="*/ 74506 h 142187"/>
                <a:gd name="connsiteX9" fmla="*/ 56616 w 120277"/>
                <a:gd name="connsiteY9" fmla="*/ 142272 h 142187"/>
                <a:gd name="connsiteX10" fmla="*/ 120523 w 120277"/>
                <a:gd name="connsiteY10" fmla="*/ 91750 h 142187"/>
                <a:gd name="connsiteX11" fmla="*/ 115700 w 120277"/>
                <a:gd name="connsiteY11" fmla="*/ 89633 h 142187"/>
                <a:gd name="connsiteX12" fmla="*/ 22553 w 120277"/>
                <a:gd name="connsiteY12" fmla="*/ 45766 h 142187"/>
                <a:gd name="connsiteX13" fmla="*/ 54506 w 120277"/>
                <a:gd name="connsiteY13" fmla="*/ 10976 h 142187"/>
                <a:gd name="connsiteX14" fmla="*/ 84048 w 120277"/>
                <a:gd name="connsiteY14" fmla="*/ 45766 h 142187"/>
                <a:gd name="connsiteX15" fmla="*/ 22553 w 120277"/>
                <a:gd name="connsiteY15" fmla="*/ 4576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277" h="142187">
                  <a:moveTo>
                    <a:pt x="115700" y="89633"/>
                  </a:moveTo>
                  <a:cubicBezTo>
                    <a:pt x="101230" y="112625"/>
                    <a:pt x="88268" y="121398"/>
                    <a:pt x="68976" y="121398"/>
                  </a:cubicBezTo>
                  <a:cubicBezTo>
                    <a:pt x="51793" y="121398"/>
                    <a:pt x="38831" y="112625"/>
                    <a:pt x="30089" y="95381"/>
                  </a:cubicBezTo>
                  <a:cubicBezTo>
                    <a:pt x="24663" y="83885"/>
                    <a:pt x="22553" y="73901"/>
                    <a:pt x="21950" y="55447"/>
                  </a:cubicBezTo>
                  <a:lnTo>
                    <a:pt x="114795" y="55447"/>
                  </a:lnTo>
                  <a:cubicBezTo>
                    <a:pt x="112384" y="35783"/>
                    <a:pt x="109369" y="27010"/>
                    <a:pt x="101833" y="17329"/>
                  </a:cubicBezTo>
                  <a:cubicBezTo>
                    <a:pt x="92790" y="6438"/>
                    <a:pt x="78923" y="85"/>
                    <a:pt x="63248" y="85"/>
                  </a:cubicBezTo>
                  <a:cubicBezTo>
                    <a:pt x="48176" y="85"/>
                    <a:pt x="34008" y="5530"/>
                    <a:pt x="22553" y="15816"/>
                  </a:cubicBezTo>
                  <a:cubicBezTo>
                    <a:pt x="8385" y="28220"/>
                    <a:pt x="246" y="49699"/>
                    <a:pt x="246" y="74506"/>
                  </a:cubicBezTo>
                  <a:cubicBezTo>
                    <a:pt x="246" y="116255"/>
                    <a:pt x="21950" y="142272"/>
                    <a:pt x="56616" y="142272"/>
                  </a:cubicBezTo>
                  <a:cubicBezTo>
                    <a:pt x="85254" y="142272"/>
                    <a:pt x="107862" y="124423"/>
                    <a:pt x="120523" y="91750"/>
                  </a:cubicBezTo>
                  <a:lnTo>
                    <a:pt x="115700" y="89633"/>
                  </a:lnTo>
                  <a:close/>
                  <a:moveTo>
                    <a:pt x="22553" y="45766"/>
                  </a:moveTo>
                  <a:cubicBezTo>
                    <a:pt x="25869" y="22169"/>
                    <a:pt x="36118" y="10976"/>
                    <a:pt x="54506" y="10976"/>
                  </a:cubicBezTo>
                  <a:cubicBezTo>
                    <a:pt x="72894" y="10976"/>
                    <a:pt x="80129" y="19446"/>
                    <a:pt x="84048" y="45766"/>
                  </a:cubicBezTo>
                  <a:lnTo>
                    <a:pt x="22553" y="4576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48EA46-9597-1E41-28D3-70D788BF14E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145688" y="4981958"/>
              <a:ext cx="133239" cy="205113"/>
            </a:xfrm>
            <a:custGeom>
              <a:avLst/>
              <a:gdLst>
                <a:gd name="connsiteX0" fmla="*/ 133489 w 133239"/>
                <a:gd name="connsiteY0" fmla="*/ 21867 h 205113"/>
                <a:gd name="connsiteX1" fmla="*/ 133489 w 133239"/>
                <a:gd name="connsiteY1" fmla="*/ 10068 h 205113"/>
                <a:gd name="connsiteX2" fmla="*/ 110278 w 133239"/>
                <a:gd name="connsiteY2" fmla="*/ 10068 h 205113"/>
                <a:gd name="connsiteX3" fmla="*/ 93699 w 133239"/>
                <a:gd name="connsiteY3" fmla="*/ 7043 h 205113"/>
                <a:gd name="connsiteX4" fmla="*/ 87067 w 133239"/>
                <a:gd name="connsiteY4" fmla="*/ 4623 h 205113"/>
                <a:gd name="connsiteX5" fmla="*/ 62951 w 133239"/>
                <a:gd name="connsiteY5" fmla="*/ 85 h 205113"/>
                <a:gd name="connsiteX6" fmla="*/ 12609 w 133239"/>
                <a:gd name="connsiteY6" fmla="*/ 49397 h 205113"/>
                <a:gd name="connsiteX7" fmla="*/ 40644 w 133239"/>
                <a:gd name="connsiteY7" fmla="*/ 89935 h 205113"/>
                <a:gd name="connsiteX8" fmla="*/ 27682 w 133239"/>
                <a:gd name="connsiteY8" fmla="*/ 102036 h 205113"/>
                <a:gd name="connsiteX9" fmla="*/ 13815 w 133239"/>
                <a:gd name="connsiteY9" fmla="*/ 122911 h 205113"/>
                <a:gd name="connsiteX10" fmla="*/ 29792 w 133239"/>
                <a:gd name="connsiteY10" fmla="*/ 138944 h 205113"/>
                <a:gd name="connsiteX11" fmla="*/ 250 w 133239"/>
                <a:gd name="connsiteY11" fmla="*/ 175853 h 205113"/>
                <a:gd name="connsiteX12" fmla="*/ 52400 w 133239"/>
                <a:gd name="connsiteY12" fmla="*/ 205198 h 205113"/>
                <a:gd name="connsiteX13" fmla="*/ 114197 w 133239"/>
                <a:gd name="connsiteY13" fmla="*/ 184626 h 205113"/>
                <a:gd name="connsiteX14" fmla="*/ 130776 w 133239"/>
                <a:gd name="connsiteY14" fmla="*/ 154071 h 205113"/>
                <a:gd name="connsiteX15" fmla="*/ 94301 w 133239"/>
                <a:gd name="connsiteY15" fmla="*/ 121700 h 205113"/>
                <a:gd name="connsiteX16" fmla="*/ 55415 w 133239"/>
                <a:gd name="connsiteY16" fmla="*/ 119885 h 205113"/>
                <a:gd name="connsiteX17" fmla="*/ 31902 w 133239"/>
                <a:gd name="connsiteY17" fmla="*/ 111717 h 205113"/>
                <a:gd name="connsiteX18" fmla="*/ 49989 w 133239"/>
                <a:gd name="connsiteY18" fmla="*/ 92658 h 205113"/>
                <a:gd name="connsiteX19" fmla="*/ 55716 w 133239"/>
                <a:gd name="connsiteY19" fmla="*/ 93263 h 205113"/>
                <a:gd name="connsiteX20" fmla="*/ 67171 w 133239"/>
                <a:gd name="connsiteY20" fmla="*/ 94170 h 205113"/>
                <a:gd name="connsiteX21" fmla="*/ 99727 w 133239"/>
                <a:gd name="connsiteY21" fmla="*/ 81464 h 205113"/>
                <a:gd name="connsiteX22" fmla="*/ 114197 w 133239"/>
                <a:gd name="connsiteY22" fmla="*/ 47279 h 205113"/>
                <a:gd name="connsiteX23" fmla="*/ 108469 w 133239"/>
                <a:gd name="connsiteY23" fmla="*/ 21867 h 205113"/>
                <a:gd name="connsiteX24" fmla="*/ 133489 w 133239"/>
                <a:gd name="connsiteY24" fmla="*/ 21867 h 205113"/>
                <a:gd name="connsiteX25" fmla="*/ 36122 w 133239"/>
                <a:gd name="connsiteY25" fmla="*/ 139852 h 205113"/>
                <a:gd name="connsiteX26" fmla="*/ 84957 w 133239"/>
                <a:gd name="connsiteY26" fmla="*/ 143785 h 205113"/>
                <a:gd name="connsiteX27" fmla="*/ 122336 w 133239"/>
                <a:gd name="connsiteY27" fmla="*/ 158609 h 205113"/>
                <a:gd name="connsiteX28" fmla="*/ 65363 w 133239"/>
                <a:gd name="connsiteY28" fmla="*/ 187954 h 205113"/>
                <a:gd name="connsiteX29" fmla="*/ 21351 w 133239"/>
                <a:gd name="connsiteY29" fmla="*/ 165869 h 205113"/>
                <a:gd name="connsiteX30" fmla="*/ 36122 w 133239"/>
                <a:gd name="connsiteY30" fmla="*/ 139852 h 205113"/>
                <a:gd name="connsiteX31" fmla="*/ 37629 w 133239"/>
                <a:gd name="connsiteY31" fmla="*/ 36993 h 205113"/>
                <a:gd name="connsiteX32" fmla="*/ 59937 w 133239"/>
                <a:gd name="connsiteY32" fmla="*/ 8555 h 205113"/>
                <a:gd name="connsiteX33" fmla="*/ 81942 w 133239"/>
                <a:gd name="connsiteY33" fmla="*/ 22774 h 205113"/>
                <a:gd name="connsiteX34" fmla="*/ 90985 w 133239"/>
                <a:gd name="connsiteY34" fmla="*/ 59077 h 205113"/>
                <a:gd name="connsiteX35" fmla="*/ 68377 w 133239"/>
                <a:gd name="connsiteY35" fmla="*/ 86607 h 205113"/>
                <a:gd name="connsiteX36" fmla="*/ 37629 w 133239"/>
                <a:gd name="connsiteY36" fmla="*/ 37901 h 205113"/>
                <a:gd name="connsiteX37" fmla="*/ 37629 w 133239"/>
                <a:gd name="connsiteY37" fmla="*/ 36993 h 205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3239" h="205113">
                  <a:moveTo>
                    <a:pt x="133489" y="21867"/>
                  </a:moveTo>
                  <a:lnTo>
                    <a:pt x="133489" y="10068"/>
                  </a:lnTo>
                  <a:lnTo>
                    <a:pt x="110278" y="10068"/>
                  </a:lnTo>
                  <a:cubicBezTo>
                    <a:pt x="104249" y="10068"/>
                    <a:pt x="99727" y="9160"/>
                    <a:pt x="93699" y="7043"/>
                  </a:cubicBezTo>
                  <a:lnTo>
                    <a:pt x="87067" y="4623"/>
                  </a:lnTo>
                  <a:cubicBezTo>
                    <a:pt x="78928" y="1597"/>
                    <a:pt x="70789" y="85"/>
                    <a:pt x="62951" y="85"/>
                  </a:cubicBezTo>
                  <a:cubicBezTo>
                    <a:pt x="34916" y="85"/>
                    <a:pt x="12609" y="21867"/>
                    <a:pt x="12609" y="49397"/>
                  </a:cubicBezTo>
                  <a:cubicBezTo>
                    <a:pt x="12609" y="68456"/>
                    <a:pt x="20748" y="79952"/>
                    <a:pt x="40644" y="89935"/>
                  </a:cubicBezTo>
                  <a:cubicBezTo>
                    <a:pt x="34916" y="95381"/>
                    <a:pt x="29490" y="100524"/>
                    <a:pt x="27682" y="102036"/>
                  </a:cubicBezTo>
                  <a:cubicBezTo>
                    <a:pt x="17734" y="110810"/>
                    <a:pt x="13815" y="116860"/>
                    <a:pt x="13815" y="122911"/>
                  </a:cubicBezTo>
                  <a:cubicBezTo>
                    <a:pt x="13815" y="129264"/>
                    <a:pt x="17433" y="132894"/>
                    <a:pt x="29792" y="138944"/>
                  </a:cubicBezTo>
                  <a:cubicBezTo>
                    <a:pt x="8389" y="154676"/>
                    <a:pt x="250" y="164659"/>
                    <a:pt x="250" y="175853"/>
                  </a:cubicBezTo>
                  <a:cubicBezTo>
                    <a:pt x="250" y="191887"/>
                    <a:pt x="23763" y="205198"/>
                    <a:pt x="52400" y="205198"/>
                  </a:cubicBezTo>
                  <a:cubicBezTo>
                    <a:pt x="75009" y="205198"/>
                    <a:pt x="98522" y="197332"/>
                    <a:pt x="114197" y="184626"/>
                  </a:cubicBezTo>
                  <a:cubicBezTo>
                    <a:pt x="125652" y="175248"/>
                    <a:pt x="130776" y="165567"/>
                    <a:pt x="130776" y="154071"/>
                  </a:cubicBezTo>
                  <a:cubicBezTo>
                    <a:pt x="130776" y="135314"/>
                    <a:pt x="116608" y="122608"/>
                    <a:pt x="94301" y="121700"/>
                  </a:cubicBezTo>
                  <a:lnTo>
                    <a:pt x="55415" y="119885"/>
                  </a:lnTo>
                  <a:cubicBezTo>
                    <a:pt x="39438" y="119280"/>
                    <a:pt x="31902" y="116558"/>
                    <a:pt x="31902" y="111717"/>
                  </a:cubicBezTo>
                  <a:cubicBezTo>
                    <a:pt x="31902" y="105667"/>
                    <a:pt x="41850" y="95078"/>
                    <a:pt x="49989" y="92658"/>
                  </a:cubicBezTo>
                  <a:cubicBezTo>
                    <a:pt x="52702" y="92960"/>
                    <a:pt x="54812" y="93263"/>
                    <a:pt x="55716" y="93263"/>
                  </a:cubicBezTo>
                  <a:cubicBezTo>
                    <a:pt x="61444" y="93868"/>
                    <a:pt x="65363" y="94170"/>
                    <a:pt x="67171" y="94170"/>
                  </a:cubicBezTo>
                  <a:cubicBezTo>
                    <a:pt x="78325" y="94170"/>
                    <a:pt x="90383" y="89633"/>
                    <a:pt x="99727" y="81464"/>
                  </a:cubicBezTo>
                  <a:cubicBezTo>
                    <a:pt x="109675" y="72994"/>
                    <a:pt x="114197" y="62405"/>
                    <a:pt x="114197" y="47279"/>
                  </a:cubicBezTo>
                  <a:cubicBezTo>
                    <a:pt x="114197" y="38506"/>
                    <a:pt x="112690" y="31547"/>
                    <a:pt x="108469" y="21867"/>
                  </a:cubicBezTo>
                  <a:lnTo>
                    <a:pt x="133489" y="21867"/>
                  </a:lnTo>
                  <a:close/>
                  <a:moveTo>
                    <a:pt x="36122" y="139852"/>
                  </a:moveTo>
                  <a:cubicBezTo>
                    <a:pt x="46070" y="141970"/>
                    <a:pt x="70186" y="143785"/>
                    <a:pt x="84957" y="143785"/>
                  </a:cubicBezTo>
                  <a:cubicBezTo>
                    <a:pt x="112388" y="143785"/>
                    <a:pt x="122336" y="147718"/>
                    <a:pt x="122336" y="158609"/>
                  </a:cubicBezTo>
                  <a:cubicBezTo>
                    <a:pt x="122336" y="176155"/>
                    <a:pt x="99426" y="187954"/>
                    <a:pt x="65363" y="187954"/>
                  </a:cubicBezTo>
                  <a:cubicBezTo>
                    <a:pt x="38835" y="187954"/>
                    <a:pt x="21351" y="179181"/>
                    <a:pt x="21351" y="165869"/>
                  </a:cubicBezTo>
                  <a:cubicBezTo>
                    <a:pt x="21351" y="158911"/>
                    <a:pt x="23462" y="154978"/>
                    <a:pt x="36122" y="139852"/>
                  </a:cubicBezTo>
                  <a:close/>
                  <a:moveTo>
                    <a:pt x="37629" y="36993"/>
                  </a:moveTo>
                  <a:cubicBezTo>
                    <a:pt x="37629" y="19144"/>
                    <a:pt x="46070" y="8555"/>
                    <a:pt x="59937" y="8555"/>
                  </a:cubicBezTo>
                  <a:cubicBezTo>
                    <a:pt x="69281" y="8555"/>
                    <a:pt x="77119" y="13698"/>
                    <a:pt x="81942" y="22774"/>
                  </a:cubicBezTo>
                  <a:cubicBezTo>
                    <a:pt x="87368" y="33363"/>
                    <a:pt x="90985" y="47279"/>
                    <a:pt x="90985" y="59077"/>
                  </a:cubicBezTo>
                  <a:cubicBezTo>
                    <a:pt x="90985" y="76019"/>
                    <a:pt x="82244" y="86607"/>
                    <a:pt x="68377" y="86607"/>
                  </a:cubicBezTo>
                  <a:cubicBezTo>
                    <a:pt x="50290" y="86607"/>
                    <a:pt x="37629" y="66943"/>
                    <a:pt x="37629" y="37901"/>
                  </a:cubicBezTo>
                  <a:lnTo>
                    <a:pt x="37629" y="36993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DCA642B-68C3-005B-C9FD-7CF87B4DCFE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290043" y="4981958"/>
              <a:ext cx="99477" cy="139162"/>
            </a:xfrm>
            <a:custGeom>
              <a:avLst/>
              <a:gdLst>
                <a:gd name="connsiteX0" fmla="*/ 858 w 99477"/>
                <a:gd name="connsiteY0" fmla="*/ 21262 h 139162"/>
                <a:gd name="connsiteX1" fmla="*/ 11409 w 99477"/>
                <a:gd name="connsiteY1" fmla="*/ 20051 h 139162"/>
                <a:gd name="connsiteX2" fmla="*/ 21658 w 99477"/>
                <a:gd name="connsiteY2" fmla="*/ 38203 h 139162"/>
                <a:gd name="connsiteX3" fmla="*/ 21658 w 99477"/>
                <a:gd name="connsiteY3" fmla="*/ 113835 h 139162"/>
                <a:gd name="connsiteX4" fmla="*/ 255 w 99477"/>
                <a:gd name="connsiteY4" fmla="*/ 134709 h 139162"/>
                <a:gd name="connsiteX5" fmla="*/ 255 w 99477"/>
                <a:gd name="connsiteY5" fmla="*/ 139247 h 139162"/>
                <a:gd name="connsiteX6" fmla="*/ 72602 w 99477"/>
                <a:gd name="connsiteY6" fmla="*/ 139247 h 139162"/>
                <a:gd name="connsiteX7" fmla="*/ 72602 w 99477"/>
                <a:gd name="connsiteY7" fmla="*/ 134709 h 139162"/>
                <a:gd name="connsiteX8" fmla="*/ 46979 w 99477"/>
                <a:gd name="connsiteY8" fmla="*/ 112020 h 139162"/>
                <a:gd name="connsiteX9" fmla="*/ 46979 w 99477"/>
                <a:gd name="connsiteY9" fmla="*/ 43951 h 139162"/>
                <a:gd name="connsiteX10" fmla="*/ 68081 w 99477"/>
                <a:gd name="connsiteY10" fmla="*/ 19144 h 139162"/>
                <a:gd name="connsiteX11" fmla="*/ 75918 w 99477"/>
                <a:gd name="connsiteY11" fmla="*/ 23682 h 139162"/>
                <a:gd name="connsiteX12" fmla="*/ 87976 w 99477"/>
                <a:gd name="connsiteY12" fmla="*/ 29732 h 139162"/>
                <a:gd name="connsiteX13" fmla="*/ 99732 w 99477"/>
                <a:gd name="connsiteY13" fmla="*/ 16119 h 139162"/>
                <a:gd name="connsiteX14" fmla="*/ 83153 w 99477"/>
                <a:gd name="connsiteY14" fmla="*/ 85 h 139162"/>
                <a:gd name="connsiteX15" fmla="*/ 46979 w 99477"/>
                <a:gd name="connsiteY15" fmla="*/ 28522 h 139162"/>
                <a:gd name="connsiteX16" fmla="*/ 46979 w 99477"/>
                <a:gd name="connsiteY16" fmla="*/ 690 h 139162"/>
                <a:gd name="connsiteX17" fmla="*/ 45472 w 99477"/>
                <a:gd name="connsiteY17" fmla="*/ 85 h 139162"/>
                <a:gd name="connsiteX18" fmla="*/ 858 w 99477"/>
                <a:gd name="connsiteY18" fmla="*/ 16421 h 139162"/>
                <a:gd name="connsiteX19" fmla="*/ 858 w 99477"/>
                <a:gd name="connsiteY19" fmla="*/ 21262 h 13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477" h="139162">
                  <a:moveTo>
                    <a:pt x="858" y="21262"/>
                  </a:moveTo>
                  <a:cubicBezTo>
                    <a:pt x="5078" y="20354"/>
                    <a:pt x="7791" y="20051"/>
                    <a:pt x="11409" y="20051"/>
                  </a:cubicBezTo>
                  <a:cubicBezTo>
                    <a:pt x="18945" y="20051"/>
                    <a:pt x="21658" y="24892"/>
                    <a:pt x="21658" y="38203"/>
                  </a:cubicBezTo>
                  <a:lnTo>
                    <a:pt x="21658" y="113835"/>
                  </a:lnTo>
                  <a:cubicBezTo>
                    <a:pt x="21658" y="128961"/>
                    <a:pt x="19548" y="131079"/>
                    <a:pt x="255" y="134709"/>
                  </a:cubicBezTo>
                  <a:lnTo>
                    <a:pt x="255" y="139247"/>
                  </a:lnTo>
                  <a:lnTo>
                    <a:pt x="72602" y="139247"/>
                  </a:lnTo>
                  <a:lnTo>
                    <a:pt x="72602" y="134709"/>
                  </a:lnTo>
                  <a:cubicBezTo>
                    <a:pt x="52104" y="133802"/>
                    <a:pt x="46979" y="129264"/>
                    <a:pt x="46979" y="112020"/>
                  </a:cubicBezTo>
                  <a:lnTo>
                    <a:pt x="46979" y="43951"/>
                  </a:lnTo>
                  <a:cubicBezTo>
                    <a:pt x="46979" y="34270"/>
                    <a:pt x="59941" y="19144"/>
                    <a:pt x="68081" y="19144"/>
                  </a:cubicBezTo>
                  <a:cubicBezTo>
                    <a:pt x="69889" y="19144"/>
                    <a:pt x="72602" y="20656"/>
                    <a:pt x="75918" y="23682"/>
                  </a:cubicBezTo>
                  <a:cubicBezTo>
                    <a:pt x="80741" y="27917"/>
                    <a:pt x="84057" y="29732"/>
                    <a:pt x="87976" y="29732"/>
                  </a:cubicBezTo>
                  <a:cubicBezTo>
                    <a:pt x="95211" y="29732"/>
                    <a:pt x="99732" y="24589"/>
                    <a:pt x="99732" y="16119"/>
                  </a:cubicBezTo>
                  <a:cubicBezTo>
                    <a:pt x="99732" y="6135"/>
                    <a:pt x="93402" y="85"/>
                    <a:pt x="83153" y="85"/>
                  </a:cubicBezTo>
                  <a:cubicBezTo>
                    <a:pt x="70492" y="85"/>
                    <a:pt x="61750" y="7043"/>
                    <a:pt x="46979" y="28522"/>
                  </a:cubicBezTo>
                  <a:lnTo>
                    <a:pt x="46979" y="690"/>
                  </a:lnTo>
                  <a:lnTo>
                    <a:pt x="45472" y="85"/>
                  </a:lnTo>
                  <a:cubicBezTo>
                    <a:pt x="29495" y="6740"/>
                    <a:pt x="18643" y="10673"/>
                    <a:pt x="858" y="16421"/>
                  </a:cubicBezTo>
                  <a:lnTo>
                    <a:pt x="858" y="21262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EBFF8E3-8C3F-1D53-2873-1B8C3DC0750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400446" y="4981958"/>
              <a:ext cx="122085" cy="142187"/>
            </a:xfrm>
            <a:custGeom>
              <a:avLst/>
              <a:gdLst>
                <a:gd name="connsiteX0" fmla="*/ 122344 w 122085"/>
                <a:gd name="connsiteY0" fmla="*/ 119280 h 142187"/>
                <a:gd name="connsiteX1" fmla="*/ 109081 w 122085"/>
                <a:gd name="connsiteY1" fmla="*/ 125028 h 142187"/>
                <a:gd name="connsiteX2" fmla="*/ 100037 w 122085"/>
                <a:gd name="connsiteY2" fmla="*/ 107482 h 142187"/>
                <a:gd name="connsiteX3" fmla="*/ 100037 w 122085"/>
                <a:gd name="connsiteY3" fmla="*/ 48489 h 142187"/>
                <a:gd name="connsiteX4" fmla="*/ 94008 w 122085"/>
                <a:gd name="connsiteY4" fmla="*/ 16724 h 142187"/>
                <a:gd name="connsiteX5" fmla="*/ 56629 w 122085"/>
                <a:gd name="connsiteY5" fmla="*/ 85 h 142187"/>
                <a:gd name="connsiteX6" fmla="*/ 5986 w 122085"/>
                <a:gd name="connsiteY6" fmla="*/ 33968 h 142187"/>
                <a:gd name="connsiteX7" fmla="*/ 18948 w 122085"/>
                <a:gd name="connsiteY7" fmla="*/ 46976 h 142187"/>
                <a:gd name="connsiteX8" fmla="*/ 32513 w 122085"/>
                <a:gd name="connsiteY8" fmla="*/ 34270 h 142187"/>
                <a:gd name="connsiteX9" fmla="*/ 31910 w 122085"/>
                <a:gd name="connsiteY9" fmla="*/ 29430 h 142187"/>
                <a:gd name="connsiteX10" fmla="*/ 31006 w 122085"/>
                <a:gd name="connsiteY10" fmla="*/ 22169 h 142187"/>
                <a:gd name="connsiteX11" fmla="*/ 52710 w 122085"/>
                <a:gd name="connsiteY11" fmla="*/ 7345 h 142187"/>
                <a:gd name="connsiteX12" fmla="*/ 75620 w 122085"/>
                <a:gd name="connsiteY12" fmla="*/ 32455 h 142187"/>
                <a:gd name="connsiteX13" fmla="*/ 75620 w 122085"/>
                <a:gd name="connsiteY13" fmla="*/ 50909 h 142187"/>
                <a:gd name="connsiteX14" fmla="*/ 11111 w 122085"/>
                <a:gd name="connsiteY14" fmla="*/ 83582 h 142187"/>
                <a:gd name="connsiteX15" fmla="*/ 258 w 122085"/>
                <a:gd name="connsiteY15" fmla="*/ 109902 h 142187"/>
                <a:gd name="connsiteX16" fmla="*/ 31910 w 122085"/>
                <a:gd name="connsiteY16" fmla="*/ 142272 h 142187"/>
                <a:gd name="connsiteX17" fmla="*/ 75921 w 122085"/>
                <a:gd name="connsiteY17" fmla="*/ 120188 h 142187"/>
                <a:gd name="connsiteX18" fmla="*/ 95214 w 122085"/>
                <a:gd name="connsiteY18" fmla="*/ 142272 h 142187"/>
                <a:gd name="connsiteX19" fmla="*/ 122344 w 122085"/>
                <a:gd name="connsiteY19" fmla="*/ 127146 h 142187"/>
                <a:gd name="connsiteX20" fmla="*/ 122344 w 122085"/>
                <a:gd name="connsiteY20" fmla="*/ 119280 h 142187"/>
                <a:gd name="connsiteX21" fmla="*/ 75620 w 122085"/>
                <a:gd name="connsiteY21" fmla="*/ 102036 h 142187"/>
                <a:gd name="connsiteX22" fmla="*/ 67782 w 122085"/>
                <a:gd name="connsiteY22" fmla="*/ 117768 h 142187"/>
                <a:gd name="connsiteX23" fmla="*/ 45777 w 122085"/>
                <a:gd name="connsiteY23" fmla="*/ 124726 h 142187"/>
                <a:gd name="connsiteX24" fmla="*/ 26786 w 122085"/>
                <a:gd name="connsiteY24" fmla="*/ 101431 h 142187"/>
                <a:gd name="connsiteX25" fmla="*/ 26786 w 122085"/>
                <a:gd name="connsiteY25" fmla="*/ 100221 h 142187"/>
                <a:gd name="connsiteX26" fmla="*/ 75620 w 122085"/>
                <a:gd name="connsiteY26" fmla="*/ 58170 h 142187"/>
                <a:gd name="connsiteX27" fmla="*/ 75620 w 122085"/>
                <a:gd name="connsiteY27" fmla="*/ 102036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085" h="142187">
                  <a:moveTo>
                    <a:pt x="122344" y="119280"/>
                  </a:moveTo>
                  <a:cubicBezTo>
                    <a:pt x="117220" y="123516"/>
                    <a:pt x="113602" y="125028"/>
                    <a:pt x="109081" y="125028"/>
                  </a:cubicBezTo>
                  <a:cubicBezTo>
                    <a:pt x="102147" y="125028"/>
                    <a:pt x="100037" y="120793"/>
                    <a:pt x="100037" y="107482"/>
                  </a:cubicBezTo>
                  <a:lnTo>
                    <a:pt x="100037" y="48489"/>
                  </a:lnTo>
                  <a:cubicBezTo>
                    <a:pt x="100037" y="32758"/>
                    <a:pt x="98530" y="23984"/>
                    <a:pt x="94008" y="16724"/>
                  </a:cubicBezTo>
                  <a:cubicBezTo>
                    <a:pt x="87376" y="5833"/>
                    <a:pt x="74414" y="85"/>
                    <a:pt x="56629" y="85"/>
                  </a:cubicBezTo>
                  <a:cubicBezTo>
                    <a:pt x="28293" y="85"/>
                    <a:pt x="5986" y="14908"/>
                    <a:pt x="5986" y="33968"/>
                  </a:cubicBezTo>
                  <a:cubicBezTo>
                    <a:pt x="5986" y="40926"/>
                    <a:pt x="12015" y="46976"/>
                    <a:pt x="18948" y="46976"/>
                  </a:cubicBezTo>
                  <a:cubicBezTo>
                    <a:pt x="26183" y="46976"/>
                    <a:pt x="32513" y="40926"/>
                    <a:pt x="32513" y="34270"/>
                  </a:cubicBezTo>
                  <a:cubicBezTo>
                    <a:pt x="32513" y="33060"/>
                    <a:pt x="32212" y="31547"/>
                    <a:pt x="31910" y="29430"/>
                  </a:cubicBezTo>
                  <a:cubicBezTo>
                    <a:pt x="31307" y="26707"/>
                    <a:pt x="31006" y="24287"/>
                    <a:pt x="31006" y="22169"/>
                  </a:cubicBezTo>
                  <a:cubicBezTo>
                    <a:pt x="31006" y="14001"/>
                    <a:pt x="40652" y="7345"/>
                    <a:pt x="52710" y="7345"/>
                  </a:cubicBezTo>
                  <a:cubicBezTo>
                    <a:pt x="67481" y="7345"/>
                    <a:pt x="75620" y="16119"/>
                    <a:pt x="75620" y="32455"/>
                  </a:cubicBezTo>
                  <a:lnTo>
                    <a:pt x="75620" y="50909"/>
                  </a:lnTo>
                  <a:cubicBezTo>
                    <a:pt x="29197" y="69666"/>
                    <a:pt x="24073" y="72086"/>
                    <a:pt x="11111" y="83582"/>
                  </a:cubicBezTo>
                  <a:cubicBezTo>
                    <a:pt x="4479" y="89633"/>
                    <a:pt x="258" y="99919"/>
                    <a:pt x="258" y="109902"/>
                  </a:cubicBezTo>
                  <a:cubicBezTo>
                    <a:pt x="258" y="128961"/>
                    <a:pt x="13522" y="142272"/>
                    <a:pt x="31910" y="142272"/>
                  </a:cubicBezTo>
                  <a:cubicBezTo>
                    <a:pt x="45174" y="142272"/>
                    <a:pt x="57533" y="135919"/>
                    <a:pt x="75921" y="120188"/>
                  </a:cubicBezTo>
                  <a:cubicBezTo>
                    <a:pt x="77429" y="135919"/>
                    <a:pt x="82855" y="142272"/>
                    <a:pt x="95214" y="142272"/>
                  </a:cubicBezTo>
                  <a:cubicBezTo>
                    <a:pt x="105463" y="142272"/>
                    <a:pt x="111794" y="138642"/>
                    <a:pt x="122344" y="127146"/>
                  </a:cubicBezTo>
                  <a:lnTo>
                    <a:pt x="122344" y="119280"/>
                  </a:lnTo>
                  <a:close/>
                  <a:moveTo>
                    <a:pt x="75620" y="102036"/>
                  </a:moveTo>
                  <a:cubicBezTo>
                    <a:pt x="75620" y="111415"/>
                    <a:pt x="74113" y="114137"/>
                    <a:pt x="67782" y="117768"/>
                  </a:cubicBezTo>
                  <a:cubicBezTo>
                    <a:pt x="60548" y="122003"/>
                    <a:pt x="52107" y="124726"/>
                    <a:pt x="45777" y="124726"/>
                  </a:cubicBezTo>
                  <a:cubicBezTo>
                    <a:pt x="35226" y="124726"/>
                    <a:pt x="26786" y="114440"/>
                    <a:pt x="26786" y="101431"/>
                  </a:cubicBezTo>
                  <a:lnTo>
                    <a:pt x="26786" y="100221"/>
                  </a:lnTo>
                  <a:cubicBezTo>
                    <a:pt x="26786" y="82372"/>
                    <a:pt x="39145" y="71481"/>
                    <a:pt x="75620" y="58170"/>
                  </a:cubicBezTo>
                  <a:lnTo>
                    <a:pt x="75620" y="10203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CC5683F-D708-987C-8198-9003F10864C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529362" y="4914494"/>
              <a:ext cx="71744" cy="206625"/>
            </a:xfrm>
            <a:custGeom>
              <a:avLst/>
              <a:gdLst>
                <a:gd name="connsiteX0" fmla="*/ 263 w 71744"/>
                <a:gd name="connsiteY0" fmla="*/ 18236 h 206625"/>
                <a:gd name="connsiteX1" fmla="*/ 2072 w 71744"/>
                <a:gd name="connsiteY1" fmla="*/ 18236 h 206625"/>
                <a:gd name="connsiteX2" fmla="*/ 11416 w 71744"/>
                <a:gd name="connsiteY2" fmla="*/ 17631 h 206625"/>
                <a:gd name="connsiteX3" fmla="*/ 24077 w 71744"/>
                <a:gd name="connsiteY3" fmla="*/ 36085 h 206625"/>
                <a:gd name="connsiteX4" fmla="*/ 24077 w 71744"/>
                <a:gd name="connsiteY4" fmla="*/ 180391 h 206625"/>
                <a:gd name="connsiteX5" fmla="*/ 866 w 71744"/>
                <a:gd name="connsiteY5" fmla="*/ 202173 h 206625"/>
                <a:gd name="connsiteX6" fmla="*/ 866 w 71744"/>
                <a:gd name="connsiteY6" fmla="*/ 206710 h 206625"/>
                <a:gd name="connsiteX7" fmla="*/ 72007 w 71744"/>
                <a:gd name="connsiteY7" fmla="*/ 206710 h 206625"/>
                <a:gd name="connsiteX8" fmla="*/ 72007 w 71744"/>
                <a:gd name="connsiteY8" fmla="*/ 202173 h 206625"/>
                <a:gd name="connsiteX9" fmla="*/ 49399 w 71744"/>
                <a:gd name="connsiteY9" fmla="*/ 181298 h 206625"/>
                <a:gd name="connsiteX10" fmla="*/ 49399 w 71744"/>
                <a:gd name="connsiteY10" fmla="*/ 690 h 206625"/>
                <a:gd name="connsiteX11" fmla="*/ 48193 w 71744"/>
                <a:gd name="connsiteY11" fmla="*/ 85 h 206625"/>
                <a:gd name="connsiteX12" fmla="*/ 263 w 71744"/>
                <a:gd name="connsiteY12" fmla="*/ 13396 h 206625"/>
                <a:gd name="connsiteX13" fmla="*/ 263 w 71744"/>
                <a:gd name="connsiteY13" fmla="*/ 18236 h 20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744" h="206625">
                  <a:moveTo>
                    <a:pt x="263" y="18236"/>
                  </a:moveTo>
                  <a:lnTo>
                    <a:pt x="2072" y="18236"/>
                  </a:lnTo>
                  <a:cubicBezTo>
                    <a:pt x="5387" y="17934"/>
                    <a:pt x="9005" y="17631"/>
                    <a:pt x="11416" y="17631"/>
                  </a:cubicBezTo>
                  <a:cubicBezTo>
                    <a:pt x="21063" y="17631"/>
                    <a:pt x="24077" y="21867"/>
                    <a:pt x="24077" y="36085"/>
                  </a:cubicBezTo>
                  <a:lnTo>
                    <a:pt x="24077" y="180391"/>
                  </a:lnTo>
                  <a:cubicBezTo>
                    <a:pt x="24077" y="196727"/>
                    <a:pt x="19857" y="200660"/>
                    <a:pt x="866" y="202173"/>
                  </a:cubicBezTo>
                  <a:lnTo>
                    <a:pt x="866" y="206710"/>
                  </a:lnTo>
                  <a:lnTo>
                    <a:pt x="72007" y="206710"/>
                  </a:lnTo>
                  <a:lnTo>
                    <a:pt x="72007" y="202173"/>
                  </a:lnTo>
                  <a:cubicBezTo>
                    <a:pt x="53016" y="200962"/>
                    <a:pt x="49399" y="197937"/>
                    <a:pt x="49399" y="181298"/>
                  </a:cubicBezTo>
                  <a:lnTo>
                    <a:pt x="49399" y="690"/>
                  </a:lnTo>
                  <a:lnTo>
                    <a:pt x="48193" y="85"/>
                  </a:lnTo>
                  <a:cubicBezTo>
                    <a:pt x="32518" y="5228"/>
                    <a:pt x="21063" y="8253"/>
                    <a:pt x="263" y="13396"/>
                  </a:cubicBezTo>
                  <a:lnTo>
                    <a:pt x="263" y="18236"/>
                  </a:ln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7E4A413-58E7-A569-21AC-26B9E6C48DC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632165" y="4982260"/>
              <a:ext cx="33460" cy="142187"/>
            </a:xfrm>
            <a:custGeom>
              <a:avLst/>
              <a:gdLst>
                <a:gd name="connsiteX0" fmla="*/ 16845 w 33460"/>
                <a:gd name="connsiteY0" fmla="*/ 85 h 142187"/>
                <a:gd name="connsiteX1" fmla="*/ 266 w 33460"/>
                <a:gd name="connsiteY1" fmla="*/ 17329 h 142187"/>
                <a:gd name="connsiteX2" fmla="*/ 16544 w 33460"/>
                <a:gd name="connsiteY2" fmla="*/ 33665 h 142187"/>
                <a:gd name="connsiteX3" fmla="*/ 33726 w 33460"/>
                <a:gd name="connsiteY3" fmla="*/ 17329 h 142187"/>
                <a:gd name="connsiteX4" fmla="*/ 16845 w 33460"/>
                <a:gd name="connsiteY4" fmla="*/ 85 h 142187"/>
                <a:gd name="connsiteX5" fmla="*/ 16845 w 33460"/>
                <a:gd name="connsiteY5" fmla="*/ 108692 h 142187"/>
                <a:gd name="connsiteX6" fmla="*/ 266 w 33460"/>
                <a:gd name="connsiteY6" fmla="*/ 125936 h 142187"/>
                <a:gd name="connsiteX7" fmla="*/ 16544 w 33460"/>
                <a:gd name="connsiteY7" fmla="*/ 142272 h 142187"/>
                <a:gd name="connsiteX8" fmla="*/ 33726 w 33460"/>
                <a:gd name="connsiteY8" fmla="*/ 125936 h 142187"/>
                <a:gd name="connsiteX9" fmla="*/ 16845 w 33460"/>
                <a:gd name="connsiteY9" fmla="*/ 108692 h 14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60" h="142187">
                  <a:moveTo>
                    <a:pt x="16845" y="85"/>
                  </a:moveTo>
                  <a:cubicBezTo>
                    <a:pt x="7802" y="85"/>
                    <a:pt x="266" y="7950"/>
                    <a:pt x="266" y="17329"/>
                  </a:cubicBezTo>
                  <a:cubicBezTo>
                    <a:pt x="266" y="26102"/>
                    <a:pt x="7802" y="33665"/>
                    <a:pt x="16544" y="33665"/>
                  </a:cubicBezTo>
                  <a:cubicBezTo>
                    <a:pt x="25889" y="33665"/>
                    <a:pt x="33726" y="26102"/>
                    <a:pt x="33726" y="17329"/>
                  </a:cubicBezTo>
                  <a:cubicBezTo>
                    <a:pt x="33726" y="7950"/>
                    <a:pt x="25889" y="85"/>
                    <a:pt x="16845" y="85"/>
                  </a:cubicBezTo>
                  <a:close/>
                  <a:moveTo>
                    <a:pt x="16845" y="108692"/>
                  </a:moveTo>
                  <a:cubicBezTo>
                    <a:pt x="7802" y="108692"/>
                    <a:pt x="266" y="116558"/>
                    <a:pt x="266" y="125936"/>
                  </a:cubicBezTo>
                  <a:cubicBezTo>
                    <a:pt x="266" y="134709"/>
                    <a:pt x="7802" y="142272"/>
                    <a:pt x="16544" y="142272"/>
                  </a:cubicBezTo>
                  <a:cubicBezTo>
                    <a:pt x="25889" y="142272"/>
                    <a:pt x="33726" y="134709"/>
                    <a:pt x="33726" y="125936"/>
                  </a:cubicBezTo>
                  <a:cubicBezTo>
                    <a:pt x="33726" y="116558"/>
                    <a:pt x="25889" y="108692"/>
                    <a:pt x="16845" y="108692"/>
                  </a:cubicBezTo>
                  <a:close/>
                </a:path>
              </a:pathLst>
            </a:custGeom>
            <a:solidFill>
              <a:srgbClr val="FFFFFF"/>
            </a:solidFill>
            <a:ln w="303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9562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986A-D726-7FE3-D300-DA448DEE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6453-CA6F-0352-7EEB-F176CCEF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bg2"/>
          </a:solidFill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E0C30-18BD-6F19-656B-775B356A4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708" y="1114097"/>
            <a:ext cx="10403981" cy="551481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57B22-9188-E00A-754B-D76558BF7E8D}"/>
              </a:ext>
            </a:extLst>
          </p:cNvPr>
          <p:cNvSpPr txBox="1"/>
          <p:nvPr/>
        </p:nvSpPr>
        <p:spPr>
          <a:xfrm>
            <a:off x="1619852" y="229092"/>
            <a:ext cx="9676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Example: </a:t>
            </a:r>
            <a:r>
              <a:rPr lang="en-US" sz="2000" b="0" i="0" u="none" strike="noStrike" baseline="0" dirty="0">
                <a:latin typeface="Times New Roman" panose="02020603050405020304" pitchFamily="18" charset="0"/>
              </a:rPr>
              <a:t>Use numerical integration to compute how much mass leaves  a reactor based on the following measurements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F5E3C9-620D-1EB6-F09E-663B20E65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476" y="103467"/>
            <a:ext cx="5516672" cy="10106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5B41B64-7D26-9875-B974-3E77E4516B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3512134"/>
                  </p:ext>
                </p:extLst>
              </p:nvPr>
            </p:nvGraphicFramePr>
            <p:xfrm>
              <a:off x="1472708" y="1114097"/>
              <a:ext cx="10551123" cy="26354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9071">
                      <a:extLst>
                        <a:ext uri="{9D8B030D-6E8A-4147-A177-3AD203B41FA5}">
                          <a16:colId xmlns:a16="http://schemas.microsoft.com/office/drawing/2014/main" val="338410845"/>
                        </a:ext>
                      </a:extLst>
                    </a:gridCol>
                    <a:gridCol w="977462">
                      <a:extLst>
                        <a:ext uri="{9D8B030D-6E8A-4147-A177-3AD203B41FA5}">
                          <a16:colId xmlns:a16="http://schemas.microsoft.com/office/drawing/2014/main" val="2399667929"/>
                        </a:ext>
                      </a:extLst>
                    </a:gridCol>
                    <a:gridCol w="1061545">
                      <a:extLst>
                        <a:ext uri="{9D8B030D-6E8A-4147-A177-3AD203B41FA5}">
                          <a16:colId xmlns:a16="http://schemas.microsoft.com/office/drawing/2014/main" val="1186653756"/>
                        </a:ext>
                      </a:extLst>
                    </a:gridCol>
                    <a:gridCol w="998483">
                      <a:extLst>
                        <a:ext uri="{9D8B030D-6E8A-4147-A177-3AD203B41FA5}">
                          <a16:colId xmlns:a16="http://schemas.microsoft.com/office/drawing/2014/main" val="3651973672"/>
                        </a:ext>
                      </a:extLst>
                    </a:gridCol>
                    <a:gridCol w="1198179">
                      <a:extLst>
                        <a:ext uri="{9D8B030D-6E8A-4147-A177-3AD203B41FA5}">
                          <a16:colId xmlns:a16="http://schemas.microsoft.com/office/drawing/2014/main" val="361411202"/>
                        </a:ext>
                      </a:extLst>
                    </a:gridCol>
                    <a:gridCol w="939342">
                      <a:extLst>
                        <a:ext uri="{9D8B030D-6E8A-4147-A177-3AD203B41FA5}">
                          <a16:colId xmlns:a16="http://schemas.microsoft.com/office/drawing/2014/main" val="3311215638"/>
                        </a:ext>
                      </a:extLst>
                    </a:gridCol>
                    <a:gridCol w="1172347">
                      <a:extLst>
                        <a:ext uri="{9D8B030D-6E8A-4147-A177-3AD203B41FA5}">
                          <a16:colId xmlns:a16="http://schemas.microsoft.com/office/drawing/2014/main" val="3374780464"/>
                        </a:ext>
                      </a:extLst>
                    </a:gridCol>
                    <a:gridCol w="1172347">
                      <a:extLst>
                        <a:ext uri="{9D8B030D-6E8A-4147-A177-3AD203B41FA5}">
                          <a16:colId xmlns:a16="http://schemas.microsoft.com/office/drawing/2014/main" val="1899047787"/>
                        </a:ext>
                      </a:extLst>
                    </a:gridCol>
                    <a:gridCol w="1172347">
                      <a:extLst>
                        <a:ext uri="{9D8B030D-6E8A-4147-A177-3AD203B41FA5}">
                          <a16:colId xmlns:a16="http://schemas.microsoft.com/office/drawing/2014/main" val="31408275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4856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19039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𝑚𝑔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1046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𝑄𝑐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184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159.1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137.6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170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88747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45B41B64-7D26-9875-B974-3E77E4516B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3512134"/>
                  </p:ext>
                </p:extLst>
              </p:nvPr>
            </p:nvGraphicFramePr>
            <p:xfrm>
              <a:off x="1472708" y="1114097"/>
              <a:ext cx="10551123" cy="26523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59071">
                      <a:extLst>
                        <a:ext uri="{9D8B030D-6E8A-4147-A177-3AD203B41FA5}">
                          <a16:colId xmlns:a16="http://schemas.microsoft.com/office/drawing/2014/main" val="338410845"/>
                        </a:ext>
                      </a:extLst>
                    </a:gridCol>
                    <a:gridCol w="977462">
                      <a:extLst>
                        <a:ext uri="{9D8B030D-6E8A-4147-A177-3AD203B41FA5}">
                          <a16:colId xmlns:a16="http://schemas.microsoft.com/office/drawing/2014/main" val="2399667929"/>
                        </a:ext>
                      </a:extLst>
                    </a:gridCol>
                    <a:gridCol w="1061545">
                      <a:extLst>
                        <a:ext uri="{9D8B030D-6E8A-4147-A177-3AD203B41FA5}">
                          <a16:colId xmlns:a16="http://schemas.microsoft.com/office/drawing/2014/main" val="1186653756"/>
                        </a:ext>
                      </a:extLst>
                    </a:gridCol>
                    <a:gridCol w="998483">
                      <a:extLst>
                        <a:ext uri="{9D8B030D-6E8A-4147-A177-3AD203B41FA5}">
                          <a16:colId xmlns:a16="http://schemas.microsoft.com/office/drawing/2014/main" val="3651973672"/>
                        </a:ext>
                      </a:extLst>
                    </a:gridCol>
                    <a:gridCol w="1198179">
                      <a:extLst>
                        <a:ext uri="{9D8B030D-6E8A-4147-A177-3AD203B41FA5}">
                          <a16:colId xmlns:a16="http://schemas.microsoft.com/office/drawing/2014/main" val="361411202"/>
                        </a:ext>
                      </a:extLst>
                    </a:gridCol>
                    <a:gridCol w="939342">
                      <a:extLst>
                        <a:ext uri="{9D8B030D-6E8A-4147-A177-3AD203B41FA5}">
                          <a16:colId xmlns:a16="http://schemas.microsoft.com/office/drawing/2014/main" val="3311215638"/>
                        </a:ext>
                      </a:extLst>
                    </a:gridCol>
                    <a:gridCol w="1172347">
                      <a:extLst>
                        <a:ext uri="{9D8B030D-6E8A-4147-A177-3AD203B41FA5}">
                          <a16:colId xmlns:a16="http://schemas.microsoft.com/office/drawing/2014/main" val="3374780464"/>
                        </a:ext>
                      </a:extLst>
                    </a:gridCol>
                    <a:gridCol w="1172347">
                      <a:extLst>
                        <a:ext uri="{9D8B030D-6E8A-4147-A177-3AD203B41FA5}">
                          <a16:colId xmlns:a16="http://schemas.microsoft.com/office/drawing/2014/main" val="1899047787"/>
                        </a:ext>
                      </a:extLst>
                    </a:gridCol>
                    <a:gridCol w="1172347">
                      <a:extLst>
                        <a:ext uri="{9D8B030D-6E8A-4147-A177-3AD203B41FA5}">
                          <a16:colId xmlns:a16="http://schemas.microsoft.com/office/drawing/2014/main" val="314082751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8" t="-9333" r="-469180" b="-4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4856222"/>
                      </a:ext>
                    </a:extLst>
                  </a:tr>
                  <a:tr h="7823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8" t="-63566" r="-469180" b="-18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5.2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5.0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4.3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5.0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1903988"/>
                      </a:ext>
                    </a:extLst>
                  </a:tr>
                  <a:tr h="630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8" t="-204854" r="-469180" b="-1271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1046181"/>
                      </a:ext>
                    </a:extLst>
                  </a:tr>
                  <a:tr h="7823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8" t="-243411" r="-469180" b="-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260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184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159.1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137.6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170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88747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79091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.72864"/>
  <p:tag name="ORIGINALWIDTH" val="122.039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x_0}^{x_2}f(x)dx\cong\int_{x_0}^{x_2}f_{2}(x)dx&#10;\end{align*}&#10;}&#10;\end{document}"/>
  <p:tag name="IGUANATEXSIZE" val="24"/>
  <p:tag name="IGUANATEXCURSOR" val="32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6"/>
  <p:tag name="ORIGINALWIDTH" val="348.5983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_2(x)= \left[&#10;\frac{(x-x_{1})(x-x_{2})}{(x_{0}-x_{1})(x_{0}-x_{2})}f(x_{0})+&#10;%&#10;\frac{(x-x_{0})(x-x_{2})}{(x_{1}-x_{0})(x_{1}-x_{2})}f(x_{1})+&#10;%&#10;\frac{(x-x_{0})(x-x_{1})}{(x_{2}-x_{0})(x_{2}-x_{1})}f(x_{2})&#10;\right]&#10;\end{align*}&#10;}&#10;\end{document}"/>
  <p:tag name="IGUANATEXSIZE" val="22"/>
  <p:tag name="IGUANATEXCURSOR" val="44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3127"/>
  <p:tag name="ORIGINALWIDTH" val="363.120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{x_{0}}}^{{x_{2}}}&#10;\left[&#10;\frac{(x-x_{1})(x-x_{2})}{(x_{0}-x_{1})(x_{0}-x_{2})}f(x_{0})+&#10;%&#10;\frac{(x-x_{0})(x-x_{2})}{(x_{1}-x_{0})(x_{1}-x_{2})}f(x_{1})+&#10;%&#10;\frac{(x-x_{0})(x-x_{1})}{(x_{2}-x_{0})(x_{2}-x_{1})}f(x_{2})&#10;\right] \, dx&#10;\end{align*}&#10;}&#10;\end{document}"/>
  <p:tag name="IGUANATEXSIZE" val="21"/>
  <p:tag name="IGUANATEXCURSOR" val="51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11.736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Start with interval: $[x0=_0, x_1, x_2]$ and use quadratic Lagrange Polynolial $f_2(x)$:&#10;}&#10;\end{document}"/>
  <p:tag name="IGUANATEXSIZE" val="24"/>
  <p:tag name="IGUANATEXCURSOR" val="34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2814"/>
  <p:tag name="ORIGINALWIDTH" val="68.6184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then, the integral:}&#10;\end{align*}&#10;}&#10;\end{document}"/>
  <p:tag name="IGUANATEXSIZE" val="24"/>
  <p:tag name="IGUANATEXCURSOR" val="30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32874"/>
  <p:tag name="ORIGINALWIDTH" val="50.1526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lifies to:}&#10;\end{align*}&#10;}&#10;\end{document}"/>
  <p:tag name="IGUANATEXSIZE" val="24"/>
  <p:tag name="IGUANATEXCURSOR" val="29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76.443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which yields approximate integral over two-strips :} \,\, [x_0, x_1] \,\, \text{and} \,\, [x_1,x_2]&#10;\end{align*}&#10;}&#10;\end{document}"/>
  <p:tag name="IGUANATEXSIZE" val="24"/>
  <p:tag name="IGUANATEXCURSOR" val="3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6.69183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which yields approximate integral over two-strips :} \,\, [x_0, x_1] \,\, \text{and} \,\, [x_1,x_2]&#10;\end{align*}&#10;}&#10;\end{document}"/>
  <p:tag name="IGUANATEXSIZE" val="24"/>
  <p:tag name="IGUANATEXCURSOR" val="38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52887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6561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848064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52887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403"/>
  <p:tag name="ORIGINALWIDTH" val="4.583858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6561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7388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6503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13681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315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703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23622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23622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1299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5006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93799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6561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46982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7034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4915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7388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6561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3418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4915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7388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187"/>
  <p:tag name="ORIGINALWIDTH" val="4.394948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1299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7034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6503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5006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54035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7388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1299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4915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6.691831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5006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6096456"/>
  <p:tag name="ORIGINALWIDTH" val="2.44603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315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4915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1299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6561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23622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315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103707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2205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13123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2582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3353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13123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82316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2205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7034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3418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13681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2205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13123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82316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3353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13123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74311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2205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336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lifies to:}&#10;\end{align*}&#10;}&#10;\end{document}"/>
  <p:tag name="IGUANATEXSIZE" val="24"/>
  <p:tag name="IGUANATEXCURSOR" val="29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41011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7.497145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59311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0886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41011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84005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41174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33661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2746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56036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096424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3070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then, the integral:}&#10;\end{align*}&#10;}&#10;\end{document}"/>
  <p:tag name="IGUANATEXSIZE" val="24"/>
  <p:tag name="IGUANATEXCURSOR" val="30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27395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46095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38386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77"/>
  <p:tag name="ORIGINALWIDTH" val="1.374705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30708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27395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46095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43898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38386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30708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46095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71358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63681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05413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3806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097769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4940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Start with interval: $[x0=_0, x_1, x_2]$ and use quadratic Lagrange Polynolial $f_2(x)$:&#10;}&#10;\end{document}"/>
  <p:tag name="IGUANATEXSIZE" val="24"/>
  <p:tag name="IGUANATEXCURSOR" val="34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5925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0144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5925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6.669159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8557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5925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36778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8557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47605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5925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3904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0144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38582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8464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099934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7611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697145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79134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589862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14534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59416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697145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75262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59416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697145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3222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7611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47605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598031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7513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3143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3904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187"/>
  <p:tag name="ORIGINALWIDTH" val="4.598031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7513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598031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0144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5925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8557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835006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32"/>
  <p:tag name="ORIGINALWIDTH" val="5.807021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187"/>
  <p:tag name="ORIGINALWIDTH" val="4.380019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0144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47605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187"/>
  <p:tag name="ORIGINALWIDTH" val="4.380019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3904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32"/>
  <p:tag name="ORIGINALWIDTH" val="5.212434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0111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8464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403"/>
  <p:tag name="ORIGINALWIDTH" val="4.568307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47605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0111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8464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8557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3386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8464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6437"/>
  <p:tag name="ORIGINALWIDTH" val="5.658366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3222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299016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697145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299016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099934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.16194"/>
  <p:tag name="ORIGINALWIDTH" val="119.650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I&amp;\cong2h\frac{f(x_0)+4 f(x_1)+ f(x_2)}6\end{aligned}&#10;\end{align*}&#10;}&#10;\end{document}"/>
  <p:tag name="IGUANATEXSIZE" val="24"/>
  <p:tag name="IGUANATEXCURSOR" val="33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3.89891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I&amp;\cong2h\frac{f(x_0)+4 f(x_1)+ f(x_2)}6\end{aligned}&#10;\end{align*}&#10;}&#10;\end{document}"/>
  <p:tag name="IGUANATEXSIZE" val="24"/>
  <p:tag name="IGUANATEXCURSOR" val="33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34152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4238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26082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8372"/>
  <p:tag name="ORIGINALWIDTH" val="4.565321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297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13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534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8"/>
  <p:tag name="ORIGINALWIDTH" val="3.326804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13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14238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75262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297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13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534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2.082939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13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14238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297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13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534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9"/>
  <p:tag name="ORIGINALWIDTH" val="3.275295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513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92.3618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16666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9"/>
  <p:tag name="ORIGINALWIDTH" val="3.89073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{x_{0}}}^{{x_{2}}}&#10;\left[&#10;\frac{(x-x_{1})(x-x_{2})}{(x_{0}-x_{1})(x_{0}-x_{2})}f(x_{0})+&#10;%&#10;\frac{(x-x_{0})(x-x_{2})}{(x_{1}-x_{0})(x_{1}-x_{2})}f(x_{1})+&#10;%&#10;\frac{(x-x_{0})(x-x_{1})}{(x_{2}-x_{0})(x_{2}-x_{1})}f(x_{2})&#10;\right] \, dx&#10;\end{align*}&#10;}&#10;\end{document}"/>
  <p:tag name="IGUANATEXSIZE" val="21"/>
  <p:tag name="IGUANATEXCURSOR" val="51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5"/>
  <p:tag name="ORIGINALWIDTH" val="6.600375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.84882"/>
  <p:tag name="ORIGINALWIDTH" val="7.923434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19835"/>
  <p:tag name="ORIGINALWIDTH" val="3.481403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5722"/>
  <p:tag name="ORIGINALWIDTH" val="2.650056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19835"/>
  <p:tag name="ORIGINALWIDTH" val="3.481403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09112"/>
  <p:tag name="ORIGINALWIDTH" val="2.691751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6"/>
  <p:tag name="ORIGINALWIDTH" val="2.610349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877"/>
  <p:tag name="ORIGINALWIDTH" val="70.90851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"/>
  <p:tag name="ORIGINALWIDTH" val="5.667379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12"/>
  <p:tag name="ORIGINALWIDTH" val="6.600375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877"/>
  <p:tag name="ORIGINALWIDTH" val="70.90851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"/>
  <p:tag name="ORIGINALWIDTH" val="5.667379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12"/>
  <p:tag name="ORIGINALWIDTH" val="6.600375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877"/>
  <p:tag name="ORIGINALWIDTH" val="70.90851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04"/>
  <p:tag name="ORIGINALWIDTH" val="3.319835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70004"/>
  <p:tag name="ORIGINALWIDTH" val="6.064417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2.078553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9"/>
  <p:tag name="ORIGINALWIDTH" val="5.667379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55"/>
  <p:tag name="ORIGINALWIDTH" val="3.268429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85"/>
  <p:tag name="ORIGINALWIDTH" val="2.302662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6"/>
  <p:tag name="ORIGINALWIDTH" val="2.610349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62"/>
  <p:tag name="ORIGINALWIDTH" val="5.081778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12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65"/>
  <p:tag name="ORIGINALWIDTH" val="5.67551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_2(x)= \left[&#10;\frac{(x-x_{1})(x-x_{2})}{(x_{0}-x_{1})(x_{0}-x_{2})}f(x_{0})+&#10;%&#10;\frac{(x-x_{0})(x-x_{2})}{(x_{1}-x_{0})(x_{1}-x_{2})}f(x_{1})+&#10;%&#10;\frac{(x-x_{0})(x-x_{1})}{(x_{2}-x_{0})(x_{2}-x_{1})}f(x_{2})&#10;\right]&#10;\end{align*}&#10;}&#10;\end{document}"/>
  <p:tag name="IGUANATEXSIZE" val="22"/>
  <p:tag name="IGUANATEXCURSOR" val="443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12"/>
  <p:tag name="ORIGINALWIDTH" val="6.609842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6"/>
  <p:tag name="ORIGINALWIDTH" val="2.614102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894"/>
  <p:tag name="ORIGINALWIDTH" val="71.01009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65"/>
  <p:tag name="ORIGINALWIDTH" val="5.675519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8"/>
  <p:tag name="ORIGINALWIDTH" val="6.609842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894"/>
  <p:tag name="ORIGINALWIDTH" val="71.01009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65"/>
  <p:tag name="ORIGINALWIDTH" val="5.675519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8"/>
  <p:tag name="ORIGINALWIDTH" val="6.609842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894"/>
  <p:tag name="ORIGINALWIDTH" val="71.01009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895"/>
  <p:tag name="ORIGINALWIDTH" val="3.324588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69935"/>
  <p:tag name="ORIGINALWIDTH" val="6.073085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2.081532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65"/>
  <p:tag name="ORIGINALWIDTH" val="5.675519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56"/>
  <p:tag name="ORIGINALWIDTH" val="4.711381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65068"/>
  <p:tag name="ORIGINALWIDTH" val="3.273085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411"/>
  <p:tag name="ORIGINALWIDTH" val="2.305977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6"/>
  <p:tag name="ORIGINALWIDTH" val="2.614102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8576"/>
  <p:tag name="ORIGINALWIDTH" val="3.90682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x_0}^{x_2}f(x)dx\cong\int_{x_0}^{x_2}f_{2}(x)dx&#10;\end{align*}&#10;}&#10;\end{document}"/>
  <p:tag name="IGUANATEXSIZE" val="24"/>
  <p:tag name="IGUANATEXCURSOR" val="32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27655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29993"/>
  <p:tag name="ORIGINALWIDTH" val="7.956197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799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7225"/>
  <p:tag name="ORIGINALWIDTH" val="2.661022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799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2494"/>
  <p:tag name="ORIGINALWIDTH" val="2.702886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83629"/>
  <p:tag name="ORIGINALWIDTH" val="5.690811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4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79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4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506"/>
  <p:tag name="ORIGINALWIDTH" val="5.102787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79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47602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27655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29993"/>
  <p:tag name="ORIGINALWIDTH" val="7.956197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799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7225"/>
  <p:tag name="ORIGINALWIDTH" val="2.661022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799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2494"/>
  <p:tag name="ORIGINALWIDTH" val="2.702886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83629"/>
  <p:tag name="ORIGINALWIDTH" val="5.690811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"/>
  <p:tag name="ORIGINALWIDTH" val="3.281921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4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79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4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506"/>
  <p:tag name="ORIGINALWIDTH" val="5.102787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79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.22963"/>
  <p:tag name="ORIGINALWIDTH" val="197.574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a}^{b}f(x)dx\cong\int_{a}^{b}f_{2}(x)dx =&#10;\sum_{i=0}^{n-2} \int_{x_i}^{x_{i+2}}f_{2}(x) \, dx&#10;\end{align*}&#10;}&#10;\end{document}"/>
  <p:tag name="IGUANATEXSIZE" val="24"/>
  <p:tag name="IGUANATEXCURSOR" val="37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62.2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$n$ (even) intervals of $[a,b]$}: \,\,&#10;[x_0, x_2], \,\,[x_2,x_4],\,\, \cdots\, [x_{n-2},x_n]&#10;\end{align*}&#10;}&#10;\end{document}"/>
  <p:tag name="IGUANATEXSIZE" val="24"/>
  <p:tag name="IGUANATEXCURSOR" val="31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.89626"/>
  <p:tag name="ORIGINALWIDTH" val="79.6034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E_a=-\frac{(b-a)^5}{180n^4} \bar{f}^{(4)}&#10;\end{align*}&#10;}&#10;\end{document}"/>
  <p:tag name="IGUANATEXSIZE" val="24"/>
  <p:tag name="IGUANATEXCURSOR" val="31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3792"/>
  <p:tag name="ORIGINALWIDTH" val="61.0386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Error estimate:}&#10;\end{align*}&#10;}&#10;\end{document}"/>
  <p:tag name="IGUANATEXSIZE" val="24"/>
  <p:tag name="IGUANATEXCURSOR" val="29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49803"/>
  <p:tag name="ORIGINALWIDTH" val="6.35429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Error estimate:}&#10;\end{align*}&#10;}&#10;\end{document}"/>
  <p:tag name="IGUANATEXSIZE" val="24"/>
  <p:tag name="IGUANATEXCURSOR" val="29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20767"/>
  <p:tag name="ORIGINALWIDTH" val="3.672474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20767"/>
  <p:tag name="ORIGINALWIDTH" val="3.672474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"/>
  <p:tag name="ORIGINALWIDTH" val="4.412959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20767"/>
  <p:tag name="ORIGINALWIDTH" val="3.672474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"/>
  <p:tag name="ORIGINALWIDTH" val="3.812566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3.502362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31004"/>
  <p:tag name="ORIGINALWIDTH" val="2.591732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64665"/>
  <p:tag name="ORIGINALWIDTH" val="2.151443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6922"/>
  <p:tag name="ORIGINALWIDTH" val="6.924672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"/>
  <p:tag name="ORIGINALWIDTH" val="4.59311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31004"/>
  <p:tag name="ORIGINALWIDTH" val="2.591732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"/>
  <p:tag name="ORIGINALWIDTH" val="3.812566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"/>
  <p:tag name="ORIGINALWIDTH" val="2.111417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8576"/>
  <p:tag name="ORIGINALWIDTH" val="6.32230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E_a=-\frac{(b-a)^5}{180n^4} \bar{f}^{(4)}&#10;\end{align*}&#10;}&#10;\end{document}"/>
  <p:tag name="IGUANATEXSIZE" val="24"/>
  <p:tag name="IGUANATEXCURSOR" val="31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381791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20997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60367"/>
  <p:tag name="ORIGINALWIDTH" val="6.083366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9875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4783"/>
  <p:tag name="ORIGINALWIDTH" val="4.480381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60367"/>
  <p:tag name="ORIGINALWIDTH" val="6.083366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56998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9875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3228"/>
  <p:tag name="ORIGINALWIDTH" val="2.991306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4475"/>
  <p:tag name="ORIGINALWIDTH" val="32.48707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73"/>
  <p:tag name="ORIGINALWIDTH" val="2.817651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66"/>
  <p:tag name="ORIGINALWIDTH" val="3.873031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4166"/>
  <p:tag name="ORIGINALWIDTH" val="4.500295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7946"/>
  <p:tag name="ORIGINALWIDTH" val="4.579954"/>
  <p:tag name="EMFCHILD" val="True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"/>
  <p:tag name="ORIGINALWIDTH" val="3.38914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5481299"/>
  <p:tag name="ORIGINALWIDTH" val="3.096424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83628"/>
  <p:tag name="ORIGINALWIDTH" val="5.685105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11713"/>
  <p:tag name="ORIGINALWIDTH" val="1.709317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"/>
  <p:tag name="ORIGINALWIDTH" val="3.38914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11713"/>
  <p:tag name="ORIGINALWIDTH" val="1.709317"/>
  <p:tag name="EMFCHILD" val="Tru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.41939"/>
  <p:tag name="ORIGINALWIDTH" val="80.9025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Simpson's 1/3$^{rd}$ rule}&#10;\end{align*}&#10;}&#10;\end{document}"/>
  <p:tag name="IGUANATEXSIZE" val="24"/>
  <p:tag name="IGUANATEXCURSOR" val="30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412"/>
  <p:tag name="ORIGINALWIDTH" val="4.85849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it{Simpson's 1/3$^{rd}$ rule}&#10;\end{align*}&#10;}&#10;\end{document}"/>
  <p:tag name="IGUANATEXSIZE" val="24"/>
  <p:tag name="IGUANATEXCURSOR" val="30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0393"/>
  <p:tag name="ORIGINALWIDTH" val="2.127428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7946"/>
  <p:tag name="ORIGINALWIDTH" val="6.847441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3"/>
  <p:tag name="ORIGINALWIDTH" val="5.382939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701"/>
  <p:tag name="ORIGINALWIDTH" val="3.463287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363747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7946"/>
  <p:tag name="ORIGINALWIDTH" val="4.551771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4711"/>
  <p:tag name="ORIGINALWIDTH" val="1.375427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18701"/>
  <p:tag name="ORIGINALWIDTH" val="3.463287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73"/>
  <p:tag name="ORIGINALWIDTH" val="3.562237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3274"/>
  <p:tag name="ORIGINALWIDTH" val="4.462697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3103"/>
  <p:tag name="ORIGINALWIDTH" val="4.462697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12664"/>
  <p:tag name="ORIGINALWIDTH" val="2.687303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28149"/>
  <p:tag name="ORIGINALWIDTH" val="3.749048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76574"/>
  <p:tag name="ORIGINALWIDTH" val="3.631496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28458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4783"/>
  <p:tag name="ORIGINALWIDTH" val="2.364928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3.770046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9.82565"/>
  <p:tag name="ORIGINALWIDTH" val="242.737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\underbrace{(b-a)}_{\text{Width}}\underbrace{\frac{f(x_0)+4\sum_{i=1,3,5}^{n-1}f(x_i)+2\sum_{j=2,4,6}^{n-2}f(x_j)+f(x_n)}{3n}}_{\text{Average height}}&#10;\end{align*}&#10;}&#10;\end{document}"/>
  <p:tag name="IGUANATEXSIZE" val="24"/>
  <p:tag name="IGUANATEXCURSOR" val="43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41338"/>
  <p:tag name="ORIGINALWIDTH" val="8.59340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&#10;\end{align*}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078"/>
  <p:tag name="ORIGINALWIDTH" val="3.89475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\underbrace{(b-a)}_{\text{Width}}\underbrace{\frac{f(x_0)+4\sum_{i=1,3,5}^{n-1}f(x_i)+2\sum_{j=2,4,6}^{n-2}f(x_j)+f(x_n)}{3n}}_{\text{Average height}}&#10;\end{align*}&#10;}&#10;\end{document}"/>
  <p:tag name="IGUANATEXSIZE" val="24"/>
  <p:tag name="IGUANATEXCURSOR" val="43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05"/>
  <p:tag name="ORIGINALWIDTH" val="6.627067"/>
  <p:tag name="EMFCHILD" val="True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8005"/>
  <p:tag name="ORIGINALWIDTH" val="6.607218"/>
  <p:tag name="EMFCHILD" val="True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5176"/>
  <p:tag name="ORIGINALWIDTH" val="4.471031"/>
  <p:tag name="EMFCHILD" val="Tru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5209"/>
  <p:tag name="ORIGINALWIDTH" val="6.07067"/>
  <p:tag name="EMFCHILD" val="True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4"/>
  <p:tag name="ORIGINALWIDTH" val="4.560466"/>
  <p:tag name="EMFCHILD" val="True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8051"/>
  <p:tag name="ORIGINALWIDTH" val="5.139731"/>
  <p:tag name="EMFCHILD" val="Tru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8051"/>
  <p:tag name="ORIGINALWIDTH" val="5.139731"/>
  <p:tag name="EMFCHILD" val="True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12138"/>
  <p:tag name="ORIGINALWIDTH" val="6.81565"/>
  <p:tag name="EMFCHILD" val="True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5137"/>
  <p:tag name="ORIGINALWIDTH" val="1.742487"/>
  <p:tag name="EMFCHILD" val="True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58136"/>
  <p:tag name="ORIGINALWIDTH" val="3.411483"/>
  <p:tag name="EMFCHILD" val="True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9048"/>
  <p:tag name="ORIGINALWIDTH" val="1.955709"/>
  <p:tag name="EMFCHILD" val="True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5137"/>
  <p:tag name="ORIGINALWIDTH" val="3.514436"/>
  <p:tag name="EMFCHILD" val="True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67"/>
  <p:tag name="ORIGINALWIDTH" val="5.673262"/>
  <p:tag name="EMFCHILD" val="Tru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4"/>
  <p:tag name="ORIGINALWIDTH" val="4.709482"/>
  <p:tag name="EMFCHILD" val="Tru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622"/>
  <p:tag name="ORIGINALWIDTH" val="3.323261"/>
  <p:tag name="EMFCHILD" val="Tru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8995"/>
  <p:tag name="ORIGINALWIDTH" val="6.607218"/>
  <p:tag name="EMFCHILD" val="True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17"/>
  <p:tag name="ORIGINALWIDTH" val="4.570407"/>
  <p:tag name="EMFCHILD" val="Tru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630445"/>
  <p:tag name="ORIGINALWIDTH" val="6.766175"/>
  <p:tag name="EMFCHILD" val="Tru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4481"/>
  <p:tag name="ORIGINALWIDTH" val="3.382087"/>
  <p:tag name="EMFCHILD" val="Tru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19291"/>
  <p:tag name="ORIGINALWIDTH" val="4.49229"/>
  <p:tag name="EMFCHILD" val="True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2.080709"/>
  <p:tag name="EMFCHILD" val="Tru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53739"/>
  <p:tag name="ORIGINALWIDTH" val="1.580742"/>
  <p:tag name="EMFCHILD" val="Tru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0794"/>
  <p:tag name="ORIGINALWIDTH" val="4.889338"/>
  <p:tag name="EMFCHILD" val="Tru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2.080709"/>
  <p:tag name="EMFCHILD" val="True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2349"/>
  <p:tag name="ORIGINALWIDTH" val="0.8602034"/>
  <p:tag name="EMFCHILD" val="True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622"/>
  <p:tag name="ORIGINALWIDTH" val="2.860072"/>
  <p:tag name="EMFCHILD" val="True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2349"/>
  <p:tag name="ORIGINALWIDTH" val="0.8602034"/>
  <p:tag name="EMFCHILD" val="True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3818"/>
  <p:tag name="ORIGINALWIDTH" val="2.985039"/>
  <p:tag name="EMFCHILD" val="True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67"/>
  <p:tag name="ORIGINALWIDTH" val="5.673262"/>
  <p:tag name="EMFCHILD" val="True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4"/>
  <p:tag name="ORIGINALWIDTH" val="4.709482"/>
  <p:tag name="EMFCHILD" val="True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53739"/>
  <p:tag name="ORIGINALWIDTH" val="1.580742"/>
  <p:tag name="EMFCHILD" val="Tru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8995"/>
  <p:tag name="ORIGINALWIDTH" val="6.607218"/>
  <p:tag name="EMFCHILD" val="True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7617"/>
  <p:tag name="ORIGINALWIDTH" val="4.421359"/>
  <p:tag name="EMFCHILD" val="True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630445"/>
  <p:tag name="ORIGINALWIDTH" val="6.766175"/>
  <p:tag name="EMFCHILD" val="True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4481"/>
  <p:tag name="ORIGINALWIDTH" val="3.382087"/>
  <p:tag name="EMFCHILD" val="True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19291"/>
  <p:tag name="ORIGINALWIDTH" val="4.49229"/>
  <p:tag name="EMFCHILD" val="True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3.271785"/>
  <p:tag name="EMFCHILD" val="Tru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8435"/>
  <p:tag name="ORIGINALWIDTH" val="2.940945"/>
  <p:tag name="EMFCHILD" val="True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0794"/>
  <p:tag name="ORIGINALWIDTH" val="4.889338"/>
  <p:tag name="EMFCHILD" val="True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3.271785"/>
  <p:tag name="EMFCHILD" val="Tru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2349"/>
  <p:tag name="ORIGINALWIDTH" val="0.8602034"/>
  <p:tag name="EMFCHILD" val="Tru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4054"/>
  <p:tag name="ORIGINALWIDTH" val="3.382087"/>
  <p:tag name="EMFCHILD" val="Tru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82349"/>
  <p:tag name="ORIGINALWIDTH" val="0.8602034"/>
  <p:tag name="EMFCHILD" val="True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94619"/>
  <p:tag name="ORIGINALWIDTH" val="3.190912"/>
  <p:tag name="EMFCHILD" val="True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67"/>
  <p:tag name="ORIGINALWIDTH" val="5.673262"/>
  <p:tag name="EMFCHILD" val="True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4"/>
  <p:tag name="ORIGINALWIDTH" val="4.709482"/>
  <p:tag name="EMFCHILD" val="True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8435"/>
  <p:tag name="ORIGINALWIDTH" val="2.940945"/>
  <p:tag name="EMFCHILD" val="True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8995"/>
  <p:tag name="ORIGINALWIDTH" val="6.607218"/>
  <p:tag name="EMFCHILD" val="True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9067"/>
  <p:tag name="ORIGINALWIDTH" val="5.673262"/>
  <p:tag name="EMFCHILD" val="True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8234"/>
  <p:tag name="ORIGINALWIDTH" val="4.709482"/>
  <p:tag name="EMFCHILD" val="True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84481"/>
  <p:tag name="ORIGINALWIDTH" val="3.382087"/>
  <p:tag name="EMFCHILD" val="True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63352"/>
  <p:tag name="ORIGINALWIDTH" val="2.305053"/>
  <p:tag name="EMFCHILD" val="True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8989"/>
  <p:tag name="ORIGINALWIDTH" val="194.6933"/>
  <p:tag name="EMFCHILD" val="True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707"/>
  <p:tag name="ORIGINALWIDTH" val="3.864961"/>
  <p:tag name="EMFCHILD" val="True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38517"/>
  <p:tag name="ORIGINALWIDTH" val="4.570407"/>
  <p:tag name="EMFCHILD" val="True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8051"/>
  <p:tag name="ORIGINALWIDTH" val="89.56776"/>
  <p:tag name="EMFCHILD" val="Tru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8051"/>
  <p:tag name="ORIGINALWIDTH" val="89.56776"/>
  <p:tag name="EMFCHILD" val="True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4356"/>
  <p:tag name="ORIGINALWIDTH" val="4.808858"/>
  <p:tag name="EMFCHILD" val="Tru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19455"/>
  <p:tag name="ORIGINALWIDTH" val="5.080479"/>
  <p:tag name="EMFCHILD" val="Tru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86679"/>
  <p:tag name="ORIGINALWIDTH" val="3.367389"/>
  <p:tag name="EMFCHILD" val="Tru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30479"/>
  <p:tag name="ORIGINALWIDTH" val="2.933596"/>
  <p:tag name="EMFCHILD" val="Tru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5748"/>
  <p:tag name="ORIGINALWIDTH" val="2.42628"/>
  <p:tag name="EMFCHILD" val="True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30479"/>
  <p:tag name="ORIGINALWIDTH" val="2.97769"/>
  <p:tag name="EMFCHILD" val="True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8621"/>
  <p:tag name="ORIGINALWIDTH" val="3.249738"/>
  <p:tag name="EMFCHILD" val="True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30479"/>
  <p:tag name="ORIGINALWIDTH" val="2.933596"/>
  <p:tag name="EMFCHILD" val="True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5137"/>
  <p:tag name="ORIGINALWIDTH" val="3.514436"/>
  <p:tag name="EMFCHILD" val="True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30479"/>
  <p:tag name="ORIGINALWIDTH" val="2.933596"/>
  <p:tag name="EMFCHILD" val="True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5137"/>
  <p:tag name="ORIGINALWIDTH" val="1.742487"/>
  <p:tag name="EMFCHILD" val="True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8621"/>
  <p:tag name="ORIGINALWIDTH" val="3.249738"/>
  <p:tag name="EMFCHILD" val="True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5137"/>
  <p:tag name="ORIGINALWIDTH" val="3.514436"/>
  <p:tag name="EMFCHILD" val="True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9048"/>
  <p:tag name="ORIGINALWIDTH" val="1.955709"/>
  <p:tag name="EMFCHILD" val="True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6.8561"/>
  <p:tag name="ORIGINALWIDTH" val="234.429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I&amp;\cong2h\frac{f(x_0)+4 f(x_1)+ f(x_2)}6+2h\frac{f(x_2)+4 f(x_3)+ f(x_4)}6\\&amp;+\cdots+2h\frac{f(x_{n-2})+4 f(x_{n-1})+ f(x_{n})}6\end{aligned}&#10;\end{align*}&#10;}&#10;\end{document}"/>
  <p:tag name="IGUANATEXSIZE" val="24"/>
  <p:tag name="IGUANATEXCURSOR" val="43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41338"/>
  <p:tag name="ORIGINALWIDTH" val="8.59340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&#10;\end{align*}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739"/>
  <p:tag name="ORIGINALWIDTH" val="3.89074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begin{aligned}I&amp;\cong2h\frac{f(x_0)+4 f(x_1)+ f(x_2)}6+2h\frac{f(x_2)+4 f(x_3)+ f(x_4)}6\\&amp;+\cdots+2h\frac{f(x_{n-2})+4 f(x_{n-1})+ f(x_{n})}6\end{aligned}&#10;\end{align*}&#10;}&#10;\end{document}"/>
  <p:tag name="IGUANATEXSIZE" val="24"/>
  <p:tag name="IGUANATEXCURSOR" val="43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7769"/>
  <p:tag name="ORIGINALWIDTH" val="6.620242"/>
  <p:tag name="EMFCHILD" val="True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7769"/>
  <p:tag name="ORIGINALWIDTH" val="6.600394"/>
  <p:tag name="EMFCHILD" val="True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248"/>
  <p:tag name="ORIGINALWIDTH" val="4.416798"/>
  <p:tag name="EMFCHILD" val="Tru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3044"/>
  <p:tag name="ORIGINALWIDTH" val="4.555741"/>
  <p:tag name="EMFCHILD" val="True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2998"/>
  <p:tag name="ORIGINALWIDTH" val="3.319849"/>
  <p:tag name="EMFCHILD" val="Tru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248"/>
  <p:tag name="ORIGINALWIDTH" val="4.565682"/>
  <p:tag name="EMFCHILD" val="True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9029"/>
  <p:tag name="ORIGINALWIDTH" val="2.078576"/>
  <p:tag name="EMFCHILD" val="True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9029"/>
  <p:tag name="ORIGINALWIDTH" val="3.268405"/>
  <p:tag name="EMFCHILD" val="True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27231"/>
  <p:tag name="ORIGINALWIDTH" val="92.16814"/>
  <p:tag name="EMFCHILD" val="True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3215"/>
  <p:tag name="ORIGINALWIDTH" val="4.307611"/>
  <p:tag name="EMFCHILD" val="True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248"/>
  <p:tag name="ORIGINALWIDTH" val="4.416798"/>
  <p:tag name="EMFCHILD" val="True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3044"/>
  <p:tag name="ORIGINALWIDTH" val="4.555741"/>
  <p:tag name="EMFCHILD" val="Tru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9029"/>
  <p:tag name="ORIGINALWIDTH" val="3.268405"/>
  <p:tag name="EMFCHILD" val="Tru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248"/>
  <p:tag name="ORIGINALWIDTH" val="4.565682"/>
  <p:tag name="EMFCHILD" val="True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2998"/>
  <p:tag name="ORIGINALWIDTH" val="2.857119"/>
  <p:tag name="EMFCHILD" val="True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9029"/>
  <p:tag name="ORIGINALWIDTH" val="3.378609"/>
  <p:tag name="EMFCHILD" val="True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27231"/>
  <p:tag name="ORIGINALWIDTH" val="92.16814"/>
  <p:tag name="EMFCHILD" val="True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3215"/>
  <p:tag name="ORIGINALWIDTH" val="4.307611"/>
  <p:tag name="EMFCHILD" val="True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517"/>
  <p:tag name="ORIGINALWIDTH" val="1.052067"/>
  <p:tag name="EMFCHILD" val="Tru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517"/>
  <p:tag name="ORIGINALWIDTH" val="1.052067"/>
  <p:tag name="EMFCHILD" val="True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63517"/>
  <p:tag name="ORIGINALWIDTH" val="1.052067"/>
  <p:tag name="EMFCHILD" val="True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248"/>
  <p:tag name="ORIGINALWIDTH" val="4.416798"/>
  <p:tag name="EMFCHILD" val="Tru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3044"/>
  <p:tag name="ORIGINALWIDTH" val="4.555741"/>
  <p:tag name="EMFCHILD" val="Tru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41076"/>
  <p:tag name="ORIGINALWIDTH" val="3.378609"/>
  <p:tag name="EMFCHILD" val="True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69816"/>
  <p:tag name="ORIGINALWIDTH" val="4.487664"/>
  <p:tag name="EMFCHILD" val="True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9029"/>
  <p:tag name="ORIGINALWIDTH" val="3.268405"/>
  <p:tag name="EMFCHILD" val="True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248"/>
  <p:tag name="ORIGINALWIDTH" val="4.565682"/>
  <p:tag name="EMFCHILD" val="True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41076"/>
  <p:tag name="ORIGINALWIDTH" val="3.378609"/>
  <p:tag name="EMFCHILD" val="True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69816"/>
  <p:tag name="ORIGINALWIDTH" val="4.487664"/>
  <p:tag name="EMFCHILD" val="True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9029"/>
  <p:tag name="ORIGINALWIDTH" val="2.078576"/>
  <p:tag name="EMFCHILD" val="True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2152"/>
  <p:tag name="ORIGINALWIDTH" val="6.600394"/>
  <p:tag name="EMFCHILD" val="Tru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9461"/>
  <p:tag name="ORIGINALWIDTH" val="5.667388"/>
  <p:tag name="EMFCHILD" val="True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5039"/>
  <p:tag name="ORIGINALWIDTH" val="4.704626"/>
  <p:tag name="EMFCHILD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41076"/>
  <p:tag name="ORIGINALWIDTH" val="3.378609"/>
  <p:tag name="EMFCHILD" val="Tru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333"/>
  <p:tag name="ORIGINALWIDTH" val="2.30269"/>
  <p:tag name="EMFCHILD" val="Tru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27231"/>
  <p:tag name="ORIGINALWIDTH" val="110.9969"/>
  <p:tag name="EMFCHILD" val="Tru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03215"/>
  <p:tag name="ORIGINALWIDTH" val="4.307611"/>
  <p:tag name="EMFCHILD" val="True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6.00485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$n$ (even) intervals of $[a,b]$}: \,\,&#10;[x_0, x_2], \,\,[x_2,x_4],\,\, \cdots\, [x_{n-2},x_n]&#10;\end{align*}&#10;}&#10;\end{document}"/>
  <p:tag name="IGUANATEXSIZE" val="24"/>
  <p:tag name="IGUANATEXCURSOR" val="31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71"/>
  <p:tag name="EMFCHILD" val="Tru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502"/>
  <p:tag name="EMFCHILD" val="True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7835"/>
  <p:tag name="EMFCHILD" val="True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2296"/>
  <p:tag name="EMFCHILD" val="True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5381"/>
  <p:tag name="EMFCHILD" val="True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0236"/>
  <p:tag name="EMFCHILD" val="True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5361"/>
  <p:tag name="EMFCHILD" val="True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65682"/>
  <p:tag name="EMFCHILD" val="True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54691"/>
  <p:tag name="ORIGINALWIDTH" val="2.540879"/>
  <p:tag name="EMFCHILD" val="True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0236"/>
  <p:tag name="EMFCHILD" val="True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45833"/>
  <p:tag name="EMFCHILD" val="True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0236"/>
  <p:tag name="EMFCHILD" val="True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502"/>
  <p:tag name="EMFCHILD" val="True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54691"/>
  <p:tag name="ORIGINALWIDTH" val="2.540879"/>
  <p:tag name="EMFCHILD" val="True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2296"/>
  <p:tag name="EMFCHILD" val="Tru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502"/>
  <p:tag name="EMFCHILD" val="True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0157"/>
  <p:tag name="EMFCHILD" val="Tru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0236"/>
  <p:tag name="EMFCHILD" val="True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5361"/>
  <p:tag name="EMFCHILD" val="Tru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45833"/>
  <p:tag name="EMFCHILD" val="Tru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9783"/>
  <p:tag name="EMFCHILD" val="Tru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2237"/>
  <p:tag name="EMFCHILD" val="Tru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7835"/>
  <p:tag name="EMFCHILD" val="True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71"/>
  <p:tag name="EMFCHILD" val="Tru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60292"/>
  <p:tag name="EMFCHILD" val="True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555741"/>
  <p:tag name="EMFCHILD" val="Tru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66437"/>
  <p:tag name="EMFCHILD" val="True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101706"/>
  <p:tag name="EMFCHILD" val="Tru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4626"/>
  <p:tag name="EMFCHILD" val="True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19849"/>
  <p:tag name="EMFCHILD" val="True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4626"/>
  <p:tag name="EMFCHILD" val="True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8405"/>
  <p:tag name="EMFCHILD" val="True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4626"/>
  <p:tag name="EMFCHILD" val="True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8405"/>
  <p:tag name="EMFCHILD" val="True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4626"/>
  <p:tag name="EMFCHILD" val="True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378609"/>
  <p:tag name="EMFCHILD" val="True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067"/>
  <p:tag name="EMFCHILD" val="Tru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067"/>
  <p:tag name="EMFCHILD" val="True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067"/>
  <p:tag name="EMFCHILD" val="Tru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4626"/>
  <p:tag name="EMFCHILD" val="Tru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22507"/>
  <p:tag name="ORIGINALWIDTH" val="3.378609"/>
  <p:tag name="EMFCHILD" val="True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864173"/>
  <p:tag name="ORIGINALWIDTH" val="4.487664"/>
  <p:tag name="EMFCHILD" val="True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8405"/>
  <p:tag name="EMFCHILD" val="True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53"/>
  <p:tag name="EMFCHILD" val="True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4626"/>
  <p:tag name="EMFCHILD" val="True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22507"/>
  <p:tag name="ORIGINALWIDTH" val="3.378609"/>
  <p:tag name="EMFCHILD" val="True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9777"/>
  <p:tag name="EMFCHILD" val="True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3603"/>
  <p:tag name="ORIGINALWIDTH" val="3.895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a}^{b}f(x)dx\cong\int_{a}^{b}f_{2}(x)dx =&#10;\sum_{i=0}^{n-2} \int_{x_i}^{x_{i+2}}f_{2}(x) \, dx&#10;\end{align*}&#10;}&#10;\end{document}"/>
  <p:tag name="IGUANATEXSIZE" val="24"/>
  <p:tag name="IGUANATEXCURSOR" val="37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4849"/>
  <p:tag name="ORIGINALWIDTH" val="6.608757"/>
  <p:tag name="EMFCHILD" val="True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0397"/>
  <p:tag name="ORIGINALWIDTH" val="7.933494"/>
  <p:tag name="EMFCHILD" val="True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46293"/>
  <p:tag name="ORIGINALWIDTH" val="3.309349"/>
  <p:tag name="EMFCHILD" val="True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51772"/>
  <p:tag name="ORIGINALWIDTH" val="3.375524"/>
  <p:tag name="EMFCHILD" val="True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68439"/>
  <p:tag name="ORIGINALWIDTH" val="5.674603"/>
  <p:tag name="EMFCHILD" val="True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2083"/>
  <p:tag name="ORIGINALWIDTH" val="2.305609"/>
  <p:tag name="EMFCHILD" val="True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9397"/>
  <p:tag name="ORIGINALWIDTH" val="4.710595"/>
  <p:tag name="EMFCHILD" val="True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2083"/>
  <p:tag name="ORIGINALWIDTH" val="2.305609"/>
  <p:tag name="EMFCHILD" val="Tru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508"/>
  <p:tag name="ORIGINALWIDTH" val="5.088253"/>
  <p:tag name="EMFCHILD" val="True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9397"/>
  <p:tag name="ORIGINALWIDTH" val="4.710595"/>
  <p:tag name="EMFCHILD" val="True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4849"/>
  <p:tag name="ORIGINALWIDTH" val="6.628639"/>
  <p:tag name="EMFCHILD" val="Tru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4849"/>
  <p:tag name="ORIGINALWIDTH" val="6.608757"/>
  <p:tag name="EMFCHILD" val="Tru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0397"/>
  <p:tag name="ORIGINALWIDTH" val="7.933494"/>
  <p:tag name="EMFCHILD" val="Tru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46293"/>
  <p:tag name="ORIGINALWIDTH" val="3.309349"/>
  <p:tag name="EMFCHILD" val="True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51772"/>
  <p:tag name="ORIGINALWIDTH" val="3.375524"/>
  <p:tag name="EMFCHILD" val="True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68439"/>
  <p:tag name="ORIGINALWIDTH" val="5.674603"/>
  <p:tag name="EMFCHILD" val="Tru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2828"/>
  <p:tag name="ORIGINALWIDTH" val="3.272571"/>
  <p:tag name="EMFCHILD" val="True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2083"/>
  <p:tag name="ORIGINALWIDTH" val="2.305609"/>
  <p:tag name="EMFCHILD" val="True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9397"/>
  <p:tag name="ORIGINALWIDTH" val="4.710595"/>
  <p:tag name="EMFCHILD" val="True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2083"/>
  <p:tag name="ORIGINALWIDTH" val="2.305609"/>
  <p:tag name="EMFCHILD" val="True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508"/>
  <p:tag name="ORIGINALWIDTH" val="5.088253"/>
  <p:tag name="EMFCHILD" val="True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9397"/>
  <p:tag name="ORIGINALWIDTH" val="4.710595"/>
  <p:tag name="EMFCHILD" val="True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44849"/>
  <p:tag name="ORIGINALWIDTH" val="6.608757"/>
  <p:tag name="EMFCHILD" val="True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3691"/>
  <p:tag name="ORIGINALWIDTH" val="3.382872"/>
  <p:tag name="EMFCHILD" val="True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2965879"/>
  <p:tag name="ORIGINALWIDTH" val="4.493338"/>
  <p:tag name="EMFCHILD" val="True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2828"/>
  <p:tag name="ORIGINALWIDTH" val="3.272571"/>
  <p:tag name="EMFCHILD" val="True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.62618"/>
  <p:tag name="ORIGINALWIDTH" val="9.745534"/>
  <p:tag name="EMFCHILD" val="Tru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1234"/>
  <p:tag name="ORIGINALWIDTH" val="1.581135"/>
  <p:tag name="EMFCHILD" val="True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35204"/>
  <p:tag name="ORIGINALWIDTH" val="4.890483"/>
  <p:tag name="EMFCHILD" val="True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16634"/>
  <p:tag name="ORIGINALWIDTH" val="3.324047"/>
  <p:tag name="EMFCHILD" val="True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0397"/>
  <p:tag name="ORIGINALWIDTH" val="7.933494"/>
  <p:tag name="EMFCHILD" val="True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51772"/>
  <p:tag name="ORIGINALWIDTH" val="3.485825"/>
  <p:tag name="EMFCHILD" val="Tru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998294"/>
  <p:tag name="ORIGINALWIDTH" val="1.281988"/>
  <p:tag name="EMFCHILD" val="True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04331"/>
  <p:tag name="ORIGINALWIDTH" val="3.965254"/>
  <p:tag name="EMFCHILD" val="True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64436"/>
  <p:tag name="ORIGINALWIDTH" val="2.653444"/>
  <p:tag name="EMFCHILD" val="Tru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51772"/>
  <p:tag name="ORIGINALWIDTH" val="3.485825"/>
  <p:tag name="EMFCHILD" val="Tru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998294"/>
  <p:tag name="ORIGINALWIDTH" val="1.281988"/>
  <p:tag name="EMFCHILD" val="Tru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68439"/>
  <p:tag name="ORIGINALWIDTH" val="5.674603"/>
  <p:tag name="EMFCHILD" val="True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12828"/>
  <p:tag name="ORIGINALWIDTH" val="3.272571"/>
  <p:tag name="EMFCHILD" val="True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2083"/>
  <p:tag name="ORIGINALWIDTH" val="2.305609"/>
  <p:tag name="EMFCHILD" val="Tru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9397"/>
  <p:tag name="ORIGINALWIDTH" val="4.710595"/>
  <p:tag name="EMFCHILD" val="True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2083"/>
  <p:tag name="ORIGINALWIDTH" val="2.305609"/>
  <p:tag name="EMFCHILD" val="True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74508"/>
  <p:tag name="ORIGINALWIDTH" val="5.088253"/>
  <p:tag name="EMFCHILD" val="True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9397"/>
  <p:tag name="ORIGINALWIDTH" val="4.710595"/>
  <p:tag name="EMFCHILD" val="True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.023"/>
  <p:tag name="ORIGINALWIDTH" val="251.377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0.8\frac{0.2+4(1.288+3.464)+2(2.456)+0.232}{12}=1.623467&#10;\end{align*}&#10;}&#10;\end{document}"/>
  <p:tag name="IGUANATEXSIZE" val="24"/>
  <p:tag name="IGUANATEXCURSOR" val="33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66647"/>
  <p:tag name="ORIGINALWIDTH" val="211.6779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E_t=1.640533-1.623467=0.017067\quad\varepsilon_t=1.04\%&#10;\end{align*}&#10;}&#10;\end{document}"/>
  <p:tag name="IGUANATEXSIZE" val="24"/>
  <p:tag name="IGUANATEXCURSOR" val="33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92093"/>
  <p:tag name="ORIGINALWIDTH" val="202.8215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0.2+25x-200x^2+675x^3-900x^4+400x^5&#10;\end{align*}&#10;}&#10;\end{document}"/>
  <p:tag name="IGUANATEXSIZE" val="24"/>
  <p:tag name="IGUANATEXCURSOR" val="31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01759"/>
  <p:tag name="ORIGINALWIDTH" val="102.544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find:}\quad \quad I = \int_0^{0.8} f(x)\,  dx&#10;\end{align*}&#10;}&#10;\end{document}"/>
  <p:tag name="IGUANATEXSIZE" val="24"/>
  <p:tag name="IGUANATEXCURSOR" val="31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32874"/>
  <p:tag name="ORIGINALWIDTH" val="187.682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use $n=4$ subdivisions in Simpson's 1/3rd rule.}&#10;\end{align*}&#10;}&#10;\end{document}"/>
  <p:tag name="IGUANATEXSIZE" val="24"/>
  <p:tag name="IGUANATEXCURSOR" val="32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7112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use $n=4$ subdivisions in Simpson's 1/3rd rule.}&#10;\end{align*}&#10;}&#10;\end{document}"/>
  <p:tag name="IGUANATEXSIZE" val="24"/>
  <p:tag name="IGUANATEXCURSOR" val="32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1739"/>
  <p:tag name="EMFCHILD" val="True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5485"/>
  <p:tag name="EMFCHILD" val="True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66437"/>
  <p:tag name="ORIGINALWIDTH" val="4.571752"/>
  <p:tag name="EMFCHILD" val="True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9153"/>
  <p:tag name="EMFCHILD" val="True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71752"/>
  <p:tag name="EMFCHILD" val="True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1739"/>
  <p:tag name="EMFCHILD" val="Tru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71128"/>
  <p:tag name="EMFCHILD" val="True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21457"/>
  <p:tag name="EMFCHILD" val="True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11516"/>
  <p:tag name="EMFCHILD" val="True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5446"/>
  <p:tag name="EMFCHILD" val="True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05381"/>
  <p:tag name="ORIGINALWIDTH" val="4.55187"/>
  <p:tag name="EMFCHILD" val="True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5446"/>
  <p:tag name="EMFCHILD" val="True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1739"/>
  <p:tag name="EMFCHILD" val="True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5446"/>
  <p:tag name="EMFCHILD" val="Tru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2906"/>
  <p:tag name="EMFCHILD" val="Tru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1188"/>
  <p:tag name="EMFCHILD" val="Tru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1739"/>
  <p:tag name="EMFCHILD" val="True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5446"/>
  <p:tag name="EMFCHILD" val="True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1188"/>
  <p:tag name="EMFCHILD" val="True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62434"/>
  <p:tag name="EMFCHILD" val="True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5446"/>
  <p:tag name="EMFCHILD" val="True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7.543406"/>
  <p:tag name="EMFCHILD" val="True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21457"/>
  <p:tag name="EMFCHILD" val="True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1739"/>
  <p:tag name="EMFCHILD" val="True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82906"/>
  <p:tag name="EMFCHILD" val="Tru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1188"/>
  <p:tag name="EMFCHILD" val="Tru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77"/>
  <p:tag name="ORIGINALWIDTH" val="1.381463"/>
  <p:tag name="EMFCHILD" val="True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1739"/>
  <p:tag name="EMFCHILD" val="True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12598"/>
  <p:tag name="EMFCHILD" val="True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2.941831"/>
  <p:tag name="EMFCHILD" val="True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6109"/>
  <p:tag name="EMFCHILD" val="True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9724"/>
  <p:tag name="EMFCHILD" val="True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11516"/>
  <p:tag name="EMFCHILD" val="True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9724"/>
  <p:tag name="EMFCHILD" val="True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71128"/>
  <p:tag name="EMFCHILD" val="True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65387"/>
  <p:tag name="EMFCHILD" val="Tru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5485"/>
  <p:tag name="EMFCHILD" val="True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01706"/>
  <p:tag name="ORIGINALWIDTH" val="1.103182"/>
  <p:tag name="EMFCHILD" val="True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3105"/>
  <p:tag name="ORIGINALWIDTH" val="4.85164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find:}\quad \quad I = \int_0^{0.8} f(x)\,  dx&#10;\end{align*}&#10;}&#10;\end{document}"/>
  <p:tag name="IGUANATEXSIZE" val="24"/>
  <p:tag name="IGUANATEXCURSOR" val="31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9456"/>
  <p:tag name="ORIGINALWIDTH" val="4.643701"/>
  <p:tag name="EMFCHILD" val="True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34614"/>
  <p:tag name="ORIGINALWIDTH" val="4.594193"/>
  <p:tag name="EMFCHILD" val="True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70965"/>
  <p:tag name="ORIGINALWIDTH" val="1.099016"/>
  <p:tag name="EMFCHILD" val="True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8577"/>
  <p:tag name="ORIGINALWIDTH" val="3.881299"/>
  <p:tag name="EMFCHILD" val="True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9"/>
  <p:tag name="ORIGINALWIDTH" val="6.584351"/>
  <p:tag name="EMFCHILD" val="True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29994"/>
  <p:tag name="ORIGINALWIDTH" val="7.9042"/>
  <p:tag name="EMFCHILD" val="True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3.311779"/>
  <p:tag name="EMFCHILD" val="True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7962272"/>
  <p:tag name="ORIGINALWIDTH" val="0.7766405"/>
  <p:tag name="EMFCHILD" val="Tru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2.850164"/>
  <p:tag name="EMFCHILD" val="True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2"/>
  <p:tag name="ORIGINALWIDTH" val="3.311779"/>
  <p:tag name="EMFCHILD" val="True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8363"/>
  <p:tag name="ORIGINALWIDTH" val="5.653642"/>
  <p:tag name="EMFCHILD" val="True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9"/>
  <p:tag name="ORIGINALWIDTH" val="2.29708"/>
  <p:tag name="EMFCHILD" val="True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3"/>
  <p:tag name="ORIGINALWIDTH" val="4.693209"/>
  <p:tag name="EMFCHILD" val="True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9"/>
  <p:tag name="ORIGINALWIDTH" val="2.29708"/>
  <p:tag name="EMFCHILD" val="Tru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5061"/>
  <p:tag name="ORIGINALWIDTH" val="5.069456"/>
  <p:tag name="EMFCHILD" val="True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3"/>
  <p:tag name="ORIGINALWIDTH" val="4.693209"/>
  <p:tag name="EMFCHILD" val="True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34973"/>
  <p:tag name="ORIGINALWIDTH" val="5.660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f(x)=0.2+25x-200x^2+675x^3-900x^4+400x^5&#10;\end{align*}&#10;}&#10;\end{document}"/>
  <p:tag name="IGUANATEXSIZE" val="24"/>
  <p:tag name="IGUANATEXCURSOR" val="31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53"/>
  <p:tag name="ORIGINALWIDTH" val="2.299836"/>
  <p:tag name="EMFCHILD" val="True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3"/>
  <p:tag name="ORIGINALWIDTH" val="4.698819"/>
  <p:tag name="EMFCHILD" val="True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053"/>
  <p:tag name="ORIGINALWIDTH" val="2.299836"/>
  <p:tag name="EMFCHILD" val="Tru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177362"/>
  <p:tag name="ORIGINALWIDTH" val="6.592224"/>
  <p:tag name="EMFCHILD" val="True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9863188"/>
  <p:tag name="ORIGINALWIDTH" val="1.050787"/>
  <p:tag name="EMFCHILD" val="True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23"/>
  <p:tag name="ORIGINALWIDTH" val="4.411318"/>
  <p:tag name="EMFCHILD" val="True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78"/>
  <p:tag name="ORIGINALWIDTH" val="6.592224"/>
  <p:tag name="EMFCHILD" val="True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23"/>
  <p:tag name="ORIGINALWIDTH" val="4.411318"/>
  <p:tag name="EMFCHILD" val="True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2152"/>
  <p:tag name="ORIGINALWIDTH" val="4.024704"/>
  <p:tag name="EMFCHILD" val="True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3"/>
  <p:tag name="ORIGINALWIDTH" val="4.698819"/>
  <p:tag name="EMFCHILD" val="True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21785"/>
  <p:tag name="ORIGINALWIDTH" val="6.056922"/>
  <p:tag name="EMFCHILD" val="True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23"/>
  <p:tag name="ORIGINALWIDTH" val="4.411318"/>
  <p:tag name="EMFCHILD" val="True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3"/>
  <p:tag name="ORIGINALWIDTH" val="4.698819"/>
  <p:tag name="EMFCHILD" val="True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7"/>
  <p:tag name="ORIGINALWIDTH" val="3.26437"/>
  <p:tag name="EMFCHILD" val="True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78"/>
  <p:tag name="ORIGINALWIDTH" val="6.592224"/>
  <p:tag name="EMFCHILD" val="True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94915"/>
  <p:tag name="ORIGINALWIDTH" val="4.302297"/>
  <p:tag name="EMFCHILD" val="Tru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4383"/>
  <p:tag name="ORIGINALWIDTH" val="4.252723"/>
  <p:tag name="EMFCHILD" val="Tru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2152"/>
  <p:tag name="ORIGINALWIDTH" val="4.024704"/>
  <p:tag name="EMFCHILD" val="True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3"/>
  <p:tag name="ORIGINALWIDTH" val="4.698819"/>
  <p:tag name="EMFCHILD" val="Tru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1148"/>
  <p:tag name="ORIGINALWIDTH" val="2.853576"/>
  <p:tag name="EMFCHILD" val="True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21785"/>
  <p:tag name="ORIGINALWIDTH" val="6.056922"/>
  <p:tag name="EMFCHILD" val="Tru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94915"/>
  <p:tag name="ORIGINALWIDTH" val="4.252723"/>
  <p:tag name="EMFCHILD" val="True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3"/>
  <p:tag name="ORIGINALWIDTH" val="4.698819"/>
  <p:tag name="EMFCHILD" val="True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4757"/>
  <p:tag name="ORIGINALWIDTH" val="3.374409"/>
  <p:tag name="EMFCHILD" val="True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97178"/>
  <p:tag name="ORIGINALWIDTH" val="6.592224"/>
  <p:tag name="EMFCHILD" val="True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223"/>
  <p:tag name="ORIGINALWIDTH" val="4.560039"/>
  <p:tag name="EMFCHILD" val="True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0505"/>
  <p:tag name="ORIGINALWIDTH" val="4.480709"/>
  <p:tag name="EMFCHILD" val="True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5873"/>
  <p:tag name="ORIGINALWIDTH" val="4.698819"/>
  <p:tag name="EMFCHILD" val="True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33793"/>
  <p:tag name="ORIGINALWIDTH" val="2.978281"/>
  <p:tag name="EMFCHILD" val="True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83825"/>
  <p:tag name="ORIGINALWIDTH" val="6.31003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E_t=1.640533-1.623467=0.017067\quad\varepsilon_t=1.04\%&#10;\end{align*}&#10;}&#10;\end{document}"/>
  <p:tag name="IGUANATEXSIZE" val="24"/>
  <p:tag name="IGUANATEXCURSOR" val="33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18898"/>
  <p:tag name="ORIGINALWIDTH" val="1.904527"/>
  <p:tag name="EMFCHILD" val="True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95111"/>
  <p:tag name="ORIGINALWIDTH" val="6.608169"/>
  <p:tag name="EMFCHILD" val="True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2.812205"/>
  <p:tag name="EMFCHILD" val="True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4941"/>
  <p:tag name="ORIGINALWIDTH" val="1.053314"/>
  <p:tag name="EMFCHILD" val="Tru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44422"/>
  <p:tag name="ORIGINALWIDTH" val="4.312696"/>
  <p:tag name="EMFCHILD" val="True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4.571063"/>
  <p:tag name="EMFCHILD" val="True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4.491568"/>
  <p:tag name="EMFCHILD" val="Tru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85368"/>
  <p:tag name="ORIGINALWIDTH" val="4.034449"/>
  <p:tag name="EMFCHILD" val="Tru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3.865518"/>
  <p:tag name="EMFCHILD" val="Tru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3.865518"/>
  <p:tag name="EMFCHILD" val="True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9416"/>
  <p:tag name="ORIGINALWIDTH" val="6.071555"/>
  <p:tag name="EMFCHILD" val="True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2.812205"/>
  <p:tag name="EMFCHILD" val="True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4941"/>
  <p:tag name="ORIGINALWIDTH" val="1.053314"/>
  <p:tag name="EMFCHILD" val="True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44422"/>
  <p:tag name="ORIGINALWIDTH" val="4.312696"/>
  <p:tag name="EMFCHILD" val="True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4.422014"/>
  <p:tag name="EMFCHILD" val="True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3.865518"/>
  <p:tag name="EMFCHILD" val="True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4.571063"/>
  <p:tag name="EMFCHILD" val="True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44422"/>
  <p:tag name="ORIGINALWIDTH" val="4.312696"/>
  <p:tag name="EMFCHILD" val="True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7841"/>
  <p:tag name="ORIGINALWIDTH" val="4.263025"/>
  <p:tag name="EMFCHILD" val="True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95111"/>
  <p:tag name="ORIGINALWIDTH" val="6.608169"/>
  <p:tag name="EMFCHILD" val="True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4.491568"/>
  <p:tag name="EMFCHILD" val="Tru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4941"/>
  <p:tag name="ORIGINALWIDTH" val="1.053314"/>
  <p:tag name="EMFCHILD" val="True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4.491568"/>
  <p:tag name="EMFCHILD" val="True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2.812205"/>
  <p:tag name="EMFCHILD" val="True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7841"/>
  <p:tag name="ORIGINALWIDTH" val="4.263025"/>
  <p:tag name="EMFCHILD" val="True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4.491568"/>
  <p:tag name="EMFCHILD" val="True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44422"/>
  <p:tag name="ORIGINALWIDTH" val="4.312696"/>
  <p:tag name="EMFCHILD" val="True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57841"/>
  <p:tag name="ORIGINALWIDTH" val="4.263025"/>
  <p:tag name="EMFCHILD" val="Tru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83891"/>
  <p:tag name="ORIGINALWIDTH" val="4.230413"/>
  <p:tag name="EMFCHILD" val="True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18898"/>
  <p:tag name="ORIGINALWIDTH" val="1.904527"/>
  <p:tag name="EMFCHILD" val="True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95111"/>
  <p:tag name="ORIGINALWIDTH" val="6.608169"/>
  <p:tag name="EMFCHILD" val="True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2.812205"/>
  <p:tag name="EMFCHILD" val="True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84941"/>
  <p:tag name="ORIGINALWIDTH" val="1.053314"/>
  <p:tag name="EMFCHILD" val="True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2532"/>
  <p:tag name="ORIGINALWIDTH" val="4.491568"/>
  <p:tag name="EMFCHILD" val="True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9258"/>
  <p:tag name="ORIGINALWIDTH" val="4.571063"/>
  <p:tag name="EMFCHILD" val="True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2297"/>
  <p:tag name="ORIGINALWIDTH" val="7.065289"/>
  <p:tag name="EMFCHILD" val="True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3.89074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0.8\frac{0.2+4(1.288+3.464)+2(2.456)+0.232}{12}=1.623467&#10;\end{align*}&#10;}&#10;\end{document}"/>
  <p:tag name="IGUANATEXSIZE" val="24"/>
  <p:tag name="IGUANATEXCURSOR" val="33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0394"/>
  <p:tag name="EMFCHILD" val="True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86286"/>
  <p:tag name="EMFCHILD" val="True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86286"/>
  <p:tag name="EMFCHILD" val="True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00394"/>
  <p:tag name="EMFCHILD" val="True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65682"/>
  <p:tag name="EMFCHILD" val="True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269"/>
  <p:tag name="EMFCHILD" val="True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8891"/>
  <p:tag name="EMFCHILD" val="True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00394"/>
  <p:tag name="EMFCHILD" val="True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65682"/>
  <p:tag name="EMFCHILD" val="True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07611"/>
  <p:tag name="EMFCHILD" val="True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65682"/>
  <p:tag name="EMFCHILD" val="True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269"/>
  <p:tag name="EMFCHILD" val="True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00394"/>
  <p:tag name="EMFCHILD" val="True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269"/>
  <p:tag name="EMFCHILD" val="True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65682"/>
  <p:tag name="EMFCHILD" val="True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67618"/>
  <p:tag name="ORIGINALWIDTH" val="4.029691"/>
  <p:tag name="EMFCHILD" val="True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07611"/>
  <p:tag name="EMFCHILD" val="True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269"/>
  <p:tag name="EMFCHILD" val="True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0301"/>
  <p:tag name="ORIGINALWIDTH" val="6.600394"/>
  <p:tag name="EMFCHILD" val="True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86286"/>
  <p:tag name="EMFCHILD" val="True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23"/>
  <p:tag name="ORIGINALWIDTH" val="170.9184"/>
  <p:tag name="EMFCHILD" val="True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8891"/>
  <p:tag name="EMFCHILD" val="True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00394"/>
  <p:tag name="EMFCHILD" val="Tru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2.808891"/>
  <p:tag name="EMFCHILD" val="True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52067"/>
  <p:tag name="ORIGINALWIDTH" val="1.052067"/>
  <p:tag name="EMFCHILD" val="True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07611"/>
  <p:tag name="EMFCHILD" val="True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416798"/>
  <p:tag name="EMFCHILD" val="True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958"/>
  <p:tag name="ORIGINALWIDTH" val="4.565682"/>
  <p:tag name="EMFCHILD" val="True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792"/>
  <p:tag name="ORIGINALWIDTH" val="4.307611"/>
  <p:tag name="EMFCHILD" val="True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"/>
  <p:tag name="ORIGINALWIDTH" val="4.257972"/>
  <p:tag name="EMFCHILD" val="True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57.11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three strips of width $h$ such that:}\,\,[x_0, x_1],  \, [x_1, x_2],\, [x_2, x_3]&#10;\end{align*}&#10;}&#10;\end{document}"/>
  <p:tag name="IGUANATEXSIZE" val="24"/>
  <p:tag name="IGUANATEXCURSOR" val="32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.72864"/>
  <p:tag name="ORIGINALWIDTH" val="122.039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x_0}^{x_3}f(x)dx\cong\int_{x_0}^{x_3}f_{3}(x)dx&#10;\end{align*}&#10;}&#10;\end{document}"/>
  <p:tag name="IGUANATEXSIZE" val="24"/>
  <p:tag name="IGUANATEXCURSOR" val="33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08.009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(where, $f_3 (x)$ is Lagrange Interpolation Polynomial)}&#10;\end{align*}&#10;}&#10;\end{document}"/>
  <p:tag name="IGUANATEXSIZE" val="24"/>
  <p:tag name="IGUANATEXCURSOR" val="33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75318"/>
  <p:tag name="ORIGINALWIDTH" val="193.708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\quad&#10;I\cong\frac{3h}{8}[ f(x_0)+3 f(x_1)+3 f(x_2)+ f(x_3)]&#10;\end{align*}&#10;}&#10;\end{document}"/>
  <p:tag name="IGUANATEXSIZE" val="24"/>
  <p:tag name="IGUANATEXCURSOR" val="29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.38559"/>
  <p:tag name="ORIGINALWIDTH" val="178.4621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\underbrace{(b-a)}_{\mathrm{Width}}\underbrace{\frac{f(x_0)+3f(x_1)+3f(x_2)+f(x_3)}8}_{\text{Average height}}&#10;\end{align*}&#10;}&#10;\end{document}"/>
  <p:tag name="IGUANATEXSIZE" val="24"/>
  <p:tag name="IGUANATEXCURSOR" val="39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98.261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$n=9$ strips of $[a, b]$, ($n$ is divisible by 3)} &#10;\end{align*}&#10;}&#10;\end{document}"/>
  <p:tag name="IGUANATEXSIZE" val="24"/>
  <p:tag name="IGUANATEXCURSOR" val="33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5.5998"/>
  <p:tag name="ORIGINALWIDTH" val="283.108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 \frac{3h}{8} [ &#10;f(x_0)+3 f(x_1)+3 f(x_2)+&amp; 2 f(x_3) + &#10;3 f(x_4)+3 f(x_5) \\ &amp;+ 2 f(x_6) + &#10;3 f(x_7)+3 f(x_8)+ f(x_9)&#10;]&#10;\end{align*}&#10;}&#10;\end{document}"/>
  <p:tag name="IGUANATEXSIZE" val="24"/>
  <p:tag name="IGUANATEXCURSOR" val="32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2644"/>
  <p:tag name="ORIGINALWIDTH" val="20.8582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knots}&#10;\end{align*}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6942"/>
  <p:tag name="ORIGINALWIDTH" val="4.8866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knots}&#10;\end{align*}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4.602099"/>
  <p:tag name="EMFCHILD" val="Tru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4.327362"/>
  <p:tag name="EMFCHILD" val="True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10138"/>
  <p:tag name="EMFCHILD" val="True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8747"/>
  <p:tag name="ORIGINALWIDTH" val="2.914337"/>
  <p:tag name="EMFCHILD" val="True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7591"/>
  <p:tag name="ORIGINALWIDTH" val="3.89415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 \frac{3h}{8} [ &#10;f(x_0)+3 f(x_1)+3 f(x_2)+&amp; 2 f(x_3) + &#10;3 f(x_4)+3 f(x_5) \\ &amp;+ 2 f(x_6) + &#10;3 f(x_7)+3 f(x_8)+ f(x_9)&#10;]&#10;\end{align*}&#10;}&#10;\end{document}"/>
  <p:tag name="IGUANATEXSIZE" val="24"/>
  <p:tag name="IGUANATEXCURSOR" val="32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9107"/>
  <p:tag name="ORIGINALWIDTH" val="6.626081"/>
  <p:tag name="EMFCHILD" val="True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9107"/>
  <p:tag name="ORIGINALWIDTH" val="6.606199"/>
  <p:tag name="EMFCHILD" val="True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742"/>
  <p:tag name="ORIGINALWIDTH" val="4.559776"/>
  <p:tag name="EMFCHILD" val="True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2467"/>
  <p:tag name="ORIGINALWIDTH" val="9.971389"/>
  <p:tag name="EMFCHILD" val="True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1.360958"/>
  <p:tag name="EMFCHILD" val="True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041"/>
  <p:tag name="ORIGINALWIDTH" val="3.322768"/>
  <p:tag name="EMFCHILD" val="True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0524"/>
  <p:tag name="ORIGINALWIDTH" val="2.08038"/>
  <p:tag name="EMFCHILD" val="True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0524"/>
  <p:tag name="ORIGINALWIDTH" val="3.271292"/>
  <p:tag name="EMFCHILD" val="True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7479"/>
  <p:tag name="ORIGINALWIDTH" val="4.420669"/>
  <p:tag name="EMFCHILD" val="True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041"/>
  <p:tag name="ORIGINALWIDTH" val="2.859612"/>
  <p:tag name="EMFCHILD" val="True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0524"/>
  <p:tag name="ORIGINALWIDTH" val="3.381561"/>
  <p:tag name="EMFCHILD" val="True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92847"/>
  <p:tag name="ORIGINALWIDTH" val="2.984612"/>
  <p:tag name="EMFCHILD" val="True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7479"/>
  <p:tag name="ORIGINALWIDTH" val="4.420669"/>
  <p:tag name="EMFCHILD" val="True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63287"/>
  <p:tag name="ORIGINALWIDTH" val="3.190419"/>
  <p:tag name="EMFCHILD" val="True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56135"/>
  <p:tag name="ORIGINALWIDTH" val="3.153674"/>
  <p:tag name="EMFCHILD" val="True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041"/>
  <p:tag name="ORIGINALWIDTH" val="2.859612"/>
  <p:tag name="EMFCHILD" val="True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63287"/>
  <p:tag name="ORIGINALWIDTH" val="3.153674"/>
  <p:tag name="EMFCHILD" val="True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1.360958"/>
  <p:tag name="EMFCHILD" val="True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5.98986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$n=9$ strips of $[a, b]$, ($n$ is divisible by 3)} &#10;\end{align*}&#10;}&#10;\end{document}"/>
  <p:tag name="IGUANATEXSIZE" val="24"/>
  <p:tag name="IGUANATEXCURSOR" val="33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66141"/>
  <p:tag name="EMFCHILD" val="True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43373"/>
  <p:tag name="EMFCHILD" val="True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0453"/>
  <p:tag name="EMFCHILD" val="True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6424"/>
  <p:tag name="EMFCHILD" val="True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593864"/>
  <p:tag name="EMFCHILD" val="True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0328"/>
  <p:tag name="EMFCHILD" val="True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67191"/>
  <p:tag name="EMFCHILD" val="True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54265"/>
  <p:tag name="EMFCHILD" val="True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58389"/>
  <p:tag name="EMFCHILD" val="True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247342"/>
  <p:tag name="EMFCHILD" val="True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0453"/>
  <p:tag name="EMFCHILD" val="True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353"/>
  <p:tag name="EMFCHILD" val="True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67191"/>
  <p:tag name="EMFCHILD" val="True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6424"/>
  <p:tag name="EMFCHILD" val="True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03773"/>
  <p:tag name="EMFCHILD" val="True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0453"/>
  <p:tag name="EMFCHILD" val="True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66141"/>
  <p:tag name="EMFCHILD" val="True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593898"/>
  <p:tag name="EMFCHILD" val="True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6365"/>
  <p:tag name="EMFCHILD" val="True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544357"/>
  <p:tag name="EMFCHILD" val="True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58366"/>
  <p:tag name="EMFCHILD" val="True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601"/>
  <p:tag name="ORIGINALWIDTH" val="4.455249"/>
  <p:tag name="EMFCHILD" val="True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6365"/>
  <p:tag name="EMFCHILD" val="True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1.376181"/>
  <p:tag name="EMFCHILD" val="True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54691"/>
  <p:tag name="ORIGINALWIDTH" val="2.534547"/>
  <p:tag name="EMFCHILD" val="True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54265"/>
  <p:tag name="EMFCHILD" val="True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6424"/>
  <p:tag name="EMFCHILD" val="True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0453"/>
  <p:tag name="EMFCHILD" val="True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593864"/>
  <p:tag name="EMFCHILD" val="True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6424"/>
  <p:tag name="EMFCHILD" val="True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34449"/>
  <p:tag name="EMFCHILD" val="True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6424"/>
  <p:tag name="EMFCHILD" val="True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0453"/>
  <p:tag name="EMFCHILD" val="True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46424"/>
  <p:tag name="EMFCHILD" val="True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3773"/>
  <p:tag name="EMFCHILD" val="True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6332"/>
  <p:tag name="EMFCHILD" val="True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0328"/>
  <p:tag name="EMFCHILD" val="True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3773"/>
  <p:tag name="EMFCHILD" val="True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403"/>
  <p:tag name="ORIGINALWIDTH" val="4.564173"/>
  <p:tag name="EMFCHILD" val="True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51312"/>
  <p:tag name="EMFCHILD" val="True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54691"/>
  <p:tag name="ORIGINALWIDTH" val="2.534547"/>
  <p:tag name="EMFCHILD" val="True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375"/>
  <p:tag name="ORIGINALWIDTH" val="3.90721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\underbrace{(b-a)}_{\mathrm{Width}}\underbrace{\frac{f(x_0)+3f(x_1)+3f(x_2)+f(x_3)}8}_{\text{Average height}}&#10;\end{align*}&#10;}&#10;\end{document}"/>
  <p:tag name="IGUANATEXSIZE" val="24"/>
  <p:tag name="IGUANATEXCURSOR" val="39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6824"/>
  <p:tag name="ORIGINALWIDTH" val="6.648294"/>
  <p:tag name="EMFCHILD" val="True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06824"/>
  <p:tag name="ORIGINALWIDTH" val="6.628346"/>
  <p:tag name="EMFCHILD" val="True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1699"/>
  <p:tag name="ORIGINALWIDTH" val="4.485334"/>
  <p:tag name="EMFCHILD" val="True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43241"/>
  <p:tag name="ORIGINALWIDTH" val="6.090125"/>
  <p:tag name="EMFCHILD" val="True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5971"/>
  <p:tag name="ORIGINALWIDTH" val="4.575066"/>
  <p:tag name="EMFCHILD" val="True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7461"/>
  <p:tag name="ORIGINALWIDTH" val="5.1562"/>
  <p:tag name="EMFCHILD" val="True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7461"/>
  <p:tag name="ORIGINALWIDTH" val="5.1562"/>
  <p:tag name="EMFCHILD" val="True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09646"/>
  <p:tag name="ORIGINALWIDTH" val="6.837467"/>
  <p:tag name="EMFCHILD" val="True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2579"/>
  <p:tag name="ORIGINALWIDTH" val="1.748064"/>
  <p:tag name="EMFCHILD" val="True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55544"/>
  <p:tag name="ORIGINALWIDTH" val="3.422408"/>
  <p:tag name="EMFCHILD" val="True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685"/>
  <p:tag name="ORIGINALWIDTH" val="1.961975"/>
  <p:tag name="EMFCHILD" val="True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2579"/>
  <p:tag name="ORIGINALWIDTH" val="3.525689"/>
  <p:tag name="EMFCHILD" val="True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4639"/>
  <p:tag name="ORIGINALWIDTH" val="5.691404"/>
  <p:tag name="EMFCHILD" val="True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5971"/>
  <p:tag name="ORIGINALWIDTH" val="4.724573"/>
  <p:tag name="EMFCHILD" val="True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3661"/>
  <p:tag name="ORIGINALWIDTH" val="3.333891"/>
  <p:tag name="EMFCHILD" val="True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649"/>
  <p:tag name="ORIGINALWIDTH" val="6.628346"/>
  <p:tag name="EMFCHILD" val="True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223"/>
  <p:tag name="ORIGINALWIDTH" val="3.877329"/>
  <p:tag name="EMFCHILD" val="True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4639"/>
  <p:tag name="ORIGINALWIDTH" val="5.691404"/>
  <p:tag name="EMFCHILD" val="True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5971"/>
  <p:tag name="ORIGINALWIDTH" val="4.724573"/>
  <p:tag name="EMFCHILD" val="True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1529"/>
  <p:tag name="ORIGINALWIDTH" val="2.087369"/>
  <p:tag name="EMFCHILD" val="True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649"/>
  <p:tag name="ORIGINALWIDTH" val="6.628346"/>
  <p:tag name="EMFCHILD" val="True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223"/>
  <p:tag name="ORIGINALWIDTH" val="3.877329"/>
  <p:tag name="EMFCHILD" val="True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4639"/>
  <p:tag name="ORIGINALWIDTH" val="5.691404"/>
  <p:tag name="EMFCHILD" val="True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5971"/>
  <p:tag name="ORIGINALWIDTH" val="4.724573"/>
  <p:tag name="EMFCHILD" val="True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31529"/>
  <p:tag name="ORIGINALWIDTH" val="3.282283"/>
  <p:tag name="EMFCHILD" val="True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5649"/>
  <p:tag name="ORIGINALWIDTH" val="6.628346"/>
  <p:tag name="EMFCHILD" val="True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24639"/>
  <p:tag name="ORIGINALWIDTH" val="5.691404"/>
  <p:tag name="EMFCHILD" val="True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5971"/>
  <p:tag name="ORIGINALWIDTH" val="4.724573"/>
  <p:tag name="EMFCHILD" val="True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33661"/>
  <p:tag name="ORIGINALWIDTH" val="2.869226"/>
  <p:tag name="EMFCHILD" val="True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58333"/>
  <p:tag name="ORIGINALWIDTH" val="2.312434"/>
  <p:tag name="EMFCHILD" val="True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57021"/>
  <p:tag name="ORIGINALWIDTH" val="130.2641"/>
  <p:tag name="EMFCHILD" val="True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223"/>
  <p:tag name="ORIGINALWIDTH" val="3.877329"/>
  <p:tag name="EMFCHILD" val="True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7461"/>
  <p:tag name="ORIGINALWIDTH" val="57.32828"/>
  <p:tag name="EMFCHILD" val="True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177461"/>
  <p:tag name="ORIGINALWIDTH" val="57.32828"/>
  <p:tag name="EMFCHILD" val="True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92684"/>
  <p:tag name="ORIGINALWIDTH" val="4.824245"/>
  <p:tag name="EMFCHILD" val="True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16929"/>
  <p:tag name="ORIGINALWIDTH" val="5.096752"/>
  <p:tag name="EMFCHILD" val="True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84941"/>
  <p:tag name="ORIGINALWIDTH" val="3.37815"/>
  <p:tag name="EMFCHILD" val="True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28707"/>
  <p:tag name="ORIGINALWIDTH" val="2.942979"/>
  <p:tag name="EMFCHILD" val="True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55774"/>
  <p:tag name="ORIGINALWIDTH" val="2.434055"/>
  <p:tag name="EMFCHILD" val="True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28707"/>
  <p:tag name="ORIGINALWIDTH" val="2.987237"/>
  <p:tag name="EMFCHILD" val="True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128"/>
  <p:tag name="ORIGINALWIDTH" val="3.260138"/>
  <p:tag name="EMFCHILD" val="True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28707"/>
  <p:tag name="ORIGINALWIDTH" val="2.942979"/>
  <p:tag name="EMFCHILD" val="True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2579"/>
  <p:tag name="ORIGINALWIDTH" val="3.525689"/>
  <p:tag name="EMFCHILD" val="True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28707"/>
  <p:tag name="ORIGINALWIDTH" val="2.942979"/>
  <p:tag name="EMFCHILD" val="True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2579"/>
  <p:tag name="ORIGINALWIDTH" val="1.748064"/>
  <p:tag name="EMFCHILD" val="True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6128"/>
  <p:tag name="ORIGINALWIDTH" val="3.260138"/>
  <p:tag name="EMFCHILD" val="True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82579"/>
  <p:tag name="ORIGINALWIDTH" val="3.525689"/>
  <p:tag name="EMFCHILD" val="True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9685"/>
  <p:tag name="ORIGINALWIDTH" val="1.961975"/>
  <p:tag name="EMFCHILD" val="True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27197"/>
  <p:tag name="ORIGINALWIDTH" val="8.802525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Rightarrow \quad \quad&#10;I\cong\frac{3h}{8}[ f(x_0)+3 f(x_1)+3 f(x_2)+ f(x_3)]&#10;\end{align*}&#10;}&#10;\end{document}"/>
  <p:tag name="IGUANATEXSIZE" val="24"/>
  <p:tag name="IGUANATEXCURSOR" val="29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2303"/>
  <p:tag name="ORIGINALWIDTH" val="3.885793"/>
  <p:tag name="EMFCHILD" val="True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6.61181"/>
  <p:tag name="EMFCHILD" val="True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6.591961"/>
  <p:tag name="EMFCHILD" val="True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56036"/>
  <p:tag name="EMFCHILD" val="True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4231"/>
  <p:tag name="ORIGINALWIDTH" val="4.549934"/>
  <p:tag name="EMFCHILD" val="True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3792"/>
  <p:tag name="ORIGINALWIDTH" val="9.949901"/>
  <p:tag name="EMFCHILD" val="True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56036"/>
  <p:tag name="EMFCHILD" val="True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1.358038"/>
  <p:tag name="EMFCHILD" val="True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93765"/>
  <p:tag name="ORIGINALWIDTH" val="5.66017"/>
  <p:tag name="EMFCHILD" val="True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5"/>
  <p:tag name="ORIGINALWIDTH" val="4.698622"/>
  <p:tag name="EMFCHILD" val="True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1233"/>
  <p:tag name="ORIGINALWIDTH" val="3.315584"/>
  <p:tag name="EMFCHILD" val="True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2945"/>
  <p:tag name="ORIGINALWIDTH" val="6.591961"/>
  <p:tag name="EMFCHILD" val="True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56036"/>
  <p:tag name="EMFCHILD" val="True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93765"/>
  <p:tag name="ORIGINALWIDTH" val="5.66017"/>
  <p:tag name="EMFCHILD" val="True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5"/>
  <p:tag name="ORIGINALWIDTH" val="4.698622"/>
  <p:tag name="EMFCHILD" val="True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7132"/>
  <p:tag name="ORIGINALWIDTH" val="2.075918"/>
  <p:tag name="EMFCHILD" val="True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2945"/>
  <p:tag name="ORIGINALWIDTH" val="6.591961"/>
  <p:tag name="EMFCHILD" val="True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56036"/>
  <p:tag name="EMFCHILD" val="True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93765"/>
  <p:tag name="ORIGINALWIDTH" val="5.66017"/>
  <p:tag name="EMFCHILD" val="True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5"/>
  <p:tag name="ORIGINALWIDTH" val="4.698622"/>
  <p:tag name="EMFCHILD" val="True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27132"/>
  <p:tag name="ORIGINALWIDTH" val="3.264238"/>
  <p:tag name="EMFCHILD" val="True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2945"/>
  <p:tag name="ORIGINALWIDTH" val="6.591961"/>
  <p:tag name="EMFCHILD" val="True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93765"/>
  <p:tag name="ORIGINALWIDTH" val="5.66017"/>
  <p:tag name="EMFCHILD" val="True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5"/>
  <p:tag name="ORIGINALWIDTH" val="4.698622"/>
  <p:tag name="EMFCHILD" val="True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1233"/>
  <p:tag name="ORIGINALWIDTH" val="2.853477"/>
  <p:tag name="EMFCHILD" val="True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299737"/>
  <p:tag name="EMFCHILD" val="True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1.358038"/>
  <p:tag name="EMFCHILD" val="True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54691"/>
  <p:tag name="ORIGINALWIDTH" val="2.54701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(where, $f_3 (x)$ is Lagrange Interpolation Polynomial)}&#10;\end{align*}&#10;}&#10;\end{document}"/>
  <p:tag name="IGUANATEXSIZE" val="24"/>
  <p:tag name="IGUANATEXCURSOR" val="33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6.695833"/>
  <p:tag name="EMFCHILD" val="True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55741"/>
  <p:tag name="EMFCHILD" val="True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9751"/>
  <p:tag name="EMFCHILD" val="True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3235"/>
  <p:tag name="EMFCHILD" val="True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9751"/>
  <p:tag name="EMFCHILD" val="True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1.38294"/>
  <p:tag name="EMFCHILD" val="True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6437"/>
  <p:tag name="ORIGINALWIDTH" val="5.681036"/>
  <p:tag name="EMFCHILD" val="True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2.863976"/>
  <p:tag name="EMFCHILD" val="True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8202"/>
  <p:tag name="EMFCHILD" val="True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15945"/>
  <p:tag name="EMFCHILD" val="True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8202"/>
  <p:tag name="EMFCHILD" val="True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7972"/>
  <p:tag name="EMFCHILD" val="True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4921"/>
  <p:tag name="EMFCHILD" val="True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32"/>
  <p:tag name="ORIGINALWIDTH" val="5.830249"/>
  <p:tag name="EMFCHILD" val="True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9429"/>
  <p:tag name="EMFCHILD" val="True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187"/>
  <p:tag name="ORIGINALWIDTH" val="4.397572"/>
  <p:tag name="EMFCHILD" val="True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3235"/>
  <p:tag name="EMFCHILD" val="True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9429"/>
  <p:tag name="EMFCHILD" val="True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6207"/>
  <p:tag name="EMFCHILD" val="True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1187"/>
  <p:tag name="ORIGINALWIDTH" val="4.397572"/>
  <p:tag name="EMFCHILD" val="True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9751"/>
  <p:tag name="EMFCHILD" val="True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32"/>
  <p:tag name="ORIGINALWIDTH" val="2.954921"/>
  <p:tag name="EMFCHILD" val="True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6207"/>
  <p:tag name="EMFCHILD" val="True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6489"/>
  <p:tag name="EMFCHILD" val="True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69751"/>
  <p:tag name="EMFCHILD" val="True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83235"/>
  <p:tag name="EMFCHILD" val="True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2641"/>
  <p:tag name="EMFCHILD" val="True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7598"/>
  <p:tag name="EMFCHILD" val="True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7913"/>
  <p:tag name="EMFCHILD" val="True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9429"/>
  <p:tag name="EMFCHILD" val="True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6489"/>
  <p:tag name="EMFCHILD" val="True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7972"/>
  <p:tag name="EMFCHILD" val="True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7598"/>
  <p:tag name="EMFCHILD" val="True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6207"/>
  <p:tag name="EMFCHILD" val="True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32"/>
  <p:tag name="ORIGINALWIDTH" val="5.2333"/>
  <p:tag name="EMFCHILD" val="True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7598"/>
  <p:tag name="EMFCHILD" val="True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7913"/>
  <p:tag name="EMFCHILD" val="True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403"/>
  <p:tag name="ORIGINALWIDTH" val="4.586614"/>
  <p:tag name="EMFCHILD" val="True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6207"/>
  <p:tag name="EMFCHILD" val="True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7598"/>
  <p:tag name="EMFCHILD" val="True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51476"/>
  <p:tag name="EMFCHILD" val="True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7972"/>
  <p:tag name="EMFCHILD" val="True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29429"/>
  <p:tag name="EMFCHILD" val="True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7913"/>
  <p:tag name="EMFCHILD" val="True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254691"/>
  <p:tag name="ORIGINALWIDTH" val="2.547014"/>
  <p:tag name="EMFCHILD" val="True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28576"/>
  <p:tag name="ORIGINALWIDTH" val="3.906824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=\int_{x_0}^{x_3}f(x)dx\cong\int_{x_0}^{x_3}f_{3}(x)dx&#10;\end{align*}&#10;}&#10;\end{document}"/>
  <p:tag name="IGUANATEXSIZE" val="24"/>
  <p:tag name="IGUANATEXCURSOR" val="33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27657"/>
  <p:tag name="EMFCHILD" val="True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29993"/>
  <p:tag name="ORIGINALWIDTH" val="7.9562"/>
  <p:tag name="EMFCHILD" val="True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8"/>
  <p:tag name="EMFCHILD" val="True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2493"/>
  <p:tag name="ORIGINALWIDTH" val="2.326148"/>
  <p:tag name="EMFCHILD" val="True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8"/>
  <p:tag name="EMFCHILD" val="True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2493"/>
  <p:tag name="ORIGINALWIDTH" val="2.702887"/>
  <p:tag name="EMFCHILD" val="True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83628"/>
  <p:tag name="ORIGINALWIDTH" val="5.690813"/>
  <p:tag name="EMFCHILD" val="True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5"/>
  <p:tag name="EMFCHILD" val="True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81"/>
  <p:tag name="EMFCHILD" val="True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5"/>
  <p:tag name="EMFCHILD" val="True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5059"/>
  <p:tag name="ORIGINALWIDTH" val="5.102788"/>
  <p:tag name="EMFCHILD" val="True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81"/>
  <p:tag name="EMFCHILD" val="True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47605"/>
  <p:tag name="EMFCHILD" val="True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28"/>
  <p:tag name="ORIGINALWIDTH" val="6.627657"/>
  <p:tag name="EMFCHILD" val="True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29993"/>
  <p:tag name="ORIGINALWIDTH" val="7.9562"/>
  <p:tag name="EMFCHILD" val="True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8"/>
  <p:tag name="EMFCHILD" val="True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2493"/>
  <p:tag name="ORIGINALWIDTH" val="2.326148"/>
  <p:tag name="EMFCHILD" val="True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95276"/>
  <p:tag name="ORIGINALWIDTH" val="3.4958"/>
  <p:tag name="EMFCHILD" val="True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02493"/>
  <p:tag name="ORIGINALWIDTH" val="2.702887"/>
  <p:tag name="EMFCHILD" val="True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83628"/>
  <p:tag name="ORIGINALWIDTH" val="5.690813"/>
  <p:tag name="EMFCHILD" val="True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83071"/>
  <p:tag name="ORIGINALWIDTH" val="2.86893"/>
  <p:tag name="EMFCHILD" val="True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5"/>
  <p:tag name="EMFCHILD" val="True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81"/>
  <p:tag name="EMFCHILD" val="True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12205"/>
  <p:tag name="EMFCHILD" val="True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65059"/>
  <p:tag name="ORIGINALWIDTH" val="5.102788"/>
  <p:tag name="EMFCHILD" val="True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22"/>
  <p:tag name="ORIGINALWIDTH" val="4.724081"/>
  <p:tag name="EMFCHILD" val="True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5.99904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Consider three strips of width $h$ such that:}\,\,[x_0, x_1],  \, [x_1, x_2],\, [x_2, x_3]&#10;\end{align*}&#10;}&#10;\end{document}"/>
  <p:tag name="IGUANATEXSIZE" val="24"/>
  <p:tag name="IGUANATEXCURSOR" val="32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2867"/>
  <p:tag name="EMFCHILD" val="True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0525"/>
  <p:tag name="EMFCHILD" val="True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498"/>
  <p:tag name="EMFCHILD" val="True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0033"/>
  <p:tag name="EMFCHILD" val="True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0918"/>
  <p:tag name="EMFCHILD" val="True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398"/>
  <p:tag name="EMFCHILD" val="True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2211"/>
  <p:tag name="EMFCHILD" val="True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599"/>
  <p:tag name="EMFCHILD" val="True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39764"/>
  <p:tag name="EMFCHILD" val="True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2211"/>
  <p:tag name="EMFCHILD" val="True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398"/>
  <p:tag name="EMFCHILD" val="True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398"/>
  <p:tag name="EMFCHILD" val="True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498"/>
  <p:tag name="EMFCHILD" val="True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599"/>
  <p:tag name="EMFCHILD" val="True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2211"/>
  <p:tag name="EMFCHILD" val="True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0033"/>
  <p:tag name="EMFCHILD" val="True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0859"/>
  <p:tag name="EMFCHILD" val="True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498"/>
  <p:tag name="EMFCHILD" val="True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2867"/>
  <p:tag name="EMFCHILD" val="True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3.599442"/>
  <p:tag name="EMFCHILD" val="True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6.673326"/>
  <p:tag name="EMFCHILD" val="True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0033"/>
  <p:tag name="EMFCHILD" val="True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0918"/>
  <p:tag name="EMFCHILD" val="True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599"/>
  <p:tag name="EMFCHILD" val="True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39764"/>
  <p:tag name="EMFCHILD" val="True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6653"/>
  <p:tag name="ORIGINALWIDTH" val="4.551345"/>
  <p:tag name="EMFCHILD" val="True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498"/>
  <p:tag name="EMFCHILD" val="True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0433"/>
  <p:tag name="EMFCHILD" val="True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837401"/>
  <p:tag name="EMFCHILD" val="True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39764"/>
  <p:tag name="EMFCHILD" val="True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599"/>
  <p:tag name="EMFCHILD" val="True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39764"/>
  <p:tag name="EMFCHILD" val="True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5912"/>
  <p:tag name="EMFCHILD" val="True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599"/>
  <p:tag name="EMFCHILD" val="True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100656"/>
  <p:tag name="EMFCHILD" val="True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64"/>
  <p:tag name="EMFCHILD" val="True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0098"/>
  <p:tag name="EMFCHILD" val="True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3.316634"/>
  <p:tag name="EMFCHILD" val="True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0098"/>
  <p:tag name="EMFCHILD" val="True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76542"/>
  <p:tag name="EMFCHILD" val="True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64"/>
  <p:tag name="EMFCHILD" val="True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64"/>
  <p:tag name="EMFCHILD" val="True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0098"/>
  <p:tag name="EMFCHILD" val="True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76542"/>
  <p:tag name="EMFCHILD" val="True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0098"/>
  <p:tag name="EMFCHILD" val="True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5256"/>
  <p:tag name="EMFCHILD" val="True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64"/>
  <p:tag name="EMFCHILD" val="True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64"/>
  <p:tag name="EMFCHILD" val="True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0098"/>
  <p:tag name="EMFCHILD" val="True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3.265256"/>
  <p:tag name="EMFCHILD" val="True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0138"/>
  <p:tag name="EMFCHILD" val="True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14"/>
  <p:tag name="ORIGINALWIDTH" val="4.700098"/>
  <p:tag name="EMFCHILD" val="True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207"/>
  <p:tag name="ORIGINALWIDTH" val="2.854363"/>
  <p:tag name="EMFCHILD" val="True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58464"/>
  <p:tag name="EMFCHILD" val="True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5.5998"/>
  <p:tag name="ORIGINALWIDTH" val="283.1084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 \frac{3h}{8} [ &#10;f(x_0)+3 f(x_1)+3 f(x_2)+&amp; 2 f(x_3) + &#10;3 f(x_4)+3 f(x_5) \\ &amp;+ 2 f(x_6) + &#10;3 f(x_7)+3 f(x_8)+ f(x_9)&#10;]&#10;\end{align*}&#10;}&#10;\end{document}"/>
  <p:tag name="IGUANATEXSIZE" val="24"/>
  <p:tag name="IGUANATEXCURSOR" val="32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2644"/>
  <p:tag name="ORIGINALWIDTH" val="20.8582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knots}&#10;\end{align*}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75318"/>
  <p:tag name="ORIGINALWIDTH" val="167.061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\cong \frac{3h}{8} \left[&#10;f(x_0) + 3\times sum3 -sum2 + f(x_n)&#10;\right ]&#10;\end{align*}&#10;}&#10;\end{document}"/>
  <p:tag name="IGUANATEXSIZE" val="24"/>
  <p:tag name="IGUANATEXCURSOR" val="34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2303"/>
  <p:tag name="ORIGINALWIDTH" val="3.89074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\cong \frac{3h}{8} \left[&#10;f(x_0) + 3\times sum3 -sum2 + f(x_n)&#10;\right ]&#10;\end{align*}&#10;}&#10;\end{document}"/>
  <p:tag name="IGUANATEXSIZE" val="24"/>
  <p:tag name="IGUANATEXCURSOR" val="34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6.620242"/>
  <p:tag name="EMFCHILD" val="True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6.600394"/>
  <p:tag name="EMFCHILD" val="True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60958"/>
  <p:tag name="EMFCHILD" val="True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4232"/>
  <p:tag name="ORIGINALWIDTH" val="4.555741"/>
  <p:tag name="EMFCHILD" val="True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33793"/>
  <p:tag name="ORIGINALWIDTH" val="9.96263"/>
  <p:tag name="EMFCHILD" val="True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60958"/>
  <p:tag name="EMFCHILD" val="True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1.359777"/>
  <p:tag name="EMFCHILD" val="True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93766"/>
  <p:tag name="ORIGINALWIDTH" val="5.667388"/>
  <p:tag name="EMFCHILD" val="True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30269"/>
  <p:tag name="EMFCHILD" val="True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6"/>
  <p:tag name="ORIGINALWIDTH" val="4.704626"/>
  <p:tag name="EMFCHILD" val="True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1233"/>
  <p:tag name="ORIGINALWIDTH" val="3.319849"/>
  <p:tag name="EMFCHILD" val="True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30269"/>
  <p:tag name="EMFCHILD" val="True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2945"/>
  <p:tag name="ORIGINALWIDTH" val="6.600394"/>
  <p:tag name="EMFCHILD" val="True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60958"/>
  <p:tag name="EMFCHILD" val="True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3832"/>
  <p:tag name="ORIGINALWIDTH" val="4.793963"/>
  <p:tag name="EMFCHILD" val="True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506"/>
  <p:tag name="ORIGINALWIDTH" val="3.473885"/>
  <p:tag name="EMFCHILD" val="True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6"/>
  <p:tag name="ORIGINALWIDTH" val="4.297703"/>
  <p:tag name="EMFCHILD" val="True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2244"/>
  <p:tag name="ORIGINALWIDTH" val="6.868372"/>
  <p:tag name="EMFCHILD" val="True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3412"/>
  <p:tag name="ORIGINALWIDTH" val="3.860958"/>
  <p:tag name="EMFCHILD" val="True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9685"/>
  <p:tag name="ORIGINALWIDTH" val="6.064403"/>
  <p:tag name="EMFCHILD" val="True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506"/>
  <p:tag name="ORIGINALWIDTH" val="3.473885"/>
  <p:tag name="EMFCHILD" val="True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6"/>
  <p:tag name="ORIGINALWIDTH" val="4.297703"/>
  <p:tag name="EMFCHILD" val="True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2244"/>
  <p:tag name="ORIGINALWIDTH" val="6.868372"/>
  <p:tag name="EMFCHILD" val="True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3438"/>
  <p:tag name="ORIGINALWIDTH" val="4.416798"/>
  <p:tag name="EMFCHILD" val="True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2945"/>
  <p:tag name="ORIGINALWIDTH" val="6.600394"/>
  <p:tag name="EMFCHILD" val="True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93766"/>
  <p:tag name="ORIGINALWIDTH" val="5.667388"/>
  <p:tag name="EMFCHILD" val="True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30269"/>
  <p:tag name="EMFCHILD" val="True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356"/>
  <p:tag name="ORIGINALWIDTH" val="4.704626"/>
  <p:tag name="EMFCHILD" val="True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46457"/>
  <p:tag name="ORIGINALWIDTH" val="3.378609"/>
  <p:tag name="EMFCHILD" val="True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2.30269"/>
  <p:tag name="EMFCHILD" val="True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04947"/>
  <p:tag name="ORIGINALWIDTH" val="1.359777"/>
  <p:tag name="EMFCHILD" val="True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6942"/>
  <p:tag name="ORIGINALWIDTH" val="4.88668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knots}&#10;\end{align*}&#10;}&#10;\end{document}"/>
  <p:tag name="IGUANATEXSIZE" val="24"/>
  <p:tag name="IGUANATEXCURSOR" val="28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2625"/>
  <p:tag name="ORIGINALWIDTH" val="4.602099"/>
  <p:tag name="EMFCHILD" val="True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8327"/>
  <p:tag name="ORIGINALWIDTH" val="4.327362"/>
  <p:tag name="EMFCHILD" val="True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727"/>
  <p:tag name="ORIGINALWIDTH" val="2.610138"/>
  <p:tag name="EMFCHILD" val="True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8747"/>
  <p:tag name="ORIGINALWIDTH" val="2.914337"/>
  <p:tag name="EMFCHILD" val="True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7591"/>
  <p:tag name="ORIGINALWIDTH" val="3.89415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\cong \frac{3h}{8} [ &#10;f(x_0)+3 f(x_1)+3 f(x_2)+&amp; 2 f(x_3) + &#10;3 f(x_4)+3 f(x_5) \\ &amp;+ 2 f(x_6) + &#10;3 f(x_7)+3 f(x_8)+ f(x_9)&#10;]&#10;\end{align*}&#10;}&#10;\end{document}"/>
  <p:tag name="IGUANATEXSIZE" val="24"/>
  <p:tag name="IGUANATEXCURSOR" val="32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9107"/>
  <p:tag name="ORIGINALWIDTH" val="6.626081"/>
  <p:tag name="EMFCHILD" val="True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9107"/>
  <p:tag name="ORIGINALWIDTH" val="6.606199"/>
  <p:tag name="EMFCHILD" val="True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742"/>
  <p:tag name="ORIGINALWIDTH" val="4.559776"/>
  <p:tag name="EMFCHILD" val="True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12467"/>
  <p:tag name="ORIGINALWIDTH" val="9.971389"/>
  <p:tag name="EMFCHILD" val="True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1.360958"/>
  <p:tag name="EMFCHILD" val="True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041"/>
  <p:tag name="ORIGINALWIDTH" val="3.322768"/>
  <p:tag name="EMFCHILD" val="True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0524"/>
  <p:tag name="ORIGINALWIDTH" val="2.08038"/>
  <p:tag name="EMFCHILD" val="True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0524"/>
  <p:tag name="ORIGINALWIDTH" val="3.271292"/>
  <p:tag name="EMFCHILD" val="True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7479"/>
  <p:tag name="ORIGINALWIDTH" val="4.420669"/>
  <p:tag name="EMFCHILD" val="True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041"/>
  <p:tag name="ORIGINALWIDTH" val="2.859612"/>
  <p:tag name="EMFCHILD" val="True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0524"/>
  <p:tag name="ORIGINALWIDTH" val="3.381561"/>
  <p:tag name="EMFCHILD" val="True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92847"/>
  <p:tag name="ORIGINALWIDTH" val="2.984612"/>
  <p:tag name="EMFCHILD" val="True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7479"/>
  <p:tag name="ORIGINALWIDTH" val="4.420669"/>
  <p:tag name="EMFCHILD" val="True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63287"/>
  <p:tag name="ORIGINALWIDTH" val="3.190419"/>
  <p:tag name="EMFCHILD" val="True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56135"/>
  <p:tag name="ORIGINALWIDTH" val="3.153674"/>
  <p:tag name="EMFCHILD" val="True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9744"/>
  <p:tag name="ORIGINALWIDTH" val="3.864369"/>
  <p:tag name="EMFCHILD" val="True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041"/>
  <p:tag name="ORIGINALWIDTH" val="2.859612"/>
  <p:tag name="EMFCHILD" val="True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7512"/>
  <p:tag name="ORIGINALWIDTH" val="6.606199"/>
  <p:tag name="EMFCHILD" val="True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46718"/>
  <p:tag name="ORIGINALWIDTH" val="5.672374"/>
  <p:tag name="EMFCHILD" val="True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691"/>
  <p:tag name="EMFCHILD" val="True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8306"/>
  <p:tag name="ORIGINALWIDTH" val="4.708759"/>
  <p:tag name="EMFCHILD" val="True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63287"/>
  <p:tag name="ORIGINALWIDTH" val="3.153674"/>
  <p:tag name="EMFCHILD" val="True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2.304724"/>
  <p:tag name="EMFCHILD" val="True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96291"/>
  <p:tag name="ORIGINALWIDTH" val="1.360958"/>
  <p:tag name="EMFCHILD" val="True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31.764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son's 3/8th:}\quad I = (3\times0.3491/8)[0.+3\times 5.6713-1.7321+0.0]=2.000382&#10;\end{align*}&#10;}&#10;\end{document}"/>
  <p:tag name="IGUANATEXSIZE" val="24"/>
  <p:tag name="IGUANATEXCURSOR" val="31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.21342"/>
  <p:tag name="ORIGINALWIDTH" val="122.699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= \int_0^\pi f(x)\,dx = \int_0^\pi \sin(x)\,dx&#10;\end{align*}&#10;}&#10;\end{document}"/>
  <p:tag name="IGUANATEXSIZE" val="24"/>
  <p:tag name="IGUANATEXCURSOR" val="29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3.8987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= \int_0^\pi f(x)\,dx = \int_0^\pi \sin(x)\,dx&#10;\end{align*}&#10;}&#10;\end{document}"/>
  <p:tag name="IGUANATEXSIZE" val="24"/>
  <p:tag name="IGUANATEXCURSOR" val="29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391"/>
  <p:tag name="EMFCHILD" val="True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.84885"/>
  <p:tag name="ORIGINALWIDTH" val="7.939698"/>
  <p:tag name="EMFCHILD" val="True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788"/>
  <p:tag name="ORIGINALWIDTH" val="4.002001"/>
  <p:tag name="EMFCHILD" val="True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2664"/>
  <p:tag name="EMFCHILD" val="True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002"/>
  <p:tag name="EMFCHILD" val="True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382"/>
  <p:tag name="EMFCHILD" val="True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415"/>
  <p:tag name="EMFCHILD" val="True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71"/>
  <p:tag name="ORIGINALWIDTH" val="5.092224"/>
  <p:tag name="EMFCHILD" val="True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391"/>
  <p:tag name="EMFCHILD" val="True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.84885"/>
  <p:tag name="ORIGINALWIDTH" val="7.939698"/>
  <p:tag name="EMFCHILD" val="True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788"/>
  <p:tag name="ORIGINALWIDTH" val="4.002001"/>
  <p:tag name="EMFCHILD" val="True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2664"/>
  <p:tag name="EMFCHILD" val="True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3871"/>
  <p:tag name="EMFCHILD" val="True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7119"/>
  <p:tag name="EMFCHILD" val="True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4534"/>
  <p:tag name="EMFCHILD" val="True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382"/>
  <p:tag name="EMFCHILD" val="True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415"/>
  <p:tag name="EMFCHILD" val="True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71"/>
  <p:tag name="ORIGINALWIDTH" val="5.092224"/>
  <p:tag name="EMFCHILD" val="True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5984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son's 3/8th:}\quad I = (3\times0.3491/8)[0.+3\times 5.6713-1.7321+0.0]=2.000382&#10;\end{align*}&#10;}&#10;\end{document}"/>
  <p:tag name="IGUANATEXSIZE" val="24"/>
  <p:tag name="IGUANATEXCURSOR" val="31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4068"/>
  <p:tag name="EMFCHILD" val="True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39042"/>
  <p:tag name="EMFCHILD" val="True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8766"/>
  <p:tag name="EMFCHILD" val="True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0065"/>
  <p:tag name="EMFCHILD" val="True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0381"/>
  <p:tag name="EMFCHILD" val="True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8497"/>
  <p:tag name="EMFCHILD" val="True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1.380643"/>
  <p:tag name="EMFCHILD" val="True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0065"/>
  <p:tag name="EMFCHILD" val="True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2.940125"/>
  <p:tag name="EMFCHILD" val="True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2126"/>
  <p:tag name="EMFCHILD" val="True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479"/>
  <p:tag name="EMFCHILD" val="True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102526"/>
  <p:tag name="EMFCHILD" val="True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9258"/>
  <p:tag name="ORIGINALWIDTH" val="3.893668"/>
  <p:tag name="EMFCHILD" val="True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348"/>
  <p:tag name="EMFCHILD" val="True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4429"/>
  <p:tag name="EMFCHILD" val="True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435"/>
  <p:tag name="ORIGINALWIDTH" val="4.797572"/>
  <p:tag name="EMFCHILD" val="True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9127"/>
  <p:tag name="EMFCHILD" val="True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261188"/>
  <p:tag name="EMFCHILD" val="True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.863878"/>
  <p:tag name="EMFCHILD" val="True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4429"/>
  <p:tag name="EMFCHILD" val="True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0794"/>
  <p:tag name="EMFCHILD" val="True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45"/>
  <p:tag name="ORIGINALWIDTH" val="6.605348"/>
  <p:tag name="EMFCHILD" val="True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435"/>
  <p:tag name="ORIGINALWIDTH" val="4.797572"/>
  <p:tag name="EMFCHILD" val="True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3438"/>
  <p:tag name="ORIGINALWIDTH" val="4.032743"/>
  <p:tag name="EMFCHILD" val="True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310859"/>
  <p:tag name="EMFCHILD" val="True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61188"/>
  <p:tag name="EMFCHILD" val="True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70735"/>
  <p:tag name="ORIGINALWIDTH" val="6.068996"/>
  <p:tag name="EMFCHILD" val="True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61188"/>
  <p:tag name="EMFCHILD" val="True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20111"/>
  <p:tag name="EMFCHILD" val="True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45"/>
  <p:tag name="ORIGINALWIDTH" val="6.605348"/>
  <p:tag name="EMFCHILD" val="True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0794"/>
  <p:tag name="EMFCHILD" val="True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348"/>
  <p:tag name="EMFCHILD" val="True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20111"/>
  <p:tag name="EMFCHILD" val="True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20111"/>
  <p:tag name="EMFCHILD" val="True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31.7647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son's 3/8th:}\quad I = (3\times0.3491/8)[0.+3\times 5.6713-1.7321+0.0]=2.000382&#10;\end{align*}&#10;}&#10;\end{document}"/>
  <p:tag name="IGUANATEXSIZE" val="24"/>
  <p:tag name="IGUANATEXCURSOR" val="31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.21342"/>
  <p:tag name="ORIGINALWIDTH" val="122.6996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= \int_0^\pi f(x)\,dx = \int_0^\pi \sin(x)\,dx&#10;\end{align*}&#10;}&#10;\end{document}"/>
  <p:tag name="IGUANATEXSIZE" val="24"/>
  <p:tag name="IGUANATEXCURSOR" val="29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2814"/>
  <p:tag name="ORIGINALWIDTH" val="176.359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 \text{&#10;Python code for Simpson's 3/8th Integration}&#10;\end{align*}&#10;}&#10;\end{document}"/>
  <p:tag name="IGUANATEXSIZE" val="24"/>
  <p:tag name="IGUANATEXCURSOR" val="28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5.220767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 \text{&#10;Python code for Simpson's 3/8th Integration}&#10;\end{align*}&#10;}&#10;\end{document}"/>
  <p:tag name="IGUANATEXSIZE" val="24"/>
  <p:tag name="IGUANATEXCURSOR" val="28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0151"/>
  <p:tag name="ORIGINALWIDTH" val="4.575591"/>
  <p:tag name="EMFCHILD" val="True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44324"/>
  <p:tag name="EMFCHILD" val="True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841109"/>
  <p:tag name="EMFCHILD" val="True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314"/>
  <p:tag name="ORIGINALWIDTH" val="4.605381"/>
  <p:tag name="EMFCHILD" val="True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3.60292"/>
  <p:tag name="EMFCHILD" val="True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4.456496"/>
  <p:tag name="EMFCHILD" val="True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7.533366"/>
  <p:tag name="EMFCHILD" val="True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19488"/>
  <p:tag name="ORIGINALWIDTH" val="4.615288"/>
  <p:tag name="EMFCHILD" val="True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47835"/>
  <p:tag name="EMFCHILD" val="True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411877"/>
  <p:tag name="ORIGINALWIDTH" val="1.379626"/>
  <p:tag name="EMFCHILD" val="True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47835"/>
  <p:tag name="EMFCHILD" val="True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2.937894"/>
  <p:tag name="EMFCHILD" val="True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48523"/>
  <p:tag name="ORIGINALWIDTH" val="3.860958"/>
  <p:tag name="EMFCHILD" val="True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4.744324"/>
  <p:tag name="EMFCHILD" val="True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2.947835"/>
  <p:tag name="EMFCHILD" val="True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60236"/>
  <p:tag name="EMFCHILD" val="True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87008"/>
  <p:tag name="EMFCHILD" val="True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75361"/>
  <p:tag name="EMFCHILD" val="True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19783"/>
  <p:tag name="EMFCHILD" val="True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40157"/>
  <p:tag name="EMFCHILD" val="True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2296"/>
  <p:tag name="EMFCHILD" val="True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771"/>
  <p:tag name="EMFCHILD" val="True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5502"/>
  <p:tag name="EMFCHILD" val="True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66"/>
  <p:tag name="ORIGINALWIDTH" val="3.8987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I = \int_0^\pi f(x)\,dx = \int_0^\pi \sin(x)\,dx&#10;\end{align*}&#10;}&#10;\end{document}"/>
  <p:tag name="IGUANATEXSIZE" val="24"/>
  <p:tag name="IGUANATEXCURSOR" val="29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391"/>
  <p:tag name="EMFCHILD" val="True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.84885"/>
  <p:tag name="ORIGINALWIDTH" val="7.939698"/>
  <p:tag name="EMFCHILD" val="True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788"/>
  <p:tag name="ORIGINALWIDTH" val="4.002001"/>
  <p:tag name="EMFCHILD" val="True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2664"/>
  <p:tag name="EMFCHILD" val="True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83989"/>
  <p:tag name="ORIGINALWIDTH" val="5.679002"/>
  <p:tag name="EMFCHILD" val="True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382"/>
  <p:tag name="EMFCHILD" val="True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415"/>
  <p:tag name="EMFCHILD" val="True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71"/>
  <p:tag name="ORIGINALWIDTH" val="5.092224"/>
  <p:tag name="EMFCHILD" val="True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39"/>
  <p:tag name="ORIGINALWIDTH" val="6.61391"/>
  <p:tag name="EMFCHILD" val="True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.84885"/>
  <p:tag name="ORIGINALWIDTH" val="7.939698"/>
  <p:tag name="EMFCHILD" val="True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6788"/>
  <p:tag name="ORIGINALWIDTH" val="4.002001"/>
  <p:tag name="EMFCHILD" val="True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2664"/>
  <p:tag name="EMFCHILD" val="True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502"/>
  <p:tag name="ORIGINALWIDTH" val="2.953871"/>
  <p:tag name="EMFCHILD" val="True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7119"/>
  <p:tag name="EMFCHILD" val="True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64534"/>
  <p:tag name="EMFCHILD" val="True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382"/>
  <p:tag name="EMFCHILD" val="True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4"/>
  <p:tag name="ORIGINALWIDTH" val="2.307415"/>
  <p:tag name="EMFCHILD" val="True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71"/>
  <p:tag name="ORIGINALWIDTH" val="5.092224"/>
  <p:tag name="EMFCHILD" val="True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86"/>
  <p:tag name="ORIGINALWIDTH" val="4.714272"/>
  <p:tag name="EMFCHILD" val="True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59842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Simpson's 3/8th:}\quad I = (3\times0.3491/8)[0.+3\times 5.6713-1.7321+0.0]=2.000382&#10;\end{align*}&#10;}&#10;\end{document}"/>
  <p:tag name="IGUANATEXSIZE" val="24"/>
  <p:tag name="IGUANATEXCURSOR" val="317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4068"/>
  <p:tag name="EMFCHILD" val="True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39042"/>
  <p:tag name="EMFCHILD" val="True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8766"/>
  <p:tag name="EMFCHILD" val="True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0065"/>
  <p:tag name="EMFCHILD" val="True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80381"/>
  <p:tag name="EMFCHILD" val="True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8497"/>
  <p:tag name="EMFCHILD" val="True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1.380643"/>
  <p:tag name="EMFCHILD" val="True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50065"/>
  <p:tag name="EMFCHILD" val="True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2.940125"/>
  <p:tag name="EMFCHILD" val="True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42126"/>
  <p:tag name="EMFCHILD" val="True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479"/>
  <p:tag name="EMFCHILD" val="True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1.102526"/>
  <p:tag name="EMFCHILD" val="True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9258"/>
  <p:tag name="ORIGINALWIDTH" val="3.893668"/>
  <p:tag name="EMFCHILD" val="True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348"/>
  <p:tag name="EMFCHILD" val="True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4429"/>
  <p:tag name="EMFCHILD" val="True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435"/>
  <p:tag name="ORIGINALWIDTH" val="4.797572"/>
  <p:tag name="EMFCHILD" val="True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569127"/>
  <p:tag name="EMFCHILD" val="True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261188"/>
  <p:tag name="EMFCHILD" val="True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.863878"/>
  <p:tag name="EMFCHILD" val="True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4429"/>
  <p:tag name="EMFCHILD" val="True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0794"/>
  <p:tag name="EMFCHILD" val="True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45"/>
  <p:tag name="ORIGINALWIDTH" val="6.605348"/>
  <p:tag name="EMFCHILD" val="True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435"/>
  <p:tag name="ORIGINALWIDTH" val="4.797572"/>
  <p:tag name="EMFCHILD" val="True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93438"/>
  <p:tag name="ORIGINALWIDTH" val="4.032743"/>
  <p:tag name="EMFCHILD" val="True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54724"/>
  <p:tag name="ORIGINALWIDTH" val="4.310859"/>
  <p:tag name="EMFCHILD" val="True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61188"/>
  <p:tag name="EMFCHILD" val="True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70735"/>
  <p:tag name="ORIGINALWIDTH" val="6.068996"/>
  <p:tag name="EMFCHILD" val="True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3759"/>
  <p:tag name="ORIGINALWIDTH" val="4.261188"/>
  <p:tag name="EMFCHILD" val="True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20111"/>
  <p:tag name="EMFCHILD" val="True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10991"/>
  <p:tag name="EMFCHILD" val="True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45"/>
  <p:tag name="ORIGINALWIDTH" val="6.605348"/>
  <p:tag name="EMFCHILD" val="True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1.360794"/>
  <p:tag name="EMFCHILD" val="True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68"/>
  <p:tag name="ORIGINALWIDTH" val="6.605348"/>
  <p:tag name="EMFCHILD" val="True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20111"/>
  <p:tag name="EMFCHILD" val="True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25787"/>
  <p:tag name="ORIGINALWIDTH" val="1.052887"/>
  <p:tag name="EMFCHILD" val="True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4.489665"/>
  <p:tag name="EMFCHILD" val="True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297"/>
  <p:tag name="ORIGINALWIDTH" val="3.863878"/>
  <p:tag name="EMFCHILD" val="True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4.420111"/>
  <p:tag name="EMFCHILD" val="True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2814"/>
  <p:tag name="ORIGINALWIDTH" val="68.30098"/>
  <p:tag name="OUTPUTTYPE" val="SVG"/>
  <p:tag name="IGUANATEXVERSION" val="161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Value of Integral:}&#10;\end{align*}&#10;}&#10;\end{document}"/>
  <p:tag name="IGUANATEXSIZE" val="24"/>
  <p:tag name="IGUANATEXCURSOR" val="3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979"/>
  <p:tag name="ORIGINALWIDTH" val="6.735039"/>
  <p:tag name="LATEXADDIN" val="\documentclass{article}&#10;\usepackage{amsmath,amsfonts,amssymb,xcolor,mathptmx}&#10;\newcommand{\dbar}{{d\mkern-7mu\mathchar'26\mkern-2mu}}&#10;\usepackage{times}&#10;\usepackage{mathptmx}&#10;\usepackage{bm}&#10;\usepackage{xcolor}&#10;\pagestyle{empty}&#10;\begin{document}&#10;\color{white}{&#10;\begin{align*}&#10;\text{Value of Integral:}&#10;\end{align*}&#10;}&#10;\end{document}"/>
  <p:tag name="IGUANATEXSIZE" val="24"/>
  <p:tag name="IGUANATEXCURSOR" val="3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05413"/>
  <p:tag name="EMFCHILD" val="True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3806"/>
  <p:tag name="EMFCHILD" val="True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48261"/>
  <p:tag name="EMFCHILD" val="True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46095"/>
  <p:tag name="EMFCHILD" val="True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36145"/>
  <p:tag name="EMFCHILD" val="True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3.590059"/>
  <p:tag name="EMFCHILD" val="True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70603"/>
  <p:tag name="ORIGINALWIDTH" val="2.937303"/>
  <p:tag name="EMFCHILD" val="True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4.638386"/>
  <p:tag name="EMFCHILD" val="True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46063"/>
  <p:tag name="ORIGINALWIDTH" val="2.630708"/>
  <p:tag name="EMFCHILD" val="True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3.946095"/>
  <p:tag name="EMFCHILD" val="True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29428"/>
  <p:tag name="ORIGINALWIDTH" val="4.371358"/>
  <p:tag name="EMFCHILD" val="True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65682"/>
  <p:tag name="ORIGINALWIDTH" val="3.263681"/>
  <p:tag name="EMFCHILD" val="True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4.005413"/>
  <p:tag name="EMFCHILD" val="True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9036"/>
  <p:tag name="ORIGINALWIDTH" val="2.353806"/>
  <p:tag name="EMFCHILD" val="True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4927"/>
  <p:tag name="ORIGINALWIDTH" val="1.097769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183</TotalTime>
  <Words>331</Words>
  <Application>Microsoft Office PowerPoint</Application>
  <PresentationFormat>Widescreen</PresentationFormat>
  <Paragraphs>183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Times New Roman</vt:lpstr>
      <vt:lpstr>Office Theme</vt:lpstr>
      <vt:lpstr>Week-7: Simpson’s Rule</vt:lpstr>
      <vt:lpstr>Introduction</vt:lpstr>
      <vt:lpstr>Introduction</vt:lpstr>
      <vt:lpstr>Introduction</vt:lpstr>
      <vt:lpstr>Simpson’s 3/8th Rule</vt:lpstr>
      <vt:lpstr>Introduction</vt:lpstr>
      <vt:lpstr>Introduction</vt:lpstr>
      <vt:lpstr>Introduction</vt:lpstr>
      <vt:lpstr>Introduction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Week-7: Simpson’s Rule</dc:title>
  <dc:creator>k</dc:creator>
  <cp:lastModifiedBy>bsphy2241</cp:lastModifiedBy>
  <cp:revision>24</cp:revision>
  <dcterms:created xsi:type="dcterms:W3CDTF">2024-10-18T17:30:29Z</dcterms:created>
  <dcterms:modified xsi:type="dcterms:W3CDTF">2025-11-05T11:31:39Z</dcterms:modified>
</cp:coreProperties>
</file>